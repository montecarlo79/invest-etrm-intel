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31.xml" ContentType="application/vnd.ms-office.chartcolorstyle+xml"/>
  <Override PartName="/ppt/charts/colors32.xml" ContentType="application/vnd.ms-office.chartcolorstyle+xml"/>
  <Override PartName="/ppt/charts/colors33.xml" ContentType="application/vnd.ms-office.chartcolorstyle+xml"/>
  <Override PartName="/ppt/charts/colors34.xml" ContentType="application/vnd.ms-office.chartcolorstyle+xml"/>
  <Override PartName="/ppt/charts/colors35.xml" ContentType="application/vnd.ms-office.chartcolorstyle+xml"/>
  <Override PartName="/ppt/charts/colors36.xml" ContentType="application/vnd.ms-office.chartcolorstyle+xml"/>
  <Override PartName="/ppt/charts/colors37.xml" ContentType="application/vnd.ms-office.chartcolorstyle+xml"/>
  <Override PartName="/ppt/charts/colors38.xml" ContentType="application/vnd.ms-office.chartcolorstyle+xml"/>
  <Override PartName="/ppt/charts/colors39.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31.xml" ContentType="application/vnd.ms-office.chartstyle+xml"/>
  <Override PartName="/ppt/charts/style32.xml" ContentType="application/vnd.ms-office.chartstyle+xml"/>
  <Override PartName="/ppt/charts/style33.xml" ContentType="application/vnd.ms-office.chartstyle+xml"/>
  <Override PartName="/ppt/charts/style34.xml" ContentType="application/vnd.ms-office.chartstyle+xml"/>
  <Override PartName="/ppt/charts/style35.xml" ContentType="application/vnd.ms-office.chartstyle+xml"/>
  <Override PartName="/ppt/charts/style36.xml" ContentType="application/vnd.ms-office.chartstyle+xml"/>
  <Override PartName="/ppt/charts/style37.xml" ContentType="application/vnd.ms-office.chartstyle+xml"/>
  <Override PartName="/ppt/charts/style38.xml" ContentType="application/vnd.ms-office.chartstyle+xml"/>
  <Override PartName="/ppt/charts/style39.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rawings/drawing1.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5"/>
  </p:notesMasterIdLst>
  <p:handoutMasterIdLst>
    <p:handoutMasterId r:id="rId89"/>
  </p:handoutMasterIdLst>
  <p:sldIdLst>
    <p:sldId id="702" r:id="rId3"/>
    <p:sldId id="1640" r:id="rId4"/>
    <p:sldId id="1272" r:id="rId6"/>
    <p:sldId id="1584" r:id="rId7"/>
    <p:sldId id="1687" r:id="rId8"/>
    <p:sldId id="1725" r:id="rId9"/>
    <p:sldId id="1726" r:id="rId10"/>
    <p:sldId id="1862" r:id="rId11"/>
    <p:sldId id="1861" r:id="rId12"/>
    <p:sldId id="1728" r:id="rId13"/>
    <p:sldId id="1729" r:id="rId14"/>
    <p:sldId id="1730" r:id="rId15"/>
    <p:sldId id="1731" r:id="rId16"/>
    <p:sldId id="1732" r:id="rId17"/>
    <p:sldId id="1734" r:id="rId18"/>
    <p:sldId id="1641" r:id="rId19"/>
    <p:sldId id="1604" r:id="rId20"/>
    <p:sldId id="1605" r:id="rId21"/>
    <p:sldId id="1866" r:id="rId22"/>
    <p:sldId id="1606" r:id="rId23"/>
    <p:sldId id="1607" r:id="rId24"/>
    <p:sldId id="1736" r:id="rId25"/>
    <p:sldId id="1609" r:id="rId26"/>
    <p:sldId id="1610" r:id="rId27"/>
    <p:sldId id="1611" r:id="rId28"/>
    <p:sldId id="1612" r:id="rId29"/>
    <p:sldId id="1613" r:id="rId30"/>
    <p:sldId id="1614" r:id="rId31"/>
    <p:sldId id="1863" r:id="rId32"/>
    <p:sldId id="1864" r:id="rId33"/>
    <p:sldId id="1865" r:id="rId34"/>
    <p:sldId id="1615" r:id="rId35"/>
    <p:sldId id="1616" r:id="rId36"/>
    <p:sldId id="1617" r:id="rId37"/>
    <p:sldId id="1618" r:id="rId38"/>
    <p:sldId id="1625" r:id="rId39"/>
    <p:sldId id="1912" r:id="rId40"/>
    <p:sldId id="1789" r:id="rId41"/>
    <p:sldId id="1790" r:id="rId42"/>
    <p:sldId id="1915" r:id="rId43"/>
    <p:sldId id="1918" r:id="rId44"/>
    <p:sldId id="1919" r:id="rId45"/>
    <p:sldId id="1920" r:id="rId46"/>
    <p:sldId id="1921" r:id="rId47"/>
    <p:sldId id="1628" r:id="rId48"/>
    <p:sldId id="1629" r:id="rId49"/>
    <p:sldId id="1642" r:id="rId50"/>
    <p:sldId id="1923" r:id="rId51"/>
    <p:sldId id="1924" r:id="rId52"/>
    <p:sldId id="1926" r:id="rId53"/>
    <p:sldId id="1927" r:id="rId54"/>
    <p:sldId id="1928" r:id="rId55"/>
    <p:sldId id="1929" r:id="rId56"/>
    <p:sldId id="1930" r:id="rId57"/>
    <p:sldId id="1931" r:id="rId58"/>
    <p:sldId id="1932" r:id="rId59"/>
    <p:sldId id="1934" r:id="rId60"/>
    <p:sldId id="1935" r:id="rId61"/>
    <p:sldId id="1938" r:id="rId62"/>
    <p:sldId id="1939" r:id="rId63"/>
    <p:sldId id="1940" r:id="rId64"/>
    <p:sldId id="1941" r:id="rId65"/>
    <p:sldId id="1942" r:id="rId66"/>
    <p:sldId id="1945" r:id="rId67"/>
    <p:sldId id="1943" r:id="rId68"/>
    <p:sldId id="1949" r:id="rId69"/>
    <p:sldId id="1952" r:id="rId70"/>
    <p:sldId id="1953" r:id="rId71"/>
    <p:sldId id="1954" r:id="rId72"/>
    <p:sldId id="1922" r:id="rId73"/>
    <p:sldId id="1632" r:id="rId74"/>
    <p:sldId id="1738" r:id="rId75"/>
    <p:sldId id="1807" r:id="rId76"/>
    <p:sldId id="1809" r:id="rId77"/>
    <p:sldId id="1810" r:id="rId78"/>
    <p:sldId id="1779" r:id="rId79"/>
    <p:sldId id="1780" r:id="rId80"/>
    <p:sldId id="1811" r:id="rId81"/>
    <p:sldId id="1812" r:id="rId82"/>
    <p:sldId id="1825" r:id="rId83"/>
    <p:sldId id="1826" r:id="rId84"/>
    <p:sldId id="1833" r:id="rId85"/>
    <p:sldId id="1834" r:id="rId86"/>
    <p:sldId id="1740" r:id="rId87"/>
    <p:sldId id="838" r:id="rId88"/>
  </p:sldIdLst>
  <p:sldSz cx="12192000" cy="6858000"/>
  <p:notesSz cx="6797675" cy="9928225"/>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025" indent="3175"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1225" indent="-1905"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0330" indent="-508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7530" indent="-508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3" clrIdx="0"/>
  <p:cmAuthor id="2" name="iwangge@126.com" initials="i" lastIdx="8" clrIdx="1"/>
  <p:cmAuthor id="3" name="X1" initials="X" lastIdx="1" clrIdx="2"/>
  <p:cmAuthor id="4" name="CEPRI-0592" initials="C" lastIdx="1" clrIdx="3"/>
  <p:cmAuthor id="5" name="zlx" initials="zlx" lastIdx="18" clrIdx="1"/>
  <p:cmAuthor id="7" name="宋洁然" initials="宋" lastIdx="2" clrIdx="1"/>
  <p:cmAuthor id="0" name="Mia Vida Villanueva" initials="MVV" lastIdx="1" clrIdx="0"/>
  <p:cmAuthor id="8" name="ming qiu" initials="m" lastIdx="17" clrIdx="1"/>
  <p:cmAuthor id="9" name="wf" initials="w" lastIdx="8" clrIdx="8"/>
  <p:cmAuthor id="10" name="Administrator" initials="A" lastIdx="1" clrIdx="9"/>
  <p:cmAuthor id="12" name="xuer" initials="x" lastIdx="1" clrIdx="11"/>
  <p:cmAuthor id="6" name="lenovo" initials="l" lastIdx="6"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9C5"/>
    <a:srgbClr val="0076C0"/>
    <a:srgbClr val="C63838"/>
    <a:srgbClr val="007AC6"/>
    <a:srgbClr val="0078C3"/>
    <a:srgbClr val="ED7D31"/>
    <a:srgbClr val="5B9BD5"/>
    <a:srgbClr val="C7A104"/>
    <a:srgbClr val="79A200"/>
    <a:srgbClr val="B24D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20" autoAdjust="0"/>
    <p:restoredTop sz="82944" autoAdjust="0"/>
  </p:normalViewPr>
  <p:slideViewPr>
    <p:cSldViewPr showGuides="1">
      <p:cViewPr varScale="1">
        <p:scale>
          <a:sx n="62" d="100"/>
          <a:sy n="62" d="100"/>
        </p:scale>
        <p:origin x="1152" y="72"/>
      </p:cViewPr>
      <p:guideLst>
        <p:guide orient="horz" pos="2130"/>
        <p:guide pos="3856"/>
      </p:guideLst>
    </p:cSldViewPr>
  </p:slideViewPr>
  <p:notesTextViewPr>
    <p:cViewPr>
      <p:scale>
        <a:sx n="1" d="1"/>
        <a:sy n="1" d="1"/>
      </p:scale>
      <p:origin x="0" y="0"/>
    </p:cViewPr>
  </p:notesTextViewPr>
  <p:sorterViewPr>
    <p:cViewPr>
      <p:scale>
        <a:sx n="100" d="100"/>
        <a:sy n="100" d="100"/>
      </p:scale>
      <p:origin x="0" y="2730"/>
    </p:cViewPr>
  </p:sorter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sgcc\Desktop\&#26032;&#24314;%20XLS%20&#24037;&#20316;&#34920;.xls"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liye\Documents\&#24037;&#20316;&#31807;1.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D:\liye&#30740;&#31350;&#23460;&#24037;&#20316;\2.PPT\PPT&#22270;&#34920;.et"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liye&#30740;&#31350;&#23460;&#24037;&#20316;\2.PPT\PPT&#22270;&#34920;.et"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Ayaka\AppData\Local\Temp\wps.JdRDgA\Workbook3.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Administrator\AppData\Roaming\Foxmail7\Temp-15744-20250225195225\Attach\3-10&#21495;&#28789;&#32461;&#30452;&#27969;&#26354;&#32447;.xlsx" TargetMode="External"/></Relationships>
</file>

<file path=ppt/charts/_rels/chart7.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8.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G:\2.&#20132;&#26131;&#32452;&#32455;&#32508;&#21512;&#24037;&#20316;\20240129&#12304;&#24037;&#20316;&#20250;&#24120;&#20027;&#20219;PPT&#12305;\&#24180;&#25253;&#32479;&#35745;&#25968;&#25454;20240218%20(&#34917;&#20805;&#20142;&#40644;&#25968;&#25454;).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SGCC\Desktop\ppt&#25968;&#25454;-2.23&#22686;&#21152;.xls"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Administrator\Desktop\20250217&#12304;&#20132;&#26131;&#26041;&#24335;&#27719;&#25253;&#12305;\ppt&#25968;&#25454;2.xlsx" TargetMode="External"/></Relationships>
</file>

<file path=ppt/charts/_rels/chart11.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Administrator\AppData\Roaming\Foxmail7\Temp-15744-20250225195225\Attach\24&#24180;7-8&#26376;&#29616;&#36135;.xlsx" TargetMode="External"/></Relationships>
</file>

<file path=ppt/charts/_rels/chart12.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Administrator\Desktop\&#20132;&#26131;&#25968;&#25454;&#32479;&#35745;\&#24180;&#25253;&#32479;&#35745;&#25968;&#25454;20240119.xlsx" TargetMode="External"/></Relationships>
</file>

<file path=ppt/charts/_rels/chart13.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file:///C:\Users\Administrator\Desktop\20250122&#12304;&#24037;&#20316;&#20250;&#24120;&#20027;&#20219;PPT&#12305;\2024&#24180;&#26032;&#25968;&#25454;V2.xls" TargetMode="External"/></Relationships>
</file>

<file path=ppt/charts/_rels/chart14.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file:///C:\Users\Administrator\AppData\Roaming\Foxmail7\Temp-15520-20250218105640\Attach\2024&#22810;&#36890;&#36947;&#38598;&#20013;&#31454;&#20215;&#32479;&#35745;.xlsx" TargetMode="External"/></Relationships>
</file>

<file path=ppt/charts/_rels/chart15.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package" Target="../embeddings/Workbook2.xlsx"/></Relationships>
</file>

<file path=ppt/charts/_rels/chart16.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package" Target="../embeddings/Workbook3.xlsx"/></Relationships>
</file>

<file path=ppt/charts/_rels/chart17.xml.rels><?xml version="1.0" encoding="UTF-8" standalone="yes"?>
<Relationships xmlns="http://schemas.openxmlformats.org/package/2006/relationships"><Relationship Id="rId4" Type="http://schemas.microsoft.com/office/2011/relationships/chartColorStyle" Target="colors15.xml"/><Relationship Id="rId3" Type="http://schemas.microsoft.com/office/2011/relationships/chartStyle" Target="style15.xml"/><Relationship Id="rId2" Type="http://schemas.openxmlformats.org/officeDocument/2006/relationships/themeOverride" Target="../theme/themeOverride2.xml"/><Relationship Id="rId1" Type="http://schemas.openxmlformats.org/officeDocument/2006/relationships/package" Target="../embeddings/Workbook4.xlsx"/></Relationships>
</file>

<file path=ppt/charts/_rels/chart18.xml.rels><?xml version="1.0" encoding="UTF-8" standalone="yes"?>
<Relationships xmlns="http://schemas.openxmlformats.org/package/2006/relationships"><Relationship Id="rId3" Type="http://schemas.microsoft.com/office/2011/relationships/chartColorStyle" Target="colors16.xml"/><Relationship Id="rId2" Type="http://schemas.microsoft.com/office/2011/relationships/chartStyle" Target="style16.xml"/><Relationship Id="rId1" Type="http://schemas.openxmlformats.org/officeDocument/2006/relationships/package" Target="../embeddings/Workbook5.xlsx"/></Relationships>
</file>

<file path=ppt/charts/_rels/chart19.xml.rels><?xml version="1.0" encoding="UTF-8" standalone="yes"?>
<Relationships xmlns="http://schemas.openxmlformats.org/package/2006/relationships"><Relationship Id="rId3" Type="http://schemas.microsoft.com/office/2011/relationships/chartColorStyle" Target="colors17.xml"/><Relationship Id="rId2" Type="http://schemas.microsoft.com/office/2011/relationships/chartStyle" Target="style17.xml"/><Relationship Id="rId1" Type="http://schemas.openxmlformats.org/officeDocument/2006/relationships/package" Target="../embeddings/Workbook6.xlsx"/></Relationships>
</file>

<file path=ppt/charts/_rels/chart20.xml.rels><?xml version="1.0" encoding="UTF-8" standalone="yes"?>
<Relationships xmlns="http://schemas.openxmlformats.org/package/2006/relationships"><Relationship Id="rId3" Type="http://schemas.microsoft.com/office/2011/relationships/chartColorStyle" Target="colors18.xml"/><Relationship Id="rId2" Type="http://schemas.microsoft.com/office/2011/relationships/chartStyle" Target="style18.xml"/><Relationship Id="rId1" Type="http://schemas.openxmlformats.org/officeDocument/2006/relationships/package" Target="../embeddings/Workbook7.xlsx"/></Relationships>
</file>

<file path=ppt/charts/_rels/chart21.xml.rels><?xml version="1.0" encoding="UTF-8" standalone="yes"?>
<Relationships xmlns="http://schemas.openxmlformats.org/package/2006/relationships"><Relationship Id="rId3" Type="http://schemas.microsoft.com/office/2011/relationships/chartColorStyle" Target="colors19.xml"/><Relationship Id="rId2" Type="http://schemas.microsoft.com/office/2011/relationships/chartStyle" Target="style19.xml"/><Relationship Id="rId1" Type="http://schemas.openxmlformats.org/officeDocument/2006/relationships/oleObject" Target="file:///C:\Users\Administrator\Desktop\20250217&#12304;&#20132;&#26131;&#26041;&#24335;&#27719;&#25253;&#12305;\ppt&#25968;&#25454;2.xlsx" TargetMode="External"/></Relationships>
</file>

<file path=ppt/charts/_rels/chart22.xml.rels><?xml version="1.0" encoding="UTF-8" standalone="yes"?>
<Relationships xmlns="http://schemas.openxmlformats.org/package/2006/relationships"><Relationship Id="rId2" Type="http://schemas.openxmlformats.org/officeDocument/2006/relationships/themeOverride" Target="../theme/themeOverride3.xml"/><Relationship Id="rId1" Type="http://schemas.openxmlformats.org/officeDocument/2006/relationships/package" Target="../embeddings/Workbook8.xlsx"/></Relationships>
</file>

<file path=ppt/charts/_rels/chart23.xml.rels><?xml version="1.0" encoding="UTF-8" standalone="yes"?>
<Relationships xmlns="http://schemas.openxmlformats.org/package/2006/relationships"><Relationship Id="rId3" Type="http://schemas.microsoft.com/office/2011/relationships/chartColorStyle" Target="colors20.xml"/><Relationship Id="rId2" Type="http://schemas.microsoft.com/office/2011/relationships/chartStyle" Target="style20.xml"/><Relationship Id="rId1" Type="http://schemas.openxmlformats.org/officeDocument/2006/relationships/oleObject" Target="file:///C:\Users\Administrator\Desktop\20250217&#12304;&#20132;&#26131;&#26041;&#24335;&#27719;&#25253;&#12305;\ppt&#25968;&#25454;.xlsx" TargetMode="External"/></Relationships>
</file>

<file path=ppt/charts/_rels/chart24.xml.rels><?xml version="1.0" encoding="UTF-8" standalone="yes"?>
<Relationships xmlns="http://schemas.openxmlformats.org/package/2006/relationships"><Relationship Id="rId3" Type="http://schemas.microsoft.com/office/2011/relationships/chartColorStyle" Target="colors21.xml"/><Relationship Id="rId2" Type="http://schemas.microsoft.com/office/2011/relationships/chartStyle" Target="style21.xml"/><Relationship Id="rId1" Type="http://schemas.openxmlformats.org/officeDocument/2006/relationships/oleObject" Target="/Users/lvguangyun/Library/Containers/com.tencent.xinWeChat/Data/Library/Application%20Support/com.tencent.xinWeChat/2.0b4.0.9/e9ff35fb8484419e5493d8469adffd09/Message/MessageTemp/60891989aadec1ce7e4fa2d227a47c88/File/&#22270;3-2%203-3&#21407;&#22987;&#25968;&#25454;.xlsx" TargetMode="External"/></Relationships>
</file>

<file path=ppt/charts/_rels/chart25.xml.rels><?xml version="1.0" encoding="UTF-8" standalone="yes"?>
<Relationships xmlns="http://schemas.openxmlformats.org/package/2006/relationships"><Relationship Id="rId3" Type="http://schemas.microsoft.com/office/2011/relationships/chartColorStyle" Target="colors22.xml"/><Relationship Id="rId2" Type="http://schemas.microsoft.com/office/2011/relationships/chartStyle" Target="style22.xml"/><Relationship Id="rId1" Type="http://schemas.openxmlformats.org/officeDocument/2006/relationships/oleObject" Target="/Users/lvguangyun/Library/Containers/com.tencent.xinWeChat/Data/Library/Application%20Support/com.tencent.xinWeChat/2.0b4.0.9/e9ff35fb8484419e5493d8469adffd09/Message/MessageTemp/60891989aadec1ce7e4fa2d227a47c88/File/&#22270;3-2%203-3&#21407;&#22987;&#25968;&#25454;.xlsx" TargetMode="External"/></Relationships>
</file>

<file path=ppt/charts/_rels/chart26.xml.rels><?xml version="1.0" encoding="UTF-8" standalone="yes"?>
<Relationships xmlns="http://schemas.openxmlformats.org/package/2006/relationships"><Relationship Id="rId3" Type="http://schemas.microsoft.com/office/2011/relationships/chartColorStyle" Target="colors23.xml"/><Relationship Id="rId2" Type="http://schemas.microsoft.com/office/2011/relationships/chartStyle" Target="style23.xml"/><Relationship Id="rId1" Type="http://schemas.openxmlformats.org/officeDocument/2006/relationships/oleObject" Target="file:///C:\Users\Administrator\Desktop\20250217&#12304;&#20132;&#26131;&#26041;&#24335;&#27719;&#25253;&#12305;\ppt&#25968;&#25454;2.xlsx" TargetMode="External"/></Relationships>
</file>

<file path=ppt/charts/_rels/chart27.xml.rels><?xml version="1.0" encoding="UTF-8" standalone="yes"?>
<Relationships xmlns="http://schemas.openxmlformats.org/package/2006/relationships"><Relationship Id="rId3" Type="http://schemas.microsoft.com/office/2011/relationships/chartColorStyle" Target="colors24.xml"/><Relationship Id="rId2" Type="http://schemas.microsoft.com/office/2011/relationships/chartStyle" Target="style24.xml"/><Relationship Id="rId1" Type="http://schemas.openxmlformats.org/officeDocument/2006/relationships/oleObject" Target="file:///C:\Users\Administrator\Desktop\20250217&#12304;&#20132;&#26131;&#26041;&#24335;&#27719;&#25253;&#12305;\ppt&#25968;&#25454;2.xlsx" TargetMode="External"/></Relationships>
</file>

<file path=ppt/charts/_rels/chart28.xml.rels><?xml version="1.0" encoding="UTF-8" standalone="yes"?>
<Relationships xmlns="http://schemas.openxmlformats.org/package/2006/relationships"><Relationship Id="rId3" Type="http://schemas.microsoft.com/office/2011/relationships/chartColorStyle" Target="colors25.xml"/><Relationship Id="rId2" Type="http://schemas.microsoft.com/office/2011/relationships/chartStyle" Target="style25.xml"/><Relationship Id="rId1" Type="http://schemas.openxmlformats.org/officeDocument/2006/relationships/oleObject" Target="file:///C:\Users\Administrator\Desktop\&#26032;&#24314;%20XLS%20&#24037;&#20316;&#34920;.xls" TargetMode="External"/></Relationships>
</file>

<file path=ppt/charts/_rels/chart29.xml.rels><?xml version="1.0" encoding="UTF-8" standalone="yes"?>
<Relationships xmlns="http://schemas.openxmlformats.org/package/2006/relationships"><Relationship Id="rId3" Type="http://schemas.microsoft.com/office/2011/relationships/chartColorStyle" Target="colors26.xml"/><Relationship Id="rId2" Type="http://schemas.microsoft.com/office/2011/relationships/chartStyle" Target="style26.xml"/><Relationship Id="rId1" Type="http://schemas.openxmlformats.org/officeDocument/2006/relationships/oleObject" Target="file:///C:\Users\Administrator\Desktop\&#26032;&#24314;%20XLS%20&#24037;&#20316;&#34920;.xls" TargetMode="External"/></Relationships>
</file>

<file path=ppt/charts/_rels/chart30.xml.rels><?xml version="1.0" encoding="UTF-8" standalone="yes"?>
<Relationships xmlns="http://schemas.openxmlformats.org/package/2006/relationships"><Relationship Id="rId3" Type="http://schemas.microsoft.com/office/2011/relationships/chartColorStyle" Target="colors27.xml"/><Relationship Id="rId2" Type="http://schemas.microsoft.com/office/2011/relationships/chartStyle" Target="style27.xml"/><Relationship Id="rId1" Type="http://schemas.openxmlformats.org/officeDocument/2006/relationships/package" Target="../embeddings/Workbook9.xlsx"/></Relationships>
</file>

<file path=ppt/charts/_rels/chart31.xml.rels><?xml version="1.0" encoding="UTF-8" standalone="yes"?>
<Relationships xmlns="http://schemas.openxmlformats.org/package/2006/relationships"><Relationship Id="rId4" Type="http://schemas.microsoft.com/office/2011/relationships/chartColorStyle" Target="colors28.xml"/><Relationship Id="rId3" Type="http://schemas.microsoft.com/office/2011/relationships/chartStyle" Target="style28.xml"/><Relationship Id="rId2" Type="http://schemas.openxmlformats.org/officeDocument/2006/relationships/chartUserShapes" Target="../drawings/drawing1.xml"/><Relationship Id="rId1" Type="http://schemas.openxmlformats.org/officeDocument/2006/relationships/oleObject" Target="file:///C:\Users\SGCC\Desktop\&#24037;&#20316;&#31807;1.xlsx" TargetMode="External"/></Relationships>
</file>

<file path=ppt/charts/_rels/chart32.xml.rels><?xml version="1.0" encoding="UTF-8" standalone="yes"?>
<Relationships xmlns="http://schemas.openxmlformats.org/package/2006/relationships"><Relationship Id="rId3" Type="http://schemas.microsoft.com/office/2011/relationships/chartColorStyle" Target="colors29.xml"/><Relationship Id="rId2" Type="http://schemas.microsoft.com/office/2011/relationships/chartStyle" Target="style29.xml"/><Relationship Id="rId1" Type="http://schemas.openxmlformats.org/officeDocument/2006/relationships/oleObject" Target="file:///F:\0302&#31639;&#25968;.xlsx" TargetMode="External"/></Relationships>
</file>

<file path=ppt/charts/_rels/chart33.xml.rels><?xml version="1.0" encoding="UTF-8" standalone="yes"?>
<Relationships xmlns="http://schemas.openxmlformats.org/package/2006/relationships"><Relationship Id="rId3" Type="http://schemas.microsoft.com/office/2011/relationships/chartColorStyle" Target="colors30.xml"/><Relationship Id="rId2" Type="http://schemas.microsoft.com/office/2011/relationships/chartStyle" Target="style30.xml"/><Relationship Id="rId1" Type="http://schemas.openxmlformats.org/officeDocument/2006/relationships/oleObject" Target="file:///C:\Users\SGCC\Desktop\ppt&#25968;&#25454;-2.23&#22686;&#21152;.xls" TargetMode="External"/></Relationships>
</file>

<file path=ppt/charts/_rels/chart34.xml.rels><?xml version="1.0" encoding="UTF-8" standalone="yes"?>
<Relationships xmlns="http://schemas.openxmlformats.org/package/2006/relationships"><Relationship Id="rId3" Type="http://schemas.microsoft.com/office/2011/relationships/chartColorStyle" Target="colors31.xml"/><Relationship Id="rId2" Type="http://schemas.microsoft.com/office/2011/relationships/chartStyle" Target="style31.xml"/><Relationship Id="rId1" Type="http://schemas.openxmlformats.org/officeDocument/2006/relationships/oleObject" Target="file:///C:\Users\SGCC\Desktop\&#24037;&#20316;&#31807;1.xlsx" TargetMode="External"/></Relationships>
</file>

<file path=ppt/charts/_rels/chart35.xml.rels><?xml version="1.0" encoding="UTF-8" standalone="yes"?>
<Relationships xmlns="http://schemas.openxmlformats.org/package/2006/relationships"><Relationship Id="rId3" Type="http://schemas.microsoft.com/office/2011/relationships/chartColorStyle" Target="colors32.xml"/><Relationship Id="rId2" Type="http://schemas.microsoft.com/office/2011/relationships/chartStyle" Target="style32.xml"/><Relationship Id="rId1" Type="http://schemas.openxmlformats.org/officeDocument/2006/relationships/package" Target="../embeddings/Workbook10.xlsx"/></Relationships>
</file>

<file path=ppt/charts/_rels/chart36.xml.rels><?xml version="1.0" encoding="UTF-8" standalone="yes"?>
<Relationships xmlns="http://schemas.openxmlformats.org/package/2006/relationships"><Relationship Id="rId3" Type="http://schemas.microsoft.com/office/2011/relationships/chartColorStyle" Target="colors33.xml"/><Relationship Id="rId2" Type="http://schemas.microsoft.com/office/2011/relationships/chartStyle" Target="style33.xml"/><Relationship Id="rId1" Type="http://schemas.openxmlformats.org/officeDocument/2006/relationships/package" Target="../embeddings/Workbook11.xlsx"/></Relationships>
</file>

<file path=ppt/charts/_rels/chart37.xml.rels><?xml version="1.0" encoding="UTF-8" standalone="yes"?>
<Relationships xmlns="http://schemas.openxmlformats.org/package/2006/relationships"><Relationship Id="rId3" Type="http://schemas.microsoft.com/office/2011/relationships/chartColorStyle" Target="colors34.xml"/><Relationship Id="rId2" Type="http://schemas.microsoft.com/office/2011/relationships/chartStyle" Target="style34.xml"/><Relationship Id="rId1" Type="http://schemas.openxmlformats.org/officeDocument/2006/relationships/package" Target="../embeddings/Workbook12.xlsx"/></Relationships>
</file>

<file path=ppt/charts/_rels/chart38.xml.rels><?xml version="1.0" encoding="UTF-8" standalone="yes"?>
<Relationships xmlns="http://schemas.openxmlformats.org/package/2006/relationships"><Relationship Id="rId3" Type="http://schemas.microsoft.com/office/2011/relationships/chartColorStyle" Target="colors35.xml"/><Relationship Id="rId2" Type="http://schemas.microsoft.com/office/2011/relationships/chartStyle" Target="style35.xml"/><Relationship Id="rId1" Type="http://schemas.openxmlformats.org/officeDocument/2006/relationships/package" Target="../embeddings/Workbook13.xlsx"/></Relationships>
</file>

<file path=ppt/charts/_rels/chart39.xml.rels><?xml version="1.0" encoding="UTF-8" standalone="yes"?>
<Relationships xmlns="http://schemas.openxmlformats.org/package/2006/relationships"><Relationship Id="rId3" Type="http://schemas.microsoft.com/office/2011/relationships/chartColorStyle" Target="colors36.xml"/><Relationship Id="rId2" Type="http://schemas.microsoft.com/office/2011/relationships/chartStyle" Target="style36.xml"/><Relationship Id="rId1" Type="http://schemas.openxmlformats.org/officeDocument/2006/relationships/oleObject" Target="file:///C:\Users\sgcc\Desktop\&#26032;&#24314;%20XLS%20&#24037;&#20316;&#34920;.xls" TargetMode="External"/></Relationships>
</file>

<file path=ppt/charts/_rels/chart40.xml.rels><?xml version="1.0" encoding="UTF-8" standalone="yes"?>
<Relationships xmlns="http://schemas.openxmlformats.org/package/2006/relationships"><Relationship Id="rId3" Type="http://schemas.microsoft.com/office/2011/relationships/chartColorStyle" Target="colors37.xml"/><Relationship Id="rId2" Type="http://schemas.microsoft.com/office/2011/relationships/chartStyle" Target="style37.xml"/><Relationship Id="rId1" Type="http://schemas.openxmlformats.org/officeDocument/2006/relationships/oleObject" Target="file:///C:\Users\sgcc\Desktop\&#26032;&#24314;%20XLS%20&#24037;&#20316;&#34920;.xls" TargetMode="External"/></Relationships>
</file>

<file path=ppt/charts/_rels/chart41.xml.rels><?xml version="1.0" encoding="UTF-8" standalone="yes"?>
<Relationships xmlns="http://schemas.openxmlformats.org/package/2006/relationships"><Relationship Id="rId3" Type="http://schemas.microsoft.com/office/2011/relationships/chartColorStyle" Target="colors38.xml"/><Relationship Id="rId2" Type="http://schemas.microsoft.com/office/2011/relationships/chartStyle" Target="style38.xml"/><Relationship Id="rId1" Type="http://schemas.openxmlformats.org/officeDocument/2006/relationships/oleObject" Target="file:///F:\&#36127;&#33655;&#26354;&#32447;2022-01-07.xls" TargetMode="External"/></Relationships>
</file>

<file path=ppt/charts/_rels/chart42.xml.rels><?xml version="1.0" encoding="UTF-8" standalone="yes"?>
<Relationships xmlns="http://schemas.openxmlformats.org/package/2006/relationships"><Relationship Id="rId3" Type="http://schemas.microsoft.com/office/2011/relationships/chartColorStyle" Target="colors39.xml"/><Relationship Id="rId2" Type="http://schemas.microsoft.com/office/2011/relationships/chartStyle" Target="style39.xml"/><Relationship Id="rId1" Type="http://schemas.openxmlformats.org/officeDocument/2006/relationships/oleObject" Target="file:///C:\Users\Administrator\AppData\Roaming\Foxmail7\Temp-15744-20250225195225\Attach\3-10&#21495;&#28789;&#32461;&#30452;&#27969;&#26354;&#3244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t>近</a:t>
            </a:r>
            <a:r>
              <a:rPr lang="en-US" altLang="zh-CN"/>
              <a:t>5</a:t>
            </a:r>
            <a:r>
              <a:rPr altLang="en-US"/>
              <a:t>年特高压直流利用小时数</a:t>
            </a:r>
            <a:endParaRPr altLang="en-US"/>
          </a:p>
        </c:rich>
      </c:tx>
      <c:layout/>
      <c:overlay val="0"/>
      <c:spPr>
        <a:noFill/>
        <a:ln>
          <a:noFill/>
        </a:ln>
        <a:effectLst/>
      </c:sp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'[新建 XLS 工作表.xls]Sheet1'!$C$4:$G$4</c:f>
              <c:strCache>
                <c:ptCount val="5"/>
                <c:pt idx="0">
                  <c:v>2020年</c:v>
                </c:pt>
                <c:pt idx="1">
                  <c:v>2021年</c:v>
                </c:pt>
                <c:pt idx="2">
                  <c:v>2022年</c:v>
                </c:pt>
                <c:pt idx="3">
                  <c:v>2023年</c:v>
                </c:pt>
                <c:pt idx="4">
                  <c:v>2024年</c:v>
                </c:pt>
              </c:strCache>
            </c:strRef>
          </c:cat>
          <c:val>
            <c:numRef>
              <c:f>'[新建 XLS 工作表.xls]Sheet1'!$C$3:$G$3</c:f>
              <c:numCache>
                <c:formatCode>General</c:formatCode>
                <c:ptCount val="5"/>
                <c:pt idx="0">
                  <c:v>3801</c:v>
                </c:pt>
                <c:pt idx="1">
                  <c:v>3750</c:v>
                </c:pt>
                <c:pt idx="2">
                  <c:v>3986</c:v>
                </c:pt>
                <c:pt idx="3">
                  <c:v>4031</c:v>
                </c:pt>
                <c:pt idx="4">
                  <c:v>4537</c:v>
                </c:pt>
              </c:numCache>
            </c:numRef>
          </c:val>
        </c:ser>
        <c:dLbls>
          <c:showLegendKey val="0"/>
          <c:showVal val="1"/>
          <c:showCatName val="0"/>
          <c:showSerName val="0"/>
          <c:showPercent val="0"/>
          <c:showBubbleSize val="0"/>
        </c:dLbls>
        <c:gapWidth val="246"/>
        <c:overlap val="-28"/>
        <c:axId val="346608764"/>
        <c:axId val="802004174"/>
      </c:barChart>
      <c:catAx>
        <c:axId val="34660876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1"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802004174"/>
        <c:crosses val="autoZero"/>
        <c:auto val="1"/>
        <c:lblAlgn val="ctr"/>
        <c:lblOffset val="100"/>
        <c:noMultiLvlLbl val="0"/>
      </c:catAx>
      <c:valAx>
        <c:axId val="802004174"/>
        <c:scaling>
          <c:orientation val="minMax"/>
          <c:min val="3000"/>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1" i="0" u="none" strike="noStrike" kern="1200" baseline="0">
                <a:solidFill>
                  <a:schemeClr val="tx1">
                    <a:lumMod val="65000"/>
                    <a:lumOff val="35000"/>
                  </a:schemeClr>
                </a:solidFill>
                <a:latin typeface="+mn-lt"/>
                <a:ea typeface="+mn-ea"/>
                <a:cs typeface="+mn-cs"/>
              </a:defRPr>
            </a:pPr>
          </a:p>
        </c:txPr>
        <c:crossAx val="346608764"/>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[工作簿1.xlsx]Sheet1!$B$13</c:f>
              <c:strCache>
                <c:ptCount val="1"/>
                <c:pt idx="0">
                  <c:v>总交易电量</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[工作簿1.xlsx]Sheet1!$C$12:$H$12</c:f>
              <c:strCache>
                <c:ptCount val="6"/>
                <c:pt idx="0">
                  <c:v>2019年</c:v>
                </c:pt>
                <c:pt idx="1">
                  <c:v>2020年</c:v>
                </c:pt>
                <c:pt idx="2">
                  <c:v>2021年</c:v>
                </c:pt>
                <c:pt idx="3">
                  <c:v>2022年</c:v>
                </c:pt>
                <c:pt idx="4">
                  <c:v>2023年</c:v>
                </c:pt>
                <c:pt idx="5">
                  <c:v>2024年</c:v>
                </c:pt>
              </c:strCache>
            </c:strRef>
          </c:cat>
          <c:val>
            <c:numRef>
              <c:f>[工作簿1.xlsx]Sheet1!$C$13:$H$13</c:f>
              <c:numCache>
                <c:formatCode>General</c:formatCode>
                <c:ptCount val="6"/>
                <c:pt idx="0">
                  <c:v>4.76</c:v>
                </c:pt>
                <c:pt idx="1">
                  <c:v>4.98</c:v>
                </c:pt>
                <c:pt idx="2">
                  <c:v>5.4</c:v>
                </c:pt>
                <c:pt idx="3">
                  <c:v>5.59</c:v>
                </c:pt>
                <c:pt idx="4">
                  <c:v>6.24</c:v>
                </c:pt>
                <c:pt idx="5">
                  <c:v>6.68</c:v>
                </c:pt>
              </c:numCache>
            </c:numRef>
          </c:val>
        </c:ser>
        <c:ser>
          <c:idx val="2"/>
          <c:order val="1"/>
          <c:tx>
            <c:strRef>
              <c:f>[工作簿1.xlsx]Sheet1!$B$14</c:f>
              <c:strCache>
                <c:ptCount val="1"/>
                <c:pt idx="0">
                  <c:v>市场化电量</c:v>
                </c:pt>
              </c:strCache>
            </c:strRef>
          </c:tx>
          <c:spPr>
            <a:solidFill>
              <a:schemeClr val="accent5"/>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[工作簿1.xlsx]Sheet1!$C$12:$H$12</c:f>
              <c:strCache>
                <c:ptCount val="6"/>
                <c:pt idx="0">
                  <c:v>2019年</c:v>
                </c:pt>
                <c:pt idx="1">
                  <c:v>2020年</c:v>
                </c:pt>
                <c:pt idx="2">
                  <c:v>2021年</c:v>
                </c:pt>
                <c:pt idx="3">
                  <c:v>2022年</c:v>
                </c:pt>
                <c:pt idx="4">
                  <c:v>2023年</c:v>
                </c:pt>
                <c:pt idx="5">
                  <c:v>2024年</c:v>
                </c:pt>
              </c:strCache>
            </c:strRef>
          </c:cat>
          <c:val>
            <c:numRef>
              <c:f>[工作簿1.xlsx]Sheet1!$C$14:$H$14</c:f>
              <c:numCache>
                <c:formatCode>General</c:formatCode>
                <c:ptCount val="6"/>
                <c:pt idx="0">
                  <c:v>2.15</c:v>
                </c:pt>
                <c:pt idx="1">
                  <c:v>2.33</c:v>
                </c:pt>
                <c:pt idx="2">
                  <c:v>2.83</c:v>
                </c:pt>
                <c:pt idx="3">
                  <c:v>4.13</c:v>
                </c:pt>
                <c:pt idx="4">
                  <c:v>4.66</c:v>
                </c:pt>
                <c:pt idx="5">
                  <c:v>5.02</c:v>
                </c:pt>
              </c:numCache>
            </c:numRef>
          </c:val>
        </c:ser>
        <c:dLbls>
          <c:showLegendKey val="0"/>
          <c:showVal val="1"/>
          <c:showCatName val="0"/>
          <c:showSerName val="0"/>
          <c:showPercent val="0"/>
          <c:showBubbleSize val="0"/>
        </c:dLbls>
        <c:gapWidth val="219"/>
        <c:overlap val="-27"/>
        <c:axId val="26234050"/>
        <c:axId val="520613727"/>
      </c:barChart>
      <c:lineChart>
        <c:grouping val="standard"/>
        <c:varyColors val="0"/>
        <c:ser>
          <c:idx val="3"/>
          <c:order val="2"/>
          <c:tx>
            <c:strRef>
              <c:f>[工作簿1.xlsx]Sheet1!$B$15</c:f>
              <c:strCache>
                <c:ptCount val="1"/>
                <c:pt idx="0">
                  <c:v>占比</c:v>
                </c:pt>
              </c:strCache>
            </c:strRef>
          </c:tx>
          <c:spPr>
            <a:ln w="28575" cap="rnd">
              <a:solidFill>
                <a:schemeClr val="accent1">
                  <a:lumMod val="60000"/>
                </a:schemeClr>
              </a:solidFill>
              <a:round/>
            </a:ln>
            <a:effectLst/>
          </c:spPr>
          <c:marker>
            <c:symbol val="none"/>
          </c:marker>
          <c:dLbls>
            <c:delete val="1"/>
          </c:dLbls>
          <c:cat>
            <c:strRef>
              <c:f>[工作簿1.xlsx]Sheet1!$C$12:$H$12</c:f>
              <c:strCache>
                <c:ptCount val="6"/>
                <c:pt idx="0">
                  <c:v>2019年</c:v>
                </c:pt>
                <c:pt idx="1">
                  <c:v>2020年</c:v>
                </c:pt>
                <c:pt idx="2">
                  <c:v>2021年</c:v>
                </c:pt>
                <c:pt idx="3">
                  <c:v>2022年</c:v>
                </c:pt>
                <c:pt idx="4">
                  <c:v>2023年</c:v>
                </c:pt>
                <c:pt idx="5">
                  <c:v>2024年</c:v>
                </c:pt>
              </c:strCache>
            </c:strRef>
          </c:cat>
          <c:val>
            <c:numRef>
              <c:f>[工作簿1.xlsx]Sheet1!$C$15:$H$15</c:f>
              <c:numCache>
                <c:formatCode>0.00%</c:formatCode>
                <c:ptCount val="6"/>
                <c:pt idx="0">
                  <c:v>0.451680672268908</c:v>
                </c:pt>
                <c:pt idx="1">
                  <c:v>0.467871485943775</c:v>
                </c:pt>
                <c:pt idx="2">
                  <c:v>0.524074074074074</c:v>
                </c:pt>
                <c:pt idx="3">
                  <c:v>0.738819320214669</c:v>
                </c:pt>
                <c:pt idx="4">
                  <c:v>0.746794871794872</c:v>
                </c:pt>
                <c:pt idx="5">
                  <c:v>0.751497005988024</c:v>
                </c:pt>
              </c:numCache>
            </c:numRef>
          </c:val>
          <c:smooth val="0"/>
        </c:ser>
        <c:dLbls>
          <c:showLegendKey val="0"/>
          <c:showVal val="1"/>
          <c:showCatName val="0"/>
          <c:showSerName val="0"/>
          <c:showPercent val="0"/>
          <c:showBubbleSize val="0"/>
        </c:dLbls>
        <c:marker val="0"/>
        <c:smooth val="0"/>
        <c:axId val="766596908"/>
        <c:axId val="115405224"/>
      </c:lineChart>
      <c:catAx>
        <c:axId val="26234050"/>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20613727"/>
        <c:crosses val="autoZero"/>
        <c:auto val="1"/>
        <c:lblAlgn val="ctr"/>
        <c:lblOffset val="100"/>
        <c:noMultiLvlLbl val="0"/>
      </c:catAx>
      <c:valAx>
        <c:axId val="520613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6234050"/>
        <c:crosses val="autoZero"/>
        <c:crossBetween val="between"/>
      </c:valAx>
      <c:catAx>
        <c:axId val="76659690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15405224"/>
        <c:crosses val="autoZero"/>
        <c:auto val="1"/>
        <c:lblAlgn val="ctr"/>
        <c:lblOffset val="100"/>
        <c:noMultiLvlLbl val="0"/>
      </c:catAx>
      <c:valAx>
        <c:axId val="115405224"/>
        <c:scaling>
          <c:orientation val="minMax"/>
        </c:scaling>
        <c:delete val="0"/>
        <c:axPos val="r"/>
        <c:numFmt formatCode="0.00%"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66596908"/>
        <c:crosses val="max"/>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solidFill>
            <a:ln>
              <a:noFill/>
            </a:ln>
            <a:effectLst/>
          </c:spPr>
          <c:invertIfNegative val="0"/>
          <c:dLbls>
            <c:dLbl>
              <c:idx val="9"/>
              <c:layout>
                <c:manualLayout>
                  <c:x val="0"/>
                  <c:y val="-0.0219907407407407"/>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rPr lang="en-US" altLang="zh-CN" sz="1200" b="1">
                        <a:solidFill>
                          <a:schemeClr val="tx1"/>
                        </a:solidFill>
                      </a:rPr>
                      <a:t>&gt;70</a:t>
                    </a:r>
                    <a:r>
                      <a:rPr altLang="en-US" sz="1200" b="1">
                        <a:solidFill>
                          <a:schemeClr val="tx1"/>
                        </a:solidFill>
                      </a:rPr>
                      <a:t>万</a:t>
                    </a:r>
                    <a:endParaRPr altLang="en-US" sz="1200" b="1" i="0" u="none" strike="noStrike" baseline="0">
                      <a:solidFill>
                        <a:schemeClr val="tx1"/>
                      </a:solidFill>
                      <a:latin typeface="宋体" panose="02010600030101010101" pitchFamily="2" charset="-122"/>
                      <a:ea typeface="宋体" panose="02010600030101010101" pitchFamily="2" charset="-122"/>
                      <a:cs typeface="宋体" panose="02010600030101010101" pitchFamily="2"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6350" cap="flat" cmpd="sng" algn="ctr">
                      <a:solidFill>
                        <a:schemeClr val="tx1"/>
                      </a:solidFill>
                      <a:prstDash val="solid"/>
                      <a:round/>
                    </a:ln>
                    <a:effectLst/>
                  </c:spPr>
                </c15:leaderLines>
              </c:ext>
            </c:extLst>
          </c:dLbls>
          <c:cat>
            <c:strRef>
              <c:f>[PPT图表.et]市场主体!$I$41:$R$41</c:f>
              <c:strCache>
                <c:ptCount val="10"/>
                <c:pt idx="0">
                  <c:v>2016年</c:v>
                </c:pt>
                <c:pt idx="1">
                  <c:v>2017年</c:v>
                </c:pt>
                <c:pt idx="2">
                  <c:v>2018年</c:v>
                </c:pt>
                <c:pt idx="3">
                  <c:v>2019年</c:v>
                </c:pt>
                <c:pt idx="4">
                  <c:v>2020年</c:v>
                </c:pt>
                <c:pt idx="5">
                  <c:v>2021年</c:v>
                </c:pt>
                <c:pt idx="6">
                  <c:v>2022年</c:v>
                </c:pt>
                <c:pt idx="7">
                  <c:v>2023年</c:v>
                </c:pt>
                <c:pt idx="8">
                  <c:v>2024年</c:v>
                </c:pt>
                <c:pt idx="9">
                  <c:v>最新</c:v>
                </c:pt>
              </c:strCache>
            </c:strRef>
          </c:cat>
          <c:val>
            <c:numRef>
              <c:f>[PPT图表.et]市场主体!$I$42:$R$42</c:f>
              <c:numCache>
                <c:formatCode>General</c:formatCode>
                <c:ptCount val="10"/>
                <c:pt idx="0">
                  <c:v>34864</c:v>
                </c:pt>
                <c:pt idx="1">
                  <c:v>55746</c:v>
                </c:pt>
                <c:pt idx="2">
                  <c:v>78016</c:v>
                </c:pt>
                <c:pt idx="3">
                  <c:v>143741</c:v>
                </c:pt>
                <c:pt idx="4">
                  <c:v>198044</c:v>
                </c:pt>
                <c:pt idx="5">
                  <c:v>366480</c:v>
                </c:pt>
                <c:pt idx="6">
                  <c:v>478485</c:v>
                </c:pt>
                <c:pt idx="7">
                  <c:v>568351</c:v>
                </c:pt>
                <c:pt idx="8">
                  <c:v>656792</c:v>
                </c:pt>
                <c:pt idx="9">
                  <c:v>670760</c:v>
                </c:pt>
              </c:numCache>
            </c:numRef>
          </c:val>
        </c:ser>
        <c:dLbls>
          <c:showLegendKey val="0"/>
          <c:showVal val="0"/>
          <c:showCatName val="0"/>
          <c:showSerName val="0"/>
          <c:showPercent val="0"/>
          <c:showBubbleSize val="0"/>
        </c:dLbls>
        <c:gapWidth val="219"/>
        <c:overlap val="-27"/>
        <c:axId val="509020822"/>
        <c:axId val="295200028"/>
      </c:barChart>
      <c:catAx>
        <c:axId val="50902082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95200028"/>
        <c:crosses val="autoZero"/>
        <c:auto val="1"/>
        <c:lblAlgn val="ctr"/>
        <c:lblOffset val="100"/>
        <c:noMultiLvlLbl val="0"/>
      </c:catAx>
      <c:valAx>
        <c:axId val="295200028"/>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0902082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prstDash val="solid"/>
      <a:round/>
    </a:ln>
    <a:effectLst/>
  </c:spPr>
  <c:txPr>
    <a:bodyPr wrap="square"/>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[PPT图表.et]省间电量!$N$11</c:f>
              <c:strCache>
                <c:ptCount val="1"/>
                <c:pt idx="0">
                  <c:v>电量</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[PPT图表.et]省间电量!$O$10:$W$10</c:f>
              <c:strCache>
                <c:ptCount val="9"/>
                <c:pt idx="0">
                  <c:v>2016年</c:v>
                </c:pt>
                <c:pt idx="1">
                  <c:v>2017年</c:v>
                </c:pt>
                <c:pt idx="2">
                  <c:v>2018年</c:v>
                </c:pt>
                <c:pt idx="3">
                  <c:v>2019年</c:v>
                </c:pt>
                <c:pt idx="4">
                  <c:v>2020年</c:v>
                </c:pt>
                <c:pt idx="5">
                  <c:v>2021年</c:v>
                </c:pt>
                <c:pt idx="6">
                  <c:v>2022年</c:v>
                </c:pt>
                <c:pt idx="7">
                  <c:v>2023年</c:v>
                </c:pt>
                <c:pt idx="8">
                  <c:v>2024年</c:v>
                </c:pt>
              </c:strCache>
            </c:strRef>
          </c:cat>
          <c:val>
            <c:numRef>
              <c:f>[PPT图表.et]省间电量!$O$11:$W$11</c:f>
              <c:numCache>
                <c:formatCode>0.00_ </c:formatCode>
                <c:ptCount val="9"/>
                <c:pt idx="0">
                  <c:v>0.7744</c:v>
                </c:pt>
                <c:pt idx="1">
                  <c:v>0.8735</c:v>
                </c:pt>
                <c:pt idx="2">
                  <c:v>0.9811</c:v>
                </c:pt>
                <c:pt idx="3">
                  <c:v>1.0566</c:v>
                </c:pt>
                <c:pt idx="4">
                  <c:v>1.059</c:v>
                </c:pt>
                <c:pt idx="5">
                  <c:v>1.2431</c:v>
                </c:pt>
                <c:pt idx="6">
                  <c:v>1.3072</c:v>
                </c:pt>
                <c:pt idx="7">
                  <c:v>1.3984</c:v>
                </c:pt>
                <c:pt idx="8">
                  <c:v>1.5069</c:v>
                </c:pt>
              </c:numCache>
            </c:numRef>
          </c:val>
        </c:ser>
        <c:dLbls>
          <c:showLegendKey val="0"/>
          <c:showVal val="0"/>
          <c:showCatName val="0"/>
          <c:showSerName val="0"/>
          <c:showPercent val="0"/>
          <c:showBubbleSize val="0"/>
        </c:dLbls>
        <c:gapWidth val="219"/>
        <c:overlap val="-27"/>
        <c:axId val="62421187"/>
        <c:axId val="611113620"/>
      </c:barChart>
      <c:catAx>
        <c:axId val="62421187"/>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11113620"/>
        <c:crosses val="autoZero"/>
        <c:auto val="1"/>
        <c:lblAlgn val="ctr"/>
        <c:lblOffset val="100"/>
        <c:noMultiLvlLbl val="0"/>
      </c:catAx>
      <c:valAx>
        <c:axId val="611113620"/>
        <c:scaling>
          <c:orientation val="minMax"/>
        </c:scaling>
        <c:delete val="0"/>
        <c:axPos val="l"/>
        <c:majorGridlines>
          <c:spPr>
            <a:ln w="9525" cap="flat" cmpd="sng" algn="ctr">
              <a:solidFill>
                <a:schemeClr val="tx1">
                  <a:lumMod val="15000"/>
                  <a:lumOff val="85000"/>
                </a:schemeClr>
              </a:solidFill>
              <a:prstDash val="solid"/>
              <a:round/>
            </a:ln>
            <a:effectLst/>
          </c:spPr>
        </c:majorGridlines>
        <c:numFmt formatCode="0.00_ " sourceLinked="1"/>
        <c:majorTickMark val="none"/>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2421187"/>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prstDash val="solid"/>
      <a:round/>
    </a:ln>
    <a:effectLst/>
  </c:spPr>
  <c:txPr>
    <a:bodyPr wrap="square"/>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80" b="0" i="0" u="none" strike="noStrike" kern="1200" spc="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r>
              <a:rPr lang="zh-CN" altLang="en-US" sz="1680">
                <a:latin typeface="黑体" panose="02010609060101010101" charset="-122"/>
                <a:ea typeface="黑体" panose="02010609060101010101" charset="-122"/>
                <a:cs typeface="黑体" panose="02010609060101010101" charset="-122"/>
                <a:sym typeface="黑体" panose="02010609060101010101" charset="-122"/>
              </a:rPr>
              <a:t>通道交易示意图</a:t>
            </a:r>
            <a:endParaRPr lang="zh-CN" altLang="en-US" sz="1680">
              <a:latin typeface="黑体" panose="02010609060101010101" charset="-122"/>
              <a:ea typeface="黑体" panose="02010609060101010101" charset="-122"/>
              <a:cs typeface="黑体" panose="02010609060101010101" charset="-122"/>
              <a:sym typeface="黑体" panose="02010609060101010101" charset="-122"/>
            </a:endParaRPr>
          </a:p>
        </c:rich>
      </c:tx>
      <c:layout>
        <c:manualLayout>
          <c:xMode val="edge"/>
          <c:yMode val="edge"/>
          <c:x val="0.272085119072354"/>
          <c:y val="0.0447662563279007"/>
        </c:manualLayout>
      </c:layout>
      <c:overlay val="0"/>
      <c:spPr>
        <a:noFill/>
        <a:ln>
          <a:noFill/>
        </a:ln>
        <a:effectLst/>
      </c:spPr>
    </c:title>
    <c:autoTitleDeleted val="0"/>
    <c:plotArea>
      <c:layout/>
      <c:areaChart>
        <c:grouping val="stacked"/>
        <c:varyColors val="0"/>
        <c:ser>
          <c:idx val="0"/>
          <c:order val="0"/>
          <c:tx>
            <c:strRef>
              <c:f>[Workbook3.xlsx]Sheet1!$A$2</c:f>
              <c:strCache>
                <c:ptCount val="1"/>
                <c:pt idx="0">
                  <c:v>优先计划</c:v>
                </c:pt>
              </c:strCache>
            </c:strRef>
          </c:tx>
          <c:spPr>
            <a:gradFill>
              <a:gsLst>
                <a:gs pos="0">
                  <a:srgbClr val="007BD3"/>
                </a:gs>
                <a:gs pos="100000">
                  <a:srgbClr val="034373"/>
                </a:gs>
              </a:gsLst>
              <a:lin scaled="0"/>
            </a:gradFill>
            <a:ln>
              <a:noFill/>
            </a:ln>
            <a:effectLst/>
          </c:spPr>
          <c:dLbls>
            <c:delete val="1"/>
          </c:dLbls>
          <c:cat>
            <c:numRef>
              <c:f>[Workbook3.xlsx]Sheet1!$B$1:$Y$1</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[Workbook3.xlsx]Sheet1!$B$2:$Y$2</c:f>
              <c:numCache>
                <c:formatCode>General</c:formatCode>
                <c:ptCount val="24"/>
                <c:pt idx="0">
                  <c:v>200</c:v>
                </c:pt>
                <c:pt idx="1">
                  <c:v>200</c:v>
                </c:pt>
                <c:pt idx="2">
                  <c:v>200</c:v>
                </c:pt>
                <c:pt idx="3">
                  <c:v>200</c:v>
                </c:pt>
                <c:pt idx="4">
                  <c:v>200</c:v>
                </c:pt>
                <c:pt idx="5">
                  <c:v>200</c:v>
                </c:pt>
                <c:pt idx="6">
                  <c:v>200</c:v>
                </c:pt>
                <c:pt idx="7">
                  <c:v>200</c:v>
                </c:pt>
                <c:pt idx="8">
                  <c:v>300</c:v>
                </c:pt>
                <c:pt idx="9">
                  <c:v>300</c:v>
                </c:pt>
                <c:pt idx="10">
                  <c:v>300</c:v>
                </c:pt>
                <c:pt idx="11">
                  <c:v>300</c:v>
                </c:pt>
                <c:pt idx="12">
                  <c:v>300</c:v>
                </c:pt>
                <c:pt idx="13">
                  <c:v>300</c:v>
                </c:pt>
                <c:pt idx="14">
                  <c:v>300</c:v>
                </c:pt>
                <c:pt idx="15">
                  <c:v>300</c:v>
                </c:pt>
                <c:pt idx="16">
                  <c:v>300</c:v>
                </c:pt>
                <c:pt idx="17">
                  <c:v>300</c:v>
                </c:pt>
                <c:pt idx="18">
                  <c:v>300</c:v>
                </c:pt>
                <c:pt idx="19">
                  <c:v>300</c:v>
                </c:pt>
                <c:pt idx="20">
                  <c:v>200</c:v>
                </c:pt>
                <c:pt idx="21">
                  <c:v>200</c:v>
                </c:pt>
                <c:pt idx="22">
                  <c:v>200</c:v>
                </c:pt>
                <c:pt idx="23">
                  <c:v>200</c:v>
                </c:pt>
              </c:numCache>
            </c:numRef>
          </c:val>
        </c:ser>
        <c:ser>
          <c:idx val="1"/>
          <c:order val="1"/>
          <c:tx>
            <c:strRef>
              <c:f>[Workbook3.xlsx]Sheet1!$A$3</c:f>
              <c:strCache>
                <c:ptCount val="1"/>
                <c:pt idx="0">
                  <c:v>市场化交易</c:v>
                </c:pt>
              </c:strCache>
            </c:strRef>
          </c:tx>
          <c:spPr>
            <a:gradFill>
              <a:gsLst>
                <a:gs pos="0">
                  <a:srgbClr val="FE4444"/>
                </a:gs>
                <a:gs pos="100000">
                  <a:srgbClr val="832B2B"/>
                </a:gs>
              </a:gsLst>
              <a:lin scaled="0"/>
            </a:gradFill>
            <a:ln>
              <a:noFill/>
            </a:ln>
            <a:effectLst/>
          </c:spPr>
          <c:dLbls>
            <c:delete val="1"/>
          </c:dLbls>
          <c:cat>
            <c:numRef>
              <c:f>[Workbook3.xlsx]Sheet1!$B$1:$Y$1</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[Workbook3.xlsx]Sheet1!$B$3:$Y$3</c:f>
              <c:numCache>
                <c:formatCode>General</c:formatCode>
                <c:ptCount val="24"/>
                <c:pt idx="0">
                  <c:v>100</c:v>
                </c:pt>
                <c:pt idx="1">
                  <c:v>100</c:v>
                </c:pt>
                <c:pt idx="2">
                  <c:v>100</c:v>
                </c:pt>
                <c:pt idx="3">
                  <c:v>100</c:v>
                </c:pt>
                <c:pt idx="4">
                  <c:v>100</c:v>
                </c:pt>
                <c:pt idx="5">
                  <c:v>100</c:v>
                </c:pt>
                <c:pt idx="6">
                  <c:v>100</c:v>
                </c:pt>
                <c:pt idx="7">
                  <c:v>100</c:v>
                </c:pt>
                <c:pt idx="8">
                  <c:v>150</c:v>
                </c:pt>
                <c:pt idx="9">
                  <c:v>150</c:v>
                </c:pt>
                <c:pt idx="10">
                  <c:v>150</c:v>
                </c:pt>
                <c:pt idx="11">
                  <c:v>150</c:v>
                </c:pt>
                <c:pt idx="12">
                  <c:v>100</c:v>
                </c:pt>
                <c:pt idx="13">
                  <c:v>100</c:v>
                </c:pt>
                <c:pt idx="14">
                  <c:v>150</c:v>
                </c:pt>
                <c:pt idx="15">
                  <c:v>150</c:v>
                </c:pt>
                <c:pt idx="16">
                  <c:v>150</c:v>
                </c:pt>
                <c:pt idx="17">
                  <c:v>150</c:v>
                </c:pt>
                <c:pt idx="18">
                  <c:v>100</c:v>
                </c:pt>
                <c:pt idx="19">
                  <c:v>100</c:v>
                </c:pt>
                <c:pt idx="20">
                  <c:v>100</c:v>
                </c:pt>
                <c:pt idx="21">
                  <c:v>100</c:v>
                </c:pt>
                <c:pt idx="22">
                  <c:v>100</c:v>
                </c:pt>
                <c:pt idx="23">
                  <c:v>100</c:v>
                </c:pt>
              </c:numCache>
            </c:numRef>
          </c:val>
        </c:ser>
        <c:ser>
          <c:idx val="2"/>
          <c:order val="2"/>
          <c:tx>
            <c:strRef>
              <c:f>[Workbook3.xlsx]Sheet1!$A$4</c:f>
              <c:strCache>
                <c:ptCount val="1"/>
                <c:pt idx="0">
                  <c:v>ATC优化</c:v>
                </c:pt>
              </c:strCache>
            </c:strRef>
          </c:tx>
          <c:spPr>
            <a:gradFill>
              <a:gsLst>
                <a:gs pos="0">
                  <a:srgbClr val="14CD68"/>
                </a:gs>
                <a:gs pos="100000">
                  <a:srgbClr val="0B6E38"/>
                </a:gs>
              </a:gsLst>
              <a:lin scaled="0"/>
            </a:gradFill>
            <a:ln>
              <a:noFill/>
            </a:ln>
            <a:effectLst/>
          </c:spPr>
          <c:dLbls>
            <c:delete val="1"/>
          </c:dLbls>
          <c:cat>
            <c:numRef>
              <c:f>[Workbook3.xlsx]Sheet1!$B$1:$Y$1</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[Workbook3.xlsx]Sheet1!$B$4:$Y$4</c:f>
              <c:numCache>
                <c:formatCode>General</c:formatCode>
                <c:ptCount val="24"/>
                <c:pt idx="0">
                  <c:v>100</c:v>
                </c:pt>
                <c:pt idx="1">
                  <c:v>100</c:v>
                </c:pt>
                <c:pt idx="2">
                  <c:v>100</c:v>
                </c:pt>
                <c:pt idx="3">
                  <c:v>100</c:v>
                </c:pt>
                <c:pt idx="4">
                  <c:v>100</c:v>
                </c:pt>
                <c:pt idx="5">
                  <c:v>200</c:v>
                </c:pt>
                <c:pt idx="6">
                  <c:v>200</c:v>
                </c:pt>
                <c:pt idx="7">
                  <c:v>200</c:v>
                </c:pt>
                <c:pt idx="8">
                  <c:v>50</c:v>
                </c:pt>
                <c:pt idx="9">
                  <c:v>50</c:v>
                </c:pt>
                <c:pt idx="10">
                  <c:v>50</c:v>
                </c:pt>
                <c:pt idx="11">
                  <c:v>50</c:v>
                </c:pt>
                <c:pt idx="12">
                  <c:v>100</c:v>
                </c:pt>
                <c:pt idx="13">
                  <c:v>100</c:v>
                </c:pt>
                <c:pt idx="14">
                  <c:v>50</c:v>
                </c:pt>
                <c:pt idx="15">
                  <c:v>50</c:v>
                </c:pt>
                <c:pt idx="16">
                  <c:v>50</c:v>
                </c:pt>
                <c:pt idx="17">
                  <c:v>50</c:v>
                </c:pt>
                <c:pt idx="18">
                  <c:v>100</c:v>
                </c:pt>
                <c:pt idx="19">
                  <c:v>100</c:v>
                </c:pt>
                <c:pt idx="20">
                  <c:v>200</c:v>
                </c:pt>
                <c:pt idx="21">
                  <c:v>200</c:v>
                </c:pt>
                <c:pt idx="22">
                  <c:v>100</c:v>
                </c:pt>
                <c:pt idx="23">
                  <c:v>100</c:v>
                </c:pt>
              </c:numCache>
            </c:numRef>
          </c:val>
        </c:ser>
        <c:dLbls>
          <c:showLegendKey val="0"/>
          <c:showVal val="0"/>
          <c:showCatName val="0"/>
          <c:showSerName val="0"/>
          <c:showPercent val="0"/>
          <c:showBubbleSize val="0"/>
        </c:dLbls>
        <c:axId val="672912064"/>
        <c:axId val="672911408"/>
      </c:areaChart>
      <c:catAx>
        <c:axId val="67291206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672911408"/>
        <c:crosses val="autoZero"/>
        <c:auto val="1"/>
        <c:lblAlgn val="ctr"/>
        <c:lblOffset val="100"/>
        <c:noMultiLvlLbl val="0"/>
      </c:catAx>
      <c:valAx>
        <c:axId val="672911408"/>
        <c:scaling>
          <c:orientation val="minMax"/>
          <c:max val="5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672912064"/>
        <c:crosses val="autoZero"/>
        <c:crossBetween val="midCat"/>
      </c:valAx>
      <c:spPr>
        <a:noFill/>
        <a:ln>
          <a:noFill/>
        </a:ln>
        <a:effectLst/>
      </c:spPr>
    </c:plotArea>
    <c:legend>
      <c:legendPos val="r"/>
      <c:legendEntry>
        <c:idx val="0"/>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1"/>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2"/>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
    <c:plotVisOnly val="1"/>
    <c:dispBlanksAs val="zero"/>
    <c:showDLblsOverMax val="0"/>
  </c:chart>
  <c:spPr>
    <a:solidFill>
      <a:schemeClr val="bg1"/>
    </a:solidFill>
    <a:ln w="9525" cap="flat" cmpd="sng" algn="ctr">
      <a:solidFill>
        <a:schemeClr val="tx1">
          <a:lumMod val="15000"/>
          <a:lumOff val="85000"/>
        </a:schemeClr>
      </a:solidFill>
      <a:round/>
    </a:ln>
    <a:effectLst/>
  </c:spPr>
  <c:txPr>
    <a:bodyPr/>
    <a:lstStyle/>
    <a:p>
      <a:pPr>
        <a:defRPr lang="zh-CN" sz="1400">
          <a:latin typeface="黑体" panose="02010609060101010101" charset="-122"/>
          <a:ea typeface="黑体" panose="02010609060101010101" charset="-122"/>
          <a:cs typeface="黑体" panose="02010609060101010101" charset="-122"/>
          <a:sym typeface="黑体" panose="02010609060101010101"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47045407422766"/>
          <c:y val="0.126616247865333"/>
          <c:w val="0.902384408044785"/>
          <c:h val="0.613466699194926"/>
        </c:manualLayout>
      </c:layout>
      <c:areaChart>
        <c:grouping val="stacked"/>
        <c:varyColors val="0"/>
        <c:ser>
          <c:idx val="0"/>
          <c:order val="0"/>
          <c:tx>
            <c:strRef>
              <c:f>'[3-10号灵绍直流曲线.xlsx]Sheet1'!$A$2</c:f>
              <c:strCache>
                <c:ptCount val="1"/>
                <c:pt idx="0">
                  <c:v>灵绍配套火电送浙江1</c:v>
                </c:pt>
              </c:strCache>
            </c:strRef>
          </c:tx>
          <c:spPr>
            <a:solidFill>
              <a:srgbClr val="C81D31"/>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'[3-10号灵绍直流曲线.xlsx]Sheet1'!$B$2:$Y$2</c:f>
              <c:numCache>
                <c:formatCode>General</c:formatCode>
                <c:ptCount val="24"/>
                <c:pt idx="0">
                  <c:v>4930</c:v>
                </c:pt>
                <c:pt idx="1">
                  <c:v>4930</c:v>
                </c:pt>
                <c:pt idx="2">
                  <c:v>4930</c:v>
                </c:pt>
                <c:pt idx="3">
                  <c:v>4930</c:v>
                </c:pt>
                <c:pt idx="4">
                  <c:v>4930</c:v>
                </c:pt>
                <c:pt idx="5">
                  <c:v>4930</c:v>
                </c:pt>
                <c:pt idx="6">
                  <c:v>4930</c:v>
                </c:pt>
                <c:pt idx="7">
                  <c:v>4930</c:v>
                </c:pt>
                <c:pt idx="8">
                  <c:v>3890</c:v>
                </c:pt>
                <c:pt idx="9">
                  <c:v>3049</c:v>
                </c:pt>
                <c:pt idx="10">
                  <c:v>3049</c:v>
                </c:pt>
                <c:pt idx="11">
                  <c:v>3049</c:v>
                </c:pt>
                <c:pt idx="12">
                  <c:v>3049</c:v>
                </c:pt>
                <c:pt idx="13">
                  <c:v>3049</c:v>
                </c:pt>
                <c:pt idx="14">
                  <c:v>3049</c:v>
                </c:pt>
                <c:pt idx="15">
                  <c:v>3049</c:v>
                </c:pt>
                <c:pt idx="16">
                  <c:v>3049</c:v>
                </c:pt>
                <c:pt idx="17">
                  <c:v>3890</c:v>
                </c:pt>
                <c:pt idx="18">
                  <c:v>6300</c:v>
                </c:pt>
                <c:pt idx="19">
                  <c:v>6300</c:v>
                </c:pt>
                <c:pt idx="20">
                  <c:v>6300</c:v>
                </c:pt>
                <c:pt idx="21">
                  <c:v>6300</c:v>
                </c:pt>
                <c:pt idx="22">
                  <c:v>6300</c:v>
                </c:pt>
                <c:pt idx="23">
                  <c:v>4930</c:v>
                </c:pt>
              </c:numCache>
            </c:numRef>
          </c:val>
        </c:ser>
        <c:ser>
          <c:idx val="1"/>
          <c:order val="1"/>
          <c:tx>
            <c:strRef>
              <c:f>'[3-10号灵绍直流曲线.xlsx]Sheet1'!$A$3</c:f>
              <c:strCache>
                <c:ptCount val="1"/>
                <c:pt idx="0">
                  <c:v>灵绍配套火电送浙江2</c:v>
                </c:pt>
              </c:strCache>
            </c:strRef>
          </c:tx>
          <c:spPr>
            <a:solidFill>
              <a:srgbClr val="C81D31"/>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'[3-10号灵绍直流曲线.xlsx]Sheet1'!$B$3:$Y$3</c:f>
              <c:numCache>
                <c:formatCode>General</c:formatCode>
                <c:ptCount val="24"/>
                <c:pt idx="0">
                  <c:v>488</c:v>
                </c:pt>
                <c:pt idx="1">
                  <c:v>488</c:v>
                </c:pt>
                <c:pt idx="2">
                  <c:v>488</c:v>
                </c:pt>
                <c:pt idx="3">
                  <c:v>488</c:v>
                </c:pt>
                <c:pt idx="4">
                  <c:v>488</c:v>
                </c:pt>
                <c:pt idx="5">
                  <c:v>488</c:v>
                </c:pt>
                <c:pt idx="6">
                  <c:v>488</c:v>
                </c:pt>
                <c:pt idx="7">
                  <c:v>920</c:v>
                </c:pt>
                <c:pt idx="8">
                  <c:v>200</c:v>
                </c:pt>
                <c:pt idx="9">
                  <c:v>200</c:v>
                </c:pt>
                <c:pt idx="10">
                  <c:v>200</c:v>
                </c:pt>
                <c:pt idx="11">
                  <c:v>200</c:v>
                </c:pt>
                <c:pt idx="12">
                  <c:v>200</c:v>
                </c:pt>
                <c:pt idx="13">
                  <c:v>200</c:v>
                </c:pt>
                <c:pt idx="14">
                  <c:v>200</c:v>
                </c:pt>
                <c:pt idx="15">
                  <c:v>200</c:v>
                </c:pt>
                <c:pt idx="16">
                  <c:v>200</c:v>
                </c:pt>
                <c:pt idx="17">
                  <c:v>200</c:v>
                </c:pt>
                <c:pt idx="18">
                  <c:v>200</c:v>
                </c:pt>
                <c:pt idx="19">
                  <c:v>200</c:v>
                </c:pt>
                <c:pt idx="20">
                  <c:v>200</c:v>
                </c:pt>
                <c:pt idx="21">
                  <c:v>200</c:v>
                </c:pt>
                <c:pt idx="22">
                  <c:v>200</c:v>
                </c:pt>
                <c:pt idx="23">
                  <c:v>488</c:v>
                </c:pt>
              </c:numCache>
            </c:numRef>
          </c:val>
        </c:ser>
        <c:ser>
          <c:idx val="2"/>
          <c:order val="2"/>
          <c:tx>
            <c:strRef>
              <c:f>'[3-10号灵绍直流曲线.xlsx]Sheet1'!$A$4</c:f>
              <c:strCache>
                <c:ptCount val="1"/>
                <c:pt idx="0">
                  <c:v>灵绍大基地送浙江</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'[3-10号灵绍直流曲线.xlsx]Sheet1'!$B$4:$Y$4</c:f>
              <c:numCache>
                <c:formatCode>General</c:formatCode>
                <c:ptCount val="24"/>
                <c:pt idx="0">
                  <c:v>0</c:v>
                </c:pt>
                <c:pt idx="1">
                  <c:v>0</c:v>
                </c:pt>
                <c:pt idx="2">
                  <c:v>0</c:v>
                </c:pt>
                <c:pt idx="3">
                  <c:v>0</c:v>
                </c:pt>
                <c:pt idx="4">
                  <c:v>0</c:v>
                </c:pt>
                <c:pt idx="5">
                  <c:v>0</c:v>
                </c:pt>
                <c:pt idx="6">
                  <c:v>0</c:v>
                </c:pt>
                <c:pt idx="7">
                  <c:v>0</c:v>
                </c:pt>
                <c:pt idx="8">
                  <c:v>946</c:v>
                </c:pt>
                <c:pt idx="9">
                  <c:v>1576</c:v>
                </c:pt>
                <c:pt idx="10">
                  <c:v>1576</c:v>
                </c:pt>
                <c:pt idx="11">
                  <c:v>1576</c:v>
                </c:pt>
                <c:pt idx="12">
                  <c:v>1576</c:v>
                </c:pt>
                <c:pt idx="13">
                  <c:v>1576</c:v>
                </c:pt>
                <c:pt idx="14">
                  <c:v>1576</c:v>
                </c:pt>
                <c:pt idx="15">
                  <c:v>1576</c:v>
                </c:pt>
                <c:pt idx="16">
                  <c:v>1576</c:v>
                </c:pt>
                <c:pt idx="17">
                  <c:v>946</c:v>
                </c:pt>
                <c:pt idx="18">
                  <c:v>0</c:v>
                </c:pt>
                <c:pt idx="19">
                  <c:v>0</c:v>
                </c:pt>
                <c:pt idx="20">
                  <c:v>0</c:v>
                </c:pt>
                <c:pt idx="21">
                  <c:v>0</c:v>
                </c:pt>
                <c:pt idx="22">
                  <c:v>0</c:v>
                </c:pt>
                <c:pt idx="23">
                  <c:v>0</c:v>
                </c:pt>
              </c:numCache>
            </c:numRef>
          </c:val>
        </c:ser>
        <c:ser>
          <c:idx val="3"/>
          <c:order val="3"/>
          <c:tx>
            <c:strRef>
              <c:f>'[3-10号灵绍直流曲线.xlsx]Sheet1'!$A$5</c:f>
              <c:strCache>
                <c:ptCount val="1"/>
                <c:pt idx="0">
                  <c:v>灵绍大基地送浙江2</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'[3-10号灵绍直流曲线.xlsx]Sheet1'!$B$5:$Y$5</c:f>
              <c:numCache>
                <c:formatCode>General</c:formatCode>
                <c:ptCount val="24"/>
                <c:pt idx="0">
                  <c:v>0</c:v>
                </c:pt>
                <c:pt idx="1">
                  <c:v>0</c:v>
                </c:pt>
                <c:pt idx="2">
                  <c:v>0</c:v>
                </c:pt>
                <c:pt idx="3">
                  <c:v>0</c:v>
                </c:pt>
                <c:pt idx="4">
                  <c:v>0</c:v>
                </c:pt>
                <c:pt idx="5">
                  <c:v>0</c:v>
                </c:pt>
                <c:pt idx="6">
                  <c:v>0</c:v>
                </c:pt>
                <c:pt idx="7">
                  <c:v>0</c:v>
                </c:pt>
                <c:pt idx="8">
                  <c:v>315</c:v>
                </c:pt>
                <c:pt idx="9">
                  <c:v>525</c:v>
                </c:pt>
                <c:pt idx="10">
                  <c:v>525</c:v>
                </c:pt>
                <c:pt idx="11">
                  <c:v>525</c:v>
                </c:pt>
                <c:pt idx="12">
                  <c:v>525</c:v>
                </c:pt>
                <c:pt idx="13">
                  <c:v>525</c:v>
                </c:pt>
                <c:pt idx="14">
                  <c:v>525</c:v>
                </c:pt>
                <c:pt idx="15">
                  <c:v>525</c:v>
                </c:pt>
                <c:pt idx="16">
                  <c:v>525</c:v>
                </c:pt>
                <c:pt idx="17">
                  <c:v>315</c:v>
                </c:pt>
                <c:pt idx="18">
                  <c:v>0</c:v>
                </c:pt>
                <c:pt idx="19">
                  <c:v>0</c:v>
                </c:pt>
                <c:pt idx="20">
                  <c:v>0</c:v>
                </c:pt>
                <c:pt idx="21">
                  <c:v>0</c:v>
                </c:pt>
                <c:pt idx="22">
                  <c:v>0</c:v>
                </c:pt>
                <c:pt idx="23">
                  <c:v>0</c:v>
                </c:pt>
              </c:numCache>
            </c:numRef>
          </c:val>
        </c:ser>
        <c:ser>
          <c:idx val="4"/>
          <c:order val="4"/>
          <c:tx>
            <c:strRef>
              <c:f>'[3-10号灵绍直流曲线.xlsx]Sheet1'!$A$6</c:f>
              <c:strCache>
                <c:ptCount val="1"/>
                <c:pt idx="0">
                  <c:v>宁夏送上海绿电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'[3-10号灵绍直流曲线.xlsx]Sheet1'!$B$6:$Y$6</c:f>
              <c:numCache>
                <c:formatCode>General</c:formatCode>
                <c:ptCount val="24"/>
                <c:pt idx="0">
                  <c:v>0</c:v>
                </c:pt>
                <c:pt idx="1">
                  <c:v>0</c:v>
                </c:pt>
                <c:pt idx="2">
                  <c:v>0</c:v>
                </c:pt>
                <c:pt idx="3">
                  <c:v>0</c:v>
                </c:pt>
                <c:pt idx="4">
                  <c:v>0</c:v>
                </c:pt>
                <c:pt idx="5">
                  <c:v>0</c:v>
                </c:pt>
                <c:pt idx="6">
                  <c:v>0</c:v>
                </c:pt>
                <c:pt idx="7">
                  <c:v>0</c:v>
                </c:pt>
                <c:pt idx="8">
                  <c:v>0</c:v>
                </c:pt>
                <c:pt idx="9">
                  <c:v>614</c:v>
                </c:pt>
                <c:pt idx="10">
                  <c:v>614</c:v>
                </c:pt>
                <c:pt idx="11">
                  <c:v>618</c:v>
                </c:pt>
                <c:pt idx="12">
                  <c:v>618</c:v>
                </c:pt>
                <c:pt idx="13">
                  <c:v>618</c:v>
                </c:pt>
                <c:pt idx="14">
                  <c:v>618</c:v>
                </c:pt>
                <c:pt idx="15">
                  <c:v>618</c:v>
                </c:pt>
                <c:pt idx="16">
                  <c:v>618</c:v>
                </c:pt>
                <c:pt idx="17">
                  <c:v>0</c:v>
                </c:pt>
                <c:pt idx="18">
                  <c:v>0</c:v>
                </c:pt>
                <c:pt idx="19">
                  <c:v>0</c:v>
                </c:pt>
                <c:pt idx="20">
                  <c:v>0</c:v>
                </c:pt>
                <c:pt idx="21">
                  <c:v>0</c:v>
                </c:pt>
                <c:pt idx="22">
                  <c:v>0</c:v>
                </c:pt>
                <c:pt idx="23">
                  <c:v>0</c:v>
                </c:pt>
              </c:numCache>
            </c:numRef>
          </c:val>
        </c:ser>
        <c:ser>
          <c:idx val="5"/>
          <c:order val="5"/>
          <c:tx>
            <c:strRef>
              <c:f>'[3-10号灵绍直流曲线.xlsx]Sheet1'!$A$7</c:f>
              <c:strCache>
                <c:ptCount val="1"/>
                <c:pt idx="0">
                  <c:v>青海送上海绿电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'[3-10号灵绍直流曲线.xlsx]Sheet1'!$B$7:$Y$7</c:f>
              <c:numCache>
                <c:formatCode>General</c:formatCode>
                <c:ptCount val="24"/>
                <c:pt idx="0">
                  <c:v>0</c:v>
                </c:pt>
                <c:pt idx="1">
                  <c:v>0</c:v>
                </c:pt>
                <c:pt idx="2">
                  <c:v>0</c:v>
                </c:pt>
                <c:pt idx="3">
                  <c:v>0</c:v>
                </c:pt>
                <c:pt idx="4">
                  <c:v>0</c:v>
                </c:pt>
                <c:pt idx="5">
                  <c:v>0</c:v>
                </c:pt>
                <c:pt idx="6">
                  <c:v>0</c:v>
                </c:pt>
                <c:pt idx="7">
                  <c:v>0</c:v>
                </c:pt>
                <c:pt idx="8">
                  <c:v>0</c:v>
                </c:pt>
                <c:pt idx="9">
                  <c:v>131</c:v>
                </c:pt>
                <c:pt idx="10">
                  <c:v>131</c:v>
                </c:pt>
                <c:pt idx="11">
                  <c:v>131</c:v>
                </c:pt>
                <c:pt idx="12">
                  <c:v>131</c:v>
                </c:pt>
                <c:pt idx="13">
                  <c:v>131</c:v>
                </c:pt>
                <c:pt idx="14">
                  <c:v>131</c:v>
                </c:pt>
                <c:pt idx="15">
                  <c:v>131</c:v>
                </c:pt>
                <c:pt idx="16">
                  <c:v>131</c:v>
                </c:pt>
                <c:pt idx="17">
                  <c:v>0</c:v>
                </c:pt>
                <c:pt idx="18">
                  <c:v>0</c:v>
                </c:pt>
                <c:pt idx="19">
                  <c:v>0</c:v>
                </c:pt>
                <c:pt idx="20">
                  <c:v>0</c:v>
                </c:pt>
                <c:pt idx="21">
                  <c:v>0</c:v>
                </c:pt>
                <c:pt idx="22">
                  <c:v>0</c:v>
                </c:pt>
                <c:pt idx="23">
                  <c:v>0</c:v>
                </c:pt>
              </c:numCache>
            </c:numRef>
          </c:val>
        </c:ser>
        <c:ser>
          <c:idx val="6"/>
          <c:order val="6"/>
          <c:tx>
            <c:strRef>
              <c:f>'[3-10号灵绍直流曲线.xlsx]Sheet1'!$A$8</c:f>
              <c:strCache>
                <c:ptCount val="1"/>
                <c:pt idx="0">
                  <c:v>甘肃送上海绿电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'[3-10号灵绍直流曲线.xlsx]Sheet1'!$B$8:$Y$8</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ser>
          <c:idx val="7"/>
          <c:order val="7"/>
          <c:tx>
            <c:strRef>
              <c:f>'[3-10号灵绍直流曲线.xlsx]Sheet1'!$A$9</c:f>
              <c:strCache>
                <c:ptCount val="1"/>
                <c:pt idx="0">
                  <c:v>宁夏送浙江绿电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'[3-10号灵绍直流曲线.xlsx]Sheet1'!$B$9:$Y$9</c:f>
              <c:numCache>
                <c:formatCode>General</c:formatCode>
                <c:ptCount val="24"/>
                <c:pt idx="0">
                  <c:v>0</c:v>
                </c:pt>
                <c:pt idx="1">
                  <c:v>0</c:v>
                </c:pt>
                <c:pt idx="2">
                  <c:v>0</c:v>
                </c:pt>
                <c:pt idx="3">
                  <c:v>0</c:v>
                </c:pt>
                <c:pt idx="4">
                  <c:v>0</c:v>
                </c:pt>
                <c:pt idx="5">
                  <c:v>0</c:v>
                </c:pt>
                <c:pt idx="6">
                  <c:v>0</c:v>
                </c:pt>
                <c:pt idx="7">
                  <c:v>0</c:v>
                </c:pt>
                <c:pt idx="8">
                  <c:v>0</c:v>
                </c:pt>
                <c:pt idx="9">
                  <c:v>81</c:v>
                </c:pt>
                <c:pt idx="10">
                  <c:v>83</c:v>
                </c:pt>
                <c:pt idx="11">
                  <c:v>84</c:v>
                </c:pt>
                <c:pt idx="12">
                  <c:v>86</c:v>
                </c:pt>
                <c:pt idx="13">
                  <c:v>85</c:v>
                </c:pt>
                <c:pt idx="14">
                  <c:v>84</c:v>
                </c:pt>
                <c:pt idx="15">
                  <c:v>82</c:v>
                </c:pt>
                <c:pt idx="16">
                  <c:v>82</c:v>
                </c:pt>
                <c:pt idx="17">
                  <c:v>0</c:v>
                </c:pt>
                <c:pt idx="18">
                  <c:v>0</c:v>
                </c:pt>
                <c:pt idx="19">
                  <c:v>0</c:v>
                </c:pt>
                <c:pt idx="20">
                  <c:v>0</c:v>
                </c:pt>
                <c:pt idx="21">
                  <c:v>0</c:v>
                </c:pt>
                <c:pt idx="22">
                  <c:v>0</c:v>
                </c:pt>
                <c:pt idx="23">
                  <c:v>0</c:v>
                </c:pt>
              </c:numCache>
            </c:numRef>
          </c:val>
        </c:ser>
        <c:ser>
          <c:idx val="8"/>
          <c:order val="8"/>
          <c:tx>
            <c:strRef>
              <c:f>'[3-10号灵绍直流曲线.xlsx]Sheet1'!$A$10</c:f>
              <c:strCache>
                <c:ptCount val="1"/>
                <c:pt idx="0">
                  <c:v>新疆送上海绿电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'[3-10号灵绍直流曲线.xlsx]Sheet1'!$B$10:$Y$10</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126</c:v>
                </c:pt>
                <c:pt idx="12">
                  <c:v>126</c:v>
                </c:pt>
                <c:pt idx="13">
                  <c:v>126</c:v>
                </c:pt>
                <c:pt idx="14">
                  <c:v>126</c:v>
                </c:pt>
                <c:pt idx="15">
                  <c:v>126</c:v>
                </c:pt>
                <c:pt idx="16">
                  <c:v>126</c:v>
                </c:pt>
                <c:pt idx="17">
                  <c:v>126</c:v>
                </c:pt>
                <c:pt idx="18">
                  <c:v>126</c:v>
                </c:pt>
                <c:pt idx="19">
                  <c:v>0</c:v>
                </c:pt>
                <c:pt idx="20">
                  <c:v>0</c:v>
                </c:pt>
                <c:pt idx="21">
                  <c:v>0</c:v>
                </c:pt>
                <c:pt idx="22">
                  <c:v>0</c:v>
                </c:pt>
                <c:pt idx="23">
                  <c:v>0</c:v>
                </c:pt>
              </c:numCache>
            </c:numRef>
          </c:val>
        </c:ser>
        <c:ser>
          <c:idx val="9"/>
          <c:order val="9"/>
          <c:tx>
            <c:strRef>
              <c:f>'[3-10号灵绍直流曲线.xlsx]Sheet1'!$A$11</c:f>
              <c:strCache>
                <c:ptCount val="1"/>
                <c:pt idx="0">
                  <c:v>新疆送上海绿电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'[3-10号灵绍直流曲线.xlsx]Sheet1'!$B$11:$Y$11</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36</c:v>
                </c:pt>
                <c:pt idx="12">
                  <c:v>85</c:v>
                </c:pt>
                <c:pt idx="13">
                  <c:v>102</c:v>
                </c:pt>
                <c:pt idx="14">
                  <c:v>101</c:v>
                </c:pt>
                <c:pt idx="15">
                  <c:v>102</c:v>
                </c:pt>
                <c:pt idx="16">
                  <c:v>104</c:v>
                </c:pt>
                <c:pt idx="17">
                  <c:v>100</c:v>
                </c:pt>
                <c:pt idx="18">
                  <c:v>61</c:v>
                </c:pt>
                <c:pt idx="19">
                  <c:v>0</c:v>
                </c:pt>
                <c:pt idx="20">
                  <c:v>0</c:v>
                </c:pt>
                <c:pt idx="21">
                  <c:v>0</c:v>
                </c:pt>
                <c:pt idx="22">
                  <c:v>0</c:v>
                </c:pt>
                <c:pt idx="23">
                  <c:v>0</c:v>
                </c:pt>
              </c:numCache>
            </c:numRef>
          </c:val>
        </c:ser>
        <c:ser>
          <c:idx val="10"/>
          <c:order val="10"/>
          <c:tx>
            <c:strRef>
              <c:f>'[3-10号灵绍直流曲线.xlsx]Sheet1'!$A$12</c:f>
              <c:strCache>
                <c:ptCount val="1"/>
                <c:pt idx="0">
                  <c:v>新疆送上海多年绿电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'[3-10号灵绍直流曲线.xlsx]Sheet1'!$B$12:$Y$12</c:f>
              <c:numCache>
                <c:formatCode>General</c:formatCode>
                <c:ptCount val="24"/>
                <c:pt idx="0">
                  <c:v>0</c:v>
                </c:pt>
                <c:pt idx="1">
                  <c:v>1</c:v>
                </c:pt>
                <c:pt idx="2">
                  <c:v>4</c:v>
                </c:pt>
                <c:pt idx="3">
                  <c:v>7</c:v>
                </c:pt>
                <c:pt idx="4">
                  <c:v>17</c:v>
                </c:pt>
                <c:pt idx="5">
                  <c:v>17</c:v>
                </c:pt>
                <c:pt idx="6">
                  <c:v>20</c:v>
                </c:pt>
                <c:pt idx="7">
                  <c:v>17</c:v>
                </c:pt>
                <c:pt idx="8">
                  <c:v>0</c:v>
                </c:pt>
                <c:pt idx="9">
                  <c:v>0</c:v>
                </c:pt>
                <c:pt idx="10">
                  <c:v>0</c:v>
                </c:pt>
                <c:pt idx="11">
                  <c:v>100</c:v>
                </c:pt>
                <c:pt idx="12">
                  <c:v>0</c:v>
                </c:pt>
                <c:pt idx="13">
                  <c:v>3</c:v>
                </c:pt>
                <c:pt idx="14">
                  <c:v>17</c:v>
                </c:pt>
                <c:pt idx="15">
                  <c:v>19</c:v>
                </c:pt>
                <c:pt idx="16">
                  <c:v>5</c:v>
                </c:pt>
                <c:pt idx="17">
                  <c:v>0</c:v>
                </c:pt>
                <c:pt idx="18">
                  <c:v>0</c:v>
                </c:pt>
                <c:pt idx="19">
                  <c:v>0</c:v>
                </c:pt>
                <c:pt idx="20">
                  <c:v>0</c:v>
                </c:pt>
                <c:pt idx="21">
                  <c:v>0</c:v>
                </c:pt>
                <c:pt idx="22">
                  <c:v>0</c:v>
                </c:pt>
                <c:pt idx="23">
                  <c:v>0</c:v>
                </c:pt>
              </c:numCache>
            </c:numRef>
          </c:val>
        </c:ser>
        <c:ser>
          <c:idx val="11"/>
          <c:order val="11"/>
          <c:tx>
            <c:strRef>
              <c:f>'[3-10号灵绍直流曲线.xlsx]Sheet1'!$A$13</c:f>
              <c:strCache>
                <c:ptCount val="1"/>
                <c:pt idx="0">
                  <c:v>青海送江苏多年绿电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'[3-10号灵绍直流曲线.xlsx]Sheet1'!$B$13:$Y$13</c:f>
              <c:numCache>
                <c:formatCode>General</c:formatCode>
                <c:ptCount val="24"/>
                <c:pt idx="0">
                  <c:v>0</c:v>
                </c:pt>
                <c:pt idx="1">
                  <c:v>0</c:v>
                </c:pt>
                <c:pt idx="2">
                  <c:v>0</c:v>
                </c:pt>
                <c:pt idx="3">
                  <c:v>0</c:v>
                </c:pt>
                <c:pt idx="4">
                  <c:v>0</c:v>
                </c:pt>
                <c:pt idx="5">
                  <c:v>0</c:v>
                </c:pt>
                <c:pt idx="6">
                  <c:v>0</c:v>
                </c:pt>
                <c:pt idx="7">
                  <c:v>0</c:v>
                </c:pt>
                <c:pt idx="8">
                  <c:v>0</c:v>
                </c:pt>
                <c:pt idx="9">
                  <c:v>503</c:v>
                </c:pt>
                <c:pt idx="10">
                  <c:v>503</c:v>
                </c:pt>
                <c:pt idx="11">
                  <c:v>503</c:v>
                </c:pt>
                <c:pt idx="12">
                  <c:v>502</c:v>
                </c:pt>
                <c:pt idx="13">
                  <c:v>502</c:v>
                </c:pt>
                <c:pt idx="14">
                  <c:v>502</c:v>
                </c:pt>
                <c:pt idx="15">
                  <c:v>502</c:v>
                </c:pt>
                <c:pt idx="16">
                  <c:v>503</c:v>
                </c:pt>
                <c:pt idx="17">
                  <c:v>0</c:v>
                </c:pt>
                <c:pt idx="18">
                  <c:v>0</c:v>
                </c:pt>
                <c:pt idx="19">
                  <c:v>0</c:v>
                </c:pt>
                <c:pt idx="20">
                  <c:v>0</c:v>
                </c:pt>
                <c:pt idx="21">
                  <c:v>0</c:v>
                </c:pt>
                <c:pt idx="22">
                  <c:v>0</c:v>
                </c:pt>
                <c:pt idx="23">
                  <c:v>0</c:v>
                </c:pt>
              </c:numCache>
            </c:numRef>
          </c:val>
        </c:ser>
        <c:ser>
          <c:idx val="12"/>
          <c:order val="12"/>
          <c:tx>
            <c:strRef>
              <c:f>'[3-10号灵绍直流曲线.xlsx]Sheet1'!$A$14</c:f>
              <c:strCache>
                <c:ptCount val="1"/>
                <c:pt idx="0">
                  <c:v>宁夏送浙江</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'[3-10号灵绍直流曲线.xlsx]Sheet1'!$B$14:$Y$14</c:f>
              <c:numCache>
                <c:formatCode>General</c:formatCode>
                <c:ptCount val="24"/>
                <c:pt idx="0">
                  <c:v>0</c:v>
                </c:pt>
                <c:pt idx="1">
                  <c:v>0</c:v>
                </c:pt>
                <c:pt idx="2">
                  <c:v>0</c:v>
                </c:pt>
                <c:pt idx="3">
                  <c:v>0</c:v>
                </c:pt>
                <c:pt idx="4">
                  <c:v>0</c:v>
                </c:pt>
                <c:pt idx="5">
                  <c:v>0</c:v>
                </c:pt>
                <c:pt idx="6">
                  <c:v>0</c:v>
                </c:pt>
                <c:pt idx="7">
                  <c:v>0</c:v>
                </c:pt>
                <c:pt idx="8">
                  <c:v>600</c:v>
                </c:pt>
                <c:pt idx="9">
                  <c:v>600</c:v>
                </c:pt>
                <c:pt idx="10">
                  <c:v>600</c:v>
                </c:pt>
                <c:pt idx="11">
                  <c:v>600</c:v>
                </c:pt>
                <c:pt idx="12">
                  <c:v>600</c:v>
                </c:pt>
                <c:pt idx="13">
                  <c:v>600</c:v>
                </c:pt>
                <c:pt idx="14">
                  <c:v>600</c:v>
                </c:pt>
                <c:pt idx="15">
                  <c:v>600</c:v>
                </c:pt>
                <c:pt idx="16">
                  <c:v>600</c:v>
                </c:pt>
                <c:pt idx="17">
                  <c:v>600</c:v>
                </c:pt>
                <c:pt idx="18">
                  <c:v>0</c:v>
                </c:pt>
                <c:pt idx="19">
                  <c:v>0</c:v>
                </c:pt>
                <c:pt idx="20">
                  <c:v>0</c:v>
                </c:pt>
                <c:pt idx="21">
                  <c:v>0</c:v>
                </c:pt>
                <c:pt idx="22">
                  <c:v>0</c:v>
                </c:pt>
                <c:pt idx="23">
                  <c:v>0</c:v>
                </c:pt>
              </c:numCache>
            </c:numRef>
          </c:val>
        </c:ser>
        <c:ser>
          <c:idx val="13"/>
          <c:order val="13"/>
          <c:tx>
            <c:strRef>
              <c:f>'[3-10号灵绍直流曲线.xlsx]Sheet1'!$A$15</c:f>
              <c:strCache>
                <c:ptCount val="1"/>
                <c:pt idx="0">
                  <c:v>宁夏送浙江2</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'[3-10号灵绍直流曲线.xlsx]Sheet1'!$B$15:$Y$15</c:f>
              <c:numCache>
                <c:formatCode>General</c:formatCode>
                <c:ptCount val="24"/>
                <c:pt idx="0">
                  <c:v>400</c:v>
                </c:pt>
                <c:pt idx="1">
                  <c:v>400</c:v>
                </c:pt>
                <c:pt idx="2">
                  <c:v>400</c:v>
                </c:pt>
                <c:pt idx="3">
                  <c:v>400</c:v>
                </c:pt>
                <c:pt idx="4">
                  <c:v>400</c:v>
                </c:pt>
                <c:pt idx="5">
                  <c:v>400</c:v>
                </c:pt>
                <c:pt idx="6">
                  <c:v>400</c:v>
                </c:pt>
                <c:pt idx="7">
                  <c:v>400</c:v>
                </c:pt>
                <c:pt idx="8">
                  <c:v>950</c:v>
                </c:pt>
                <c:pt idx="9">
                  <c:v>950</c:v>
                </c:pt>
                <c:pt idx="10">
                  <c:v>950</c:v>
                </c:pt>
                <c:pt idx="11">
                  <c:v>950</c:v>
                </c:pt>
                <c:pt idx="12">
                  <c:v>950</c:v>
                </c:pt>
                <c:pt idx="13">
                  <c:v>950</c:v>
                </c:pt>
                <c:pt idx="14">
                  <c:v>950</c:v>
                </c:pt>
                <c:pt idx="15">
                  <c:v>950</c:v>
                </c:pt>
                <c:pt idx="16">
                  <c:v>950</c:v>
                </c:pt>
                <c:pt idx="17">
                  <c:v>950</c:v>
                </c:pt>
                <c:pt idx="18">
                  <c:v>400</c:v>
                </c:pt>
                <c:pt idx="19">
                  <c:v>400</c:v>
                </c:pt>
                <c:pt idx="20">
                  <c:v>400</c:v>
                </c:pt>
                <c:pt idx="21">
                  <c:v>400</c:v>
                </c:pt>
                <c:pt idx="22">
                  <c:v>400</c:v>
                </c:pt>
                <c:pt idx="23">
                  <c:v>400</c:v>
                </c:pt>
              </c:numCache>
            </c:numRef>
          </c:val>
        </c:ser>
        <c:ser>
          <c:idx val="14"/>
          <c:order val="14"/>
          <c:tx>
            <c:strRef>
              <c:f>'[3-10号灵绍直流曲线.xlsx]Sheet1'!$A$16</c:f>
              <c:strCache>
                <c:ptCount val="1"/>
                <c:pt idx="0">
                  <c:v>陕西送上海</c:v>
                </c:pt>
              </c:strCache>
            </c:strRef>
          </c:tx>
          <c:spPr>
            <a:solidFill>
              <a:schemeClr val="accent3">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'[3-10号灵绍直流曲线.xlsx]Sheet1'!$B$16:$Y$16</c:f>
              <c:numCache>
                <c:formatCode>General</c:formatCode>
                <c:ptCount val="24"/>
                <c:pt idx="0">
                  <c:v>15</c:v>
                </c:pt>
                <c:pt idx="1">
                  <c:v>15</c:v>
                </c:pt>
                <c:pt idx="2">
                  <c:v>15</c:v>
                </c:pt>
                <c:pt idx="3">
                  <c:v>15</c:v>
                </c:pt>
                <c:pt idx="4">
                  <c:v>15</c:v>
                </c:pt>
                <c:pt idx="5">
                  <c:v>15</c:v>
                </c:pt>
                <c:pt idx="6">
                  <c:v>15</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15</c:v>
                </c:pt>
                <c:pt idx="23">
                  <c:v>15</c:v>
                </c:pt>
              </c:numCache>
            </c:numRef>
          </c:val>
        </c:ser>
        <c:ser>
          <c:idx val="15"/>
          <c:order val="15"/>
          <c:tx>
            <c:strRef>
              <c:f>'[3-10号灵绍直流曲线.xlsx]Sheet1'!$A$17</c:f>
              <c:strCache>
                <c:ptCount val="1"/>
                <c:pt idx="0">
                  <c:v>新疆送浙江</c:v>
                </c:pt>
              </c:strCache>
            </c:strRef>
          </c:tx>
          <c:spPr>
            <a:solidFill>
              <a:schemeClr val="accent4">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'[3-10号灵绍直流曲线.xlsx]Sheet1'!$B$17:$Y$17</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ser>
          <c:idx val="16"/>
          <c:order val="16"/>
          <c:tx>
            <c:strRef>
              <c:f>'[3-10号灵绍直流曲线.xlsx]Sheet1'!$A$18</c:f>
              <c:strCache>
                <c:ptCount val="1"/>
                <c:pt idx="0">
                  <c:v>西藏送上海</c:v>
                </c:pt>
              </c:strCache>
            </c:strRef>
          </c:tx>
          <c:spPr>
            <a:solidFill>
              <a:schemeClr val="accent5">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'[3-10号灵绍直流曲线.xlsx]Sheet1'!$B$18:$Y$18</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dLbls>
          <c:showLegendKey val="0"/>
          <c:showVal val="0"/>
          <c:showCatName val="0"/>
          <c:showSerName val="0"/>
          <c:showPercent val="0"/>
          <c:showBubbleSize val="0"/>
        </c:dLbls>
        <c:axId val="895831588"/>
        <c:axId val="210806887"/>
      </c:areaChart>
      <c:catAx>
        <c:axId val="895831588"/>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210806887"/>
        <c:crosses val="autoZero"/>
        <c:auto val="1"/>
        <c:lblAlgn val="ctr"/>
        <c:lblOffset val="100"/>
        <c:noMultiLvlLbl val="0"/>
      </c:catAx>
      <c:valAx>
        <c:axId val="210806887"/>
        <c:scaling>
          <c:orientation val="minMax"/>
          <c:max val="12000"/>
        </c:scaling>
        <c:delete val="0"/>
        <c:axPos val="l"/>
        <c:majorGridlines>
          <c:spPr>
            <a:ln w="317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95831588"/>
        <c:crosses val="autoZero"/>
        <c:crossBetween val="midCat"/>
      </c:valAx>
      <c:spPr>
        <a:noFill/>
        <a:ln>
          <a:noFill/>
        </a:ln>
        <a:effectLst/>
      </c:spPr>
    </c:plotArea>
    <c:legend>
      <c:legendPos val="b"/>
      <c:legendEntry>
        <c:idx val="0"/>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4"/>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5"/>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6"/>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7"/>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8"/>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9"/>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0"/>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1"/>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2"/>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3"/>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4"/>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5"/>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6"/>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
    <c:plotVisOnly val="1"/>
    <c:dispBlanksAs val="zero"/>
    <c:showDLblsOverMax val="0"/>
  </c:chart>
  <c:spPr>
    <a:solidFill>
      <a:schemeClr val="bg1"/>
    </a:solidFill>
    <a:ln w="3175" cap="flat" cmpd="sng" algn="ctr">
      <a:solidFill>
        <a:schemeClr val="bg1">
          <a:lumMod val="95000"/>
        </a:schemeClr>
      </a:solidFill>
      <a:round/>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areaChart>
        <c:grouping val="percentStacked"/>
        <c:varyColors val="0"/>
        <c:ser>
          <c:idx val="0"/>
          <c:order val="0"/>
          <c:tx>
            <c:strRef>
              <c:f>Sheet1!$B$1</c:f>
              <c:strCache>
                <c:ptCount val="1"/>
                <c:pt idx="0">
                  <c:v>1</c:v>
                </c:pt>
              </c:strCache>
            </c:strRef>
          </c:tx>
          <c:spPr>
            <a:gradFill flip="none" rotWithShape="1">
              <a:gsLst>
                <a:gs pos="0">
                  <a:srgbClr val="4F81BD">
                    <a:tint val="66000"/>
                    <a:satMod val="160000"/>
                  </a:srgbClr>
                </a:gs>
                <a:gs pos="50000">
                  <a:srgbClr val="4F81BD">
                    <a:tint val="44500"/>
                    <a:satMod val="160000"/>
                  </a:srgbClr>
                </a:gs>
                <a:gs pos="100000">
                  <a:srgbClr val="4F81BD">
                    <a:tint val="23500"/>
                    <a:satMod val="160000"/>
                  </a:srgbClr>
                </a:gs>
              </a:gsLst>
              <a:lin ang="5400000" scaled="1"/>
              <a:tileRect/>
            </a:gradFill>
          </c:spPr>
          <c:dLbls>
            <c:delete val="1"/>
          </c:dLbls>
          <c:cat>
            <c:numRef>
              <c:f>Sheet1!$A$2:$A$25</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Sheet1!$B$2:$B$25</c:f>
              <c:numCache>
                <c:formatCode>General</c:formatCode>
                <c:ptCount val="24"/>
                <c:pt idx="0">
                  <c:v>10</c:v>
                </c:pt>
                <c:pt idx="1">
                  <c:v>10</c:v>
                </c:pt>
                <c:pt idx="2">
                  <c:v>10</c:v>
                </c:pt>
                <c:pt idx="3">
                  <c:v>10</c:v>
                </c:pt>
                <c:pt idx="4">
                  <c:v>10</c:v>
                </c:pt>
                <c:pt idx="5">
                  <c:v>10</c:v>
                </c:pt>
                <c:pt idx="6">
                  <c:v>10</c:v>
                </c:pt>
                <c:pt idx="7">
                  <c:v>20</c:v>
                </c:pt>
                <c:pt idx="8">
                  <c:v>20</c:v>
                </c:pt>
                <c:pt idx="9">
                  <c:v>20</c:v>
                </c:pt>
                <c:pt idx="10">
                  <c:v>20</c:v>
                </c:pt>
                <c:pt idx="11">
                  <c:v>20</c:v>
                </c:pt>
                <c:pt idx="12">
                  <c:v>20</c:v>
                </c:pt>
                <c:pt idx="13">
                  <c:v>20</c:v>
                </c:pt>
                <c:pt idx="14">
                  <c:v>20</c:v>
                </c:pt>
                <c:pt idx="15">
                  <c:v>20</c:v>
                </c:pt>
                <c:pt idx="16">
                  <c:v>20</c:v>
                </c:pt>
                <c:pt idx="17">
                  <c:v>20</c:v>
                </c:pt>
                <c:pt idx="18">
                  <c:v>20</c:v>
                </c:pt>
                <c:pt idx="19">
                  <c:v>20</c:v>
                </c:pt>
                <c:pt idx="20">
                  <c:v>12</c:v>
                </c:pt>
                <c:pt idx="21">
                  <c:v>12</c:v>
                </c:pt>
                <c:pt idx="22">
                  <c:v>12</c:v>
                </c:pt>
                <c:pt idx="23">
                  <c:v>12</c:v>
                </c:pt>
              </c:numCache>
            </c:numRef>
          </c:val>
        </c:ser>
        <c:ser>
          <c:idx val="1"/>
          <c:order val="1"/>
          <c:tx>
            <c:strRef>
              <c:f>Sheet1!$C$1</c:f>
              <c:strCache>
                <c:ptCount val="1"/>
                <c:pt idx="0">
                  <c:v>2</c:v>
                </c:pt>
              </c:strCache>
            </c:strRef>
          </c:tx>
          <c:spPr>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c:spPr>
          <c:dLbls>
            <c:delete val="1"/>
          </c:dLbls>
          <c:cat>
            <c:numRef>
              <c:f>Sheet1!$A$2:$A$25</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Sheet1!$C$2:$C$25</c:f>
              <c:numCache>
                <c:formatCode>General</c:formatCode>
                <c:ptCount val="24"/>
                <c:pt idx="0">
                  <c:v>3</c:v>
                </c:pt>
                <c:pt idx="1">
                  <c:v>3</c:v>
                </c:pt>
                <c:pt idx="2">
                  <c:v>3</c:v>
                </c:pt>
                <c:pt idx="3">
                  <c:v>3</c:v>
                </c:pt>
                <c:pt idx="4">
                  <c:v>3</c:v>
                </c:pt>
                <c:pt idx="5">
                  <c:v>3</c:v>
                </c:pt>
                <c:pt idx="6">
                  <c:v>3</c:v>
                </c:pt>
                <c:pt idx="7">
                  <c:v>5</c:v>
                </c:pt>
                <c:pt idx="8">
                  <c:v>5</c:v>
                </c:pt>
                <c:pt idx="9">
                  <c:v>5</c:v>
                </c:pt>
                <c:pt idx="10">
                  <c:v>5</c:v>
                </c:pt>
                <c:pt idx="11">
                  <c:v>5</c:v>
                </c:pt>
                <c:pt idx="12">
                  <c:v>5</c:v>
                </c:pt>
                <c:pt idx="13">
                  <c:v>5</c:v>
                </c:pt>
                <c:pt idx="14">
                  <c:v>5</c:v>
                </c:pt>
                <c:pt idx="15">
                  <c:v>5</c:v>
                </c:pt>
                <c:pt idx="16">
                  <c:v>5</c:v>
                </c:pt>
                <c:pt idx="17">
                  <c:v>5</c:v>
                </c:pt>
                <c:pt idx="18">
                  <c:v>5</c:v>
                </c:pt>
                <c:pt idx="19">
                  <c:v>5</c:v>
                </c:pt>
                <c:pt idx="20">
                  <c:v>6</c:v>
                </c:pt>
                <c:pt idx="21">
                  <c:v>6</c:v>
                </c:pt>
                <c:pt idx="22">
                  <c:v>6</c:v>
                </c:pt>
                <c:pt idx="23">
                  <c:v>6</c:v>
                </c:pt>
              </c:numCache>
            </c:numRef>
          </c:val>
        </c:ser>
        <c:ser>
          <c:idx val="2"/>
          <c:order val="2"/>
          <c:tx>
            <c:strRef>
              <c:f>Sheet1!$D$1</c:f>
              <c:strCache>
                <c:ptCount val="1"/>
                <c:pt idx="0">
                  <c:v>3</c:v>
                </c:pt>
              </c:strCache>
            </c:strRef>
          </c:tx>
          <c:spPr>
            <a:gradFill flip="none" rotWithShape="1">
              <a:gsLst>
                <a:gs pos="0">
                  <a:srgbClr val="C0504D">
                    <a:lumMod val="60000"/>
                    <a:lumOff val="40000"/>
                    <a:tint val="66000"/>
                    <a:satMod val="160000"/>
                  </a:srgbClr>
                </a:gs>
                <a:gs pos="50000">
                  <a:srgbClr val="C0504D">
                    <a:lumMod val="60000"/>
                    <a:lumOff val="40000"/>
                    <a:tint val="44500"/>
                    <a:satMod val="160000"/>
                  </a:srgbClr>
                </a:gs>
                <a:gs pos="100000">
                  <a:srgbClr val="C0504D">
                    <a:lumMod val="60000"/>
                    <a:lumOff val="40000"/>
                    <a:tint val="23500"/>
                    <a:satMod val="160000"/>
                  </a:srgbClr>
                </a:gs>
              </a:gsLst>
              <a:lin ang="5400000" scaled="1"/>
              <a:tileRect/>
            </a:gradFill>
            <a:ln w="25400">
              <a:noFill/>
            </a:ln>
          </c:spPr>
          <c:dLbls>
            <c:delete val="1"/>
          </c:dLbls>
          <c:cat>
            <c:numRef>
              <c:f>Sheet1!$A$2:$A$25</c:f>
              <c:numCache>
                <c:formatCode>General</c:formatCod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numCache>
            </c:numRef>
          </c:cat>
          <c:val>
            <c:numRef>
              <c:f>Sheet1!$D$2:$D$25</c:f>
              <c:numCache>
                <c:formatCode>General</c:formatCode>
                <c:ptCount val="24"/>
                <c:pt idx="0">
                  <c:v>8</c:v>
                </c:pt>
                <c:pt idx="1">
                  <c:v>8</c:v>
                </c:pt>
                <c:pt idx="2">
                  <c:v>8</c:v>
                </c:pt>
                <c:pt idx="3">
                  <c:v>8</c:v>
                </c:pt>
                <c:pt idx="4">
                  <c:v>8</c:v>
                </c:pt>
                <c:pt idx="5">
                  <c:v>8</c:v>
                </c:pt>
                <c:pt idx="6">
                  <c:v>8</c:v>
                </c:pt>
                <c:pt idx="7">
                  <c:v>8</c:v>
                </c:pt>
                <c:pt idx="8">
                  <c:v>8</c:v>
                </c:pt>
                <c:pt idx="9">
                  <c:v>8</c:v>
                </c:pt>
                <c:pt idx="10">
                  <c:v>8</c:v>
                </c:pt>
                <c:pt idx="11">
                  <c:v>8</c:v>
                </c:pt>
                <c:pt idx="12">
                  <c:v>8</c:v>
                </c:pt>
                <c:pt idx="13">
                  <c:v>8</c:v>
                </c:pt>
                <c:pt idx="14">
                  <c:v>8</c:v>
                </c:pt>
                <c:pt idx="15">
                  <c:v>8</c:v>
                </c:pt>
                <c:pt idx="16">
                  <c:v>8</c:v>
                </c:pt>
                <c:pt idx="17">
                  <c:v>8</c:v>
                </c:pt>
                <c:pt idx="18">
                  <c:v>8</c:v>
                </c:pt>
                <c:pt idx="19">
                  <c:v>8</c:v>
                </c:pt>
                <c:pt idx="20">
                  <c:v>8</c:v>
                </c:pt>
                <c:pt idx="21">
                  <c:v>8</c:v>
                </c:pt>
                <c:pt idx="22">
                  <c:v>8</c:v>
                </c:pt>
                <c:pt idx="23">
                  <c:v>8</c:v>
                </c:pt>
              </c:numCache>
            </c:numRef>
          </c:val>
        </c:ser>
        <c:dLbls>
          <c:showLegendKey val="0"/>
          <c:showVal val="0"/>
          <c:showCatName val="0"/>
          <c:showSerName val="0"/>
          <c:showPercent val="0"/>
          <c:showBubbleSize val="0"/>
        </c:dLbls>
        <c:axId val="332627968"/>
        <c:axId val="332629504"/>
      </c:areaChart>
      <c:catAx>
        <c:axId val="332627968"/>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mn-lt"/>
                <a:ea typeface="+mn-ea"/>
                <a:cs typeface="+mn-cs"/>
              </a:defRPr>
            </a:pPr>
          </a:p>
        </c:txPr>
        <c:crossAx val="332629504"/>
        <c:crosses val="autoZero"/>
        <c:auto val="1"/>
        <c:lblAlgn val="ctr"/>
        <c:lblOffset val="100"/>
        <c:noMultiLvlLbl val="0"/>
      </c:catAx>
      <c:valAx>
        <c:axId val="332629504"/>
        <c:scaling>
          <c:orientation val="minMax"/>
        </c:scaling>
        <c:delete val="0"/>
        <c:axPos val="l"/>
        <c:majorGridlines/>
        <c:numFmt formatCode="0%" sourceLinked="1"/>
        <c:majorTickMark val="none"/>
        <c:minorTickMark val="none"/>
        <c:tickLblPos val="none"/>
        <c:txPr>
          <a:bodyPr rot="-60000000" spcFirstLastPara="0" vertOverflow="ellipsis" vert="horz" wrap="square" anchor="ctr" anchorCtr="1"/>
          <a:lstStyle/>
          <a:p>
            <a:pPr>
              <a:defRPr lang="zh-CN" sz="1200" b="0" i="0" u="none" strike="noStrike" kern="1200" baseline="0">
                <a:solidFill>
                  <a:schemeClr val="tx1"/>
                </a:solidFill>
                <a:latin typeface="+mn-lt"/>
                <a:ea typeface="+mn-ea"/>
                <a:cs typeface="+mn-cs"/>
              </a:defRPr>
            </a:pPr>
          </a:p>
        </c:txPr>
        <c:crossAx val="332627968"/>
        <c:crosses val="autoZero"/>
        <c:crossBetween val="midCat"/>
      </c:valAx>
    </c:plotArea>
    <c:plotVisOnly val="1"/>
    <c:dispBlanksAs val="zero"/>
    <c:showDLblsOverMax val="0"/>
  </c:chart>
  <c:txPr>
    <a:bodyPr/>
    <a:lstStyle/>
    <a:p>
      <a:pPr>
        <a:defRPr lang="zh-CN" sz="1800"/>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Sheet2!$I$1</c:f>
              <c:strCache>
                <c:ptCount val="1"/>
                <c:pt idx="0">
                  <c:v>配套电源</c:v>
                </c:pt>
              </c:strCache>
            </c:strRef>
          </c:tx>
          <c:spPr>
            <a:solidFill>
              <a:srgbClr val="FE9724"/>
            </a:solidFill>
            <a:ln>
              <a:noFill/>
            </a:ln>
            <a:effectLst/>
          </c:spPr>
          <c:invertIfNegative val="0"/>
          <c:dLbls>
            <c:delete val="1"/>
          </c:dLbls>
          <c:cat>
            <c:strRef>
              <c:f>Sheet2!$H$2:$H$17</c:f>
              <c:strCache>
                <c:ptCount val="16"/>
                <c:pt idx="0">
                  <c:v>灵绍</c:v>
                </c:pt>
                <c:pt idx="1">
                  <c:v>天中</c:v>
                </c:pt>
                <c:pt idx="2">
                  <c:v>雁淮</c:v>
                </c:pt>
                <c:pt idx="3">
                  <c:v>吉泉</c:v>
                </c:pt>
                <c:pt idx="4">
                  <c:v>鲁固</c:v>
                </c:pt>
                <c:pt idx="5">
                  <c:v>锦苏</c:v>
                </c:pt>
                <c:pt idx="6">
                  <c:v>祁韶</c:v>
                </c:pt>
                <c:pt idx="7">
                  <c:v>昭沂</c:v>
                </c:pt>
                <c:pt idx="8">
                  <c:v>复奉</c:v>
                </c:pt>
                <c:pt idx="9">
                  <c:v>锡泰</c:v>
                </c:pt>
                <c:pt idx="10">
                  <c:v>宾金</c:v>
                </c:pt>
                <c:pt idx="11">
                  <c:v>陕武</c:v>
                </c:pt>
                <c:pt idx="12">
                  <c:v>建苏</c:v>
                </c:pt>
                <c:pt idx="13">
                  <c:v>金塘</c:v>
                </c:pt>
                <c:pt idx="14">
                  <c:v>雅湖</c:v>
                </c:pt>
                <c:pt idx="15">
                  <c:v>青豫</c:v>
                </c:pt>
              </c:strCache>
            </c:strRef>
          </c:cat>
          <c:val>
            <c:numRef>
              <c:f>Sheet2!$I$2:$I$17</c:f>
              <c:numCache>
                <c:formatCode>0_ </c:formatCode>
                <c:ptCount val="16"/>
                <c:pt idx="0">
                  <c:v>5765</c:v>
                </c:pt>
                <c:pt idx="1">
                  <c:v>5627</c:v>
                </c:pt>
                <c:pt idx="2">
                  <c:v>3861</c:v>
                </c:pt>
                <c:pt idx="3">
                  <c:v>5279</c:v>
                </c:pt>
                <c:pt idx="4">
                  <c:v>1653</c:v>
                </c:pt>
                <c:pt idx="5">
                  <c:v>4480</c:v>
                </c:pt>
                <c:pt idx="6">
                  <c:v>3761</c:v>
                </c:pt>
                <c:pt idx="7">
                  <c:v>4279</c:v>
                </c:pt>
                <c:pt idx="8">
                  <c:v>4255</c:v>
                </c:pt>
                <c:pt idx="9">
                  <c:v>2528</c:v>
                </c:pt>
                <c:pt idx="10">
                  <c:v>3287</c:v>
                </c:pt>
                <c:pt idx="11">
                  <c:v>3155</c:v>
                </c:pt>
                <c:pt idx="12">
                  <c:v>3040</c:v>
                </c:pt>
                <c:pt idx="13">
                  <c:v>2929</c:v>
                </c:pt>
                <c:pt idx="14">
                  <c:v>1597</c:v>
                </c:pt>
                <c:pt idx="15">
                  <c:v>1358</c:v>
                </c:pt>
              </c:numCache>
            </c:numRef>
          </c:val>
        </c:ser>
        <c:ser>
          <c:idx val="1"/>
          <c:order val="1"/>
          <c:tx>
            <c:strRef>
              <c:f>Sheet2!$J$1</c:f>
              <c:strCache>
                <c:ptCount val="1"/>
                <c:pt idx="0">
                  <c:v>其他</c:v>
                </c:pt>
              </c:strCache>
            </c:strRef>
          </c:tx>
          <c:spPr>
            <a:solidFill>
              <a:srgbClr val="00B0F0"/>
            </a:solidFill>
            <a:ln>
              <a:noFill/>
            </a:ln>
            <a:effectLst/>
          </c:spPr>
          <c:invertIfNegative val="0"/>
          <c:dLbls>
            <c:dLbl>
              <c:idx val="0"/>
              <c:layout>
                <c:manualLayout>
                  <c:x val="0"/>
                  <c:y val="-0.078397212543554"/>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6970</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0.029616724738676"/>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5699</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0176974664679583"/>
                  <c:y val="-0.184259346454469"/>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6838</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0745156482861401"/>
                  <c:y val="-0.0574912891986063"/>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5</a:t>
                    </a: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702</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9.31445603576751e-5"/>
                  <c:y val="-0.186858461248705"/>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4478</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0014903129657228"/>
                  <c:y val="-0.0365853658536585"/>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4774</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6"/>
              <c:layout>
                <c:manualLayout>
                  <c:x val="0.000745156482861401"/>
                  <c:y val="-0.10801393728223"/>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4375</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7"/>
              <c:layout>
                <c:manualLayout>
                  <c:x val="0.000745156482861401"/>
                  <c:y val="-0.0592334494773519"/>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4837</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8"/>
              <c:layout>
                <c:manualLayout>
                  <c:x val="-0.000745156482861401"/>
                  <c:y val="-0.0331010452961672"/>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4684</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9"/>
              <c:layout>
                <c:manualLayout>
                  <c:x val="-0.00121087928464978"/>
                  <c:y val="-0.120322064224503"/>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4459</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0"/>
              <c:layout>
                <c:manualLayout>
                  <c:x val="-0.000745156482861401"/>
                  <c:y val="-0.0400696864111498"/>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4810</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1"/>
              <c:layout>
                <c:manualLayout>
                  <c:x val="-0.000745156482861401"/>
                  <c:y val="-0.0958188153310105"/>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4243</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2"/>
              <c:layout>
                <c:manualLayout>
                  <c:x val="0"/>
                  <c:y val="-0.0278745644599303"/>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3224</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3"/>
              <c:layout>
                <c:manualLayout>
                  <c:x val="-0.000745156482861401"/>
                  <c:y val="-0.0365853658536585"/>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3305</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4"/>
              <c:layout>
                <c:manualLayout>
                  <c:x val="0.0014903129657228"/>
                  <c:y val="-0.0679442508710801"/>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2249</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5"/>
              <c:layout>
                <c:manualLayout>
                  <c:x val="-0.000745156482861401"/>
                  <c:y val="-0.0696864111498258"/>
                </c:manualLayout>
              </c:layout>
              <c:tx>
                <c:rich>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2383</a:t>
                    </a:r>
                    <a:endParaRPr lang="en-US" alt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Sheet2!$H$2:$H$17</c:f>
              <c:strCache>
                <c:ptCount val="16"/>
                <c:pt idx="0">
                  <c:v>灵绍</c:v>
                </c:pt>
                <c:pt idx="1">
                  <c:v>天中</c:v>
                </c:pt>
                <c:pt idx="2">
                  <c:v>雁淮</c:v>
                </c:pt>
                <c:pt idx="3">
                  <c:v>吉泉</c:v>
                </c:pt>
                <c:pt idx="4">
                  <c:v>鲁固</c:v>
                </c:pt>
                <c:pt idx="5">
                  <c:v>锦苏</c:v>
                </c:pt>
                <c:pt idx="6">
                  <c:v>祁韶</c:v>
                </c:pt>
                <c:pt idx="7">
                  <c:v>昭沂</c:v>
                </c:pt>
                <c:pt idx="8">
                  <c:v>复奉</c:v>
                </c:pt>
                <c:pt idx="9">
                  <c:v>锡泰</c:v>
                </c:pt>
                <c:pt idx="10">
                  <c:v>宾金</c:v>
                </c:pt>
                <c:pt idx="11">
                  <c:v>陕武</c:v>
                </c:pt>
                <c:pt idx="12">
                  <c:v>建苏</c:v>
                </c:pt>
                <c:pt idx="13">
                  <c:v>金塘</c:v>
                </c:pt>
                <c:pt idx="14">
                  <c:v>雅湖</c:v>
                </c:pt>
                <c:pt idx="15">
                  <c:v>青豫</c:v>
                </c:pt>
              </c:strCache>
            </c:strRef>
          </c:cat>
          <c:val>
            <c:numRef>
              <c:f>Sheet2!$J$2:$J$17</c:f>
              <c:numCache>
                <c:formatCode>0_ </c:formatCode>
                <c:ptCount val="16"/>
                <c:pt idx="0">
                  <c:v>1206</c:v>
                </c:pt>
                <c:pt idx="1">
                  <c:v>72</c:v>
                </c:pt>
                <c:pt idx="2">
                  <c:v>2977</c:v>
                </c:pt>
                <c:pt idx="3">
                  <c:v>423</c:v>
                </c:pt>
                <c:pt idx="4">
                  <c:v>2825</c:v>
                </c:pt>
                <c:pt idx="5">
                  <c:v>294</c:v>
                </c:pt>
                <c:pt idx="6">
                  <c:v>614</c:v>
                </c:pt>
                <c:pt idx="7">
                  <c:v>559</c:v>
                </c:pt>
                <c:pt idx="8">
                  <c:v>429</c:v>
                </c:pt>
                <c:pt idx="9">
                  <c:v>1931</c:v>
                </c:pt>
                <c:pt idx="10">
                  <c:v>523</c:v>
                </c:pt>
                <c:pt idx="11">
                  <c:v>1088</c:v>
                </c:pt>
                <c:pt idx="12">
                  <c:v>185</c:v>
                </c:pt>
                <c:pt idx="13">
                  <c:v>376</c:v>
                </c:pt>
                <c:pt idx="14">
                  <c:v>652</c:v>
                </c:pt>
                <c:pt idx="15">
                  <c:v>1025</c:v>
                </c:pt>
              </c:numCache>
            </c:numRef>
          </c:val>
        </c:ser>
        <c:dLbls>
          <c:showLegendKey val="0"/>
          <c:showVal val="0"/>
          <c:showCatName val="0"/>
          <c:showSerName val="0"/>
          <c:showPercent val="0"/>
          <c:showBubbleSize val="0"/>
        </c:dLbls>
        <c:gapWidth val="150"/>
        <c:overlap val="100"/>
        <c:axId val="599409815"/>
        <c:axId val="164661985"/>
      </c:barChart>
      <c:lineChart>
        <c:grouping val="standard"/>
        <c:varyColors val="0"/>
        <c:ser>
          <c:idx val="2"/>
          <c:order val="2"/>
          <c:tx>
            <c:strRef>
              <c:f>Sheet2!$K$1</c:f>
              <c:strCache>
                <c:ptCount val="1"/>
                <c:pt idx="0">
                  <c:v>清洁能源占比</c:v>
                </c:pt>
              </c:strCache>
            </c:strRef>
          </c:tx>
          <c:spPr>
            <a:ln w="28575" cap="rnd" cmpd="sng">
              <a:solidFill>
                <a:srgbClr val="34E57D"/>
              </a:solidFill>
              <a:prstDash val="solid"/>
              <a:round/>
              <a:headEnd type="none"/>
              <a:tailEnd type="none"/>
            </a:ln>
            <a:effectLst/>
            <a:sp3d contourW="28575"/>
          </c:spPr>
          <c:marker>
            <c:symbol val="none"/>
          </c:marker>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Sheet2!$H$2:$H$17</c:f>
              <c:strCache>
                <c:ptCount val="16"/>
                <c:pt idx="0">
                  <c:v>灵绍</c:v>
                </c:pt>
                <c:pt idx="1">
                  <c:v>天中</c:v>
                </c:pt>
                <c:pt idx="2">
                  <c:v>雁淮</c:v>
                </c:pt>
                <c:pt idx="3">
                  <c:v>吉泉</c:v>
                </c:pt>
                <c:pt idx="4">
                  <c:v>鲁固</c:v>
                </c:pt>
                <c:pt idx="5">
                  <c:v>锦苏</c:v>
                </c:pt>
                <c:pt idx="6">
                  <c:v>祁韶</c:v>
                </c:pt>
                <c:pt idx="7">
                  <c:v>昭沂</c:v>
                </c:pt>
                <c:pt idx="8">
                  <c:v>复奉</c:v>
                </c:pt>
                <c:pt idx="9">
                  <c:v>锡泰</c:v>
                </c:pt>
                <c:pt idx="10">
                  <c:v>宾金</c:v>
                </c:pt>
                <c:pt idx="11">
                  <c:v>陕武</c:v>
                </c:pt>
                <c:pt idx="12">
                  <c:v>建苏</c:v>
                </c:pt>
                <c:pt idx="13">
                  <c:v>金塘</c:v>
                </c:pt>
                <c:pt idx="14">
                  <c:v>雅湖</c:v>
                </c:pt>
                <c:pt idx="15">
                  <c:v>青豫</c:v>
                </c:pt>
              </c:strCache>
            </c:strRef>
          </c:cat>
          <c:val>
            <c:numRef>
              <c:f>Sheet2!$K$2:$K$17</c:f>
              <c:numCache>
                <c:formatCode>0.00%</c:formatCode>
                <c:ptCount val="16"/>
                <c:pt idx="0">
                  <c:v>0.2183</c:v>
                </c:pt>
                <c:pt idx="1">
                  <c:v>0.3911</c:v>
                </c:pt>
                <c:pt idx="2">
                  <c:v>0.3044</c:v>
                </c:pt>
                <c:pt idx="3">
                  <c:v>0.2677</c:v>
                </c:pt>
                <c:pt idx="4">
                  <c:v>0.587</c:v>
                </c:pt>
                <c:pt idx="5">
                  <c:v>0.9984</c:v>
                </c:pt>
                <c:pt idx="6">
                  <c:v>0.4342</c:v>
                </c:pt>
                <c:pt idx="7">
                  <c:v>0.1776</c:v>
                </c:pt>
                <c:pt idx="8">
                  <c:v>0.952</c:v>
                </c:pt>
                <c:pt idx="9">
                  <c:v>0.3063</c:v>
                </c:pt>
                <c:pt idx="10">
                  <c:v>0.9435</c:v>
                </c:pt>
                <c:pt idx="11">
                  <c:v>0.1128</c:v>
                </c:pt>
                <c:pt idx="12">
                  <c:v>0.9926</c:v>
                </c:pt>
                <c:pt idx="13">
                  <c:v>0.9632</c:v>
                </c:pt>
                <c:pt idx="14">
                  <c:v>0.9925</c:v>
                </c:pt>
                <c:pt idx="15">
                  <c:v>0.9726</c:v>
                </c:pt>
              </c:numCache>
            </c:numRef>
          </c:val>
          <c:smooth val="0"/>
        </c:ser>
        <c:dLbls>
          <c:showLegendKey val="0"/>
          <c:showVal val="0"/>
          <c:showCatName val="0"/>
          <c:showSerName val="0"/>
          <c:showPercent val="0"/>
          <c:showBubbleSize val="0"/>
        </c:dLbls>
        <c:marker val="0"/>
        <c:smooth val="0"/>
        <c:axId val="298642106"/>
        <c:axId val="400704197"/>
      </c:lineChart>
      <c:catAx>
        <c:axId val="599409815"/>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164661985"/>
        <c:crosses val="autoZero"/>
        <c:auto val="1"/>
        <c:lblAlgn val="ctr"/>
        <c:lblOffset val="100"/>
        <c:noMultiLvlLbl val="0"/>
      </c:catAx>
      <c:valAx>
        <c:axId val="164661985"/>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599409815"/>
        <c:crosses val="autoZero"/>
        <c:crossBetween val="between"/>
      </c:valAx>
      <c:catAx>
        <c:axId val="298642106"/>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00704197"/>
        <c:crosses val="autoZero"/>
        <c:auto val="1"/>
        <c:lblAlgn val="ctr"/>
        <c:lblOffset val="100"/>
        <c:noMultiLvlLbl val="0"/>
      </c:catAx>
      <c:valAx>
        <c:axId val="400704197"/>
        <c:scaling>
          <c:orientation val="minMax"/>
        </c:scaling>
        <c:delete val="0"/>
        <c:axPos val="r"/>
        <c:numFmt formatCode="0%" sourceLinked="0"/>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298642106"/>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noFill/>
      <a:round/>
    </a:ln>
    <a:effectLst/>
  </c:spPr>
  <c:txPr>
    <a:bodyPr/>
    <a:lstStyle/>
    <a:p>
      <a:pPr>
        <a:defRPr lang="zh-CN" sz="9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'[ppt数据-2.23增加.xls]Sheet1'!$K$48</c:f>
              <c:strCache>
                <c:ptCount val="1"/>
                <c:pt idx="0">
                  <c:v>点对网</c:v>
                </c:pt>
              </c:strCache>
            </c:strRef>
          </c:tx>
          <c:spPr>
            <a:solidFill>
              <a:srgbClr val="FD724D"/>
            </a:solidFill>
            <a:ln>
              <a:noFill/>
            </a:ln>
            <a:effectLst/>
          </c:spPr>
          <c:invertIfNegative val="0"/>
          <c:dPt>
            <c:idx val="0"/>
            <c:invertIfNegative val="0"/>
            <c:bubble3D val="0"/>
          </c:dPt>
          <c:dLbls>
            <c:delete val="1"/>
          </c:dLbls>
          <c:cat>
            <c:strRef>
              <c:f>'[ppt数据-2.23增加.xls]Sheet1'!$J$49:$J$52</c:f>
              <c:strCache>
                <c:ptCount val="4"/>
                <c:pt idx="0">
                  <c:v>火电</c:v>
                </c:pt>
                <c:pt idx="1">
                  <c:v>水电</c:v>
                </c:pt>
                <c:pt idx="2">
                  <c:v>新能源</c:v>
                </c:pt>
                <c:pt idx="3">
                  <c:v>核电</c:v>
                </c:pt>
              </c:strCache>
            </c:strRef>
          </c:cat>
          <c:val>
            <c:numRef>
              <c:f>'[ppt数据-2.23增加.xls]Sheet1'!$K$49:$K$52</c:f>
              <c:numCache>
                <c:formatCode>General</c:formatCode>
                <c:ptCount val="4"/>
                <c:pt idx="0">
                  <c:v>6610</c:v>
                </c:pt>
                <c:pt idx="1">
                  <c:v>3582</c:v>
                </c:pt>
                <c:pt idx="2">
                  <c:v>949</c:v>
                </c:pt>
                <c:pt idx="3">
                  <c:v>489</c:v>
                </c:pt>
              </c:numCache>
            </c:numRef>
          </c:val>
        </c:ser>
        <c:ser>
          <c:idx val="1"/>
          <c:order val="1"/>
          <c:tx>
            <c:strRef>
              <c:f>'[ppt数据-2.23增加.xls]Sheet1'!$L$48</c:f>
              <c:strCache>
                <c:ptCount val="1"/>
                <c:pt idx="0">
                  <c:v>网对网</c:v>
                </c:pt>
              </c:strCache>
            </c:strRef>
          </c:tx>
          <c:spPr>
            <a:solidFill>
              <a:srgbClr val="0EBDA4"/>
            </a:solidFill>
            <a:ln>
              <a:noFill/>
            </a:ln>
            <a:effectLst/>
          </c:spPr>
          <c:invertIfNegative val="0"/>
          <c:dLbls>
            <c:dLbl>
              <c:idx val="0"/>
              <c:layout>
                <c:manualLayout>
                  <c:x val="0"/>
                  <c:y val="-0.104849884526559"/>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rPr lang="en-US" altLang="zh-CN"/>
                      <a:t>8587</a:t>
                    </a:r>
                    <a:endParaRPr lang="en-US" altLang="zh-CN"/>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0.0247113163972286"/>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rPr lang="en-US" altLang="zh-CN"/>
                      <a:t>3753</a:t>
                    </a:r>
                    <a:endParaRPr lang="en-US" altLang="zh-CN"/>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
                  <c:y val="-0.0877598152424942"/>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rPr lang="en-US" altLang="zh-CN"/>
                      <a:t>2235</a:t>
                    </a:r>
                    <a:endParaRPr lang="en-US" altLang="zh-CN"/>
                  </a:p>
                </c:rich>
              </c:tx>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208333333333333"/>
                  <c:y val="-0.0196304849884527"/>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t>4</a:t>
                    </a:r>
                    <a:r>
                      <a:rPr lang="en-US" altLang="zh-CN"/>
                      <a:t>93</a:t>
                    </a:r>
                    <a:endParaRPr lang="en-US" altLang="zh-CN"/>
                  </a:p>
                </c:rich>
              </c:tx>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'[ppt数据-2.23增加.xls]Sheet1'!$J$49:$J$52</c:f>
              <c:strCache>
                <c:ptCount val="4"/>
                <c:pt idx="0">
                  <c:v>火电</c:v>
                </c:pt>
                <c:pt idx="1">
                  <c:v>水电</c:v>
                </c:pt>
                <c:pt idx="2">
                  <c:v>新能源</c:v>
                </c:pt>
                <c:pt idx="3">
                  <c:v>核电</c:v>
                </c:pt>
              </c:strCache>
            </c:strRef>
          </c:cat>
          <c:val>
            <c:numRef>
              <c:f>'[ppt数据-2.23增加.xls]Sheet1'!$L$49:$L$52</c:f>
              <c:numCache>
                <c:formatCode>General</c:formatCode>
                <c:ptCount val="4"/>
                <c:pt idx="0">
                  <c:v>1977</c:v>
                </c:pt>
                <c:pt idx="1">
                  <c:v>171</c:v>
                </c:pt>
                <c:pt idx="2">
                  <c:v>1286</c:v>
                </c:pt>
                <c:pt idx="3">
                  <c:v>4</c:v>
                </c:pt>
              </c:numCache>
            </c:numRef>
          </c:val>
        </c:ser>
        <c:dLbls>
          <c:showLegendKey val="0"/>
          <c:showVal val="0"/>
          <c:showCatName val="0"/>
          <c:showSerName val="0"/>
          <c:showPercent val="0"/>
          <c:showBubbleSize val="0"/>
        </c:dLbls>
        <c:gapWidth val="219"/>
        <c:overlap val="100"/>
        <c:axId val="294862891"/>
        <c:axId val="957793411"/>
      </c:barChart>
      <c:lineChart>
        <c:grouping val="standard"/>
        <c:varyColors val="0"/>
        <c:ser>
          <c:idx val="2"/>
          <c:order val="2"/>
          <c:tx>
            <c:strRef>
              <c:f>'[ppt数据-2.23增加.xls]Sheet1'!$M$48</c:f>
              <c:strCache>
                <c:ptCount val="1"/>
                <c:pt idx="0">
                  <c:v>同比</c:v>
                </c:pt>
              </c:strCache>
            </c:strRef>
          </c:tx>
          <c:spPr>
            <a:ln w="28575" cap="rnd">
              <a:solidFill>
                <a:schemeClr val="accent3"/>
              </a:solidFill>
              <a:round/>
            </a:ln>
            <a:effectLst/>
          </c:spPr>
          <c:marker>
            <c:symbol val="none"/>
          </c:marker>
          <c:dLbls>
            <c:dLbl>
              <c:idx val="3"/>
              <c:layout>
                <c:manualLayout>
                  <c:x val="0"/>
                  <c:y val="0.0277136258660508"/>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'[ppt数据-2.23增加.xls]Sheet1'!$J$49:$J$52</c:f>
              <c:strCache>
                <c:ptCount val="4"/>
                <c:pt idx="0">
                  <c:v>火电</c:v>
                </c:pt>
                <c:pt idx="1">
                  <c:v>水电</c:v>
                </c:pt>
                <c:pt idx="2">
                  <c:v>新能源</c:v>
                </c:pt>
                <c:pt idx="3">
                  <c:v>核电</c:v>
                </c:pt>
              </c:strCache>
            </c:strRef>
          </c:cat>
          <c:val>
            <c:numRef>
              <c:f>'[ppt数据-2.23增加.xls]Sheet1'!$M$49:$M$52</c:f>
              <c:numCache>
                <c:formatCode>0.00%</c:formatCode>
                <c:ptCount val="4"/>
                <c:pt idx="0">
                  <c:v>0.0449014358724751</c:v>
                </c:pt>
                <c:pt idx="1">
                  <c:v>0.0710616438356164</c:v>
                </c:pt>
                <c:pt idx="2">
                  <c:v>0.267725467952354</c:v>
                </c:pt>
                <c:pt idx="3">
                  <c:v>-0.014</c:v>
                </c:pt>
              </c:numCache>
            </c:numRef>
          </c:val>
          <c:smooth val="0"/>
        </c:ser>
        <c:ser>
          <c:idx val="3"/>
          <c:order val="3"/>
          <c:tx>
            <c:strRef>
              <c:f>'[ppt数据-2.23增加.xls]Sheet1'!$N$48</c:f>
              <c:strCache>
                <c:ptCount val="1"/>
                <c:pt idx="0">
                  <c:v>较去年占比变化</c:v>
                </c:pt>
              </c:strCache>
            </c:strRef>
          </c:tx>
          <c:spPr>
            <a:ln w="28575" cap="rnd">
              <a:solidFill>
                <a:srgbClr val="FFD34C"/>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'[ppt数据-2.23增加.xls]Sheet1'!$J$49:$J$52</c:f>
              <c:strCache>
                <c:ptCount val="4"/>
                <c:pt idx="0">
                  <c:v>火电</c:v>
                </c:pt>
                <c:pt idx="1">
                  <c:v>水电</c:v>
                </c:pt>
                <c:pt idx="2">
                  <c:v>新能源</c:v>
                </c:pt>
                <c:pt idx="3">
                  <c:v>核电</c:v>
                </c:pt>
              </c:strCache>
            </c:strRef>
          </c:cat>
          <c:val>
            <c:numRef>
              <c:f>'[ppt数据-2.23增加.xls]Sheet1'!$N$49:$N$52</c:f>
              <c:numCache>
                <c:formatCode>0.00%</c:formatCode>
                <c:ptCount val="4"/>
                <c:pt idx="0">
                  <c:v>-0.0177464069688987</c:v>
                </c:pt>
                <c:pt idx="1">
                  <c:v>-0.00148328649367296</c:v>
                </c:pt>
                <c:pt idx="2">
                  <c:v>0.0222639420160722</c:v>
                </c:pt>
                <c:pt idx="3">
                  <c:v>-0.00303424855350062</c:v>
                </c:pt>
              </c:numCache>
            </c:numRef>
          </c:val>
          <c:smooth val="0"/>
        </c:ser>
        <c:dLbls>
          <c:showLegendKey val="0"/>
          <c:showVal val="0"/>
          <c:showCatName val="0"/>
          <c:showSerName val="0"/>
          <c:showPercent val="0"/>
          <c:showBubbleSize val="0"/>
        </c:dLbls>
        <c:marker val="0"/>
        <c:smooth val="0"/>
        <c:axId val="129100141"/>
        <c:axId val="493105753"/>
      </c:lineChart>
      <c:catAx>
        <c:axId val="29486289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57793411"/>
        <c:crosses val="autoZero"/>
        <c:auto val="1"/>
        <c:lblAlgn val="ctr"/>
        <c:lblOffset val="100"/>
        <c:noMultiLvlLbl val="0"/>
      </c:catAx>
      <c:valAx>
        <c:axId val="9577934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94862891"/>
        <c:crosses val="autoZero"/>
        <c:crossBetween val="between"/>
      </c:valAx>
      <c:catAx>
        <c:axId val="129100141"/>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93105753"/>
        <c:crosses val="autoZero"/>
        <c:auto val="1"/>
        <c:lblAlgn val="ctr"/>
        <c:lblOffset val="100"/>
        <c:noMultiLvlLbl val="0"/>
      </c:catAx>
      <c:valAx>
        <c:axId val="493105753"/>
        <c:scaling>
          <c:orientation val="minMax"/>
        </c:scaling>
        <c:delete val="0"/>
        <c:axPos val="r"/>
        <c:numFmt formatCode="0%" sourceLinked="0"/>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29100141"/>
        <c:crosses val="max"/>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'[ppt数据2.xlsx]2024年省间交易价格'!$B$38</c:f>
              <c:strCache>
                <c:ptCount val="1"/>
                <c:pt idx="0">
                  <c:v>2022年</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'[ppt数据2.xlsx]2024年省间交易价格'!$C$37:$D$37</c:f>
              <c:strCache>
                <c:ptCount val="2"/>
                <c:pt idx="0">
                  <c:v>7月</c:v>
                </c:pt>
                <c:pt idx="1">
                  <c:v>8月</c:v>
                </c:pt>
              </c:strCache>
            </c:strRef>
          </c:cat>
          <c:val>
            <c:numRef>
              <c:f>'[ppt数据2.xlsx]2024年省间交易价格'!$C$38:$D$38</c:f>
              <c:numCache>
                <c:formatCode>0.00%</c:formatCode>
                <c:ptCount val="2"/>
                <c:pt idx="0">
                  <c:v>0.97156887004296</c:v>
                </c:pt>
                <c:pt idx="1">
                  <c:v>0.961841716846408</c:v>
                </c:pt>
              </c:numCache>
            </c:numRef>
          </c:val>
        </c:ser>
        <c:ser>
          <c:idx val="1"/>
          <c:order val="1"/>
          <c:tx>
            <c:strRef>
              <c:f>'[ppt数据2.xlsx]2024年省间交易价格'!$B$39</c:f>
              <c:strCache>
                <c:ptCount val="1"/>
                <c:pt idx="0">
                  <c:v>2023年</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'[ppt数据2.xlsx]2024年省间交易价格'!$C$37:$D$37</c:f>
              <c:strCache>
                <c:ptCount val="2"/>
                <c:pt idx="0">
                  <c:v>7月</c:v>
                </c:pt>
                <c:pt idx="1">
                  <c:v>8月</c:v>
                </c:pt>
              </c:strCache>
            </c:strRef>
          </c:cat>
          <c:val>
            <c:numRef>
              <c:f>'[ppt数据2.xlsx]2024年省间交易价格'!$C$39:$D$39</c:f>
              <c:numCache>
                <c:formatCode>0.00%</c:formatCode>
                <c:ptCount val="2"/>
                <c:pt idx="0">
                  <c:v>0.967448485502713</c:v>
                </c:pt>
                <c:pt idx="1">
                  <c:v>0.970549816602109</c:v>
                </c:pt>
              </c:numCache>
            </c:numRef>
          </c:val>
        </c:ser>
        <c:ser>
          <c:idx val="2"/>
          <c:order val="2"/>
          <c:tx>
            <c:strRef>
              <c:f>'[ppt数据2.xlsx]2024年省间交易价格'!$B$40</c:f>
              <c:strCache>
                <c:ptCount val="1"/>
                <c:pt idx="0">
                  <c:v>2024年</c:v>
                </c:pt>
              </c:strCache>
            </c:strRef>
          </c:tx>
          <c:spPr>
            <a:solidFill>
              <a:schemeClr val="accent3"/>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'[ppt数据2.xlsx]2024年省间交易价格'!$C$37:$D$37</c:f>
              <c:strCache>
                <c:ptCount val="2"/>
                <c:pt idx="0">
                  <c:v>7月</c:v>
                </c:pt>
                <c:pt idx="1">
                  <c:v>8月</c:v>
                </c:pt>
              </c:strCache>
            </c:strRef>
          </c:cat>
          <c:val>
            <c:numRef>
              <c:f>'[ppt数据2.xlsx]2024年省间交易价格'!$C$40:$D$40</c:f>
              <c:numCache>
                <c:formatCode>0.00%</c:formatCode>
                <c:ptCount val="2"/>
                <c:pt idx="0">
                  <c:v>0.977554808074206</c:v>
                </c:pt>
                <c:pt idx="1">
                  <c:v>0.973115871690432</c:v>
                </c:pt>
              </c:numCache>
            </c:numRef>
          </c:val>
        </c:ser>
        <c:dLbls>
          <c:showLegendKey val="0"/>
          <c:showVal val="0"/>
          <c:showCatName val="0"/>
          <c:showSerName val="0"/>
          <c:showPercent val="0"/>
          <c:showBubbleSize val="0"/>
        </c:dLbls>
        <c:gapWidth val="219"/>
        <c:overlap val="-27"/>
        <c:axId val="52685010"/>
        <c:axId val="322880628"/>
      </c:barChart>
      <c:catAx>
        <c:axId val="5268501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22880628"/>
        <c:crosses val="autoZero"/>
        <c:auto val="1"/>
        <c:lblAlgn val="ctr"/>
        <c:lblOffset val="100"/>
        <c:noMultiLvlLbl val="0"/>
      </c:catAx>
      <c:valAx>
        <c:axId val="32288062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268501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401579041808721"/>
          <c:y val="0.0665054413542926"/>
          <c:w val="0.94010407321012"/>
          <c:h val="0.651874244256348"/>
        </c:manualLayout>
      </c:layout>
      <c:barChart>
        <c:barDir val="col"/>
        <c:grouping val="stacked"/>
        <c:varyColors val="0"/>
        <c:ser>
          <c:idx val="0"/>
          <c:order val="0"/>
          <c:tx>
            <c:strRef>
              <c:f>'[24年7-8月现货.xlsx]Sheet2'!$B$1</c:f>
              <c:strCache>
                <c:ptCount val="1"/>
                <c:pt idx="0">
                  <c:v>正向</c:v>
                </c:pt>
              </c:strCache>
            </c:strRef>
          </c:tx>
          <c:spPr>
            <a:solidFill>
              <a:schemeClr val="accent1"/>
            </a:solidFill>
            <a:ln>
              <a:noFill/>
            </a:ln>
            <a:effectLst/>
          </c:spPr>
          <c:invertIfNegative val="0"/>
          <c:dLbls>
            <c:delete val="1"/>
          </c:dLbls>
          <c:cat>
            <c:strRef>
              <c:f>'[24年7-8月现货.xlsx]Sheet2'!$A$2:$A$26</c:f>
              <c:strCache>
                <c:ptCount val="25"/>
                <c:pt idx="0">
                  <c:v>林枫</c:v>
                </c:pt>
                <c:pt idx="1">
                  <c:v>龙政</c:v>
                </c:pt>
                <c:pt idx="2">
                  <c:v>宾金</c:v>
                </c:pt>
                <c:pt idx="3">
                  <c:v>陕武</c:v>
                </c:pt>
                <c:pt idx="4">
                  <c:v>金塘</c:v>
                </c:pt>
                <c:pt idx="5">
                  <c:v>复奉</c:v>
                </c:pt>
                <c:pt idx="6">
                  <c:v>宜华</c:v>
                </c:pt>
                <c:pt idx="7">
                  <c:v>锦苏</c:v>
                </c:pt>
                <c:pt idx="8">
                  <c:v>青豫</c:v>
                </c:pt>
                <c:pt idx="9">
                  <c:v>德宝</c:v>
                </c:pt>
                <c:pt idx="10">
                  <c:v>建苏</c:v>
                </c:pt>
                <c:pt idx="11">
                  <c:v>锡泰</c:v>
                </c:pt>
                <c:pt idx="12">
                  <c:v>雅湖</c:v>
                </c:pt>
                <c:pt idx="13">
                  <c:v>雁淮</c:v>
                </c:pt>
                <c:pt idx="14">
                  <c:v>灵绍</c:v>
                </c:pt>
                <c:pt idx="15">
                  <c:v>葛南</c:v>
                </c:pt>
                <c:pt idx="16">
                  <c:v>吉泉</c:v>
                </c:pt>
                <c:pt idx="17">
                  <c:v>高岭</c:v>
                </c:pt>
                <c:pt idx="18">
                  <c:v>鲁固</c:v>
                </c:pt>
                <c:pt idx="19">
                  <c:v>祁韶</c:v>
                </c:pt>
                <c:pt idx="20">
                  <c:v>银东</c:v>
                </c:pt>
                <c:pt idx="21">
                  <c:v>昭沂</c:v>
                </c:pt>
                <c:pt idx="22">
                  <c:v>长南荆</c:v>
                </c:pt>
                <c:pt idx="23">
                  <c:v>天中</c:v>
                </c:pt>
                <c:pt idx="24">
                  <c:v>灵宝</c:v>
                </c:pt>
              </c:strCache>
            </c:strRef>
          </c:cat>
          <c:val>
            <c:numRef>
              <c:f>'[24年7-8月现货.xlsx]Sheet2'!$B$2:$B$26</c:f>
              <c:numCache>
                <c:formatCode>0.0_ </c:formatCode>
                <c:ptCount val="25"/>
                <c:pt idx="0">
                  <c:v>14.23029876</c:v>
                </c:pt>
                <c:pt idx="1">
                  <c:v>13.81457719</c:v>
                </c:pt>
                <c:pt idx="2">
                  <c:v>8.38607483</c:v>
                </c:pt>
                <c:pt idx="3">
                  <c:v>6.95790681</c:v>
                </c:pt>
                <c:pt idx="4">
                  <c:v>3.72064783</c:v>
                </c:pt>
                <c:pt idx="5">
                  <c:v>2.09634631</c:v>
                </c:pt>
                <c:pt idx="6">
                  <c:v>4.95333699</c:v>
                </c:pt>
                <c:pt idx="7">
                  <c:v>3.84604149</c:v>
                </c:pt>
                <c:pt idx="8">
                  <c:v>3.43089639</c:v>
                </c:pt>
                <c:pt idx="9">
                  <c:v>3.31668455</c:v>
                </c:pt>
                <c:pt idx="10">
                  <c:v>2.22957078</c:v>
                </c:pt>
                <c:pt idx="11">
                  <c:v>1.91364567</c:v>
                </c:pt>
                <c:pt idx="12">
                  <c:v>1.75249805</c:v>
                </c:pt>
                <c:pt idx="13">
                  <c:v>0.97308458</c:v>
                </c:pt>
                <c:pt idx="14">
                  <c:v>1.36614267</c:v>
                </c:pt>
                <c:pt idx="15">
                  <c:v>1.35097936</c:v>
                </c:pt>
                <c:pt idx="16">
                  <c:v>1.183763</c:v>
                </c:pt>
                <c:pt idx="17">
                  <c:v>1.0137975</c:v>
                </c:pt>
                <c:pt idx="18">
                  <c:v>0.9829375</c:v>
                </c:pt>
                <c:pt idx="19">
                  <c:v>0.95847581</c:v>
                </c:pt>
                <c:pt idx="20">
                  <c:v>0.33180403</c:v>
                </c:pt>
                <c:pt idx="21">
                  <c:v>0.59420277</c:v>
                </c:pt>
                <c:pt idx="22">
                  <c:v>0.04840916</c:v>
                </c:pt>
                <c:pt idx="23">
                  <c:v>0.14309</c:v>
                </c:pt>
                <c:pt idx="24">
                  <c:v>0.0275254</c:v>
                </c:pt>
              </c:numCache>
            </c:numRef>
          </c:val>
        </c:ser>
        <c:ser>
          <c:idx val="1"/>
          <c:order val="1"/>
          <c:tx>
            <c:strRef>
              <c:f>'[24年7-8月现货.xlsx]Sheet2'!$C$1</c:f>
              <c:strCache>
                <c:ptCount val="1"/>
                <c:pt idx="0">
                  <c:v>反向</c:v>
                </c:pt>
              </c:strCache>
            </c:strRef>
          </c:tx>
          <c:spPr>
            <a:solidFill>
              <a:schemeClr val="accent5">
                <a:lumMod val="60000"/>
                <a:lumOff val="40000"/>
              </a:schemeClr>
            </a:solidFill>
            <a:ln>
              <a:noFill/>
            </a:ln>
            <a:effectLst/>
          </c:spPr>
          <c:invertIfNegative val="0"/>
          <c:dLbls>
            <c:delete val="1"/>
          </c:dLbls>
          <c:cat>
            <c:strRef>
              <c:f>'[24年7-8月现货.xlsx]Sheet2'!$A$2:$A$26</c:f>
              <c:strCache>
                <c:ptCount val="25"/>
                <c:pt idx="0">
                  <c:v>林枫</c:v>
                </c:pt>
                <c:pt idx="1">
                  <c:v>龙政</c:v>
                </c:pt>
                <c:pt idx="2">
                  <c:v>宾金</c:v>
                </c:pt>
                <c:pt idx="3">
                  <c:v>陕武</c:v>
                </c:pt>
                <c:pt idx="4">
                  <c:v>金塘</c:v>
                </c:pt>
                <c:pt idx="5">
                  <c:v>复奉</c:v>
                </c:pt>
                <c:pt idx="6">
                  <c:v>宜华</c:v>
                </c:pt>
                <c:pt idx="7">
                  <c:v>锦苏</c:v>
                </c:pt>
                <c:pt idx="8">
                  <c:v>青豫</c:v>
                </c:pt>
                <c:pt idx="9">
                  <c:v>德宝</c:v>
                </c:pt>
                <c:pt idx="10">
                  <c:v>建苏</c:v>
                </c:pt>
                <c:pt idx="11">
                  <c:v>锡泰</c:v>
                </c:pt>
                <c:pt idx="12">
                  <c:v>雅湖</c:v>
                </c:pt>
                <c:pt idx="13">
                  <c:v>雁淮</c:v>
                </c:pt>
                <c:pt idx="14">
                  <c:v>灵绍</c:v>
                </c:pt>
                <c:pt idx="15">
                  <c:v>葛南</c:v>
                </c:pt>
                <c:pt idx="16">
                  <c:v>吉泉</c:v>
                </c:pt>
                <c:pt idx="17">
                  <c:v>高岭</c:v>
                </c:pt>
                <c:pt idx="18">
                  <c:v>鲁固</c:v>
                </c:pt>
                <c:pt idx="19">
                  <c:v>祁韶</c:v>
                </c:pt>
                <c:pt idx="20">
                  <c:v>银东</c:v>
                </c:pt>
                <c:pt idx="21">
                  <c:v>昭沂</c:v>
                </c:pt>
                <c:pt idx="22">
                  <c:v>长南荆</c:v>
                </c:pt>
                <c:pt idx="23">
                  <c:v>天中</c:v>
                </c:pt>
                <c:pt idx="24">
                  <c:v>灵宝</c:v>
                </c:pt>
              </c:strCache>
            </c:strRef>
          </c:cat>
          <c:val>
            <c:numRef>
              <c:f>'[24年7-8月现货.xlsx]Sheet2'!$C$2:$C$26</c:f>
              <c:numCache>
                <c:formatCode>0.0_ </c:formatCode>
                <c:ptCount val="25"/>
                <c:pt idx="0">
                  <c:v>0.0102725</c:v>
                </c:pt>
                <c:pt idx="1">
                  <c:v>0.0021625</c:v>
                </c:pt>
                <c:pt idx="2">
                  <c:v>2.80814315</c:v>
                </c:pt>
                <c:pt idx="3">
                  <c:v>0.06696259</c:v>
                </c:pt>
                <c:pt idx="4">
                  <c:v>2.91564044</c:v>
                </c:pt>
                <c:pt idx="5">
                  <c:v>4.19258557</c:v>
                </c:pt>
                <c:pt idx="7">
                  <c:v>0.00053192</c:v>
                </c:pt>
                <c:pt idx="8">
                  <c:v>0.00545942</c:v>
                </c:pt>
                <c:pt idx="9">
                  <c:v>0.061815</c:v>
                </c:pt>
                <c:pt idx="10">
                  <c:v>0.40173705</c:v>
                </c:pt>
                <c:pt idx="11">
                  <c:v>0.59442788</c:v>
                </c:pt>
                <c:pt idx="12">
                  <c:v>0.16895222</c:v>
                </c:pt>
                <c:pt idx="13">
                  <c:v>0.5516794</c:v>
                </c:pt>
                <c:pt idx="17">
                  <c:v>0.06569155</c:v>
                </c:pt>
                <c:pt idx="18">
                  <c:v>0.09104423</c:v>
                </c:pt>
                <c:pt idx="19">
                  <c:v>0.060445</c:v>
                </c:pt>
                <c:pt idx="20">
                  <c:v>0.664908060000001</c:v>
                </c:pt>
                <c:pt idx="21">
                  <c:v>0.05024587</c:v>
                </c:pt>
                <c:pt idx="22">
                  <c:v>0.22672796</c:v>
                </c:pt>
                <c:pt idx="23">
                  <c:v>0.0031127</c:v>
                </c:pt>
              </c:numCache>
            </c:numRef>
          </c:val>
        </c:ser>
        <c:dLbls>
          <c:showLegendKey val="0"/>
          <c:showVal val="0"/>
          <c:showCatName val="0"/>
          <c:showSerName val="0"/>
          <c:showPercent val="0"/>
          <c:showBubbleSize val="0"/>
        </c:dLbls>
        <c:gapWidth val="150"/>
        <c:overlap val="100"/>
        <c:axId val="974395094"/>
        <c:axId val="575672808"/>
      </c:barChart>
      <c:catAx>
        <c:axId val="97439509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75672808"/>
        <c:crosses val="autoZero"/>
        <c:auto val="1"/>
        <c:lblAlgn val="ctr"/>
        <c:lblOffset val="100"/>
        <c:noMultiLvlLbl val="0"/>
      </c:catAx>
      <c:valAx>
        <c:axId val="575672808"/>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4395094"/>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45989727380482"/>
          <c:y val="0.0485875954660146"/>
          <c:w val="0.829118925325958"/>
          <c:h val="0.83373063170441"/>
        </c:manualLayout>
      </c:layout>
      <c:pieChart>
        <c:varyColors val="1"/>
        <c:ser>
          <c:idx val="0"/>
          <c:order val="0"/>
          <c:tx>
            <c:strRef>
              <c:f>Sheet1!$M$10</c:f>
              <c:strCache>
                <c:ptCount val="1"/>
                <c:pt idx="0">
                  <c:v>占比</c:v>
                </c:pt>
              </c:strCache>
            </c:strRef>
          </c:tx>
          <c:spPr>
            <a:solidFill>
              <a:srgbClr val="C00000"/>
            </a:solidFill>
          </c:spPr>
          <c:explosion val="0"/>
          <c:dPt>
            <c:idx val="0"/>
            <c:bubble3D val="0"/>
            <c:spPr>
              <a:solidFill>
                <a:srgbClr val="FD724D"/>
              </a:solidFill>
              <a:ln w="19050">
                <a:solidFill>
                  <a:schemeClr val="lt1"/>
                </a:solidFill>
              </a:ln>
              <a:effectLst/>
            </c:spPr>
          </c:dPt>
          <c:dPt>
            <c:idx val="1"/>
            <c:bubble3D val="0"/>
            <c:spPr>
              <a:solidFill>
                <a:srgbClr val="0EBDA4"/>
              </a:solidFill>
              <a:ln w="19050">
                <a:solidFill>
                  <a:schemeClr val="lt1"/>
                </a:solidFill>
              </a:ln>
              <a:effectLst/>
            </c:spPr>
          </c:dPt>
          <c:dPt>
            <c:idx val="2"/>
            <c:bubble3D val="0"/>
            <c:spPr>
              <a:solidFill>
                <a:srgbClr val="00B0F0"/>
              </a:solidFill>
              <a:ln w="19050">
                <a:solidFill>
                  <a:schemeClr val="lt1"/>
                </a:solidFill>
              </a:ln>
              <a:effectLst/>
            </c:spPr>
          </c:dPt>
          <c:dLbls>
            <c:dLbl>
              <c:idx val="0"/>
              <c:layout>
                <c:manualLayout>
                  <c:x val="-0.126577451911053"/>
                  <c:y val="-0.24742443222623"/>
                </c:manualLayout>
              </c:layout>
              <c:numFmt formatCode="0.0%" sourceLinked="0"/>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FCFDFE"/>
                      </a:solidFill>
                      <a:latin typeface="黑体" panose="02010609060101010101" charset="-122"/>
                      <a:ea typeface="黑体" panose="02010609060101010101" charset="-122"/>
                      <a:cs typeface="黑体" panose="02010609060101010101" charset="-122"/>
                      <a:sym typeface="黑体" panose="02010609060101010101" charset="-122"/>
                    </a:defRPr>
                  </a:pPr>
                </a:p>
              </c:txPr>
              <c:dLblPos val="bestFit"/>
              <c:showLegendKey val="0"/>
              <c:showVal val="1"/>
              <c:showCatName val="1"/>
              <c:showSerName val="0"/>
              <c:showPercent val="0"/>
              <c:showBubbleSize val="0"/>
              <c:extLst>
                <c:ext xmlns:c15="http://schemas.microsoft.com/office/drawing/2012/chart" uri="{CE6537A1-D6FC-4f65-9D91-7224C49458BB}">
                  <c15:layout/>
                </c:ext>
              </c:extLst>
            </c:dLbl>
            <c:dLbl>
              <c:idx val="1"/>
              <c:layout>
                <c:manualLayout>
                  <c:x val="0.0960192704447838"/>
                  <c:y val="0.179394565581082"/>
                </c:manualLayout>
              </c:layout>
              <c:tx>
                <c:rich>
                  <a:bodyPr rot="0" spcFirstLastPara="0" vertOverflow="ellipsis" vert="horz" wrap="square" lIns="38100" tIns="19050" rIns="38100" bIns="19050" anchor="ctr" anchorCtr="1"/>
                  <a:lstStyle/>
                  <a:p>
                    <a:pPr defTabSz="914400">
                      <a:defRPr lang="zh-CN" sz="1000" b="1" i="0" u="none" strike="noStrike" kern="1200" baseline="0">
                        <a:solidFill>
                          <a:srgbClr val="FCFDFE"/>
                        </a:solidFill>
                        <a:latin typeface="黑体" panose="02010609060101010101" charset="-122"/>
                        <a:ea typeface="黑体" panose="02010609060101010101" charset="-122"/>
                        <a:cs typeface="黑体" panose="02010609060101010101" charset="-122"/>
                        <a:sym typeface="黑体" panose="02010609060101010101" charset="-122"/>
                      </a:defRPr>
                    </a:pPr>
                    <a:r>
                      <a:rPr sz="1000" b="1">
                        <a:latin typeface="黑体" panose="02010609060101010101" charset="-122"/>
                        <a:ea typeface="黑体" panose="02010609060101010101" charset="-122"/>
                        <a:cs typeface="黑体" panose="02010609060101010101" charset="-122"/>
                        <a:sym typeface="黑体" panose="02010609060101010101" charset="-122"/>
                      </a:rPr>
                      <a:t>月度,  </a:t>
                    </a:r>
                    <a:r>
                      <a:rPr lang="en-US" altLang="zh-CN" sz="1000" b="1">
                        <a:latin typeface="黑体" panose="02010609060101010101" charset="-122"/>
                        <a:ea typeface="黑体" panose="02010609060101010101" charset="-122"/>
                        <a:cs typeface="黑体" panose="02010609060101010101" charset="-122"/>
                        <a:sym typeface="黑体" panose="02010609060101010101" charset="-122"/>
                      </a:rPr>
                      <a:t>13.98</a:t>
                    </a:r>
                    <a:r>
                      <a:rPr sz="1000" b="1">
                        <a:latin typeface="黑体" panose="02010609060101010101" charset="-122"/>
                        <a:ea typeface="黑体" panose="02010609060101010101" charset="-122"/>
                        <a:cs typeface="黑体" panose="02010609060101010101" charset="-122"/>
                        <a:sym typeface="黑体" panose="02010609060101010101" charset="-122"/>
                      </a:rPr>
                      <a:t>%</a:t>
                    </a:r>
                    <a:endParaRPr sz="1000" b="1">
                      <a:latin typeface="黑体" panose="02010609060101010101" charset="-122"/>
                      <a:ea typeface="黑体" panose="02010609060101010101" charset="-122"/>
                      <a:cs typeface="黑体" panose="02010609060101010101" charset="-122"/>
                      <a:sym typeface="黑体" panose="02010609060101010101" charset="-122"/>
                    </a:endParaRPr>
                  </a:p>
                </c:rich>
              </c:tx>
              <c:dLblPos val="bestFit"/>
              <c:showLegendKey val="0"/>
              <c:showVal val="1"/>
              <c:showCatName val="1"/>
              <c:showSerName val="0"/>
              <c:showPercent val="0"/>
              <c:showBubbleSize val="0"/>
              <c:extLst>
                <c:ext xmlns:c15="http://schemas.microsoft.com/office/drawing/2012/chart" uri="{CE6537A1-D6FC-4f65-9D91-7224C49458BB}">
                  <c15:layout/>
                </c:ext>
              </c:extLst>
            </c:dLbl>
            <c:dLbl>
              <c:idx val="2"/>
              <c:layout>
                <c:manualLayout>
                  <c:x val="0.030636921921285"/>
                  <c:y val="0.105659161899977"/>
                </c:manualLayout>
              </c:layout>
              <c:tx>
                <c:rich>
                  <a:bodyPr rot="0" spcFirstLastPara="0" vertOverflow="ellipsis" vert="horz" wrap="square" lIns="38100" tIns="19050" rIns="38100" bIns="19050" anchor="ctr" anchorCtr="1"/>
                  <a:lstStyle/>
                  <a:p>
                    <a:pPr defTabSz="914400">
                      <a:defRPr lang="zh-CN" sz="1000" b="1" i="0" u="none" strike="noStrike" kern="1200" baseline="0">
                        <a:solidFill>
                          <a:srgbClr val="FCFDFE"/>
                        </a:solidFill>
                        <a:latin typeface="黑体" panose="02010609060101010101" charset="-122"/>
                        <a:ea typeface="黑体" panose="02010609060101010101" charset="-122"/>
                        <a:cs typeface="黑体" panose="02010609060101010101" charset="-122"/>
                        <a:sym typeface="黑体" panose="02010609060101010101" charset="-122"/>
                      </a:defRPr>
                    </a:pPr>
                    <a:r>
                      <a:rPr sz="1000" b="1">
                        <a:latin typeface="黑体" panose="02010609060101010101" charset="-122"/>
                        <a:ea typeface="黑体" panose="02010609060101010101" charset="-122"/>
                        <a:cs typeface="黑体" panose="02010609060101010101" charset="-122"/>
                        <a:sym typeface="黑体" panose="02010609060101010101" charset="-122"/>
                      </a:rPr>
                      <a:t>月内, 5.0</a:t>
                    </a:r>
                    <a:r>
                      <a:rPr lang="en-US" altLang="zh-CN" sz="1000" b="1">
                        <a:latin typeface="黑体" panose="02010609060101010101" charset="-122"/>
                        <a:ea typeface="黑体" panose="02010609060101010101" charset="-122"/>
                        <a:cs typeface="黑体" panose="02010609060101010101" charset="-122"/>
                        <a:sym typeface="黑体" panose="02010609060101010101" charset="-122"/>
                      </a:rPr>
                      <a:t>2</a:t>
                    </a:r>
                    <a:r>
                      <a:rPr sz="1000" b="1">
                        <a:latin typeface="黑体" panose="02010609060101010101" charset="-122"/>
                        <a:ea typeface="黑体" panose="02010609060101010101" charset="-122"/>
                        <a:cs typeface="黑体" panose="02010609060101010101" charset="-122"/>
                        <a:sym typeface="黑体" panose="02010609060101010101" charset="-122"/>
                      </a:rPr>
                      <a:t>%</a:t>
                    </a:r>
                    <a:endParaRPr sz="1000" b="1">
                      <a:latin typeface="黑体" panose="02010609060101010101" charset="-122"/>
                      <a:ea typeface="黑体" panose="02010609060101010101" charset="-122"/>
                      <a:cs typeface="黑体" panose="02010609060101010101" charset="-122"/>
                      <a:sym typeface="黑体" panose="02010609060101010101" charset="-122"/>
                    </a:endParaRPr>
                  </a:p>
                </c:rich>
              </c:tx>
              <c:numFmt formatCode="0.0%" sourceLinked="0"/>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FCFDFE"/>
                      </a:solidFill>
                      <a:latin typeface="黑体" panose="02010609060101010101" charset="-122"/>
                      <a:ea typeface="黑体" panose="02010609060101010101" charset="-122"/>
                      <a:cs typeface="黑体" panose="02010609060101010101" charset="-122"/>
                      <a:sym typeface="黑体" panose="02010609060101010101" charset="-122"/>
                    </a:defRPr>
                  </a:pPr>
                </a:p>
              </c:txPr>
              <c:dLblPos val="bestFit"/>
              <c:showLegendKey val="0"/>
              <c:showVal val="1"/>
              <c:showCatName val="1"/>
              <c:showSerName val="0"/>
              <c:showPercent val="0"/>
              <c:showBubbleSize val="0"/>
              <c:extLst>
                <c:ext xmlns:c15="http://schemas.microsoft.com/office/drawing/2012/chart" uri="{CE6537A1-D6FC-4f65-9D91-7224C49458BB}">
                  <c15:layout>
                    <c:manualLayout>
                      <c:w val="0.165547214539708"/>
                      <c:h val="0.181962653953119"/>
                    </c:manualLayout>
                  </c15:layout>
                </c:ext>
              </c:extLst>
            </c:dLbl>
            <c:numFmt formatCode="0.0%" sourceLinked="0"/>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rgbClr val="FCFDFE"/>
                    </a:solidFill>
                    <a:latin typeface="黑体" panose="02010609060101010101" charset="-122"/>
                    <a:ea typeface="黑体" panose="02010609060101010101" charset="-122"/>
                    <a:cs typeface="黑体" panose="02010609060101010101" charset="-122"/>
                    <a:sym typeface="黑体" panose="02010609060101010101" charset="-122"/>
                  </a:defRPr>
                </a:pPr>
              </a:p>
            </c:txPr>
            <c:dLblPos val="bestFit"/>
            <c:showLegendKey val="0"/>
            <c:showVal val="1"/>
            <c:showCatName val="1"/>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Sheet1!$L$11:$L$13</c:f>
              <c:strCache>
                <c:ptCount val="3"/>
                <c:pt idx="0">
                  <c:v>年度</c:v>
                </c:pt>
                <c:pt idx="1">
                  <c:v>月度</c:v>
                </c:pt>
                <c:pt idx="2">
                  <c:v>月内</c:v>
                </c:pt>
              </c:strCache>
            </c:strRef>
          </c:cat>
          <c:val>
            <c:numRef>
              <c:f>Sheet1!$M$11:$M$13</c:f>
              <c:numCache>
                <c:formatCode>0.00%</c:formatCode>
                <c:ptCount val="3"/>
                <c:pt idx="0">
                  <c:v>0.81</c:v>
                </c:pt>
                <c:pt idx="1">
                  <c:v>0.1398</c:v>
                </c:pt>
                <c:pt idx="2">
                  <c:v>0.0502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
    <c:plotVisOnly val="1"/>
    <c:dispBlanksAs val="gap"/>
    <c:showDLblsOverMax val="0"/>
  </c:chart>
  <c:spPr>
    <a:solidFill>
      <a:schemeClr val="bg1"/>
    </a:solidFill>
    <a:ln w="9525" cap="flat" cmpd="sng" algn="ctr">
      <a:noFill/>
      <a:round/>
    </a:ln>
    <a:effectLst/>
  </c:spPr>
  <c:txPr>
    <a:bodyPr/>
    <a:lstStyle/>
    <a:p>
      <a:pPr>
        <a:defRPr lang="zh-CN" sz="900" b="0">
          <a:latin typeface="黑体" panose="02010609060101010101" charset="-122"/>
          <a:ea typeface="黑体" panose="02010609060101010101" charset="-122"/>
          <a:cs typeface="黑体" panose="02010609060101010101" charset="-122"/>
          <a:sym typeface="黑体" panose="02010609060101010101" charset="-122"/>
        </a:defRPr>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[2024年新数据V2.xls]Sheet1!$A$52</c:f>
              <c:strCache>
                <c:ptCount val="1"/>
                <c:pt idx="0">
                  <c:v>省间交易电量</c:v>
                </c:pt>
              </c:strCache>
            </c:strRef>
          </c:tx>
          <c:spPr>
            <a:solidFill>
              <a:srgbClr val="0EBDA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[2024年新数据V2.xls]Sheet1!$B$51:$M$51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[2024年新数据V2.xls]Sheet1!$B$52:$M$52</c:f>
              <c:numCache>
                <c:formatCode>General</c:formatCode>
                <c:ptCount val="12"/>
                <c:pt idx="0">
                  <c:v>626</c:v>
                </c:pt>
                <c:pt idx="1">
                  <c:v>340</c:v>
                </c:pt>
                <c:pt idx="2">
                  <c:v>160</c:v>
                </c:pt>
                <c:pt idx="3">
                  <c:v>260</c:v>
                </c:pt>
                <c:pt idx="4">
                  <c:v>155</c:v>
                </c:pt>
                <c:pt idx="5">
                  <c:v>258</c:v>
                </c:pt>
                <c:pt idx="6">
                  <c:v>151</c:v>
                </c:pt>
                <c:pt idx="7">
                  <c:v>250</c:v>
                </c:pt>
                <c:pt idx="8">
                  <c:v>151</c:v>
                </c:pt>
                <c:pt idx="9">
                  <c:v>112</c:v>
                </c:pt>
                <c:pt idx="10">
                  <c:v>208</c:v>
                </c:pt>
                <c:pt idx="11">
                  <c:v>95</c:v>
                </c:pt>
              </c:numCache>
            </c:numRef>
          </c:val>
        </c:ser>
        <c:dLbls>
          <c:showLegendKey val="0"/>
          <c:showVal val="0"/>
          <c:showCatName val="0"/>
          <c:showSerName val="0"/>
          <c:showPercent val="0"/>
          <c:showBubbleSize val="0"/>
        </c:dLbls>
        <c:gapWidth val="219"/>
        <c:overlap val="-27"/>
        <c:axId val="468438001"/>
        <c:axId val="819527188"/>
      </c:barChart>
      <c:lineChart>
        <c:grouping val="standard"/>
        <c:varyColors val="0"/>
        <c:ser>
          <c:idx val="1"/>
          <c:order val="1"/>
          <c:tx>
            <c:strRef>
              <c:f>[2024年新数据V2.xls]Sheet1!$A$53</c:f>
              <c:strCache>
                <c:ptCount val="1"/>
                <c:pt idx="0">
                  <c:v>省间交易笔数</c:v>
                </c:pt>
              </c:strCache>
            </c:strRef>
          </c:tx>
          <c:spPr>
            <a:ln w="28575" cap="rnd">
              <a:solidFill>
                <a:srgbClr val="F19D19"/>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[2024年新数据V2.xls]Sheet1!$B$51:$M$51</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[2024年新数据V2.xls]Sheet1!$B$53:$M$53</c:f>
              <c:numCache>
                <c:formatCode>General</c:formatCode>
                <c:ptCount val="12"/>
                <c:pt idx="0">
                  <c:v>127</c:v>
                </c:pt>
                <c:pt idx="1">
                  <c:v>117</c:v>
                </c:pt>
                <c:pt idx="2">
                  <c:v>120</c:v>
                </c:pt>
                <c:pt idx="3">
                  <c:v>116</c:v>
                </c:pt>
                <c:pt idx="4">
                  <c:v>104</c:v>
                </c:pt>
                <c:pt idx="5">
                  <c:v>188</c:v>
                </c:pt>
                <c:pt idx="6">
                  <c:v>145</c:v>
                </c:pt>
                <c:pt idx="7">
                  <c:v>168</c:v>
                </c:pt>
                <c:pt idx="8">
                  <c:v>268</c:v>
                </c:pt>
                <c:pt idx="9">
                  <c:v>234</c:v>
                </c:pt>
                <c:pt idx="10">
                  <c:v>270</c:v>
                </c:pt>
                <c:pt idx="11">
                  <c:v>128</c:v>
                </c:pt>
              </c:numCache>
            </c:numRef>
          </c:val>
          <c:smooth val="0"/>
        </c:ser>
        <c:dLbls>
          <c:showLegendKey val="0"/>
          <c:showVal val="0"/>
          <c:showCatName val="0"/>
          <c:showSerName val="0"/>
          <c:showPercent val="0"/>
          <c:showBubbleSize val="0"/>
        </c:dLbls>
        <c:marker val="0"/>
        <c:smooth val="0"/>
        <c:axId val="895006562"/>
        <c:axId val="504234114"/>
      </c:lineChart>
      <c:catAx>
        <c:axId val="46843800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819527188"/>
        <c:crosses val="autoZero"/>
        <c:auto val="1"/>
        <c:lblAlgn val="ctr"/>
        <c:lblOffset val="100"/>
        <c:noMultiLvlLbl val="0"/>
      </c:catAx>
      <c:valAx>
        <c:axId val="8195271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68438001"/>
        <c:crosses val="autoZero"/>
        <c:crossBetween val="between"/>
      </c:valAx>
      <c:catAx>
        <c:axId val="895006562"/>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504234114"/>
        <c:crosses val="autoZero"/>
        <c:auto val="1"/>
        <c:lblAlgn val="ctr"/>
        <c:lblOffset val="100"/>
        <c:noMultiLvlLbl val="0"/>
      </c:catAx>
      <c:valAx>
        <c:axId val="504234114"/>
        <c:scaling>
          <c:orientation val="minMax"/>
        </c:scaling>
        <c:delete val="0"/>
        <c:axPos val="r"/>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895006562"/>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sz="90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893020053360874"/>
          <c:y val="0.0707306711979609"/>
          <c:w val="0.813047594457354"/>
          <c:h val="0.702378929481733"/>
        </c:manualLayout>
      </c:layout>
      <c:barChart>
        <c:barDir val="col"/>
        <c:grouping val="clustered"/>
        <c:varyColors val="0"/>
        <c:ser>
          <c:idx val="0"/>
          <c:order val="0"/>
          <c:tx>
            <c:strRef>
              <c:f>'C:\Users\yky\Documents\WeChat Files\wxid_5c12edbntdgp22\FileStorage\File\2025-01\[2024多通道集中竞价相关统计-20250114.xlsx]出清'!$B$2</c:f>
              <c:strCache>
                <c:ptCount val="1"/>
                <c:pt idx="0">
                  <c:v>出清电量</c:v>
                </c:pt>
              </c:strCache>
            </c:strRef>
          </c:tx>
          <c:spPr>
            <a:solidFill>
              <a:srgbClr val="00B0F0"/>
            </a:solidFill>
            <a:ln>
              <a:noFill/>
            </a:ln>
            <a:effectLst/>
          </c:spPr>
          <c:invertIfNegative val="0"/>
          <c:dLbls>
            <c:delete val="1"/>
          </c:dLbls>
          <c:cat>
            <c:strRef>
              <c:f>'C:\Users\yky\Documents\WeChat Files\wxid_5c12edbntdgp22\FileStorage\File\2025-01\[2024多通道集中竞价相关统计-20250114.xlsx]出清'!$C$1:$Z$1</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'C:\Users\yky\Documents\WeChat Files\wxid_5c12edbntdgp22\FileStorage\File\2025-01\[2024多通道集中竞价相关统计-20250114.xlsx]出清'!$C$2:$Z$2</c:f>
              <c:numCache>
                <c:formatCode>General</c:formatCode>
                <c:ptCount val="24"/>
                <c:pt idx="0">
                  <c:v>2.82990045</c:v>
                </c:pt>
                <c:pt idx="1">
                  <c:v>3.02574652</c:v>
                </c:pt>
                <c:pt idx="2">
                  <c:v>2.84929011</c:v>
                </c:pt>
                <c:pt idx="3">
                  <c:v>2.83238128</c:v>
                </c:pt>
                <c:pt idx="4">
                  <c:v>2.89195369</c:v>
                </c:pt>
                <c:pt idx="5">
                  <c:v>2.96084873</c:v>
                </c:pt>
                <c:pt idx="6">
                  <c:v>2.80851666</c:v>
                </c:pt>
                <c:pt idx="7">
                  <c:v>3.22650674</c:v>
                </c:pt>
                <c:pt idx="8">
                  <c:v>2.8338227</c:v>
                </c:pt>
                <c:pt idx="9">
                  <c:v>2.53802883</c:v>
                </c:pt>
                <c:pt idx="10">
                  <c:v>1.95410453</c:v>
                </c:pt>
                <c:pt idx="11">
                  <c:v>3.60134869</c:v>
                </c:pt>
                <c:pt idx="12">
                  <c:v>3.33161401</c:v>
                </c:pt>
                <c:pt idx="13">
                  <c:v>1.35106406</c:v>
                </c:pt>
                <c:pt idx="14">
                  <c:v>1.35533402</c:v>
                </c:pt>
                <c:pt idx="15">
                  <c:v>1.32602956</c:v>
                </c:pt>
                <c:pt idx="16">
                  <c:v>2.50717908</c:v>
                </c:pt>
                <c:pt idx="17">
                  <c:v>3.05136177</c:v>
                </c:pt>
                <c:pt idx="18">
                  <c:v>2.61713451</c:v>
                </c:pt>
                <c:pt idx="19">
                  <c:v>1.85829036</c:v>
                </c:pt>
                <c:pt idx="20">
                  <c:v>1.74698184</c:v>
                </c:pt>
                <c:pt idx="21">
                  <c:v>1.84041365</c:v>
                </c:pt>
                <c:pt idx="22">
                  <c:v>2.9240434</c:v>
                </c:pt>
                <c:pt idx="23">
                  <c:v>2.42552425</c:v>
                </c:pt>
              </c:numCache>
            </c:numRef>
          </c:val>
        </c:ser>
        <c:dLbls>
          <c:showLegendKey val="0"/>
          <c:showVal val="0"/>
          <c:showCatName val="0"/>
          <c:showSerName val="0"/>
          <c:showPercent val="0"/>
          <c:showBubbleSize val="0"/>
        </c:dLbls>
        <c:gapWidth val="150"/>
        <c:overlap val="0"/>
        <c:axId val="987608535"/>
        <c:axId val="771675688"/>
      </c:barChart>
      <c:lineChart>
        <c:grouping val="standard"/>
        <c:varyColors val="0"/>
        <c:ser>
          <c:idx val="1"/>
          <c:order val="1"/>
          <c:tx>
            <c:strRef>
              <c:f>'C:\Users\yky\Documents\WeChat Files\wxid_5c12edbntdgp22\FileStorage\File\2025-01\[2024多通道集中竞价相关统计-20250114.xlsx]出清'!$B$3</c:f>
              <c:strCache>
                <c:ptCount val="1"/>
                <c:pt idx="0">
                  <c:v>出清电价平均值</c:v>
                </c:pt>
              </c:strCache>
            </c:strRef>
          </c:tx>
          <c:spPr>
            <a:ln w="28575" cap="rnd">
              <a:solidFill>
                <a:schemeClr val="accent2"/>
              </a:solidFill>
              <a:round/>
            </a:ln>
            <a:effectLst/>
          </c:spPr>
          <c:marker>
            <c:symbol val="none"/>
          </c:marker>
          <c:dLbls>
            <c:delete val="1"/>
          </c:dLbls>
          <c:cat>
            <c:strRef>
              <c:f>'C:\Users\yky\Documents\WeChat Files\wxid_5c12edbntdgp22\FileStorage\File\2025-01\[2024多通道集中竞价相关统计-20250114.xlsx]出清'!$C$1:$Z$1</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'C:\Users\yky\Documents\WeChat Files\wxid_5c12edbntdgp22\FileStorage\File\2025-01\[2024多通道集中竞价相关统计-20250114.xlsx]出清'!$C$3:$Z$3</c:f>
              <c:numCache>
                <c:formatCode>General</c:formatCode>
                <c:ptCount val="24"/>
                <c:pt idx="0">
                  <c:v>339.962685299618</c:v>
                </c:pt>
                <c:pt idx="1">
                  <c:v>332.987958406872</c:v>
                </c:pt>
                <c:pt idx="2">
                  <c:v>326.892409328687</c:v>
                </c:pt>
                <c:pt idx="3">
                  <c:v>320.65831390444</c:v>
                </c:pt>
                <c:pt idx="4">
                  <c:v>316.929642155473</c:v>
                </c:pt>
                <c:pt idx="5">
                  <c:v>317.523918552603</c:v>
                </c:pt>
                <c:pt idx="6">
                  <c:v>320.322069223331</c:v>
                </c:pt>
                <c:pt idx="7">
                  <c:v>315.388236519908</c:v>
                </c:pt>
                <c:pt idx="8">
                  <c:v>317.378038463591</c:v>
                </c:pt>
                <c:pt idx="9">
                  <c:v>301.824556933027</c:v>
                </c:pt>
                <c:pt idx="10">
                  <c:v>274.074077340734</c:v>
                </c:pt>
                <c:pt idx="11">
                  <c:v>247.704466547142</c:v>
                </c:pt>
                <c:pt idx="12">
                  <c:v>255.982615644031</c:v>
                </c:pt>
                <c:pt idx="13">
                  <c:v>283.707567885197</c:v>
                </c:pt>
                <c:pt idx="14">
                  <c:v>279.260273313511</c:v>
                </c:pt>
                <c:pt idx="15">
                  <c:v>306.528311335005</c:v>
                </c:pt>
                <c:pt idx="16">
                  <c:v>290.308404481701</c:v>
                </c:pt>
                <c:pt idx="17">
                  <c:v>300.228035862296</c:v>
                </c:pt>
                <c:pt idx="18">
                  <c:v>330.996107308523</c:v>
                </c:pt>
                <c:pt idx="19">
                  <c:v>348.648365962195</c:v>
                </c:pt>
                <c:pt idx="20">
                  <c:v>358.301806034343</c:v>
                </c:pt>
                <c:pt idx="21">
                  <c:v>359.007718321965</c:v>
                </c:pt>
                <c:pt idx="22">
                  <c:v>373.382012299749</c:v>
                </c:pt>
                <c:pt idx="23">
                  <c:v>366.607758473616</c:v>
                </c:pt>
              </c:numCache>
            </c:numRef>
          </c:val>
          <c:smooth val="0"/>
        </c:ser>
        <c:ser>
          <c:idx val="2"/>
          <c:order val="2"/>
          <c:tx>
            <c:strRef>
              <c:f>'C:\Users\yky\Documents\WeChat Files\wxid_5c12edbntdgp22\FileStorage\File\2025-01\[2024多通道集中竞价相关统计-20250114.xlsx]出清'!$B$4</c:f>
              <c:strCache>
                <c:ptCount val="1"/>
                <c:pt idx="0">
                  <c:v>出清电价最大值</c:v>
                </c:pt>
              </c:strCache>
            </c:strRef>
          </c:tx>
          <c:spPr>
            <a:ln w="28575" cap="rnd">
              <a:solidFill>
                <a:srgbClr val="FF7B7B"/>
              </a:solidFill>
              <a:round/>
            </a:ln>
            <a:effectLst/>
          </c:spPr>
          <c:marker>
            <c:symbol val="none"/>
          </c:marker>
          <c:dLbls>
            <c:delete val="1"/>
          </c:dLbls>
          <c:cat>
            <c:strRef>
              <c:f>'C:\Users\yky\Documents\WeChat Files\wxid_5c12edbntdgp22\FileStorage\File\2025-01\[2024多通道集中竞价相关统计-20250114.xlsx]出清'!$C$1:$Z$1</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'C:\Users\yky\Documents\WeChat Files\wxid_5c12edbntdgp22\FileStorage\File\2025-01\[2024多通道集中竞价相关统计-20250114.xlsx]出清'!$C$4:$Z$4</c:f>
              <c:numCache>
                <c:formatCode>General</c:formatCode>
                <c:ptCount val="24"/>
                <c:pt idx="0">
                  <c:v>481.44</c:v>
                </c:pt>
                <c:pt idx="1">
                  <c:v>481.44</c:v>
                </c:pt>
                <c:pt idx="2">
                  <c:v>481.44</c:v>
                </c:pt>
                <c:pt idx="3">
                  <c:v>481.44</c:v>
                </c:pt>
                <c:pt idx="4">
                  <c:v>481.44</c:v>
                </c:pt>
                <c:pt idx="5">
                  <c:v>481.44</c:v>
                </c:pt>
                <c:pt idx="6">
                  <c:v>481.44</c:v>
                </c:pt>
                <c:pt idx="7">
                  <c:v>481.44</c:v>
                </c:pt>
                <c:pt idx="8">
                  <c:v>481.44</c:v>
                </c:pt>
                <c:pt idx="9">
                  <c:v>465.4</c:v>
                </c:pt>
                <c:pt idx="10">
                  <c:v>481.44</c:v>
                </c:pt>
                <c:pt idx="11">
                  <c:v>481.44</c:v>
                </c:pt>
                <c:pt idx="12">
                  <c:v>481.44</c:v>
                </c:pt>
                <c:pt idx="13">
                  <c:v>481.44</c:v>
                </c:pt>
                <c:pt idx="14">
                  <c:v>481.44</c:v>
                </c:pt>
                <c:pt idx="15">
                  <c:v>481.44</c:v>
                </c:pt>
                <c:pt idx="16">
                  <c:v>481.44</c:v>
                </c:pt>
                <c:pt idx="17">
                  <c:v>481.44</c:v>
                </c:pt>
                <c:pt idx="18">
                  <c:v>481.44</c:v>
                </c:pt>
                <c:pt idx="19">
                  <c:v>481.44</c:v>
                </c:pt>
                <c:pt idx="20">
                  <c:v>481.44</c:v>
                </c:pt>
                <c:pt idx="21">
                  <c:v>481.44</c:v>
                </c:pt>
                <c:pt idx="22">
                  <c:v>481.44</c:v>
                </c:pt>
                <c:pt idx="23">
                  <c:v>481.44</c:v>
                </c:pt>
              </c:numCache>
            </c:numRef>
          </c:val>
          <c:smooth val="0"/>
        </c:ser>
        <c:ser>
          <c:idx val="3"/>
          <c:order val="3"/>
          <c:tx>
            <c:strRef>
              <c:f>'C:\Users\yky\Documents\WeChat Files\wxid_5c12edbntdgp22\FileStorage\File\2025-01\[2024多通道集中竞价相关统计-20250114.xlsx]出清'!$B$5</c:f>
              <c:strCache>
                <c:ptCount val="1"/>
                <c:pt idx="0">
                  <c:v>出清电价最小值</c:v>
                </c:pt>
              </c:strCache>
            </c:strRef>
          </c:tx>
          <c:spPr>
            <a:ln w="28575" cap="rnd">
              <a:solidFill>
                <a:schemeClr val="accent4"/>
              </a:solidFill>
              <a:round/>
            </a:ln>
            <a:effectLst/>
          </c:spPr>
          <c:marker>
            <c:symbol val="none"/>
          </c:marker>
          <c:dLbls>
            <c:delete val="1"/>
          </c:dLbls>
          <c:cat>
            <c:strRef>
              <c:f>'C:\Users\yky\Documents\WeChat Files\wxid_5c12edbntdgp22\FileStorage\File\2025-01\[2024多通道集中竞价相关统计-20250114.xlsx]出清'!$C$1:$Z$1</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'C:\Users\yky\Documents\WeChat Files\wxid_5c12edbntdgp22\FileStorage\File\2025-01\[2024多通道集中竞价相关统计-20250114.xlsx]出清'!$C$5:$Z$5</c:f>
              <c:numCache>
                <c:formatCode>General</c:formatCode>
                <c:ptCount val="24"/>
                <c:pt idx="0">
                  <c:v>44.03</c:v>
                </c:pt>
                <c:pt idx="1">
                  <c:v>44.03</c:v>
                </c:pt>
                <c:pt idx="2">
                  <c:v>44.03</c:v>
                </c:pt>
                <c:pt idx="3">
                  <c:v>56.99</c:v>
                </c:pt>
                <c:pt idx="4">
                  <c:v>44.03</c:v>
                </c:pt>
                <c:pt idx="5">
                  <c:v>44.03</c:v>
                </c:pt>
                <c:pt idx="6">
                  <c:v>44.02</c:v>
                </c:pt>
                <c:pt idx="7">
                  <c:v>43.96</c:v>
                </c:pt>
                <c:pt idx="8">
                  <c:v>17.62</c:v>
                </c:pt>
                <c:pt idx="9">
                  <c:v>7.35</c:v>
                </c:pt>
                <c:pt idx="10">
                  <c:v>1.94</c:v>
                </c:pt>
                <c:pt idx="11">
                  <c:v>1.94</c:v>
                </c:pt>
                <c:pt idx="12">
                  <c:v>4.56</c:v>
                </c:pt>
                <c:pt idx="13">
                  <c:v>4.58</c:v>
                </c:pt>
                <c:pt idx="14">
                  <c:v>4.58</c:v>
                </c:pt>
                <c:pt idx="15">
                  <c:v>1.94</c:v>
                </c:pt>
                <c:pt idx="16">
                  <c:v>7.36</c:v>
                </c:pt>
                <c:pt idx="17">
                  <c:v>16.77</c:v>
                </c:pt>
                <c:pt idx="18">
                  <c:v>2.38</c:v>
                </c:pt>
                <c:pt idx="19">
                  <c:v>170.73</c:v>
                </c:pt>
                <c:pt idx="20">
                  <c:v>228.78</c:v>
                </c:pt>
                <c:pt idx="21">
                  <c:v>225.33</c:v>
                </c:pt>
                <c:pt idx="22">
                  <c:v>149.63</c:v>
                </c:pt>
                <c:pt idx="23">
                  <c:v>78.31</c:v>
                </c:pt>
              </c:numCache>
            </c:numRef>
          </c:val>
          <c:smooth val="0"/>
        </c:ser>
        <c:dLbls>
          <c:showLegendKey val="0"/>
          <c:showVal val="0"/>
          <c:showCatName val="0"/>
          <c:showSerName val="0"/>
          <c:showPercent val="0"/>
          <c:showBubbleSize val="0"/>
        </c:dLbls>
        <c:marker val="0"/>
        <c:smooth val="0"/>
        <c:axId val="198955765"/>
        <c:axId val="976595151"/>
      </c:lineChart>
      <c:catAx>
        <c:axId val="98760853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8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771675688"/>
        <c:crosses val="autoZero"/>
        <c:auto val="1"/>
        <c:lblAlgn val="ctr"/>
        <c:lblOffset val="100"/>
        <c:noMultiLvlLbl val="0"/>
      </c:catAx>
      <c:valAx>
        <c:axId val="7716756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0" vertOverflow="ellipsis" vert="horz" wrap="square" anchor="ctr" anchorCtr="1"/>
              <a:lstStyle/>
              <a:p>
                <a:pPr defTabSz="914400">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r>
                  <a:rPr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出清电量（亿千瓦时）</a:t>
                </a:r>
                <a:endParaRPr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0192920068464305"/>
              <c:y val="0.195870040881698"/>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987608535"/>
        <c:crosses val="autoZero"/>
        <c:crossBetween val="between"/>
      </c:valAx>
      <c:catAx>
        <c:axId val="198955765"/>
        <c:scaling>
          <c:orientation val="minMax"/>
        </c:scaling>
        <c:delete val="1"/>
        <c:axPos val="b"/>
        <c:majorTickMark val="none"/>
        <c:minorTickMark val="none"/>
        <c:tickLblPos val="nextTo"/>
        <c:txPr>
          <a:bodyPr rot="-60000000" spcFirstLastPara="0" vertOverflow="ellipsis" vert="horz" wrap="square" anchor="ctr" anchorCtr="1"/>
          <a:lstStyle/>
          <a:p>
            <a:pPr>
              <a:defRPr lang="zh-CN" sz="11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976595151"/>
        <c:crosses val="autoZero"/>
        <c:auto val="1"/>
        <c:lblAlgn val="ctr"/>
        <c:lblOffset val="100"/>
        <c:noMultiLvlLbl val="0"/>
      </c:catAx>
      <c:valAx>
        <c:axId val="976595151"/>
        <c:scaling>
          <c:orientation val="minMax"/>
        </c:scaling>
        <c:delete val="0"/>
        <c:axPos val="r"/>
        <c:title>
          <c:tx>
            <c:rich>
              <a:bodyPr rot="-5400000" spcFirstLastPara="0" vertOverflow="ellipsis" vert="horz" wrap="square" anchor="ctr" anchorCtr="1"/>
              <a:lstStyle/>
              <a:p>
                <a:pPr defTabSz="914400">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r>
                  <a:rPr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出清电价（元</a:t>
                </a:r>
                <a:r>
                  <a:rPr lang="en-US" altLang="zh-CN"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altLang="en-US"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兆瓦时</a:t>
                </a:r>
                <a:r>
                  <a:rPr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sz="1000" b="0" u="none" strike="noStrike" cap="none" normalizeH="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manualLayout>
              <c:xMode val="edge"/>
              <c:yMode val="edge"/>
              <c:x val="0.957286528855654"/>
              <c:y val="0.174692800710585"/>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198955765"/>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3"/>
        <c:txPr>
          <a:bodyPr rot="0" spcFirstLastPara="0" vertOverflow="ellipsis" vert="horz" wrap="square" anchor="ctr" anchorCtr="1"/>
          <a:lstStyle/>
          <a:p>
            <a:pPr>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048085675325207"/>
          <c:y val="0.866614983715784"/>
          <c:w val="0.915104607570444"/>
          <c:h val="0.0949053857350801"/>
        </c:manualLayout>
      </c:layout>
      <c:overlay val="0"/>
      <c:spPr>
        <a:noFill/>
        <a:ln>
          <a:noFill/>
        </a:ln>
        <a:effectLst/>
      </c:spPr>
      <c:txPr>
        <a:bodyPr rot="0" spcFirstLastPara="0" vertOverflow="ellipsis" vert="horz" wrap="square" anchor="ctr" anchorCtr="1"/>
        <a:lstStyle/>
        <a:p>
          <a:pPr>
            <a:defRPr lang="zh-CN" sz="1000" b="0" i="0" u="none" strike="noStrike" kern="1200" cap="none" spc="0" normalizeH="0" baseline="0">
              <a:solidFill>
                <a:schemeClr val="tx1">
                  <a:lumMod val="75000"/>
                  <a:lumOff val="25000"/>
                </a:schemeClr>
              </a:solidFill>
              <a:uFill>
                <a:solidFill>
                  <a:schemeClr val="tx1"/>
                </a:solidFill>
              </a:u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noFill/>
      <a:round/>
    </a:ln>
    <a:effectLst/>
  </c:spPr>
  <c:txPr>
    <a:bodyPr/>
    <a:lstStyle/>
    <a:p>
      <a:pPr>
        <a:defRPr lang="zh-CN" sz="1100" u="none" strike="noStrike" kern="1200" cap="none" spc="0" normalizeH="0">
          <a:solidFill>
            <a:schemeClr val="tx1">
              <a:lumMod val="75000"/>
              <a:lumOff val="25000"/>
            </a:schemeClr>
          </a:solidFill>
          <a:uFill>
            <a:solidFill>
              <a:schemeClr val="tx1"/>
            </a:solidFill>
          </a:u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Lbls>
            <c:dLbl>
              <c:idx val="25"/>
              <c:layout/>
              <c:numFmt formatCode="#,##0.0_);[Red]\(#,##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outEnd"/>
              <c:showLegendKey val="0"/>
              <c:showVal val="1"/>
              <c:showCatName val="0"/>
              <c:showSerName val="0"/>
              <c:showPercent val="0"/>
              <c:showBubbleSize val="0"/>
              <c:extLst>
                <c:ext xmlns:c15="http://schemas.microsoft.com/office/drawing/2012/chart" uri="{CE6537A1-D6FC-4f65-9D91-7224C49458BB}"/>
              </c:extLst>
            </c:dLbl>
            <c:dLbl>
              <c:idx val="26"/>
              <c:layout/>
              <c:numFmt formatCode="#,##0.0_);[Red]\(#,##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outEnd"/>
              <c:showLegendKey val="0"/>
              <c:showVal val="1"/>
              <c:showCatName val="0"/>
              <c:showSerName val="0"/>
              <c:showPercent val="0"/>
              <c:showBubbleSize val="0"/>
              <c:extLst>
                <c:ext xmlns:c15="http://schemas.microsoft.com/office/drawing/2012/chart" uri="{CE6537A1-D6FC-4f65-9D91-7224C49458BB}"/>
              </c:extLst>
            </c:dLbl>
            <c:numFmt formatCode="#,##0_);[Red]\(#,##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Sheet1!$A$2:$A$28</c:f>
              <c:strCache>
                <c:ptCount val="27"/>
                <c:pt idx="0">
                  <c:v>冀北</c:v>
                </c:pt>
                <c:pt idx="1">
                  <c:v>辽宁</c:v>
                </c:pt>
                <c:pt idx="2">
                  <c:v>江苏</c:v>
                </c:pt>
                <c:pt idx="3">
                  <c:v>浙江</c:v>
                </c:pt>
                <c:pt idx="4">
                  <c:v>安徽</c:v>
                </c:pt>
                <c:pt idx="5">
                  <c:v>陕西</c:v>
                </c:pt>
                <c:pt idx="6">
                  <c:v>天津</c:v>
                </c:pt>
                <c:pt idx="7">
                  <c:v>四川</c:v>
                </c:pt>
                <c:pt idx="8">
                  <c:v>首都</c:v>
                </c:pt>
                <c:pt idx="9">
                  <c:v>上海</c:v>
                </c:pt>
                <c:pt idx="10">
                  <c:v>湖南</c:v>
                </c:pt>
                <c:pt idx="11">
                  <c:v>江西</c:v>
                </c:pt>
                <c:pt idx="12">
                  <c:v>宁夏</c:v>
                </c:pt>
                <c:pt idx="13">
                  <c:v>山东</c:v>
                </c:pt>
                <c:pt idx="14">
                  <c:v>新疆</c:v>
                </c:pt>
                <c:pt idx="15">
                  <c:v>河南</c:v>
                </c:pt>
                <c:pt idx="16">
                  <c:v>湖北</c:v>
                </c:pt>
                <c:pt idx="17">
                  <c:v>福建</c:v>
                </c:pt>
                <c:pt idx="18">
                  <c:v>吉林</c:v>
                </c:pt>
                <c:pt idx="19">
                  <c:v>甘肃</c:v>
                </c:pt>
                <c:pt idx="20">
                  <c:v>河北</c:v>
                </c:pt>
                <c:pt idx="21">
                  <c:v>黑龙江</c:v>
                </c:pt>
                <c:pt idx="22">
                  <c:v>青海</c:v>
                </c:pt>
                <c:pt idx="23">
                  <c:v>蒙东</c:v>
                </c:pt>
                <c:pt idx="24">
                  <c:v>山西</c:v>
                </c:pt>
                <c:pt idx="25">
                  <c:v>重庆</c:v>
                </c:pt>
                <c:pt idx="26">
                  <c:v>西藏</c:v>
                </c:pt>
              </c:strCache>
            </c:strRef>
          </c:cat>
          <c:val>
            <c:numRef>
              <c:f>Sheet1!$B$2:$B$28</c:f>
              <c:numCache>
                <c:formatCode>0.00</c:formatCode>
                <c:ptCount val="27"/>
                <c:pt idx="0">
                  <c:v>280.06</c:v>
                </c:pt>
                <c:pt idx="1">
                  <c:v>132.63</c:v>
                </c:pt>
                <c:pt idx="2">
                  <c:v>126.56</c:v>
                </c:pt>
                <c:pt idx="3">
                  <c:v>113.03</c:v>
                </c:pt>
                <c:pt idx="4">
                  <c:v>107.58</c:v>
                </c:pt>
                <c:pt idx="5">
                  <c:v>93.2</c:v>
                </c:pt>
                <c:pt idx="6">
                  <c:v>72.89</c:v>
                </c:pt>
                <c:pt idx="7">
                  <c:v>65.26</c:v>
                </c:pt>
                <c:pt idx="8">
                  <c:v>51.89</c:v>
                </c:pt>
                <c:pt idx="9">
                  <c:v>51.2</c:v>
                </c:pt>
                <c:pt idx="10">
                  <c:v>42.03</c:v>
                </c:pt>
                <c:pt idx="11">
                  <c:v>30.74</c:v>
                </c:pt>
                <c:pt idx="12">
                  <c:v>26.69</c:v>
                </c:pt>
                <c:pt idx="13">
                  <c:v>22.32</c:v>
                </c:pt>
                <c:pt idx="14">
                  <c:v>20.76</c:v>
                </c:pt>
                <c:pt idx="15">
                  <c:v>20.72</c:v>
                </c:pt>
                <c:pt idx="16">
                  <c:v>20.22</c:v>
                </c:pt>
                <c:pt idx="17">
                  <c:v>19.49</c:v>
                </c:pt>
                <c:pt idx="18">
                  <c:v>15.94</c:v>
                </c:pt>
                <c:pt idx="19">
                  <c:v>11.14</c:v>
                </c:pt>
                <c:pt idx="20">
                  <c:v>10.5</c:v>
                </c:pt>
                <c:pt idx="21">
                  <c:v>8.62</c:v>
                </c:pt>
                <c:pt idx="22">
                  <c:v>8.35</c:v>
                </c:pt>
                <c:pt idx="23">
                  <c:v>5.01</c:v>
                </c:pt>
                <c:pt idx="24">
                  <c:v>1.21</c:v>
                </c:pt>
                <c:pt idx="25">
                  <c:v>0.14</c:v>
                </c:pt>
                <c:pt idx="26">
                  <c:v>0.12</c:v>
                </c:pt>
              </c:numCache>
            </c:numRef>
          </c:val>
        </c:ser>
        <c:dLbls>
          <c:showLegendKey val="0"/>
          <c:showVal val="0"/>
          <c:showCatName val="0"/>
          <c:showSerName val="0"/>
          <c:showPercent val="0"/>
          <c:showBubbleSize val="0"/>
        </c:dLbls>
        <c:gapWidth val="120"/>
        <c:overlap val="-27"/>
        <c:axId val="1951716415"/>
        <c:axId val="1951715583"/>
      </c:barChart>
      <c:catAx>
        <c:axId val="1951716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1951715583"/>
        <c:crosses val="autoZero"/>
        <c:auto val="1"/>
        <c:lblAlgn val="ctr"/>
        <c:lblOffset val="100"/>
        <c:noMultiLvlLbl val="0"/>
      </c:catAx>
      <c:valAx>
        <c:axId val="1951715583"/>
        <c:scaling>
          <c:orientation val="minMax"/>
          <c:max val="300"/>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1951716415"/>
        <c:crosses val="autoZero"/>
        <c:crossBetween val="between"/>
      </c:valAx>
      <c:spPr>
        <a:noFill/>
        <a:ln>
          <a:noFill/>
        </a:ln>
        <a:effectLst/>
      </c:spPr>
    </c:plotArea>
    <c:plotVisOnly val="1"/>
    <c:dispBlanksAs val="gap"/>
    <c:showDLblsOverMax val="0"/>
  </c:chart>
  <c:spPr>
    <a:noFill/>
    <a:ln>
      <a:noFill/>
    </a:ln>
    <a:effectLst/>
  </c:spPr>
  <c:txPr>
    <a:bodyPr/>
    <a:lstStyle/>
    <a:p>
      <a:pPr>
        <a:defRPr lang="zh-CN" sz="900" b="1">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0EBDA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浙江</c:v>
                </c:pt>
                <c:pt idx="1">
                  <c:v>上海</c:v>
                </c:pt>
                <c:pt idx="2">
                  <c:v>宁夏</c:v>
                </c:pt>
                <c:pt idx="3">
                  <c:v>新疆</c:v>
                </c:pt>
                <c:pt idx="4">
                  <c:v>陕西</c:v>
                </c:pt>
                <c:pt idx="5">
                  <c:v>青海</c:v>
                </c:pt>
                <c:pt idx="6">
                  <c:v>安徽</c:v>
                </c:pt>
                <c:pt idx="7">
                  <c:v>广东</c:v>
                </c:pt>
                <c:pt idx="8">
                  <c:v>江苏</c:v>
                </c:pt>
                <c:pt idx="9">
                  <c:v>湖北</c:v>
                </c:pt>
                <c:pt idx="10">
                  <c:v>其他合计</c:v>
                </c:pt>
              </c:strCache>
            </c:strRef>
          </c:cat>
          <c:val>
            <c:numRef>
              <c:f>Sheet1!$B$2:$B$12</c:f>
              <c:numCache>
                <c:formatCode>0_ </c:formatCode>
                <c:ptCount val="11"/>
                <c:pt idx="0">
                  <c:v>6231.5962</c:v>
                </c:pt>
                <c:pt idx="1">
                  <c:v>2397.1535</c:v>
                </c:pt>
                <c:pt idx="2">
                  <c:v>1380.04</c:v>
                </c:pt>
                <c:pt idx="3">
                  <c:v>1089.6741</c:v>
                </c:pt>
                <c:pt idx="4">
                  <c:v>1088.4052</c:v>
                </c:pt>
                <c:pt idx="5">
                  <c:v>1077.3919</c:v>
                </c:pt>
                <c:pt idx="6">
                  <c:v>1022.5366</c:v>
                </c:pt>
                <c:pt idx="7">
                  <c:v>691.8016</c:v>
                </c:pt>
                <c:pt idx="8">
                  <c:v>378.2167</c:v>
                </c:pt>
                <c:pt idx="9">
                  <c:v>329.0078</c:v>
                </c:pt>
                <c:pt idx="10">
                  <c:v>1954.4011</c:v>
                </c:pt>
              </c:numCache>
            </c:numRef>
          </c:val>
        </c:ser>
        <c:dLbls>
          <c:showLegendKey val="0"/>
          <c:showVal val="1"/>
          <c:showCatName val="0"/>
          <c:showSerName val="0"/>
          <c:showPercent val="0"/>
          <c:showBubbleSize val="0"/>
        </c:dLbls>
        <c:gapWidth val="260"/>
        <c:overlap val="-32"/>
        <c:axId val="979395696"/>
        <c:axId val="683460612"/>
      </c:barChart>
      <c:catAx>
        <c:axId val="97939569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683460612"/>
        <c:crosses val="autoZero"/>
        <c:auto val="1"/>
        <c:lblAlgn val="ctr"/>
        <c:lblOffset val="100"/>
        <c:noMultiLvlLbl val="0"/>
      </c:catAx>
      <c:valAx>
        <c:axId val="683460612"/>
        <c:scaling>
          <c:orientation val="minMax"/>
        </c:scaling>
        <c:delete val="1"/>
        <c:axPos val="l"/>
        <c:majorGridlines>
          <c:spPr>
            <a:ln w="9525" cap="flat" cmpd="sng" algn="ctr">
              <a:solidFill>
                <a:schemeClr val="lt1">
                  <a:lumMod val="90200"/>
                </a:schemeClr>
              </a:solidFill>
              <a:round/>
            </a:ln>
            <a:effectLst/>
          </c:spPr>
        </c:majorGridlines>
        <c:numFmt formatCode="0_ "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979395696"/>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lang="zh-CN" sz="90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35085574572127"/>
          <c:y val="0.0991110270474749"/>
          <c:w val="0.508312958435208"/>
          <c:h val="0.786457348212597"/>
        </c:manualLayout>
      </c:layout>
      <c:pieChart>
        <c:varyColors val="1"/>
        <c:ser>
          <c:idx val="0"/>
          <c:order val="0"/>
          <c:tx>
            <c:strRef>
              <c:f>Sheet1!$B$1</c:f>
              <c:strCache>
                <c:ptCount val="1"/>
                <c:pt idx="0">
                  <c:v>列1</c:v>
                </c:pt>
              </c:strCache>
            </c:strRef>
          </c:tx>
          <c:spPr>
            <a:ln w="22225">
              <a:solidFill>
                <a:schemeClr val="bg1"/>
              </a:solidFill>
            </a:ln>
            <a:sp3d contourW="22225"/>
          </c:spPr>
          <c:explosion val="0"/>
          <c:dPt>
            <c:idx val="0"/>
            <c:bubble3D val="0"/>
            <c:spPr>
              <a:solidFill>
                <a:srgbClr val="00B0F0"/>
              </a:solidFill>
              <a:ln w="22225">
                <a:solidFill>
                  <a:schemeClr val="bg1"/>
                </a:solidFill>
              </a:ln>
              <a:effectLst/>
              <a:sp3d contourW="22225"/>
            </c:spPr>
          </c:dPt>
          <c:dPt>
            <c:idx val="1"/>
            <c:bubble3D val="0"/>
            <c:spPr>
              <a:solidFill>
                <a:srgbClr val="C00000"/>
              </a:solidFill>
              <a:ln w="22225">
                <a:solidFill>
                  <a:schemeClr val="bg1"/>
                </a:solidFill>
              </a:ln>
              <a:effectLst/>
              <a:sp3d contourW="22225"/>
            </c:spPr>
          </c:dPt>
          <c:dPt>
            <c:idx val="2"/>
            <c:bubble3D val="0"/>
            <c:spPr>
              <a:solidFill>
                <a:srgbClr val="00B050"/>
              </a:solidFill>
              <a:ln w="22225">
                <a:solidFill>
                  <a:schemeClr val="bg1"/>
                </a:solidFill>
              </a:ln>
              <a:effectLst/>
              <a:sp3d contourW="22225"/>
            </c:spPr>
          </c:dPt>
          <c:dPt>
            <c:idx val="3"/>
            <c:bubble3D val="0"/>
            <c:spPr>
              <a:solidFill>
                <a:srgbClr val="FFC000"/>
              </a:solidFill>
              <a:ln w="22225">
                <a:solidFill>
                  <a:schemeClr val="bg1"/>
                </a:solidFill>
              </a:ln>
              <a:effectLst/>
              <a:sp3d contourW="22225"/>
            </c:spPr>
          </c:dPt>
          <c:dPt>
            <c:idx val="4"/>
            <c:bubble3D val="0"/>
            <c:spPr>
              <a:solidFill>
                <a:srgbClr val="F19D19">
                  <a:lumMod val="75000"/>
                </a:srgbClr>
              </a:solidFill>
              <a:ln w="22225">
                <a:solidFill>
                  <a:schemeClr val="bg1"/>
                </a:solidFill>
              </a:ln>
              <a:effectLst/>
              <a:sp3d contourW="22225"/>
            </c:spPr>
          </c:dPt>
          <c:dPt>
            <c:idx val="5"/>
            <c:bubble3D val="0"/>
            <c:spPr>
              <a:solidFill>
                <a:srgbClr val="7030A0"/>
              </a:solidFill>
              <a:ln w="22225">
                <a:solidFill>
                  <a:schemeClr val="bg1"/>
                </a:solidFill>
              </a:ln>
              <a:effectLst/>
              <a:sp3d contourW="22225"/>
            </c:spPr>
          </c:dPt>
          <c:dLbls>
            <c:dLbl>
              <c:idx val="0"/>
              <c:layout>
                <c:manualLayout>
                  <c:x val="0.207587531079203"/>
                  <c:y val="0.0261210274270788"/>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dLbl>
              <c:idx val="1"/>
              <c:layout>
                <c:manualLayout>
                  <c:x val="0.0644890404416849"/>
                  <c:y val="0.0319590912032683"/>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dLbl>
              <c:idx val="2"/>
              <c:layout>
                <c:manualLayout>
                  <c:x val="0.0391198044009781"/>
                  <c:y val="-0.0465292226215245"/>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dLbl>
              <c:idx val="3"/>
              <c:layout>
                <c:manualLayout>
                  <c:x val="-0.0219678850089047"/>
                  <c:y val="0.0308399727640406"/>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dLbl>
              <c:idx val="4"/>
              <c:layout>
                <c:manualLayout>
                  <c:x val="-0.236026756845412"/>
                  <c:y val="0.0478885502829778"/>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dLbl>
              <c:idx val="5"/>
              <c:layout>
                <c:manualLayout>
                  <c:x val="-0.133446848626732"/>
                  <c:y val="0.00215905559560636"/>
                </c:manualLayout>
              </c:layout>
              <c:dLblPos val="bestFit"/>
              <c:showLegendKey val="1"/>
              <c:showVal val="1"/>
              <c:showCatName val="0"/>
              <c:showSerName val="0"/>
              <c:showPercent val="1"/>
              <c:showBubbleSize val="0"/>
              <c:extLst>
                <c:ext xmlns:c15="http://schemas.microsoft.com/office/drawing/2012/chart" uri="{CE6537A1-D6FC-4f65-9D91-7224C49458BB}">
                  <c15:layout/>
                </c:ext>
              </c:extLst>
            </c:dLbl>
            <c:numFmt formatCode="0.0%" sourceLinked="0"/>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1"/>
            <c:showVal val="1"/>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35000"/>
                          <a:lumOff val="65000"/>
                        </a:schemeClr>
                      </a:solidFill>
                    </a:ln>
                    <a:effectLst/>
                  </c:spPr>
                </c15:leaderLines>
              </c:ext>
            </c:extLst>
          </c:dLbls>
          <c:cat>
            <c:strRef>
              <c:f>Sheet1!$A$2:$A$7</c:f>
              <c:strCache>
                <c:ptCount val="6"/>
                <c:pt idx="0">
                  <c:v>水电</c:v>
                </c:pt>
                <c:pt idx="1">
                  <c:v>火电</c:v>
                </c:pt>
                <c:pt idx="2">
                  <c:v>风电</c:v>
                </c:pt>
                <c:pt idx="3">
                  <c:v>光伏</c:v>
                </c:pt>
                <c:pt idx="4">
                  <c:v>核电</c:v>
                </c:pt>
                <c:pt idx="5">
                  <c:v>其他</c:v>
                </c:pt>
              </c:strCache>
            </c:strRef>
          </c:cat>
          <c:val>
            <c:numRef>
              <c:f>Sheet1!$B$2:$B$7</c:f>
              <c:numCache>
                <c:formatCode>General</c:formatCode>
                <c:ptCount val="6"/>
                <c:pt idx="0">
                  <c:v>1064</c:v>
                </c:pt>
                <c:pt idx="1">
                  <c:v>8445</c:v>
                </c:pt>
                <c:pt idx="2">
                  <c:v>11707</c:v>
                </c:pt>
                <c:pt idx="3">
                  <c:v>20429</c:v>
                </c:pt>
                <c:pt idx="4">
                  <c:v>392</c:v>
                </c:pt>
                <c:pt idx="5">
                  <c:v>178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3"/>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4"/>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5"/>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dk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noFill/>
    <a:ln w="6350" cap="flat" cmpd="sng" algn="ctr">
      <a:noFill/>
      <a:round/>
    </a:ln>
    <a:effectLst/>
  </c:spPr>
  <c:txPr>
    <a:bodyPr/>
    <a:lstStyle/>
    <a:p>
      <a:pPr>
        <a:defRPr lang="zh-CN" sz="100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186552443217043"/>
          <c:y val="0.0442243303571429"/>
          <c:w val="0.946795919517556"/>
          <c:h val="0.653878348214286"/>
        </c:manualLayout>
      </c:layout>
      <c:lineChart>
        <c:grouping val="standard"/>
        <c:varyColors val="0"/>
        <c:ser>
          <c:idx val="0"/>
          <c:order val="0"/>
          <c:tx>
            <c:strRef>
              <c:f>Sheet1!$B$1</c:f>
              <c:strCache>
                <c:ptCount val="1"/>
                <c:pt idx="0">
                  <c:v>全社会</c:v>
                </c:pt>
              </c:strCache>
            </c:strRef>
          </c:tx>
          <c:spPr>
            <a:ln w="28575" cap="rnd">
              <a:solidFill>
                <a:schemeClr val="accent1"/>
              </a:solidFill>
              <a:round/>
              <a:headEnd type="none"/>
              <a:tailEnd type="none"/>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Sheet1!$A$2:$C$17</c15:sqref>
                  </c15:fullRef>
                  <c15:levelRef>
                    <c15:sqref>Sheet1!$A$2:$A$17</c15:sqref>
                  </c15:levelRef>
                </c:ext>
              </c:extLst>
              <c:f>Sheet1!$A$2:$A$17</c:f>
              <c:strCache>
                <c:ptCount val="16"/>
                <c:pt idx="0">
                  <c:v>一季度</c:v>
                </c:pt>
                <c:pt idx="1">
                  <c:v>二季度</c:v>
                </c:pt>
                <c:pt idx="2">
                  <c:v>三季度</c:v>
                </c:pt>
                <c:pt idx="3">
                  <c:v>四季度</c:v>
                </c:pt>
                <c:pt idx="4">
                  <c:v>一季度</c:v>
                </c:pt>
                <c:pt idx="5">
                  <c:v>二季度</c:v>
                </c:pt>
                <c:pt idx="6">
                  <c:v>三季度</c:v>
                </c:pt>
                <c:pt idx="7">
                  <c:v>四季度</c:v>
                </c:pt>
                <c:pt idx="8">
                  <c:v>一季度</c:v>
                </c:pt>
                <c:pt idx="9">
                  <c:v>二季度</c:v>
                </c:pt>
                <c:pt idx="10">
                  <c:v>三季度</c:v>
                </c:pt>
                <c:pt idx="11">
                  <c:v>四季度</c:v>
                </c:pt>
                <c:pt idx="12">
                  <c:v>一季度</c:v>
                </c:pt>
                <c:pt idx="13">
                  <c:v>二季度</c:v>
                </c:pt>
                <c:pt idx="14">
                  <c:v>三季度</c:v>
                </c:pt>
                <c:pt idx="15">
                  <c:v>四季度</c:v>
                </c:pt>
              </c:strCache>
            </c:strRef>
          </c:cat>
          <c:val>
            <c:numRef>
              <c:f>Sheet1!$B$2:$B$13</c:f>
              <c:numCache>
                <c:formatCode>General</c:formatCode>
                <c:ptCount val="12"/>
                <c:pt idx="0">
                  <c:v>4.3</c:v>
                </c:pt>
                <c:pt idx="1">
                  <c:v>2.5</c:v>
                </c:pt>
                <c:pt idx="2">
                  <c:v>3.5</c:v>
                </c:pt>
                <c:pt idx="3">
                  <c:v>4.5</c:v>
                </c:pt>
                <c:pt idx="4">
                  <c:v>4.3</c:v>
                </c:pt>
                <c:pt idx="5">
                  <c:v>2.5</c:v>
                </c:pt>
                <c:pt idx="6">
                  <c:v>3.5</c:v>
                </c:pt>
                <c:pt idx="7">
                  <c:v>4.5</c:v>
                </c:pt>
                <c:pt idx="8">
                  <c:v>4.3</c:v>
                </c:pt>
                <c:pt idx="9">
                  <c:v>2.5</c:v>
                </c:pt>
                <c:pt idx="10">
                  <c:v>3.5</c:v>
                </c:pt>
                <c:pt idx="11">
                  <c:v>4.5</c:v>
                </c:pt>
              </c:numCache>
            </c:numRef>
          </c:val>
          <c:smooth val="0"/>
        </c:ser>
        <c:dLbls>
          <c:showLegendKey val="0"/>
          <c:showVal val="1"/>
          <c:showCatName val="0"/>
          <c:showSerName val="0"/>
          <c:showPercent val="0"/>
          <c:showBubbleSize val="0"/>
        </c:dLbls>
        <c:marker val="1"/>
        <c:smooth val="0"/>
        <c:axId val="952265009"/>
        <c:axId val="695702785"/>
      </c:lineChart>
      <c:lineChart>
        <c:grouping val="standard"/>
        <c:varyColors val="0"/>
        <c:ser>
          <c:idx val="1"/>
          <c:order val="1"/>
          <c:tx>
            <c:strRef>
              <c:f>Sheet1!$C$1</c:f>
              <c:strCache>
                <c:ptCount val="1"/>
                <c:pt idx="0">
                  <c:v>2025年预测值</c:v>
                </c:pt>
              </c:strCache>
            </c:strRef>
          </c:tx>
          <c:spPr>
            <a:ln w="12700" cap="rnd" cmpd="sng">
              <a:solidFill>
                <a:srgbClr val="F19D19"/>
              </a:solidFill>
              <a:prstDash val="dash"/>
              <a:round/>
            </a:ln>
            <a:effectLst/>
            <a:sp3d contourW="12700"/>
          </c:spPr>
          <c:marker>
            <c:symbol val="triangle"/>
            <c:size val="5"/>
            <c:spPr>
              <a:solidFill>
                <a:srgbClr val="F19D19"/>
              </a:solidFill>
              <a:ln w="9525">
                <a:solidFill>
                  <a:srgbClr val="F19D19"/>
                </a:solidFill>
              </a:ln>
              <a:effectLst/>
            </c:spPr>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xmlns:c15="http://schemas.microsoft.com/office/drawing/2012/chart" uri="{02D57815-91ED-43cb-92C2-25804820EDAC}">
                  <c15:fullRef>
                    <c15:sqref>Sheet1!$A$2:$C$17</c15:sqref>
                  </c15:fullRef>
                  <c15:levelRef>
                    <c15:sqref>Sheet1!$A$2:$A$17</c15:sqref>
                  </c15:levelRef>
                </c:ext>
              </c:extLst>
              <c:f>Sheet1!$A$2:$A$17</c:f>
              <c:strCache>
                <c:ptCount val="16"/>
                <c:pt idx="0">
                  <c:v>一季度</c:v>
                </c:pt>
                <c:pt idx="1">
                  <c:v>二季度</c:v>
                </c:pt>
                <c:pt idx="2">
                  <c:v>三季度</c:v>
                </c:pt>
                <c:pt idx="3">
                  <c:v>四季度</c:v>
                </c:pt>
                <c:pt idx="4">
                  <c:v>一季度</c:v>
                </c:pt>
                <c:pt idx="5">
                  <c:v>二季度</c:v>
                </c:pt>
                <c:pt idx="6">
                  <c:v>三季度</c:v>
                </c:pt>
                <c:pt idx="7">
                  <c:v>四季度</c:v>
                </c:pt>
                <c:pt idx="8">
                  <c:v>一季度</c:v>
                </c:pt>
                <c:pt idx="9">
                  <c:v>二季度</c:v>
                </c:pt>
                <c:pt idx="10">
                  <c:v>三季度</c:v>
                </c:pt>
                <c:pt idx="11">
                  <c:v>四季度</c:v>
                </c:pt>
                <c:pt idx="12">
                  <c:v>一季度</c:v>
                </c:pt>
                <c:pt idx="13">
                  <c:v>二季度</c:v>
                </c:pt>
                <c:pt idx="14">
                  <c:v>三季度</c:v>
                </c:pt>
                <c:pt idx="15">
                  <c:v>四季度</c:v>
                </c:pt>
              </c:strCache>
            </c:strRef>
          </c:cat>
          <c:val>
            <c:numRef>
              <c:f>Sheet1!$C$2:$C$17</c:f>
              <c:numCache>
                <c:formatCode>General</c:formatCode>
                <c:ptCount val="16"/>
                <c:pt idx="12" c:formatCode="0.00%">
                  <c:v>0.041</c:v>
                </c:pt>
                <c:pt idx="13" c:formatCode="0.00%">
                  <c:v>0.058</c:v>
                </c:pt>
                <c:pt idx="14" c:formatCode="0.00%">
                  <c:v>0.059</c:v>
                </c:pt>
                <c:pt idx="15" c:formatCode="0.00%">
                  <c:v>0.061</c:v>
                </c:pt>
              </c:numCache>
            </c:numRef>
          </c:val>
          <c:smooth val="0"/>
        </c:ser>
        <c:dLbls>
          <c:showLegendKey val="0"/>
          <c:showVal val="1"/>
          <c:showCatName val="0"/>
          <c:showSerName val="0"/>
          <c:showPercent val="0"/>
          <c:showBubbleSize val="0"/>
        </c:dLbls>
        <c:marker val="1"/>
        <c:smooth val="0"/>
        <c:axId val="437669533"/>
        <c:axId val="838344886"/>
      </c:lineChart>
      <c:catAx>
        <c:axId val="95226500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crossAx val="695702785"/>
        <c:crosses val="autoZero"/>
        <c:auto val="1"/>
        <c:lblAlgn val="ctr"/>
        <c:lblOffset val="100"/>
        <c:tickMarkSkip val="2"/>
        <c:noMultiLvlLbl val="1"/>
      </c:catAx>
      <c:valAx>
        <c:axId val="695702785"/>
        <c:scaling>
          <c:orientation val="minMax"/>
          <c:min val="0"/>
        </c:scaling>
        <c:delete val="0"/>
        <c:axPos val="l"/>
        <c:majorGridlines>
          <c:spPr>
            <a:ln w="9525" cap="flat" cmpd="sng" algn="ctr">
              <a:noFill/>
              <a:round/>
            </a:ln>
            <a:effectLst/>
          </c:spPr>
        </c:majorGridlines>
        <c:numFmt formatCode="General" sourceLinked="1"/>
        <c:majorTickMark val="out"/>
        <c:minorTickMark val="none"/>
        <c:tickLblPos val="nextTo"/>
        <c:spPr>
          <a:noFill/>
          <a:ln w="6350">
            <a:solidFill>
              <a:schemeClr val="bg1">
                <a:lumMod val="85000"/>
              </a:schemeClr>
            </a:solidFill>
          </a:ln>
          <a:effectLst/>
        </c:spPr>
        <c:txPr>
          <a:bodyPr rot="-60000000" spcFirstLastPara="0" vertOverflow="ellipsis" vert="horz" wrap="square" anchor="ctr" anchorCtr="1" forceAA="0"/>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952265009"/>
        <c:crosses val="autoZero"/>
        <c:crossBetween val="between"/>
      </c:valAx>
      <c:catAx>
        <c:axId val="437669533"/>
        <c:scaling>
          <c:orientation val="minMax"/>
        </c:scaling>
        <c:delete val="1"/>
        <c:axPos val="t"/>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crossAx val="838344886"/>
        <c:crosses val="max"/>
        <c:auto val="1"/>
        <c:lblAlgn val="ctr"/>
        <c:lblOffset val="100"/>
        <c:noMultiLvlLbl val="0"/>
      </c:catAx>
      <c:valAx>
        <c:axId val="838344886"/>
        <c:scaling>
          <c:orientation val="minMax"/>
        </c:scaling>
        <c:delete val="0"/>
        <c:axPos val="r"/>
        <c:numFmt formatCode="General" sourceLinked="1"/>
        <c:majorTickMark val="out"/>
        <c:minorTickMark val="none"/>
        <c:tickLblPos val="nextTo"/>
        <c:spPr>
          <a:noFill/>
          <a:ln>
            <a:solidFill>
              <a:schemeClr val="bg1">
                <a:lumMod val="85000"/>
              </a:schemeClr>
            </a:solid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crossAx val="437669533"/>
        <c:crosses val="max"/>
        <c:crossBetween val="between"/>
        <c:minorUnit val="0.02"/>
      </c:valAx>
      <c:spPr>
        <a:noFill/>
        <a:ln>
          <a:noFill/>
        </a:ln>
        <a:effectLst/>
      </c:spPr>
    </c:plotArea>
    <c:legend>
      <c:legendPos val="b"/>
      <c:layout>
        <c:manualLayout>
          <c:xMode val="edge"/>
          <c:yMode val="edge"/>
          <c:x val="0.365439891788311"/>
          <c:y val="0.883370535714286"/>
          <c:w val="0.253733866877078"/>
          <c:h val="0.108258928571429"/>
        </c:manualLayout>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legend>
    <c:plotVisOnly val="1"/>
    <c:dispBlanksAs val="gap"/>
    <c:showDLblsOverMax val="0"/>
  </c:chart>
  <c:spPr>
    <a:solidFill>
      <a:schemeClr val="bg1"/>
    </a:solidFill>
    <a:ln w="9525" cap="flat" cmpd="sng" algn="ctr">
      <a:noFill/>
      <a:round/>
    </a:ln>
    <a:effectLst/>
  </c:spPr>
  <c:txPr>
    <a:bodyPr/>
    <a:lstStyle/>
    <a:p>
      <a:pPr>
        <a:defRPr lang="zh-CN" sz="10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52574156154108"/>
          <c:y val="0.0760719225449516"/>
          <c:w val="0.91599045346062"/>
          <c:h val="0.6716459197787"/>
        </c:manualLayout>
      </c:layout>
      <c:barChart>
        <c:barDir val="col"/>
        <c:grouping val="stacked"/>
        <c:varyColors val="0"/>
        <c:ser>
          <c:idx val="0"/>
          <c:order val="0"/>
          <c:tx>
            <c:strRef>
              <c:f>Sheet1!$B$1</c:f>
              <c:strCache>
                <c:ptCount val="1"/>
                <c:pt idx="0">
                  <c:v>计划</c:v>
                </c:pt>
              </c:strCache>
            </c:strRef>
          </c:tx>
          <c:spPr>
            <a:solidFill>
              <a:srgbClr val="00B0F0"/>
            </a:solidFill>
            <a:ln>
              <a:noFill/>
            </a:ln>
            <a:effectLst/>
          </c:spPr>
          <c:invertIfNegative val="0"/>
          <c:dLbls>
            <c:delete val="1"/>
          </c:dLbls>
          <c:cat>
            <c:strRef>
              <c:f>Sheet1!$A$2:$A$7</c:f>
              <c:strCache>
                <c:ptCount val="6"/>
                <c:pt idx="0">
                  <c:v>华北</c:v>
                </c:pt>
                <c:pt idx="1">
                  <c:v>华东</c:v>
                </c:pt>
                <c:pt idx="2">
                  <c:v>华中</c:v>
                </c:pt>
                <c:pt idx="3">
                  <c:v>东北</c:v>
                </c:pt>
                <c:pt idx="4">
                  <c:v>西北</c:v>
                </c:pt>
                <c:pt idx="5">
                  <c:v>西南</c:v>
                </c:pt>
              </c:strCache>
            </c:strRef>
          </c:cat>
          <c:val>
            <c:numRef>
              <c:f>Sheet1!$B$2:$B$7</c:f>
              <c:numCache>
                <c:formatCode>General</c:formatCode>
                <c:ptCount val="6"/>
                <c:pt idx="0">
                  <c:v>2500</c:v>
                </c:pt>
                <c:pt idx="1">
                  <c:v>1160</c:v>
                </c:pt>
                <c:pt idx="2">
                  <c:v>190</c:v>
                </c:pt>
                <c:pt idx="3">
                  <c:v>378</c:v>
                </c:pt>
                <c:pt idx="4">
                  <c:v>76</c:v>
                </c:pt>
                <c:pt idx="5">
                  <c:v>163</c:v>
                </c:pt>
              </c:numCache>
            </c:numRef>
          </c:val>
        </c:ser>
        <c:ser>
          <c:idx val="1"/>
          <c:order val="1"/>
          <c:tx>
            <c:strRef>
              <c:f>Sheet1!$C$1</c:f>
              <c:strCache>
                <c:ptCount val="1"/>
                <c:pt idx="0">
                  <c:v>市场化</c:v>
                </c:pt>
              </c:strCache>
            </c:strRef>
          </c:tx>
          <c:spPr>
            <a:solidFill>
              <a:srgbClr val="F19D19"/>
            </a:solidFill>
            <a:ln>
              <a:noFill/>
            </a:ln>
            <a:effectLst/>
          </c:spPr>
          <c:invertIfNegative val="0"/>
          <c:dLbls>
            <c:delete val="1"/>
          </c:dLbls>
          <c:cat>
            <c:strRef>
              <c:f>Sheet1!$A$2:$A$7</c:f>
              <c:strCache>
                <c:ptCount val="6"/>
                <c:pt idx="0">
                  <c:v>华北</c:v>
                </c:pt>
                <c:pt idx="1">
                  <c:v>华东</c:v>
                </c:pt>
                <c:pt idx="2">
                  <c:v>华中</c:v>
                </c:pt>
                <c:pt idx="3">
                  <c:v>东北</c:v>
                </c:pt>
                <c:pt idx="4">
                  <c:v>西北</c:v>
                </c:pt>
                <c:pt idx="5">
                  <c:v>西南</c:v>
                </c:pt>
              </c:strCache>
            </c:strRef>
          </c:cat>
          <c:val>
            <c:numRef>
              <c:f>Sheet1!$C$2:$C$7</c:f>
              <c:numCache>
                <c:formatCode>General</c:formatCode>
                <c:ptCount val="6"/>
                <c:pt idx="0">
                  <c:v>429</c:v>
                </c:pt>
                <c:pt idx="1">
                  <c:v>460</c:v>
                </c:pt>
                <c:pt idx="2">
                  <c:v>24</c:v>
                </c:pt>
                <c:pt idx="3">
                  <c:v>600</c:v>
                </c:pt>
                <c:pt idx="4">
                  <c:v>290</c:v>
                </c:pt>
                <c:pt idx="5">
                  <c:v>120</c:v>
                </c:pt>
              </c:numCache>
            </c:numRef>
          </c:val>
        </c:ser>
        <c:dLbls>
          <c:showLegendKey val="0"/>
          <c:showVal val="1"/>
          <c:showCatName val="0"/>
          <c:showSerName val="0"/>
          <c:showPercent val="0"/>
          <c:showBubbleSize val="0"/>
        </c:dLbls>
        <c:gapWidth val="450"/>
        <c:overlap val="100"/>
        <c:axId val="904389318"/>
        <c:axId val="384586065"/>
      </c:barChart>
      <c:catAx>
        <c:axId val="90438931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384586065"/>
        <c:crosses val="autoZero"/>
        <c:auto val="1"/>
        <c:lblAlgn val="ctr"/>
        <c:lblOffset val="100"/>
        <c:noMultiLvlLbl val="0"/>
      </c:catAx>
      <c:valAx>
        <c:axId val="384586065"/>
        <c:scaling>
          <c:orientation val="minMax"/>
          <c:max val="3000"/>
          <c:min val="0"/>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904389318"/>
        <c:crosses val="autoZero"/>
        <c:crossBetween val="between"/>
        <c:majorUnit val="1000"/>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ayout>
        <c:manualLayout>
          <c:xMode val="edge"/>
          <c:yMode val="edge"/>
          <c:x val="0.428017388339584"/>
          <c:y val="0.868603042876902"/>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
    <c:plotVisOnly val="1"/>
    <c:dispBlanksAs val="gap"/>
    <c:showDLblsOverMax val="0"/>
  </c:chart>
  <c:spPr>
    <a:noFill/>
    <a:ln w="9525" cap="flat" cmpd="sng" algn="ctr">
      <a:noFill/>
      <a:round/>
    </a:ln>
    <a:effectLst/>
  </c:spPr>
  <c:txPr>
    <a:bodyPr rot="0" anchor="ctr" anchorCtr="1"/>
    <a:lstStyle/>
    <a:p>
      <a:pPr>
        <a:defRPr lang="zh-CN" sz="900">
          <a:latin typeface="黑体" panose="02010609060101010101" charset="-122"/>
          <a:ea typeface="黑体" panose="02010609060101010101" charset="-122"/>
          <a:cs typeface="黑体" panose="02010609060101010101" charset="-122"/>
          <a:sym typeface="黑体" panose="02010609060101010101" charset="-122"/>
        </a:defRPr>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08520250455734"/>
          <c:y val="0.0426848128673059"/>
          <c:w val="0.930443053023698"/>
          <c:h val="0.626167646149088"/>
        </c:manualLayout>
      </c:layout>
      <c:barChart>
        <c:barDir val="col"/>
        <c:grouping val="stacked"/>
        <c:varyColors val="0"/>
        <c:ser>
          <c:idx val="0"/>
          <c:order val="0"/>
          <c:tx>
            <c:strRef>
              <c:f>Sheet1!$B$1</c:f>
              <c:strCache>
                <c:ptCount val="1"/>
                <c:pt idx="0">
                  <c:v>优先发电计划电量</c:v>
                </c:pt>
              </c:strCache>
            </c:strRef>
          </c:tx>
          <c:spPr>
            <a:solidFill>
              <a:srgbClr val="00B0F0"/>
            </a:solidFill>
            <a:ln>
              <a:noFill/>
            </a:ln>
            <a:effectLst/>
          </c:spPr>
          <c:invertIfNegative val="0"/>
          <c:dLbls>
            <c:delete val="1"/>
          </c:dLbls>
          <c:cat>
            <c:strRef>
              <c:f>Sheet1!$A$2:$A$29</c:f>
              <c:strCache>
                <c:ptCount val="28"/>
                <c:pt idx="0">
                  <c:v>吉泉</c:v>
                </c:pt>
                <c:pt idx="1">
                  <c:v>灵绍</c:v>
                </c:pt>
                <c:pt idx="2">
                  <c:v>雁淮</c:v>
                </c:pt>
                <c:pt idx="3">
                  <c:v>锡泰</c:v>
                </c:pt>
                <c:pt idx="4">
                  <c:v>鲁固</c:v>
                </c:pt>
                <c:pt idx="5">
                  <c:v>昭沂</c:v>
                </c:pt>
                <c:pt idx="6">
                  <c:v>天中</c:v>
                </c:pt>
                <c:pt idx="7">
                  <c:v>锦苏</c:v>
                </c:pt>
                <c:pt idx="8">
                  <c:v>祁韶</c:v>
                </c:pt>
                <c:pt idx="9">
                  <c:v>陕武</c:v>
                </c:pt>
                <c:pt idx="10">
                  <c:v>宾金</c:v>
                </c:pt>
                <c:pt idx="11">
                  <c:v>复奉</c:v>
                </c:pt>
                <c:pt idx="12">
                  <c:v>银东</c:v>
                </c:pt>
                <c:pt idx="13">
                  <c:v>金塘</c:v>
                </c:pt>
                <c:pt idx="14">
                  <c:v>建苏</c:v>
                </c:pt>
                <c:pt idx="15">
                  <c:v>青豫</c:v>
                </c:pt>
                <c:pt idx="16">
                  <c:v>渝鄂</c:v>
                </c:pt>
                <c:pt idx="17">
                  <c:v>高岭</c:v>
                </c:pt>
                <c:pt idx="18">
                  <c:v>德宝</c:v>
                </c:pt>
                <c:pt idx="19">
                  <c:v>庆东</c:v>
                </c:pt>
                <c:pt idx="20">
                  <c:v>雅湖</c:v>
                </c:pt>
                <c:pt idx="21">
                  <c:v>坤渝</c:v>
                </c:pt>
                <c:pt idx="22">
                  <c:v>中衡</c:v>
                </c:pt>
                <c:pt idx="23">
                  <c:v>金永</c:v>
                </c:pt>
                <c:pt idx="24">
                  <c:v>长南荆</c:v>
                </c:pt>
                <c:pt idx="25">
                  <c:v>灵宝</c:v>
                </c:pt>
                <c:pt idx="26">
                  <c:v>云霄</c:v>
                </c:pt>
                <c:pt idx="27">
                  <c:v>青藏</c:v>
                </c:pt>
              </c:strCache>
            </c:strRef>
          </c:cat>
          <c:val>
            <c:numRef>
              <c:f>Sheet1!$B$2:$B$29</c:f>
              <c:numCache>
                <c:formatCode>General</c:formatCode>
                <c:ptCount val="28"/>
                <c:pt idx="0">
                  <c:v>650</c:v>
                </c:pt>
                <c:pt idx="1">
                  <c:v>570</c:v>
                </c:pt>
                <c:pt idx="2">
                  <c:v>475</c:v>
                </c:pt>
                <c:pt idx="3">
                  <c:v>411</c:v>
                </c:pt>
                <c:pt idx="4">
                  <c:v>440</c:v>
                </c:pt>
                <c:pt idx="5">
                  <c:v>460</c:v>
                </c:pt>
                <c:pt idx="6">
                  <c:v>458</c:v>
                </c:pt>
                <c:pt idx="7">
                  <c:v>350</c:v>
                </c:pt>
                <c:pt idx="8">
                  <c:v>350</c:v>
                </c:pt>
                <c:pt idx="9">
                  <c:v>332</c:v>
                </c:pt>
                <c:pt idx="10">
                  <c:v>257</c:v>
                </c:pt>
                <c:pt idx="11">
                  <c:v>270</c:v>
                </c:pt>
                <c:pt idx="12">
                  <c:v>206</c:v>
                </c:pt>
                <c:pt idx="13">
                  <c:v>229</c:v>
                </c:pt>
                <c:pt idx="14">
                  <c:v>220</c:v>
                </c:pt>
                <c:pt idx="15">
                  <c:v>220</c:v>
                </c:pt>
                <c:pt idx="16">
                  <c:v>190</c:v>
                </c:pt>
                <c:pt idx="17">
                  <c:v>110</c:v>
                </c:pt>
                <c:pt idx="18">
                  <c:v>170</c:v>
                </c:pt>
                <c:pt idx="19">
                  <c:v>178</c:v>
                </c:pt>
                <c:pt idx="20">
                  <c:v>110</c:v>
                </c:pt>
                <c:pt idx="21">
                  <c:v>70</c:v>
                </c:pt>
                <c:pt idx="22">
                  <c:v>74</c:v>
                </c:pt>
                <c:pt idx="23">
                  <c:v>13</c:v>
                </c:pt>
                <c:pt idx="24">
                  <c:v>40</c:v>
                </c:pt>
                <c:pt idx="25">
                  <c:v>49</c:v>
                </c:pt>
                <c:pt idx="26">
                  <c:v>21</c:v>
                </c:pt>
                <c:pt idx="27">
                  <c:v>25</c:v>
                </c:pt>
              </c:numCache>
            </c:numRef>
          </c:val>
        </c:ser>
        <c:ser>
          <c:idx val="1"/>
          <c:order val="1"/>
          <c:tx>
            <c:strRef>
              <c:f>Sheet1!$C$1</c:f>
              <c:strCache>
                <c:ptCount val="1"/>
                <c:pt idx="0">
                  <c:v>计划外电量</c:v>
                </c:pt>
              </c:strCache>
            </c:strRef>
          </c:tx>
          <c:spPr>
            <a:solidFill>
              <a:srgbClr val="F19D19"/>
            </a:solidFill>
            <a:ln>
              <a:noFill/>
            </a:ln>
            <a:effectLst/>
          </c:spPr>
          <c:invertIfNegative val="0"/>
          <c:dLbls>
            <c:delete val="1"/>
          </c:dLbls>
          <c:cat>
            <c:strRef>
              <c:f>Sheet1!$A$2:$A$29</c:f>
              <c:strCache>
                <c:ptCount val="28"/>
                <c:pt idx="0">
                  <c:v>吉泉</c:v>
                </c:pt>
                <c:pt idx="1">
                  <c:v>灵绍</c:v>
                </c:pt>
                <c:pt idx="2">
                  <c:v>雁淮</c:v>
                </c:pt>
                <c:pt idx="3">
                  <c:v>锡泰</c:v>
                </c:pt>
                <c:pt idx="4">
                  <c:v>鲁固</c:v>
                </c:pt>
                <c:pt idx="5">
                  <c:v>昭沂</c:v>
                </c:pt>
                <c:pt idx="6">
                  <c:v>天中</c:v>
                </c:pt>
                <c:pt idx="7">
                  <c:v>锦苏</c:v>
                </c:pt>
                <c:pt idx="8">
                  <c:v>祁韶</c:v>
                </c:pt>
                <c:pt idx="9">
                  <c:v>陕武</c:v>
                </c:pt>
                <c:pt idx="10">
                  <c:v>宾金</c:v>
                </c:pt>
                <c:pt idx="11">
                  <c:v>复奉</c:v>
                </c:pt>
                <c:pt idx="12">
                  <c:v>银东</c:v>
                </c:pt>
                <c:pt idx="13">
                  <c:v>金塘</c:v>
                </c:pt>
                <c:pt idx="14">
                  <c:v>建苏</c:v>
                </c:pt>
                <c:pt idx="15">
                  <c:v>青豫</c:v>
                </c:pt>
                <c:pt idx="16">
                  <c:v>渝鄂</c:v>
                </c:pt>
                <c:pt idx="17">
                  <c:v>高岭</c:v>
                </c:pt>
                <c:pt idx="18">
                  <c:v>德宝</c:v>
                </c:pt>
                <c:pt idx="19">
                  <c:v>庆东</c:v>
                </c:pt>
                <c:pt idx="20">
                  <c:v>雅湖</c:v>
                </c:pt>
                <c:pt idx="21">
                  <c:v>坤渝</c:v>
                </c:pt>
                <c:pt idx="22">
                  <c:v>中衡</c:v>
                </c:pt>
                <c:pt idx="23">
                  <c:v>金永</c:v>
                </c:pt>
                <c:pt idx="24">
                  <c:v>长南荆</c:v>
                </c:pt>
                <c:pt idx="25">
                  <c:v>灵宝</c:v>
                </c:pt>
                <c:pt idx="26">
                  <c:v>云霄</c:v>
                </c:pt>
                <c:pt idx="27">
                  <c:v>青藏</c:v>
                </c:pt>
              </c:strCache>
            </c:strRef>
          </c:cat>
          <c:val>
            <c:numRef>
              <c:f>Sheet1!$C$2:$C$29</c:f>
              <c:numCache>
                <c:formatCode>General</c:formatCode>
                <c:ptCount val="28"/>
                <c:pt idx="0">
                  <c:v>35</c:v>
                </c:pt>
                <c:pt idx="1">
                  <c:v>7</c:v>
                </c:pt>
                <c:pt idx="2">
                  <c:v>70</c:v>
                </c:pt>
                <c:pt idx="3">
                  <c:v>90</c:v>
                </c:pt>
                <c:pt idx="4">
                  <c:v>40</c:v>
                </c:pt>
                <c:pt idx="5">
                  <c:v>15</c:v>
                </c:pt>
                <c:pt idx="6">
                  <c:v>2</c:v>
                </c:pt>
                <c:pt idx="7">
                  <c:v>2</c:v>
                </c:pt>
                <c:pt idx="8">
                  <c:v>1</c:v>
                </c:pt>
                <c:pt idx="9">
                  <c:v>8</c:v>
                </c:pt>
                <c:pt idx="10">
                  <c:v>40</c:v>
                </c:pt>
                <c:pt idx="11">
                  <c:v>24</c:v>
                </c:pt>
                <c:pt idx="12">
                  <c:v>70</c:v>
                </c:pt>
                <c:pt idx="13">
                  <c:v>30</c:v>
                </c:pt>
                <c:pt idx="14">
                  <c:v>30</c:v>
                </c:pt>
                <c:pt idx="15">
                  <c:v>25</c:v>
                </c:pt>
                <c:pt idx="16">
                  <c:v>6</c:v>
                </c:pt>
                <c:pt idx="17">
                  <c:v>85</c:v>
                </c:pt>
                <c:pt idx="18">
                  <c:v>17</c:v>
                </c:pt>
                <c:pt idx="19">
                  <c:v>2</c:v>
                </c:pt>
                <c:pt idx="20">
                  <c:v>60</c:v>
                </c:pt>
                <c:pt idx="21">
                  <c:v>26</c:v>
                </c:pt>
                <c:pt idx="22">
                  <c:v>1</c:v>
                </c:pt>
                <c:pt idx="23">
                  <c:v>50</c:v>
                </c:pt>
                <c:pt idx="24">
                  <c:v>15</c:v>
                </c:pt>
                <c:pt idx="25">
                  <c:v>2</c:v>
                </c:pt>
                <c:pt idx="26">
                  <c:v>28</c:v>
                </c:pt>
                <c:pt idx="27">
                  <c:v>4</c:v>
                </c:pt>
              </c:numCache>
            </c:numRef>
          </c:val>
        </c:ser>
        <c:dLbls>
          <c:showLegendKey val="0"/>
          <c:showVal val="0"/>
          <c:showCatName val="0"/>
          <c:showSerName val="0"/>
          <c:showPercent val="0"/>
          <c:showBubbleSize val="0"/>
        </c:dLbls>
        <c:gapWidth val="80"/>
        <c:overlap val="100"/>
        <c:axId val="904389318"/>
        <c:axId val="384586065"/>
      </c:barChart>
      <c:catAx>
        <c:axId val="90438931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384586065"/>
        <c:crosses val="autoZero"/>
        <c:auto val="0"/>
        <c:lblAlgn val="ctr"/>
        <c:lblOffset val="100"/>
        <c:tickLblSkip val="1"/>
        <c:noMultiLvlLbl val="0"/>
      </c:catAx>
      <c:valAx>
        <c:axId val="384586065"/>
        <c:scaling>
          <c:orientation val="minMax"/>
          <c:max val="700"/>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904389318"/>
        <c:crosses val="autoZero"/>
        <c:crossBetween val="between"/>
        <c:majorUnit val="100"/>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325988745343584"/>
          <c:y val="0.903298835705045"/>
          <c:w val="0.314813347071412"/>
          <c:h val="0.0869987063389392"/>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noFill/>
    <a:ln w="9525" cap="flat" cmpd="sng" algn="ctr">
      <a:noFill/>
      <a:round/>
    </a:ln>
    <a:effectLst/>
  </c:spPr>
  <c:txPr>
    <a:bodyPr rot="-180000" anchor="ctr" anchorCtr="1"/>
    <a:lstStyle/>
    <a:p>
      <a:pPr>
        <a:defRPr lang="zh-CN" sz="90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c:explosion val="0"/>
          <c:dPt>
            <c:idx val="0"/>
            <c:bubble3D val="0"/>
            <c:spPr>
              <a:solidFill>
                <a:srgbClr val="0070C0"/>
              </a:solidFill>
              <a:ln w="19050">
                <a:solidFill>
                  <a:schemeClr val="lt1"/>
                </a:solidFill>
              </a:ln>
              <a:effectLst/>
            </c:spPr>
          </c:dPt>
          <c:dPt>
            <c:idx val="1"/>
            <c:bubble3D val="0"/>
            <c:spPr>
              <a:solidFill>
                <a:srgbClr val="0EBDA4"/>
              </a:solidFill>
              <a:ln w="19050">
                <a:solidFill>
                  <a:schemeClr val="lt1"/>
                </a:solidFill>
              </a:ln>
              <a:effectLst/>
            </c:spPr>
          </c:dPt>
          <c:dPt>
            <c:idx val="2"/>
            <c:bubble3D val="0"/>
            <c:spPr>
              <a:solidFill>
                <a:srgbClr val="FF7B7B"/>
              </a:solidFill>
              <a:ln w="19050">
                <a:solidFill>
                  <a:schemeClr val="lt1"/>
                </a:solidFill>
              </a:ln>
              <a:effectLst/>
            </c:spPr>
          </c:dPt>
          <c:dLbls>
            <c:dLbl>
              <c:idx val="1"/>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t>区内点对网, 2753, 56%</a:t>
                    </a:r>
                  </a:p>
                </c:rich>
              </c:tx>
              <c:dLblPos val="bestFit"/>
              <c:showLegendKey val="0"/>
              <c:showVal val="1"/>
              <c:showCatName val="1"/>
              <c:showSerName val="0"/>
              <c:showPercent val="1"/>
              <c:showBubbleSize val="0"/>
              <c:extLst>
                <c:ext xmlns:c15="http://schemas.microsoft.com/office/drawing/2012/chart" uri="{CE6537A1-D6FC-4f65-9D91-7224C49458BB}"/>
              </c:extLst>
            </c:dLbl>
            <c:dLbl>
              <c:idx val="2"/>
              <c:layout>
                <c:manualLayout>
                  <c:x val="0.245028762771603"/>
                  <c:y val="0.155663430420712"/>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lumMod val="75000"/>
                            <a:lumOff val="25000"/>
                          </a:schemeClr>
                        </a:solidFill>
                        <a:latin typeface="+mn-lt"/>
                        <a:ea typeface="+mn-ea"/>
                        <a:cs typeface="+mn-cs"/>
                      </a:defRPr>
                    </a:pPr>
                    <a:r>
                      <a:t>区内跨省网对网, 1820, 37%</a:t>
                    </a:r>
                  </a:p>
                </c:rich>
              </c:tx>
              <c:dLblPos val="bestFit"/>
              <c:showLegendKey val="0"/>
              <c:showVal val="1"/>
              <c:showCatName val="1"/>
              <c:showSerName val="0"/>
              <c:showPercent val="1"/>
              <c:showBubbleSize val="0"/>
              <c:extLst>
                <c:ext xmlns:c15="http://schemas.microsoft.com/office/drawing/2012/chart" uri="{CE6537A1-D6FC-4f65-9D91-7224C49458BB}">
                  <c15:layout>
                    <c:manualLayout>
                      <c:w val="0.303551232752771"/>
                      <c:h val="0.303883495145631"/>
                    </c:manualLayout>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'[ppt数据2.xlsx]2024年省间交易价格'!$D$127:$D$129</c:f>
              <c:strCache>
                <c:ptCount val="3"/>
                <c:pt idx="0">
                  <c:v>大水电</c:v>
                </c:pt>
                <c:pt idx="1">
                  <c:v>点对网</c:v>
                </c:pt>
                <c:pt idx="2">
                  <c:v>网对网</c:v>
                </c:pt>
              </c:strCache>
            </c:strRef>
          </c:cat>
          <c:val>
            <c:numRef>
              <c:f>'[ppt数据2.xlsx]2024年省间交易价格'!$E$127:$E$129</c:f>
              <c:numCache>
                <c:formatCode>General</c:formatCode>
                <c:ptCount val="3"/>
                <c:pt idx="0">
                  <c:v>376</c:v>
                </c:pt>
                <c:pt idx="1">
                  <c:v>2753</c:v>
                </c:pt>
                <c:pt idx="2">
                  <c:v>1820</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0371701152273572"/>
          <c:y val="0.0217902320171733"/>
          <c:w val="0.981071714209544"/>
          <c:h val="0.973227206946454"/>
        </c:manualLayout>
      </c:layout>
      <c:ofPieChart>
        <c:ofPieType val="pie"/>
        <c:varyColors val="1"/>
        <c:ser>
          <c:idx val="1"/>
          <c:order val="0"/>
          <c:tx>
            <c:strRef>
              <c:f>Sheet1!$B$1</c:f>
              <c:strCache>
                <c:ptCount val="1"/>
                <c:pt idx="0">
                  <c:v>销售额</c:v>
                </c:pt>
              </c:strCache>
            </c:strRef>
          </c:tx>
          <c:spPr>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explosion val="0"/>
          <c:dPt>
            <c:idx val="0"/>
            <c:bubble3D val="0"/>
            <c:spPr>
              <a:solidFill>
                <a:srgbClr val="EE822F"/>
              </a:solidFill>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dPt>
          <c:dPt>
            <c:idx val="1"/>
            <c:bubble3D val="0"/>
            <c:spPr>
              <a:solidFill>
                <a:srgbClr val="0070C0"/>
              </a:solidFill>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dPt>
          <c:dPt>
            <c:idx val="2"/>
            <c:bubble3D val="0"/>
            <c:spPr>
              <a:solidFill>
                <a:srgbClr val="FF7B7B"/>
              </a:solidFill>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dPt>
          <c:dPt>
            <c:idx val="3"/>
            <c:bubble3D val="0"/>
            <c:spPr>
              <a:solidFill>
                <a:srgbClr val="0EBDA4"/>
              </a:solidFill>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dPt>
          <c:dPt>
            <c:idx val="4"/>
            <c:bubble3D val="0"/>
            <c:spPr>
              <a:solidFill>
                <a:srgbClr val="00B0F0"/>
              </a:solidFill>
              <a:ln w="3175" cmpd="sng">
                <a:solidFill>
                  <a:schemeClr val="bg1"/>
                </a:solidFill>
              </a:ln>
              <a:effectLst>
                <a:outerShdw blurRad="50800" dist="38100" algn="l" rotWithShape="0">
                  <a:schemeClr val="tx1">
                    <a:lumMod val="75000"/>
                    <a:lumOff val="25000"/>
                    <a:alpha val="30000"/>
                  </a:schemeClr>
                </a:outerShdw>
              </a:effectLst>
              <a:scene3d>
                <a:camera prst="orthographicFront"/>
                <a:lightRig rig="threePt" dir="t"/>
              </a:scene3d>
              <a:sp3d/>
            </c:spPr>
          </c:dPt>
          <c:dLbls>
            <c:dLbl>
              <c:idx val="0"/>
              <c:layout>
                <c:manualLayout>
                  <c:x val="0.0186616902159424"/>
                  <c:y val="0.00350508236943568"/>
                </c:manualLayout>
              </c:layout>
              <c:dLblPos val="bestFit"/>
              <c:showLegendKey val="0"/>
              <c:showVal val="1"/>
              <c:showCatName val="1"/>
              <c:showSerName val="0"/>
              <c:showPercent val="1"/>
              <c:showBubbleSize val="0"/>
              <c:separator>
</c:separator>
              <c:extLst>
                <c:ext xmlns:c15="http://schemas.microsoft.com/office/drawing/2012/chart" uri="{CE6537A1-D6FC-4f65-9D91-7224C49458BB}">
                  <c15:layout/>
                </c:ext>
              </c:extLst>
            </c:dLbl>
            <c:dLbl>
              <c:idx val="1"/>
              <c:layout>
                <c:manualLayout>
                  <c:x val="-0.0133297787256732"/>
                  <c:y val="0.00701016473887136"/>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t>跨区大水电交易2723</a:t>
                    </a:r>
                  </a:p>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a:t>34</a:t>
                    </a:r>
                    <a:r>
                      <a:t>%</a:t>
                    </a: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bestFit"/>
              <c:showLegendKey val="0"/>
              <c:showVal val="1"/>
              <c:showCatName val="1"/>
              <c:showSerName val="0"/>
              <c:showPercent val="1"/>
              <c:showBubbleSize val="0"/>
              <c:separator>
</c:separator>
              <c:extLst>
                <c:ext xmlns:c15="http://schemas.microsoft.com/office/drawing/2012/chart" uri="{CE6537A1-D6FC-4f65-9D91-7224C49458BB}">
                  <c15:layout>
                    <c:manualLayout>
                      <c:w val="0.160357238069848"/>
                      <c:h val="0.17875920084122"/>
                    </c:manualLayout>
                  </c15:layout>
                </c:ext>
              </c:extLst>
            </c:dLbl>
            <c:dLbl>
              <c:idx val="2"/>
              <c:layout>
                <c:manualLayout>
                  <c:x val="0.0159957344708078"/>
                  <c:y val="0.0181829422468259"/>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t>跨区网对网1178</a:t>
                    </a:r>
                  </a:p>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a:t>16</a:t>
                    </a:r>
                    <a:r>
                      <a:t>%</a:t>
                    </a: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bestFit"/>
              <c:showLegendKey val="0"/>
              <c:showVal val="1"/>
              <c:showCatName val="1"/>
              <c:showSerName val="0"/>
              <c:showPercent val="1"/>
              <c:showBubbleSize val="0"/>
              <c:separator>
</c:separator>
              <c:extLst>
                <c:ext xmlns:c15="http://schemas.microsoft.com/office/drawing/2012/chart" uri="{CE6537A1-D6FC-4f65-9D91-7224C49458BB}">
                  <c15:layout>
                    <c:manualLayout>
                      <c:w val="0.306777351009788"/>
                      <c:h val="0.16608536787909"/>
                    </c:manualLayout>
                  </c15:layout>
                </c:ext>
              </c:extLst>
            </c:dLbl>
            <c:dLbl>
              <c:idx val="3"/>
              <c:layout>
                <c:manualLayout>
                  <c:x val="0"/>
                  <c:y val="0.199264194666721"/>
                </c:manualLayout>
              </c:layout>
              <c:tx>
                <c:rich>
                  <a:bodyPr rot="0" spcFirstLastPara="0" vertOverflow="ellipsis" vert="horz" wrap="square" lIns="38100" tIns="19050" rIns="38100" bIns="19050" anchor="ctr" anchorCtr="1"/>
                  <a:lstStyle/>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t>跨区配套及点对网电源交易4169</a:t>
                    </a:r>
                  </a:p>
                  <a:p>
                    <a:pPr defTabSz="914400">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a:t>51</a:t>
                    </a:r>
                    <a:r>
                      <a:t>%</a:t>
                    </a:r>
                  </a:p>
                </c:rich>
              </c:tx>
              <c:numFmt formatCode="General" sourceLinked="1"/>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bestFit"/>
              <c:showLegendKey val="0"/>
              <c:showVal val="1"/>
              <c:showCatName val="1"/>
              <c:showSerName val="0"/>
              <c:showPercent val="1"/>
              <c:showBubbleSize val="0"/>
              <c:separator>
</c:separator>
              <c:extLst>
                <c:ext xmlns:c15="http://schemas.microsoft.com/office/drawing/2012/chart" uri="{CE6537A1-D6FC-4f65-9D91-7224C49458BB}">
                  <c15:layout>
                    <c:manualLayout>
                      <c:w val="0.199851319539091"/>
                      <c:h val="0.172728782594253"/>
                    </c:manualLayout>
                  </c15:layout>
                </c:ext>
              </c:extLst>
            </c:dLbl>
            <c:dLbl>
              <c:idx val="4"/>
              <c:layout>
                <c:manualLayout>
                  <c:x val="-0.173287123433751"/>
                  <c:y val="-0.0175254118471784"/>
                </c:manualLayout>
              </c:layout>
              <c:tx>
                <c:rich>
                  <a:bodyPr rot="0" spcFirstLastPara="0" vertOverflow="ellipsis" vert="horz" wrap="square" lIns="38100" tIns="19050" rIns="38100" bIns="19050" anchor="ctr" anchorCtr="1" forceAA="0"/>
                  <a:lstStyle/>
                  <a:p>
                    <a:pPr defTabSz="914400">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sz="100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跨区交易8070</a:t>
                    </a:r>
                    <a:endParaRPr sz="100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a:p>
                    <a:pPr defTabSz="914400">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r>
                      <a:rPr lang="en-US" altLang="zh-CN" sz="100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rPr>
                      <a:t>62%</a:t>
                    </a:r>
                    <a:endParaRPr lang="en-US" altLang="zh-CN" sz="100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endParaRPr>
                  </a:p>
                </c:rich>
              </c:tx>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bestFit"/>
              <c:showLegendKey val="0"/>
              <c:showVal val="1"/>
              <c:showCatName val="1"/>
              <c:showSerName val="0"/>
              <c:showPercent val="1"/>
              <c:showBubbleSize val="0"/>
              <c:separator>
</c:separator>
              <c:extLst>
                <c:ext xmlns:c15="http://schemas.microsoft.com/office/drawing/2012/chart" uri="{CE6537A1-D6FC-4f65-9D91-7224C49458BB}">
                  <c15:layout/>
                </c:ext>
              </c:extLst>
            </c:dLbl>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1"/>
            <c:showSerName val="0"/>
            <c:showPercent val="1"/>
            <c:showBubbleSize val="0"/>
            <c:separator>
</c:separator>
            <c:showLeaderLines val="1"/>
            <c:extLst>
              <c:ext xmlns:c15="http://schemas.microsoft.com/office/drawing/2012/chart" uri="{CE6537A1-D6FC-4f65-9D91-7224C49458BB}">
                <c15:layout/>
                <c15:showLeaderLines val="1"/>
                <c15:leaderLines/>
              </c:ext>
            </c:extLst>
          </c:dLbls>
          <c:cat>
            <c:strRef>
              <c:f>Sheet1!$A$2:$A$5</c:f>
              <c:strCache>
                <c:ptCount val="4"/>
                <c:pt idx="0">
                  <c:v>跨省交易</c:v>
                </c:pt>
                <c:pt idx="1">
                  <c:v>跨区大水电交易</c:v>
                </c:pt>
                <c:pt idx="2">
                  <c:v>跨区网对网</c:v>
                </c:pt>
                <c:pt idx="3">
                  <c:v>跨区配套及点对网电源交易</c:v>
                </c:pt>
              </c:strCache>
            </c:strRef>
          </c:cat>
          <c:val>
            <c:numRef>
              <c:f>Sheet1!$B$2:$B$5</c:f>
              <c:numCache>
                <c:formatCode>General</c:formatCode>
                <c:ptCount val="4"/>
                <c:pt idx="0">
                  <c:v>4949</c:v>
                </c:pt>
                <c:pt idx="1">
                  <c:v>2723</c:v>
                </c:pt>
                <c:pt idx="2">
                  <c:v>1178</c:v>
                </c:pt>
                <c:pt idx="3">
                  <c:v>4169</c:v>
                </c:pt>
              </c:numCache>
            </c:numRef>
          </c:val>
        </c:ser>
        <c:dLbls>
          <c:showLegendKey val="0"/>
          <c:showVal val="0"/>
          <c:showCatName val="0"/>
          <c:showSerName val="0"/>
          <c:showPercent val="0"/>
          <c:showBubbleSize val="0"/>
          <c:showLeaderLines val="1"/>
        </c:dLbls>
        <c:gapWidth val="130"/>
        <c:splitType val="pos"/>
        <c:splitPos val="3"/>
        <c:secondPieSize val="75"/>
        <c:serLines>
          <c:spPr>
            <a:ln w="12700" cap="flat" cmpd="sng" algn="ctr">
              <a:solidFill>
                <a:schemeClr val="tx1">
                  <a:lumMod val="50000"/>
                  <a:lumOff val="50000"/>
                  <a:alpha val="46000"/>
                </a:schemeClr>
              </a:solidFill>
              <a:prstDash val="dash"/>
              <a:round/>
            </a:ln>
          </c:spPr>
        </c:serLines>
      </c:ofPieChart>
      <c:spPr>
        <a:noFill/>
        <a:ln>
          <a:noFill/>
        </a:ln>
        <a:effectLst/>
      </c:spPr>
    </c:plotArea>
    <c:plotVisOnly val="1"/>
    <c:dispBlanksAs val="gap"/>
    <c:showDLblsOverMax val="0"/>
  </c:chart>
  <c:spPr>
    <a:solidFill>
      <a:schemeClr val="bg1"/>
    </a:solidFill>
    <a:ln w="6350" cap="flat" cmpd="sng" algn="ctr">
      <a:noFill/>
      <a:prstDash val="solid"/>
      <a:round/>
    </a:ln>
    <a:effectLst/>
  </c:spPr>
  <c:txPr>
    <a:bodyPr/>
    <a:lstStyle/>
    <a:p>
      <a:pPr>
        <a:defRPr lang="zh-CN" sz="900">
          <a:solidFill>
            <a:schemeClr val="tx1"/>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[ppt数据.xlsx]Sheet1!$B$43</c:f>
              <c:strCache>
                <c:ptCount val="1"/>
                <c:pt idx="0">
                  <c:v>年度市场签约规模</c:v>
                </c:pt>
              </c:strCache>
            </c:strRef>
          </c:tx>
          <c:spPr>
            <a:solidFill>
              <a:srgbClr val="0EBDA4"/>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[ppt数据.xlsx]Sheet1!$A$44:$A$46</c:f>
              <c:strCache>
                <c:ptCount val="3"/>
                <c:pt idx="0">
                  <c:v>2023年</c:v>
                </c:pt>
                <c:pt idx="1">
                  <c:v>2024年</c:v>
                </c:pt>
                <c:pt idx="2">
                  <c:v>2025年</c:v>
                </c:pt>
              </c:strCache>
            </c:strRef>
          </c:cat>
          <c:val>
            <c:numRef>
              <c:f>[ppt数据.xlsx]Sheet1!$B$44:$B$46</c:f>
              <c:numCache>
                <c:formatCode>General</c:formatCode>
                <c:ptCount val="3"/>
                <c:pt idx="0">
                  <c:v>10029</c:v>
                </c:pt>
                <c:pt idx="1">
                  <c:v>12311</c:v>
                </c:pt>
                <c:pt idx="2">
                  <c:v>13019</c:v>
                </c:pt>
              </c:numCache>
            </c:numRef>
          </c:val>
        </c:ser>
        <c:dLbls>
          <c:showLegendKey val="0"/>
          <c:showVal val="0"/>
          <c:showCatName val="0"/>
          <c:showSerName val="0"/>
          <c:showPercent val="0"/>
          <c:showBubbleSize val="0"/>
        </c:dLbls>
        <c:gapWidth val="219"/>
        <c:overlap val="-27"/>
        <c:axId val="784083094"/>
        <c:axId val="243156930"/>
      </c:barChart>
      <c:catAx>
        <c:axId val="78408309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243156930"/>
        <c:crosses val="autoZero"/>
        <c:auto val="1"/>
        <c:lblAlgn val="ctr"/>
        <c:lblOffset val="100"/>
        <c:noMultiLvlLbl val="0"/>
      </c:catAx>
      <c:valAx>
        <c:axId val="24315693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784083094"/>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noFill/>
      <a:round/>
    </a:ln>
    <a:effectLst/>
  </c:spPr>
  <c:txPr>
    <a:bodyPr/>
    <a:lstStyle/>
    <a:p>
      <a:pPr>
        <a:defRPr lang="zh-CN">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49854854368932"/>
          <c:y val="0.145983309041195"/>
          <c:w val="0.418855555555556"/>
          <c:h val="0.698092592592593"/>
        </c:manualLayout>
      </c:layout>
      <c:pieChart>
        <c:varyColors val="1"/>
        <c:ser>
          <c:idx val="0"/>
          <c:order val="0"/>
          <c:spPr/>
          <c:explosion val="0"/>
          <c:dPt>
            <c:idx val="0"/>
            <c:bubble3D val="0"/>
            <c:spPr>
              <a:solidFill>
                <a:srgbClr val="FD724D"/>
              </a:solidFill>
              <a:ln w="19050">
                <a:solidFill>
                  <a:schemeClr val="lt1"/>
                </a:solidFill>
              </a:ln>
              <a:effectLst/>
            </c:spPr>
          </c:dPt>
          <c:dPt>
            <c:idx val="1"/>
            <c:bubble3D val="0"/>
            <c:spPr>
              <a:solidFill>
                <a:srgbClr val="00B0F0"/>
              </a:solidFill>
              <a:ln w="19050">
                <a:solidFill>
                  <a:schemeClr val="lt1"/>
                </a:solidFill>
              </a:ln>
              <a:effectLst/>
            </c:spPr>
          </c:dPt>
          <c:dPt>
            <c:idx val="2"/>
            <c:bubble3D val="0"/>
            <c:spPr>
              <a:solidFill>
                <a:srgbClr val="0EBDA4"/>
              </a:solidFill>
              <a:ln w="19050">
                <a:solidFill>
                  <a:schemeClr val="lt1"/>
                </a:solidFill>
              </a:ln>
              <a:effectLst/>
            </c:spPr>
          </c:dPt>
          <c:dPt>
            <c:idx val="3"/>
            <c:bubble3D val="0"/>
            <c:spPr>
              <a:solidFill>
                <a:srgbClr val="7030A0"/>
              </a:solidFill>
              <a:ln w="19050">
                <a:solidFill>
                  <a:schemeClr val="lt1"/>
                </a:solidFill>
              </a:ln>
              <a:effectLst/>
            </c:spPr>
          </c:dPt>
          <c:dLbls>
            <c:dLbl>
              <c:idx val="0"/>
              <c:layout>
                <c:manualLayout>
                  <c:x val="-0.195622977346278"/>
                  <c:y val="-0.0810185185185185"/>
                </c:manualLayout>
              </c:layout>
              <c:dLblPos val="bestFit"/>
              <c:showLegendKey val="0"/>
              <c:showVal val="1"/>
              <c:showCatName val="0"/>
              <c:showSerName val="0"/>
              <c:showPercent val="1"/>
              <c:showBubbleSize val="0"/>
              <c:separator> </c:separator>
              <c:extLst>
                <c:ext xmlns:c15="http://schemas.microsoft.com/office/drawing/2012/chart" uri="{CE6537A1-D6FC-4f65-9D91-7224C49458BB}">
                  <c15:layout/>
                </c:ext>
              </c:extLst>
            </c:dLbl>
            <c:dLbl>
              <c:idx val="1"/>
              <c:layout>
                <c:manualLayout>
                  <c:x val="-0.018934473573733"/>
                  <c:y val="-0.0669431931384972"/>
                </c:manualLayout>
              </c:layout>
              <c:dLblPos val="bestFit"/>
              <c:showLegendKey val="0"/>
              <c:showVal val="1"/>
              <c:showCatName val="0"/>
              <c:showSerName val="0"/>
              <c:showPercent val="1"/>
              <c:showBubbleSize val="0"/>
              <c:separator> </c:separator>
              <c:extLst>
                <c:ext xmlns:c15="http://schemas.microsoft.com/office/drawing/2012/chart" uri="{CE6537A1-D6FC-4f65-9D91-7224C49458BB}">
                  <c15:layout/>
                </c:ext>
              </c:extLst>
            </c:dLbl>
            <c:dLbl>
              <c:idx val="2"/>
              <c:layout>
                <c:manualLayout>
                  <c:x val="-0.0466580780345823"/>
                  <c:y val="0.0264896225551257"/>
                </c:manualLayout>
              </c:layout>
              <c:dLblPos val="bestFit"/>
              <c:showLegendKey val="0"/>
              <c:showVal val="1"/>
              <c:showCatName val="0"/>
              <c:showSerName val="0"/>
              <c:showPercent val="1"/>
              <c:showBubbleSize val="0"/>
              <c:separator> </c:separator>
              <c:extLst>
                <c:ext xmlns:c15="http://schemas.microsoft.com/office/drawing/2012/chart" uri="{CE6537A1-D6FC-4f65-9D91-7224C49458BB}">
                  <c15:layout/>
                </c:ext>
              </c:extLst>
            </c:dLbl>
            <c:dLbl>
              <c:idx val="3"/>
              <c:layout>
                <c:manualLayout>
                  <c:x val="0.01266277901454"/>
                  <c:y val="-0.0259645996607538"/>
                </c:manualLayout>
              </c:layout>
              <c:dLblPos val="bestFit"/>
              <c:showLegendKey val="0"/>
              <c:showVal val="1"/>
              <c:showCatName val="0"/>
              <c:showSerName val="0"/>
              <c:showPercent val="1"/>
              <c:showBubbleSize val="0"/>
              <c:separator> </c:separator>
              <c:extLst>
                <c:ext xmlns:c15="http://schemas.microsoft.com/office/drawing/2012/chart" uri="{CE6537A1-D6FC-4f65-9D91-7224C49458BB}">
                  <c15:layout/>
                </c:ext>
              </c:extLst>
            </c:dLbl>
            <c:numFmt formatCode="&quot;亿&quot;&quot;千&quot;&quot;瓦&quot;&quot;，&quot;#,##0.0%_);[Red]\(#,##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bestFit"/>
            <c:showLegendKey val="0"/>
            <c:showVal val="1"/>
            <c:showCatName val="0"/>
            <c:showSerName val="0"/>
            <c:showPercent val="1"/>
            <c:showBubbleSize val="0"/>
            <c:separator> </c:separator>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'/Users/lvguangyun/Library/Containers/com.tencent.xinWeChat/Data/Library/Application Support/com.tencent.xinWeChat/2.0b4.0.9/e9ff35fb8484419e5493d8469adffd09/Message/MessageTemp/60891989aadec1ce7e4fa2d227a47c88/File//Users/panny/Desktop/年度交易集中工作/[画图111.xlsx]Sheet1'!$E$144:$H$144</c:f>
              <c:strCache>
                <c:ptCount val="4"/>
                <c:pt idx="0">
                  <c:v>火电</c:v>
                </c:pt>
                <c:pt idx="1">
                  <c:v>水电</c:v>
                </c:pt>
                <c:pt idx="2">
                  <c:v>新能源（含绿电）</c:v>
                </c:pt>
                <c:pt idx="3">
                  <c:v>核电</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Support/com.tencent.xinWeChat/2.0b4.0.9/e9ff35fb8484419e5493d8469adffd09/Message/MessageTemp/60891989aadec1ce7e4fa2d227a47c88/File//Users/panny/Desktop/年度交易集中工作/[画图111.xlsx]Sheet1'!$E$145:$H$145</c:f>
              <c:numCache>
                <c:formatCode>General</c:formatCode>
                <c:ptCount val="4"/>
                <c:pt idx="0">
                  <c:v>7071</c:v>
                </c:pt>
                <c:pt idx="1">
                  <c:v>3347</c:v>
                </c:pt>
                <c:pt idx="2">
                  <c:v>2125</c:v>
                </c:pt>
                <c:pt idx="3">
                  <c:v>475</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3"/>
        <c:txPr>
          <a:bodyPr rot="0" spcFirstLastPara="0" vertOverflow="ellipsis" vert="horz" wrap="square"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289568155421814"/>
          <c:y val="0.890847457627119"/>
        </c:manualLayout>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noFill/>
      <a:round/>
    </a:ln>
    <a:effectLst/>
  </c:spPr>
  <c:txPr>
    <a:bodyPr/>
    <a:lstStyle/>
    <a:p>
      <a:pPr>
        <a:defRPr lang="zh-CN" sz="100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58058705097"/>
          <c:y val="0.0486564299424184"/>
          <c:w val="0.727540531948712"/>
          <c:h val="0.732418426103647"/>
        </c:manualLayout>
      </c:layout>
      <c:barChart>
        <c:barDir val="col"/>
        <c:grouping val="stacked"/>
        <c:varyColors val="0"/>
        <c:ser>
          <c:idx val="0"/>
          <c:order val="0"/>
          <c:tx>
            <c:strRef>
              <c:f>'/Users/lvguangyun/Library/Containers/com.tencent.xinWeChat/Data/Library/Application Support/com.tencent.xinWeChat/2.0b4.0.9/e9ff35fb8484419e5493d8469adffd09/Message/MessageTemp/60891989aadec1ce7e4fa2d227a47c88/File//Users/panny/Desktop/年度交易集中工作/[画图111.xlsx]Sheet1'!$H$86</c:f>
              <c:strCache>
                <c:ptCount val="1"/>
                <c:pt idx="0">
                  <c:v>火电</c:v>
                </c:pt>
              </c:strCache>
            </c:strRef>
          </c:tx>
          <c:spPr>
            <a:solidFill>
              <a:srgbClr val="FD724D"/>
            </a:solidFill>
            <a:ln>
              <a:noFill/>
            </a:ln>
            <a:effectLst/>
          </c:spPr>
          <c:invertIfNegative val="0"/>
          <c:dLbls>
            <c:delete val="1"/>
          </c:dLbls>
          <c:cat>
            <c:strRef>
              <c:f>'/Users/lvguangyun/Library/Containers/com.tencent.xinWeChat/Data/Library/Application Support/com.tencent.xinWeChat/2.0b4.0.9/e9ff35fb8484419e5493d8469adffd09/Message/MessageTemp/60891989aadec1ce7e4fa2d227a47c88/File//Users/panny/Desktop/年度交易集中工作/[画图111.xlsx]Sheet1'!$I$85:$T$85</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Support/com.tencent.xinWeChat/2.0b4.0.9/e9ff35fb8484419e5493d8469adffd09/Message/MessageTemp/60891989aadec1ce7e4fa2d227a47c88/File//Users/panny/Desktop/年度交易集中工作/[画图111.xlsx]Sheet1'!$I$86:$T$86</c:f>
              <c:numCache>
                <c:formatCode>General</c:formatCode>
                <c:ptCount val="12"/>
                <c:pt idx="0">
                  <c:v>676.74401</c:v>
                </c:pt>
                <c:pt idx="1">
                  <c:v>558.07973</c:v>
                </c:pt>
                <c:pt idx="2">
                  <c:v>561.08103</c:v>
                </c:pt>
                <c:pt idx="3">
                  <c:v>431.21731</c:v>
                </c:pt>
                <c:pt idx="4">
                  <c:v>471.09328</c:v>
                </c:pt>
                <c:pt idx="5">
                  <c:v>627.34948</c:v>
                </c:pt>
                <c:pt idx="6">
                  <c:v>754.06194</c:v>
                </c:pt>
                <c:pt idx="7">
                  <c:v>756.66579</c:v>
                </c:pt>
                <c:pt idx="8">
                  <c:v>533.08192</c:v>
                </c:pt>
                <c:pt idx="9">
                  <c:v>421.07161</c:v>
                </c:pt>
                <c:pt idx="10">
                  <c:v>533.25133</c:v>
                </c:pt>
                <c:pt idx="11">
                  <c:v>747.71376</c:v>
                </c:pt>
              </c:numCache>
            </c:numRef>
          </c:val>
        </c:ser>
        <c:ser>
          <c:idx val="1"/>
          <c:order val="1"/>
          <c:tx>
            <c:strRef>
              <c:f>'/Users/lvguangyun/Library/Containers/com.tencent.xinWeChat/Data/Library/Application Support/com.tencent.xinWeChat/2.0b4.0.9/e9ff35fb8484419e5493d8469adffd09/Message/MessageTemp/60891989aadec1ce7e4fa2d227a47c88/File//Users/panny/Desktop/年度交易集中工作/[画图111.xlsx]Sheet1'!$H$87</c:f>
              <c:strCache>
                <c:ptCount val="1"/>
                <c:pt idx="0">
                  <c:v>水电</c:v>
                </c:pt>
              </c:strCache>
            </c:strRef>
          </c:tx>
          <c:spPr>
            <a:solidFill>
              <a:srgbClr val="11B8F6"/>
            </a:solidFill>
            <a:ln>
              <a:noFill/>
            </a:ln>
            <a:effectLst/>
          </c:spPr>
          <c:invertIfNegative val="0"/>
          <c:dPt>
            <c:idx val="11"/>
            <c:invertIfNegative val="0"/>
            <c:bubble3D val="0"/>
          </c:dPt>
          <c:dLbls>
            <c:delete val="1"/>
          </c:dLbls>
          <c:cat>
            <c:strRef>
              <c:f>'/Users/lvguangyun/Library/Containers/com.tencent.xinWeChat/Data/Library/Application Support/com.tencent.xinWeChat/2.0b4.0.9/e9ff35fb8484419e5493d8469adffd09/Message/MessageTemp/60891989aadec1ce7e4fa2d227a47c88/File//Users/panny/Desktop/年度交易集中工作/[画图111.xlsx]Sheet1'!$I$85:$T$85</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Support/com.tencent.xinWeChat/2.0b4.0.9/e9ff35fb8484419e5493d8469adffd09/Message/MessageTemp/60891989aadec1ce7e4fa2d227a47c88/File//Users/panny/Desktop/年度交易集中工作/[画图111.xlsx]Sheet1'!$I$87:$T$87</c:f>
              <c:numCache>
                <c:formatCode>General</c:formatCode>
                <c:ptCount val="12"/>
                <c:pt idx="0">
                  <c:v>199.98301</c:v>
                </c:pt>
                <c:pt idx="1">
                  <c:v>181.21168</c:v>
                </c:pt>
                <c:pt idx="2">
                  <c:v>201.29457</c:v>
                </c:pt>
                <c:pt idx="3">
                  <c:v>185.25924</c:v>
                </c:pt>
                <c:pt idx="4">
                  <c:v>210.29838</c:v>
                </c:pt>
                <c:pt idx="5">
                  <c:v>322.10273</c:v>
                </c:pt>
                <c:pt idx="6">
                  <c:v>429.26243</c:v>
                </c:pt>
                <c:pt idx="7">
                  <c:v>426.84124</c:v>
                </c:pt>
                <c:pt idx="8">
                  <c:v>412.9611</c:v>
                </c:pt>
                <c:pt idx="9">
                  <c:v>333.77916</c:v>
                </c:pt>
                <c:pt idx="10">
                  <c:v>222.48951</c:v>
                </c:pt>
                <c:pt idx="11">
                  <c:v>221.32453</c:v>
                </c:pt>
              </c:numCache>
            </c:numRef>
          </c:val>
        </c:ser>
        <c:ser>
          <c:idx val="2"/>
          <c:order val="2"/>
          <c:tx>
            <c:strRef>
              <c:f>'/Users/lvguangyun/Library/Containers/com.tencent.xinWeChat/Data/Library/Application Support/com.tencent.xinWeChat/2.0b4.0.9/e9ff35fb8484419e5493d8469adffd09/Message/MessageTemp/60891989aadec1ce7e4fa2d227a47c88/File//Users/panny/Desktop/年度交易集中工作/[画图111.xlsx]Sheet1'!$H$88</c:f>
              <c:strCache>
                <c:ptCount val="1"/>
                <c:pt idx="0">
                  <c:v>新能源（含绿电）</c:v>
                </c:pt>
              </c:strCache>
            </c:strRef>
          </c:tx>
          <c:spPr>
            <a:solidFill>
              <a:srgbClr val="0EBDA4"/>
            </a:solidFill>
            <a:ln>
              <a:noFill/>
            </a:ln>
            <a:effectLst/>
          </c:spPr>
          <c:invertIfNegative val="0"/>
          <c:dLbls>
            <c:delete val="1"/>
          </c:dLbls>
          <c:cat>
            <c:strRef>
              <c:f>'/Users/lvguangyun/Library/Containers/com.tencent.xinWeChat/Data/Library/Application Support/com.tencent.xinWeChat/2.0b4.0.9/e9ff35fb8484419e5493d8469adffd09/Message/MessageTemp/60891989aadec1ce7e4fa2d227a47c88/File//Users/panny/Desktop/年度交易集中工作/[画图111.xlsx]Sheet1'!$I$85:$T$85</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Support/com.tencent.xinWeChat/2.0b4.0.9/e9ff35fb8484419e5493d8469adffd09/Message/MessageTemp/60891989aadec1ce7e4fa2d227a47c88/File//Users/panny/Desktop/年度交易集中工作/[画图111.xlsx]Sheet1'!$I$88:$T$88</c:f>
              <c:numCache>
                <c:formatCode>General</c:formatCode>
                <c:ptCount val="12"/>
                <c:pt idx="0">
                  <c:v>167.77571</c:v>
                </c:pt>
                <c:pt idx="1">
                  <c:v>152.20478</c:v>
                </c:pt>
                <c:pt idx="2">
                  <c:v>196.42142</c:v>
                </c:pt>
                <c:pt idx="3">
                  <c:v>198.23274</c:v>
                </c:pt>
                <c:pt idx="4">
                  <c:v>196.46604</c:v>
                </c:pt>
                <c:pt idx="5">
                  <c:v>190.28963</c:v>
                </c:pt>
                <c:pt idx="6">
                  <c:v>189.27795</c:v>
                </c:pt>
                <c:pt idx="7">
                  <c:v>182.06333</c:v>
                </c:pt>
                <c:pt idx="8">
                  <c:v>161.58985</c:v>
                </c:pt>
                <c:pt idx="9">
                  <c:v>138.17254</c:v>
                </c:pt>
                <c:pt idx="10">
                  <c:v>181.26845</c:v>
                </c:pt>
                <c:pt idx="11">
                  <c:v>171.37825</c:v>
                </c:pt>
              </c:numCache>
            </c:numRef>
          </c:val>
        </c:ser>
        <c:ser>
          <c:idx val="3"/>
          <c:order val="3"/>
          <c:tx>
            <c:strRef>
              <c:f>'/Users/lvguangyun/Library/Containers/com.tencent.xinWeChat/Data/Library/Application Support/com.tencent.xinWeChat/2.0b4.0.9/e9ff35fb8484419e5493d8469adffd09/Message/MessageTemp/60891989aadec1ce7e4fa2d227a47c88/File//Users/panny/Desktop/年度交易集中工作/[画图111.xlsx]Sheet1'!$H$89</c:f>
              <c:strCache>
                <c:ptCount val="1"/>
                <c:pt idx="0">
                  <c:v>核电</c:v>
                </c:pt>
              </c:strCache>
            </c:strRef>
          </c:tx>
          <c:spPr>
            <a:solidFill>
              <a:srgbClr val="7030A0"/>
            </a:solidFill>
            <a:ln>
              <a:noFill/>
            </a:ln>
            <a:effectLst/>
          </c:spPr>
          <c:invertIfNegative val="0"/>
          <c:dLbls>
            <c:delete val="1"/>
          </c:dLbls>
          <c:cat>
            <c:strRef>
              <c:f>'/Users/lvguangyun/Library/Containers/com.tencent.xinWeChat/Data/Library/Application Support/com.tencent.xinWeChat/2.0b4.0.9/e9ff35fb8484419e5493d8469adffd09/Message/MessageTemp/60891989aadec1ce7e4fa2d227a47c88/File//Users/panny/Desktop/年度交易集中工作/[画图111.xlsx]Sheet1'!$I$85:$T$85</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Support/com.tencent.xinWeChat/2.0b4.0.9/e9ff35fb8484419e5493d8469adffd09/Message/MessageTemp/60891989aadec1ce7e4fa2d227a47c88/File//Users/panny/Desktop/年度交易集中工作/[画图111.xlsx]Sheet1'!$I$89:$T$89</c:f>
              <c:numCache>
                <c:formatCode>General</c:formatCode>
                <c:ptCount val="12"/>
                <c:pt idx="0">
                  <c:v>43.42293</c:v>
                </c:pt>
                <c:pt idx="1">
                  <c:v>35.01008</c:v>
                </c:pt>
                <c:pt idx="2">
                  <c:v>32.53811</c:v>
                </c:pt>
                <c:pt idx="3">
                  <c:v>32.59733</c:v>
                </c:pt>
                <c:pt idx="4">
                  <c:v>42.25377</c:v>
                </c:pt>
                <c:pt idx="5">
                  <c:v>45.2673</c:v>
                </c:pt>
                <c:pt idx="6">
                  <c:v>43.73506</c:v>
                </c:pt>
                <c:pt idx="7">
                  <c:v>42.79478</c:v>
                </c:pt>
                <c:pt idx="8">
                  <c:v>32.13335</c:v>
                </c:pt>
                <c:pt idx="9">
                  <c:v>38.87607</c:v>
                </c:pt>
                <c:pt idx="10">
                  <c:v>42.02454</c:v>
                </c:pt>
                <c:pt idx="11">
                  <c:v>44.49286</c:v>
                </c:pt>
              </c:numCache>
            </c:numRef>
          </c:val>
        </c:ser>
        <c:dLbls>
          <c:showLegendKey val="0"/>
          <c:showVal val="0"/>
          <c:showCatName val="0"/>
          <c:showSerName val="0"/>
          <c:showPercent val="0"/>
          <c:showBubbleSize val="0"/>
        </c:dLbls>
        <c:gapWidth val="219"/>
        <c:overlap val="100"/>
        <c:axId val="390258594"/>
        <c:axId val="196256425"/>
      </c:barChart>
      <c:lineChart>
        <c:grouping val="standard"/>
        <c:varyColors val="0"/>
        <c:ser>
          <c:idx val="4"/>
          <c:order val="4"/>
          <c:tx>
            <c:strRef>
              <c:f>'/Users/lvguangyun/Library/Containers/com.tencent.xinWeChat/Data/Library/Application Support/com.tencent.xinWeChat/2.0b4.0.9/e9ff35fb8484419e5493d8469adffd09/Message/MessageTemp/60891989aadec1ce7e4fa2d227a47c88/File//Users/panny/Desktop/年度交易集中工作/[画图111.xlsx]Sheet1'!$H$90</c:f>
              <c:strCache>
                <c:ptCount val="1"/>
                <c:pt idx="0">
                  <c:v>成交均价</c:v>
                </c:pt>
              </c:strCache>
            </c:strRef>
          </c:tx>
          <c:spPr>
            <a:ln w="25400" cap="rnd">
              <a:solidFill>
                <a:srgbClr val="FF7E7E"/>
              </a:solidFill>
              <a:round/>
            </a:ln>
            <a:effectLst/>
            <a:sp3d contourW="25400"/>
          </c:spPr>
          <c:marker>
            <c:symbol val="none"/>
          </c:marker>
          <c:dLbls>
            <c:delete val="1"/>
          </c:dLbls>
          <c:cat>
            <c:strRef>
              <c:f>'/Users/lvguangyun/Library/Containers/com.tencent.xinWeChat/Data/Library/Application Support/com.tencent.xinWeChat/2.0b4.0.9/e9ff35fb8484419e5493d8469adffd09/Message/MessageTemp/60891989aadec1ce7e4fa2d227a47c88/File//Users/panny/Desktop/年度交易集中工作/[画图111.xlsx]Sheet1'!$I$85:$T$85</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'/Users/lvguangyun/Library/Containers/com.tencent.xinWeChat/Data/Library/Application Support/com.tencent.xinWeChat/2.0b4.0.9/e9ff35fb8484419e5493d8469adffd09/Message/MessageTemp/60891989aadec1ce7e4fa2d227a47c88/File//Users/panny/Desktop/年度交易集中工作/[画图111.xlsx]Sheet1'!$I$90:$T$90</c:f>
              <c:numCache>
                <c:formatCode>General</c:formatCode>
                <c:ptCount val="12"/>
                <c:pt idx="0">
                  <c:v>402.21475297804</c:v>
                </c:pt>
                <c:pt idx="1">
                  <c:v>399.414728955485</c:v>
                </c:pt>
                <c:pt idx="2">
                  <c:v>398.18578267572</c:v>
                </c:pt>
                <c:pt idx="3">
                  <c:v>395.623297428061</c:v>
                </c:pt>
                <c:pt idx="4">
                  <c:v>393.991257048712</c:v>
                </c:pt>
                <c:pt idx="5">
                  <c:v>399.128940240642</c:v>
                </c:pt>
                <c:pt idx="6">
                  <c:v>399.47734087611</c:v>
                </c:pt>
                <c:pt idx="7">
                  <c:v>399.705494088035</c:v>
                </c:pt>
                <c:pt idx="8">
                  <c:v>396.568557676588</c:v>
                </c:pt>
                <c:pt idx="9">
                  <c:v>391.394408157055</c:v>
                </c:pt>
                <c:pt idx="10">
                  <c:v>397.08039921955</c:v>
                </c:pt>
                <c:pt idx="11">
                  <c:v>405.821733439393</c:v>
                </c:pt>
              </c:numCache>
            </c:numRef>
          </c:val>
          <c:smooth val="0"/>
        </c:ser>
        <c:dLbls>
          <c:showLegendKey val="0"/>
          <c:showVal val="0"/>
          <c:showCatName val="0"/>
          <c:showSerName val="0"/>
          <c:showPercent val="0"/>
          <c:showBubbleSize val="0"/>
        </c:dLbls>
        <c:marker val="0"/>
        <c:smooth val="0"/>
        <c:axId val="397386362"/>
        <c:axId val="425686985"/>
      </c:lineChart>
      <c:catAx>
        <c:axId val="39025859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196256425"/>
        <c:crosses val="autoZero"/>
        <c:auto val="1"/>
        <c:lblAlgn val="ctr"/>
        <c:lblOffset val="100"/>
        <c:noMultiLvlLbl val="0"/>
      </c:catAx>
      <c:valAx>
        <c:axId val="19625642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r>
                  <a:rPr altLang="en-US">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亿千瓦时</a:t>
                </a:r>
                <a:endParaRPr altLang="en-US">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390258594"/>
        <c:crosses val="autoZero"/>
        <c:crossBetween val="between"/>
      </c:valAx>
      <c:catAx>
        <c:axId val="397386362"/>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25686985"/>
        <c:crosses val="autoZero"/>
        <c:auto val="1"/>
        <c:lblAlgn val="ctr"/>
        <c:lblOffset val="100"/>
        <c:noMultiLvlLbl val="0"/>
      </c:catAx>
      <c:valAx>
        <c:axId val="425686985"/>
        <c:scaling>
          <c:orientation val="minMax"/>
          <c:min val="360"/>
        </c:scaling>
        <c:delete val="0"/>
        <c:axPos val="r"/>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r>
                  <a:rPr>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元</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altLang="en-US">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兆瓦时</a:t>
                </a:r>
                <a:endParaRPr altLang="en-US">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c:rich>
          </c:tx>
          <c:layout/>
          <c:overlay val="0"/>
          <c:spPr>
            <a:noFill/>
            <a:ln>
              <a:noFill/>
            </a:ln>
            <a:effectLst/>
          </c:spPr>
        </c:title>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397386362"/>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161257886741283"/>
          <c:y val="0.899604226861849"/>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'[ppt数据2.xlsx]2024年省间交易价格'!$E$137</c:f>
              <c:strCache>
                <c:ptCount val="1"/>
                <c:pt idx="0">
                  <c:v>跨区</c:v>
                </c:pt>
              </c:strCache>
            </c:strRef>
          </c:tx>
          <c:spPr/>
          <c:explosion val="0"/>
          <c:dPt>
            <c:idx val="0"/>
            <c:bubble3D val="0"/>
            <c:spPr>
              <a:solidFill>
                <a:srgbClr val="FD724D"/>
              </a:solidFill>
              <a:ln w="19050">
                <a:solidFill>
                  <a:schemeClr val="lt1"/>
                </a:solidFill>
              </a:ln>
              <a:effectLst/>
            </c:spPr>
          </c:dPt>
          <c:dPt>
            <c:idx val="1"/>
            <c:bubble3D val="0"/>
            <c:spPr>
              <a:solidFill>
                <a:srgbClr val="0EBDA4"/>
              </a:solidFill>
              <a:ln w="19050">
                <a:solidFill>
                  <a:schemeClr val="lt1"/>
                </a:solidFill>
              </a:ln>
              <a:effectLst/>
            </c:spPr>
          </c:dPt>
          <c:dPt>
            <c:idx val="2"/>
            <c:bubble3D val="0"/>
            <c:spPr>
              <a:solidFill>
                <a:srgbClr val="00B0F0"/>
              </a:solidFill>
              <a:ln w="19050">
                <a:solidFill>
                  <a:schemeClr val="lt1"/>
                </a:solidFill>
              </a:ln>
              <a:effectLst/>
            </c:spPr>
          </c:dPt>
          <c:dPt>
            <c:idx val="3"/>
            <c:bubble3D val="0"/>
            <c:spPr>
              <a:solidFill>
                <a:schemeClr val="accent4"/>
              </a:solidFill>
              <a:ln w="1905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'[ppt数据2.xlsx]2024年省间交易价格'!$D$138:$D$141</c:f>
              <c:strCache>
                <c:ptCount val="4"/>
                <c:pt idx="0">
                  <c:v>火电</c:v>
                </c:pt>
                <c:pt idx="1">
                  <c:v>新能源</c:v>
                </c:pt>
                <c:pt idx="2">
                  <c:v>水电</c:v>
                </c:pt>
                <c:pt idx="3">
                  <c:v>核电</c:v>
                </c:pt>
              </c:strCache>
            </c:strRef>
          </c:cat>
          <c:val>
            <c:numRef>
              <c:f>'[ppt数据2.xlsx]2024年省间交易价格'!$E$138:$E$141</c:f>
              <c:numCache>
                <c:formatCode>General</c:formatCode>
                <c:ptCount val="4"/>
                <c:pt idx="0">
                  <c:v>3534</c:v>
                </c:pt>
                <c:pt idx="1">
                  <c:v>1738</c:v>
                </c:pt>
                <c:pt idx="2">
                  <c:v>2931</c:v>
                </c:pt>
                <c:pt idx="3">
                  <c:v>10</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'[ppt数据2.xlsx]2024年省间交易价格'!$E$146</c:f>
              <c:strCache>
                <c:ptCount val="1"/>
                <c:pt idx="0">
                  <c:v>区内跨省</c:v>
                </c:pt>
              </c:strCache>
            </c:strRef>
          </c:tx>
          <c:spPr/>
          <c:explosion val="0"/>
          <c:dPt>
            <c:idx val="0"/>
            <c:bubble3D val="0"/>
            <c:spPr>
              <a:solidFill>
                <a:srgbClr val="FD724D"/>
              </a:solidFill>
              <a:ln w="19050">
                <a:solidFill>
                  <a:schemeClr val="lt1"/>
                </a:solidFill>
              </a:ln>
              <a:effectLst/>
            </c:spPr>
          </c:dPt>
          <c:dPt>
            <c:idx val="1"/>
            <c:bubble3D val="0"/>
            <c:spPr>
              <a:solidFill>
                <a:srgbClr val="0EBDA4"/>
              </a:solidFill>
              <a:ln w="19050">
                <a:solidFill>
                  <a:schemeClr val="lt1"/>
                </a:solidFill>
              </a:ln>
              <a:effectLst/>
            </c:spPr>
          </c:dPt>
          <c:dPt>
            <c:idx val="2"/>
            <c:bubble3D val="0"/>
            <c:spPr>
              <a:solidFill>
                <a:srgbClr val="00B0F0"/>
              </a:solidFill>
              <a:ln w="19050">
                <a:solidFill>
                  <a:schemeClr val="lt1"/>
                </a:solidFill>
              </a:ln>
              <a:effectLst/>
            </c:spPr>
          </c:dPt>
          <c:dPt>
            <c:idx val="3"/>
            <c:bubble3D val="0"/>
            <c:spPr>
              <a:solidFill>
                <a:srgbClr val="7030A0"/>
              </a:solidFill>
              <a:ln w="19050">
                <a:solidFill>
                  <a:schemeClr val="lt1"/>
                </a:solidFill>
              </a:ln>
              <a:effectLst/>
            </c:spPr>
          </c:dPt>
          <c:dLbls>
            <c:dLbl>
              <c:idx val="0"/>
              <c:layout>
                <c:manualLayout>
                  <c:x val="-0.202220923436587"/>
                  <c:y val="-0.213104887087884"/>
                </c:manualLayout>
              </c:layout>
              <c:dLblPos val="bestFit"/>
              <c:showLegendKey val="0"/>
              <c:showVal val="1"/>
              <c:showCatName val="1"/>
              <c:showSerName val="0"/>
              <c:showPercent val="1"/>
              <c:showBubbleSize val="0"/>
              <c:extLst>
                <c:ext xmlns:c15="http://schemas.microsoft.com/office/drawing/2012/chart" uri="{CE6537A1-D6FC-4f65-9D91-7224C49458BB}">
                  <c15:layout/>
                </c:ext>
              </c:extLst>
            </c:dLbl>
            <c:dLbl>
              <c:idx val="1"/>
              <c:layout>
                <c:manualLayout>
                  <c:x val="-0.0160890062460826"/>
                  <c:y val="0.195370187836026"/>
                </c:manualLayout>
              </c:layout>
              <c:dLblPos val="bestFit"/>
              <c:showLegendKey val="0"/>
              <c:showVal val="1"/>
              <c:showCatName val="1"/>
              <c:showSerName val="0"/>
              <c:showPercent val="1"/>
              <c:showBubbleSize val="0"/>
              <c:extLst>
                <c:ext xmlns:c15="http://schemas.microsoft.com/office/drawing/2012/chart" uri="{CE6537A1-D6FC-4f65-9D91-7224C49458BB}">
                  <c15:layout/>
                </c:ext>
              </c:extLst>
            </c:dLbl>
            <c:dLbl>
              <c:idx val="2"/>
              <c:layout>
                <c:manualLayout>
                  <c:x val="-0.0881107773024131"/>
                  <c:y val="0.0991376673651521"/>
                </c:manualLayout>
              </c:layout>
              <c:dLblPos val="bestFit"/>
              <c:showLegendKey val="0"/>
              <c:showVal val="1"/>
              <c:showCatName val="1"/>
              <c:showSerName val="0"/>
              <c:showPercent val="1"/>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'[ppt数据2.xlsx]2024年省间交易价格'!$D$147:$D$150</c:f>
              <c:strCache>
                <c:ptCount val="4"/>
                <c:pt idx="0">
                  <c:v>火电</c:v>
                </c:pt>
                <c:pt idx="1">
                  <c:v>新能源</c:v>
                </c:pt>
                <c:pt idx="2">
                  <c:v>水电</c:v>
                </c:pt>
                <c:pt idx="3">
                  <c:v>核电</c:v>
                </c:pt>
              </c:strCache>
            </c:strRef>
          </c:cat>
          <c:val>
            <c:numRef>
              <c:f>'[ppt数据2.xlsx]2024年省间交易价格'!$E$147:$E$150</c:f>
              <c:numCache>
                <c:formatCode>General</c:formatCode>
                <c:ptCount val="4"/>
                <c:pt idx="0">
                  <c:v>3537</c:v>
                </c:pt>
                <c:pt idx="1">
                  <c:v>387</c:v>
                </c:pt>
                <c:pt idx="2">
                  <c:v>416</c:v>
                </c:pt>
                <c:pt idx="3">
                  <c:v>465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'[新建 XLS 工作表.xls]Sheet1'!$B$11</c:f>
              <c:strCache>
                <c:ptCount val="1"/>
                <c:pt idx="0">
                  <c:v>成交电量</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FFC000"/>
              </a:solidFill>
              <a:ln w="1905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lumMod val="75000"/>
                        <a:lumOff val="25000"/>
                      </a:schemeClr>
                    </a:solidFill>
                    <a:latin typeface="+mn-lt"/>
                    <a:ea typeface="+mn-ea"/>
                    <a:cs typeface="+mn-cs"/>
                  </a:defRPr>
                </a:pPr>
              </a:p>
            </c:txPr>
            <c:dLblPos val="bestFit"/>
            <c:showLegendKey val="0"/>
            <c:showVal val="1"/>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'[新建 XLS 工作表.xls]Sheet1'!$A$12:$A$14</c:f>
              <c:strCache>
                <c:ptCount val="3"/>
                <c:pt idx="0">
                  <c:v>PPA多年期</c:v>
                </c:pt>
                <c:pt idx="1">
                  <c:v>常规多年期</c:v>
                </c:pt>
                <c:pt idx="2">
                  <c:v>一年期</c:v>
                </c:pt>
              </c:strCache>
            </c:strRef>
          </c:cat>
          <c:val>
            <c:numRef>
              <c:f>'[新建 XLS 工作表.xls]Sheet1'!$B$12:$B$14</c:f>
              <c:numCache>
                <c:formatCode>General</c:formatCode>
                <c:ptCount val="3"/>
                <c:pt idx="0">
                  <c:v>106.8</c:v>
                </c:pt>
                <c:pt idx="1">
                  <c:v>109.7</c:v>
                </c:pt>
                <c:pt idx="2">
                  <c:v>46.5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'[新建 XLS 工作表.xls]Sheet1'!$B$1</c:f>
              <c:strCache>
                <c:ptCount val="1"/>
                <c:pt idx="0">
                  <c:v>成交电量</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FFC000"/>
              </a:solidFill>
              <a:ln w="19050">
                <a:solidFill>
                  <a:schemeClr val="lt1"/>
                </a:solidFill>
              </a:ln>
              <a:effectLst/>
            </c:spPr>
          </c:dPt>
          <c:dLbls>
            <c:dLbl>
              <c:idx val="2"/>
              <c:layout>
                <c:manualLayout>
                  <c:x val="0.156060870180477"/>
                  <c:y val="0.0135115517858709"/>
                </c:manualLayout>
              </c:layout>
              <c:tx>
                <c:rich>
                  <a:bodyPr rot="0" spcFirstLastPara="0" vertOverflow="ellipsis" vert="horz" wrap="square" lIns="38100" tIns="19050" rIns="38100" bIns="19050" anchor="ctr" anchorCtr="1"/>
                  <a:lstStyle/>
                  <a:p>
                    <a:pPr defTabSz="914400">
                      <a:defRPr lang="zh-CN" sz="1000" b="1" i="0" u="none" strike="noStrike" kern="1200" baseline="0">
                        <a:solidFill>
                          <a:schemeClr val="tx1">
                            <a:lumMod val="75000"/>
                            <a:lumOff val="25000"/>
                          </a:schemeClr>
                        </a:solidFill>
                        <a:latin typeface="+mn-lt"/>
                        <a:ea typeface="+mn-ea"/>
                        <a:cs typeface="+mn-cs"/>
                      </a:defRPr>
                    </a:pPr>
                    <a:r>
                      <a:rPr sz="1000" b="1"/>
                      <a:t>集中竞价，46.5, 0</a:t>
                    </a:r>
                    <a:r>
                      <a:rPr lang="en-US" altLang="zh-CN" sz="1000" b="1"/>
                      <a:t>.3</a:t>
                    </a:r>
                    <a:r>
                      <a:rPr sz="1000" b="1"/>
                      <a:t>%</a:t>
                    </a:r>
                    <a:endParaRPr sz="1000" b="1"/>
                  </a:p>
                </c:rich>
              </c:tx>
              <c:dLblPos val="bestFit"/>
              <c:showLegendKey val="0"/>
              <c:showVal val="1"/>
              <c:showCatName val="1"/>
              <c:showSerName val="0"/>
              <c:showPercent val="1"/>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lumMod val="75000"/>
                        <a:lumOff val="25000"/>
                      </a:schemeClr>
                    </a:solidFill>
                    <a:latin typeface="+mn-lt"/>
                    <a:ea typeface="+mn-ea"/>
                    <a:cs typeface="+mn-cs"/>
                  </a:defRPr>
                </a:pPr>
              </a:p>
            </c:txPr>
            <c:dLblPos val="bestFit"/>
            <c:showLegendKey val="0"/>
            <c:showVal val="1"/>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'[新建 XLS 工作表.xls]Sheet1'!$A$2:$A$4</c:f>
              <c:strCache>
                <c:ptCount val="3"/>
                <c:pt idx="0">
                  <c:v>双边协商</c:v>
                </c:pt>
                <c:pt idx="1">
                  <c:v>挂牌</c:v>
                </c:pt>
                <c:pt idx="2">
                  <c:v>集中竞价</c:v>
                </c:pt>
              </c:strCache>
            </c:strRef>
          </c:cat>
          <c:val>
            <c:numRef>
              <c:f>'[新建 XLS 工作表.xls]Sheet1'!$B$2:$B$4</c:f>
              <c:numCache>
                <c:formatCode>General</c:formatCode>
                <c:ptCount val="3"/>
                <c:pt idx="0">
                  <c:v>9656.5</c:v>
                </c:pt>
                <c:pt idx="1">
                  <c:v>3316</c:v>
                </c:pt>
                <c:pt idx="2">
                  <c:v>46.5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已完成计划电量</c:v>
                </c:pt>
              </c:strCache>
            </c:strRef>
          </c:tx>
          <c:spPr>
            <a:solidFill>
              <a:srgbClr val="00B0F0"/>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Sheet1!$A$2:$A$17</c:f>
              <c:strCache>
                <c:ptCount val="16"/>
                <c:pt idx="0">
                  <c:v>吉泉</c:v>
                </c:pt>
                <c:pt idx="1">
                  <c:v>灵绍</c:v>
                </c:pt>
                <c:pt idx="2">
                  <c:v>雁淮</c:v>
                </c:pt>
                <c:pt idx="3">
                  <c:v>锡泰</c:v>
                </c:pt>
                <c:pt idx="4">
                  <c:v>鲁固</c:v>
                </c:pt>
                <c:pt idx="5">
                  <c:v>昭沂</c:v>
                </c:pt>
                <c:pt idx="6">
                  <c:v>天中</c:v>
                </c:pt>
                <c:pt idx="7">
                  <c:v>锦苏</c:v>
                </c:pt>
                <c:pt idx="8">
                  <c:v>祁韶</c:v>
                </c:pt>
                <c:pt idx="9">
                  <c:v>陕武</c:v>
                </c:pt>
                <c:pt idx="10">
                  <c:v>宾金</c:v>
                </c:pt>
                <c:pt idx="11">
                  <c:v>复奉</c:v>
                </c:pt>
                <c:pt idx="12">
                  <c:v>金塘</c:v>
                </c:pt>
                <c:pt idx="13">
                  <c:v>建苏</c:v>
                </c:pt>
                <c:pt idx="14">
                  <c:v>青豫</c:v>
                </c:pt>
                <c:pt idx="15">
                  <c:v>雅湖</c:v>
                </c:pt>
              </c:strCache>
            </c:strRef>
          </c:cat>
          <c:val>
            <c:numRef>
              <c:f>Sheet1!$B$2:$B$17</c:f>
              <c:numCache>
                <c:formatCode>General</c:formatCode>
                <c:ptCount val="16"/>
                <c:pt idx="0">
                  <c:v>685</c:v>
                </c:pt>
                <c:pt idx="1">
                  <c:v>529</c:v>
                </c:pt>
                <c:pt idx="2">
                  <c:v>487</c:v>
                </c:pt>
                <c:pt idx="3">
                  <c:v>442</c:v>
                </c:pt>
                <c:pt idx="4">
                  <c:v>330</c:v>
                </c:pt>
                <c:pt idx="5">
                  <c:v>449</c:v>
                </c:pt>
                <c:pt idx="6">
                  <c:v>392</c:v>
                </c:pt>
                <c:pt idx="7">
                  <c:v>339</c:v>
                </c:pt>
                <c:pt idx="8">
                  <c:v>346</c:v>
                </c:pt>
                <c:pt idx="9">
                  <c:v>318</c:v>
                </c:pt>
                <c:pt idx="10">
                  <c:v>264</c:v>
                </c:pt>
                <c:pt idx="11">
                  <c:v>279</c:v>
                </c:pt>
                <c:pt idx="12">
                  <c:v>223</c:v>
                </c:pt>
                <c:pt idx="13">
                  <c:v>238</c:v>
                </c:pt>
                <c:pt idx="14">
                  <c:v>159</c:v>
                </c:pt>
                <c:pt idx="15">
                  <c:v>126</c:v>
                </c:pt>
              </c:numCache>
            </c:numRef>
          </c:val>
        </c:ser>
        <c:ser>
          <c:idx val="1"/>
          <c:order val="1"/>
          <c:tx>
            <c:strRef>
              <c:f>Sheet1!$C$1</c:f>
              <c:strCache>
                <c:ptCount val="1"/>
                <c:pt idx="0">
                  <c:v>剩余计划规模</c:v>
                </c:pt>
              </c:strCache>
            </c:strRef>
          </c:tx>
          <c:spPr>
            <a:solidFill>
              <a:srgbClr val="EE822F"/>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Sheet1!$A$2:$A$17</c:f>
              <c:strCache>
                <c:ptCount val="16"/>
                <c:pt idx="0">
                  <c:v>吉泉</c:v>
                </c:pt>
                <c:pt idx="1">
                  <c:v>灵绍</c:v>
                </c:pt>
                <c:pt idx="2">
                  <c:v>雁淮</c:v>
                </c:pt>
                <c:pt idx="3">
                  <c:v>锡泰</c:v>
                </c:pt>
                <c:pt idx="4">
                  <c:v>鲁固</c:v>
                </c:pt>
                <c:pt idx="5">
                  <c:v>昭沂</c:v>
                </c:pt>
                <c:pt idx="6">
                  <c:v>天中</c:v>
                </c:pt>
                <c:pt idx="7">
                  <c:v>锦苏</c:v>
                </c:pt>
                <c:pt idx="8">
                  <c:v>祁韶</c:v>
                </c:pt>
                <c:pt idx="9">
                  <c:v>陕武</c:v>
                </c:pt>
                <c:pt idx="10">
                  <c:v>宾金</c:v>
                </c:pt>
                <c:pt idx="11">
                  <c:v>复奉</c:v>
                </c:pt>
                <c:pt idx="12">
                  <c:v>金塘</c:v>
                </c:pt>
                <c:pt idx="13">
                  <c:v>建苏</c:v>
                </c:pt>
                <c:pt idx="14">
                  <c:v>青豫</c:v>
                </c:pt>
                <c:pt idx="15">
                  <c:v>雅湖</c:v>
                </c:pt>
              </c:strCache>
            </c:strRef>
          </c:cat>
          <c:val>
            <c:numRef>
              <c:f>Sheet1!$C$2:$C$17</c:f>
              <c:numCache>
                <c:formatCode>General</c:formatCode>
                <c:ptCount val="16"/>
                <c:pt idx="0">
                  <c:v>0</c:v>
                </c:pt>
                <c:pt idx="1">
                  <c:v>48</c:v>
                </c:pt>
                <c:pt idx="2">
                  <c:v>58</c:v>
                </c:pt>
                <c:pt idx="3">
                  <c:v>59</c:v>
                </c:pt>
                <c:pt idx="4">
                  <c:v>150</c:v>
                </c:pt>
                <c:pt idx="5">
                  <c:v>26</c:v>
                </c:pt>
                <c:pt idx="6">
                  <c:v>68</c:v>
                </c:pt>
                <c:pt idx="7">
                  <c:v>13</c:v>
                </c:pt>
                <c:pt idx="8">
                  <c:v>5</c:v>
                </c:pt>
                <c:pt idx="9">
                  <c:v>22</c:v>
                </c:pt>
                <c:pt idx="10">
                  <c:v>33</c:v>
                </c:pt>
                <c:pt idx="11">
                  <c:v>15</c:v>
                </c:pt>
                <c:pt idx="12">
                  <c:v>36</c:v>
                </c:pt>
                <c:pt idx="13">
                  <c:v>12</c:v>
                </c:pt>
                <c:pt idx="14">
                  <c:v>86</c:v>
                </c:pt>
                <c:pt idx="15">
                  <c:v>44</c:v>
                </c:pt>
              </c:numCache>
            </c:numRef>
          </c:val>
        </c:ser>
        <c:dLbls>
          <c:showLegendKey val="0"/>
          <c:showVal val="1"/>
          <c:showCatName val="0"/>
          <c:showSerName val="0"/>
          <c:showPercent val="0"/>
          <c:showBubbleSize val="0"/>
        </c:dLbls>
        <c:gapWidth val="219"/>
        <c:overlap val="100"/>
        <c:axId val="218087953"/>
        <c:axId val="830708514"/>
      </c:barChart>
      <c:lineChart>
        <c:grouping val="standard"/>
        <c:varyColors val="0"/>
        <c:ser>
          <c:idx val="2"/>
          <c:order val="2"/>
          <c:tx>
            <c:strRef>
              <c:f>Sheet1!$D$1</c:f>
              <c:strCache>
                <c:ptCount val="1"/>
                <c:pt idx="0">
                  <c:v>通道利用小时数</c:v>
                </c:pt>
              </c:strCache>
            </c:strRef>
          </c:tx>
          <c:spPr>
            <a:ln w="28575" cap="rnd">
              <a:solidFill>
                <a:srgbClr val="0EBDA4"/>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Sheet1!$A$2:$A$17</c:f>
              <c:strCache>
                <c:ptCount val="16"/>
                <c:pt idx="0">
                  <c:v>吉泉</c:v>
                </c:pt>
                <c:pt idx="1">
                  <c:v>灵绍</c:v>
                </c:pt>
                <c:pt idx="2">
                  <c:v>雁淮</c:v>
                </c:pt>
                <c:pt idx="3">
                  <c:v>锡泰</c:v>
                </c:pt>
                <c:pt idx="4">
                  <c:v>鲁固</c:v>
                </c:pt>
                <c:pt idx="5">
                  <c:v>昭沂</c:v>
                </c:pt>
                <c:pt idx="6">
                  <c:v>天中</c:v>
                </c:pt>
                <c:pt idx="7">
                  <c:v>锦苏</c:v>
                </c:pt>
                <c:pt idx="8">
                  <c:v>祁韶</c:v>
                </c:pt>
                <c:pt idx="9">
                  <c:v>陕武</c:v>
                </c:pt>
                <c:pt idx="10">
                  <c:v>宾金</c:v>
                </c:pt>
                <c:pt idx="11">
                  <c:v>复奉</c:v>
                </c:pt>
                <c:pt idx="12">
                  <c:v>金塘</c:v>
                </c:pt>
                <c:pt idx="13">
                  <c:v>建苏</c:v>
                </c:pt>
                <c:pt idx="14">
                  <c:v>青豫</c:v>
                </c:pt>
                <c:pt idx="15">
                  <c:v>雅湖</c:v>
                </c:pt>
              </c:strCache>
            </c:strRef>
          </c:cat>
          <c:val>
            <c:numRef>
              <c:f>Sheet1!$D$2:$D$17</c:f>
              <c:numCache>
                <c:formatCode>General</c:formatCode>
                <c:ptCount val="16"/>
                <c:pt idx="0">
                  <c:v>5900</c:v>
                </c:pt>
                <c:pt idx="1">
                  <c:v>6613</c:v>
                </c:pt>
                <c:pt idx="2">
                  <c:v>6088</c:v>
                </c:pt>
                <c:pt idx="3">
                  <c:v>4420</c:v>
                </c:pt>
                <c:pt idx="4">
                  <c:v>3300</c:v>
                </c:pt>
                <c:pt idx="5">
                  <c:v>4490</c:v>
                </c:pt>
                <c:pt idx="6">
                  <c:v>4900</c:v>
                </c:pt>
                <c:pt idx="7">
                  <c:v>4708</c:v>
                </c:pt>
                <c:pt idx="8">
                  <c:v>4325</c:v>
                </c:pt>
                <c:pt idx="9">
                  <c:v>3975</c:v>
                </c:pt>
                <c:pt idx="10">
                  <c:v>3300</c:v>
                </c:pt>
                <c:pt idx="11">
                  <c:v>4359</c:v>
                </c:pt>
                <c:pt idx="12">
                  <c:v>2788</c:v>
                </c:pt>
                <c:pt idx="13">
                  <c:v>2975</c:v>
                </c:pt>
                <c:pt idx="14">
                  <c:v>1988</c:v>
                </c:pt>
                <c:pt idx="15">
                  <c:v>1575</c:v>
                </c:pt>
              </c:numCache>
            </c:numRef>
          </c:val>
          <c:smooth val="0"/>
        </c:ser>
        <c:dLbls>
          <c:showLegendKey val="0"/>
          <c:showVal val="1"/>
          <c:showCatName val="0"/>
          <c:showSerName val="0"/>
          <c:showPercent val="0"/>
          <c:showBubbleSize val="0"/>
        </c:dLbls>
        <c:marker val="0"/>
        <c:smooth val="0"/>
        <c:axId val="562609741"/>
        <c:axId val="601913596"/>
      </c:lineChart>
      <c:catAx>
        <c:axId val="218087953"/>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830708514"/>
        <c:crosses val="autoZero"/>
        <c:auto val="1"/>
        <c:lblAlgn val="ctr"/>
        <c:lblOffset val="100"/>
        <c:noMultiLvlLbl val="0"/>
      </c:catAx>
      <c:valAx>
        <c:axId val="830708514"/>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218087953"/>
        <c:crosses val="autoZero"/>
        <c:crossBetween val="between"/>
      </c:valAx>
      <c:catAx>
        <c:axId val="562609741"/>
        <c:scaling>
          <c:orientation val="minMax"/>
        </c:scaling>
        <c:delete val="1"/>
        <c:axPos val="b"/>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601913596"/>
        <c:crosses val="autoZero"/>
        <c:auto val="1"/>
        <c:lblAlgn val="ctr"/>
        <c:lblOffset val="100"/>
        <c:noMultiLvlLbl val="0"/>
      </c:catAx>
      <c:valAx>
        <c:axId val="601913596"/>
        <c:scaling>
          <c:orientation val="minMax"/>
        </c:scaling>
        <c:delete val="0"/>
        <c:axPos val="r"/>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562609741"/>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noFill/>
    <a:ln w="9525" cap="flat" cmpd="sng" algn="ctr">
      <a:noFill/>
      <a:round/>
    </a:ln>
    <a:effectLst/>
  </c:spPr>
  <c:txPr>
    <a:bodyPr/>
    <a:lstStyle/>
    <a:p>
      <a:pPr>
        <a:defRPr lang="zh-CN" sz="90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997641836593"/>
          <c:y val="0.0477502295684114"/>
          <c:w val="0.856484949368844"/>
          <c:h val="0.734481175390266"/>
        </c:manualLayout>
      </c:layout>
      <c:barChart>
        <c:barDir val="col"/>
        <c:grouping val="clustered"/>
        <c:varyColors val="0"/>
        <c:ser>
          <c:idx val="0"/>
          <c:order val="0"/>
          <c:tx>
            <c:strRef>
              <c:f>Sheet1!$J$1</c:f>
              <c:strCache>
                <c:ptCount val="1"/>
                <c:pt idx="0">
                  <c:v>2024年均价</c:v>
                </c:pt>
              </c:strCache>
            </c:strRef>
          </c:tx>
          <c:spPr>
            <a:solidFill>
              <a:schemeClr val="accent1"/>
            </a:solidFill>
            <a:ln>
              <a:noFill/>
            </a:ln>
            <a:effectLst/>
          </c:spPr>
          <c:invertIfNegative val="0"/>
          <c:dLbls>
            <c:delete val="1"/>
          </c:dLbls>
          <c:cat>
            <c:strRef>
              <c:f>Sheet1!$I$2:$I$4</c:f>
              <c:strCache>
                <c:ptCount val="3"/>
                <c:pt idx="0">
                  <c:v>火电</c:v>
                </c:pt>
                <c:pt idx="1">
                  <c:v>水电</c:v>
                </c:pt>
                <c:pt idx="2">
                  <c:v>新能源</c:v>
                </c:pt>
              </c:strCache>
            </c:strRef>
          </c:cat>
          <c:val>
            <c:numRef>
              <c:f>Sheet1!$J$2:$J$4</c:f>
              <c:numCache>
                <c:formatCode>0.00_ </c:formatCode>
                <c:ptCount val="3"/>
                <c:pt idx="0">
                  <c:v>409.898968202994</c:v>
                </c:pt>
                <c:pt idx="1">
                  <c:v>223.662080931927</c:v>
                </c:pt>
                <c:pt idx="2">
                  <c:v>319.520572533097</c:v>
                </c:pt>
              </c:numCache>
            </c:numRef>
          </c:val>
        </c:ser>
        <c:ser>
          <c:idx val="1"/>
          <c:order val="1"/>
          <c:tx>
            <c:strRef>
              <c:f>Sheet1!$K$1</c:f>
              <c:strCache>
                <c:ptCount val="1"/>
                <c:pt idx="0">
                  <c:v>2025年均价</c:v>
                </c:pt>
              </c:strCache>
            </c:strRef>
          </c:tx>
          <c:spPr>
            <a:solidFill>
              <a:schemeClr val="accent2"/>
            </a:solidFill>
            <a:ln>
              <a:noFill/>
            </a:ln>
            <a:effectLst/>
          </c:spPr>
          <c:invertIfNegative val="0"/>
          <c:dLbls>
            <c:delete val="1"/>
          </c:dLbls>
          <c:cat>
            <c:strRef>
              <c:f>Sheet1!$I$2:$I$4</c:f>
              <c:strCache>
                <c:ptCount val="3"/>
                <c:pt idx="0">
                  <c:v>火电</c:v>
                </c:pt>
                <c:pt idx="1">
                  <c:v>水电</c:v>
                </c:pt>
                <c:pt idx="2">
                  <c:v>新能源</c:v>
                </c:pt>
              </c:strCache>
            </c:strRef>
          </c:cat>
          <c:val>
            <c:numRef>
              <c:f>Sheet1!$K$2:$K$4</c:f>
              <c:numCache>
                <c:formatCode>0.00_ </c:formatCode>
                <c:ptCount val="3"/>
                <c:pt idx="0">
                  <c:v>405.813810322029</c:v>
                </c:pt>
                <c:pt idx="1">
                  <c:v>221.447476858554</c:v>
                </c:pt>
                <c:pt idx="2">
                  <c:v>302.564834263332</c:v>
                </c:pt>
              </c:numCache>
            </c:numRef>
          </c:val>
        </c:ser>
        <c:dLbls>
          <c:showLegendKey val="0"/>
          <c:showVal val="1"/>
          <c:showCatName val="0"/>
          <c:showSerName val="0"/>
          <c:showPercent val="0"/>
          <c:showBubbleSize val="0"/>
        </c:dLbls>
        <c:gapWidth val="219"/>
        <c:overlap val="-27"/>
        <c:axId val="383712373"/>
        <c:axId val="181678944"/>
      </c:barChart>
      <c:catAx>
        <c:axId val="38371237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81678944"/>
        <c:crosses val="autoZero"/>
        <c:auto val="1"/>
        <c:lblAlgn val="ctr"/>
        <c:lblOffset val="100"/>
        <c:noMultiLvlLbl val="0"/>
      </c:catAx>
      <c:valAx>
        <c:axId val="181678944"/>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83712373"/>
        <c:crosses val="autoZero"/>
        <c:crossBetween val="between"/>
      </c:valAx>
      <c:spPr>
        <a:noFill/>
        <a:ln>
          <a:noFill/>
        </a:ln>
        <a:effectLst/>
      </c:spPr>
    </c:plotArea>
    <c:legend>
      <c:legendPos val="b"/>
      <c:layout>
        <c:manualLayout>
          <c:xMode val="edge"/>
          <c:yMode val="edge"/>
          <c:x val="0.352614989493346"/>
          <c:y val="0.864516129032258"/>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userShapes r:id="rId2"/>
</c:chartSpace>
</file>

<file path=ppt/charts/chart3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[0302算数.xlsx]Sheet1!$D$282</c:f>
              <c:strCache>
                <c:ptCount val="1"/>
                <c:pt idx="0">
                  <c:v>2024年</c:v>
                </c:pt>
              </c:strCache>
            </c:strRef>
          </c:tx>
          <c:spPr>
            <a:ln w="28575" cap="rnd">
              <a:solidFill>
                <a:schemeClr val="accent1"/>
              </a:solidFill>
              <a:round/>
            </a:ln>
            <a:effectLst/>
          </c:spPr>
          <c:marker>
            <c:symbol val="none"/>
          </c:marker>
          <c:dLbls>
            <c:delete val="1"/>
          </c:dLbls>
          <c:cat>
            <c:strRef>
              <c:f>[0302算数.xlsx]Sheet1!$C$283:$C$294</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[0302算数.xlsx]Sheet1!$D$283:$D$294</c:f>
              <c:numCache>
                <c:formatCode>0_ </c:formatCode>
                <c:ptCount val="12"/>
                <c:pt idx="0">
                  <c:v>418.617810620871</c:v>
                </c:pt>
                <c:pt idx="1">
                  <c:v>415.223451528535</c:v>
                </c:pt>
                <c:pt idx="2">
                  <c:v>418.241539001237</c:v>
                </c:pt>
                <c:pt idx="3">
                  <c:v>417.907900420167</c:v>
                </c:pt>
                <c:pt idx="4">
                  <c:v>416.835562526212</c:v>
                </c:pt>
                <c:pt idx="5">
                  <c:v>417.690374450211</c:v>
                </c:pt>
                <c:pt idx="6">
                  <c:v>420.329004929423</c:v>
                </c:pt>
                <c:pt idx="7">
                  <c:v>420.543523830616</c:v>
                </c:pt>
                <c:pt idx="8">
                  <c:v>422.751156487481</c:v>
                </c:pt>
                <c:pt idx="9">
                  <c:v>420.05639980486</c:v>
                </c:pt>
                <c:pt idx="10">
                  <c:v>419.175630448585</c:v>
                </c:pt>
                <c:pt idx="11">
                  <c:v>418.558913097333</c:v>
                </c:pt>
              </c:numCache>
            </c:numRef>
          </c:val>
          <c:smooth val="0"/>
        </c:ser>
        <c:ser>
          <c:idx val="1"/>
          <c:order val="1"/>
          <c:tx>
            <c:strRef>
              <c:f>[0302算数.xlsx]Sheet1!$E$282</c:f>
              <c:strCache>
                <c:ptCount val="1"/>
                <c:pt idx="0">
                  <c:v>2025年</c:v>
                </c:pt>
              </c:strCache>
            </c:strRef>
          </c:tx>
          <c:spPr>
            <a:ln w="28575" cap="rnd">
              <a:solidFill>
                <a:schemeClr val="accent2"/>
              </a:solidFill>
              <a:round/>
            </a:ln>
            <a:effectLst/>
          </c:spPr>
          <c:marker>
            <c:symbol val="none"/>
          </c:marker>
          <c:dLbls>
            <c:delete val="1"/>
          </c:dLbls>
          <c:cat>
            <c:strRef>
              <c:f>[0302算数.xlsx]Sheet1!$C$283:$C$294</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[0302算数.xlsx]Sheet1!$E$283:$E$294</c:f>
              <c:numCache>
                <c:formatCode>0_ </c:formatCode>
                <c:ptCount val="12"/>
                <c:pt idx="0">
                  <c:v>411.675934695679</c:v>
                </c:pt>
                <c:pt idx="1">
                  <c:v>406.752147125598</c:v>
                </c:pt>
                <c:pt idx="2">
                  <c:v>406.099767882961</c:v>
                </c:pt>
                <c:pt idx="3">
                  <c:v>399.97012678069</c:v>
                </c:pt>
                <c:pt idx="4">
                  <c:v>404.324356408247</c:v>
                </c:pt>
                <c:pt idx="5">
                  <c:v>411.01261921712</c:v>
                </c:pt>
                <c:pt idx="6">
                  <c:v>413.665515200672</c:v>
                </c:pt>
                <c:pt idx="7">
                  <c:v>412.97678091719</c:v>
                </c:pt>
                <c:pt idx="8">
                  <c:v>408.721195586574</c:v>
                </c:pt>
                <c:pt idx="9">
                  <c:v>409.462598567984</c:v>
                </c:pt>
                <c:pt idx="10">
                  <c:v>405.636421878868</c:v>
                </c:pt>
                <c:pt idx="11">
                  <c:v>414.777555457564</c:v>
                </c:pt>
              </c:numCache>
            </c:numRef>
          </c:val>
          <c:smooth val="0"/>
        </c:ser>
        <c:dLbls>
          <c:showLegendKey val="0"/>
          <c:showVal val="0"/>
          <c:showCatName val="0"/>
          <c:showSerName val="0"/>
          <c:showPercent val="0"/>
          <c:showBubbleSize val="0"/>
        </c:dLbls>
        <c:marker val="0"/>
        <c:smooth val="0"/>
        <c:axId val="11313723"/>
        <c:axId val="591493394"/>
      </c:lineChart>
      <c:catAx>
        <c:axId val="1131372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91493394"/>
        <c:crosses val="autoZero"/>
        <c:auto val="1"/>
        <c:lblAlgn val="ctr"/>
        <c:lblOffset val="100"/>
        <c:noMultiLvlLbl val="0"/>
      </c:catAx>
      <c:valAx>
        <c:axId val="591493394"/>
        <c:scaling>
          <c:orientation val="minMax"/>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1313723"/>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'[ppt数据-2.23增加.xls]Sheet1'!$H$25</c:f>
              <c:strCache>
                <c:ptCount val="1"/>
                <c:pt idx="0">
                  <c:v>2024年</c:v>
                </c:pt>
              </c:strCache>
            </c:strRef>
          </c:tx>
          <c:spPr>
            <a:ln w="28575" cap="rnd">
              <a:solidFill>
                <a:schemeClr val="accent1"/>
              </a:solidFill>
              <a:round/>
            </a:ln>
            <a:effectLst/>
          </c:spPr>
          <c:marker>
            <c:symbol val="none"/>
          </c:marker>
          <c:dLbls>
            <c:delete val="1"/>
          </c:dLbls>
          <c:cat>
            <c:strRef>
              <c:f>'[ppt数据-2.23增加.xls]Sheet1'!$I$24:$AF$24</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'[ppt数据-2.23增加.xls]Sheet1'!$I$25:$AF$25</c:f>
              <c:numCache>
                <c:formatCode>General</c:formatCode>
                <c:ptCount val="24"/>
                <c:pt idx="0">
                  <c:v>383.995978524722</c:v>
                </c:pt>
                <c:pt idx="1">
                  <c:v>378.909661458839</c:v>
                </c:pt>
                <c:pt idx="2">
                  <c:v>377.862697810585</c:v>
                </c:pt>
                <c:pt idx="3">
                  <c:v>377.133723887024</c:v>
                </c:pt>
                <c:pt idx="4">
                  <c:v>372.92543528881</c:v>
                </c:pt>
                <c:pt idx="5">
                  <c:v>365.985125664944</c:v>
                </c:pt>
                <c:pt idx="6">
                  <c:v>365.337260637069</c:v>
                </c:pt>
                <c:pt idx="7">
                  <c:v>425.62349945771</c:v>
                </c:pt>
                <c:pt idx="8">
                  <c:v>433.675946735395</c:v>
                </c:pt>
                <c:pt idx="9">
                  <c:v>357.920426101232</c:v>
                </c:pt>
                <c:pt idx="10">
                  <c:v>296.728591692486</c:v>
                </c:pt>
                <c:pt idx="11">
                  <c:v>305.554366037594</c:v>
                </c:pt>
                <c:pt idx="12">
                  <c:v>306.797069973642</c:v>
                </c:pt>
                <c:pt idx="13">
                  <c:v>302.403982099165</c:v>
                </c:pt>
                <c:pt idx="14">
                  <c:v>301.22352039894</c:v>
                </c:pt>
                <c:pt idx="15">
                  <c:v>301.306579970023</c:v>
                </c:pt>
                <c:pt idx="16">
                  <c:v>281.336811304804</c:v>
                </c:pt>
                <c:pt idx="17">
                  <c:v>408.743260959166</c:v>
                </c:pt>
                <c:pt idx="18">
                  <c:v>395.781999113181</c:v>
                </c:pt>
                <c:pt idx="19">
                  <c:v>444.795614723965</c:v>
                </c:pt>
                <c:pt idx="20">
                  <c:v>469.424839968063</c:v>
                </c:pt>
                <c:pt idx="21">
                  <c:v>477.61732437012</c:v>
                </c:pt>
                <c:pt idx="22">
                  <c:v>378.777153879811</c:v>
                </c:pt>
                <c:pt idx="23">
                  <c:v>379.956018109406</c:v>
                </c:pt>
              </c:numCache>
            </c:numRef>
          </c:val>
          <c:smooth val="0"/>
        </c:ser>
        <c:ser>
          <c:idx val="1"/>
          <c:order val="1"/>
          <c:tx>
            <c:strRef>
              <c:f>'[ppt数据-2.23增加.xls]Sheet1'!$H$26</c:f>
              <c:strCache>
                <c:ptCount val="1"/>
                <c:pt idx="0">
                  <c:v>2025年</c:v>
                </c:pt>
              </c:strCache>
            </c:strRef>
          </c:tx>
          <c:spPr>
            <a:ln w="28575" cap="rnd">
              <a:solidFill>
                <a:schemeClr val="accent2"/>
              </a:solidFill>
              <a:round/>
            </a:ln>
            <a:effectLst/>
          </c:spPr>
          <c:marker>
            <c:symbol val="none"/>
          </c:marker>
          <c:dLbls>
            <c:delete val="1"/>
          </c:dLbls>
          <c:cat>
            <c:strRef>
              <c:f>'[ppt数据-2.23增加.xls]Sheet1'!$I$24:$AF$24</c:f>
              <c:strCache>
                <c:ptCount val="24"/>
                <c:pt idx="0">
                  <c:v>0时</c:v>
                </c:pt>
                <c:pt idx="1">
                  <c:v>1时</c:v>
                </c:pt>
                <c:pt idx="2">
                  <c:v>2时</c:v>
                </c:pt>
                <c:pt idx="3">
                  <c:v>3时</c:v>
                </c:pt>
                <c:pt idx="4">
                  <c:v>4时</c:v>
                </c:pt>
                <c:pt idx="5">
                  <c:v>5时</c:v>
                </c:pt>
                <c:pt idx="6">
                  <c:v>6时</c:v>
                </c:pt>
                <c:pt idx="7">
                  <c:v>7时</c:v>
                </c:pt>
                <c:pt idx="8">
                  <c:v>8时</c:v>
                </c:pt>
                <c:pt idx="9">
                  <c:v>9时</c:v>
                </c:pt>
                <c:pt idx="10">
                  <c:v>10时</c:v>
                </c:pt>
                <c:pt idx="11">
                  <c:v>11时</c:v>
                </c:pt>
                <c:pt idx="12">
                  <c:v>12时</c:v>
                </c:pt>
                <c:pt idx="13">
                  <c:v>13时</c:v>
                </c:pt>
                <c:pt idx="14">
                  <c:v>14时</c:v>
                </c:pt>
                <c:pt idx="15">
                  <c:v>15时</c:v>
                </c:pt>
                <c:pt idx="16">
                  <c:v>16时</c:v>
                </c:pt>
                <c:pt idx="17">
                  <c:v>17时</c:v>
                </c:pt>
                <c:pt idx="18">
                  <c:v>18时</c:v>
                </c:pt>
                <c:pt idx="19">
                  <c:v>19时</c:v>
                </c:pt>
                <c:pt idx="20">
                  <c:v>20时</c:v>
                </c:pt>
                <c:pt idx="21">
                  <c:v>21时</c:v>
                </c:pt>
                <c:pt idx="22">
                  <c:v>22时</c:v>
                </c:pt>
                <c:pt idx="23">
                  <c:v>23时</c:v>
                </c:pt>
              </c:strCache>
            </c:strRef>
          </c:cat>
          <c:val>
            <c:numRef>
              <c:f>'[ppt数据-2.23增加.xls]Sheet1'!$I$26:$AF$26</c:f>
              <c:numCache>
                <c:formatCode>General</c:formatCode>
                <c:ptCount val="24"/>
                <c:pt idx="0">
                  <c:v>314.081389780999</c:v>
                </c:pt>
                <c:pt idx="1">
                  <c:v>312.519095889341</c:v>
                </c:pt>
                <c:pt idx="2">
                  <c:v>312.481372770377</c:v>
                </c:pt>
                <c:pt idx="3">
                  <c:v>311.644412941117</c:v>
                </c:pt>
                <c:pt idx="4">
                  <c:v>306.20032997396</c:v>
                </c:pt>
                <c:pt idx="5">
                  <c:v>306.155713632579</c:v>
                </c:pt>
                <c:pt idx="6">
                  <c:v>311.311863522297</c:v>
                </c:pt>
                <c:pt idx="7">
                  <c:v>401.748778191368</c:v>
                </c:pt>
                <c:pt idx="8">
                  <c:v>402.361701152377</c:v>
                </c:pt>
                <c:pt idx="9">
                  <c:v>349.126950547986</c:v>
                </c:pt>
                <c:pt idx="10">
                  <c:v>260.658200776946</c:v>
                </c:pt>
                <c:pt idx="11">
                  <c:v>251.87143321723</c:v>
                </c:pt>
                <c:pt idx="12">
                  <c:v>251.804031165906</c:v>
                </c:pt>
                <c:pt idx="13">
                  <c:v>246.276460360755</c:v>
                </c:pt>
                <c:pt idx="14">
                  <c:v>246.313079586585</c:v>
                </c:pt>
                <c:pt idx="15">
                  <c:v>245.613233030525</c:v>
                </c:pt>
                <c:pt idx="16">
                  <c:v>245.089940660491</c:v>
                </c:pt>
                <c:pt idx="17">
                  <c:v>384.06095363975</c:v>
                </c:pt>
                <c:pt idx="18">
                  <c:v>388.062198746263</c:v>
                </c:pt>
                <c:pt idx="19">
                  <c:v>426.753361562587</c:v>
                </c:pt>
                <c:pt idx="20">
                  <c:v>447.148710722324</c:v>
                </c:pt>
                <c:pt idx="21">
                  <c:v>448.522586910487</c:v>
                </c:pt>
                <c:pt idx="22">
                  <c:v>327.3393623637</c:v>
                </c:pt>
                <c:pt idx="23">
                  <c:v>322.999689416262</c:v>
                </c:pt>
              </c:numCache>
            </c:numRef>
          </c:val>
          <c:smooth val="0"/>
        </c:ser>
        <c:dLbls>
          <c:showLegendKey val="0"/>
          <c:showVal val="0"/>
          <c:showCatName val="0"/>
          <c:showSerName val="0"/>
          <c:showPercent val="0"/>
          <c:showBubbleSize val="0"/>
        </c:dLbls>
        <c:marker val="0"/>
        <c:smooth val="0"/>
        <c:axId val="852615682"/>
        <c:axId val="93114913"/>
      </c:lineChart>
      <c:catAx>
        <c:axId val="85261568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3114913"/>
        <c:crosses val="autoZero"/>
        <c:auto val="1"/>
        <c:lblAlgn val="ctr"/>
        <c:lblOffset val="100"/>
        <c:noMultiLvlLbl val="0"/>
      </c:catAx>
      <c:valAx>
        <c:axId val="93114913"/>
        <c:scaling>
          <c:orientation val="minMax"/>
          <c:min val="2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52615682"/>
        <c:crosses val="autoZero"/>
        <c:crossBetween val="between"/>
      </c:valAx>
      <c:spPr>
        <a:noFill/>
        <a:ln>
          <a:noFill/>
        </a:ln>
        <a:effectLst/>
      </c:spPr>
    </c:plotArea>
    <c:legend>
      <c:legendPos val="b"/>
      <c:layout>
        <c:manualLayout>
          <c:xMode val="edge"/>
          <c:yMode val="edge"/>
          <c:x val="0.359848678391643"/>
          <c:y val="0.84233894598317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[工作簿1.xlsx]Sheet1!$C$185</c:f>
              <c:strCache>
                <c:ptCount val="1"/>
                <c:pt idx="0">
                  <c:v>2024年</c:v>
                </c:pt>
              </c:strCache>
            </c:strRef>
          </c:tx>
          <c:spPr>
            <a:ln w="28575" cap="rnd">
              <a:solidFill>
                <a:schemeClr val="accent1"/>
              </a:solidFill>
              <a:round/>
            </a:ln>
            <a:effectLst/>
          </c:spPr>
          <c:marker>
            <c:symbol val="none"/>
          </c:marker>
          <c:dLbls>
            <c:delete val="1"/>
          </c:dLbls>
          <c:cat>
            <c:strRef>
              <c:f>[工作簿1.xlsx]Sheet1!$B$186:$B$197</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[工作簿1.xlsx]Sheet1!$C$186:$C$197</c:f>
              <c:numCache>
                <c:formatCode>0.00_ </c:formatCode>
                <c:ptCount val="12"/>
                <c:pt idx="0">
                  <c:v>347.382901386604</c:v>
                </c:pt>
                <c:pt idx="1">
                  <c:v>329.639470455641</c:v>
                </c:pt>
                <c:pt idx="2">
                  <c:v>340.023077249165</c:v>
                </c:pt>
                <c:pt idx="3">
                  <c:v>338.876357131857</c:v>
                </c:pt>
                <c:pt idx="4">
                  <c:v>345.14940993631</c:v>
                </c:pt>
                <c:pt idx="5">
                  <c:v>346.932423565905</c:v>
                </c:pt>
                <c:pt idx="6">
                  <c:v>393.554384044668</c:v>
                </c:pt>
                <c:pt idx="7">
                  <c:v>395.203988896722</c:v>
                </c:pt>
                <c:pt idx="8">
                  <c:v>346.457622743586</c:v>
                </c:pt>
                <c:pt idx="9">
                  <c:v>339.487431212729</c:v>
                </c:pt>
                <c:pt idx="10">
                  <c:v>344.471875377007</c:v>
                </c:pt>
                <c:pt idx="11">
                  <c:v>350.447401964895</c:v>
                </c:pt>
              </c:numCache>
            </c:numRef>
          </c:val>
          <c:smooth val="0"/>
        </c:ser>
        <c:ser>
          <c:idx val="1"/>
          <c:order val="1"/>
          <c:tx>
            <c:strRef>
              <c:f>[工作簿1.xlsx]Sheet1!$D$185</c:f>
              <c:strCache>
                <c:ptCount val="1"/>
                <c:pt idx="0">
                  <c:v>2025年</c:v>
                </c:pt>
              </c:strCache>
            </c:strRef>
          </c:tx>
          <c:spPr>
            <a:ln w="28575" cap="rnd">
              <a:solidFill>
                <a:schemeClr val="accent2"/>
              </a:solidFill>
              <a:round/>
            </a:ln>
            <a:effectLst/>
          </c:spPr>
          <c:marker>
            <c:symbol val="none"/>
          </c:marker>
          <c:dLbls>
            <c:delete val="1"/>
          </c:dLbls>
          <c:cat>
            <c:strRef>
              <c:f>[工作簿1.xlsx]Sheet1!$B$186:$B$197</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[工作簿1.xlsx]Sheet1!$D$186:$D$197</c:f>
              <c:numCache>
                <c:formatCode>0.00_ </c:formatCode>
                <c:ptCount val="12"/>
                <c:pt idx="0">
                  <c:v>322.811949157598</c:v>
                </c:pt>
                <c:pt idx="1">
                  <c:v>320.267117300453</c:v>
                </c:pt>
                <c:pt idx="2">
                  <c:v>317.748721383752</c:v>
                </c:pt>
                <c:pt idx="3">
                  <c:v>315.232423712542</c:v>
                </c:pt>
                <c:pt idx="4">
                  <c:v>317.829577422207</c:v>
                </c:pt>
                <c:pt idx="5">
                  <c:v>333.572713982818</c:v>
                </c:pt>
                <c:pt idx="6">
                  <c:v>358.564162675526</c:v>
                </c:pt>
                <c:pt idx="7">
                  <c:v>357.707170766313</c:v>
                </c:pt>
                <c:pt idx="8">
                  <c:v>321.497457173061</c:v>
                </c:pt>
                <c:pt idx="9">
                  <c:v>320.336675778125</c:v>
                </c:pt>
                <c:pt idx="10">
                  <c:v>315.93497972024</c:v>
                </c:pt>
                <c:pt idx="11">
                  <c:v>328.793513868771</c:v>
                </c:pt>
              </c:numCache>
            </c:numRef>
          </c:val>
          <c:smooth val="0"/>
        </c:ser>
        <c:dLbls>
          <c:showLegendKey val="0"/>
          <c:showVal val="0"/>
          <c:showCatName val="0"/>
          <c:showSerName val="0"/>
          <c:showPercent val="0"/>
          <c:showBubbleSize val="0"/>
        </c:dLbls>
        <c:marker val="0"/>
        <c:smooth val="0"/>
        <c:axId val="492898018"/>
        <c:axId val="108999950"/>
      </c:lineChart>
      <c:catAx>
        <c:axId val="49289801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08999950"/>
        <c:crosses val="autoZero"/>
        <c:auto val="1"/>
        <c:lblAlgn val="ctr"/>
        <c:lblOffset val="100"/>
        <c:noMultiLvlLbl val="0"/>
      </c:catAx>
      <c:valAx>
        <c:axId val="108999950"/>
        <c:scaling>
          <c:orientation val="minMax"/>
          <c:max val="400"/>
          <c:min val="200"/>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492898018"/>
        <c:crosses val="autoZero"/>
        <c:crossBetween val="between"/>
        <c:majorUnit val="50"/>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noFill/>
      <a:round/>
    </a:ln>
    <a:effectLst/>
  </c:spPr>
  <c:txPr>
    <a:bodyPr/>
    <a:lstStyle/>
    <a:p>
      <a:pPr>
        <a:defRPr lang="zh-CN"/>
      </a:pPr>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省间总计</c:v>
                </c:pt>
              </c:strCache>
            </c:strRef>
          </c:tx>
          <c:spPr>
            <a:solidFill>
              <a:srgbClr val="0EBDA4"/>
            </a:solidFill>
            <a:ln>
              <a:noFill/>
            </a:ln>
            <a:effectLst/>
          </c:spPr>
          <c:invertIfNegative val="0"/>
          <c:dLbls>
            <c:dLbl>
              <c:idx val="7"/>
              <c:layout/>
              <c:numFmt formatCode="#,##0.0_);[Red]\(#,##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dLblPos val="outEnd"/>
              <c:showLegendKey val="0"/>
              <c:showVal val="1"/>
              <c:showCatName val="0"/>
              <c:showSerName val="0"/>
              <c:showPercent val="0"/>
              <c:showBubbleSize val="0"/>
              <c:extLst>
                <c:ext xmlns:c15="http://schemas.microsoft.com/office/drawing/2012/chart" uri="{CE6537A1-D6FC-4f65-9D91-7224C49458BB}"/>
              </c:extLst>
            </c:dLbl>
            <c:numFmt formatCode="#,##0_);[Red]\(#,##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甘肃</c:v>
                </c:pt>
                <c:pt idx="1">
                  <c:v>山西</c:v>
                </c:pt>
                <c:pt idx="2">
                  <c:v>青海</c:v>
                </c:pt>
                <c:pt idx="3">
                  <c:v>华北</c:v>
                </c:pt>
                <c:pt idx="4">
                  <c:v>新疆</c:v>
                </c:pt>
                <c:pt idx="5">
                  <c:v>宁夏</c:v>
                </c:pt>
                <c:pt idx="6">
                  <c:v>蒙东</c:v>
                </c:pt>
                <c:pt idx="7">
                  <c:v>西藏</c:v>
                </c:pt>
              </c:strCache>
            </c:strRef>
          </c:cat>
          <c:val>
            <c:numRef>
              <c:f>Sheet1!$B$2:$B$9</c:f>
              <c:numCache>
                <c:formatCode>General</c:formatCode>
                <c:ptCount val="8"/>
                <c:pt idx="0">
                  <c:v>99.11</c:v>
                </c:pt>
                <c:pt idx="1">
                  <c:v>72.87</c:v>
                </c:pt>
                <c:pt idx="2">
                  <c:v>51.72</c:v>
                </c:pt>
                <c:pt idx="3">
                  <c:v>45.72</c:v>
                </c:pt>
                <c:pt idx="4">
                  <c:v>37.24</c:v>
                </c:pt>
                <c:pt idx="5">
                  <c:v>15.54</c:v>
                </c:pt>
                <c:pt idx="6">
                  <c:v>4.36</c:v>
                </c:pt>
                <c:pt idx="7">
                  <c:v>0.12</c:v>
                </c:pt>
              </c:numCache>
            </c:numRef>
          </c:val>
        </c:ser>
        <c:dLbls>
          <c:showLegendKey val="0"/>
          <c:showVal val="1"/>
          <c:showCatName val="0"/>
          <c:showSerName val="0"/>
          <c:showPercent val="0"/>
          <c:showBubbleSize val="0"/>
        </c:dLbls>
        <c:gapWidth val="246"/>
        <c:overlap val="-28"/>
        <c:axId val="477741437"/>
        <c:axId val="411607916"/>
      </c:barChart>
      <c:catAx>
        <c:axId val="47774143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11607916"/>
        <c:crosses val="autoZero"/>
        <c:auto val="1"/>
        <c:lblAlgn val="ctr"/>
        <c:lblOffset val="100"/>
        <c:noMultiLvlLbl val="0"/>
      </c:catAx>
      <c:valAx>
        <c:axId val="411607916"/>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77741437"/>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lang="zh-CN" sz="10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省间小计</c:v>
                </c:pt>
              </c:strCache>
            </c:strRef>
          </c:tx>
          <c:spPr>
            <a:solidFill>
              <a:srgbClr val="00B0F0"/>
            </a:solidFill>
            <a:ln>
              <a:noFill/>
            </a:ln>
            <a:effectLst/>
          </c:spPr>
          <c:invertIfNegative val="0"/>
          <c:dLbls>
            <c:numFmt formatCode="#,##0_);[Red]\(#,##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江苏</c:v>
                </c:pt>
                <c:pt idx="1">
                  <c:v>陕西</c:v>
                </c:pt>
                <c:pt idx="2">
                  <c:v>上海</c:v>
                </c:pt>
                <c:pt idx="3">
                  <c:v>天津</c:v>
                </c:pt>
                <c:pt idx="4">
                  <c:v>首都</c:v>
                </c:pt>
                <c:pt idx="5">
                  <c:v>重庆</c:v>
                </c:pt>
                <c:pt idx="6">
                  <c:v>四川</c:v>
                </c:pt>
                <c:pt idx="7">
                  <c:v>浙江</c:v>
                </c:pt>
                <c:pt idx="8">
                  <c:v>宁夏</c:v>
                </c:pt>
                <c:pt idx="9">
                  <c:v>湖北</c:v>
                </c:pt>
                <c:pt idx="10">
                  <c:v>安徽</c:v>
                </c:pt>
                <c:pt idx="11">
                  <c:v>青海</c:v>
                </c:pt>
              </c:strCache>
            </c:strRef>
          </c:cat>
          <c:val>
            <c:numRef>
              <c:f>Sheet1!$B$2:$B$13</c:f>
              <c:numCache>
                <c:formatCode>0.00_ </c:formatCode>
                <c:ptCount val="12"/>
                <c:pt idx="0">
                  <c:v>78.13547</c:v>
                </c:pt>
                <c:pt idx="1">
                  <c:v>70.39283</c:v>
                </c:pt>
                <c:pt idx="2">
                  <c:v>61.37298</c:v>
                </c:pt>
                <c:pt idx="3">
                  <c:v>54.9864758</c:v>
                </c:pt>
                <c:pt idx="4">
                  <c:v>23.66968</c:v>
                </c:pt>
                <c:pt idx="5">
                  <c:v>17.20926</c:v>
                </c:pt>
                <c:pt idx="6">
                  <c:v>5.12911</c:v>
                </c:pt>
                <c:pt idx="7">
                  <c:v>4.15915</c:v>
                </c:pt>
                <c:pt idx="8">
                  <c:v>3.87894</c:v>
                </c:pt>
                <c:pt idx="9">
                  <c:v>3.87652</c:v>
                </c:pt>
                <c:pt idx="10">
                  <c:v>2.83069</c:v>
                </c:pt>
                <c:pt idx="11">
                  <c:v>1.03009</c:v>
                </c:pt>
              </c:numCache>
            </c:numRef>
          </c:val>
        </c:ser>
        <c:dLbls>
          <c:showLegendKey val="0"/>
          <c:showVal val="1"/>
          <c:showCatName val="0"/>
          <c:showSerName val="0"/>
          <c:showPercent val="0"/>
          <c:showBubbleSize val="0"/>
        </c:dLbls>
        <c:gapWidth val="246"/>
        <c:overlap val="-28"/>
        <c:axId val="477741437"/>
        <c:axId val="411607916"/>
      </c:barChart>
      <c:catAx>
        <c:axId val="47774143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11607916"/>
        <c:crosses val="autoZero"/>
        <c:auto val="1"/>
        <c:lblAlgn val="ctr"/>
        <c:lblOffset val="100"/>
        <c:noMultiLvlLbl val="0"/>
      </c:catAx>
      <c:valAx>
        <c:axId val="411607916"/>
        <c:scaling>
          <c:orientation val="minMax"/>
        </c:scaling>
        <c:delete val="0"/>
        <c:axPos val="l"/>
        <c:majorGridlines>
          <c:spPr>
            <a:ln w="9525" cap="flat" cmpd="sng" algn="ctr">
              <a:solidFill>
                <a:schemeClr val="lt1">
                  <a:lumMod val="90200"/>
                </a:schemeClr>
              </a:solidFill>
              <a:round/>
            </a:ln>
            <a:effectLst/>
          </c:spPr>
        </c:majorGridlines>
        <c:numFmt formatCode="0_);[Red]\(0\)" sourceLinked="0"/>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crossAx val="477741437"/>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lang="zh-CN" sz="1000" b="0">
          <a:latin typeface="Microsoft YaHei Regular" panose="020B0703020204020201" charset="-122"/>
          <a:ea typeface="Microsoft YaHei Regular" panose="020B0703020204020201" charset="-122"/>
          <a:cs typeface="Microsoft YaHei Regular" panose="020B0703020204020201" charset="-122"/>
          <a:sym typeface="Microsoft YaHei Regular" panose="020B0703020204020201" charset="-122"/>
        </a:defRPr>
      </a:pPr>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8082066312511"/>
          <c:y val="0.130474452554745"/>
          <c:w val="0.482689137204616"/>
          <c:h val="0.80139902676399"/>
        </c:manualLayout>
      </c:layout>
      <c:pieChart>
        <c:varyColors val="1"/>
        <c:ser>
          <c:idx val="0"/>
          <c:order val="0"/>
          <c:tx>
            <c:strRef>
              <c:f>Sheet1!$B$1</c:f>
              <c:strCache>
                <c:ptCount val="1"/>
                <c:pt idx="0">
                  <c:v>绿电交易电量
（单位：亿千瓦时）</c:v>
                </c:pt>
              </c:strCache>
            </c:strRef>
          </c:tx>
          <c:spPr/>
          <c:explosion val="0"/>
          <c:dPt>
            <c:idx val="0"/>
            <c:bubble3D val="0"/>
            <c:spPr>
              <a:solidFill>
                <a:srgbClr val="00B0F0"/>
              </a:solidFill>
              <a:ln w="19050">
                <a:solidFill>
                  <a:schemeClr val="lt1"/>
                </a:solidFill>
              </a:ln>
              <a:effectLst/>
            </c:spPr>
          </c:dPt>
          <c:dPt>
            <c:idx val="1"/>
            <c:bubble3D val="0"/>
            <c:spPr>
              <a:solidFill>
                <a:srgbClr val="EE822F"/>
              </a:solidFill>
              <a:ln w="19050">
                <a:solidFill>
                  <a:schemeClr val="lt1"/>
                </a:solidFill>
              </a:ln>
              <a:effectLst/>
            </c:spPr>
          </c:dPt>
          <c:dLbls>
            <c:dLbl>
              <c:idx val="0"/>
              <c:layout/>
              <c:dLblPos val="ctr"/>
              <c:showLegendKey val="0"/>
              <c:showVal val="1"/>
              <c:showCatName val="0"/>
              <c:showSerName val="0"/>
              <c:showPercent val="0"/>
              <c:showBubbleSize val="0"/>
              <c:extLst>
                <c:ext xmlns:c15="http://schemas.microsoft.com/office/drawing/2012/chart" uri="{CE6537A1-D6FC-4f65-9D91-7224C49458BB}"/>
              </c:extLst>
            </c:dLbl>
            <c:dLbl>
              <c:idx val="1"/>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1"/>
                    </a:solidFill>
                    <a:latin typeface="+mn-lt"/>
                    <a:ea typeface="+mn-ea"/>
                    <a:cs typeface="+mn-cs"/>
                  </a:defRPr>
                </a:pPr>
              </a:p>
            </c:txPr>
            <c:dLblPos val="ctr"/>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优先计划</c:v>
                </c:pt>
                <c:pt idx="1">
                  <c:v>非优先计划</c:v>
                </c:pt>
              </c:strCache>
            </c:strRef>
          </c:cat>
          <c:val>
            <c:numRef>
              <c:f>Sheet1!$B$2:$B$3</c:f>
              <c:numCache>
                <c:formatCode>General</c:formatCode>
                <c:ptCount val="2"/>
                <c:pt idx="0">
                  <c:v>169</c:v>
                </c:pt>
                <c:pt idx="1">
                  <c:v>158</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l"/>
      <c:legendEntry>
        <c:idx val="0"/>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0838981498442935"/>
          <c:y val="0.513534063260341"/>
        </c:manualLayout>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noFill/>
    <a:ln>
      <a:noFill/>
    </a:ln>
    <a:effectLst/>
  </c:spPr>
  <c:txPr>
    <a:bodyPr/>
    <a:lstStyle/>
    <a:p>
      <a:pPr>
        <a:defRPr lang="zh-CN" sz="1000"/>
      </a:pPr>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650660264106"/>
          <c:y val="0.0625798212005109"/>
          <c:w val="0.390556222488996"/>
          <c:h val="0.830991911451682"/>
        </c:manualLayout>
      </c:layout>
      <c:pieChart>
        <c:varyColors val="1"/>
        <c:ser>
          <c:idx val="0"/>
          <c:order val="0"/>
          <c:tx>
            <c:strRef>
              <c:f>Sheet1!$B$1</c:f>
              <c:strCache>
                <c:ptCount val="1"/>
                <c:pt idx="0">
                  <c:v>优先计划
（单位：亿千瓦时）</c:v>
                </c:pt>
              </c:strCache>
            </c:strRef>
          </c:tx>
          <c:spPr/>
          <c:explosion val="0"/>
          <c:dPt>
            <c:idx val="0"/>
            <c:bubble3D val="0"/>
            <c:spPr>
              <a:solidFill>
                <a:srgbClr val="00B050"/>
              </a:solidFill>
              <a:ln w="19050">
                <a:solidFill>
                  <a:schemeClr val="lt1"/>
                </a:solidFill>
              </a:ln>
              <a:effectLst/>
            </c:spPr>
          </c:dPt>
          <c:dPt>
            <c:idx val="1"/>
            <c:bubble3D val="0"/>
            <c:spPr>
              <a:solidFill>
                <a:srgbClr val="0070C0"/>
              </a:solidFill>
              <a:ln w="1905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bg1"/>
                    </a:solidFill>
                    <a:latin typeface="+mn-lt"/>
                    <a:ea typeface="+mn-ea"/>
                    <a:cs typeface="+mn-cs"/>
                  </a:defRPr>
                </a:pPr>
              </a:p>
            </c:txPr>
            <c:dLblPos val="ct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配套新能源、沙戈荒</c:v>
                </c:pt>
                <c:pt idx="1">
                  <c:v>省间优先计划送电</c:v>
                </c:pt>
              </c:strCache>
            </c:strRef>
          </c:cat>
          <c:val>
            <c:numRef>
              <c:f>Sheet1!$B$2:$B$3</c:f>
              <c:numCache>
                <c:formatCode>General</c:formatCode>
                <c:ptCount val="2"/>
                <c:pt idx="0">
                  <c:v>48</c:v>
                </c:pt>
                <c:pt idx="1">
                  <c:v>121</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r"/>
      <c:legendEntry>
        <c:idx val="0"/>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Entry>
      <c:layout>
        <c:manualLayout>
          <c:xMode val="edge"/>
          <c:yMode val="edge"/>
          <c:x val="0.52139550756889"/>
          <c:y val="0.290879748406853"/>
          <c:w val="0.402743845141891"/>
          <c:h val="0.363701067615658"/>
        </c:manualLayout>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icrosoft YaHei Regular" panose="020B0703020204020201" charset="-122"/>
            </a:defRPr>
          </a:pPr>
        </a:p>
      </c:txPr>
    </c:legend>
    <c:plotVisOnly val="1"/>
    <c:dispBlanksAs val="gap"/>
    <c:showDLblsOverMax val="0"/>
  </c:chart>
  <c:spPr>
    <a:noFill/>
    <a:ln>
      <a:noFill/>
    </a:ln>
    <a:effectLst/>
  </c:spPr>
  <c:txPr>
    <a:bodyPr/>
    <a:lstStyle/>
    <a:p>
      <a:pPr>
        <a:defRPr lang="zh-CN" sz="1000"/>
      </a:pP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'[新建 XLS 工作表.xls]Sheet1'!$E$22</c:f>
              <c:strCache>
                <c:ptCount val="1"/>
                <c:pt idx="0">
                  <c:v>D-1</c:v>
                </c:pt>
              </c:strCache>
            </c:strRef>
          </c:tx>
          <c:spPr>
            <a:solidFill>
              <a:schemeClr val="accent1"/>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工作表.xls]Sheet1'!$E$23:$E$25</c:f>
              <c:numCache>
                <c:formatCode>General</c:formatCode>
                <c:ptCount val="3"/>
                <c:pt idx="0">
                  <c:v>92</c:v>
                </c:pt>
                <c:pt idx="1">
                  <c:v>83</c:v>
                </c:pt>
                <c:pt idx="2">
                  <c:v>71</c:v>
                </c:pt>
              </c:numCache>
            </c:numRef>
          </c:val>
        </c:ser>
        <c:ser>
          <c:idx val="1"/>
          <c:order val="1"/>
          <c:tx>
            <c:strRef>
              <c:f>'[新建 XLS 工作表.xls]Sheet1'!$F$22</c:f>
              <c:strCache>
                <c:ptCount val="1"/>
                <c:pt idx="0">
                  <c:v>D-2</c:v>
                </c:pt>
              </c:strCache>
            </c:strRef>
          </c:tx>
          <c:spPr>
            <a:solidFill>
              <a:schemeClr val="accent2"/>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工作表.xls]Sheet1'!$F$23:$F$25</c:f>
              <c:numCache>
                <c:formatCode>General</c:formatCode>
                <c:ptCount val="3"/>
                <c:pt idx="0">
                  <c:v>90</c:v>
                </c:pt>
                <c:pt idx="1">
                  <c:v>81</c:v>
                </c:pt>
                <c:pt idx="2">
                  <c:v>67</c:v>
                </c:pt>
              </c:numCache>
            </c:numRef>
          </c:val>
        </c:ser>
        <c:ser>
          <c:idx val="2"/>
          <c:order val="2"/>
          <c:tx>
            <c:strRef>
              <c:f>'[新建 XLS 工作表.xls]Sheet1'!$G$22</c:f>
              <c:strCache>
                <c:ptCount val="1"/>
                <c:pt idx="0">
                  <c:v>D-3</c:v>
                </c:pt>
              </c:strCache>
            </c:strRef>
          </c:tx>
          <c:spPr>
            <a:solidFill>
              <a:schemeClr val="accent3"/>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工作表.xls]Sheet1'!$G$23:$G$25</c:f>
              <c:numCache>
                <c:formatCode>General</c:formatCode>
                <c:ptCount val="3"/>
                <c:pt idx="0">
                  <c:v>87</c:v>
                </c:pt>
                <c:pt idx="1">
                  <c:v>76</c:v>
                </c:pt>
                <c:pt idx="2">
                  <c:v>62</c:v>
                </c:pt>
              </c:numCache>
            </c:numRef>
          </c:val>
        </c:ser>
        <c:ser>
          <c:idx val="3"/>
          <c:order val="3"/>
          <c:tx>
            <c:strRef>
              <c:f>'[新建 XLS 工作表.xls]Sheet1'!$H$22</c:f>
              <c:strCache>
                <c:ptCount val="1"/>
                <c:pt idx="0">
                  <c:v>D-4</c:v>
                </c:pt>
              </c:strCache>
            </c:strRef>
          </c:tx>
          <c:spPr>
            <a:solidFill>
              <a:schemeClr val="accent4"/>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工作表.xls]Sheet1'!$H$23:$H$25</c:f>
              <c:numCache>
                <c:formatCode>General</c:formatCode>
                <c:ptCount val="3"/>
                <c:pt idx="0">
                  <c:v>85</c:v>
                </c:pt>
                <c:pt idx="1">
                  <c:v>71</c:v>
                </c:pt>
                <c:pt idx="2">
                  <c:v>56</c:v>
                </c:pt>
              </c:numCache>
            </c:numRef>
          </c:val>
        </c:ser>
        <c:ser>
          <c:idx val="4"/>
          <c:order val="4"/>
          <c:tx>
            <c:strRef>
              <c:f>'[新建 XLS 工作表.xls]Sheet1'!$I$22</c:f>
              <c:strCache>
                <c:ptCount val="1"/>
                <c:pt idx="0">
                  <c:v>D-5</c:v>
                </c:pt>
              </c:strCache>
            </c:strRef>
          </c:tx>
          <c:spPr>
            <a:solidFill>
              <a:schemeClr val="accent5"/>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工作表.xls]Sheet1'!$I$23:$I$25</c:f>
              <c:numCache>
                <c:formatCode>General</c:formatCode>
                <c:ptCount val="3"/>
                <c:pt idx="0">
                  <c:v>83</c:v>
                </c:pt>
                <c:pt idx="1">
                  <c:v>67</c:v>
                </c:pt>
                <c:pt idx="2">
                  <c:v>52</c:v>
                </c:pt>
              </c:numCache>
            </c:numRef>
          </c:val>
        </c:ser>
        <c:ser>
          <c:idx val="5"/>
          <c:order val="5"/>
          <c:tx>
            <c:strRef>
              <c:f>'[新建 XLS 工作表.xls]Sheet1'!$J$22</c:f>
              <c:strCache>
                <c:ptCount val="1"/>
                <c:pt idx="0">
                  <c:v>D-6</c:v>
                </c:pt>
              </c:strCache>
            </c:strRef>
          </c:tx>
          <c:spPr>
            <a:solidFill>
              <a:schemeClr val="accent6"/>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工作表.xls]Sheet1'!$J$23:$J$25</c:f>
              <c:numCache>
                <c:formatCode>General</c:formatCode>
                <c:ptCount val="3"/>
                <c:pt idx="0">
                  <c:v>80</c:v>
                </c:pt>
                <c:pt idx="1">
                  <c:v>64</c:v>
                </c:pt>
                <c:pt idx="2">
                  <c:v>48</c:v>
                </c:pt>
              </c:numCache>
            </c:numRef>
          </c:val>
        </c:ser>
        <c:ser>
          <c:idx val="6"/>
          <c:order val="6"/>
          <c:tx>
            <c:strRef>
              <c:f>'[新建 XLS 工作表.xls]Sheet1'!$K$22</c:f>
              <c:strCache>
                <c:ptCount val="1"/>
                <c:pt idx="0">
                  <c:v>D-7</c:v>
                </c:pt>
              </c:strCache>
            </c:strRef>
          </c:tx>
          <c:spPr>
            <a:solidFill>
              <a:schemeClr val="accent1">
                <a:lumMod val="60000"/>
              </a:schemeClr>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工作表.xls]Sheet1'!$K$23:$K$25</c:f>
              <c:numCache>
                <c:formatCode>General</c:formatCode>
                <c:ptCount val="3"/>
                <c:pt idx="0">
                  <c:v>77</c:v>
                </c:pt>
                <c:pt idx="1">
                  <c:v>61</c:v>
                </c:pt>
                <c:pt idx="2">
                  <c:v>44</c:v>
                </c:pt>
              </c:numCache>
            </c:numRef>
          </c:val>
        </c:ser>
        <c:ser>
          <c:idx val="7"/>
          <c:order val="7"/>
          <c:tx>
            <c:strRef>
              <c:f>'[新建 XLS 工作表.xls]Sheet1'!$L$22</c:f>
              <c:strCache>
                <c:ptCount val="1"/>
                <c:pt idx="0">
                  <c:v>D-8</c:v>
                </c:pt>
              </c:strCache>
            </c:strRef>
          </c:tx>
          <c:spPr>
            <a:solidFill>
              <a:schemeClr val="accent2">
                <a:lumMod val="60000"/>
              </a:schemeClr>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工作表.xls]Sheet1'!$L$23:$L$25</c:f>
              <c:numCache>
                <c:formatCode>General</c:formatCode>
                <c:ptCount val="3"/>
                <c:pt idx="0">
                  <c:v>75</c:v>
                </c:pt>
                <c:pt idx="1">
                  <c:v>55</c:v>
                </c:pt>
                <c:pt idx="2">
                  <c:v>40</c:v>
                </c:pt>
              </c:numCache>
            </c:numRef>
          </c:val>
        </c:ser>
        <c:ser>
          <c:idx val="8"/>
          <c:order val="8"/>
          <c:tx>
            <c:strRef>
              <c:f>'[新建 XLS 工作表.xls]Sheet1'!$M$22</c:f>
              <c:strCache>
                <c:ptCount val="1"/>
                <c:pt idx="0">
                  <c:v>D-9</c:v>
                </c:pt>
              </c:strCache>
            </c:strRef>
          </c:tx>
          <c:spPr>
            <a:solidFill>
              <a:schemeClr val="accent3">
                <a:lumMod val="60000"/>
              </a:schemeClr>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工作表.xls]Sheet1'!$M$23:$M$25</c:f>
              <c:numCache>
                <c:formatCode>General</c:formatCode>
                <c:ptCount val="3"/>
                <c:pt idx="0">
                  <c:v>74</c:v>
                </c:pt>
                <c:pt idx="1">
                  <c:v>53</c:v>
                </c:pt>
                <c:pt idx="2">
                  <c:v>37</c:v>
                </c:pt>
              </c:numCache>
            </c:numRef>
          </c:val>
        </c:ser>
        <c:ser>
          <c:idx val="9"/>
          <c:order val="9"/>
          <c:tx>
            <c:strRef>
              <c:f>'[新建 XLS 工作表.xls]Sheet1'!$N$22</c:f>
              <c:strCache>
                <c:ptCount val="1"/>
                <c:pt idx="0">
                  <c:v>D-10</c:v>
                </c:pt>
              </c:strCache>
            </c:strRef>
          </c:tx>
          <c:spPr>
            <a:solidFill>
              <a:schemeClr val="accent4">
                <a:lumMod val="60000"/>
              </a:schemeClr>
            </a:solidFill>
            <a:ln>
              <a:noFill/>
            </a:ln>
            <a:effectLst/>
          </c:spPr>
          <c:invertIfNegative val="0"/>
          <c:dLbls>
            <c:delete val="1"/>
          </c:dLbls>
          <c:cat>
            <c:strRef>
              <c:f>'[新建 XLS 工作表.xls]Sheet1'!$D$23:$D$25</c:f>
              <c:strCache>
                <c:ptCount val="3"/>
                <c:pt idx="0">
                  <c:v>全经营区</c:v>
                </c:pt>
                <c:pt idx="1">
                  <c:v>区域电网</c:v>
                </c:pt>
                <c:pt idx="2">
                  <c:v>省级电网</c:v>
                </c:pt>
              </c:strCache>
            </c:strRef>
          </c:cat>
          <c:val>
            <c:numRef>
              <c:f>'[新建 XLS 工作表.xls]Sheet1'!$N$23:$N$25</c:f>
              <c:numCache>
                <c:formatCode>General</c:formatCode>
                <c:ptCount val="3"/>
                <c:pt idx="0">
                  <c:v>70</c:v>
                </c:pt>
                <c:pt idx="1">
                  <c:v>50</c:v>
                </c:pt>
                <c:pt idx="2">
                  <c:v>33</c:v>
                </c:pt>
              </c:numCache>
            </c:numRef>
          </c:val>
        </c:ser>
        <c:dLbls>
          <c:showLegendKey val="0"/>
          <c:showVal val="0"/>
          <c:showCatName val="0"/>
          <c:showSerName val="0"/>
          <c:showPercent val="0"/>
          <c:showBubbleSize val="0"/>
        </c:dLbls>
        <c:gapWidth val="219"/>
        <c:overlap val="-27"/>
        <c:axId val="802095727"/>
        <c:axId val="884244187"/>
      </c:barChart>
      <c:catAx>
        <c:axId val="80209572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884244187"/>
        <c:crosses val="autoZero"/>
        <c:auto val="1"/>
        <c:lblAlgn val="ctr"/>
        <c:lblOffset val="100"/>
        <c:noMultiLvlLbl val="0"/>
      </c:catAx>
      <c:valAx>
        <c:axId val="884244187"/>
        <c:scaling>
          <c:orientation val="minMax"/>
          <c:min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802095727"/>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1"/>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2"/>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3"/>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4"/>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5"/>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6"/>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7"/>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8"/>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9"/>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sz="1000">
          <a:latin typeface="黑体" panose="02010609060101010101" charset="-122"/>
          <a:ea typeface="黑体" panose="02010609060101010101" charset="-122"/>
          <a:cs typeface="黑体" panose="02010609060101010101" charset="-122"/>
          <a:sym typeface="黑体" panose="02010609060101010101" charset="-122"/>
        </a:defRPr>
      </a:p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'[新建 XLS 工作表.xls]Sheet1'!$E$28</c:f>
              <c:strCache>
                <c:ptCount val="1"/>
                <c:pt idx="0">
                  <c:v>D-1</c:v>
                </c:pt>
              </c:strCache>
            </c:strRef>
          </c:tx>
          <c:spPr>
            <a:solidFill>
              <a:schemeClr val="accent1"/>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工作表.xls]Sheet1'!$E$29:$E$31</c:f>
              <c:numCache>
                <c:formatCode>General</c:formatCode>
                <c:ptCount val="3"/>
                <c:pt idx="0">
                  <c:v>92</c:v>
                </c:pt>
                <c:pt idx="1">
                  <c:v>86</c:v>
                </c:pt>
                <c:pt idx="2">
                  <c:v>77</c:v>
                </c:pt>
              </c:numCache>
            </c:numRef>
          </c:val>
        </c:ser>
        <c:ser>
          <c:idx val="1"/>
          <c:order val="1"/>
          <c:tx>
            <c:strRef>
              <c:f>'[新建 XLS 工作表.xls]Sheet1'!$F$28</c:f>
              <c:strCache>
                <c:ptCount val="1"/>
                <c:pt idx="0">
                  <c:v>D-2</c:v>
                </c:pt>
              </c:strCache>
            </c:strRef>
          </c:tx>
          <c:spPr>
            <a:solidFill>
              <a:schemeClr val="accent2"/>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工作表.xls]Sheet1'!$F$29:$F$31</c:f>
              <c:numCache>
                <c:formatCode>General</c:formatCode>
                <c:ptCount val="3"/>
                <c:pt idx="0">
                  <c:v>92</c:v>
                </c:pt>
                <c:pt idx="1">
                  <c:v>85</c:v>
                </c:pt>
                <c:pt idx="2">
                  <c:v>75</c:v>
                </c:pt>
              </c:numCache>
            </c:numRef>
          </c:val>
        </c:ser>
        <c:ser>
          <c:idx val="2"/>
          <c:order val="2"/>
          <c:tx>
            <c:strRef>
              <c:f>'[新建 XLS 工作表.xls]Sheet1'!$G$28</c:f>
              <c:strCache>
                <c:ptCount val="1"/>
                <c:pt idx="0">
                  <c:v>D-3</c:v>
                </c:pt>
              </c:strCache>
            </c:strRef>
          </c:tx>
          <c:spPr>
            <a:solidFill>
              <a:schemeClr val="accent3"/>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工作表.xls]Sheet1'!$G$29:$G$31</c:f>
              <c:numCache>
                <c:formatCode>General</c:formatCode>
                <c:ptCount val="3"/>
                <c:pt idx="0">
                  <c:v>90</c:v>
                </c:pt>
                <c:pt idx="1">
                  <c:v>83</c:v>
                </c:pt>
                <c:pt idx="2">
                  <c:v>73</c:v>
                </c:pt>
              </c:numCache>
            </c:numRef>
          </c:val>
        </c:ser>
        <c:ser>
          <c:idx val="3"/>
          <c:order val="3"/>
          <c:tx>
            <c:strRef>
              <c:f>'[新建 XLS 工作表.xls]Sheet1'!$H$28</c:f>
              <c:strCache>
                <c:ptCount val="1"/>
                <c:pt idx="0">
                  <c:v>D-4</c:v>
                </c:pt>
              </c:strCache>
            </c:strRef>
          </c:tx>
          <c:spPr>
            <a:solidFill>
              <a:schemeClr val="accent4"/>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工作表.xls]Sheet1'!$H$29:$H$31</c:f>
              <c:numCache>
                <c:formatCode>General</c:formatCode>
                <c:ptCount val="3"/>
                <c:pt idx="0">
                  <c:v>87</c:v>
                </c:pt>
                <c:pt idx="1">
                  <c:v>77</c:v>
                </c:pt>
                <c:pt idx="2">
                  <c:v>64</c:v>
                </c:pt>
              </c:numCache>
            </c:numRef>
          </c:val>
        </c:ser>
        <c:ser>
          <c:idx val="4"/>
          <c:order val="4"/>
          <c:tx>
            <c:strRef>
              <c:f>'[新建 XLS 工作表.xls]Sheet1'!$I$28</c:f>
              <c:strCache>
                <c:ptCount val="1"/>
                <c:pt idx="0">
                  <c:v>D-5</c:v>
                </c:pt>
              </c:strCache>
            </c:strRef>
          </c:tx>
          <c:spPr>
            <a:solidFill>
              <a:schemeClr val="accent5"/>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工作表.xls]Sheet1'!$I$29:$I$31</c:f>
              <c:numCache>
                <c:formatCode>General</c:formatCode>
                <c:ptCount val="3"/>
                <c:pt idx="0">
                  <c:v>85</c:v>
                </c:pt>
                <c:pt idx="1">
                  <c:v>75</c:v>
                </c:pt>
                <c:pt idx="2">
                  <c:v>63</c:v>
                </c:pt>
              </c:numCache>
            </c:numRef>
          </c:val>
        </c:ser>
        <c:ser>
          <c:idx val="5"/>
          <c:order val="5"/>
          <c:tx>
            <c:strRef>
              <c:f>'[新建 XLS 工作表.xls]Sheet1'!$J$28</c:f>
              <c:strCache>
                <c:ptCount val="1"/>
                <c:pt idx="0">
                  <c:v>D-6</c:v>
                </c:pt>
              </c:strCache>
            </c:strRef>
          </c:tx>
          <c:spPr>
            <a:solidFill>
              <a:schemeClr val="accent6"/>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工作表.xls]Sheet1'!$J$29:$J$31</c:f>
              <c:numCache>
                <c:formatCode>General</c:formatCode>
                <c:ptCount val="3"/>
                <c:pt idx="0">
                  <c:v>83</c:v>
                </c:pt>
                <c:pt idx="1">
                  <c:v>70</c:v>
                </c:pt>
                <c:pt idx="2">
                  <c:v>57</c:v>
                </c:pt>
              </c:numCache>
            </c:numRef>
          </c:val>
        </c:ser>
        <c:ser>
          <c:idx val="6"/>
          <c:order val="6"/>
          <c:tx>
            <c:strRef>
              <c:f>'[新建 XLS 工作表.xls]Sheet1'!$K$28</c:f>
              <c:strCache>
                <c:ptCount val="1"/>
                <c:pt idx="0">
                  <c:v>D-7</c:v>
                </c:pt>
              </c:strCache>
            </c:strRef>
          </c:tx>
          <c:spPr>
            <a:solidFill>
              <a:schemeClr val="accent1">
                <a:lumMod val="60000"/>
              </a:schemeClr>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工作表.xls]Sheet1'!$K$29:$K$31</c:f>
              <c:numCache>
                <c:formatCode>General</c:formatCode>
                <c:ptCount val="3"/>
                <c:pt idx="0">
                  <c:v>82</c:v>
                </c:pt>
                <c:pt idx="1">
                  <c:v>68</c:v>
                </c:pt>
                <c:pt idx="2">
                  <c:v>56</c:v>
                </c:pt>
              </c:numCache>
            </c:numRef>
          </c:val>
        </c:ser>
        <c:ser>
          <c:idx val="7"/>
          <c:order val="7"/>
          <c:tx>
            <c:strRef>
              <c:f>'[新建 XLS 工作表.xls]Sheet1'!$L$28</c:f>
              <c:strCache>
                <c:ptCount val="1"/>
                <c:pt idx="0">
                  <c:v>D-8</c:v>
                </c:pt>
              </c:strCache>
            </c:strRef>
          </c:tx>
          <c:spPr>
            <a:solidFill>
              <a:schemeClr val="accent2">
                <a:lumMod val="60000"/>
              </a:schemeClr>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工作表.xls]Sheet1'!$L$29:$L$31</c:f>
              <c:numCache>
                <c:formatCode>General</c:formatCode>
                <c:ptCount val="3"/>
                <c:pt idx="0">
                  <c:v>74</c:v>
                </c:pt>
                <c:pt idx="1">
                  <c:v>66</c:v>
                </c:pt>
                <c:pt idx="2">
                  <c:v>54</c:v>
                </c:pt>
              </c:numCache>
            </c:numRef>
          </c:val>
        </c:ser>
        <c:ser>
          <c:idx val="8"/>
          <c:order val="8"/>
          <c:tx>
            <c:strRef>
              <c:f>'[新建 XLS 工作表.xls]Sheet1'!$M$28</c:f>
              <c:strCache>
                <c:ptCount val="1"/>
                <c:pt idx="0">
                  <c:v>D-9</c:v>
                </c:pt>
              </c:strCache>
            </c:strRef>
          </c:tx>
          <c:spPr>
            <a:solidFill>
              <a:schemeClr val="accent3">
                <a:lumMod val="60000"/>
              </a:schemeClr>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工作表.xls]Sheet1'!$M$29:$M$31</c:f>
              <c:numCache>
                <c:formatCode>General</c:formatCode>
                <c:ptCount val="3"/>
                <c:pt idx="0">
                  <c:v>72</c:v>
                </c:pt>
                <c:pt idx="1">
                  <c:v>64</c:v>
                </c:pt>
                <c:pt idx="2">
                  <c:v>53</c:v>
                </c:pt>
              </c:numCache>
            </c:numRef>
          </c:val>
        </c:ser>
        <c:ser>
          <c:idx val="9"/>
          <c:order val="9"/>
          <c:tx>
            <c:strRef>
              <c:f>'[新建 XLS 工作表.xls]Sheet1'!$N$28</c:f>
              <c:strCache>
                <c:ptCount val="1"/>
                <c:pt idx="0">
                  <c:v>D-10</c:v>
                </c:pt>
              </c:strCache>
            </c:strRef>
          </c:tx>
          <c:spPr>
            <a:solidFill>
              <a:schemeClr val="accent4">
                <a:lumMod val="60000"/>
              </a:schemeClr>
            </a:solidFill>
            <a:ln>
              <a:noFill/>
            </a:ln>
            <a:effectLst/>
          </c:spPr>
          <c:invertIfNegative val="0"/>
          <c:dLbls>
            <c:delete val="1"/>
          </c:dLbls>
          <c:cat>
            <c:strRef>
              <c:f>'[新建 XLS 工作表.xls]Sheet1'!$D$29:$D$31</c:f>
              <c:strCache>
                <c:ptCount val="3"/>
                <c:pt idx="0">
                  <c:v>全经营区</c:v>
                </c:pt>
                <c:pt idx="1">
                  <c:v>区域电网</c:v>
                </c:pt>
                <c:pt idx="2">
                  <c:v>省级电网</c:v>
                </c:pt>
              </c:strCache>
            </c:strRef>
          </c:cat>
          <c:val>
            <c:numRef>
              <c:f>'[新建 XLS 工作表.xls]Sheet1'!$N$29:$N$31</c:f>
              <c:numCache>
                <c:formatCode>General</c:formatCode>
                <c:ptCount val="3"/>
                <c:pt idx="0">
                  <c:v>69</c:v>
                </c:pt>
                <c:pt idx="1">
                  <c:v>61</c:v>
                </c:pt>
                <c:pt idx="2">
                  <c:v>52</c:v>
                </c:pt>
              </c:numCache>
            </c:numRef>
          </c:val>
        </c:ser>
        <c:dLbls>
          <c:showLegendKey val="0"/>
          <c:showVal val="0"/>
          <c:showCatName val="0"/>
          <c:showSerName val="0"/>
          <c:showPercent val="0"/>
          <c:showBubbleSize val="0"/>
        </c:dLbls>
        <c:gapWidth val="219"/>
        <c:overlap val="-27"/>
        <c:axId val="205379451"/>
        <c:axId val="924595716"/>
      </c:barChart>
      <c:catAx>
        <c:axId val="20537945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924595716"/>
        <c:crosses val="autoZero"/>
        <c:auto val="1"/>
        <c:lblAlgn val="ctr"/>
        <c:lblOffset val="100"/>
        <c:noMultiLvlLbl val="0"/>
      </c:catAx>
      <c:valAx>
        <c:axId val="924595716"/>
        <c:scaling>
          <c:orientation val="minMax"/>
          <c:min val="3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crossAx val="205379451"/>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5"/>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6"/>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7"/>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8"/>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egendEntry>
        <c:idx val="9"/>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 panose="02010609060101010101" charset="-122"/>
              <a:ea typeface="黑体" panose="02010609060101010101" charset="-122"/>
              <a:cs typeface="黑体" panose="02010609060101010101" charset="-122"/>
              <a:sym typeface="黑体" panose="02010609060101010101" charset="-122"/>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latin typeface="黑体" panose="02010609060101010101" charset="-122"/>
          <a:ea typeface="黑体" panose="02010609060101010101" charset="-122"/>
          <a:cs typeface="黑体" panose="02010609060101010101" charset="-122"/>
          <a:sym typeface="黑体" panose="02010609060101010101" charset="-122"/>
        </a:defRPr>
      </a:pPr>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1"/>
          <c:spPr>
            <a:ln w="28575" cap="rnd">
              <a:solidFill>
                <a:schemeClr val="accent3"/>
              </a:solidFill>
              <a:round/>
            </a:ln>
            <a:effectLst/>
          </c:spPr>
          <c:marker>
            <c:symbol val="none"/>
          </c:marker>
          <c:dLbls>
            <c:delete val="1"/>
          </c:dLbls>
          <c:val>
            <c:numRef>
              <c:f>'[负荷曲线2022-01-07.xls]结果集'!$C$6:$Z$6</c:f>
              <c:numCache>
                <c:formatCode>General</c:formatCode>
                <c:ptCount val="24"/>
                <c:pt idx="0">
                  <c:v>119</c:v>
                </c:pt>
                <c:pt idx="1">
                  <c:v>672</c:v>
                </c:pt>
                <c:pt idx="2">
                  <c:v>1085</c:v>
                </c:pt>
                <c:pt idx="3">
                  <c:v>1253</c:v>
                </c:pt>
                <c:pt idx="4">
                  <c:v>1330</c:v>
                </c:pt>
                <c:pt idx="5">
                  <c:v>1400</c:v>
                </c:pt>
                <c:pt idx="6">
                  <c:v>1316</c:v>
                </c:pt>
                <c:pt idx="7">
                  <c:v>1141</c:v>
                </c:pt>
                <c:pt idx="8">
                  <c:v>532</c:v>
                </c:pt>
                <c:pt idx="9">
                  <c:v>532</c:v>
                </c:pt>
                <c:pt idx="10">
                  <c:v>1260</c:v>
                </c:pt>
                <c:pt idx="11">
                  <c:v>1960</c:v>
                </c:pt>
                <c:pt idx="12">
                  <c:v>2457</c:v>
                </c:pt>
                <c:pt idx="13">
                  <c:v>2891</c:v>
                </c:pt>
                <c:pt idx="14">
                  <c:v>3374</c:v>
                </c:pt>
                <c:pt idx="15">
                  <c:v>3514</c:v>
                </c:pt>
                <c:pt idx="16">
                  <c:v>3472</c:v>
                </c:pt>
                <c:pt idx="17">
                  <c:v>3017</c:v>
                </c:pt>
                <c:pt idx="18">
                  <c:v>2352</c:v>
                </c:pt>
                <c:pt idx="19">
                  <c:v>1358</c:v>
                </c:pt>
                <c:pt idx="20">
                  <c:v>567</c:v>
                </c:pt>
                <c:pt idx="21">
                  <c:v>0</c:v>
                </c:pt>
                <c:pt idx="22">
                  <c:v>0</c:v>
                </c:pt>
                <c:pt idx="23">
                  <c:v>0</c:v>
                </c:pt>
              </c:numCache>
            </c:numRef>
          </c:val>
          <c:smooth val="0"/>
        </c:ser>
        <c:dLbls>
          <c:showLegendKey val="0"/>
          <c:showVal val="0"/>
          <c:showCatName val="0"/>
          <c:showSerName val="0"/>
          <c:showPercent val="0"/>
          <c:showBubbleSize val="0"/>
        </c:dLbls>
        <c:marker val="0"/>
        <c:smooth val="0"/>
        <c:axId val="922785764"/>
        <c:axId val="828874574"/>
      </c:lineChart>
      <c:lineChart>
        <c:grouping val="standard"/>
        <c:varyColors val="0"/>
        <c:ser>
          <c:idx val="1"/>
          <c:order val="0"/>
          <c:spPr>
            <a:ln w="28575" cap="rnd">
              <a:solidFill>
                <a:srgbClr val="FF0000"/>
              </a:solidFill>
              <a:round/>
            </a:ln>
            <a:effectLst/>
          </c:spPr>
          <c:marker>
            <c:symbol val="none"/>
          </c:marker>
          <c:dLbls>
            <c:delete val="1"/>
          </c:dLbls>
          <c:val>
            <c:numRef>
              <c:f>'[负荷曲线2022-01-07.xls]结果集'!$C$5:$Z$5</c:f>
              <c:numCache>
                <c:formatCode>General</c:formatCode>
                <c:ptCount val="24"/>
                <c:pt idx="0">
                  <c:v>68119.98</c:v>
                </c:pt>
                <c:pt idx="1">
                  <c:v>67031.38</c:v>
                </c:pt>
                <c:pt idx="2">
                  <c:v>66119.13</c:v>
                </c:pt>
                <c:pt idx="3">
                  <c:v>64993.965</c:v>
                </c:pt>
                <c:pt idx="4">
                  <c:v>64629.03</c:v>
                </c:pt>
                <c:pt idx="5">
                  <c:v>65311.92</c:v>
                </c:pt>
                <c:pt idx="6">
                  <c:v>68167.445</c:v>
                </c:pt>
                <c:pt idx="7">
                  <c:v>71752.46</c:v>
                </c:pt>
                <c:pt idx="8">
                  <c:v>78336.47</c:v>
                </c:pt>
                <c:pt idx="9">
                  <c:v>81227.49</c:v>
                </c:pt>
                <c:pt idx="10">
                  <c:v>79716.06</c:v>
                </c:pt>
                <c:pt idx="11">
                  <c:v>77819.22</c:v>
                </c:pt>
                <c:pt idx="12">
                  <c:v>73132.35</c:v>
                </c:pt>
                <c:pt idx="13">
                  <c:v>72957.39</c:v>
                </c:pt>
                <c:pt idx="14">
                  <c:v>74534.336</c:v>
                </c:pt>
                <c:pt idx="15">
                  <c:v>75141.97</c:v>
                </c:pt>
                <c:pt idx="16">
                  <c:v>77228.38</c:v>
                </c:pt>
                <c:pt idx="17">
                  <c:v>79618.01</c:v>
                </c:pt>
                <c:pt idx="18">
                  <c:v>80658.305</c:v>
                </c:pt>
                <c:pt idx="19">
                  <c:v>78364.25</c:v>
                </c:pt>
                <c:pt idx="20">
                  <c:v>77576.8</c:v>
                </c:pt>
                <c:pt idx="21">
                  <c:v>76138.73</c:v>
                </c:pt>
                <c:pt idx="22">
                  <c:v>73024.484</c:v>
                </c:pt>
                <c:pt idx="23">
                  <c:v>69346.73</c:v>
                </c:pt>
              </c:numCache>
            </c:numRef>
          </c:val>
          <c:smooth val="0"/>
        </c:ser>
        <c:dLbls>
          <c:showLegendKey val="0"/>
          <c:showVal val="0"/>
          <c:showCatName val="0"/>
          <c:showSerName val="0"/>
          <c:showPercent val="0"/>
          <c:showBubbleSize val="0"/>
        </c:dLbls>
        <c:marker val="0"/>
        <c:smooth val="0"/>
        <c:axId val="933270120"/>
        <c:axId val="996857690"/>
      </c:lineChart>
      <c:catAx>
        <c:axId val="92278576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828874574"/>
        <c:crosses val="autoZero"/>
        <c:auto val="1"/>
        <c:lblAlgn val="ctr"/>
        <c:lblOffset val="100"/>
        <c:noMultiLvlLbl val="0"/>
      </c:catAx>
      <c:valAx>
        <c:axId val="82887457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922785764"/>
        <c:crosses val="autoZero"/>
        <c:crossBetween val="between"/>
      </c:valAx>
      <c:catAx>
        <c:axId val="933270120"/>
        <c:scaling>
          <c:orientation val="minMax"/>
        </c:scaling>
        <c:delete val="1"/>
        <c:axPos val="b"/>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96857690"/>
        <c:crosses val="autoZero"/>
        <c:auto val="1"/>
        <c:lblAlgn val="ctr"/>
        <c:lblOffset val="100"/>
        <c:noMultiLvlLbl val="0"/>
      </c:catAx>
      <c:valAx>
        <c:axId val="996857690"/>
        <c:scaling>
          <c:orientation val="minMax"/>
          <c:min val="60000"/>
        </c:scaling>
        <c:delete val="0"/>
        <c:axPos val="r"/>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933270120"/>
        <c:crosses val="max"/>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52228903172299"/>
          <c:y val="0.0482107355864811"/>
          <c:w val="0.902384408044785"/>
          <c:h val="0.6920675944334"/>
        </c:manualLayout>
      </c:layout>
      <c:areaChart>
        <c:grouping val="stacked"/>
        <c:varyColors val="0"/>
        <c:ser>
          <c:idx val="0"/>
          <c:order val="0"/>
          <c:tx>
            <c:strRef>
              <c:f>'[3-10号灵绍直流曲线.xlsx]Sheet1'!$A$2</c:f>
              <c:strCache>
                <c:ptCount val="1"/>
                <c:pt idx="0">
                  <c:v>灵绍配套火电送浙江1</c:v>
                </c:pt>
              </c:strCache>
            </c:strRef>
          </c:tx>
          <c:spPr>
            <a:solidFill>
              <a:srgbClr val="C81D31"/>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'[3-10号灵绍直流曲线.xlsx]Sheet1'!$B$2:$Y$2</c:f>
              <c:numCache>
                <c:formatCode>General</c:formatCode>
                <c:ptCount val="24"/>
                <c:pt idx="0">
                  <c:v>4930</c:v>
                </c:pt>
                <c:pt idx="1">
                  <c:v>4930</c:v>
                </c:pt>
                <c:pt idx="2">
                  <c:v>4930</c:v>
                </c:pt>
                <c:pt idx="3">
                  <c:v>4930</c:v>
                </c:pt>
                <c:pt idx="4">
                  <c:v>4930</c:v>
                </c:pt>
                <c:pt idx="5">
                  <c:v>4930</c:v>
                </c:pt>
                <c:pt idx="6">
                  <c:v>4930</c:v>
                </c:pt>
                <c:pt idx="7">
                  <c:v>4930</c:v>
                </c:pt>
                <c:pt idx="8">
                  <c:v>3890</c:v>
                </c:pt>
                <c:pt idx="9">
                  <c:v>3049</c:v>
                </c:pt>
                <c:pt idx="10">
                  <c:v>3049</c:v>
                </c:pt>
                <c:pt idx="11">
                  <c:v>3049</c:v>
                </c:pt>
                <c:pt idx="12">
                  <c:v>3049</c:v>
                </c:pt>
                <c:pt idx="13">
                  <c:v>3049</c:v>
                </c:pt>
                <c:pt idx="14">
                  <c:v>3049</c:v>
                </c:pt>
                <c:pt idx="15">
                  <c:v>3049</c:v>
                </c:pt>
                <c:pt idx="16">
                  <c:v>3049</c:v>
                </c:pt>
                <c:pt idx="17">
                  <c:v>3890</c:v>
                </c:pt>
                <c:pt idx="18">
                  <c:v>6300</c:v>
                </c:pt>
                <c:pt idx="19">
                  <c:v>6300</c:v>
                </c:pt>
                <c:pt idx="20">
                  <c:v>6300</c:v>
                </c:pt>
                <c:pt idx="21">
                  <c:v>6300</c:v>
                </c:pt>
                <c:pt idx="22">
                  <c:v>6300</c:v>
                </c:pt>
                <c:pt idx="23">
                  <c:v>4930</c:v>
                </c:pt>
              </c:numCache>
            </c:numRef>
          </c:val>
        </c:ser>
        <c:ser>
          <c:idx val="1"/>
          <c:order val="1"/>
          <c:tx>
            <c:strRef>
              <c:f>'[3-10号灵绍直流曲线.xlsx]Sheet1'!$A$3</c:f>
              <c:strCache>
                <c:ptCount val="1"/>
                <c:pt idx="0">
                  <c:v>灵绍配套火电送浙江2</c:v>
                </c:pt>
              </c:strCache>
            </c:strRef>
          </c:tx>
          <c:spPr>
            <a:solidFill>
              <a:srgbClr val="C81D31"/>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'[3-10号灵绍直流曲线.xlsx]Sheet1'!$B$3:$Y$3</c:f>
              <c:numCache>
                <c:formatCode>General</c:formatCode>
                <c:ptCount val="24"/>
                <c:pt idx="0">
                  <c:v>488</c:v>
                </c:pt>
                <c:pt idx="1">
                  <c:v>488</c:v>
                </c:pt>
                <c:pt idx="2">
                  <c:v>488</c:v>
                </c:pt>
                <c:pt idx="3">
                  <c:v>488</c:v>
                </c:pt>
                <c:pt idx="4">
                  <c:v>488</c:v>
                </c:pt>
                <c:pt idx="5">
                  <c:v>488</c:v>
                </c:pt>
                <c:pt idx="6">
                  <c:v>488</c:v>
                </c:pt>
                <c:pt idx="7">
                  <c:v>920</c:v>
                </c:pt>
                <c:pt idx="8">
                  <c:v>200</c:v>
                </c:pt>
                <c:pt idx="9">
                  <c:v>200</c:v>
                </c:pt>
                <c:pt idx="10">
                  <c:v>200</c:v>
                </c:pt>
                <c:pt idx="11">
                  <c:v>200</c:v>
                </c:pt>
                <c:pt idx="12">
                  <c:v>200</c:v>
                </c:pt>
                <c:pt idx="13">
                  <c:v>200</c:v>
                </c:pt>
                <c:pt idx="14">
                  <c:v>200</c:v>
                </c:pt>
                <c:pt idx="15">
                  <c:v>200</c:v>
                </c:pt>
                <c:pt idx="16">
                  <c:v>200</c:v>
                </c:pt>
                <c:pt idx="17">
                  <c:v>200</c:v>
                </c:pt>
                <c:pt idx="18">
                  <c:v>200</c:v>
                </c:pt>
                <c:pt idx="19">
                  <c:v>200</c:v>
                </c:pt>
                <c:pt idx="20">
                  <c:v>200</c:v>
                </c:pt>
                <c:pt idx="21">
                  <c:v>200</c:v>
                </c:pt>
                <c:pt idx="22">
                  <c:v>200</c:v>
                </c:pt>
                <c:pt idx="23">
                  <c:v>488</c:v>
                </c:pt>
              </c:numCache>
            </c:numRef>
          </c:val>
        </c:ser>
        <c:ser>
          <c:idx val="2"/>
          <c:order val="2"/>
          <c:tx>
            <c:strRef>
              <c:f>'[3-10号灵绍直流曲线.xlsx]Sheet1'!$A$4</c:f>
              <c:strCache>
                <c:ptCount val="1"/>
                <c:pt idx="0">
                  <c:v>灵绍大基地送浙江</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'[3-10号灵绍直流曲线.xlsx]Sheet1'!$B$4:$Y$4</c:f>
              <c:numCache>
                <c:formatCode>General</c:formatCode>
                <c:ptCount val="24"/>
                <c:pt idx="0">
                  <c:v>0</c:v>
                </c:pt>
                <c:pt idx="1">
                  <c:v>0</c:v>
                </c:pt>
                <c:pt idx="2">
                  <c:v>0</c:v>
                </c:pt>
                <c:pt idx="3">
                  <c:v>0</c:v>
                </c:pt>
                <c:pt idx="4">
                  <c:v>0</c:v>
                </c:pt>
                <c:pt idx="5">
                  <c:v>0</c:v>
                </c:pt>
                <c:pt idx="6">
                  <c:v>0</c:v>
                </c:pt>
                <c:pt idx="7">
                  <c:v>0</c:v>
                </c:pt>
                <c:pt idx="8">
                  <c:v>946</c:v>
                </c:pt>
                <c:pt idx="9">
                  <c:v>1576</c:v>
                </c:pt>
                <c:pt idx="10">
                  <c:v>1576</c:v>
                </c:pt>
                <c:pt idx="11">
                  <c:v>1576</c:v>
                </c:pt>
                <c:pt idx="12">
                  <c:v>1576</c:v>
                </c:pt>
                <c:pt idx="13">
                  <c:v>1576</c:v>
                </c:pt>
                <c:pt idx="14">
                  <c:v>1576</c:v>
                </c:pt>
                <c:pt idx="15">
                  <c:v>1576</c:v>
                </c:pt>
                <c:pt idx="16">
                  <c:v>1576</c:v>
                </c:pt>
                <c:pt idx="17">
                  <c:v>946</c:v>
                </c:pt>
                <c:pt idx="18">
                  <c:v>0</c:v>
                </c:pt>
                <c:pt idx="19">
                  <c:v>0</c:v>
                </c:pt>
                <c:pt idx="20">
                  <c:v>0</c:v>
                </c:pt>
                <c:pt idx="21">
                  <c:v>0</c:v>
                </c:pt>
                <c:pt idx="22">
                  <c:v>0</c:v>
                </c:pt>
                <c:pt idx="23">
                  <c:v>0</c:v>
                </c:pt>
              </c:numCache>
            </c:numRef>
          </c:val>
        </c:ser>
        <c:ser>
          <c:idx val="3"/>
          <c:order val="3"/>
          <c:tx>
            <c:strRef>
              <c:f>'[3-10号灵绍直流曲线.xlsx]Sheet1'!$A$5</c:f>
              <c:strCache>
                <c:ptCount val="1"/>
                <c:pt idx="0">
                  <c:v>灵绍大基地送浙江2</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'[3-10号灵绍直流曲线.xlsx]Sheet1'!$B$5:$Y$5</c:f>
              <c:numCache>
                <c:formatCode>General</c:formatCode>
                <c:ptCount val="24"/>
                <c:pt idx="0">
                  <c:v>0</c:v>
                </c:pt>
                <c:pt idx="1">
                  <c:v>0</c:v>
                </c:pt>
                <c:pt idx="2">
                  <c:v>0</c:v>
                </c:pt>
                <c:pt idx="3">
                  <c:v>0</c:v>
                </c:pt>
                <c:pt idx="4">
                  <c:v>0</c:v>
                </c:pt>
                <c:pt idx="5">
                  <c:v>0</c:v>
                </c:pt>
                <c:pt idx="6">
                  <c:v>0</c:v>
                </c:pt>
                <c:pt idx="7">
                  <c:v>0</c:v>
                </c:pt>
                <c:pt idx="8">
                  <c:v>315</c:v>
                </c:pt>
                <c:pt idx="9">
                  <c:v>525</c:v>
                </c:pt>
                <c:pt idx="10">
                  <c:v>525</c:v>
                </c:pt>
                <c:pt idx="11">
                  <c:v>525</c:v>
                </c:pt>
                <c:pt idx="12">
                  <c:v>525</c:v>
                </c:pt>
                <c:pt idx="13">
                  <c:v>525</c:v>
                </c:pt>
                <c:pt idx="14">
                  <c:v>525</c:v>
                </c:pt>
                <c:pt idx="15">
                  <c:v>525</c:v>
                </c:pt>
                <c:pt idx="16">
                  <c:v>525</c:v>
                </c:pt>
                <c:pt idx="17">
                  <c:v>315</c:v>
                </c:pt>
                <c:pt idx="18">
                  <c:v>0</c:v>
                </c:pt>
                <c:pt idx="19">
                  <c:v>0</c:v>
                </c:pt>
                <c:pt idx="20">
                  <c:v>0</c:v>
                </c:pt>
                <c:pt idx="21">
                  <c:v>0</c:v>
                </c:pt>
                <c:pt idx="22">
                  <c:v>0</c:v>
                </c:pt>
                <c:pt idx="23">
                  <c:v>0</c:v>
                </c:pt>
              </c:numCache>
            </c:numRef>
          </c:val>
        </c:ser>
        <c:ser>
          <c:idx val="4"/>
          <c:order val="4"/>
          <c:tx>
            <c:strRef>
              <c:f>'[3-10号灵绍直流曲线.xlsx]Sheet1'!$A$6</c:f>
              <c:strCache>
                <c:ptCount val="1"/>
                <c:pt idx="0">
                  <c:v>宁夏送上海绿电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'[3-10号灵绍直流曲线.xlsx]Sheet1'!$B$6:$Y$6</c:f>
              <c:numCache>
                <c:formatCode>General</c:formatCode>
                <c:ptCount val="24"/>
                <c:pt idx="0">
                  <c:v>0</c:v>
                </c:pt>
                <c:pt idx="1">
                  <c:v>0</c:v>
                </c:pt>
                <c:pt idx="2">
                  <c:v>0</c:v>
                </c:pt>
                <c:pt idx="3">
                  <c:v>0</c:v>
                </c:pt>
                <c:pt idx="4">
                  <c:v>0</c:v>
                </c:pt>
                <c:pt idx="5">
                  <c:v>0</c:v>
                </c:pt>
                <c:pt idx="6">
                  <c:v>0</c:v>
                </c:pt>
                <c:pt idx="7">
                  <c:v>0</c:v>
                </c:pt>
                <c:pt idx="8">
                  <c:v>0</c:v>
                </c:pt>
                <c:pt idx="9">
                  <c:v>614</c:v>
                </c:pt>
                <c:pt idx="10">
                  <c:v>614</c:v>
                </c:pt>
                <c:pt idx="11">
                  <c:v>618</c:v>
                </c:pt>
                <c:pt idx="12">
                  <c:v>618</c:v>
                </c:pt>
                <c:pt idx="13">
                  <c:v>618</c:v>
                </c:pt>
                <c:pt idx="14">
                  <c:v>618</c:v>
                </c:pt>
                <c:pt idx="15">
                  <c:v>618</c:v>
                </c:pt>
                <c:pt idx="16">
                  <c:v>618</c:v>
                </c:pt>
                <c:pt idx="17">
                  <c:v>0</c:v>
                </c:pt>
                <c:pt idx="18">
                  <c:v>0</c:v>
                </c:pt>
                <c:pt idx="19">
                  <c:v>0</c:v>
                </c:pt>
                <c:pt idx="20">
                  <c:v>0</c:v>
                </c:pt>
                <c:pt idx="21">
                  <c:v>0</c:v>
                </c:pt>
                <c:pt idx="22">
                  <c:v>0</c:v>
                </c:pt>
                <c:pt idx="23">
                  <c:v>0</c:v>
                </c:pt>
              </c:numCache>
            </c:numRef>
          </c:val>
        </c:ser>
        <c:ser>
          <c:idx val="5"/>
          <c:order val="5"/>
          <c:tx>
            <c:strRef>
              <c:f>'[3-10号灵绍直流曲线.xlsx]Sheet1'!$A$7</c:f>
              <c:strCache>
                <c:ptCount val="1"/>
                <c:pt idx="0">
                  <c:v>青海送上海绿电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'[3-10号灵绍直流曲线.xlsx]Sheet1'!$B$7:$Y$7</c:f>
              <c:numCache>
                <c:formatCode>General</c:formatCode>
                <c:ptCount val="24"/>
                <c:pt idx="0">
                  <c:v>0</c:v>
                </c:pt>
                <c:pt idx="1">
                  <c:v>0</c:v>
                </c:pt>
                <c:pt idx="2">
                  <c:v>0</c:v>
                </c:pt>
                <c:pt idx="3">
                  <c:v>0</c:v>
                </c:pt>
                <c:pt idx="4">
                  <c:v>0</c:v>
                </c:pt>
                <c:pt idx="5">
                  <c:v>0</c:v>
                </c:pt>
                <c:pt idx="6">
                  <c:v>0</c:v>
                </c:pt>
                <c:pt idx="7">
                  <c:v>0</c:v>
                </c:pt>
                <c:pt idx="8">
                  <c:v>0</c:v>
                </c:pt>
                <c:pt idx="9">
                  <c:v>131</c:v>
                </c:pt>
                <c:pt idx="10">
                  <c:v>131</c:v>
                </c:pt>
                <c:pt idx="11">
                  <c:v>131</c:v>
                </c:pt>
                <c:pt idx="12">
                  <c:v>131</c:v>
                </c:pt>
                <c:pt idx="13">
                  <c:v>131</c:v>
                </c:pt>
                <c:pt idx="14">
                  <c:v>131</c:v>
                </c:pt>
                <c:pt idx="15">
                  <c:v>131</c:v>
                </c:pt>
                <c:pt idx="16">
                  <c:v>131</c:v>
                </c:pt>
                <c:pt idx="17">
                  <c:v>0</c:v>
                </c:pt>
                <c:pt idx="18">
                  <c:v>0</c:v>
                </c:pt>
                <c:pt idx="19">
                  <c:v>0</c:v>
                </c:pt>
                <c:pt idx="20">
                  <c:v>0</c:v>
                </c:pt>
                <c:pt idx="21">
                  <c:v>0</c:v>
                </c:pt>
                <c:pt idx="22">
                  <c:v>0</c:v>
                </c:pt>
                <c:pt idx="23">
                  <c:v>0</c:v>
                </c:pt>
              </c:numCache>
            </c:numRef>
          </c:val>
        </c:ser>
        <c:ser>
          <c:idx val="6"/>
          <c:order val="6"/>
          <c:tx>
            <c:strRef>
              <c:f>'[3-10号灵绍直流曲线.xlsx]Sheet1'!$A$8</c:f>
              <c:strCache>
                <c:ptCount val="1"/>
                <c:pt idx="0">
                  <c:v>甘肃送上海绿电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'[3-10号灵绍直流曲线.xlsx]Sheet1'!$B$8:$Y$8</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ser>
          <c:idx val="7"/>
          <c:order val="7"/>
          <c:tx>
            <c:strRef>
              <c:f>'[3-10号灵绍直流曲线.xlsx]Sheet1'!$A$9</c:f>
              <c:strCache>
                <c:ptCount val="1"/>
                <c:pt idx="0">
                  <c:v>宁夏送浙江绿电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'[3-10号灵绍直流曲线.xlsx]Sheet1'!$B$9:$Y$9</c:f>
              <c:numCache>
                <c:formatCode>General</c:formatCode>
                <c:ptCount val="24"/>
                <c:pt idx="0">
                  <c:v>0</c:v>
                </c:pt>
                <c:pt idx="1">
                  <c:v>0</c:v>
                </c:pt>
                <c:pt idx="2">
                  <c:v>0</c:v>
                </c:pt>
                <c:pt idx="3">
                  <c:v>0</c:v>
                </c:pt>
                <c:pt idx="4">
                  <c:v>0</c:v>
                </c:pt>
                <c:pt idx="5">
                  <c:v>0</c:v>
                </c:pt>
                <c:pt idx="6">
                  <c:v>0</c:v>
                </c:pt>
                <c:pt idx="7">
                  <c:v>0</c:v>
                </c:pt>
                <c:pt idx="8">
                  <c:v>0</c:v>
                </c:pt>
                <c:pt idx="9">
                  <c:v>81</c:v>
                </c:pt>
                <c:pt idx="10">
                  <c:v>83</c:v>
                </c:pt>
                <c:pt idx="11">
                  <c:v>84</c:v>
                </c:pt>
                <c:pt idx="12">
                  <c:v>86</c:v>
                </c:pt>
                <c:pt idx="13">
                  <c:v>85</c:v>
                </c:pt>
                <c:pt idx="14">
                  <c:v>84</c:v>
                </c:pt>
                <c:pt idx="15">
                  <c:v>82</c:v>
                </c:pt>
                <c:pt idx="16">
                  <c:v>82</c:v>
                </c:pt>
                <c:pt idx="17">
                  <c:v>0</c:v>
                </c:pt>
                <c:pt idx="18">
                  <c:v>0</c:v>
                </c:pt>
                <c:pt idx="19">
                  <c:v>0</c:v>
                </c:pt>
                <c:pt idx="20">
                  <c:v>0</c:v>
                </c:pt>
                <c:pt idx="21">
                  <c:v>0</c:v>
                </c:pt>
                <c:pt idx="22">
                  <c:v>0</c:v>
                </c:pt>
                <c:pt idx="23">
                  <c:v>0</c:v>
                </c:pt>
              </c:numCache>
            </c:numRef>
          </c:val>
        </c:ser>
        <c:ser>
          <c:idx val="8"/>
          <c:order val="8"/>
          <c:tx>
            <c:strRef>
              <c:f>'[3-10号灵绍直流曲线.xlsx]Sheet1'!$A$10</c:f>
              <c:strCache>
                <c:ptCount val="1"/>
                <c:pt idx="0">
                  <c:v>新疆送上海绿电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'[3-10号灵绍直流曲线.xlsx]Sheet1'!$B$10:$Y$10</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126</c:v>
                </c:pt>
                <c:pt idx="12">
                  <c:v>126</c:v>
                </c:pt>
                <c:pt idx="13">
                  <c:v>126</c:v>
                </c:pt>
                <c:pt idx="14">
                  <c:v>126</c:v>
                </c:pt>
                <c:pt idx="15">
                  <c:v>126</c:v>
                </c:pt>
                <c:pt idx="16">
                  <c:v>126</c:v>
                </c:pt>
                <c:pt idx="17">
                  <c:v>126</c:v>
                </c:pt>
                <c:pt idx="18">
                  <c:v>126</c:v>
                </c:pt>
                <c:pt idx="19">
                  <c:v>0</c:v>
                </c:pt>
                <c:pt idx="20">
                  <c:v>0</c:v>
                </c:pt>
                <c:pt idx="21">
                  <c:v>0</c:v>
                </c:pt>
                <c:pt idx="22">
                  <c:v>0</c:v>
                </c:pt>
                <c:pt idx="23">
                  <c:v>0</c:v>
                </c:pt>
              </c:numCache>
            </c:numRef>
          </c:val>
        </c:ser>
        <c:ser>
          <c:idx val="9"/>
          <c:order val="9"/>
          <c:tx>
            <c:strRef>
              <c:f>'[3-10号灵绍直流曲线.xlsx]Sheet1'!$A$11</c:f>
              <c:strCache>
                <c:ptCount val="1"/>
                <c:pt idx="0">
                  <c:v>新疆送上海绿电</c:v>
                </c:pt>
              </c:strCache>
            </c:strRef>
          </c:tx>
          <c:spPr>
            <a:solidFill>
              <a:srgbClr val="00B050"/>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'[3-10号灵绍直流曲线.xlsx]Sheet1'!$B$11:$Y$11</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36</c:v>
                </c:pt>
                <c:pt idx="12">
                  <c:v>85</c:v>
                </c:pt>
                <c:pt idx="13">
                  <c:v>102</c:v>
                </c:pt>
                <c:pt idx="14">
                  <c:v>101</c:v>
                </c:pt>
                <c:pt idx="15">
                  <c:v>102</c:v>
                </c:pt>
                <c:pt idx="16">
                  <c:v>104</c:v>
                </c:pt>
                <c:pt idx="17">
                  <c:v>100</c:v>
                </c:pt>
                <c:pt idx="18">
                  <c:v>61</c:v>
                </c:pt>
                <c:pt idx="19">
                  <c:v>0</c:v>
                </c:pt>
                <c:pt idx="20">
                  <c:v>0</c:v>
                </c:pt>
                <c:pt idx="21">
                  <c:v>0</c:v>
                </c:pt>
                <c:pt idx="22">
                  <c:v>0</c:v>
                </c:pt>
                <c:pt idx="23">
                  <c:v>0</c:v>
                </c:pt>
              </c:numCache>
            </c:numRef>
          </c:val>
        </c:ser>
        <c:ser>
          <c:idx val="10"/>
          <c:order val="10"/>
          <c:tx>
            <c:strRef>
              <c:f>'[3-10号灵绍直流曲线.xlsx]Sheet1'!$A$12</c:f>
              <c:strCache>
                <c:ptCount val="1"/>
                <c:pt idx="0">
                  <c:v>新疆送上海多年绿电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'[3-10号灵绍直流曲线.xlsx]Sheet1'!$B$12:$Y$12</c:f>
              <c:numCache>
                <c:formatCode>General</c:formatCode>
                <c:ptCount val="24"/>
                <c:pt idx="0">
                  <c:v>0</c:v>
                </c:pt>
                <c:pt idx="1">
                  <c:v>1</c:v>
                </c:pt>
                <c:pt idx="2">
                  <c:v>4</c:v>
                </c:pt>
                <c:pt idx="3">
                  <c:v>7</c:v>
                </c:pt>
                <c:pt idx="4">
                  <c:v>17</c:v>
                </c:pt>
                <c:pt idx="5">
                  <c:v>17</c:v>
                </c:pt>
                <c:pt idx="6">
                  <c:v>20</c:v>
                </c:pt>
                <c:pt idx="7">
                  <c:v>17</c:v>
                </c:pt>
                <c:pt idx="8">
                  <c:v>0</c:v>
                </c:pt>
                <c:pt idx="9">
                  <c:v>0</c:v>
                </c:pt>
                <c:pt idx="10">
                  <c:v>0</c:v>
                </c:pt>
                <c:pt idx="11">
                  <c:v>100</c:v>
                </c:pt>
                <c:pt idx="12">
                  <c:v>0</c:v>
                </c:pt>
                <c:pt idx="13">
                  <c:v>3</c:v>
                </c:pt>
                <c:pt idx="14">
                  <c:v>17</c:v>
                </c:pt>
                <c:pt idx="15">
                  <c:v>19</c:v>
                </c:pt>
                <c:pt idx="16">
                  <c:v>5</c:v>
                </c:pt>
                <c:pt idx="17">
                  <c:v>0</c:v>
                </c:pt>
                <c:pt idx="18">
                  <c:v>0</c:v>
                </c:pt>
                <c:pt idx="19">
                  <c:v>0</c:v>
                </c:pt>
                <c:pt idx="20">
                  <c:v>0</c:v>
                </c:pt>
                <c:pt idx="21">
                  <c:v>0</c:v>
                </c:pt>
                <c:pt idx="22">
                  <c:v>0</c:v>
                </c:pt>
                <c:pt idx="23">
                  <c:v>0</c:v>
                </c:pt>
              </c:numCache>
            </c:numRef>
          </c:val>
        </c:ser>
        <c:ser>
          <c:idx val="11"/>
          <c:order val="11"/>
          <c:tx>
            <c:strRef>
              <c:f>'[3-10号灵绍直流曲线.xlsx]Sheet1'!$A$13</c:f>
              <c:strCache>
                <c:ptCount val="1"/>
                <c:pt idx="0">
                  <c:v>青海送江苏多年绿电</c:v>
                </c:pt>
              </c:strCache>
            </c:strRef>
          </c:tx>
          <c:spPr>
            <a:solidFill>
              <a:srgbClr val="00B05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'[3-10号灵绍直流曲线.xlsx]Sheet1'!$B$13:$Y$13</c:f>
              <c:numCache>
                <c:formatCode>General</c:formatCode>
                <c:ptCount val="24"/>
                <c:pt idx="0">
                  <c:v>0</c:v>
                </c:pt>
                <c:pt idx="1">
                  <c:v>0</c:v>
                </c:pt>
                <c:pt idx="2">
                  <c:v>0</c:v>
                </c:pt>
                <c:pt idx="3">
                  <c:v>0</c:v>
                </c:pt>
                <c:pt idx="4">
                  <c:v>0</c:v>
                </c:pt>
                <c:pt idx="5">
                  <c:v>0</c:v>
                </c:pt>
                <c:pt idx="6">
                  <c:v>0</c:v>
                </c:pt>
                <c:pt idx="7">
                  <c:v>0</c:v>
                </c:pt>
                <c:pt idx="8">
                  <c:v>0</c:v>
                </c:pt>
                <c:pt idx="9">
                  <c:v>503</c:v>
                </c:pt>
                <c:pt idx="10">
                  <c:v>503</c:v>
                </c:pt>
                <c:pt idx="11">
                  <c:v>503</c:v>
                </c:pt>
                <c:pt idx="12">
                  <c:v>502</c:v>
                </c:pt>
                <c:pt idx="13">
                  <c:v>502</c:v>
                </c:pt>
                <c:pt idx="14">
                  <c:v>502</c:v>
                </c:pt>
                <c:pt idx="15">
                  <c:v>502</c:v>
                </c:pt>
                <c:pt idx="16">
                  <c:v>503</c:v>
                </c:pt>
                <c:pt idx="17">
                  <c:v>0</c:v>
                </c:pt>
                <c:pt idx="18">
                  <c:v>0</c:v>
                </c:pt>
                <c:pt idx="19">
                  <c:v>0</c:v>
                </c:pt>
                <c:pt idx="20">
                  <c:v>0</c:v>
                </c:pt>
                <c:pt idx="21">
                  <c:v>0</c:v>
                </c:pt>
                <c:pt idx="22">
                  <c:v>0</c:v>
                </c:pt>
                <c:pt idx="23">
                  <c:v>0</c:v>
                </c:pt>
              </c:numCache>
            </c:numRef>
          </c:val>
        </c:ser>
        <c:ser>
          <c:idx val="12"/>
          <c:order val="12"/>
          <c:tx>
            <c:strRef>
              <c:f>'[3-10号灵绍直流曲线.xlsx]Sheet1'!$A$14</c:f>
              <c:strCache>
                <c:ptCount val="1"/>
                <c:pt idx="0">
                  <c:v>宁夏送浙江</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'[3-10号灵绍直流曲线.xlsx]Sheet1'!$B$14:$Y$14</c:f>
              <c:numCache>
                <c:formatCode>General</c:formatCode>
                <c:ptCount val="24"/>
                <c:pt idx="0">
                  <c:v>0</c:v>
                </c:pt>
                <c:pt idx="1">
                  <c:v>0</c:v>
                </c:pt>
                <c:pt idx="2">
                  <c:v>0</c:v>
                </c:pt>
                <c:pt idx="3">
                  <c:v>0</c:v>
                </c:pt>
                <c:pt idx="4">
                  <c:v>0</c:v>
                </c:pt>
                <c:pt idx="5">
                  <c:v>0</c:v>
                </c:pt>
                <c:pt idx="6">
                  <c:v>0</c:v>
                </c:pt>
                <c:pt idx="7">
                  <c:v>0</c:v>
                </c:pt>
                <c:pt idx="8">
                  <c:v>600</c:v>
                </c:pt>
                <c:pt idx="9">
                  <c:v>600</c:v>
                </c:pt>
                <c:pt idx="10">
                  <c:v>600</c:v>
                </c:pt>
                <c:pt idx="11">
                  <c:v>600</c:v>
                </c:pt>
                <c:pt idx="12">
                  <c:v>600</c:v>
                </c:pt>
                <c:pt idx="13">
                  <c:v>600</c:v>
                </c:pt>
                <c:pt idx="14">
                  <c:v>600</c:v>
                </c:pt>
                <c:pt idx="15">
                  <c:v>600</c:v>
                </c:pt>
                <c:pt idx="16">
                  <c:v>600</c:v>
                </c:pt>
                <c:pt idx="17">
                  <c:v>600</c:v>
                </c:pt>
                <c:pt idx="18">
                  <c:v>0</c:v>
                </c:pt>
                <c:pt idx="19">
                  <c:v>0</c:v>
                </c:pt>
                <c:pt idx="20">
                  <c:v>0</c:v>
                </c:pt>
                <c:pt idx="21">
                  <c:v>0</c:v>
                </c:pt>
                <c:pt idx="22">
                  <c:v>0</c:v>
                </c:pt>
                <c:pt idx="23">
                  <c:v>0</c:v>
                </c:pt>
              </c:numCache>
            </c:numRef>
          </c:val>
        </c:ser>
        <c:ser>
          <c:idx val="13"/>
          <c:order val="13"/>
          <c:tx>
            <c:strRef>
              <c:f>'[3-10号灵绍直流曲线.xlsx]Sheet1'!$A$15</c:f>
              <c:strCache>
                <c:ptCount val="1"/>
                <c:pt idx="0">
                  <c:v>宁夏送浙江2</c:v>
                </c:pt>
              </c:strCache>
            </c:strRef>
          </c:tx>
          <c:spPr>
            <a:solidFill>
              <a:srgbClr val="91ACE0"/>
            </a:solidFill>
            <a:ln>
              <a:solidFill>
                <a:schemeClr val="tx1"/>
              </a:solid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'[3-10号灵绍直流曲线.xlsx]Sheet1'!$B$15:$Y$15</c:f>
              <c:numCache>
                <c:formatCode>General</c:formatCode>
                <c:ptCount val="24"/>
                <c:pt idx="0">
                  <c:v>400</c:v>
                </c:pt>
                <c:pt idx="1">
                  <c:v>400</c:v>
                </c:pt>
                <c:pt idx="2">
                  <c:v>400</c:v>
                </c:pt>
                <c:pt idx="3">
                  <c:v>400</c:v>
                </c:pt>
                <c:pt idx="4">
                  <c:v>400</c:v>
                </c:pt>
                <c:pt idx="5">
                  <c:v>400</c:v>
                </c:pt>
                <c:pt idx="6">
                  <c:v>400</c:v>
                </c:pt>
                <c:pt idx="7">
                  <c:v>400</c:v>
                </c:pt>
                <c:pt idx="8">
                  <c:v>950</c:v>
                </c:pt>
                <c:pt idx="9">
                  <c:v>950</c:v>
                </c:pt>
                <c:pt idx="10">
                  <c:v>950</c:v>
                </c:pt>
                <c:pt idx="11">
                  <c:v>950</c:v>
                </c:pt>
                <c:pt idx="12">
                  <c:v>950</c:v>
                </c:pt>
                <c:pt idx="13">
                  <c:v>950</c:v>
                </c:pt>
                <c:pt idx="14">
                  <c:v>950</c:v>
                </c:pt>
                <c:pt idx="15">
                  <c:v>950</c:v>
                </c:pt>
                <c:pt idx="16">
                  <c:v>950</c:v>
                </c:pt>
                <c:pt idx="17">
                  <c:v>950</c:v>
                </c:pt>
                <c:pt idx="18">
                  <c:v>400</c:v>
                </c:pt>
                <c:pt idx="19">
                  <c:v>400</c:v>
                </c:pt>
                <c:pt idx="20">
                  <c:v>400</c:v>
                </c:pt>
                <c:pt idx="21">
                  <c:v>400</c:v>
                </c:pt>
                <c:pt idx="22">
                  <c:v>400</c:v>
                </c:pt>
                <c:pt idx="23">
                  <c:v>400</c:v>
                </c:pt>
              </c:numCache>
            </c:numRef>
          </c:val>
        </c:ser>
        <c:ser>
          <c:idx val="14"/>
          <c:order val="14"/>
          <c:tx>
            <c:strRef>
              <c:f>'[3-10号灵绍直流曲线.xlsx]Sheet1'!$A$16</c:f>
              <c:strCache>
                <c:ptCount val="1"/>
                <c:pt idx="0">
                  <c:v>陕西送上海</c:v>
                </c:pt>
              </c:strCache>
            </c:strRef>
          </c:tx>
          <c:spPr>
            <a:solidFill>
              <a:schemeClr val="accent3">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'[3-10号灵绍直流曲线.xlsx]Sheet1'!$B$16:$Y$16</c:f>
              <c:numCache>
                <c:formatCode>General</c:formatCode>
                <c:ptCount val="24"/>
                <c:pt idx="0">
                  <c:v>15</c:v>
                </c:pt>
                <c:pt idx="1">
                  <c:v>15</c:v>
                </c:pt>
                <c:pt idx="2">
                  <c:v>15</c:v>
                </c:pt>
                <c:pt idx="3">
                  <c:v>15</c:v>
                </c:pt>
                <c:pt idx="4">
                  <c:v>15</c:v>
                </c:pt>
                <c:pt idx="5">
                  <c:v>15</c:v>
                </c:pt>
                <c:pt idx="6">
                  <c:v>15</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15</c:v>
                </c:pt>
                <c:pt idx="23">
                  <c:v>15</c:v>
                </c:pt>
              </c:numCache>
            </c:numRef>
          </c:val>
        </c:ser>
        <c:ser>
          <c:idx val="15"/>
          <c:order val="15"/>
          <c:tx>
            <c:strRef>
              <c:f>'[3-10号灵绍直流曲线.xlsx]Sheet1'!$A$17</c:f>
              <c:strCache>
                <c:ptCount val="1"/>
                <c:pt idx="0">
                  <c:v>新疆送浙江</c:v>
                </c:pt>
              </c:strCache>
            </c:strRef>
          </c:tx>
          <c:spPr>
            <a:solidFill>
              <a:schemeClr val="accent4">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'[3-10号灵绍直流曲线.xlsx]Sheet1'!$B$17:$Y$17</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ser>
          <c:idx val="16"/>
          <c:order val="16"/>
          <c:tx>
            <c:strRef>
              <c:f>'[3-10号灵绍直流曲线.xlsx]Sheet1'!$A$18</c:f>
              <c:strCache>
                <c:ptCount val="1"/>
                <c:pt idx="0">
                  <c:v>西藏送上海</c:v>
                </c:pt>
              </c:strCache>
            </c:strRef>
          </c:tx>
          <c:spPr>
            <a:solidFill>
              <a:schemeClr val="accent5">
                <a:lumMod val="80000"/>
                <a:lumOff val="20000"/>
              </a:schemeClr>
            </a:solidFill>
            <a:ln>
              <a:noFill/>
            </a:ln>
            <a:effectLst/>
          </c:spPr>
          <c:dLbls>
            <c:delete val="1"/>
          </c:dLbls>
          <c:cat>
            <c:strRef>
              <c:f>'[3-10号灵绍直流曲线.xlsx]Sheet1'!$B$1:$Y$1</c:f>
              <c:strCache>
                <c:ptCount val="24"/>
                <c:pt idx="0">
                  <c:v>0点</c:v>
                </c:pt>
                <c:pt idx="1">
                  <c:v>1点</c:v>
                </c:pt>
                <c:pt idx="2">
                  <c:v>2点</c:v>
                </c:pt>
                <c:pt idx="3">
                  <c:v>3点</c:v>
                </c:pt>
                <c:pt idx="4">
                  <c:v>4点</c:v>
                </c:pt>
                <c:pt idx="5">
                  <c:v>5点</c:v>
                </c:pt>
                <c:pt idx="6">
                  <c:v>6点</c:v>
                </c:pt>
                <c:pt idx="7">
                  <c:v>7点</c:v>
                </c:pt>
                <c:pt idx="8">
                  <c:v>8点</c:v>
                </c:pt>
                <c:pt idx="9">
                  <c:v>9点</c:v>
                </c:pt>
                <c:pt idx="10">
                  <c:v>10点</c:v>
                </c:pt>
                <c:pt idx="11">
                  <c:v>11点</c:v>
                </c:pt>
                <c:pt idx="12">
                  <c:v>12点</c:v>
                </c:pt>
                <c:pt idx="13">
                  <c:v>13点</c:v>
                </c:pt>
                <c:pt idx="14">
                  <c:v>14点</c:v>
                </c:pt>
                <c:pt idx="15">
                  <c:v>15点</c:v>
                </c:pt>
                <c:pt idx="16">
                  <c:v>16点</c:v>
                </c:pt>
                <c:pt idx="17">
                  <c:v>17点</c:v>
                </c:pt>
                <c:pt idx="18">
                  <c:v>18点</c:v>
                </c:pt>
                <c:pt idx="19">
                  <c:v>19点</c:v>
                </c:pt>
                <c:pt idx="20">
                  <c:v>20点</c:v>
                </c:pt>
                <c:pt idx="21">
                  <c:v>21点</c:v>
                </c:pt>
                <c:pt idx="22">
                  <c:v>22点</c:v>
                </c:pt>
                <c:pt idx="23">
                  <c:v>23点</c:v>
                </c:pt>
              </c:strCache>
            </c:strRef>
          </c:cat>
          <c:val>
            <c:numRef>
              <c:f>'[3-10号灵绍直流曲线.xlsx]Sheet1'!$B$18:$Y$18</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dLbls>
          <c:showLegendKey val="0"/>
          <c:showVal val="0"/>
          <c:showCatName val="0"/>
          <c:showSerName val="0"/>
          <c:showPercent val="0"/>
          <c:showBubbleSize val="0"/>
        </c:dLbls>
        <c:axId val="895831588"/>
        <c:axId val="210806887"/>
      </c:areaChart>
      <c:catAx>
        <c:axId val="895831588"/>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210806887"/>
        <c:crosses val="autoZero"/>
        <c:auto val="1"/>
        <c:lblAlgn val="ctr"/>
        <c:lblOffset val="100"/>
        <c:noMultiLvlLbl val="0"/>
      </c:catAx>
      <c:valAx>
        <c:axId val="210806887"/>
        <c:scaling>
          <c:orientation val="minMax"/>
          <c:max val="1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95831588"/>
        <c:crosses val="autoZero"/>
        <c:crossBetween val="midCat"/>
      </c:valAx>
      <c:spPr>
        <a:noFill/>
        <a:ln>
          <a:noFill/>
        </a:ln>
        <a:effectLst/>
      </c:spPr>
    </c:plotArea>
    <c:legend>
      <c:legendPos val="b"/>
      <c:legendEntry>
        <c:idx val="0"/>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4"/>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5"/>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6"/>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7"/>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8"/>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9"/>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0"/>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1"/>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2"/>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3"/>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4"/>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5"/>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egendEntry>
        <c:idx val="16"/>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
    <c:plotVisOnly val="1"/>
    <c:dispBlanksAs val="zero"/>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1000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10088">
  <cs:axisTitle>
    <cs:lnRef idx="0"/>
    <cs:fillRef idx="0"/>
    <cs:effectRef idx="0"/>
    <cs:fontRef idx="minor">
      <a:schemeClr val="dk1">
        <a:lumMod val="65000"/>
        <a:lumOff val="35000"/>
      </a:schemeClr>
    </cs:fontRef>
    <cs:defRPr sz="1000"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lt1">
          <a:lumMod val="96000"/>
        </a:schemeClr>
      </a:solidFill>
      <a:ln w="9525" cap="flat" cmpd="sng" algn="ctr">
        <a:solidFill>
          <a:schemeClr val="tx1">
            <a:lumMod val="15000"/>
            <a:lumOff val="85000"/>
          </a:schemeClr>
        </a:solidFill>
        <a:round/>
      </a:ln>
    </cs:spPr>
    <cs:defRPr sz="1000" kern="1200"/>
  </cs:chartArea>
  <cs:dataLabel>
    <cs:lnRef idx="0"/>
    <cs:fillRef idx="0"/>
    <cs:effectRef idx="0"/>
    <cs:fontRef idx="minor">
      <a:schemeClr val="dk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100000">
            <a:schemeClr val="phClr"/>
          </a:gs>
          <a:gs pos="0">
            <a:schemeClr val="phClr">
              <a:hueOff val="-1670000"/>
            </a:schemeClr>
          </a:gs>
        </a:gsLst>
        <a:lin ang="5400000" scaled="0"/>
      </a:gradFill>
      <a:ln>
        <a:gradFill>
          <a:gsLst>
            <a:gs pos="100000">
              <a:schemeClr val="phClr">
                <a:lumMod val="75000"/>
              </a:schemeClr>
            </a:gs>
            <a:gs pos="0">
              <a:schemeClr val="phClr">
                <a:lumMod val="75000"/>
                <a:hueOff val="-1670000"/>
              </a:schemeClr>
            </a:gs>
          </a:gsLst>
          <a:lin ang="4620000" scaled="0"/>
        </a:gra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cap="flat" cmpd="sng" algn="ctr">
        <a:solidFill>
          <a:schemeClr val="dk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a:solidFill>
          <a:schemeClr val="dk1">
            <a:lumMod val="75000"/>
            <a:lumOff val="2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emf"/></Relationships>
</file>

<file path=ppt/drawings/drawing1.xml><?xml version="1.0" encoding="utf-8"?>
<c:userShapes xmlns:c="http://schemas.openxmlformats.org/drawingml/2006/chart">
  <cdr:relSizeAnchor xmlns:cdr="http://schemas.openxmlformats.org/drawingml/2006/chartDrawing">
    <cdr:from>
      <cdr:x>0.00540990428630878</cdr:x>
      <cdr:y>0.241850321395776</cdr:y>
    </cdr:from>
    <cdr:to>
      <cdr:x>0.0543764738521293</cdr:x>
      <cdr:y>0.57242883379247</cdr:y>
    </cdr:to>
    <cdr:sp>
      <cdr:nvSpPr>
        <cdr:cNvPr id="2" name="矩形 1"/>
        <cdr:cNvSpPr/>
      </cdr:nvSpPr>
      <cdr:spPr xmlns:a="http://schemas.openxmlformats.org/drawingml/2006/main">
        <a:xfrm xmlns:a="http://schemas.openxmlformats.org/drawingml/2006/main" rot="16200000">
          <a:off x="-320350" y="1014103"/>
          <a:ext cx="914400" cy="224155"/>
        </a:xfrm>
        <a:prstGeom xmlns:a="http://schemas.openxmlformats.org/drawingml/2006/main" prst="rect">
          <a:avLst/>
        </a:prstGeom>
      </cdr:spPr>
      <cdr:txBody xmlns:a="http://schemas.openxmlformats.org/drawingml/2006/main">
        <a:bodyPr vert="horz" wrap="none" lIns="45720" tIns="45720" rIns="45720" bIns="45720" anchor="t" anchorCtr="0">
          <a:spAutoFit/>
        </a:bodyPr>
        <a:p>
          <a:r>
            <a:rPr lang="zh-CN" altLang="en-US" sz="800"/>
            <a:t>元</a:t>
          </a:r>
          <a:r>
            <a:rPr lang="en-US" altLang="zh-CN" sz="800"/>
            <a:t>/</a:t>
          </a:r>
          <a:r>
            <a:rPr lang="zh-CN" altLang="en-US" sz="800"/>
            <a:t>兆瓦时</a:t>
          </a:r>
          <a:endParaRPr lang="zh-CN" altLang="en-US" sz="8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2945659" cy="496411"/>
          </a:xfrm>
          <a:prstGeom prst="rect">
            <a:avLst/>
          </a:prstGeom>
        </p:spPr>
        <p:txBody>
          <a:bodyPr vert="horz" lIns="91426" tIns="45713" rIns="91426" bIns="45713" rtlCol="0"/>
          <a:lstStyle>
            <a:lvl1pPr algn="l" eaLnBrk="1" hangingPunct="1">
              <a:defRPr kumimoji="1" sz="1200">
                <a:latin typeface="Calibri" panose="020F050202020403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50444" y="1"/>
            <a:ext cx="2945659" cy="496411"/>
          </a:xfrm>
          <a:prstGeom prst="rect">
            <a:avLst/>
          </a:prstGeom>
        </p:spPr>
        <p:txBody>
          <a:bodyPr vert="horz" wrap="square" lIns="91426" tIns="45713" rIns="91426" bIns="45713" numCol="1" anchor="t" anchorCtr="0" compatLnSpc="1"/>
          <a:lstStyle>
            <a:lvl1pPr algn="r" eaLnBrk="1" hangingPunct="1">
              <a:defRPr kumimoji="1" sz="1200"/>
            </a:lvl1pPr>
          </a:lstStyle>
          <a:p>
            <a:pPr>
              <a:defRPr/>
            </a:pPr>
            <a:fld id="{2B79493D-8147-4B57-A7A9-3E2E4A25062F}" type="datetimeFigureOut">
              <a:rPr lang="zh-CN" altLang="en-US"/>
            </a:fld>
            <a:endParaRPr lang="zh-CN" altLang="en-US"/>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26" tIns="45713" rIns="91426" bIns="45713" rtlCol="0" anchor="ctr"/>
          <a:lstStyle/>
          <a:p>
            <a:pPr lvl="0"/>
            <a:endParaRPr lang="zh-CN" altLang="en-US" noProof="0"/>
          </a:p>
        </p:txBody>
      </p:sp>
      <p:sp>
        <p:nvSpPr>
          <p:cNvPr id="5" name="备注占位符 4"/>
          <p:cNvSpPr>
            <a:spLocks noGrp="1"/>
          </p:cNvSpPr>
          <p:nvPr>
            <p:ph type="body" sz="quarter" idx="3"/>
          </p:nvPr>
        </p:nvSpPr>
        <p:spPr>
          <a:xfrm>
            <a:off x="679768" y="4715908"/>
            <a:ext cx="5438140" cy="4467701"/>
          </a:xfrm>
          <a:prstGeom prst="rect">
            <a:avLst/>
          </a:prstGeom>
        </p:spPr>
        <p:txBody>
          <a:bodyPr vert="horz" wrap="square" lIns="91426" tIns="45713" rIns="91426" bIns="45713" numCol="1" anchor="t" anchorCtr="0" compatLnSpc="1"/>
          <a:lstStyle/>
          <a:p>
            <a:pPr lvl="0"/>
            <a:r>
              <a:rPr lang="zh-CN" altLang="en-US" noProof="0"/>
              <a:t>单击此处编辑母版文本样式</a:t>
            </a:r>
            <a:endParaRPr lang="zh-CN" altLang="en-US" noProof="0"/>
          </a:p>
          <a:p>
            <a:pPr lvl="1"/>
            <a:r>
              <a:rPr lang="zh-CN" altLang="en-US" noProof="0"/>
              <a:t>二级</a:t>
            </a:r>
            <a:endParaRPr lang="zh-CN" altLang="en-US" noProof="0"/>
          </a:p>
          <a:p>
            <a:pPr lvl="2"/>
            <a:r>
              <a:rPr lang="zh-CN" altLang="en-US" noProof="0"/>
              <a:t>三级</a:t>
            </a:r>
            <a:endParaRPr lang="zh-CN" altLang="en-US" noProof="0"/>
          </a:p>
          <a:p>
            <a:pPr lvl="3"/>
            <a:r>
              <a:rPr lang="zh-CN" altLang="en-US" noProof="0"/>
              <a:t>四级</a:t>
            </a:r>
            <a:endParaRPr lang="zh-CN" altLang="en-US" noProof="0"/>
          </a:p>
          <a:p>
            <a:pPr lvl="4"/>
            <a:r>
              <a:rPr lang="zh-CN" altLang="en-US" noProof="0"/>
              <a:t>五级</a:t>
            </a:r>
            <a:endParaRPr lang="zh-CN" altLang="en-US" noProof="0"/>
          </a:p>
        </p:txBody>
      </p:sp>
      <p:sp>
        <p:nvSpPr>
          <p:cNvPr id="6" name="页脚占位符 5"/>
          <p:cNvSpPr>
            <a:spLocks noGrp="1"/>
          </p:cNvSpPr>
          <p:nvPr>
            <p:ph type="ftr" sz="quarter" idx="4"/>
          </p:nvPr>
        </p:nvSpPr>
        <p:spPr>
          <a:xfrm>
            <a:off x="1" y="9430092"/>
            <a:ext cx="2945659" cy="496411"/>
          </a:xfrm>
          <a:prstGeom prst="rect">
            <a:avLst/>
          </a:prstGeom>
        </p:spPr>
        <p:txBody>
          <a:bodyPr vert="horz" lIns="91426" tIns="45713" rIns="91426" bIns="45713" rtlCol="0" anchor="b"/>
          <a:lstStyle>
            <a:lvl1pPr algn="l" eaLnBrk="1" hangingPunct="1">
              <a:defRPr kumimoji="1" sz="1200">
                <a:latin typeface="Calibri" panose="020F050202020403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7" name="幻灯片编号占位符 6"/>
          <p:cNvSpPr>
            <a:spLocks noGrp="1"/>
          </p:cNvSpPr>
          <p:nvPr>
            <p:ph type="sldNum" sz="quarter" idx="5"/>
          </p:nvPr>
        </p:nvSpPr>
        <p:spPr>
          <a:xfrm>
            <a:off x="3850444" y="9430092"/>
            <a:ext cx="2945659" cy="496411"/>
          </a:xfrm>
          <a:prstGeom prst="rect">
            <a:avLst/>
          </a:prstGeom>
        </p:spPr>
        <p:txBody>
          <a:bodyPr vert="horz" wrap="square" lIns="91426" tIns="45713" rIns="91426" bIns="45713" numCol="1" anchor="b" anchorCtr="0" compatLnSpc="1"/>
          <a:lstStyle>
            <a:lvl1pPr algn="r" eaLnBrk="1" hangingPunct="1">
              <a:defRPr kumimoji="1" sz="1200"/>
            </a:lvl1pPr>
          </a:lstStyle>
          <a:p>
            <a:pPr>
              <a:defRPr/>
            </a:pPr>
            <a:fld id="{B2C2BC24-6829-449B-ADC1-AE194551E61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defTabSz="452120"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1pPr>
    <a:lvl2pPr marL="452755" algn="l" defTabSz="452120"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2pPr>
    <a:lvl3pPr marL="908050" algn="l" defTabSz="452120"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3pPr>
    <a:lvl4pPr marL="1363980" algn="l" defTabSz="452120"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4pPr>
    <a:lvl5pPr marL="1819275" algn="l" defTabSz="452120"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5pPr>
    <a:lvl6pPr marL="2277745" algn="l" defTabSz="455295" rtl="0" eaLnBrk="1" latinLnBrk="0" hangingPunct="1">
      <a:defRPr sz="1200" kern="1200">
        <a:solidFill>
          <a:schemeClr val="tx1"/>
        </a:solidFill>
        <a:latin typeface="+mn-lt"/>
        <a:ea typeface="+mn-ea"/>
        <a:cs typeface="+mn-cs"/>
      </a:defRPr>
    </a:lvl6pPr>
    <a:lvl7pPr marL="2733040" algn="l" defTabSz="455295" rtl="0" eaLnBrk="1" latinLnBrk="0" hangingPunct="1">
      <a:defRPr sz="1200" kern="1200">
        <a:solidFill>
          <a:schemeClr val="tx1"/>
        </a:solidFill>
        <a:latin typeface="+mn-lt"/>
        <a:ea typeface="+mn-ea"/>
        <a:cs typeface="+mn-cs"/>
      </a:defRPr>
    </a:lvl7pPr>
    <a:lvl8pPr marL="3188970" algn="l" defTabSz="455295" rtl="0" eaLnBrk="1" latinLnBrk="0" hangingPunct="1">
      <a:defRPr sz="1200" kern="1200">
        <a:solidFill>
          <a:schemeClr val="tx1"/>
        </a:solidFill>
        <a:latin typeface="+mn-lt"/>
        <a:ea typeface="+mn-ea"/>
        <a:cs typeface="+mn-cs"/>
      </a:defRPr>
    </a:lvl8pPr>
    <a:lvl9pPr marL="3644265" algn="l" defTabSz="45529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按照输电通道能力</a:t>
            </a:r>
            <a:r>
              <a:rPr lang="en-US" altLang="zh-CN"/>
              <a:t>+</a:t>
            </a:r>
            <a:r>
              <a:rPr lang="zh-CN" altLang="en-US"/>
              <a:t>硬缺口测算，建苏金塘按</a:t>
            </a:r>
            <a:r>
              <a:rPr lang="en-US" altLang="zh-CN"/>
              <a:t>650</a:t>
            </a:r>
            <a:r>
              <a:rPr lang="zh-CN" altLang="en-US"/>
              <a:t>算。</a:t>
            </a:r>
            <a:endParaRPr lang="zh-CN" altLang="en-US"/>
          </a:p>
          <a:p>
            <a:r>
              <a:rPr lang="zh-CN" altLang="en-US"/>
              <a:t>西南</a:t>
            </a:r>
            <a:r>
              <a:rPr lang="en-US" altLang="zh-CN"/>
              <a:t>520</a:t>
            </a:r>
            <a:r>
              <a:rPr lang="zh-CN" altLang="en-US"/>
              <a:t>万跨区多来自西北</a:t>
            </a:r>
            <a:r>
              <a:rPr lang="en-US" altLang="zh-CN"/>
              <a:t>-</a:t>
            </a:r>
            <a:r>
              <a:rPr lang="zh-CN" altLang="en-US"/>
              <a:t>华中通道转送，双方抢通道。</a:t>
            </a:r>
            <a:endParaRPr lang="zh-CN" altLang="en-US"/>
          </a:p>
          <a:p>
            <a:r>
              <a:rPr lang="zh-CN" altLang="en-US"/>
              <a:t>德宝按</a:t>
            </a:r>
            <a:r>
              <a:rPr lang="en-US" altLang="zh-CN"/>
              <a:t>120</a:t>
            </a:r>
            <a:r>
              <a:rPr lang="zh-CN" altLang="en-US"/>
              <a:t>算，多的能力还没释放。</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山西、上海虚拟电厂参与中长期，浙江虚拟电厂参与辅助服务。</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2015</a:t>
            </a:r>
            <a:r>
              <a:rPr lang="zh-CN" altLang="en-US"/>
              <a:t>年</a:t>
            </a:r>
            <a:r>
              <a:rPr lang="en-US" altLang="zh-CN"/>
              <a:t>3</a:t>
            </a:r>
            <a:r>
              <a:rPr lang="zh-CN" altLang="en-US"/>
              <a:t>月</a:t>
            </a:r>
            <a:r>
              <a:rPr lang="en-US" altLang="zh-CN"/>
              <a:t>15</a:t>
            </a:r>
            <a:r>
              <a:rPr lang="zh-CN" altLang="en-US"/>
              <a:t>日《中共中央</a:t>
            </a:r>
            <a:r>
              <a:rPr lang="en-US" altLang="zh-CN"/>
              <a:t> </a:t>
            </a:r>
            <a:r>
              <a:rPr lang="zh-CN" altLang="en-US"/>
              <a:t>国务院</a:t>
            </a:r>
            <a:r>
              <a:rPr lang="zh-CN" altLang="en-US" dirty="0">
                <a:latin typeface="+mj-lt"/>
                <a:ea typeface="+mj-ea"/>
                <a:cs typeface="+mj-cs"/>
                <a:sym typeface="+mn-ea"/>
              </a:rPr>
              <a:t>关于进一步深化电力体制改革的若干意见</a:t>
            </a:r>
            <a:r>
              <a:rPr lang="zh-CN" altLang="en-US"/>
              <a:t>》</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buNone/>
            </a:pPr>
            <a:endParaRPr lang="zh-CN" altLang="en-US" sz="1600" dirty="0">
              <a:latin typeface="黑体" panose="02010609060101010101" charset="-122"/>
              <a:ea typeface="黑体" panose="02010609060101010101" charset="-122"/>
            </a:endParaRPr>
          </a:p>
          <a:p>
            <a:pPr indent="0">
              <a:buNone/>
            </a:pPr>
            <a:endParaRPr lang="zh-CN" altLang="en-US" sz="16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algn="just">
              <a:lnSpc>
                <a:spcPct val="150000"/>
              </a:lnSpc>
              <a:buNone/>
            </a:pPr>
            <a:r>
              <a:rPr lang="zh-CN" altLang="en-US" sz="1600"/>
              <a:t>有交叉：</a:t>
            </a:r>
            <a:r>
              <a:rPr lang="zh-CN" altLang="en-US" sz="1600" dirty="0">
                <a:sym typeface="+mn-ea"/>
              </a:rPr>
              <a:t>折算后的售电方报价</a:t>
            </a:r>
            <a:r>
              <a:rPr lang="zh-CN" altLang="en-US" sz="1600" b="1" dirty="0">
                <a:solidFill>
                  <a:srgbClr val="0089D2"/>
                </a:solidFill>
                <a:sym typeface="+mn-ea"/>
              </a:rPr>
              <a:t>低于边际出清价格的售电方申报电量</a:t>
            </a:r>
            <a:r>
              <a:rPr lang="zh-CN" altLang="en-US" sz="1600" dirty="0">
                <a:sym typeface="+mn-ea"/>
              </a:rPr>
              <a:t>，以及折算后的购电方报价</a:t>
            </a:r>
            <a:r>
              <a:rPr lang="zh-CN" altLang="en-US" sz="1600" b="1" dirty="0">
                <a:solidFill>
                  <a:srgbClr val="0089D2"/>
                </a:solidFill>
                <a:sym typeface="+mn-ea"/>
              </a:rPr>
              <a:t>高于边际出清价格的购电方申报电量</a:t>
            </a:r>
            <a:r>
              <a:rPr lang="zh-CN" altLang="en-US" sz="1600" dirty="0">
                <a:sym typeface="+mn-ea"/>
              </a:rPr>
              <a:t>均成交。</a:t>
            </a:r>
            <a:endParaRPr lang="en-US" altLang="zh-CN" sz="1600" dirty="0"/>
          </a:p>
          <a:p>
            <a:pPr marL="0" indent="0" algn="just">
              <a:lnSpc>
                <a:spcPct val="150000"/>
              </a:lnSpc>
              <a:buNone/>
            </a:pPr>
            <a:r>
              <a:rPr lang="zh-CN" altLang="en-US" sz="1600" dirty="0">
                <a:sym typeface="+mn-ea"/>
              </a:rPr>
              <a:t>如果等于边际出清价格的购电方申报电量与售电方申报电量不相等，按照</a:t>
            </a:r>
            <a:r>
              <a:rPr lang="zh-CN" altLang="en-US" sz="1600" b="1" dirty="0">
                <a:solidFill>
                  <a:srgbClr val="0089D2"/>
                </a:solidFill>
                <a:sym typeface="+mn-ea"/>
              </a:rPr>
              <a:t>较小的申报电量</a:t>
            </a:r>
            <a:r>
              <a:rPr lang="zh-CN" altLang="en-US" sz="1600" dirty="0">
                <a:sym typeface="+mn-ea"/>
              </a:rPr>
              <a:t>成交。</a:t>
            </a:r>
            <a:endParaRPr lang="zh-CN" altLang="en-US" sz="1600" dirty="0"/>
          </a:p>
          <a:p>
            <a:pPr indent="0">
              <a:buNone/>
            </a:pPr>
            <a:endParaRPr lang="zh-CN" altLang="en-US" sz="1600" dirty="0"/>
          </a:p>
          <a:p>
            <a:pPr indent="0">
              <a:buNone/>
            </a:pPr>
            <a:r>
              <a:rPr lang="zh-CN" altLang="en-US" sz="1600" dirty="0"/>
              <a:t>无交叉：</a:t>
            </a:r>
            <a:r>
              <a:rPr lang="zh-CN" altLang="en-US" sz="1600" dirty="0">
                <a:latin typeface="黑体" panose="02010609060101010101" charset="-122"/>
                <a:ea typeface="黑体" panose="02010609060101010101" charset="-122"/>
                <a:sym typeface="+mn-ea"/>
              </a:rPr>
              <a:t>购电方报价始终大于售电方报价时，成交总电量为购电方与售电方申报总电量的较小者。</a:t>
            </a:r>
            <a:endParaRPr lang="zh-CN" altLang="en-US" sz="1600" dirty="0">
              <a:latin typeface="黑体" panose="02010609060101010101" charset="-122"/>
              <a:ea typeface="黑体" panose="02010609060101010101" charset="-122"/>
              <a:sym typeface="+mn-ea"/>
            </a:endParaRPr>
          </a:p>
          <a:p>
            <a:pPr indent="0">
              <a:buNone/>
            </a:pPr>
            <a:r>
              <a:rPr lang="en-US" altLang="zh-CN" sz="1600" dirty="0">
                <a:sym typeface="+mn-ea"/>
              </a:rPr>
              <a:t>K1</a:t>
            </a:r>
            <a:r>
              <a:rPr lang="zh-CN" altLang="en-US" sz="1600" dirty="0">
                <a:sym typeface="+mn-ea"/>
              </a:rPr>
              <a:t>系数随市场交易供需情况由管理委员会调整，由北京电力交易中心在市场交易公告中发布。</a:t>
            </a:r>
            <a:endParaRPr lang="zh-CN" altLang="en-US" sz="1600" dirty="0"/>
          </a:p>
          <a:p>
            <a:pPr indent="0">
              <a:buNone/>
            </a:pPr>
            <a:endParaRPr lang="zh-CN" altLang="en-US" sz="1600" dirty="0">
              <a:latin typeface="黑体" panose="02010609060101010101" charset="-122"/>
              <a:ea typeface="黑体" panose="02010609060101010101" charset="-122"/>
            </a:endParaRPr>
          </a:p>
          <a:p>
            <a:pPr indent="0">
              <a:buNone/>
            </a:pPr>
            <a:endParaRPr lang="zh-CN" altLang="en-US" sz="16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2C2BC24-6829-449B-ADC1-AE194551E61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j-ea"/>
              <a:ea typeface="+mj-ea"/>
            </a:endParaRPr>
          </a:p>
        </p:txBody>
      </p:sp>
      <p:sp>
        <p:nvSpPr>
          <p:cNvPr id="4" name="灯片编号占位符 3"/>
          <p:cNvSpPr>
            <a:spLocks noGrp="1"/>
          </p:cNvSpPr>
          <p:nvPr>
            <p:ph type="sldNum" sz="quarter" idx="10"/>
          </p:nvPr>
        </p:nvSpPr>
        <p:spPr/>
        <p:txBody>
          <a:bodyPr/>
          <a:lstStyle/>
          <a:p>
            <a:pPr>
              <a:defRPr/>
            </a:pPr>
            <a:fld id="{B2C2BC24-6829-449B-ADC1-AE194551E61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lstStyle/>
          <a:p>
            <a:r>
              <a:rPr lang="en-US" altLang="zh-CN"/>
              <a:t>1.</a:t>
            </a:r>
            <a:r>
              <a:rPr lang="zh-CN" altLang="en-US"/>
              <a:t>同比增长的原因。跨区</a:t>
            </a:r>
            <a:r>
              <a:rPr lang="en-US" altLang="zh-CN"/>
              <a:t>8.6%</a:t>
            </a:r>
            <a:r>
              <a:rPr lang="zh-CN" altLang="en-US"/>
              <a:t>，跨省</a:t>
            </a:r>
            <a:r>
              <a:rPr lang="en-US" altLang="zh-CN"/>
              <a:t>6.4%</a:t>
            </a:r>
            <a:r>
              <a:rPr lang="zh-CN" altLang="en-US"/>
              <a:t>，跨区增速快于跨省，在通道没有增加的情况下，有几个原因：</a:t>
            </a:r>
            <a:endParaRPr lang="zh-CN" altLang="en-US"/>
          </a:p>
          <a:p>
            <a:r>
              <a:rPr lang="zh-CN" altLang="en-US"/>
              <a:t>一是配套电源或大基地项目投产，陕武、祈韶、吉泉配套新投产配套火电，青豫、灵绍、锡泰、银东等大基地，鲁固、昭沂配套新能源投产，整体送电资源增加。</a:t>
            </a:r>
            <a:endParaRPr lang="zh-CN" altLang="en-US"/>
          </a:p>
          <a:p>
            <a:r>
              <a:rPr lang="zh-CN" altLang="en-US"/>
              <a:t>二是水电来水情况较</a:t>
            </a:r>
            <a:r>
              <a:rPr lang="en-US" altLang="zh-CN"/>
              <a:t>23</a:t>
            </a:r>
            <a:r>
              <a:rPr lang="zh-CN" altLang="en-US"/>
              <a:t>年好，大水电同比增加</a:t>
            </a:r>
            <a:r>
              <a:rPr lang="en-US" altLang="zh-CN"/>
              <a:t>XX</a:t>
            </a:r>
            <a:r>
              <a:rPr lang="zh-CN" altLang="en-US"/>
              <a:t>亿千瓦时。</a:t>
            </a:r>
            <a:endParaRPr lang="zh-CN" altLang="en-US"/>
          </a:p>
          <a:p>
            <a:r>
              <a:rPr lang="zh-CN" altLang="en-US"/>
              <a:t>三是省间互济规模增长，供需紧张形势缓解，中长期维度下送电能力释放。</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endParaRPr lang="zh-CN" altLang="en-US"/>
          </a:p>
          <a:p>
            <a:r>
              <a:rPr lang="zh-CN" altLang="en-US"/>
              <a:t>一是外送省送电能力下降，度夏期间，中长期市场交易完成后，仅蒙东、青海、西藏电网电力供需略有富余，其他送端省份电网电力供需基本平衡甚至偏紧，外送能力不足。二是通道空间余量有限，中心在年度市场高比例签约的基础上，月度、月内市场重点支援用电紧张省份，通过中长期交易实现主要跨区通道高峰时段满送，通道剩余空间主要集中于西南大水电外送直流，现货电量33亿千瓦时、占省间现货电量的40.1%，此外跨省现货电量6亿千瓦时、占比7.1%。特高压直流反向现货电量14亿千瓦时、占比16.8%，四川外送现货电量26亿千瓦时、占比37.1%。三是受电省平衡紧张状况缓解，在中长期保供措施用足后，各省平衡紧张状况得到改善，仅部分省份启用负荷管理措施，省间购电需求下降。</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r>
              <a:rPr lang="zh-CN" altLang="en-US"/>
              <a:t>约有</a:t>
            </a:r>
            <a:r>
              <a:rPr lang="en-US" altLang="zh-CN"/>
              <a:t>67%</a:t>
            </a:r>
            <a:r>
              <a:rPr lang="zh-CN" altLang="en-US"/>
              <a:t>的交易成交规模不足</a:t>
            </a:r>
            <a:r>
              <a:rPr lang="en-US" altLang="zh-CN"/>
              <a:t>1</a:t>
            </a:r>
            <a:r>
              <a:rPr lang="zh-CN" altLang="en-US"/>
              <a:t>亿千瓦时，度电必争开展中长期交易。</a:t>
            </a:r>
            <a:endParaRPr lang="zh-CN" altLang="en-US"/>
          </a:p>
          <a:p>
            <a:r>
              <a:rPr lang="zh-CN" altLang="en-US"/>
              <a:t>将计划落实情况纳入考核后，各单位积极性、主动性大幅提高。</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endParaRPr lang="zh-CN" altLang="en-US">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r>
              <a:rPr lang="zh-CN" altLang="en-US"/>
              <a:t>火电进入集中投产阶段，华东、华中、西北平衡情况将会大幅改善。</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r>
              <a:rPr lang="zh-CN" altLang="en-US"/>
              <a:t>火电进入集中投产阶段，华东、华中、西北平衡情况将会大幅改善。</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p>
            <a:r>
              <a:rPr lang="en-US" altLang="zh-CN"/>
              <a:t>4</a:t>
            </a:r>
            <a:r>
              <a:rPr lang="zh-CN" altLang="en-US"/>
              <a:t>条新投产直流计划电量</a:t>
            </a:r>
            <a:r>
              <a:rPr lang="en-US" altLang="zh-CN"/>
              <a:t>415</a:t>
            </a:r>
            <a:r>
              <a:rPr lang="zh-CN" altLang="en-US"/>
              <a:t>亿千瓦，其他电量</a:t>
            </a:r>
            <a:r>
              <a:rPr lang="en-US" altLang="zh-CN"/>
              <a:t>466</a:t>
            </a:r>
            <a:r>
              <a:rPr lang="zh-CN" altLang="en-US"/>
              <a:t>亿千瓦时。</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p:nvPr>
            <p:ph type="sldImg" idx="2"/>
          </p:nvPr>
        </p:nvSpPr>
        <p:spPr/>
      </p:sp>
      <p:sp>
        <p:nvSpPr>
          <p:cNvPr id="7" name="文本占位符 6"/>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p:nvPr>
            <p:ph type="sldImg" idx="2"/>
          </p:nvPr>
        </p:nvSpPr>
        <p:spPr/>
      </p:sp>
      <p:sp>
        <p:nvSpPr>
          <p:cNvPr id="7" name="文本占位符 6"/>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p:nvPr>
            <p:ph type="sldImg" idx="2"/>
          </p:nvPr>
        </p:nvSpPr>
        <p:spPr/>
      </p:sp>
      <p:sp>
        <p:nvSpPr>
          <p:cNvPr id="7" name="文本占位符 6"/>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p:nvPr>
            <p:ph type="sldImg" idx="2"/>
          </p:nvPr>
        </p:nvSpPr>
        <p:spPr/>
      </p:sp>
      <p:sp>
        <p:nvSpPr>
          <p:cNvPr id="7" name="文本占位符 6"/>
          <p:cNvSpPr>
            <a:spLocks noGrp="1"/>
          </p:cNvSpPr>
          <p:nvPr>
            <p:ph type="body" sz="quarter"/>
          </p:nvPr>
        </p:nvSpPr>
        <p:spPr>
          <a:xfrm>
            <a:off x="656193" y="4268681"/>
            <a:ext cx="5249545" cy="3492557"/>
          </a:xfrm>
          <a:prstGeom prst="rect">
            <a:avLst/>
          </a:prstGeom>
        </p:spPr>
        <p:txBody>
          <a:bodyPr/>
          <a:p>
            <a:pPr marL="0" indent="508000" algn="just" eaLnBrk="1" latinLnBrk="0" hangingPunct="1">
              <a:lnSpc>
                <a:spcPct val="140000"/>
              </a:lnSpc>
              <a:defRPr/>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分电源类型看，网对网外送火电均价</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406</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兆瓦时，同比降低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兆瓦时，新能源均价</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303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兆瓦时，同比降低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17</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兆瓦时，水电均价</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221</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a:t>
            </a: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同比降低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a:t>
            </a:r>
            <a:endParaRPr lang="zh-CN"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304800" algn="just" eaLnBrk="1" latinLnBrk="0" hangingPunct="1">
              <a:lnSpc>
                <a:spcPct val="140000"/>
              </a:lnSpc>
              <a:defRPr/>
              <a:extLst>
                <a:ext uri="{35155182-B16C-46BC-9424-99874614C6A1}">
                  <wpsdc:indentchars xmlns:wpsdc="http://www.wps.cn/officeDocument/2017/drawingmlCustomData" val="200" checksum="1077528236"/>
                </a:ext>
              </a:extLst>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分时段看，西北日间光伏时段和后夜低谷时段平均降低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56</a:t>
            </a: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元/兆瓦时，早晚高峰平均降低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兆瓦时。东北度夏高峰月份平均降低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35</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元/兆瓦时，其他月份平均降低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兆瓦时。华北度夏、度冬高峰月份平均降低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兆瓦时，其他月份平均降低</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兆瓦时。</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p:nvPr>
            <p:ph type="sldImg" idx="2"/>
          </p:nvPr>
        </p:nvSpPr>
        <p:spPr/>
      </p:sp>
      <p:sp>
        <p:nvSpPr>
          <p:cNvPr id="7" name="文本占位符 6"/>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a:spLocks noGrp="1"/>
          </p:cNvSpPr>
          <p:nvPr>
            <p:ph type="sldImg" idx="2"/>
          </p:nvPr>
        </p:nvSpPr>
        <p:spPr/>
      </p:sp>
      <p:sp>
        <p:nvSpPr>
          <p:cNvPr id="7" name="幻灯片图像占位符 6"/>
          <p:cNvSpPr>
            <a:spLocks noGrp="1"/>
          </p:cNvSpPr>
          <p:nvPr>
            <p:ph type="sldImg" idx="2"/>
          </p:nvPr>
        </p:nvSpPr>
        <p:spPr/>
      </p:sp>
      <p:sp>
        <p:nvSpPr>
          <p:cNvPr id="8" name="幻灯片图像占位符 7"/>
          <p:cNvSpPr>
            <a:spLocks noGrp="1"/>
          </p:cNvSpPr>
          <p:nvPr>
            <p:ph type="sldImg" idx="2"/>
          </p:nvPr>
        </p:nvSpPr>
        <p:spPr/>
      </p:sp>
      <p:sp>
        <p:nvSpPr>
          <p:cNvPr id="9" name="幻灯片图像占位符 8"/>
          <p:cNvSpPr>
            <a:spLocks noGrp="1"/>
          </p:cNvSpPr>
          <p:nvPr>
            <p:ph type="sldImg" idx="2"/>
          </p:nvPr>
        </p:nvSpPr>
        <p:spPr/>
      </p:sp>
      <p:sp>
        <p:nvSpPr>
          <p:cNvPr id="10" name="幻灯片图像占位符 9"/>
          <p:cNvSpPr>
            <a:spLocks noGrp="1"/>
          </p:cNvSpPr>
          <p:nvPr>
            <p:ph type="sldImg" idx="2"/>
          </p:nvPr>
        </p:nvSpPr>
        <p:spPr/>
      </p:sp>
      <p:sp>
        <p:nvSpPr>
          <p:cNvPr id="11" name="幻灯片图像占位符 10"/>
          <p:cNvSpPr>
            <a:spLocks noGrp="1"/>
          </p:cNvSpPr>
          <p:nvPr>
            <p:ph type="sldImg" idx="2"/>
          </p:nvPr>
        </p:nvSpPr>
        <p:spPr/>
      </p:sp>
      <p:sp>
        <p:nvSpPr>
          <p:cNvPr id="12" name="幻灯片图像占位符 11"/>
          <p:cNvSpPr>
            <a:spLocks noGrp="1"/>
          </p:cNvSpPr>
          <p:nvPr>
            <p:ph type="sldImg" idx="2"/>
          </p:nvPr>
        </p:nvSpPr>
        <p:spPr/>
      </p:sp>
      <p:sp>
        <p:nvSpPr>
          <p:cNvPr id="13" name="幻灯片图像占位符 12"/>
          <p:cNvSpPr>
            <a:spLocks noGrp="1"/>
          </p:cNvSpPr>
          <p:nvPr>
            <p:ph type="sldImg" idx="2"/>
          </p:nvPr>
        </p:nvSpPr>
        <p:spPr/>
      </p:sp>
      <p:sp>
        <p:nvSpPr>
          <p:cNvPr id="14" name="幻灯片图像占位符 13"/>
          <p:cNvSpPr>
            <a:spLocks noGrp="1"/>
          </p:cNvSpPr>
          <p:nvPr>
            <p:ph type="sldImg" idx="2"/>
          </p:nvPr>
        </p:nvSpPr>
        <p:spPr/>
      </p:sp>
      <p:sp>
        <p:nvSpPr>
          <p:cNvPr id="15" name="幻灯片图像占位符 14"/>
          <p:cNvSpPr>
            <a:spLocks noGrp="1"/>
          </p:cNvSpPr>
          <p:nvPr>
            <p:ph type="sldImg" idx="2"/>
          </p:nvPr>
        </p:nvSpPr>
        <p:spPr/>
      </p:sp>
      <p:sp>
        <p:nvSpPr>
          <p:cNvPr id="16" name="幻灯片图像占位符 15"/>
          <p:cNvSpPr>
            <a:spLocks noGrp="1"/>
          </p:cNvSpPr>
          <p:nvPr>
            <p:ph type="sldImg" idx="2"/>
          </p:nvPr>
        </p:nvSpPr>
        <p:spPr/>
      </p:sp>
      <p:sp>
        <p:nvSpPr>
          <p:cNvPr id="17" name="幻灯片图像占位符 16"/>
          <p:cNvSpPr>
            <a:spLocks noGrp="1"/>
          </p:cNvSpPr>
          <p:nvPr>
            <p:ph type="sldImg" idx="2"/>
          </p:nvPr>
        </p:nvSpPr>
        <p:spPr/>
      </p:sp>
      <p:sp>
        <p:nvSpPr>
          <p:cNvPr id="18" name="文本占位符 17"/>
          <p:cNvSpPr>
            <a:spLocks noGrp="1"/>
          </p:cNvSpPr>
          <p:nvPr>
            <p:ph type="body" sz="quarter"/>
          </p:nvPr>
        </p:nvSpPr>
        <p:spPr>
          <a:xfrm>
            <a:off x="656193" y="4268681"/>
            <a:ext cx="5249545" cy="3492557"/>
          </a:xfrm>
          <a:prstGeom prst="rect">
            <a:avLst/>
          </a:prstGeom>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文本占位符 4"/>
          <p:cNvSpPr>
            <a:spLocks noGrp="1"/>
          </p:cNvSpPr>
          <p:nvPr>
            <p:ph type="body" sz="quarter"/>
          </p:nvPr>
        </p:nvSpPr>
        <p:spPr>
          <a:xfrm>
            <a:off x="656193" y="4268681"/>
            <a:ext cx="5249545" cy="3492557"/>
          </a:xfrm>
          <a:prstGeom prst="rect">
            <a:avLst/>
          </a:prstGeom>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B9E835F0-3287-4280-B3F3-227A5E7233F4}" type="datetime1">
              <a:rPr lang="zh-CN" altLang="en-US"/>
            </a:fld>
            <a:endParaRPr lang="en-US" altLang="zh-CN" sz="1200" b="0">
              <a:latin typeface="微软雅黑" panose="020B0503020204020204" pitchFamily="34"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D23E793B-18C7-4A54-947F-62F8C10D8D99}" type="slidenum">
              <a:rPr lang="zh-CN" altLang="en-US"/>
            </a:fld>
            <a:endParaRPr lang="en-US" altLang="zh-CN" sz="1200" b="0">
              <a:latin typeface="微软雅黑" panose="020B0503020204020204" pitchFamily="34" charset="-122"/>
              <a:ea typeface="宋体" panose="02010600030101010101" pitchFamily="2" charset="-122"/>
            </a:endParaRPr>
          </a:p>
        </p:txBody>
      </p:sp>
      <p:sp>
        <p:nvSpPr>
          <p:cNvPr id="5" name="幻灯片图像占位符 4"/>
          <p:cNvSpPr/>
          <p:nvPr>
            <p:ph type="sldImg" idx="2"/>
          </p:nvPr>
        </p:nvSpPr>
        <p:spPr/>
      </p:sp>
      <p:sp>
        <p:nvSpPr>
          <p:cNvPr id="6" name="幻灯片图像占位符 5"/>
          <p:cNvSpPr>
            <a:spLocks noGrp="1"/>
          </p:cNvSpPr>
          <p:nvPr>
            <p:ph type="sldImg" idx="2"/>
          </p:nvPr>
        </p:nvSpPr>
        <p:spPr/>
      </p:sp>
      <p:sp>
        <p:nvSpPr>
          <p:cNvPr id="7" name="幻灯片图像占位符 6"/>
          <p:cNvSpPr>
            <a:spLocks noGrp="1"/>
          </p:cNvSpPr>
          <p:nvPr>
            <p:ph type="sldImg" idx="2"/>
          </p:nvPr>
        </p:nvSpPr>
        <p:spPr/>
      </p:sp>
      <p:sp>
        <p:nvSpPr>
          <p:cNvPr id="8" name="幻灯片图像占位符 7"/>
          <p:cNvSpPr>
            <a:spLocks noGrp="1"/>
          </p:cNvSpPr>
          <p:nvPr>
            <p:ph type="sldImg" idx="2"/>
          </p:nvPr>
        </p:nvSpPr>
        <p:spPr/>
      </p:sp>
      <p:sp>
        <p:nvSpPr>
          <p:cNvPr id="9" name="幻灯片图像占位符 8"/>
          <p:cNvSpPr>
            <a:spLocks noGrp="1"/>
          </p:cNvSpPr>
          <p:nvPr>
            <p:ph type="sldImg" idx="2"/>
          </p:nvPr>
        </p:nvSpPr>
        <p:spPr/>
      </p:sp>
      <p:sp>
        <p:nvSpPr>
          <p:cNvPr id="10" name="幻灯片图像占位符 9"/>
          <p:cNvSpPr>
            <a:spLocks noGrp="1"/>
          </p:cNvSpPr>
          <p:nvPr>
            <p:ph type="sldImg" idx="2"/>
          </p:nvPr>
        </p:nvSpPr>
        <p:spPr/>
      </p:sp>
      <p:sp>
        <p:nvSpPr>
          <p:cNvPr id="11" name="幻灯片图像占位符 10"/>
          <p:cNvSpPr>
            <a:spLocks noGrp="1"/>
          </p:cNvSpPr>
          <p:nvPr>
            <p:ph type="sldImg" idx="2"/>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01BF44-A54B-46F9-8DD9-59481345BD4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市场特点看，我国资源分布的基本格局决定了省间电力市场是典型的资源配置型市场，电力潮流的流向符合西电东送、北电南送的国家能源战略。以特高压为主的省间通道承担了能源基地定向外送职能，约85%以上的通道输电权由国家优先发电计划等相关文件明确。</a:t>
            </a:r>
            <a:endParaRPr lang="zh-CN" altLang="en-US"/>
          </a:p>
          <a:p>
            <a:r>
              <a:rPr lang="zh-CN" altLang="en-US"/>
              <a:t>从电力平衡看，我国电力平衡管理及相关资源的调配以省为实体，省间通道输电权与受端省份电力保供、送端省份新能源消纳等权益高度相关，其输电容量与市场需求相比仍显不足，不宜简单通过市场竞标、先到先得等方式确定电能流向。</a:t>
            </a:r>
            <a:endParaRPr lang="zh-CN" altLang="en-US"/>
          </a:p>
          <a:p>
            <a:r>
              <a:rPr lang="zh-CN" altLang="en-US"/>
              <a:t>从市场价格看，东西部不同省份间市场价格差异大，省间通道输电费用以电量电费方式“一线一价”收取，不适用基于节点电价理论的金融输电权交易方式。同时，电力潮流在不同通道之间转送运行约束复杂，各省份间市场竞争基础不同，若引入物理输电权竞标可能推高局部市场价格，部分电网节点位置特殊、市场占比高的经营主体存在套利空间。</a:t>
            </a:r>
            <a:endParaRPr lang="zh-CN" altLang="en-US"/>
          </a:p>
          <a:p>
            <a:r>
              <a:rPr lang="zh-CN" altLang="en-US"/>
              <a:t>从通道投资看，送受端落点省份在推动通道建设上付出资金、土地、政策等多方面成本，通道过路省也提供了输电走廊，省间通道输电权的定价机制有待进一步研究。</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中长期市场规模大，有一次能源成本变化的风险</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中长期规模低，则会有现货市场价格大幅波动的风险。</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latin typeface="微软雅黑" panose="020B0503020204020204" pitchFamily="34" charset="-122"/>
                <a:ea typeface="微软雅黑" panose="020B0503020204020204" pitchFamily="34" charset="-122"/>
                <a:sym typeface="+mn-ea"/>
              </a:rPr>
              <a:t>积极协调通道送受端省份，灵活签订合同条款，创新交易方式，保障</a:t>
            </a:r>
            <a:r>
              <a:rPr lang="zh-CN" dirty="0">
                <a:latin typeface="微软雅黑" panose="020B0503020204020204" pitchFamily="34" charset="-122"/>
                <a:ea typeface="微软雅黑" panose="020B0503020204020204" pitchFamily="34" charset="-122"/>
                <a:sym typeface="+mn-ea"/>
              </a:rPr>
              <a:t>中长期合同高比例</a:t>
            </a:r>
            <a:r>
              <a:rPr dirty="0">
                <a:latin typeface="微软雅黑" panose="020B0503020204020204" pitchFamily="34" charset="-122"/>
                <a:ea typeface="微软雅黑" panose="020B0503020204020204" pitchFamily="34" charset="-122"/>
                <a:sym typeface="+mn-ea"/>
              </a:rPr>
              <a:t>签约。</a:t>
            </a:r>
            <a:r>
              <a:rPr dirty="0">
                <a:solidFill>
                  <a:schemeClr val="accent6"/>
                </a:solidFill>
                <a:latin typeface="微软雅黑" panose="020B0503020204020204" pitchFamily="34" charset="-122"/>
                <a:ea typeface="微软雅黑" panose="020B0503020204020204" pitchFamily="34" charset="-122"/>
                <a:sym typeface="+mn-ea"/>
              </a:rPr>
              <a:t>一是</a:t>
            </a:r>
            <a:r>
              <a:rPr lang="zh-CN" dirty="0">
                <a:latin typeface="微软雅黑" panose="020B0503020204020204" pitchFamily="34" charset="-122"/>
                <a:ea typeface="微软雅黑" panose="020B0503020204020204" pitchFamily="34" charset="-122"/>
                <a:sym typeface="+mn-ea"/>
              </a:rPr>
              <a:t>灵绍</a:t>
            </a:r>
            <a:r>
              <a:rPr dirty="0">
                <a:latin typeface="微软雅黑" panose="020B0503020204020204" pitchFamily="34" charset="-122"/>
                <a:ea typeface="微软雅黑" panose="020B0503020204020204" pitchFamily="34" charset="-122"/>
                <a:sym typeface="+mn-ea"/>
              </a:rPr>
              <a:t>、昭沂、吉泉等多条跨区通道采用供需联动的灵活市场价格机制成交</a:t>
            </a:r>
            <a:r>
              <a:rPr lang="zh-CN" dirty="0">
                <a:latin typeface="微软雅黑" panose="020B0503020204020204" pitchFamily="34" charset="-122"/>
                <a:ea typeface="微软雅黑" panose="020B0503020204020204" pitchFamily="34" charset="-122"/>
                <a:sym typeface="+mn-ea"/>
              </a:rPr>
              <a:t>；</a:t>
            </a:r>
            <a:r>
              <a:rPr dirty="0">
                <a:solidFill>
                  <a:schemeClr val="accent6"/>
                </a:solidFill>
                <a:latin typeface="微软雅黑" panose="020B0503020204020204" pitchFamily="34" charset="-122"/>
                <a:ea typeface="微软雅黑" panose="020B0503020204020204" pitchFamily="34" charset="-122"/>
                <a:sym typeface="+mn-ea"/>
              </a:rPr>
              <a:t>二是</a:t>
            </a:r>
            <a:r>
              <a:rPr dirty="0">
                <a:latin typeface="微软雅黑" panose="020B0503020204020204" pitchFamily="34" charset="-122"/>
                <a:ea typeface="微软雅黑" panose="020B0503020204020204" pitchFamily="34" charset="-122"/>
                <a:sym typeface="+mn-ea"/>
              </a:rPr>
              <a:t>针对送电价格尚未协商一致的部分优先计划，推动交易双方先签约送电曲线，落实保供责任</a:t>
            </a:r>
            <a:r>
              <a:rPr lang="zh-CN" altLang="en-US" dirty="0">
                <a:latin typeface="微软雅黑" panose="020B0503020204020204" pitchFamily="34" charset="-122"/>
                <a:ea typeface="微软雅黑" panose="020B0503020204020204" pitchFamily="34" charset="-122"/>
                <a:sym typeface="+mn-ea"/>
              </a:rPr>
              <a:t>。</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中长期市场规模大，有一次能源成本变化的风险</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latin typeface="微软雅黑" panose="020B0503020204020204" pitchFamily="34" charset="-122"/>
                <a:ea typeface="微软雅黑" panose="020B0503020204020204" pitchFamily="34" charset="-122"/>
                <a:sym typeface="+mn-ea"/>
              </a:rPr>
              <a:t>积极协调通道送受端省份，灵活签订合同条款，创新交易方式，保障</a:t>
            </a:r>
            <a:r>
              <a:rPr lang="zh-CN" dirty="0">
                <a:latin typeface="微软雅黑" panose="020B0503020204020204" pitchFamily="34" charset="-122"/>
                <a:ea typeface="微软雅黑" panose="020B0503020204020204" pitchFamily="34" charset="-122"/>
                <a:sym typeface="+mn-ea"/>
              </a:rPr>
              <a:t>中长期合同高比例</a:t>
            </a:r>
            <a:r>
              <a:rPr dirty="0">
                <a:latin typeface="微软雅黑" panose="020B0503020204020204" pitchFamily="34" charset="-122"/>
                <a:ea typeface="微软雅黑" panose="020B0503020204020204" pitchFamily="34" charset="-122"/>
                <a:sym typeface="+mn-ea"/>
              </a:rPr>
              <a:t>签约。</a:t>
            </a:r>
            <a:r>
              <a:rPr dirty="0">
                <a:solidFill>
                  <a:schemeClr val="accent6"/>
                </a:solidFill>
                <a:latin typeface="微软雅黑" panose="020B0503020204020204" pitchFamily="34" charset="-122"/>
                <a:ea typeface="微软雅黑" panose="020B0503020204020204" pitchFamily="34" charset="-122"/>
                <a:sym typeface="+mn-ea"/>
              </a:rPr>
              <a:t>一是</a:t>
            </a:r>
            <a:r>
              <a:rPr lang="zh-CN" dirty="0">
                <a:latin typeface="微软雅黑" panose="020B0503020204020204" pitchFamily="34" charset="-122"/>
                <a:ea typeface="微软雅黑" panose="020B0503020204020204" pitchFamily="34" charset="-122"/>
                <a:sym typeface="+mn-ea"/>
              </a:rPr>
              <a:t>灵绍</a:t>
            </a:r>
            <a:r>
              <a:rPr dirty="0">
                <a:latin typeface="微软雅黑" panose="020B0503020204020204" pitchFamily="34" charset="-122"/>
                <a:ea typeface="微软雅黑" panose="020B0503020204020204" pitchFamily="34" charset="-122"/>
                <a:sym typeface="+mn-ea"/>
              </a:rPr>
              <a:t>、昭沂、吉泉等多条跨区通道采用供需联动的灵活市场价格机制成交</a:t>
            </a:r>
            <a:r>
              <a:rPr lang="zh-CN" dirty="0">
                <a:latin typeface="微软雅黑" panose="020B0503020204020204" pitchFamily="34" charset="-122"/>
                <a:ea typeface="微软雅黑" panose="020B0503020204020204" pitchFamily="34" charset="-122"/>
                <a:sym typeface="+mn-ea"/>
              </a:rPr>
              <a:t>；</a:t>
            </a:r>
            <a:r>
              <a:rPr dirty="0">
                <a:solidFill>
                  <a:schemeClr val="accent6"/>
                </a:solidFill>
                <a:latin typeface="微软雅黑" panose="020B0503020204020204" pitchFamily="34" charset="-122"/>
                <a:ea typeface="微软雅黑" panose="020B0503020204020204" pitchFamily="34" charset="-122"/>
                <a:sym typeface="+mn-ea"/>
              </a:rPr>
              <a:t>二是</a:t>
            </a:r>
            <a:r>
              <a:rPr dirty="0">
                <a:latin typeface="微软雅黑" panose="020B0503020204020204" pitchFamily="34" charset="-122"/>
                <a:ea typeface="微软雅黑" panose="020B0503020204020204" pitchFamily="34" charset="-122"/>
                <a:sym typeface="+mn-ea"/>
              </a:rPr>
              <a:t>针对送电价格尚未协商一致的部分优先计划，推动交易双方先签约送电曲线，落实保供责任</a:t>
            </a:r>
            <a:r>
              <a:rPr lang="zh-CN" altLang="en-US" dirty="0">
                <a:latin typeface="微软雅黑" panose="020B0503020204020204" pitchFamily="34" charset="-122"/>
                <a:ea typeface="微软雅黑" panose="020B0503020204020204" pitchFamily="34" charset="-122"/>
                <a:sym typeface="+mn-ea"/>
              </a:rPr>
              <a:t>。</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latin typeface="微软雅黑" panose="020B0503020204020204" pitchFamily="34" charset="-122"/>
                <a:ea typeface="微软雅黑" panose="020B0503020204020204" pitchFamily="34" charset="-122"/>
                <a:sym typeface="+mn-ea"/>
              </a:rPr>
              <a:t>积极协调通道送受端省份，灵活签订合同条款，创新交易方式，保障</a:t>
            </a:r>
            <a:r>
              <a:rPr lang="zh-CN" dirty="0">
                <a:latin typeface="微软雅黑" panose="020B0503020204020204" pitchFamily="34" charset="-122"/>
                <a:ea typeface="微软雅黑" panose="020B0503020204020204" pitchFamily="34" charset="-122"/>
                <a:sym typeface="+mn-ea"/>
              </a:rPr>
              <a:t>中长期合同高比例</a:t>
            </a:r>
            <a:r>
              <a:rPr dirty="0">
                <a:latin typeface="微软雅黑" panose="020B0503020204020204" pitchFamily="34" charset="-122"/>
                <a:ea typeface="微软雅黑" panose="020B0503020204020204" pitchFamily="34" charset="-122"/>
                <a:sym typeface="+mn-ea"/>
              </a:rPr>
              <a:t>签约。</a:t>
            </a:r>
            <a:r>
              <a:rPr dirty="0">
                <a:solidFill>
                  <a:schemeClr val="accent6"/>
                </a:solidFill>
                <a:latin typeface="微软雅黑" panose="020B0503020204020204" pitchFamily="34" charset="-122"/>
                <a:ea typeface="微软雅黑" panose="020B0503020204020204" pitchFamily="34" charset="-122"/>
                <a:sym typeface="+mn-ea"/>
              </a:rPr>
              <a:t>一是</a:t>
            </a:r>
            <a:r>
              <a:rPr lang="zh-CN" dirty="0">
                <a:latin typeface="微软雅黑" panose="020B0503020204020204" pitchFamily="34" charset="-122"/>
                <a:ea typeface="微软雅黑" panose="020B0503020204020204" pitchFamily="34" charset="-122"/>
                <a:sym typeface="+mn-ea"/>
              </a:rPr>
              <a:t>灵绍</a:t>
            </a:r>
            <a:r>
              <a:rPr dirty="0">
                <a:latin typeface="微软雅黑" panose="020B0503020204020204" pitchFamily="34" charset="-122"/>
                <a:ea typeface="微软雅黑" panose="020B0503020204020204" pitchFamily="34" charset="-122"/>
                <a:sym typeface="+mn-ea"/>
              </a:rPr>
              <a:t>、昭沂、吉泉等多条跨区通道采用供需联动的灵活市场价格机制成交</a:t>
            </a:r>
            <a:r>
              <a:rPr lang="zh-CN" dirty="0">
                <a:latin typeface="微软雅黑" panose="020B0503020204020204" pitchFamily="34" charset="-122"/>
                <a:ea typeface="微软雅黑" panose="020B0503020204020204" pitchFamily="34" charset="-122"/>
                <a:sym typeface="+mn-ea"/>
              </a:rPr>
              <a:t>；</a:t>
            </a:r>
            <a:r>
              <a:rPr dirty="0">
                <a:solidFill>
                  <a:schemeClr val="accent6"/>
                </a:solidFill>
                <a:latin typeface="微软雅黑" panose="020B0503020204020204" pitchFamily="34" charset="-122"/>
                <a:ea typeface="微软雅黑" panose="020B0503020204020204" pitchFamily="34" charset="-122"/>
                <a:sym typeface="+mn-ea"/>
              </a:rPr>
              <a:t>二是</a:t>
            </a:r>
            <a:r>
              <a:rPr dirty="0">
                <a:latin typeface="微软雅黑" panose="020B0503020204020204" pitchFamily="34" charset="-122"/>
                <a:ea typeface="微软雅黑" panose="020B0503020204020204" pitchFamily="34" charset="-122"/>
                <a:sym typeface="+mn-ea"/>
              </a:rPr>
              <a:t>针对送电价格尚未协商一致的部分优先计划，推动交易双方先签约送电曲线，落实保供责任</a:t>
            </a:r>
            <a:r>
              <a:rPr lang="zh-CN" altLang="en-US" dirty="0">
                <a:latin typeface="微软雅黑" panose="020B0503020204020204" pitchFamily="34" charset="-122"/>
                <a:ea typeface="微软雅黑" panose="020B0503020204020204" pitchFamily="34" charset="-122"/>
                <a:sym typeface="+mn-ea"/>
              </a:rPr>
              <a:t>。</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latin typeface="微软雅黑" panose="020B0503020204020204" pitchFamily="34" charset="-122"/>
                <a:ea typeface="微软雅黑" panose="020B0503020204020204" pitchFamily="34" charset="-122"/>
                <a:sym typeface="+mn-ea"/>
              </a:rPr>
              <a:t>积极协调通道送受端省份，灵活签订合同条款，创新交易方式，保障</a:t>
            </a:r>
            <a:r>
              <a:rPr lang="zh-CN" dirty="0">
                <a:latin typeface="微软雅黑" panose="020B0503020204020204" pitchFamily="34" charset="-122"/>
                <a:ea typeface="微软雅黑" panose="020B0503020204020204" pitchFamily="34" charset="-122"/>
                <a:sym typeface="+mn-ea"/>
              </a:rPr>
              <a:t>中长期合同高比例</a:t>
            </a:r>
            <a:r>
              <a:rPr dirty="0">
                <a:latin typeface="微软雅黑" panose="020B0503020204020204" pitchFamily="34" charset="-122"/>
                <a:ea typeface="微软雅黑" panose="020B0503020204020204" pitchFamily="34" charset="-122"/>
                <a:sym typeface="+mn-ea"/>
              </a:rPr>
              <a:t>签约。</a:t>
            </a:r>
            <a:r>
              <a:rPr dirty="0">
                <a:solidFill>
                  <a:schemeClr val="accent6"/>
                </a:solidFill>
                <a:latin typeface="微软雅黑" panose="020B0503020204020204" pitchFamily="34" charset="-122"/>
                <a:ea typeface="微软雅黑" panose="020B0503020204020204" pitchFamily="34" charset="-122"/>
                <a:sym typeface="+mn-ea"/>
              </a:rPr>
              <a:t>一是</a:t>
            </a:r>
            <a:r>
              <a:rPr lang="zh-CN" dirty="0">
                <a:latin typeface="微软雅黑" panose="020B0503020204020204" pitchFamily="34" charset="-122"/>
                <a:ea typeface="微软雅黑" panose="020B0503020204020204" pitchFamily="34" charset="-122"/>
                <a:sym typeface="+mn-ea"/>
              </a:rPr>
              <a:t>灵绍</a:t>
            </a:r>
            <a:r>
              <a:rPr dirty="0">
                <a:latin typeface="微软雅黑" panose="020B0503020204020204" pitchFamily="34" charset="-122"/>
                <a:ea typeface="微软雅黑" panose="020B0503020204020204" pitchFamily="34" charset="-122"/>
                <a:sym typeface="+mn-ea"/>
              </a:rPr>
              <a:t>、昭沂、吉泉等多条跨区通道采用供需联动的灵活市场价格机制成交</a:t>
            </a:r>
            <a:r>
              <a:rPr lang="zh-CN" dirty="0">
                <a:latin typeface="微软雅黑" panose="020B0503020204020204" pitchFamily="34" charset="-122"/>
                <a:ea typeface="微软雅黑" panose="020B0503020204020204" pitchFamily="34" charset="-122"/>
                <a:sym typeface="+mn-ea"/>
              </a:rPr>
              <a:t>；</a:t>
            </a:r>
            <a:r>
              <a:rPr dirty="0">
                <a:solidFill>
                  <a:schemeClr val="accent6"/>
                </a:solidFill>
                <a:latin typeface="微软雅黑" panose="020B0503020204020204" pitchFamily="34" charset="-122"/>
                <a:ea typeface="微软雅黑" panose="020B0503020204020204" pitchFamily="34" charset="-122"/>
                <a:sym typeface="+mn-ea"/>
              </a:rPr>
              <a:t>二是</a:t>
            </a:r>
            <a:r>
              <a:rPr dirty="0">
                <a:latin typeface="微软雅黑" panose="020B0503020204020204" pitchFamily="34" charset="-122"/>
                <a:ea typeface="微软雅黑" panose="020B0503020204020204" pitchFamily="34" charset="-122"/>
                <a:sym typeface="+mn-ea"/>
              </a:rPr>
              <a:t>针对送电价格尚未协商一致的部分优先计划，推动交易双方先签约送电曲线，落实保供责任</a:t>
            </a:r>
            <a:r>
              <a:rPr lang="zh-CN" altLang="en-US" dirty="0">
                <a:latin typeface="微软雅黑" panose="020B0503020204020204" pitchFamily="34" charset="-122"/>
                <a:ea typeface="微软雅黑" panose="020B0503020204020204" pitchFamily="34" charset="-122"/>
                <a:sym typeface="+mn-ea"/>
              </a:rPr>
              <a:t>。</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a:latin typeface="微软雅黑" panose="020B0503020204020204" pitchFamily="34" charset="-122"/>
                <a:ea typeface="微软雅黑" panose="020B0503020204020204" pitchFamily="34" charset="-122"/>
                <a:sym typeface="+mn-ea"/>
              </a:rPr>
              <a:t>积极协调通道送受端省份，灵活签订合同条款，创新交易方式，保障</a:t>
            </a:r>
            <a:r>
              <a:rPr lang="zh-CN" dirty="0">
                <a:latin typeface="微软雅黑" panose="020B0503020204020204" pitchFamily="34" charset="-122"/>
                <a:ea typeface="微软雅黑" panose="020B0503020204020204" pitchFamily="34" charset="-122"/>
                <a:sym typeface="+mn-ea"/>
              </a:rPr>
              <a:t>中长期合同高比例</a:t>
            </a:r>
            <a:r>
              <a:rPr dirty="0">
                <a:latin typeface="微软雅黑" panose="020B0503020204020204" pitchFamily="34" charset="-122"/>
                <a:ea typeface="微软雅黑" panose="020B0503020204020204" pitchFamily="34" charset="-122"/>
                <a:sym typeface="+mn-ea"/>
              </a:rPr>
              <a:t>签约。</a:t>
            </a:r>
            <a:r>
              <a:rPr dirty="0">
                <a:solidFill>
                  <a:schemeClr val="accent6"/>
                </a:solidFill>
                <a:latin typeface="微软雅黑" panose="020B0503020204020204" pitchFamily="34" charset="-122"/>
                <a:ea typeface="微软雅黑" panose="020B0503020204020204" pitchFamily="34" charset="-122"/>
                <a:sym typeface="+mn-ea"/>
              </a:rPr>
              <a:t>一是</a:t>
            </a:r>
            <a:r>
              <a:rPr lang="zh-CN" dirty="0">
                <a:latin typeface="微软雅黑" panose="020B0503020204020204" pitchFamily="34" charset="-122"/>
                <a:ea typeface="微软雅黑" panose="020B0503020204020204" pitchFamily="34" charset="-122"/>
                <a:sym typeface="+mn-ea"/>
              </a:rPr>
              <a:t>灵绍</a:t>
            </a:r>
            <a:r>
              <a:rPr dirty="0">
                <a:latin typeface="微软雅黑" panose="020B0503020204020204" pitchFamily="34" charset="-122"/>
                <a:ea typeface="微软雅黑" panose="020B0503020204020204" pitchFamily="34" charset="-122"/>
                <a:sym typeface="+mn-ea"/>
              </a:rPr>
              <a:t>、昭沂、吉泉等多条跨区通道采用供需联动的灵活市场价格机制成交</a:t>
            </a:r>
            <a:r>
              <a:rPr lang="zh-CN" dirty="0">
                <a:latin typeface="微软雅黑" panose="020B0503020204020204" pitchFamily="34" charset="-122"/>
                <a:ea typeface="微软雅黑" panose="020B0503020204020204" pitchFamily="34" charset="-122"/>
                <a:sym typeface="+mn-ea"/>
              </a:rPr>
              <a:t>；</a:t>
            </a:r>
            <a:r>
              <a:rPr dirty="0">
                <a:solidFill>
                  <a:schemeClr val="accent6"/>
                </a:solidFill>
                <a:latin typeface="微软雅黑" panose="020B0503020204020204" pitchFamily="34" charset="-122"/>
                <a:ea typeface="微软雅黑" panose="020B0503020204020204" pitchFamily="34" charset="-122"/>
                <a:sym typeface="+mn-ea"/>
              </a:rPr>
              <a:t>二是</a:t>
            </a:r>
            <a:r>
              <a:rPr dirty="0">
                <a:latin typeface="微软雅黑" panose="020B0503020204020204" pitchFamily="34" charset="-122"/>
                <a:ea typeface="微软雅黑" panose="020B0503020204020204" pitchFamily="34" charset="-122"/>
                <a:sym typeface="+mn-ea"/>
              </a:rPr>
              <a:t>针对送电价格尚未协商一致的部分优先计划，推动交易双方先签约送电曲线，落实保供责任</a:t>
            </a:r>
            <a:r>
              <a:rPr lang="zh-CN" altLang="en-US" dirty="0">
                <a:latin typeface="微软雅黑" panose="020B0503020204020204" pitchFamily="34" charset="-122"/>
                <a:ea typeface="微软雅黑" panose="020B0503020204020204" pitchFamily="34" charset="-122"/>
                <a:sym typeface="+mn-ea"/>
              </a:rPr>
              <a:t>。</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0" lang="zh-CN" altLang="en-US" sz="1600" dirty="0">
              <a:latin typeface="微软雅黑" panose="020B0503020204020204" pitchFamily="34" charset="-122"/>
              <a:ea typeface="微软雅黑" panose="020B0503020204020204" pitchFamily="34" charset="-122"/>
            </a:endParaRPr>
          </a:p>
        </p:txBody>
      </p:sp>
      <p:sp>
        <p:nvSpPr>
          <p:cNvPr id="655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3965"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165"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5565"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6FC7B6DE-1788-4D39-A58C-FEEE64381F5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165" indent="0" algn="ctr">
              <a:buNone/>
              <a:defRPr>
                <a:solidFill>
                  <a:schemeClr val="tx1">
                    <a:tint val="75000"/>
                  </a:schemeClr>
                </a:solidFill>
              </a:defRPr>
            </a:lvl5pPr>
            <a:lvl6pPr marL="2285365" indent="0" algn="ctr">
              <a:buNone/>
              <a:defRPr>
                <a:solidFill>
                  <a:schemeClr val="tx1">
                    <a:tint val="75000"/>
                  </a:schemeClr>
                </a:solidFill>
              </a:defRPr>
            </a:lvl6pPr>
            <a:lvl7pPr marL="2742565"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00" y="6356350"/>
            <a:ext cx="2844800" cy="365125"/>
          </a:xfrm>
          <a:prstGeom prst="rect">
            <a:avLst/>
          </a:prstGeom>
        </p:spPr>
        <p:txBody>
          <a:bodyPr/>
          <a:lstStyle>
            <a:lvl1pPr defTabSz="909320" eaLnBrk="1" hangingPunct="1">
              <a:defRPr/>
            </a:lvl1pPr>
          </a:lstStyle>
          <a:p>
            <a:pPr>
              <a:defRPr/>
            </a:pPr>
            <a:fld id="{4C7D0A50-98A6-41A8-A3CC-BBC3F2BC6DE1}" type="datetime1">
              <a:rPr lang="zh-CN" altLang="en-US" smtClean="0"/>
            </a:fld>
            <a:endParaRPr lang="zh-CN" altLang="en-US"/>
          </a:p>
        </p:txBody>
      </p:sp>
      <p:sp>
        <p:nvSpPr>
          <p:cNvPr id="5" name="页脚占位符 4"/>
          <p:cNvSpPr>
            <a:spLocks noGrp="1"/>
          </p:cNvSpPr>
          <p:nvPr>
            <p:ph type="ftr" sz="quarter" idx="11"/>
          </p:nvPr>
        </p:nvSpPr>
        <p:spPr>
          <a:xfrm>
            <a:off x="4165600" y="6356350"/>
            <a:ext cx="3860800" cy="365125"/>
          </a:xfrm>
          <a:prstGeom prst="rect">
            <a:avLst/>
          </a:prstGeom>
        </p:spPr>
        <p:txBody>
          <a:bodyPr/>
          <a:lstStyle>
            <a:lvl1pPr defTabSz="910590" eaLnBrk="1" fontAlgn="base" hangingPunct="1">
              <a:spcBef>
                <a:spcPct val="0"/>
              </a:spcBef>
              <a:spcAft>
                <a:spcPct val="0"/>
              </a:spcAft>
              <a:defRPr>
                <a:latin typeface="Calibri" panose="020F0502020204030204" pitchFamily="34" charset="0"/>
                <a:ea typeface="宋体" panose="02010600030101010101" pitchFamily="2" charset="-122"/>
              </a:defRPr>
            </a:lvl1pPr>
          </a:lstStyle>
          <a:p>
            <a:pPr>
              <a:defRPr/>
            </a:pPr>
            <a:endParaRPr lang="zh-CN" altLang="en-US"/>
          </a:p>
        </p:txBody>
      </p:sp>
      <p:sp>
        <p:nvSpPr>
          <p:cNvPr id="6" name="灯片编号占位符 5"/>
          <p:cNvSpPr>
            <a:spLocks noGrp="1"/>
          </p:cNvSpPr>
          <p:nvPr>
            <p:ph type="sldNum" sz="quarter" idx="12"/>
          </p:nvPr>
        </p:nvSpPr>
        <p:spPr>
          <a:xfrm>
            <a:off x="8737600" y="6356350"/>
            <a:ext cx="2844800" cy="365125"/>
          </a:xfrm>
        </p:spPr>
        <p:txBody>
          <a:bodyPr/>
          <a:lstStyle>
            <a:lvl1pPr defTabSz="909320" eaLnBrk="1" hangingPunct="1">
              <a:defRPr/>
            </a:lvl1pPr>
          </a:lstStyle>
          <a:p>
            <a:pPr>
              <a:defRPr/>
            </a:pPr>
            <a:fld id="{880D62B8-2753-4A54-8E07-82B461590908}"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527051" y="1196975"/>
            <a:ext cx="11137900" cy="5111750"/>
          </a:xfrm>
          <a:prstGeom prst="rect">
            <a:avLst/>
          </a:prstGeom>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Rectangle 5"/>
          <p:cNvSpPr>
            <a:spLocks noGrp="1" noChangeArrowheads="1"/>
          </p:cNvSpPr>
          <p:nvPr>
            <p:ph type="ftr" sz="quarter" idx="10"/>
          </p:nvPr>
        </p:nvSpPr>
        <p:spPr>
          <a:xfrm>
            <a:off x="4165600" y="6453189"/>
            <a:ext cx="3860800" cy="268287"/>
          </a:xfrm>
          <a:prstGeom prst="rect">
            <a:avLst/>
          </a:prstGeom>
        </p:spPr>
        <p:txBody>
          <a:bodyPr/>
          <a:lstStyle>
            <a:lvl1pPr>
              <a:defRPr/>
            </a:lvl1pPr>
          </a:lstStyle>
          <a:p>
            <a:endParaRPr lang="zh-CN" altLang="en-US"/>
          </a:p>
        </p:txBody>
      </p:sp>
      <p:sp>
        <p:nvSpPr>
          <p:cNvPr id="5" name="Rectangle 6"/>
          <p:cNvSpPr>
            <a:spLocks noGrp="1" noChangeArrowheads="1"/>
          </p:cNvSpPr>
          <p:nvPr>
            <p:ph type="sldNum" sz="quarter" idx="11"/>
          </p:nvPr>
        </p:nvSpPr>
        <p:spPr/>
        <p:txBody>
          <a:bodyPr/>
          <a:lstStyle>
            <a:lvl1pPr>
              <a:defRPr/>
            </a:lvl1pPr>
          </a:lstStyle>
          <a:p>
            <a:fld id="{AA3CC7E2-8005-4FB6-AC9B-1B7AC960AC3C}" type="slidenum">
              <a:rPr lang="zh-CN" altLang="en-US" smtClean="0"/>
            </a:fld>
            <a:endParaRPr lang="zh-CN" altLang="en-US"/>
          </a:p>
        </p:txBody>
      </p:sp>
      <p:sp>
        <p:nvSpPr>
          <p:cNvPr id="6" name="Rectangle 4"/>
          <p:cNvSpPr>
            <a:spLocks noGrp="1" noChangeArrowheads="1"/>
          </p:cNvSpPr>
          <p:nvPr>
            <p:ph type="dt" sz="half" idx="12"/>
          </p:nvPr>
        </p:nvSpPr>
        <p:spPr>
          <a:xfrm>
            <a:off x="527051" y="6453189"/>
            <a:ext cx="2844800" cy="268287"/>
          </a:xfrm>
          <a:prstGeom prst="rect">
            <a:avLst/>
          </a:prstGeom>
        </p:spPr>
        <p:txBody>
          <a:bodyPr/>
          <a:lstStyle>
            <a:lvl1pPr>
              <a:defRPr/>
            </a:lvl1pPr>
          </a:lstStyle>
          <a:p>
            <a:fld id="{2D75A4E5-3DCA-4BC1-AD44-5DCD23B8044B}" type="datetime1">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标题 1"/>
          <p:cNvSpPr>
            <a:spLocks noGrp="1"/>
          </p:cNvSpPr>
          <p:nvPr>
            <p:ph type="title"/>
          </p:nvPr>
        </p:nvSpPr>
        <p:spPr>
          <a:xfrm>
            <a:off x="527051" y="188641"/>
            <a:ext cx="11137900" cy="720725"/>
          </a:xfrm>
          <a:prstGeom prst="rect">
            <a:avLst/>
          </a:prstGeom>
        </p:spPr>
        <p:txBody>
          <a:bodyPr/>
          <a:lstStyle>
            <a:lvl1pPr>
              <a:defRPr sz="3600"/>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a:xfrm>
            <a:off x="527051" y="6453189"/>
            <a:ext cx="2844800" cy="268287"/>
          </a:xfrm>
          <a:prstGeom prst="rect">
            <a:avLst/>
          </a:prstGeom>
        </p:spPr>
        <p:txBody>
          <a:bodyPr/>
          <a:lstStyle>
            <a:lvl1pPr>
              <a:defRPr/>
            </a:lvl1pPr>
          </a:lstStyle>
          <a:p>
            <a:pPr>
              <a:defRPr/>
            </a:pPr>
            <a:fld id="{EA63F104-073C-4610-8563-D5DFEE9A8F89}" type="datetime1">
              <a:rPr lang="zh-CN" altLang="en-US" smtClean="0">
                <a:solidFill>
                  <a:srgbClr val="111111">
                    <a:lumMod val="75000"/>
                    <a:lumOff val="25000"/>
                  </a:srgbClr>
                </a:solidFill>
              </a:rPr>
            </a:fld>
            <a:endParaRPr lang="zh-CN" altLang="en-US" dirty="0">
              <a:solidFill>
                <a:srgbClr val="111111">
                  <a:lumMod val="75000"/>
                  <a:lumOff val="25000"/>
                </a:srgbClr>
              </a:solidFill>
            </a:endParaRPr>
          </a:p>
        </p:txBody>
      </p:sp>
      <p:sp>
        <p:nvSpPr>
          <p:cNvPr id="5" name="灯片编号占位符 5"/>
          <p:cNvSpPr>
            <a:spLocks noGrp="1"/>
          </p:cNvSpPr>
          <p:nvPr>
            <p:ph type="sldNum" sz="quarter" idx="11"/>
          </p:nvPr>
        </p:nvSpPr>
        <p:spPr/>
        <p:txBody>
          <a:bodyPr/>
          <a:lstStyle>
            <a:lvl1pPr>
              <a:defRPr/>
            </a:lvl1pPr>
          </a:lstStyle>
          <a:p>
            <a:pPr>
              <a:defRPr/>
            </a:pPr>
            <a:fld id="{B00D01C8-238F-4531-9CAB-AB7FCCE79FD8}"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pPr>
              <a:defRPr/>
            </a:pPr>
            <a:fld id="{95B99009-A53E-4B57-A0DE-64BA87860582}"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a:xfrm>
            <a:off x="11364385" y="6373285"/>
            <a:ext cx="715433" cy="366183"/>
          </a:xfrm>
        </p:spPr>
        <p:txBody>
          <a:bodyPr/>
          <a:lstStyle>
            <a:lvl1pPr>
              <a:defRPr>
                <a:solidFill>
                  <a:srgbClr val="0D0D0D"/>
                </a:solidFill>
                <a:latin typeface="思源黑体 CN Light" pitchFamily="34" charset="-122"/>
                <a:ea typeface="思源黑体 CN Light" pitchFamily="34" charset="-122"/>
              </a:defRPr>
            </a:lvl1pPr>
          </a:lstStyle>
          <a:p>
            <a:fld id="{6C149654-B878-4EC2-BA4D-6D4DC7A0A458}" type="slidenum">
              <a:rPr lang="zh-CN" altLang="en-US"/>
            </a:fld>
            <a:endParaRPr lang="zh-CN" altLang="en-US"/>
          </a:p>
        </p:txBody>
      </p:sp>
    </p:spTree>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目录">
    <p:spTree>
      <p:nvGrpSpPr>
        <p:cNvPr id="1" name=""/>
        <p:cNvGrpSpPr/>
        <p:nvPr/>
      </p:nvGrpSpPr>
      <p:grpSpPr>
        <a:xfrm>
          <a:off x="0" y="0"/>
          <a:ext cx="0" cy="0"/>
          <a:chOff x="0" y="0"/>
          <a:chExt cx="0" cy="0"/>
        </a:xfrm>
      </p:grpSpPr>
      <p:sp>
        <p:nvSpPr>
          <p:cNvPr id="2" name="矩形 1"/>
          <p:cNvSpPr/>
          <p:nvPr userDrawn="1"/>
        </p:nvSpPr>
        <p:spPr>
          <a:xfrm>
            <a:off x="-17145" y="0"/>
            <a:ext cx="12259945" cy="68580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sp>
        <p:nvSpPr>
          <p:cNvPr id="13" name="矩形 12"/>
          <p:cNvSpPr/>
          <p:nvPr userDrawn="1"/>
        </p:nvSpPr>
        <p:spPr>
          <a:xfrm>
            <a:off x="-17780" y="0"/>
            <a:ext cx="12260580" cy="1476375"/>
          </a:xfrm>
          <a:prstGeom prst="rect">
            <a:avLst/>
          </a:prstGeom>
          <a:gradFill>
            <a:gsLst>
              <a:gs pos="0">
                <a:srgbClr val="D0E9EC"/>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grpSp>
        <p:nvGrpSpPr>
          <p:cNvPr id="12" name="组合 11"/>
          <p:cNvGrpSpPr/>
          <p:nvPr userDrawn="1"/>
        </p:nvGrpSpPr>
        <p:grpSpPr>
          <a:xfrm>
            <a:off x="259080" y="281940"/>
            <a:ext cx="2439035" cy="618490"/>
            <a:chOff x="521" y="475"/>
            <a:chExt cx="3403" cy="862"/>
          </a:xfrm>
        </p:grpSpPr>
        <p:pic>
          <p:nvPicPr>
            <p:cNvPr id="8" name="图片 7" descr="国网球 长1"/>
            <p:cNvPicPr>
              <a:picLocks noChangeAspect="1"/>
            </p:cNvPicPr>
            <p:nvPr userDrawn="1"/>
          </p:nvPicPr>
          <p:blipFill>
            <a:blip r:embed="rId2" cstate="print"/>
            <a:srcRect r="69938"/>
            <a:stretch>
              <a:fillRect/>
            </a:stretch>
          </p:blipFill>
          <p:spPr>
            <a:xfrm>
              <a:off x="521" y="475"/>
              <a:ext cx="1064" cy="862"/>
            </a:xfrm>
            <a:prstGeom prst="rect">
              <a:avLst/>
            </a:prstGeom>
          </p:spPr>
        </p:pic>
        <p:pic>
          <p:nvPicPr>
            <p:cNvPr id="10" name="图片 9" descr="国网球 长1"/>
            <p:cNvPicPr>
              <a:picLocks noChangeAspect="1"/>
            </p:cNvPicPr>
            <p:nvPr userDrawn="1"/>
          </p:nvPicPr>
          <p:blipFill>
            <a:blip r:embed="rId3" cstate="print"/>
            <a:srcRect l="28665"/>
            <a:stretch>
              <a:fillRect/>
            </a:stretch>
          </p:blipFill>
          <p:spPr>
            <a:xfrm>
              <a:off x="1656" y="519"/>
              <a:ext cx="2268" cy="774"/>
            </a:xfrm>
            <a:prstGeom prst="rect">
              <a:avLst/>
            </a:prstGeom>
          </p:spPr>
        </p:pic>
      </p:grpSp>
      <p:cxnSp>
        <p:nvCxnSpPr>
          <p:cNvPr id="11" name="直接连接符 10"/>
          <p:cNvCxnSpPr/>
          <p:nvPr userDrawn="1"/>
        </p:nvCxnSpPr>
        <p:spPr>
          <a:xfrm>
            <a:off x="-17145" y="1109980"/>
            <a:ext cx="12284710" cy="0"/>
          </a:xfrm>
          <a:prstGeom prst="line">
            <a:avLst/>
          </a:prstGeom>
          <a:ln w="9525">
            <a:solidFill>
              <a:srgbClr val="469C9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3.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8243888" y="6240463"/>
            <a:ext cx="776287"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00">
                <a:solidFill>
                  <a:srgbClr val="F2F2F2"/>
                </a:solidFill>
              </a:rPr>
              <a:t>PPT</a:t>
            </a:r>
            <a:r>
              <a:rPr lang="zh-CN" altLang="en-US" sz="100">
                <a:solidFill>
                  <a:srgbClr val="F2F2F2"/>
                </a:solidFill>
              </a:rPr>
              <a:t>模板下载：</a:t>
            </a:r>
            <a:r>
              <a:rPr lang="en-US" altLang="zh-CN" sz="100">
                <a:solidFill>
                  <a:srgbClr val="F2F2F2"/>
                </a:solidFill>
              </a:rPr>
              <a:t>www.1ppt.com/moban/     </a:t>
            </a:r>
            <a:r>
              <a:rPr lang="zh-CN" altLang="en-US" sz="100">
                <a:solidFill>
                  <a:srgbClr val="F2F2F2"/>
                </a:solidFill>
              </a:rPr>
              <a:t>行业</a:t>
            </a:r>
            <a:r>
              <a:rPr lang="en-US" altLang="zh-CN" sz="100">
                <a:solidFill>
                  <a:srgbClr val="F2F2F2"/>
                </a:solidFill>
              </a:rPr>
              <a:t>PPT</a:t>
            </a:r>
            <a:r>
              <a:rPr lang="zh-CN" altLang="en-US" sz="100">
                <a:solidFill>
                  <a:srgbClr val="F2F2F2"/>
                </a:solidFill>
              </a:rPr>
              <a:t>模板：</a:t>
            </a:r>
            <a:r>
              <a:rPr lang="en-US" altLang="zh-CN" sz="100">
                <a:solidFill>
                  <a:srgbClr val="F2F2F2"/>
                </a:solidFill>
              </a:rPr>
              <a:t>www.1ppt.com/hangye/ </a:t>
            </a:r>
            <a:endParaRPr lang="en-US" altLang="zh-CN" sz="100">
              <a:solidFill>
                <a:srgbClr val="F2F2F2"/>
              </a:solidFill>
            </a:endParaRPr>
          </a:p>
          <a:p>
            <a:pPr eaLnBrk="1" hangingPunct="1"/>
            <a:r>
              <a:rPr lang="zh-CN" altLang="en-US" sz="100">
                <a:solidFill>
                  <a:srgbClr val="F2F2F2"/>
                </a:solidFill>
              </a:rPr>
              <a:t>节日</a:t>
            </a:r>
            <a:r>
              <a:rPr lang="en-US" altLang="zh-CN" sz="100">
                <a:solidFill>
                  <a:srgbClr val="F2F2F2"/>
                </a:solidFill>
              </a:rPr>
              <a:t>PPT</a:t>
            </a:r>
            <a:r>
              <a:rPr lang="zh-CN" altLang="en-US" sz="100">
                <a:solidFill>
                  <a:srgbClr val="F2F2F2"/>
                </a:solidFill>
              </a:rPr>
              <a:t>模板：</a:t>
            </a:r>
            <a:r>
              <a:rPr lang="en-US" altLang="zh-CN" sz="100">
                <a:solidFill>
                  <a:srgbClr val="F2F2F2"/>
                </a:solidFill>
              </a:rPr>
              <a:t>www.1ppt.com/jieri/           PPT</a:t>
            </a:r>
            <a:r>
              <a:rPr lang="zh-CN" altLang="en-US" sz="100">
                <a:solidFill>
                  <a:srgbClr val="F2F2F2"/>
                </a:solidFill>
              </a:rPr>
              <a:t>素材下载：</a:t>
            </a:r>
            <a:r>
              <a:rPr lang="en-US" altLang="zh-CN" sz="100">
                <a:solidFill>
                  <a:srgbClr val="F2F2F2"/>
                </a:solidFill>
              </a:rPr>
              <a:t>www.1ppt.com/sucai/</a:t>
            </a:r>
            <a:endParaRPr lang="en-US" altLang="zh-CN" sz="100">
              <a:solidFill>
                <a:srgbClr val="F2F2F2"/>
              </a:solidFill>
            </a:endParaRPr>
          </a:p>
          <a:p>
            <a:pPr eaLnBrk="1" hangingPunct="1"/>
            <a:r>
              <a:rPr lang="en-US" altLang="zh-CN" sz="100">
                <a:solidFill>
                  <a:srgbClr val="F2F2F2"/>
                </a:solidFill>
              </a:rPr>
              <a:t>PPT</a:t>
            </a:r>
            <a:r>
              <a:rPr lang="zh-CN" altLang="en-US" sz="100">
                <a:solidFill>
                  <a:srgbClr val="F2F2F2"/>
                </a:solidFill>
              </a:rPr>
              <a:t>背景图片：</a:t>
            </a:r>
            <a:r>
              <a:rPr lang="en-US" altLang="zh-CN" sz="100">
                <a:solidFill>
                  <a:srgbClr val="F2F2F2"/>
                </a:solidFill>
              </a:rPr>
              <a:t>www.1ppt.com/beijing/      PPT</a:t>
            </a:r>
            <a:r>
              <a:rPr lang="zh-CN" altLang="en-US" sz="100">
                <a:solidFill>
                  <a:srgbClr val="F2F2F2"/>
                </a:solidFill>
              </a:rPr>
              <a:t>图表下载：</a:t>
            </a:r>
            <a:r>
              <a:rPr lang="en-US" altLang="zh-CN" sz="100">
                <a:solidFill>
                  <a:srgbClr val="F2F2F2"/>
                </a:solidFill>
              </a:rPr>
              <a:t>www.1ppt.com/tubiao/      </a:t>
            </a:r>
            <a:endParaRPr lang="en-US" altLang="zh-CN" sz="100">
              <a:solidFill>
                <a:srgbClr val="F2F2F2"/>
              </a:solidFill>
            </a:endParaRPr>
          </a:p>
          <a:p>
            <a:pPr eaLnBrk="1" hangingPunct="1"/>
            <a:r>
              <a:rPr lang="zh-CN" altLang="en-US" sz="100">
                <a:solidFill>
                  <a:srgbClr val="F2F2F2"/>
                </a:solidFill>
              </a:rPr>
              <a:t>优秀</a:t>
            </a:r>
            <a:r>
              <a:rPr lang="en-US" altLang="zh-CN" sz="100">
                <a:solidFill>
                  <a:srgbClr val="F2F2F2"/>
                </a:solidFill>
              </a:rPr>
              <a:t>PPT</a:t>
            </a:r>
            <a:r>
              <a:rPr lang="zh-CN" altLang="en-US" sz="100">
                <a:solidFill>
                  <a:srgbClr val="F2F2F2"/>
                </a:solidFill>
              </a:rPr>
              <a:t>下载：</a:t>
            </a:r>
            <a:r>
              <a:rPr lang="en-US" altLang="zh-CN" sz="100">
                <a:solidFill>
                  <a:srgbClr val="F2F2F2"/>
                </a:solidFill>
              </a:rPr>
              <a:t>www.1ppt.com/xiazai/        PPT</a:t>
            </a:r>
            <a:r>
              <a:rPr lang="zh-CN" altLang="en-US" sz="100">
                <a:solidFill>
                  <a:srgbClr val="F2F2F2"/>
                </a:solidFill>
              </a:rPr>
              <a:t>教程： </a:t>
            </a:r>
            <a:r>
              <a:rPr lang="en-US" altLang="zh-CN" sz="100">
                <a:solidFill>
                  <a:srgbClr val="F2F2F2"/>
                </a:solidFill>
              </a:rPr>
              <a:t>www.1ppt.com/powerpoint/      </a:t>
            </a:r>
            <a:endParaRPr lang="en-US" altLang="zh-CN" sz="100">
              <a:solidFill>
                <a:srgbClr val="F2F2F2"/>
              </a:solidFill>
            </a:endParaRPr>
          </a:p>
          <a:p>
            <a:pPr eaLnBrk="1" hangingPunct="1"/>
            <a:r>
              <a:rPr lang="en-US" altLang="zh-CN" sz="100">
                <a:solidFill>
                  <a:srgbClr val="F2F2F2"/>
                </a:solidFill>
              </a:rPr>
              <a:t>Word</a:t>
            </a:r>
            <a:r>
              <a:rPr lang="zh-CN" altLang="en-US" sz="100">
                <a:solidFill>
                  <a:srgbClr val="F2F2F2"/>
                </a:solidFill>
              </a:rPr>
              <a:t>教程： </a:t>
            </a:r>
            <a:r>
              <a:rPr lang="en-US" altLang="zh-CN" sz="100">
                <a:solidFill>
                  <a:srgbClr val="F2F2F2"/>
                </a:solidFill>
              </a:rPr>
              <a:t>www.1ppt.com/word/              Excel</a:t>
            </a:r>
            <a:r>
              <a:rPr lang="zh-CN" altLang="en-US" sz="100">
                <a:solidFill>
                  <a:srgbClr val="F2F2F2"/>
                </a:solidFill>
              </a:rPr>
              <a:t>教程：</a:t>
            </a:r>
            <a:r>
              <a:rPr lang="en-US" altLang="zh-CN" sz="100">
                <a:solidFill>
                  <a:srgbClr val="F2F2F2"/>
                </a:solidFill>
              </a:rPr>
              <a:t>www.1ppt.com/excel/  </a:t>
            </a:r>
            <a:endParaRPr lang="en-US" altLang="zh-CN" sz="100">
              <a:solidFill>
                <a:srgbClr val="F2F2F2"/>
              </a:solidFill>
            </a:endParaRPr>
          </a:p>
          <a:p>
            <a:pPr eaLnBrk="1" hangingPunct="1"/>
            <a:r>
              <a:rPr lang="zh-CN" altLang="en-US" sz="100">
                <a:solidFill>
                  <a:srgbClr val="F2F2F2"/>
                </a:solidFill>
              </a:rPr>
              <a:t>资料下载：</a:t>
            </a:r>
            <a:r>
              <a:rPr lang="en-US" altLang="zh-CN" sz="100">
                <a:solidFill>
                  <a:srgbClr val="F2F2F2"/>
                </a:solidFill>
              </a:rPr>
              <a:t>www.1ppt.com/ziliao/                PPT</a:t>
            </a:r>
            <a:r>
              <a:rPr lang="zh-CN" altLang="en-US" sz="100">
                <a:solidFill>
                  <a:srgbClr val="F2F2F2"/>
                </a:solidFill>
              </a:rPr>
              <a:t>课件下载：</a:t>
            </a:r>
            <a:r>
              <a:rPr lang="en-US" altLang="zh-CN" sz="100">
                <a:solidFill>
                  <a:srgbClr val="F2F2F2"/>
                </a:solidFill>
              </a:rPr>
              <a:t>www.1ppt.com/kejian/ </a:t>
            </a:r>
            <a:endParaRPr lang="en-US" altLang="zh-CN" sz="100">
              <a:solidFill>
                <a:srgbClr val="F2F2F2"/>
              </a:solidFill>
            </a:endParaRPr>
          </a:p>
          <a:p>
            <a:pPr eaLnBrk="1" hangingPunct="1"/>
            <a:r>
              <a:rPr lang="zh-CN" altLang="en-US" sz="100">
                <a:solidFill>
                  <a:srgbClr val="F2F2F2"/>
                </a:solidFill>
              </a:rPr>
              <a:t>范文下载：</a:t>
            </a:r>
            <a:r>
              <a:rPr lang="en-US" altLang="zh-CN" sz="100">
                <a:solidFill>
                  <a:srgbClr val="F2F2F2"/>
                </a:solidFill>
              </a:rPr>
              <a:t>www.1ppt.com/fanwen/             </a:t>
            </a:r>
            <a:r>
              <a:rPr lang="zh-CN" altLang="en-US" sz="100">
                <a:solidFill>
                  <a:srgbClr val="F2F2F2"/>
                </a:solidFill>
              </a:rPr>
              <a:t>试卷下载：</a:t>
            </a:r>
            <a:r>
              <a:rPr lang="en-US" altLang="zh-CN" sz="100">
                <a:solidFill>
                  <a:srgbClr val="F2F2F2"/>
                </a:solidFill>
              </a:rPr>
              <a:t>www.1ppt.com/shiti/  </a:t>
            </a:r>
            <a:endParaRPr lang="en-US" altLang="zh-CN" sz="100">
              <a:solidFill>
                <a:srgbClr val="F2F2F2"/>
              </a:solidFill>
            </a:endParaRPr>
          </a:p>
          <a:p>
            <a:pPr eaLnBrk="1" hangingPunct="1"/>
            <a:r>
              <a:rPr lang="zh-CN" altLang="en-US" sz="100">
                <a:solidFill>
                  <a:srgbClr val="F2F2F2"/>
                </a:solidFill>
              </a:rPr>
              <a:t>教案下载：</a:t>
            </a:r>
            <a:r>
              <a:rPr lang="en-US" altLang="zh-CN" sz="100">
                <a:solidFill>
                  <a:srgbClr val="F2F2F2"/>
                </a:solidFill>
              </a:rPr>
              <a:t>www.1ppt.com/jiaoan/        PPT</a:t>
            </a:r>
            <a:r>
              <a:rPr lang="zh-CN" altLang="en-US" sz="100">
                <a:solidFill>
                  <a:srgbClr val="F2F2F2"/>
                </a:solidFill>
              </a:rPr>
              <a:t>论坛：</a:t>
            </a:r>
            <a:r>
              <a:rPr lang="en-US" altLang="zh-CN" sz="100">
                <a:solidFill>
                  <a:srgbClr val="F2F2F2"/>
                </a:solidFill>
              </a:rPr>
              <a:t>www.1ppt.cn</a:t>
            </a:r>
            <a:endParaRPr lang="en-US" altLang="zh-CN" sz="100">
              <a:solidFill>
                <a:srgbClr val="F2F2F2"/>
              </a:solidFill>
            </a:endParaRPr>
          </a:p>
          <a:p>
            <a:pPr eaLnBrk="1" hangingPunct="1"/>
            <a:r>
              <a:rPr lang="en-US" altLang="zh-CN" sz="100">
                <a:solidFill>
                  <a:srgbClr val="F2F2F2"/>
                </a:solidFill>
              </a:rPr>
              <a:t> </a:t>
            </a:r>
            <a:endParaRPr lang="zh-CN" altLang="en-US" sz="100">
              <a:solidFill>
                <a:srgbClr val="F2F2F2"/>
              </a:solidFill>
            </a:endParaRPr>
          </a:p>
        </p:txBody>
      </p:sp>
      <p:pic>
        <p:nvPicPr>
          <p:cNvPr id="1027" name="图片 4" descr="未标题-3-01.png"/>
          <p:cNvPicPr>
            <a:picLocks noChangeAspect="1"/>
          </p:cNvPicPr>
          <p:nvPr userDrawn="1"/>
        </p:nvPicPr>
        <p:blipFill>
          <a:blip r:embed="rId7" cstate="print">
            <a:extLst>
              <a:ext uri="{28A0092B-C50C-407E-A947-70E740481C1C}">
                <a14:useLocalDpi xmlns:a14="http://schemas.microsoft.com/office/drawing/2010/main" val="0"/>
              </a:ext>
            </a:extLst>
          </a:blip>
          <a:srcRect r="38824" b="79919"/>
          <a:stretch>
            <a:fillRect/>
          </a:stretch>
        </p:blipFill>
        <p:spPr bwMode="auto">
          <a:xfrm>
            <a:off x="8896350" y="-138113"/>
            <a:ext cx="3527425"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4"/>
          </p:nvPr>
        </p:nvSpPr>
        <p:spPr>
          <a:xfrm>
            <a:off x="9288463" y="6438900"/>
            <a:ext cx="2743200" cy="365125"/>
          </a:xfrm>
          <a:prstGeom prst="rect">
            <a:avLst/>
          </a:prstGeom>
        </p:spPr>
        <p:txBody>
          <a:bodyPr vert="horz" lIns="91440" tIns="45720" rIns="91440" bIns="45720" rtlCol="0" anchor="ctr"/>
          <a:lstStyle>
            <a:lvl1pPr algn="r">
              <a:defRPr sz="1200" b="1">
                <a:solidFill>
                  <a:schemeClr val="tx1">
                    <a:tint val="75000"/>
                  </a:schemeClr>
                </a:solidFill>
                <a:latin typeface="+mn-ea"/>
                <a:ea typeface="+mn-ea"/>
              </a:defRPr>
            </a:lvl1pPr>
          </a:lstStyle>
          <a:p>
            <a:pPr>
              <a:defRPr/>
            </a:pPr>
            <a:fld id="{6C6220F2-9611-458D-B0C4-54ADF14482D2}"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7" Type="http://schemas.openxmlformats.org/officeDocument/2006/relationships/notesSlide" Target="../notesSlides/notesSlide1.xml"/><Relationship Id="rId36" Type="http://schemas.openxmlformats.org/officeDocument/2006/relationships/slideLayout" Target="../slideLayouts/slideLayout2.xml"/><Relationship Id="rId35" Type="http://schemas.openxmlformats.org/officeDocument/2006/relationships/tags" Target="../tags/tag33.xml"/><Relationship Id="rId34" Type="http://schemas.openxmlformats.org/officeDocument/2006/relationships/tags" Target="../tags/tag32.xml"/><Relationship Id="rId33" Type="http://schemas.openxmlformats.org/officeDocument/2006/relationships/tags" Target="../tags/tag31.xml"/><Relationship Id="rId32" Type="http://schemas.openxmlformats.org/officeDocument/2006/relationships/tags" Target="../tags/tag30.xml"/><Relationship Id="rId31" Type="http://schemas.openxmlformats.org/officeDocument/2006/relationships/tags" Target="../tags/tag29.xml"/><Relationship Id="rId30" Type="http://schemas.openxmlformats.org/officeDocument/2006/relationships/tags" Target="../tags/tag28.xml"/><Relationship Id="rId3" Type="http://schemas.openxmlformats.org/officeDocument/2006/relationships/tags" Target="../tags/tag1.xml"/><Relationship Id="rId29" Type="http://schemas.openxmlformats.org/officeDocument/2006/relationships/tags" Target="../tags/tag27.xml"/><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image" Target="../media/image9.png"/><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6.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image" Target="../media/image14.png"/><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image" Target="../media/image13.pn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12.png"/><Relationship Id="rId13" Type="http://schemas.openxmlformats.org/officeDocument/2006/relationships/slideLayout" Target="../slideLayouts/slideLayout2.xml"/><Relationship Id="rId12" Type="http://schemas.openxmlformats.org/officeDocument/2006/relationships/tags" Target="../tags/tag46.xml"/><Relationship Id="rId11" Type="http://schemas.openxmlformats.org/officeDocument/2006/relationships/image" Target="../media/image15.png"/><Relationship Id="rId10" Type="http://schemas.openxmlformats.org/officeDocument/2006/relationships/tags" Target="../tags/tag45.xml"/><Relationship Id="rId1" Type="http://schemas.openxmlformats.org/officeDocument/2006/relationships/tags" Target="../tags/tag39.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chart" Target="../charts/chart3.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9.xml"/><Relationship Id="rId3" Type="http://schemas.openxmlformats.org/officeDocument/2006/relationships/image" Target="../media/image24.emf"/><Relationship Id="rId2" Type="http://schemas.openxmlformats.org/officeDocument/2006/relationships/tags" Target="../tags/tag58.xml"/><Relationship Id="rId1" Type="http://schemas.openxmlformats.org/officeDocument/2006/relationships/chart" Target="../charts/chart4.xml"/></Relationships>
</file>

<file path=ppt/slides/_rels/slide16.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5" Type="http://schemas.openxmlformats.org/officeDocument/2006/relationships/notesSlide" Target="../notesSlides/notesSlide7.xml"/><Relationship Id="rId34" Type="http://schemas.openxmlformats.org/officeDocument/2006/relationships/slideLayout" Target="../slideLayouts/slideLayout2.xml"/><Relationship Id="rId33" Type="http://schemas.openxmlformats.org/officeDocument/2006/relationships/tags" Target="../tags/tag90.xml"/><Relationship Id="rId32" Type="http://schemas.openxmlformats.org/officeDocument/2006/relationships/tags" Target="../tags/tag89.xml"/><Relationship Id="rId31" Type="http://schemas.openxmlformats.org/officeDocument/2006/relationships/tags" Target="../tags/tag88.xml"/><Relationship Id="rId30" Type="http://schemas.openxmlformats.org/officeDocument/2006/relationships/tags" Target="../tags/tag87.xml"/><Relationship Id="rId3" Type="http://schemas.openxmlformats.org/officeDocument/2006/relationships/tags" Target="../tags/tag60.xml"/><Relationship Id="rId29" Type="http://schemas.openxmlformats.org/officeDocument/2006/relationships/tags" Target="../tags/tag86.xml"/><Relationship Id="rId28" Type="http://schemas.openxmlformats.org/officeDocument/2006/relationships/tags" Target="../tags/tag85.xml"/><Relationship Id="rId27" Type="http://schemas.openxmlformats.org/officeDocument/2006/relationships/tags" Target="../tags/tag84.xml"/><Relationship Id="rId26" Type="http://schemas.openxmlformats.org/officeDocument/2006/relationships/tags" Target="../tags/tag83.xml"/><Relationship Id="rId25" Type="http://schemas.openxmlformats.org/officeDocument/2006/relationships/tags" Target="../tags/tag82.xml"/><Relationship Id="rId24" Type="http://schemas.openxmlformats.org/officeDocument/2006/relationships/tags" Target="../tags/tag81.xml"/><Relationship Id="rId23" Type="http://schemas.openxmlformats.org/officeDocument/2006/relationships/tags" Target="../tags/tag80.xml"/><Relationship Id="rId22" Type="http://schemas.openxmlformats.org/officeDocument/2006/relationships/tags" Target="../tags/tag79.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image" Target="../media/image9.png"/><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2.bin"/><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tags" Target="../tags/tag92.xml"/><Relationship Id="rId5" Type="http://schemas.openxmlformats.org/officeDocument/2006/relationships/image" Target="../media/image30.png"/><Relationship Id="rId4" Type="http://schemas.openxmlformats.org/officeDocument/2006/relationships/image" Target="../media/image36.png"/><Relationship Id="rId3" Type="http://schemas.openxmlformats.org/officeDocument/2006/relationships/image" Target="../media/image35.wmf"/><Relationship Id="rId2" Type="http://schemas.openxmlformats.org/officeDocument/2006/relationships/oleObject" Target="../embeddings/oleObject3.bin"/><Relationship Id="rId1" Type="http://schemas.openxmlformats.org/officeDocument/2006/relationships/image" Target="../media/image33.wmf"/></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5.wmf"/><Relationship Id="rId3" Type="http://schemas.openxmlformats.org/officeDocument/2006/relationships/oleObject" Target="../embeddings/oleObject4.bin"/><Relationship Id="rId2" Type="http://schemas.openxmlformats.org/officeDocument/2006/relationships/image" Target="../media/image33.wmf"/><Relationship Id="rId1" Type="http://schemas.openxmlformats.org/officeDocument/2006/relationships/image" Target="../media/image37.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3" Type="http://schemas.openxmlformats.org/officeDocument/2006/relationships/notesSlide" Target="../notesSlides/notesSlide12.xml"/><Relationship Id="rId62" Type="http://schemas.openxmlformats.org/officeDocument/2006/relationships/slideLayout" Target="../slideLayouts/slideLayout1.xml"/><Relationship Id="rId61" Type="http://schemas.openxmlformats.org/officeDocument/2006/relationships/tags" Target="../tags/tag150.xml"/><Relationship Id="rId60" Type="http://schemas.openxmlformats.org/officeDocument/2006/relationships/image" Target="../media/image31.png"/><Relationship Id="rId6" Type="http://schemas.openxmlformats.org/officeDocument/2006/relationships/tags" Target="../tags/tag96.xml"/><Relationship Id="rId59" Type="http://schemas.openxmlformats.org/officeDocument/2006/relationships/tags" Target="../tags/tag149.xml"/><Relationship Id="rId58" Type="http://schemas.openxmlformats.org/officeDocument/2006/relationships/tags" Target="../tags/tag148.xml"/><Relationship Id="rId57" Type="http://schemas.openxmlformats.org/officeDocument/2006/relationships/tags" Target="../tags/tag147.xml"/><Relationship Id="rId56" Type="http://schemas.openxmlformats.org/officeDocument/2006/relationships/tags" Target="../tags/tag146.xml"/><Relationship Id="rId55" Type="http://schemas.openxmlformats.org/officeDocument/2006/relationships/tags" Target="../tags/tag145.xml"/><Relationship Id="rId54" Type="http://schemas.openxmlformats.org/officeDocument/2006/relationships/tags" Target="../tags/tag144.xml"/><Relationship Id="rId53" Type="http://schemas.openxmlformats.org/officeDocument/2006/relationships/tags" Target="../tags/tag143.xml"/><Relationship Id="rId52" Type="http://schemas.openxmlformats.org/officeDocument/2006/relationships/tags" Target="../tags/tag142.xml"/><Relationship Id="rId51" Type="http://schemas.openxmlformats.org/officeDocument/2006/relationships/tags" Target="../tags/tag141.xml"/><Relationship Id="rId50" Type="http://schemas.openxmlformats.org/officeDocument/2006/relationships/tags" Target="../tags/tag140.xml"/><Relationship Id="rId5" Type="http://schemas.openxmlformats.org/officeDocument/2006/relationships/tags" Target="../tags/tag95.xml"/><Relationship Id="rId49" Type="http://schemas.openxmlformats.org/officeDocument/2006/relationships/tags" Target="../tags/tag139.xml"/><Relationship Id="rId48" Type="http://schemas.openxmlformats.org/officeDocument/2006/relationships/tags" Target="../tags/tag138.xml"/><Relationship Id="rId47" Type="http://schemas.openxmlformats.org/officeDocument/2006/relationships/tags" Target="../tags/tag137.xml"/><Relationship Id="rId46" Type="http://schemas.openxmlformats.org/officeDocument/2006/relationships/tags" Target="../tags/tag136.xml"/><Relationship Id="rId45" Type="http://schemas.openxmlformats.org/officeDocument/2006/relationships/tags" Target="../tags/tag135.xml"/><Relationship Id="rId44" Type="http://schemas.openxmlformats.org/officeDocument/2006/relationships/tags" Target="../tags/tag134.xml"/><Relationship Id="rId43" Type="http://schemas.openxmlformats.org/officeDocument/2006/relationships/tags" Target="../tags/tag133.xml"/><Relationship Id="rId42" Type="http://schemas.openxmlformats.org/officeDocument/2006/relationships/tags" Target="../tags/tag132.xml"/><Relationship Id="rId41" Type="http://schemas.openxmlformats.org/officeDocument/2006/relationships/tags" Target="../tags/tag131.xml"/><Relationship Id="rId40" Type="http://schemas.openxmlformats.org/officeDocument/2006/relationships/tags" Target="../tags/tag130.xml"/><Relationship Id="rId4" Type="http://schemas.openxmlformats.org/officeDocument/2006/relationships/image" Target="../media/image39.png"/><Relationship Id="rId39" Type="http://schemas.openxmlformats.org/officeDocument/2006/relationships/tags" Target="../tags/tag129.xml"/><Relationship Id="rId38" Type="http://schemas.openxmlformats.org/officeDocument/2006/relationships/tags" Target="../tags/tag128.xml"/><Relationship Id="rId37" Type="http://schemas.openxmlformats.org/officeDocument/2006/relationships/tags" Target="../tags/tag127.xml"/><Relationship Id="rId36" Type="http://schemas.openxmlformats.org/officeDocument/2006/relationships/tags" Target="../tags/tag126.xml"/><Relationship Id="rId35" Type="http://schemas.openxmlformats.org/officeDocument/2006/relationships/tags" Target="../tags/tag125.xml"/><Relationship Id="rId34" Type="http://schemas.openxmlformats.org/officeDocument/2006/relationships/tags" Target="../tags/tag124.xml"/><Relationship Id="rId33" Type="http://schemas.openxmlformats.org/officeDocument/2006/relationships/tags" Target="../tags/tag123.xml"/><Relationship Id="rId32" Type="http://schemas.openxmlformats.org/officeDocument/2006/relationships/tags" Target="../tags/tag122.xml"/><Relationship Id="rId31" Type="http://schemas.openxmlformats.org/officeDocument/2006/relationships/tags" Target="../tags/tag121.xml"/><Relationship Id="rId30" Type="http://schemas.openxmlformats.org/officeDocument/2006/relationships/tags" Target="../tags/tag120.xml"/><Relationship Id="rId3" Type="http://schemas.openxmlformats.org/officeDocument/2006/relationships/tags" Target="../tags/tag94.xml"/><Relationship Id="rId29" Type="http://schemas.openxmlformats.org/officeDocument/2006/relationships/tags" Target="../tags/tag119.xml"/><Relationship Id="rId28" Type="http://schemas.openxmlformats.org/officeDocument/2006/relationships/tags" Target="../tags/tag118.xml"/><Relationship Id="rId27" Type="http://schemas.openxmlformats.org/officeDocument/2006/relationships/tags" Target="../tags/tag117.xml"/><Relationship Id="rId26" Type="http://schemas.openxmlformats.org/officeDocument/2006/relationships/tags" Target="../tags/tag116.xml"/><Relationship Id="rId25" Type="http://schemas.openxmlformats.org/officeDocument/2006/relationships/tags" Target="../tags/tag115.xml"/><Relationship Id="rId24" Type="http://schemas.openxmlformats.org/officeDocument/2006/relationships/tags" Target="../tags/tag114.xml"/><Relationship Id="rId23" Type="http://schemas.openxmlformats.org/officeDocument/2006/relationships/tags" Target="../tags/tag113.xml"/><Relationship Id="rId22" Type="http://schemas.openxmlformats.org/officeDocument/2006/relationships/tags" Target="../tags/tag112.xml"/><Relationship Id="rId21" Type="http://schemas.openxmlformats.org/officeDocument/2006/relationships/tags" Target="../tags/tag111.xml"/><Relationship Id="rId20" Type="http://schemas.openxmlformats.org/officeDocument/2006/relationships/tags" Target="../tags/tag110.xml"/><Relationship Id="rId2" Type="http://schemas.openxmlformats.org/officeDocument/2006/relationships/image" Target="../media/image38.emf"/><Relationship Id="rId19" Type="http://schemas.openxmlformats.org/officeDocument/2006/relationships/tags" Target="../tags/tag109.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3.xml"/></Relationships>
</file>

<file path=ppt/slides/_rels/slide30.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image" Target="../media/image41.wmf"/><Relationship Id="rId4" Type="http://schemas.openxmlformats.org/officeDocument/2006/relationships/oleObject" Target="../embeddings/oleObject5.bin"/><Relationship Id="rId3" Type="http://schemas.openxmlformats.org/officeDocument/2006/relationships/tags" Target="../tags/tag152.xml"/><Relationship Id="rId22" Type="http://schemas.openxmlformats.org/officeDocument/2006/relationships/notesSlide" Target="../notesSlides/notesSlide13.xml"/><Relationship Id="rId21" Type="http://schemas.openxmlformats.org/officeDocument/2006/relationships/vmlDrawing" Target="../drawings/vmlDrawing5.vml"/><Relationship Id="rId20" Type="http://schemas.openxmlformats.org/officeDocument/2006/relationships/slideLayout" Target="../slideLayouts/slideLayout1.xml"/><Relationship Id="rId2" Type="http://schemas.openxmlformats.org/officeDocument/2006/relationships/image" Target="../media/image40.emf"/><Relationship Id="rId19" Type="http://schemas.openxmlformats.org/officeDocument/2006/relationships/image" Target="../media/image31.png"/><Relationship Id="rId18" Type="http://schemas.openxmlformats.org/officeDocument/2006/relationships/tags" Target="../tags/tag164.xml"/><Relationship Id="rId17" Type="http://schemas.openxmlformats.org/officeDocument/2006/relationships/tags" Target="../tags/tag163.xml"/><Relationship Id="rId16" Type="http://schemas.openxmlformats.org/officeDocument/2006/relationships/tags" Target="../tags/tag162.xml"/><Relationship Id="rId15" Type="http://schemas.openxmlformats.org/officeDocument/2006/relationships/tags" Target="../tags/tag161.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image" Target="../media/image42.png"/><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51.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43.png"/><Relationship Id="rId2" Type="http://schemas.openxmlformats.org/officeDocument/2006/relationships/tags" Target="../tags/tag165.xml"/><Relationship Id="rId1" Type="http://schemas.openxmlformats.org/officeDocument/2006/relationships/chart" Target="../charts/char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8.xml"/><Relationship Id="rId2" Type="http://schemas.openxmlformats.org/officeDocument/2006/relationships/image" Target="../media/image45.png"/><Relationship Id="rId1"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chart" Target="../charts/char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49.png"/><Relationship Id="rId3" Type="http://schemas.openxmlformats.org/officeDocument/2006/relationships/image" Target="../media/image48.emf"/><Relationship Id="rId2" Type="http://schemas.openxmlformats.org/officeDocument/2006/relationships/oleObject" Target="../embeddings/oleObject6.bin"/><Relationship Id="rId1" Type="http://schemas.openxmlformats.org/officeDocument/2006/relationships/chart" Target="../charts/char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47.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4" Type="http://schemas.openxmlformats.org/officeDocument/2006/relationships/notesSlide" Target="../notesSlides/notesSlide17.xml"/><Relationship Id="rId33" Type="http://schemas.openxmlformats.org/officeDocument/2006/relationships/slideLayout" Target="../slideLayouts/slideLayout2.xml"/><Relationship Id="rId32" Type="http://schemas.openxmlformats.org/officeDocument/2006/relationships/tags" Target="../tags/tag203.xml"/><Relationship Id="rId31" Type="http://schemas.openxmlformats.org/officeDocument/2006/relationships/tags" Target="../tags/tag202.xml"/><Relationship Id="rId30" Type="http://schemas.openxmlformats.org/officeDocument/2006/relationships/tags" Target="../tags/tag201.xml"/><Relationship Id="rId3" Type="http://schemas.openxmlformats.org/officeDocument/2006/relationships/tags" Target="../tags/tag174.xml"/><Relationship Id="rId29" Type="http://schemas.openxmlformats.org/officeDocument/2006/relationships/tags" Target="../tags/tag200.xml"/><Relationship Id="rId28" Type="http://schemas.openxmlformats.org/officeDocument/2006/relationships/tags" Target="../tags/tag199.xml"/><Relationship Id="rId27" Type="http://schemas.openxmlformats.org/officeDocument/2006/relationships/tags" Target="../tags/tag198.xml"/><Relationship Id="rId26" Type="http://schemas.openxmlformats.org/officeDocument/2006/relationships/tags" Target="../tags/tag197.xml"/><Relationship Id="rId25" Type="http://schemas.openxmlformats.org/officeDocument/2006/relationships/tags" Target="../tags/tag196.xml"/><Relationship Id="rId24" Type="http://schemas.openxmlformats.org/officeDocument/2006/relationships/tags" Target="../tags/tag195.xml"/><Relationship Id="rId23" Type="http://schemas.openxmlformats.org/officeDocument/2006/relationships/tags" Target="../tags/tag194.xml"/><Relationship Id="rId22" Type="http://schemas.openxmlformats.org/officeDocument/2006/relationships/tags" Target="../tags/tag193.xml"/><Relationship Id="rId21" Type="http://schemas.openxmlformats.org/officeDocument/2006/relationships/tags" Target="../tags/tag192.xml"/><Relationship Id="rId20" Type="http://schemas.openxmlformats.org/officeDocument/2006/relationships/tags" Target="../tags/tag191.xml"/><Relationship Id="rId2" Type="http://schemas.openxmlformats.org/officeDocument/2006/relationships/image" Target="../media/image9.png"/><Relationship Id="rId19" Type="http://schemas.openxmlformats.org/officeDocument/2006/relationships/tags" Target="../tags/tag190.xml"/><Relationship Id="rId18" Type="http://schemas.openxmlformats.org/officeDocument/2006/relationships/tags" Target="../tags/tag189.xml"/><Relationship Id="rId17" Type="http://schemas.openxmlformats.org/officeDocument/2006/relationships/tags" Target="../tags/tag188.xml"/><Relationship Id="rId16" Type="http://schemas.openxmlformats.org/officeDocument/2006/relationships/tags" Target="../tags/tag187.xml"/><Relationship Id="rId15" Type="http://schemas.openxmlformats.org/officeDocument/2006/relationships/tags" Target="../tags/tag186.xml"/><Relationship Id="rId14" Type="http://schemas.openxmlformats.org/officeDocument/2006/relationships/tags" Target="../tags/tag185.xml"/><Relationship Id="rId13" Type="http://schemas.openxmlformats.org/officeDocument/2006/relationships/tags" Target="../tags/tag184.xml"/><Relationship Id="rId12" Type="http://schemas.openxmlformats.org/officeDocument/2006/relationships/tags" Target="../tags/tag183.xml"/><Relationship Id="rId11" Type="http://schemas.openxmlformats.org/officeDocument/2006/relationships/tags" Target="../tags/tag182.xml"/><Relationship Id="rId10" Type="http://schemas.openxmlformats.org/officeDocument/2006/relationships/tags" Target="../tags/tag181.xml"/><Relationship Id="rId1" Type="http://schemas.openxmlformats.org/officeDocument/2006/relationships/image" Target="../media/image8.jpe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4.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chart" Target="../charts/chart9.xml"/><Relationship Id="rId1" Type="http://schemas.openxmlformats.org/officeDocument/2006/relationships/chart" Target="../charts/chart8.xml"/></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4.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chart" Target="../charts/chart11.xml"/><Relationship Id="rId1" Type="http://schemas.openxmlformats.org/officeDocument/2006/relationships/chart" Target="../charts/chart10.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chart" Target="../charts/chart13.xml"/><Relationship Id="rId1" Type="http://schemas.openxmlformats.org/officeDocument/2006/relationships/chart" Target="../charts/chart12.xm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4.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image" Target="../media/image51.png"/><Relationship Id="rId1" Type="http://schemas.openxmlformats.org/officeDocument/2006/relationships/chart" Target="../charts/chart14.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18.xml"/><Relationship Id="rId4" Type="http://schemas.openxmlformats.org/officeDocument/2006/relationships/image" Target="../media/image53.png"/><Relationship Id="rId3" Type="http://schemas.openxmlformats.org/officeDocument/2006/relationships/image" Target="../media/image52.emf"/><Relationship Id="rId2" Type="http://schemas.openxmlformats.org/officeDocument/2006/relationships/tags" Target="../tags/tag217.xml"/><Relationship Id="rId1" Type="http://schemas.openxmlformats.org/officeDocument/2006/relationships/tags" Target="../tags/tag216.xml"/></Relationships>
</file>

<file path=ppt/slides/_rels/slide53.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chart" Target="../charts/chart16.xml"/><Relationship Id="rId16" Type="http://schemas.openxmlformats.org/officeDocument/2006/relationships/slideLayout" Target="../slideLayouts/slideLayout4.xml"/><Relationship Id="rId15" Type="http://schemas.openxmlformats.org/officeDocument/2006/relationships/tags" Target="../tags/tag231.xml"/><Relationship Id="rId14" Type="http://schemas.openxmlformats.org/officeDocument/2006/relationships/tags" Target="../tags/tag230.xml"/><Relationship Id="rId13" Type="http://schemas.openxmlformats.org/officeDocument/2006/relationships/tags" Target="../tags/tag229.xml"/><Relationship Id="rId12" Type="http://schemas.openxmlformats.org/officeDocument/2006/relationships/tags" Target="../tags/tag228.xml"/><Relationship Id="rId11" Type="http://schemas.openxmlformats.org/officeDocument/2006/relationships/tags" Target="../tags/tag227.xml"/><Relationship Id="rId10" Type="http://schemas.openxmlformats.org/officeDocument/2006/relationships/tags" Target="../tags/tag226.xml"/><Relationship Id="rId1" Type="http://schemas.openxmlformats.org/officeDocument/2006/relationships/chart" Target="../charts/chart15.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chart" Target="../charts/chart17.xml"/></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4.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chart" Target="../charts/chart18.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image" Target="../media/image55.png"/><Relationship Id="rId2" Type="http://schemas.openxmlformats.org/officeDocument/2006/relationships/tags" Target="../tags/tag242.xml"/><Relationship Id="rId1" Type="http://schemas.openxmlformats.org/officeDocument/2006/relationships/image" Target="../media/image54.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4.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chart" Target="../charts/chart20.xml"/><Relationship Id="rId1" Type="http://schemas.openxmlformats.org/officeDocument/2006/relationships/chart" Target="../charts/chart19.xml"/></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chart" Target="../charts/chart23.xml"/><Relationship Id="rId2" Type="http://schemas.openxmlformats.org/officeDocument/2006/relationships/chart" Target="../charts/chart22.xml"/><Relationship Id="rId10" Type="http://schemas.openxmlformats.org/officeDocument/2006/relationships/notesSlide" Target="../notesSlides/notesSlide26.xml"/><Relationship Id="rId1" Type="http://schemas.openxmlformats.org/officeDocument/2006/relationships/chart" Target="../charts/chart21.xml"/></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chart" Target="../charts/chart27.xml"/><Relationship Id="rId3" Type="http://schemas.openxmlformats.org/officeDocument/2006/relationships/chart" Target="../charts/chart26.xml"/><Relationship Id="rId2" Type="http://schemas.openxmlformats.org/officeDocument/2006/relationships/chart" Target="../charts/chart25.xml"/><Relationship Id="rId10" Type="http://schemas.openxmlformats.org/officeDocument/2006/relationships/notesSlide" Target="../notesSlides/notesSlide27.xml"/><Relationship Id="rId1" Type="http://schemas.openxmlformats.org/officeDocument/2006/relationships/chart" Target="../charts/chart24.xml"/></Relationships>
</file>

<file path=ppt/slides/_rels/slide62.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4.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chart" Target="../charts/chart29.xml"/><Relationship Id="rId1" Type="http://schemas.openxmlformats.org/officeDocument/2006/relationships/chart" Target="../charts/chart28.xml"/></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4.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chart" Target="../charts/chart30.xml"/></Relationships>
</file>

<file path=ppt/slides/_rels/slide64.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chart" Target="../charts/chart34.xml"/><Relationship Id="rId3" Type="http://schemas.openxmlformats.org/officeDocument/2006/relationships/chart" Target="../charts/chart33.xml"/><Relationship Id="rId2" Type="http://schemas.openxmlformats.org/officeDocument/2006/relationships/chart" Target="../charts/chart32.xml"/><Relationship Id="rId12" Type="http://schemas.openxmlformats.org/officeDocument/2006/relationships/notesSlide" Target="../notesSlides/notesSlide30.xml"/><Relationship Id="rId11" Type="http://schemas.openxmlformats.org/officeDocument/2006/relationships/slideLayout" Target="../slideLayouts/slideLayout4.xml"/><Relationship Id="rId10" Type="http://schemas.openxmlformats.org/officeDocument/2006/relationships/tags" Target="../tags/tag270.xml"/><Relationship Id="rId1" Type="http://schemas.openxmlformats.org/officeDocument/2006/relationships/chart" Target="../charts/chart31.xml"/></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4.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4.xml"/><Relationship Id="rId2" Type="http://schemas.openxmlformats.org/officeDocument/2006/relationships/tags" Target="../tags/tag276.xml"/><Relationship Id="rId1" Type="http://schemas.openxmlformats.org/officeDocument/2006/relationships/tags" Target="../tags/tag275.xml"/></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chart" Target="../charts/chart36.xml"/><Relationship Id="rId1" Type="http://schemas.openxmlformats.org/officeDocument/2006/relationships/chart" Target="../charts/chart35.xml"/></Relationships>
</file>

<file path=ppt/slides/_rels/slide68.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4.xml"/><Relationship Id="rId6" Type="http://schemas.openxmlformats.org/officeDocument/2006/relationships/tags" Target="../tags/tag283.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tags" Target="../tags/tag282.xml"/><Relationship Id="rId2" Type="http://schemas.openxmlformats.org/officeDocument/2006/relationships/chart" Target="../charts/chart38.xml"/><Relationship Id="rId1" Type="http://schemas.openxmlformats.org/officeDocument/2006/relationships/chart" Target="../charts/chart37.xml"/></Relationships>
</file>

<file path=ppt/slides/_rels/slide69.xml.rels><?xml version="1.0" encoding="UTF-8" standalone="yes"?>
<Relationships xmlns="http://schemas.openxmlformats.org/package/2006/relationships"><Relationship Id="rId9" Type="http://schemas.openxmlformats.org/officeDocument/2006/relationships/image" Target="../media/image58.jpeg"/><Relationship Id="rId8" Type="http://schemas.openxmlformats.org/officeDocument/2006/relationships/tags" Target="../tags/tag291.xml"/><Relationship Id="rId7" Type="http://schemas.openxmlformats.org/officeDocument/2006/relationships/tags" Target="../tags/tag290.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1" Type="http://schemas.openxmlformats.org/officeDocument/2006/relationships/notesSlide" Target="../notesSlides/notesSlide34.xml"/><Relationship Id="rId20" Type="http://schemas.openxmlformats.org/officeDocument/2006/relationships/slideLayout" Target="../slideLayouts/slideLayout4.xml"/><Relationship Id="rId2" Type="http://schemas.openxmlformats.org/officeDocument/2006/relationships/tags" Target="../tags/tag285.xml"/><Relationship Id="rId19" Type="http://schemas.openxmlformats.org/officeDocument/2006/relationships/tags" Target="../tags/tag301.xml"/><Relationship Id="rId18" Type="http://schemas.openxmlformats.org/officeDocument/2006/relationships/tags" Target="../tags/tag300.xml"/><Relationship Id="rId17" Type="http://schemas.openxmlformats.org/officeDocument/2006/relationships/tags" Target="../tags/tag299.xml"/><Relationship Id="rId16" Type="http://schemas.openxmlformats.org/officeDocument/2006/relationships/tags" Target="../tags/tag298.xml"/><Relationship Id="rId15" Type="http://schemas.openxmlformats.org/officeDocument/2006/relationships/tags" Target="../tags/tag297.xml"/><Relationship Id="rId14" Type="http://schemas.openxmlformats.org/officeDocument/2006/relationships/tags" Target="../tags/tag296.xml"/><Relationship Id="rId13" Type="http://schemas.openxmlformats.org/officeDocument/2006/relationships/tags" Target="../tags/tag295.xml"/><Relationship Id="rId12" Type="http://schemas.openxmlformats.org/officeDocument/2006/relationships/tags" Target="../tags/tag294.xml"/><Relationship Id="rId11" Type="http://schemas.openxmlformats.org/officeDocument/2006/relationships/tags" Target="../tags/tag293.xml"/><Relationship Id="rId10" Type="http://schemas.openxmlformats.org/officeDocument/2006/relationships/tags" Target="../tags/tag292.xml"/><Relationship Id="rId1" Type="http://schemas.openxmlformats.org/officeDocument/2006/relationships/tags" Target="../tags/tag284.xml"/></Relationships>
</file>

<file path=ppt/slides/_rels/slide70.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 Id="rId34" Type="http://schemas.openxmlformats.org/officeDocument/2006/relationships/notesSlide" Target="../notesSlides/notesSlide35.xml"/><Relationship Id="rId33" Type="http://schemas.openxmlformats.org/officeDocument/2006/relationships/slideLayout" Target="../slideLayouts/slideLayout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2.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tags" Target="../tags/tag325.xml"/><Relationship Id="rId25" Type="http://schemas.openxmlformats.org/officeDocument/2006/relationships/tags" Target="../tags/tag324.xml"/><Relationship Id="rId24" Type="http://schemas.openxmlformats.org/officeDocument/2006/relationships/tags" Target="../tags/tag323.xml"/><Relationship Id="rId23" Type="http://schemas.openxmlformats.org/officeDocument/2006/relationships/tags" Target="../tags/tag322.xml"/><Relationship Id="rId22" Type="http://schemas.openxmlformats.org/officeDocument/2006/relationships/tags" Target="../tags/tag321.xml"/><Relationship Id="rId21" Type="http://schemas.openxmlformats.org/officeDocument/2006/relationships/tags" Target="../tags/tag320.xml"/><Relationship Id="rId20" Type="http://schemas.openxmlformats.org/officeDocument/2006/relationships/tags" Target="../tags/tag319.xml"/><Relationship Id="rId2" Type="http://schemas.openxmlformats.org/officeDocument/2006/relationships/image" Target="../media/image9.png"/><Relationship Id="rId19" Type="http://schemas.openxmlformats.org/officeDocument/2006/relationships/tags" Target="../tags/tag318.xml"/><Relationship Id="rId18" Type="http://schemas.openxmlformats.org/officeDocument/2006/relationships/tags" Target="../tags/tag317.xml"/><Relationship Id="rId17" Type="http://schemas.openxmlformats.org/officeDocument/2006/relationships/tags" Target="../tags/tag316.xml"/><Relationship Id="rId16" Type="http://schemas.openxmlformats.org/officeDocument/2006/relationships/tags" Target="../tags/tag315.xml"/><Relationship Id="rId15" Type="http://schemas.openxmlformats.org/officeDocument/2006/relationships/tags" Target="../tags/tag314.xml"/><Relationship Id="rId14" Type="http://schemas.openxmlformats.org/officeDocument/2006/relationships/tags" Target="../tags/tag313.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 Type="http://schemas.openxmlformats.org/officeDocument/2006/relationships/tags" Target="../tags/tag309.xml"/><Relationship Id="rId1" Type="http://schemas.openxmlformats.org/officeDocument/2006/relationships/image" Target="../media/image8.jpeg"/></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1.emf"/><Relationship Id="rId5" Type="http://schemas.openxmlformats.org/officeDocument/2006/relationships/image" Target="../media/image60.png"/><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image" Target="../media/image59.png"/><Relationship Id="rId1" Type="http://schemas.openxmlformats.org/officeDocument/2006/relationships/tags" Target="../tags/tag332.xml"/></Relationships>
</file>

<file path=ppt/slides/_rels/slide72.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 Id="rId3" Type="http://schemas.openxmlformats.org/officeDocument/2006/relationships/chart" Target="../charts/chart41.xml"/><Relationship Id="rId2" Type="http://schemas.openxmlformats.org/officeDocument/2006/relationships/chart" Target="../charts/chart40.xml"/><Relationship Id="rId13" Type="http://schemas.openxmlformats.org/officeDocument/2006/relationships/slideLayout" Target="../slideLayouts/slideLayout2.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chart" Target="../charts/chart39.xml"/></Relationships>
</file>

<file path=ppt/slides/_rels/slide73.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0" Type="http://schemas.openxmlformats.org/officeDocument/2006/relationships/slideLayout" Target="../slideLayouts/slideLayout2.xml"/><Relationship Id="rId2" Type="http://schemas.openxmlformats.org/officeDocument/2006/relationships/tags" Target="../tags/tag345.xml"/><Relationship Id="rId19" Type="http://schemas.openxmlformats.org/officeDocument/2006/relationships/tags" Target="../tags/tag362.xml"/><Relationship Id="rId18" Type="http://schemas.openxmlformats.org/officeDocument/2006/relationships/tags" Target="../tags/tag361.xml"/><Relationship Id="rId17" Type="http://schemas.openxmlformats.org/officeDocument/2006/relationships/tags" Target="../tags/tag360.xml"/><Relationship Id="rId16" Type="http://schemas.openxmlformats.org/officeDocument/2006/relationships/tags" Target="../tags/tag359.xml"/><Relationship Id="rId15" Type="http://schemas.openxmlformats.org/officeDocument/2006/relationships/tags" Target="../tags/tag358.xml"/><Relationship Id="rId14" Type="http://schemas.openxmlformats.org/officeDocument/2006/relationships/tags" Target="../tags/tag357.xml"/><Relationship Id="rId13" Type="http://schemas.openxmlformats.org/officeDocument/2006/relationships/tags" Target="../tags/tag356.xml"/><Relationship Id="rId12" Type="http://schemas.openxmlformats.org/officeDocument/2006/relationships/tags" Target="../tags/tag355.xml"/><Relationship Id="rId11" Type="http://schemas.openxmlformats.org/officeDocument/2006/relationships/tags" Target="../tags/tag354.xml"/><Relationship Id="rId10" Type="http://schemas.openxmlformats.org/officeDocument/2006/relationships/tags" Target="../tags/tag353.xml"/><Relationship Id="rId1" Type="http://schemas.openxmlformats.org/officeDocument/2006/relationships/tags" Target="../tags/tag344.xml"/></Relationships>
</file>

<file path=ppt/slides/_rels/slide7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chart" Target="../charts/chart42.xml"/></Relationships>
</file>

<file path=ppt/slides/_rels/slide75.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2.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image" Target="../media/image63.png"/><Relationship Id="rId1" Type="http://schemas.openxmlformats.org/officeDocument/2006/relationships/image" Target="../media/image62.png"/></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image" Target="../media/image64.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8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76.png"/><Relationship Id="rId6" Type="http://schemas.openxmlformats.org/officeDocument/2006/relationships/tags" Target="../tags/tag376.xml"/><Relationship Id="rId5" Type="http://schemas.openxmlformats.org/officeDocument/2006/relationships/image" Target="../media/image75.jpeg"/><Relationship Id="rId4" Type="http://schemas.openxmlformats.org/officeDocument/2006/relationships/tags" Target="../tags/tag375.xml"/><Relationship Id="rId3" Type="http://schemas.openxmlformats.org/officeDocument/2006/relationships/image" Target="../media/image74.png"/><Relationship Id="rId2" Type="http://schemas.openxmlformats.org/officeDocument/2006/relationships/tags" Target="../tags/tag374.xml"/><Relationship Id="rId1" Type="http://schemas.openxmlformats.org/officeDocument/2006/relationships/tags" Target="../tags/tag373.xml"/></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4.xml"/><Relationship Id="rId2" Type="http://schemas.openxmlformats.org/officeDocument/2006/relationships/image" Target="../media/image77.jpeg"/><Relationship Id="rId1" Type="http://schemas.openxmlformats.org/officeDocument/2006/relationships/tags" Target="../tags/tag3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34"/>
          <p:cNvSpPr/>
          <p:nvPr/>
        </p:nvSpPr>
        <p:spPr>
          <a:xfrm rot="2700000">
            <a:off x="6981825" y="-1181100"/>
            <a:ext cx="2382838" cy="2382838"/>
          </a:xfrm>
          <a:custGeom>
            <a:avLst/>
            <a:gdLst>
              <a:gd name="connsiteX0" fmla="*/ 0 w 3177271"/>
              <a:gd name="connsiteY0" fmla="*/ 3166723 h 3177271"/>
              <a:gd name="connsiteX1" fmla="*/ 3166723 w 3177271"/>
              <a:gd name="connsiteY1" fmla="*/ 0 h 3177271"/>
              <a:gd name="connsiteX2" fmla="*/ 3177271 w 3177271"/>
              <a:gd name="connsiteY2" fmla="*/ 0 h 3177271"/>
              <a:gd name="connsiteX3" fmla="*/ 3177271 w 3177271"/>
              <a:gd name="connsiteY3" fmla="*/ 3177271 h 3177271"/>
              <a:gd name="connsiteX4" fmla="*/ 0 w 3177271"/>
              <a:gd name="connsiteY4" fmla="*/ 3177271 h 31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271" h="3177271">
                <a:moveTo>
                  <a:pt x="0" y="3166723"/>
                </a:moveTo>
                <a:lnTo>
                  <a:pt x="3166723" y="0"/>
                </a:lnTo>
                <a:lnTo>
                  <a:pt x="3177271" y="0"/>
                </a:lnTo>
                <a:lnTo>
                  <a:pt x="3177271" y="3177271"/>
                </a:lnTo>
                <a:lnTo>
                  <a:pt x="0" y="3177271"/>
                </a:lnTo>
                <a:close/>
              </a:path>
            </a:pathLst>
          </a:custGeom>
          <a:solidFill>
            <a:srgbClr val="0070C0"/>
          </a:solidFill>
          <a:ln w="25400" cap="flat" cmpd="sng" algn="ctr">
            <a:noFill/>
            <a:prstDash val="solid"/>
          </a:ln>
          <a:effectLst/>
        </p:spPr>
        <p:txBody>
          <a:bodyPr lIns="68580" tIns="34290" rIns="68580" bIns="34290" anchor="ctr"/>
          <a:lstStyle/>
          <a:p>
            <a:pPr algn="ctr" defTabSz="685800" eaLnBrk="1" fontAlgn="auto" hangingPunct="1">
              <a:spcBef>
                <a:spcPts val="0"/>
              </a:spcBef>
              <a:spcAft>
                <a:spcPts val="0"/>
              </a:spcAft>
              <a:defRPr/>
            </a:pPr>
            <a:endParaRPr lang="zh-CN" altLang="en-US" sz="1015" kern="0">
              <a:solidFill>
                <a:prstClr val="white"/>
              </a:solidFill>
              <a:latin typeface="Calibri" panose="020F0502020204030204"/>
              <a:ea typeface="微软雅黑" panose="020B0503020204020204" pitchFamily="34" charset="-122"/>
            </a:endParaRPr>
          </a:p>
        </p:txBody>
      </p:sp>
      <p:sp>
        <p:nvSpPr>
          <p:cNvPr id="7173" name="Freeform 6"/>
          <p:cNvSpPr/>
          <p:nvPr/>
        </p:nvSpPr>
        <p:spPr bwMode="auto">
          <a:xfrm>
            <a:off x="5049838" y="0"/>
            <a:ext cx="9418637" cy="5516563"/>
          </a:xfrm>
          <a:custGeom>
            <a:avLst/>
            <a:gdLst>
              <a:gd name="T0" fmla="*/ 0 w 4597"/>
              <a:gd name="T1" fmla="*/ 0 h 2298"/>
              <a:gd name="T2" fmla="*/ 2147483646 w 4597"/>
              <a:gd name="T3" fmla="*/ 0 h 2298"/>
              <a:gd name="T4" fmla="*/ 2147483646 w 4597"/>
              <a:gd name="T5" fmla="*/ 2147483646 h 2298"/>
              <a:gd name="T6" fmla="*/ 2147483646 w 4597"/>
              <a:gd name="T7" fmla="*/ 2147483646 h 2298"/>
              <a:gd name="T8" fmla="*/ 0 w 4597"/>
              <a:gd name="T9" fmla="*/ 0 h 2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97" h="2298">
                <a:moveTo>
                  <a:pt x="0" y="0"/>
                </a:moveTo>
                <a:lnTo>
                  <a:pt x="4597" y="0"/>
                </a:lnTo>
                <a:lnTo>
                  <a:pt x="2328" y="2266"/>
                </a:lnTo>
                <a:lnTo>
                  <a:pt x="2299" y="2298"/>
                </a:lnTo>
                <a:lnTo>
                  <a:pt x="0" y="0"/>
                </a:lnTo>
                <a:close/>
              </a:path>
            </a:pathLst>
          </a:custGeom>
          <a:solidFill>
            <a:srgbClr val="0076C0"/>
          </a:solidFill>
          <a:ln>
            <a:noFill/>
          </a:ln>
          <a:extLst>
            <a:ext uri="{91240B29-F687-4F45-9708-019B960494DF}">
              <a14:hiddenLine xmlns:a14="http://schemas.microsoft.com/office/drawing/2010/main" w="0">
                <a:solidFill>
                  <a:srgbClr val="000000"/>
                </a:solidFill>
                <a:prstDash val="solid"/>
                <a:round/>
              </a14:hiddenLine>
            </a:ext>
          </a:extLst>
        </p:spPr>
        <p:txBody>
          <a:bodyPr lIns="128580" tIns="64290" rIns="128580" bIns="64290"/>
          <a:lstStyle/>
          <a:p>
            <a:endParaRPr lang="zh-CN" altLang="en-US"/>
          </a:p>
        </p:txBody>
      </p:sp>
      <p:sp>
        <p:nvSpPr>
          <p:cNvPr id="7174" name="Freeform 7"/>
          <p:cNvSpPr/>
          <p:nvPr/>
        </p:nvSpPr>
        <p:spPr bwMode="auto">
          <a:xfrm>
            <a:off x="9825038" y="2952750"/>
            <a:ext cx="2366962" cy="3898900"/>
          </a:xfrm>
          <a:custGeom>
            <a:avLst/>
            <a:gdLst>
              <a:gd name="T0" fmla="*/ 2147483646 w 2261"/>
              <a:gd name="T1" fmla="*/ 0 h 3145"/>
              <a:gd name="T2" fmla="*/ 2147483646 w 2261"/>
              <a:gd name="T3" fmla="*/ 2147483646 h 3145"/>
              <a:gd name="T4" fmla="*/ 2147483646 w 2261"/>
              <a:gd name="T5" fmla="*/ 2147483646 h 3145"/>
              <a:gd name="T6" fmla="*/ 0 w 2261"/>
              <a:gd name="T7" fmla="*/ 2147483646 h 3145"/>
              <a:gd name="T8" fmla="*/ 2147483646 w 2261"/>
              <a:gd name="T9" fmla="*/ 0 h 3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61" h="3145">
                <a:moveTo>
                  <a:pt x="2261" y="0"/>
                </a:moveTo>
                <a:lnTo>
                  <a:pt x="2261" y="3145"/>
                </a:lnTo>
                <a:lnTo>
                  <a:pt x="883" y="3145"/>
                </a:lnTo>
                <a:lnTo>
                  <a:pt x="0" y="2260"/>
                </a:lnTo>
                <a:lnTo>
                  <a:pt x="2261" y="0"/>
                </a:lnTo>
                <a:close/>
              </a:path>
            </a:pathLst>
          </a:custGeom>
          <a:blipFill dpi="0" rotWithShape="1">
            <a:blip r:embed="rId1" cstate="print">
              <a:grayscl/>
            </a:blip>
            <a:srcRect/>
            <a:stretch>
              <a:fillRect/>
            </a:stretch>
          </a:blipFill>
          <a:ln>
            <a:noFill/>
          </a:ln>
          <a:extLst>
            <a:ext uri="{91240B29-F687-4F45-9708-019B960494DF}">
              <a14:hiddenLine xmlns:a14="http://schemas.microsoft.com/office/drawing/2010/main" w="0">
                <a:solidFill>
                  <a:srgbClr val="000000"/>
                </a:solidFill>
                <a:prstDash val="solid"/>
                <a:round/>
              </a14:hiddenLine>
            </a:ext>
          </a:extLst>
        </p:spPr>
        <p:txBody>
          <a:bodyPr lIns="128580" tIns="64290" rIns="128580" bIns="64290"/>
          <a:lstStyle/>
          <a:p>
            <a:endParaRPr lang="zh-CN" altLang="en-US"/>
          </a:p>
        </p:txBody>
      </p:sp>
      <p:sp>
        <p:nvSpPr>
          <p:cNvPr id="7175" name="Freeform 8"/>
          <p:cNvSpPr/>
          <p:nvPr/>
        </p:nvSpPr>
        <p:spPr bwMode="auto">
          <a:xfrm>
            <a:off x="8759825" y="5680075"/>
            <a:ext cx="1944688" cy="1201738"/>
          </a:xfrm>
          <a:custGeom>
            <a:avLst/>
            <a:gdLst>
              <a:gd name="T0" fmla="*/ 2147483646 w 1679"/>
              <a:gd name="T1" fmla="*/ 0 h 839"/>
              <a:gd name="T2" fmla="*/ 2147483646 w 1679"/>
              <a:gd name="T3" fmla="*/ 2147483646 h 839"/>
              <a:gd name="T4" fmla="*/ 0 w 1679"/>
              <a:gd name="T5" fmla="*/ 2147483646 h 839"/>
              <a:gd name="T6" fmla="*/ 2147483646 w 1679"/>
              <a:gd name="T7" fmla="*/ 0 h 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9" h="839">
                <a:moveTo>
                  <a:pt x="839" y="0"/>
                </a:moveTo>
                <a:lnTo>
                  <a:pt x="1679" y="839"/>
                </a:lnTo>
                <a:lnTo>
                  <a:pt x="0" y="839"/>
                </a:lnTo>
                <a:lnTo>
                  <a:pt x="839" y="0"/>
                </a:lnTo>
                <a:close/>
              </a:path>
            </a:pathLst>
          </a:custGeom>
          <a:blipFill dpi="0" rotWithShape="1">
            <a:blip r:embed="rId2" cstate="print">
              <a:grayscl/>
            </a:blip>
            <a:srcRect/>
            <a:stretch>
              <a:fillRect/>
            </a:stretch>
          </a:blipFill>
          <a:ln>
            <a:noFill/>
          </a:ln>
          <a:extLst>
            <a:ext uri="{91240B29-F687-4F45-9708-019B960494DF}">
              <a14:hiddenLine xmlns:a14="http://schemas.microsoft.com/office/drawing/2010/main" w="0">
                <a:solidFill>
                  <a:srgbClr val="000000"/>
                </a:solidFill>
                <a:prstDash val="solid"/>
                <a:round/>
              </a14:hiddenLine>
            </a:ext>
          </a:extLst>
        </p:spPr>
        <p:txBody>
          <a:bodyPr lIns="128580" tIns="64290" rIns="128580" bIns="64290"/>
          <a:lstStyle/>
          <a:p>
            <a:endParaRPr lang="zh-CN" altLang="en-US"/>
          </a:p>
        </p:txBody>
      </p:sp>
      <p:sp>
        <p:nvSpPr>
          <p:cNvPr id="7176" name="Freeform 8"/>
          <p:cNvSpPr/>
          <p:nvPr/>
        </p:nvSpPr>
        <p:spPr bwMode="auto">
          <a:xfrm>
            <a:off x="8940800" y="5845175"/>
            <a:ext cx="1584325" cy="989013"/>
          </a:xfrm>
          <a:custGeom>
            <a:avLst/>
            <a:gdLst>
              <a:gd name="T0" fmla="*/ 2147483646 w 1679"/>
              <a:gd name="T1" fmla="*/ 0 h 839"/>
              <a:gd name="T2" fmla="*/ 2147483646 w 1679"/>
              <a:gd name="T3" fmla="*/ 2147483646 h 839"/>
              <a:gd name="T4" fmla="*/ 0 w 1679"/>
              <a:gd name="T5" fmla="*/ 2147483646 h 839"/>
              <a:gd name="T6" fmla="*/ 2147483646 w 1679"/>
              <a:gd name="T7" fmla="*/ 0 h 8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9" h="839">
                <a:moveTo>
                  <a:pt x="839" y="0"/>
                </a:moveTo>
                <a:lnTo>
                  <a:pt x="1679" y="839"/>
                </a:lnTo>
                <a:lnTo>
                  <a:pt x="0" y="839"/>
                </a:lnTo>
                <a:lnTo>
                  <a:pt x="839" y="0"/>
                </a:lnTo>
                <a:close/>
              </a:path>
            </a:pathLst>
          </a:custGeom>
          <a:solidFill>
            <a:srgbClr val="55B651">
              <a:alpha val="69803"/>
            </a:srgbClr>
          </a:solidFill>
          <a:ln>
            <a:noFill/>
          </a:ln>
          <a:extLst>
            <a:ext uri="{91240B29-F687-4F45-9708-019B960494DF}">
              <a14:hiddenLine xmlns:a14="http://schemas.microsoft.com/office/drawing/2010/main" w="0">
                <a:solidFill>
                  <a:srgbClr val="000000"/>
                </a:solidFill>
                <a:prstDash val="solid"/>
                <a:round/>
              </a14:hiddenLine>
            </a:ext>
          </a:extLst>
        </p:spPr>
        <p:txBody>
          <a:bodyPr lIns="128580" tIns="64290" rIns="128580" bIns="64290"/>
          <a:lstStyle/>
          <a:p>
            <a:endParaRPr lang="zh-CN" altLang="en-US"/>
          </a:p>
        </p:txBody>
      </p:sp>
      <p:pic>
        <p:nvPicPr>
          <p:cNvPr id="7177" name="图片 2" descr="OQAAAB+LCAAAAAAABACrVlIpqSxIVbJSCs5NLCpxyUxML0rM9SxJzVXSUfJMUbLKK83J0VFyysxLycxLdy/KLy0oVrKKjq0FALpUkis5AAAA"/>
          <p:cNvPicPr>
            <a:picLocks noChangeAspect="1"/>
          </p:cNvPicPr>
          <p:nvPr/>
        </p:nvPicPr>
        <p:blipFill>
          <a:blip r:embed="rId3" cstate="print">
            <a:lum bright="70000" contrast="-70000"/>
            <a:extLst>
              <a:ext uri="{28A0092B-C50C-407E-A947-70E740481C1C}">
                <a14:useLocalDpi xmlns:a14="http://schemas.microsoft.com/office/drawing/2010/main" val="0"/>
              </a:ext>
            </a:extLst>
          </a:blip>
          <a:srcRect l="74545" t="-864" r="5280" b="76511"/>
          <a:stretch>
            <a:fillRect/>
          </a:stretch>
        </p:blipFill>
        <p:spPr bwMode="auto">
          <a:xfrm>
            <a:off x="7769225" y="328613"/>
            <a:ext cx="381635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图片 4" descr="OQAAAB+LCAAAAAAABACrVlIpqSxIVbJSCs5NLCpxyUxML0rM9SxJzVXSUfJMUbLKK83J0VFyysxLycxLdy/KLy0oVrKKjq0FALpUkis5AAAA"/>
          <p:cNvPicPr>
            <a:picLocks noChangeAspect="1"/>
          </p:cNvPicPr>
          <p:nvPr/>
        </p:nvPicPr>
        <p:blipFill>
          <a:blip r:embed="rId4" cstate="print">
            <a:extLst>
              <a:ext uri="{28A0092B-C50C-407E-A947-70E740481C1C}">
                <a14:useLocalDpi xmlns:a14="http://schemas.microsoft.com/office/drawing/2010/main" val="0"/>
              </a:ext>
            </a:extLst>
          </a:blip>
          <a:srcRect l="3906" t="4727" r="43156" b="81598"/>
          <a:stretch>
            <a:fillRect/>
          </a:stretch>
        </p:blipFill>
        <p:spPr bwMode="auto">
          <a:xfrm>
            <a:off x="-168275" y="6154738"/>
            <a:ext cx="374332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TextBox 27"/>
          <p:cNvSpPr txBox="1"/>
          <p:nvPr/>
        </p:nvSpPr>
        <p:spPr>
          <a:xfrm>
            <a:off x="119380" y="2708910"/>
            <a:ext cx="7527290" cy="1322070"/>
          </a:xfrm>
          <a:prstGeom prst="rect">
            <a:avLst/>
          </a:prstGeom>
          <a:noFill/>
        </p:spPr>
        <p:txBody>
          <a:bodyPr wrap="square">
            <a:spAutoFit/>
          </a:bodyPr>
          <a:lstStyle/>
          <a:p>
            <a:pPr algn="ctr">
              <a:defRPr/>
            </a:pPr>
            <a:r>
              <a:rPr sz="4000" b="1" smtClean="0">
                <a:solidFill>
                  <a:schemeClr val="tx1">
                    <a:lumMod val="75000"/>
                    <a:lumOff val="25000"/>
                  </a:schemeClr>
                </a:solidFill>
                <a:latin typeface="微软雅黑" panose="020B0503020204020204" pitchFamily="34" charset="-122"/>
                <a:ea typeface="微软雅黑" panose="020B0503020204020204" pitchFamily="34" charset="-122"/>
              </a:rPr>
              <a:t>省间中长期市场运营</a:t>
            </a:r>
            <a:r>
              <a:rPr lang="zh-CN" sz="4000" b="1" smtClean="0">
                <a:solidFill>
                  <a:schemeClr val="tx1">
                    <a:lumMod val="75000"/>
                    <a:lumOff val="25000"/>
                  </a:schemeClr>
                </a:solidFill>
                <a:latin typeface="微软雅黑" panose="020B0503020204020204" pitchFamily="34" charset="-122"/>
                <a:ea typeface="微软雅黑" panose="020B0503020204020204" pitchFamily="34" charset="-122"/>
              </a:rPr>
              <a:t>实践</a:t>
            </a:r>
            <a:endParaRPr sz="4000" b="1"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defRPr/>
            </a:pPr>
            <a:endParaRPr lang="en-US" altLang="zh-CN" sz="4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pPr>
              <a:defRPr/>
            </a:pPr>
            <a:fld id="{880D62B8-2753-4A54-8E07-82B461590908}"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cxnSp>
        <p:nvCxnSpPr>
          <p:cNvPr id="42" name="直接连接符 41"/>
          <p:cNvCxnSpPr/>
          <p:nvPr/>
        </p:nvCxnSpPr>
        <p:spPr>
          <a:xfrm>
            <a:off x="4726273" y="2020978"/>
            <a:ext cx="708236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239008" y="857232"/>
            <a:ext cx="4263668" cy="1015663"/>
          </a:xfrm>
          <a:prstGeom prst="rect">
            <a:avLst/>
          </a:prstGeom>
          <a:noFill/>
        </p:spPr>
        <p:txBody>
          <a:bodyPr wrap="square" rtlCol="0">
            <a:spAutoFit/>
          </a:bodyPr>
          <a:lstStyle/>
          <a:p>
            <a:pPr algn="r"/>
            <a:r>
              <a:rPr lang="zh-CN" altLang="en-US" sz="4000" dirty="0">
                <a:latin typeface="华文琥珀" panose="02010800040101010101" pitchFamily="2" charset="-122"/>
                <a:ea typeface="华文琥珀" panose="02010800040101010101" pitchFamily="2" charset="-122"/>
              </a:rPr>
              <a:t>目 录</a:t>
            </a:r>
            <a:endParaRPr lang="en-US" altLang="zh-CN" sz="4000" dirty="0">
              <a:latin typeface="华文琥珀" panose="02010800040101010101" pitchFamily="2" charset="-122"/>
              <a:ea typeface="华文琥珀" panose="02010800040101010101" pitchFamily="2" charset="-122"/>
            </a:endParaRPr>
          </a:p>
          <a:p>
            <a:pPr algn="r"/>
            <a:r>
              <a:rPr lang="en-US" altLang="zh-CN" sz="2000" dirty="0">
                <a:latin typeface="华文琥珀" panose="02010800040101010101" pitchFamily="2" charset="-122"/>
                <a:ea typeface="华文琥珀" panose="02010800040101010101" pitchFamily="2" charset="-122"/>
              </a:rPr>
              <a:t>CONTENTS</a:t>
            </a:r>
            <a:endParaRPr lang="zh-CN" altLang="en-US" sz="2000" dirty="0">
              <a:latin typeface="华文琥珀" panose="02010800040101010101" pitchFamily="2" charset="-122"/>
              <a:ea typeface="华文琥珀" panose="02010800040101010101" pitchFamily="2" charset="-122"/>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8824" t="12118" r="29512" b="1801"/>
          <a:stretch>
            <a:fillRect/>
          </a:stretch>
        </p:blipFill>
        <p:spPr>
          <a:xfrm>
            <a:off x="407670" y="1629410"/>
            <a:ext cx="3808730" cy="4231640"/>
          </a:xfrm>
          <a:prstGeom prst="rect">
            <a:avLst/>
          </a:prstGeom>
          <a:blipFill dpi="0" rotWithShape="1">
            <a:blip r:embed="rId2" cstate="print"/>
            <a:srcRect/>
            <a:tile tx="-1022350" ty="0" sx="100000" sy="100000" flip="none" algn="tl"/>
          </a:blipFill>
          <a:ln w="76200">
            <a:solidFill>
              <a:srgbClr val="F2F2F2"/>
            </a:solidFill>
          </a:ln>
        </p:spPr>
      </p:pic>
      <p:grpSp>
        <p:nvGrpSpPr>
          <p:cNvPr id="2" name="Group 49"/>
          <p:cNvGrpSpPr/>
          <p:nvPr>
            <p:custDataLst>
              <p:tags r:id="rId3"/>
            </p:custDataLst>
          </p:nvPr>
        </p:nvGrpSpPr>
        <p:grpSpPr bwMode="auto">
          <a:xfrm>
            <a:off x="4732476" y="2378415"/>
            <a:ext cx="7082367" cy="571500"/>
            <a:chOff x="1213" y="1701"/>
            <a:chExt cx="3346" cy="360"/>
          </a:xfrm>
        </p:grpSpPr>
        <p:sp>
          <p:nvSpPr>
            <p:cNvPr id="6" name="AutoShape 5"/>
            <p:cNvSpPr>
              <a:spLocks noChangeArrowheads="1"/>
            </p:cNvSpPr>
            <p:nvPr>
              <p:custDataLst>
                <p:tags r:id="rId4"/>
              </p:custDataLst>
            </p:nvPr>
          </p:nvSpPr>
          <p:spPr bwMode="gray">
            <a:xfrm>
              <a:off x="1213" y="1756"/>
              <a:ext cx="3346" cy="288"/>
            </a:xfrm>
            <a:prstGeom prst="roundRect">
              <a:avLst>
                <a:gd name="adj" fmla="val 7292"/>
              </a:avLst>
            </a:prstGeom>
            <a:gradFill rotWithShape="1">
              <a:gsLst>
                <a:gs pos="0">
                  <a:srgbClr val="35ADE3">
                    <a:gamma/>
                    <a:shade val="47451"/>
                    <a:invGamma/>
                  </a:srgbClr>
                </a:gs>
                <a:gs pos="100000">
                  <a:srgbClr val="35ADE3"/>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Text Box 7"/>
            <p:cNvSpPr txBox="1">
              <a:spLocks noChangeArrowheads="1"/>
            </p:cNvSpPr>
            <p:nvPr>
              <p:custDataLst>
                <p:tags r:id="rId5"/>
              </p:custDataLst>
            </p:nvPr>
          </p:nvSpPr>
          <p:spPr bwMode="white">
            <a:xfrm>
              <a:off x="1680" y="1701"/>
              <a:ext cx="2589"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sz="2400" b="1" dirty="0">
                  <a:solidFill>
                    <a:schemeClr val="bg1"/>
                  </a:solidFill>
                  <a:latin typeface="微软雅黑" panose="020B0503020204020204" pitchFamily="34" charset="-122"/>
                  <a:ea typeface="微软雅黑" panose="020B0503020204020204" pitchFamily="34" charset="-122"/>
                </a:rPr>
                <a:t>省间中长期市场建设基本情况</a:t>
              </a:r>
              <a:endParaRPr lang="zh-CN" sz="2400" b="1" dirty="0">
                <a:solidFill>
                  <a:schemeClr val="bg1"/>
                </a:solidFill>
                <a:latin typeface="微软雅黑" panose="020B0503020204020204" pitchFamily="34" charset="-122"/>
                <a:ea typeface="微软雅黑" panose="020B0503020204020204" pitchFamily="34" charset="-122"/>
              </a:endParaRPr>
            </a:p>
          </p:txBody>
        </p:sp>
        <p:grpSp>
          <p:nvGrpSpPr>
            <p:cNvPr id="10" name="Group 8"/>
            <p:cNvGrpSpPr/>
            <p:nvPr/>
          </p:nvGrpSpPr>
          <p:grpSpPr bwMode="auto">
            <a:xfrm>
              <a:off x="1355" y="1758"/>
              <a:ext cx="270" cy="270"/>
              <a:chOff x="4166" y="1706"/>
              <a:chExt cx="1252" cy="1252"/>
            </a:xfrm>
          </p:grpSpPr>
          <p:sp>
            <p:nvSpPr>
              <p:cNvPr id="12" name="Oval 9"/>
              <p:cNvSpPr>
                <a:spLocks noChangeArrowheads="1"/>
              </p:cNvSpPr>
              <p:nvPr>
                <p:custDataLst>
                  <p:tags r:id="rId6"/>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Oval 10"/>
              <p:cNvSpPr>
                <a:spLocks noChangeArrowheads="1"/>
              </p:cNvSpPr>
              <p:nvPr>
                <p:custDataLst>
                  <p:tags r:id="rId7"/>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Oval 11"/>
              <p:cNvSpPr>
                <a:spLocks noChangeArrowheads="1"/>
              </p:cNvSpPr>
              <p:nvPr>
                <p:custDataLst>
                  <p:tags r:id="rId8"/>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5" name="Oval 12"/>
              <p:cNvSpPr>
                <a:spLocks noChangeArrowheads="1"/>
              </p:cNvSpPr>
              <p:nvPr>
                <p:custDataLst>
                  <p:tags r:id="rId9"/>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11" name="Text Box 13"/>
            <p:cNvSpPr txBox="1">
              <a:spLocks noChangeArrowheads="1"/>
            </p:cNvSpPr>
            <p:nvPr>
              <p:custDataLst>
                <p:tags r:id="rId10"/>
              </p:custDataLst>
            </p:nvPr>
          </p:nvSpPr>
          <p:spPr bwMode="auto">
            <a:xfrm>
              <a:off x="1364" y="174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8" name="Group 48"/>
          <p:cNvGrpSpPr/>
          <p:nvPr>
            <p:custDataLst>
              <p:tags r:id="rId11"/>
            </p:custDataLst>
          </p:nvPr>
        </p:nvGrpSpPr>
        <p:grpSpPr bwMode="auto">
          <a:xfrm>
            <a:off x="4726126" y="3285381"/>
            <a:ext cx="7082367" cy="571501"/>
            <a:chOff x="1214" y="2184"/>
            <a:chExt cx="3346" cy="360"/>
          </a:xfrm>
        </p:grpSpPr>
        <p:sp>
          <p:nvSpPr>
            <p:cNvPr id="22" name="AutoShape 15"/>
            <p:cNvSpPr>
              <a:spLocks noChangeArrowheads="1"/>
            </p:cNvSpPr>
            <p:nvPr>
              <p:custDataLst>
                <p:tags r:id="rId12"/>
              </p:custDataLst>
            </p:nvPr>
          </p:nvSpPr>
          <p:spPr bwMode="gray">
            <a:xfrm>
              <a:off x="1214" y="2249"/>
              <a:ext cx="3346" cy="288"/>
            </a:xfrm>
            <a:prstGeom prst="roundRect">
              <a:avLst>
                <a:gd name="adj" fmla="val 7292"/>
              </a:avLst>
            </a:prstGeom>
            <a:gradFill rotWithShape="1">
              <a:gsLst>
                <a:gs pos="0">
                  <a:srgbClr val="DE608D">
                    <a:gamma/>
                    <a:shade val="44314"/>
                    <a:invGamma/>
                  </a:srgbClr>
                </a:gs>
                <a:gs pos="100000">
                  <a:srgbClr val="DE608D"/>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Text Box 17"/>
            <p:cNvSpPr txBox="1">
              <a:spLocks noChangeArrowheads="1"/>
            </p:cNvSpPr>
            <p:nvPr>
              <p:custDataLst>
                <p:tags r:id="rId13"/>
              </p:custDataLst>
            </p:nvPr>
          </p:nvSpPr>
          <p:spPr bwMode="white">
            <a:xfrm>
              <a:off x="1667" y="2184"/>
              <a:ext cx="2547"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省间中长期市场运营方式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24" name="Group 18"/>
            <p:cNvGrpSpPr/>
            <p:nvPr/>
          </p:nvGrpSpPr>
          <p:grpSpPr bwMode="auto">
            <a:xfrm>
              <a:off x="1342" y="2251"/>
              <a:ext cx="270" cy="270"/>
              <a:chOff x="4166" y="1706"/>
              <a:chExt cx="1252" cy="1252"/>
            </a:xfrm>
          </p:grpSpPr>
          <p:sp>
            <p:nvSpPr>
              <p:cNvPr id="25" name="Oval 19"/>
              <p:cNvSpPr>
                <a:spLocks noChangeArrowheads="1"/>
              </p:cNvSpPr>
              <p:nvPr>
                <p:custDataLst>
                  <p:tags r:id="rId14"/>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 name="Oval 20"/>
              <p:cNvSpPr>
                <a:spLocks noChangeArrowheads="1"/>
              </p:cNvSpPr>
              <p:nvPr>
                <p:custDataLst>
                  <p:tags r:id="rId15"/>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 name="Oval 21"/>
              <p:cNvSpPr>
                <a:spLocks noChangeArrowheads="1"/>
              </p:cNvSpPr>
              <p:nvPr>
                <p:custDataLst>
                  <p:tags r:id="rId16"/>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Oval 22"/>
              <p:cNvSpPr>
                <a:spLocks noChangeArrowheads="1"/>
              </p:cNvSpPr>
              <p:nvPr>
                <p:custDataLst>
                  <p:tags r:id="rId17"/>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1" name="Text Box 23"/>
            <p:cNvSpPr txBox="1">
              <a:spLocks noChangeArrowheads="1"/>
            </p:cNvSpPr>
            <p:nvPr>
              <p:custDataLst>
                <p:tags r:id="rId18"/>
              </p:custDataLst>
            </p:nvPr>
          </p:nvSpPr>
          <p:spPr bwMode="auto">
            <a:xfrm>
              <a:off x="1351" y="2241"/>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32" name="Group 47"/>
          <p:cNvGrpSpPr/>
          <p:nvPr>
            <p:custDataLst>
              <p:tags r:id="rId19"/>
            </p:custDataLst>
          </p:nvPr>
        </p:nvGrpSpPr>
        <p:grpSpPr bwMode="auto">
          <a:xfrm>
            <a:off x="4743906" y="4260927"/>
            <a:ext cx="7082367" cy="571499"/>
            <a:chOff x="1235" y="2713"/>
            <a:chExt cx="3346" cy="360"/>
          </a:xfrm>
        </p:grpSpPr>
        <p:sp>
          <p:nvSpPr>
            <p:cNvPr id="38" name="AutoShape 25"/>
            <p:cNvSpPr>
              <a:spLocks noChangeArrowheads="1"/>
            </p:cNvSpPr>
            <p:nvPr>
              <p:custDataLst>
                <p:tags r:id="rId20"/>
              </p:custDataLst>
            </p:nvPr>
          </p:nvSpPr>
          <p:spPr bwMode="gray">
            <a:xfrm>
              <a:off x="1235" y="2766"/>
              <a:ext cx="3346" cy="288"/>
            </a:xfrm>
            <a:prstGeom prst="roundRect">
              <a:avLst>
                <a:gd name="adj" fmla="val 7292"/>
              </a:avLst>
            </a:prstGeom>
            <a:gradFill rotWithShape="1">
              <a:gsLst>
                <a:gs pos="0">
                  <a:srgbClr val="14CD68"/>
                </a:gs>
                <a:gs pos="100000">
                  <a:srgbClr val="035C7D"/>
                </a:gs>
              </a:gsLst>
              <a:lin ang="5400000" scaled="0"/>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 name="Text Box 27"/>
            <p:cNvSpPr txBox="1">
              <a:spLocks noChangeArrowheads="1"/>
            </p:cNvSpPr>
            <p:nvPr>
              <p:custDataLst>
                <p:tags r:id="rId21"/>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省间中长期市场交易情况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34" name="Group 28"/>
            <p:cNvGrpSpPr/>
            <p:nvPr/>
          </p:nvGrpSpPr>
          <p:grpSpPr bwMode="auto">
            <a:xfrm>
              <a:off x="1363" y="2775"/>
              <a:ext cx="270" cy="270"/>
              <a:chOff x="4166" y="1706"/>
              <a:chExt cx="1252" cy="1252"/>
            </a:xfrm>
          </p:grpSpPr>
          <p:sp>
            <p:nvSpPr>
              <p:cNvPr id="35" name="Oval 29"/>
              <p:cNvSpPr>
                <a:spLocks noChangeArrowheads="1"/>
              </p:cNvSpPr>
              <p:nvPr>
                <p:custDataLst>
                  <p:tags r:id="rId22"/>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 name="Oval 30"/>
              <p:cNvSpPr>
                <a:spLocks noChangeArrowheads="1"/>
              </p:cNvSpPr>
              <p:nvPr>
                <p:custDataLst>
                  <p:tags r:id="rId23"/>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 name="Oval 31"/>
              <p:cNvSpPr>
                <a:spLocks noChangeArrowheads="1"/>
              </p:cNvSpPr>
              <p:nvPr>
                <p:custDataLst>
                  <p:tags r:id="rId24"/>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 name="Oval 32"/>
              <p:cNvSpPr>
                <a:spLocks noChangeArrowheads="1"/>
              </p:cNvSpPr>
              <p:nvPr>
                <p:custDataLst>
                  <p:tags r:id="rId25"/>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1" name="Text Box 33"/>
            <p:cNvSpPr txBox="1">
              <a:spLocks noChangeArrowheads="1"/>
            </p:cNvSpPr>
            <p:nvPr>
              <p:custDataLst>
                <p:tags r:id="rId26"/>
              </p:custDataLst>
            </p:nvPr>
          </p:nvSpPr>
          <p:spPr bwMode="auto">
            <a:xfrm>
              <a:off x="1372" y="2765"/>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3</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43" name="îṩḷídé"/>
          <p:cNvSpPr/>
          <p:nvPr>
            <p:custDataLst>
              <p:tags r:id="rId27"/>
            </p:custDataLst>
          </p:nvPr>
        </p:nvSpPr>
        <p:spPr bwMode="gray">
          <a:xfrm>
            <a:off x="4454277" y="2542066"/>
            <a:ext cx="272048" cy="323966"/>
          </a:xfrm>
          <a:prstGeom prst="chevron">
            <a:avLst/>
          </a:prstGeom>
          <a:gradFill rotWithShape="1">
            <a:gsLst>
              <a:gs pos="0">
                <a:srgbClr val="35ADE3">
                  <a:gamma/>
                  <a:shade val="47451"/>
                  <a:invGamma/>
                </a:srgbClr>
              </a:gs>
              <a:gs pos="100000">
                <a:srgbClr val="35ADE3"/>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rtlCol="0" anchor="ctr">
            <a:noAutofit/>
          </a:bodyPr>
          <a:lstStyle/>
          <a:p>
            <a:pPr lvl="0" algn="l" defTabSz="914400" eaLnBrk="1" hangingPunct="1">
              <a:buClrTx/>
              <a:buSzTx/>
              <a:buFontTx/>
              <a:defRPr/>
            </a:pPr>
            <a:endParaRPr lang="zh-CN" altLang="en-US" sz="1800" kern="0" noProof="0">
              <a:ln>
                <a:noFill/>
              </a:ln>
              <a:solidFill>
                <a:srgbClr val="000000"/>
              </a:solidFill>
              <a:effectLst/>
              <a:uLnTx/>
              <a:uFillTx/>
              <a:latin typeface="Arial" panose="020B0604020202020204" pitchFamily="34" charset="0"/>
              <a:sym typeface="+mn-ea"/>
            </a:endParaRPr>
          </a:p>
        </p:txBody>
      </p:sp>
      <p:grpSp>
        <p:nvGrpSpPr>
          <p:cNvPr id="4" name="Group 47"/>
          <p:cNvGrpSpPr/>
          <p:nvPr>
            <p:custDataLst>
              <p:tags r:id="rId28"/>
            </p:custDataLst>
          </p:nvPr>
        </p:nvGrpSpPr>
        <p:grpSpPr bwMode="auto">
          <a:xfrm>
            <a:off x="4726126" y="5184852"/>
            <a:ext cx="7082367" cy="571499"/>
            <a:chOff x="1235" y="2713"/>
            <a:chExt cx="3346" cy="360"/>
          </a:xfrm>
        </p:grpSpPr>
        <p:sp>
          <p:nvSpPr>
            <p:cNvPr id="7" name="AutoShape 25"/>
            <p:cNvSpPr>
              <a:spLocks noChangeArrowheads="1"/>
            </p:cNvSpPr>
            <p:nvPr>
              <p:custDataLst>
                <p:tags r:id="rId29"/>
              </p:custDataLst>
            </p:nvPr>
          </p:nvSpPr>
          <p:spPr bwMode="gray">
            <a:xfrm>
              <a:off x="1235" y="2766"/>
              <a:ext cx="3346" cy="288"/>
            </a:xfrm>
            <a:prstGeom prst="roundRect">
              <a:avLst>
                <a:gd name="adj" fmla="val 7292"/>
              </a:avLst>
            </a:prstGeom>
            <a:gradFill rotWithShape="1">
              <a:gsLst>
                <a:gs pos="0">
                  <a:srgbClr val="99CC00">
                    <a:gamma/>
                    <a:shade val="44314"/>
                    <a:invGamma/>
                  </a:srgbClr>
                </a:gs>
                <a:gs pos="100000">
                  <a:srgbClr val="99CC00"/>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9" name="Text Box 27"/>
            <p:cNvSpPr txBox="1">
              <a:spLocks noChangeArrowheads="1"/>
            </p:cNvSpPr>
            <p:nvPr>
              <p:custDataLst>
                <p:tags r:id="rId30"/>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省间中长期市场有关问题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16" name="Group 28"/>
            <p:cNvGrpSpPr/>
            <p:nvPr/>
          </p:nvGrpSpPr>
          <p:grpSpPr bwMode="auto">
            <a:xfrm>
              <a:off x="1363" y="2775"/>
              <a:ext cx="270" cy="270"/>
              <a:chOff x="4166" y="1706"/>
              <a:chExt cx="1252" cy="1252"/>
            </a:xfrm>
          </p:grpSpPr>
          <p:sp>
            <p:nvSpPr>
              <p:cNvPr id="17" name="Oval 29"/>
              <p:cNvSpPr>
                <a:spLocks noChangeArrowheads="1"/>
              </p:cNvSpPr>
              <p:nvPr>
                <p:custDataLst>
                  <p:tags r:id="rId31"/>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 name="Oval 30"/>
              <p:cNvSpPr>
                <a:spLocks noChangeArrowheads="1"/>
              </p:cNvSpPr>
              <p:nvPr>
                <p:custDataLst>
                  <p:tags r:id="rId32"/>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 name="Oval 31"/>
              <p:cNvSpPr>
                <a:spLocks noChangeArrowheads="1"/>
              </p:cNvSpPr>
              <p:nvPr>
                <p:custDataLst>
                  <p:tags r:id="rId33"/>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Oval 32"/>
              <p:cNvSpPr>
                <a:spLocks noChangeArrowheads="1"/>
              </p:cNvSpPr>
              <p:nvPr>
                <p:custDataLst>
                  <p:tags r:id="rId34"/>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7" name="Text Box 33"/>
            <p:cNvSpPr txBox="1">
              <a:spLocks noChangeArrowheads="1"/>
            </p:cNvSpPr>
            <p:nvPr>
              <p:custDataLst>
                <p:tags r:id="rId35"/>
              </p:custDataLst>
            </p:nvPr>
          </p:nvSpPr>
          <p:spPr bwMode="auto">
            <a:xfrm>
              <a:off x="1372" y="2765"/>
              <a:ext cx="25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4</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191724" y="116340"/>
            <a:ext cx="10465163" cy="521970"/>
          </a:xfrm>
          <a:prstGeom prst="rect">
            <a:avLst/>
          </a:prstGeom>
          <a:noFill/>
        </p:spPr>
        <p:txBody>
          <a:bodyPr wrap="square" rtlCol="0">
            <a:spAutoFit/>
          </a:bodyPr>
          <a:lstStyle/>
          <a:p>
            <a:r>
              <a:rPr lang="en-US" altLang="zh-CN" sz="2800" b="1" dirty="0">
                <a:latin typeface="+mj-lt"/>
                <a:ea typeface="+mj-lt"/>
                <a:cs typeface="+mj-lt"/>
              </a:rPr>
              <a:t>1.</a:t>
            </a:r>
            <a:r>
              <a:rPr lang="zh-CN" altLang="en-US" sz="2800" b="1" dirty="0">
                <a:latin typeface="+mj-lt"/>
                <a:ea typeface="+mj-lt"/>
                <a:cs typeface="+mj-lt"/>
              </a:rPr>
              <a:t>我国能源资源禀赋决定了省间电力市场的基本形态</a:t>
            </a:r>
            <a:endParaRPr lang="zh-CN" altLang="en-US" sz="2800" b="1" dirty="0">
              <a:latin typeface="+mj-lt"/>
              <a:ea typeface="+mj-lt"/>
              <a:cs typeface="+mj-lt"/>
            </a:endParaRPr>
          </a:p>
        </p:txBody>
      </p:sp>
      <p:sp>
        <p:nvSpPr>
          <p:cNvPr id="12" name="文本框 11"/>
          <p:cNvSpPr txBox="1"/>
          <p:nvPr/>
        </p:nvSpPr>
        <p:spPr>
          <a:xfrm>
            <a:off x="479425" y="836930"/>
            <a:ext cx="11138535" cy="1308735"/>
          </a:xfrm>
          <a:prstGeom prst="rect">
            <a:avLst/>
          </a:prstGeom>
          <a:noFill/>
        </p:spPr>
        <p:txBody>
          <a:bodyPr wrap="square" rtlCol="0" anchor="t">
            <a:spAutoFit/>
          </a:bodyPr>
          <a:lstStyle/>
          <a:p>
            <a:pPr marL="342900" lvl="8" indent="-342900" algn="just" eaLnBrk="0" fontAlgn="base" hangingPunct="0">
              <a:lnSpc>
                <a:spcPct val="120000"/>
              </a:lnSpc>
              <a:buClrTx/>
              <a:buSzTx/>
              <a:buFont typeface="Wingdings" panose="05000000000000000000" charset="0"/>
              <a:buChar char="l"/>
            </a:pPr>
            <a:r>
              <a:rPr lang="zh-CN" sz="2200" dirty="0">
                <a:latin typeface="黑体" panose="02010609060101010101" charset="-122"/>
                <a:ea typeface="黑体" panose="02010609060101010101" charset="-122"/>
                <a:cs typeface="黑体" panose="02010609060101010101" charset="-122"/>
                <a:sym typeface="+mn-ea"/>
              </a:rPr>
              <a:t>从新能源开发的空间布局看，我国远距离大规模输电需求将长期存在，未来大电网仍将作为能源资源大范围优化配置的主要平台。</a:t>
            </a:r>
            <a:endParaRPr lang="zh-CN" sz="2200" dirty="0">
              <a:latin typeface="黑体" panose="02010609060101010101" charset="-122"/>
              <a:ea typeface="黑体" panose="02010609060101010101" charset="-122"/>
              <a:cs typeface="黑体" panose="02010609060101010101" charset="-122"/>
              <a:sym typeface="+mn-ea"/>
            </a:endParaRPr>
          </a:p>
          <a:p>
            <a:pPr marL="342900" lvl="8" indent="-342900" algn="just" eaLnBrk="0" fontAlgn="base" hangingPunct="0">
              <a:lnSpc>
                <a:spcPct val="120000"/>
              </a:lnSpc>
              <a:buClrTx/>
              <a:buSzTx/>
              <a:buFont typeface="Wingdings" panose="05000000000000000000" charset="0"/>
              <a:buChar char="l"/>
            </a:pPr>
            <a:r>
              <a:rPr lang="zh-CN" altLang="en-US" sz="2200" dirty="0">
                <a:latin typeface="黑体" panose="02010609060101010101" charset="-122"/>
                <a:ea typeface="黑体" panose="02010609060101010101" charset="-122"/>
                <a:cs typeface="黑体" panose="02010609060101010101" charset="-122"/>
                <a:sym typeface="+mn-ea"/>
              </a:rPr>
              <a:t>基于特高压交、直流电网的电力大规模跨区输送是国家电网的典型特征。</a:t>
            </a:r>
            <a:endParaRPr lang="zh-CN" altLang="en-US" sz="2200" dirty="0">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2"/>
          <a:stretch>
            <a:fillRect/>
          </a:stretch>
        </p:blipFill>
        <p:spPr>
          <a:xfrm>
            <a:off x="337185" y="2174240"/>
            <a:ext cx="6959600" cy="4635500"/>
          </a:xfrm>
          <a:prstGeom prst="rect">
            <a:avLst/>
          </a:prstGeom>
        </p:spPr>
      </p:pic>
      <p:grpSp>
        <p:nvGrpSpPr>
          <p:cNvPr id="19" name="组合 18"/>
          <p:cNvGrpSpPr/>
          <p:nvPr/>
        </p:nvGrpSpPr>
        <p:grpSpPr>
          <a:xfrm>
            <a:off x="6424930" y="5934075"/>
            <a:ext cx="746125" cy="885190"/>
            <a:chOff x="13477" y="8161"/>
            <a:chExt cx="1175" cy="1394"/>
          </a:xfrm>
        </p:grpSpPr>
        <p:sp>
          <p:nvSpPr>
            <p:cNvPr id="227" name="圆角矩形 327"/>
            <p:cNvSpPr/>
            <p:nvPr/>
          </p:nvSpPr>
          <p:spPr>
            <a:xfrm>
              <a:off x="13870" y="8393"/>
              <a:ext cx="783" cy="1163"/>
            </a:xfrm>
            <a:prstGeom prst="roundRect">
              <a:avLst>
                <a:gd name="adj" fmla="val 10303"/>
              </a:avLst>
            </a:prstGeom>
            <a:noFill/>
            <a:ln w="12700" cap="flat" cmpd="sng" algn="ctr">
              <a:solidFill>
                <a:sysClr val="window" lastClr="FFFFFF">
                  <a:lumMod val="95000"/>
                </a:sys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8" name="任意多边形 328"/>
            <p:cNvSpPr/>
            <p:nvPr/>
          </p:nvSpPr>
          <p:spPr>
            <a:xfrm>
              <a:off x="13928" y="8445"/>
              <a:ext cx="696" cy="1087"/>
            </a:xfrm>
            <a:custGeom>
              <a:avLst/>
              <a:gdLst>
                <a:gd name="connsiteX0" fmla="*/ 14965 w 830305"/>
                <a:gd name="connsiteY0" fmla="*/ 0 h 1111282"/>
                <a:gd name="connsiteX1" fmla="*/ 7345 w 830305"/>
                <a:gd name="connsiteY1" fmla="*/ 213360 h 1111282"/>
                <a:gd name="connsiteX2" fmla="*/ 106405 w 830305"/>
                <a:gd name="connsiteY2" fmla="*/ 381000 h 1111282"/>
                <a:gd name="connsiteX3" fmla="*/ 205465 w 830305"/>
                <a:gd name="connsiteY3" fmla="*/ 563880 h 1111282"/>
                <a:gd name="connsiteX4" fmla="*/ 144505 w 830305"/>
                <a:gd name="connsiteY4" fmla="*/ 906780 h 1111282"/>
                <a:gd name="connsiteX5" fmla="*/ 243565 w 830305"/>
                <a:gd name="connsiteY5" fmla="*/ 1089660 h 1111282"/>
                <a:gd name="connsiteX6" fmla="*/ 571225 w 830305"/>
                <a:gd name="connsiteY6" fmla="*/ 1059180 h 1111282"/>
                <a:gd name="connsiteX7" fmla="*/ 776965 w 830305"/>
                <a:gd name="connsiteY7" fmla="*/ 655320 h 1111282"/>
                <a:gd name="connsiteX8" fmla="*/ 754105 w 830305"/>
                <a:gd name="connsiteY8" fmla="*/ 281940 h 1111282"/>
                <a:gd name="connsiteX9" fmla="*/ 708385 w 830305"/>
                <a:gd name="connsiteY9" fmla="*/ 152400 h 1111282"/>
                <a:gd name="connsiteX10" fmla="*/ 830305 w 830305"/>
                <a:gd name="connsiteY10" fmla="*/ 22860 h 1111282"/>
                <a:gd name="connsiteX11" fmla="*/ 830305 w 830305"/>
                <a:gd name="connsiteY11" fmla="*/ 22860 h 1111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305" h="1111282">
                  <a:moveTo>
                    <a:pt x="14965" y="0"/>
                  </a:moveTo>
                  <a:cubicBezTo>
                    <a:pt x="3535" y="74930"/>
                    <a:pt x="-7895" y="149860"/>
                    <a:pt x="7345" y="213360"/>
                  </a:cubicBezTo>
                  <a:cubicBezTo>
                    <a:pt x="22585" y="276860"/>
                    <a:pt x="73385" y="322580"/>
                    <a:pt x="106405" y="381000"/>
                  </a:cubicBezTo>
                  <a:cubicBezTo>
                    <a:pt x="139425" y="439420"/>
                    <a:pt x="199115" y="476250"/>
                    <a:pt x="205465" y="563880"/>
                  </a:cubicBezTo>
                  <a:cubicBezTo>
                    <a:pt x="211815" y="651510"/>
                    <a:pt x="138155" y="819150"/>
                    <a:pt x="144505" y="906780"/>
                  </a:cubicBezTo>
                  <a:cubicBezTo>
                    <a:pt x="150855" y="994410"/>
                    <a:pt x="172445" y="1064260"/>
                    <a:pt x="243565" y="1089660"/>
                  </a:cubicBezTo>
                  <a:cubicBezTo>
                    <a:pt x="314685" y="1115060"/>
                    <a:pt x="482325" y="1131570"/>
                    <a:pt x="571225" y="1059180"/>
                  </a:cubicBezTo>
                  <a:cubicBezTo>
                    <a:pt x="660125" y="986790"/>
                    <a:pt x="746485" y="784860"/>
                    <a:pt x="776965" y="655320"/>
                  </a:cubicBezTo>
                  <a:cubicBezTo>
                    <a:pt x="807445" y="525780"/>
                    <a:pt x="765535" y="365760"/>
                    <a:pt x="754105" y="281940"/>
                  </a:cubicBezTo>
                  <a:cubicBezTo>
                    <a:pt x="742675" y="198120"/>
                    <a:pt x="695685" y="195580"/>
                    <a:pt x="708385" y="152400"/>
                  </a:cubicBezTo>
                  <a:cubicBezTo>
                    <a:pt x="721085" y="109220"/>
                    <a:pt x="830305" y="22860"/>
                    <a:pt x="830305" y="22860"/>
                  </a:cubicBezTo>
                  <a:lnTo>
                    <a:pt x="830305" y="22860"/>
                  </a:lnTo>
                </a:path>
              </a:pathLst>
            </a:custGeom>
            <a:noFill/>
            <a:ln w="9525" cap="flat" cmpd="sng" algn="ctr">
              <a:solidFill>
                <a:sysClr val="window" lastClr="FFFFFF">
                  <a:lumMod val="50000"/>
                </a:sysClr>
              </a:solidFill>
              <a:prstDash val="dash"/>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29" name="Freeform 7"/>
            <p:cNvSpPr/>
            <p:nvPr/>
          </p:nvSpPr>
          <p:spPr bwMode="auto">
            <a:xfrm>
              <a:off x="14035" y="8541"/>
              <a:ext cx="150" cy="131"/>
            </a:xfrm>
            <a:custGeom>
              <a:avLst/>
              <a:gdLst>
                <a:gd name="T0" fmla="*/ 277 w 776"/>
                <a:gd name="T1" fmla="*/ 619 h 619"/>
                <a:gd name="T2" fmla="*/ 98 w 776"/>
                <a:gd name="T3" fmla="*/ 552 h 619"/>
                <a:gd name="T4" fmla="*/ 33 w 776"/>
                <a:gd name="T5" fmla="*/ 337 h 619"/>
                <a:gd name="T6" fmla="*/ 126 w 776"/>
                <a:gd name="T7" fmla="*/ 228 h 619"/>
                <a:gd name="T8" fmla="*/ 161 w 776"/>
                <a:gd name="T9" fmla="*/ 200 h 619"/>
                <a:gd name="T10" fmla="*/ 168 w 776"/>
                <a:gd name="T11" fmla="*/ 85 h 619"/>
                <a:gd name="T12" fmla="*/ 181 w 776"/>
                <a:gd name="T13" fmla="*/ 82 h 619"/>
                <a:gd name="T14" fmla="*/ 290 w 776"/>
                <a:gd name="T15" fmla="*/ 95 h 619"/>
                <a:gd name="T16" fmla="*/ 443 w 776"/>
                <a:gd name="T17" fmla="*/ 10 h 619"/>
                <a:gd name="T18" fmla="*/ 696 w 776"/>
                <a:gd name="T19" fmla="*/ 0 h 619"/>
                <a:gd name="T20" fmla="*/ 775 w 776"/>
                <a:gd name="T21" fmla="*/ 114 h 619"/>
                <a:gd name="T22" fmla="*/ 691 w 776"/>
                <a:gd name="T23" fmla="*/ 233 h 619"/>
                <a:gd name="T24" fmla="*/ 604 w 776"/>
                <a:gd name="T25" fmla="*/ 437 h 619"/>
                <a:gd name="T26" fmla="*/ 331 w 776"/>
                <a:gd name="T27" fmla="*/ 607 h 619"/>
                <a:gd name="T28" fmla="*/ 277 w 776"/>
                <a:gd name="T2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6" h="619">
                  <a:moveTo>
                    <a:pt x="277" y="619"/>
                  </a:moveTo>
                  <a:cubicBezTo>
                    <a:pt x="216" y="594"/>
                    <a:pt x="156" y="573"/>
                    <a:pt x="98" y="552"/>
                  </a:cubicBezTo>
                  <a:cubicBezTo>
                    <a:pt x="0" y="474"/>
                    <a:pt x="32" y="422"/>
                    <a:pt x="33" y="337"/>
                  </a:cubicBezTo>
                  <a:cubicBezTo>
                    <a:pt x="49" y="230"/>
                    <a:pt x="30" y="249"/>
                    <a:pt x="126" y="228"/>
                  </a:cubicBezTo>
                  <a:cubicBezTo>
                    <a:pt x="135" y="219"/>
                    <a:pt x="148" y="209"/>
                    <a:pt x="161" y="200"/>
                  </a:cubicBezTo>
                  <a:cubicBezTo>
                    <a:pt x="161" y="160"/>
                    <a:pt x="165" y="121"/>
                    <a:pt x="168" y="85"/>
                  </a:cubicBezTo>
                  <a:cubicBezTo>
                    <a:pt x="171" y="82"/>
                    <a:pt x="175" y="82"/>
                    <a:pt x="181" y="82"/>
                  </a:cubicBezTo>
                  <a:cubicBezTo>
                    <a:pt x="203" y="93"/>
                    <a:pt x="245" y="100"/>
                    <a:pt x="290" y="95"/>
                  </a:cubicBezTo>
                  <a:cubicBezTo>
                    <a:pt x="341" y="67"/>
                    <a:pt x="392" y="39"/>
                    <a:pt x="443" y="10"/>
                  </a:cubicBezTo>
                  <a:cubicBezTo>
                    <a:pt x="527" y="6"/>
                    <a:pt x="610" y="2"/>
                    <a:pt x="696" y="0"/>
                  </a:cubicBezTo>
                  <a:cubicBezTo>
                    <a:pt x="718" y="17"/>
                    <a:pt x="776" y="42"/>
                    <a:pt x="775" y="114"/>
                  </a:cubicBezTo>
                  <a:cubicBezTo>
                    <a:pt x="749" y="156"/>
                    <a:pt x="723" y="201"/>
                    <a:pt x="691" y="233"/>
                  </a:cubicBezTo>
                  <a:cubicBezTo>
                    <a:pt x="665" y="298"/>
                    <a:pt x="624" y="349"/>
                    <a:pt x="604" y="437"/>
                  </a:cubicBezTo>
                  <a:cubicBezTo>
                    <a:pt x="511" y="493"/>
                    <a:pt x="421" y="550"/>
                    <a:pt x="331" y="607"/>
                  </a:cubicBezTo>
                  <a:cubicBezTo>
                    <a:pt x="312" y="610"/>
                    <a:pt x="293" y="612"/>
                    <a:pt x="277" y="619"/>
                  </a:cubicBezTo>
                  <a:close/>
                </a:path>
              </a:pathLst>
            </a:custGeom>
            <a:solidFill>
              <a:sysClr val="window" lastClr="FFFFFF">
                <a:lumMod val="50000"/>
              </a:sysClr>
            </a:solidFill>
            <a:ln w="6350" cap="flat">
              <a:solidFill>
                <a:srgbClr val="848EA1"/>
              </a:solidFill>
              <a:prstDash val="solid"/>
              <a:miter lim="800000"/>
            </a:ln>
          </p:spPr>
          <p:txBody>
            <a:bodyPr lIns="91424" tIns="45712" rIns="91424" bIns="45712"/>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00000"/>
                </a:solidFill>
                <a:effectLst/>
                <a:uLnTx/>
                <a:uFillTx/>
                <a:latin typeface="等线" panose="02010600030101010101" charset="-122"/>
                <a:ea typeface="微软雅黑" panose="020B0503020204020204" pitchFamily="34" charset="-122"/>
              </a:endParaRPr>
            </a:p>
          </p:txBody>
        </p:sp>
        <p:sp>
          <p:nvSpPr>
            <p:cNvPr id="230" name="椭圆 229"/>
            <p:cNvSpPr/>
            <p:nvPr/>
          </p:nvSpPr>
          <p:spPr>
            <a:xfrm>
              <a:off x="14267" y="931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1" name="椭圆 230"/>
            <p:cNvSpPr/>
            <p:nvPr/>
          </p:nvSpPr>
          <p:spPr>
            <a:xfrm>
              <a:off x="14307" y="9327"/>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2" name="椭圆 231"/>
            <p:cNvSpPr/>
            <p:nvPr/>
          </p:nvSpPr>
          <p:spPr>
            <a:xfrm>
              <a:off x="14243" y="933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3" name="椭圆 232"/>
            <p:cNvSpPr/>
            <p:nvPr/>
          </p:nvSpPr>
          <p:spPr>
            <a:xfrm>
              <a:off x="14213" y="9362"/>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4" name="椭圆 233"/>
            <p:cNvSpPr/>
            <p:nvPr/>
          </p:nvSpPr>
          <p:spPr>
            <a:xfrm>
              <a:off x="14289" y="9344"/>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5" name="椭圆 234"/>
            <p:cNvSpPr/>
            <p:nvPr/>
          </p:nvSpPr>
          <p:spPr>
            <a:xfrm>
              <a:off x="14079" y="880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6" name="椭圆 235"/>
            <p:cNvSpPr/>
            <p:nvPr/>
          </p:nvSpPr>
          <p:spPr>
            <a:xfrm>
              <a:off x="14119" y="8924"/>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7" name="椭圆 236"/>
            <p:cNvSpPr/>
            <p:nvPr/>
          </p:nvSpPr>
          <p:spPr>
            <a:xfrm>
              <a:off x="14109" y="8836"/>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8" name="椭圆 237"/>
            <p:cNvSpPr/>
            <p:nvPr/>
          </p:nvSpPr>
          <p:spPr>
            <a:xfrm>
              <a:off x="14079" y="885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9" name="椭圆 238"/>
            <p:cNvSpPr/>
            <p:nvPr/>
          </p:nvSpPr>
          <p:spPr>
            <a:xfrm>
              <a:off x="14099" y="890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0" name="椭圆 239"/>
            <p:cNvSpPr/>
            <p:nvPr/>
          </p:nvSpPr>
          <p:spPr>
            <a:xfrm>
              <a:off x="14466" y="8803"/>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1" name="椭圆 240"/>
            <p:cNvSpPr/>
            <p:nvPr/>
          </p:nvSpPr>
          <p:spPr>
            <a:xfrm>
              <a:off x="14478" y="8892"/>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2" name="椭圆 241"/>
            <p:cNvSpPr/>
            <p:nvPr/>
          </p:nvSpPr>
          <p:spPr>
            <a:xfrm>
              <a:off x="14436" y="8866"/>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3" name="椭圆 242"/>
            <p:cNvSpPr/>
            <p:nvPr/>
          </p:nvSpPr>
          <p:spPr>
            <a:xfrm>
              <a:off x="14426" y="895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4" name="椭圆 243"/>
            <p:cNvSpPr/>
            <p:nvPr/>
          </p:nvSpPr>
          <p:spPr>
            <a:xfrm>
              <a:off x="14456" y="8933"/>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5" name="任意多边形 345"/>
            <p:cNvSpPr/>
            <p:nvPr/>
          </p:nvSpPr>
          <p:spPr>
            <a:xfrm>
              <a:off x="14078" y="8419"/>
              <a:ext cx="428" cy="84"/>
            </a:xfrm>
            <a:custGeom>
              <a:avLst/>
              <a:gdLst>
                <a:gd name="connsiteX0" fmla="*/ 0 w 509728"/>
                <a:gd name="connsiteY0" fmla="*/ 9748 h 86048"/>
                <a:gd name="connsiteX1" fmla="*/ 76200 w 509728"/>
                <a:gd name="connsiteY1" fmla="*/ 57373 h 86048"/>
                <a:gd name="connsiteX2" fmla="*/ 123825 w 509728"/>
                <a:gd name="connsiteY2" fmla="*/ 85948 h 86048"/>
                <a:gd name="connsiteX3" fmla="*/ 209550 w 509728"/>
                <a:gd name="connsiteY3" fmla="*/ 47848 h 86048"/>
                <a:gd name="connsiteX4" fmla="*/ 485775 w 509728"/>
                <a:gd name="connsiteY4" fmla="*/ 223 h 86048"/>
                <a:gd name="connsiteX5" fmla="*/ 495300 w 509728"/>
                <a:gd name="connsiteY5" fmla="*/ 28798 h 86048"/>
                <a:gd name="connsiteX6" fmla="*/ 495300 w 509728"/>
                <a:gd name="connsiteY6" fmla="*/ 28798 h 8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28" h="86048">
                  <a:moveTo>
                    <a:pt x="0" y="9748"/>
                  </a:moveTo>
                  <a:lnTo>
                    <a:pt x="76200" y="57373"/>
                  </a:lnTo>
                  <a:cubicBezTo>
                    <a:pt x="96837" y="70073"/>
                    <a:pt x="101600" y="87535"/>
                    <a:pt x="123825" y="85948"/>
                  </a:cubicBezTo>
                  <a:cubicBezTo>
                    <a:pt x="146050" y="84361"/>
                    <a:pt x="149225" y="62135"/>
                    <a:pt x="209550" y="47848"/>
                  </a:cubicBezTo>
                  <a:cubicBezTo>
                    <a:pt x="269875" y="33561"/>
                    <a:pt x="438150" y="3398"/>
                    <a:pt x="485775" y="223"/>
                  </a:cubicBezTo>
                  <a:cubicBezTo>
                    <a:pt x="533400" y="-2952"/>
                    <a:pt x="495300" y="28798"/>
                    <a:pt x="495300" y="28798"/>
                  </a:cubicBezTo>
                  <a:lnTo>
                    <a:pt x="495300" y="28798"/>
                  </a:lnTo>
                </a:path>
              </a:pathLst>
            </a:custGeom>
            <a:solidFill>
              <a:sysClr val="window" lastClr="FFFFFF">
                <a:lumMod val="50000"/>
              </a:sysClr>
            </a:solidFill>
            <a:ln w="12700" cap="flat" cmpd="sng" algn="ctr">
              <a:solidFill>
                <a:sysClr val="window" lastClr="FFFFFF">
                  <a:lumMod val="50000"/>
                </a:sys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2" name="Freeform 6"/>
            <p:cNvSpPr/>
            <p:nvPr/>
          </p:nvSpPr>
          <p:spPr bwMode="auto">
            <a:xfrm>
              <a:off x="13477" y="8161"/>
              <a:ext cx="281" cy="650"/>
            </a:xfrm>
            <a:custGeom>
              <a:avLst/>
              <a:gdLst>
                <a:gd name="T0" fmla="*/ 242 w 501"/>
                <a:gd name="T1" fmla="*/ 1207 h 1207"/>
                <a:gd name="T2" fmla="*/ 150 w 501"/>
                <a:gd name="T3" fmla="*/ 1064 h 1207"/>
                <a:gd name="T4" fmla="*/ 93 w 501"/>
                <a:gd name="T5" fmla="*/ 1046 h 1207"/>
                <a:gd name="T6" fmla="*/ 14 w 501"/>
                <a:gd name="T7" fmla="*/ 904 h 1207"/>
                <a:gd name="T8" fmla="*/ 11 w 501"/>
                <a:gd name="T9" fmla="*/ 835 h 1207"/>
                <a:gd name="T10" fmla="*/ 38 w 501"/>
                <a:gd name="T11" fmla="*/ 662 h 1207"/>
                <a:gd name="T12" fmla="*/ 109 w 501"/>
                <a:gd name="T13" fmla="*/ 434 h 1207"/>
                <a:gd name="T14" fmla="*/ 129 w 501"/>
                <a:gd name="T15" fmla="*/ 327 h 1207"/>
                <a:gd name="T16" fmla="*/ 271 w 501"/>
                <a:gd name="T17" fmla="*/ 82 h 1207"/>
                <a:gd name="T18" fmla="*/ 367 w 501"/>
                <a:gd name="T19" fmla="*/ 2 h 1207"/>
                <a:gd name="T20" fmla="*/ 473 w 501"/>
                <a:gd name="T21" fmla="*/ 2 h 1207"/>
                <a:gd name="T22" fmla="*/ 491 w 501"/>
                <a:gd name="T23" fmla="*/ 136 h 1207"/>
                <a:gd name="T24" fmla="*/ 457 w 501"/>
                <a:gd name="T25" fmla="*/ 541 h 1207"/>
                <a:gd name="T26" fmla="*/ 324 w 501"/>
                <a:gd name="T27" fmla="*/ 839 h 1207"/>
                <a:gd name="T28" fmla="*/ 301 w 501"/>
                <a:gd name="T29" fmla="*/ 898 h 1207"/>
                <a:gd name="T30" fmla="*/ 268 w 501"/>
                <a:gd name="T31" fmla="*/ 1185 h 1207"/>
                <a:gd name="T32" fmla="*/ 242 w 501"/>
                <a:gd name="T33" fmla="*/ 120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1" h="1207">
                  <a:moveTo>
                    <a:pt x="242" y="1207"/>
                  </a:moveTo>
                  <a:cubicBezTo>
                    <a:pt x="210" y="1157"/>
                    <a:pt x="179" y="1111"/>
                    <a:pt x="150" y="1064"/>
                  </a:cubicBezTo>
                  <a:cubicBezTo>
                    <a:pt x="131" y="1057"/>
                    <a:pt x="112" y="1050"/>
                    <a:pt x="93" y="1046"/>
                  </a:cubicBezTo>
                  <a:cubicBezTo>
                    <a:pt x="77" y="984"/>
                    <a:pt x="36" y="914"/>
                    <a:pt x="14" y="904"/>
                  </a:cubicBezTo>
                  <a:cubicBezTo>
                    <a:pt x="11" y="881"/>
                    <a:pt x="11" y="858"/>
                    <a:pt x="11" y="835"/>
                  </a:cubicBezTo>
                  <a:cubicBezTo>
                    <a:pt x="21" y="766"/>
                    <a:pt x="37" y="718"/>
                    <a:pt x="38" y="662"/>
                  </a:cubicBezTo>
                  <a:cubicBezTo>
                    <a:pt x="0" y="537"/>
                    <a:pt x="54" y="512"/>
                    <a:pt x="109" y="434"/>
                  </a:cubicBezTo>
                  <a:cubicBezTo>
                    <a:pt x="116" y="399"/>
                    <a:pt x="122" y="363"/>
                    <a:pt x="129" y="327"/>
                  </a:cubicBezTo>
                  <a:cubicBezTo>
                    <a:pt x="174" y="220"/>
                    <a:pt x="197" y="155"/>
                    <a:pt x="271" y="82"/>
                  </a:cubicBezTo>
                  <a:cubicBezTo>
                    <a:pt x="303" y="53"/>
                    <a:pt x="335" y="28"/>
                    <a:pt x="367" y="2"/>
                  </a:cubicBezTo>
                  <a:cubicBezTo>
                    <a:pt x="403" y="0"/>
                    <a:pt x="438" y="1"/>
                    <a:pt x="473" y="2"/>
                  </a:cubicBezTo>
                  <a:cubicBezTo>
                    <a:pt x="473" y="15"/>
                    <a:pt x="501" y="97"/>
                    <a:pt x="491" y="136"/>
                  </a:cubicBezTo>
                  <a:cubicBezTo>
                    <a:pt x="424" y="226"/>
                    <a:pt x="461" y="391"/>
                    <a:pt x="457" y="541"/>
                  </a:cubicBezTo>
                  <a:cubicBezTo>
                    <a:pt x="431" y="629"/>
                    <a:pt x="373" y="746"/>
                    <a:pt x="324" y="839"/>
                  </a:cubicBezTo>
                  <a:cubicBezTo>
                    <a:pt x="314" y="859"/>
                    <a:pt x="308" y="878"/>
                    <a:pt x="301" y="898"/>
                  </a:cubicBezTo>
                  <a:cubicBezTo>
                    <a:pt x="288" y="992"/>
                    <a:pt x="278" y="1087"/>
                    <a:pt x="268" y="1185"/>
                  </a:cubicBezTo>
                  <a:cubicBezTo>
                    <a:pt x="258" y="1191"/>
                    <a:pt x="249" y="1198"/>
                    <a:pt x="242" y="1207"/>
                  </a:cubicBezTo>
                  <a:close/>
                </a:path>
              </a:pathLst>
            </a:custGeom>
            <a:solidFill>
              <a:sysClr val="window" lastClr="FFFFFF">
                <a:alpha val="50000"/>
              </a:sysClr>
            </a:solidFill>
            <a:ln w="6350" cap="flat">
              <a:solidFill>
                <a:srgbClr val="848EA1"/>
              </a:solidFill>
              <a:prstDash val="solid"/>
              <a:miter lim="800000"/>
            </a:ln>
          </p:spPr>
          <p:txBody>
            <a:bodyPr lIns="91424" tIns="45712" rIns="91424" bIns="45712"/>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00000"/>
                </a:solidFill>
                <a:effectLst/>
                <a:uLnTx/>
                <a:uFillTx/>
                <a:latin typeface="等线" panose="02010600030101010101" charset="-122"/>
                <a:ea typeface="微软雅黑" panose="020B0503020204020204" pitchFamily="34" charset="-122"/>
              </a:endParaRPr>
            </a:p>
          </p:txBody>
        </p:sp>
      </p:grpSp>
      <p:graphicFrame>
        <p:nvGraphicFramePr>
          <p:cNvPr id="31" name="图表 30"/>
          <p:cNvGraphicFramePr/>
          <p:nvPr/>
        </p:nvGraphicFramePr>
        <p:xfrm>
          <a:off x="7607935" y="3042920"/>
          <a:ext cx="4193540" cy="303847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05410" y="1665605"/>
            <a:ext cx="6610350" cy="4850130"/>
            <a:chOff x="166" y="2623"/>
            <a:chExt cx="10410" cy="7638"/>
          </a:xfrm>
        </p:grpSpPr>
        <p:grpSp>
          <p:nvGrpSpPr>
            <p:cNvPr id="13" name="组合 12"/>
            <p:cNvGrpSpPr/>
            <p:nvPr/>
          </p:nvGrpSpPr>
          <p:grpSpPr>
            <a:xfrm>
              <a:off x="166" y="2623"/>
              <a:ext cx="10410" cy="7638"/>
              <a:chOff x="508" y="3245"/>
              <a:chExt cx="9585" cy="7016"/>
            </a:xfrm>
          </p:grpSpPr>
          <p:pic>
            <p:nvPicPr>
              <p:cNvPr id="2" name="图片 1"/>
              <p:cNvPicPr>
                <a:picLocks noChangeAspect="1"/>
              </p:cNvPicPr>
              <p:nvPr/>
            </p:nvPicPr>
            <p:blipFill>
              <a:blip r:embed="rId1"/>
              <a:stretch>
                <a:fillRect/>
              </a:stretch>
            </p:blipFill>
            <p:spPr>
              <a:xfrm>
                <a:off x="508" y="3359"/>
                <a:ext cx="9390" cy="6903"/>
              </a:xfrm>
              <a:prstGeom prst="rect">
                <a:avLst/>
              </a:prstGeom>
            </p:spPr>
          </p:pic>
          <p:grpSp>
            <p:nvGrpSpPr>
              <p:cNvPr id="11" name="组合 10"/>
              <p:cNvGrpSpPr/>
              <p:nvPr/>
            </p:nvGrpSpPr>
            <p:grpSpPr>
              <a:xfrm>
                <a:off x="8919" y="8646"/>
                <a:ext cx="1175" cy="1394"/>
                <a:chOff x="13477" y="8161"/>
                <a:chExt cx="1175" cy="1394"/>
              </a:xfrm>
            </p:grpSpPr>
            <p:sp>
              <p:nvSpPr>
                <p:cNvPr id="227" name="圆角矩形 327"/>
                <p:cNvSpPr/>
                <p:nvPr/>
              </p:nvSpPr>
              <p:spPr>
                <a:xfrm>
                  <a:off x="13870" y="8393"/>
                  <a:ext cx="783" cy="1163"/>
                </a:xfrm>
                <a:prstGeom prst="roundRect">
                  <a:avLst>
                    <a:gd name="adj" fmla="val 10303"/>
                  </a:avLst>
                </a:prstGeom>
                <a:noFill/>
                <a:ln w="12700" cap="flat" cmpd="sng" algn="ctr">
                  <a:solidFill>
                    <a:sysClr val="window" lastClr="FFFFFF">
                      <a:lumMod val="95000"/>
                    </a:sys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8" name="任意多边形 328"/>
                <p:cNvSpPr/>
                <p:nvPr/>
              </p:nvSpPr>
              <p:spPr>
                <a:xfrm>
                  <a:off x="13928" y="8445"/>
                  <a:ext cx="696" cy="1087"/>
                </a:xfrm>
                <a:custGeom>
                  <a:avLst/>
                  <a:gdLst>
                    <a:gd name="connsiteX0" fmla="*/ 14965 w 830305"/>
                    <a:gd name="connsiteY0" fmla="*/ 0 h 1111282"/>
                    <a:gd name="connsiteX1" fmla="*/ 7345 w 830305"/>
                    <a:gd name="connsiteY1" fmla="*/ 213360 h 1111282"/>
                    <a:gd name="connsiteX2" fmla="*/ 106405 w 830305"/>
                    <a:gd name="connsiteY2" fmla="*/ 381000 h 1111282"/>
                    <a:gd name="connsiteX3" fmla="*/ 205465 w 830305"/>
                    <a:gd name="connsiteY3" fmla="*/ 563880 h 1111282"/>
                    <a:gd name="connsiteX4" fmla="*/ 144505 w 830305"/>
                    <a:gd name="connsiteY4" fmla="*/ 906780 h 1111282"/>
                    <a:gd name="connsiteX5" fmla="*/ 243565 w 830305"/>
                    <a:gd name="connsiteY5" fmla="*/ 1089660 h 1111282"/>
                    <a:gd name="connsiteX6" fmla="*/ 571225 w 830305"/>
                    <a:gd name="connsiteY6" fmla="*/ 1059180 h 1111282"/>
                    <a:gd name="connsiteX7" fmla="*/ 776965 w 830305"/>
                    <a:gd name="connsiteY7" fmla="*/ 655320 h 1111282"/>
                    <a:gd name="connsiteX8" fmla="*/ 754105 w 830305"/>
                    <a:gd name="connsiteY8" fmla="*/ 281940 h 1111282"/>
                    <a:gd name="connsiteX9" fmla="*/ 708385 w 830305"/>
                    <a:gd name="connsiteY9" fmla="*/ 152400 h 1111282"/>
                    <a:gd name="connsiteX10" fmla="*/ 830305 w 830305"/>
                    <a:gd name="connsiteY10" fmla="*/ 22860 h 1111282"/>
                    <a:gd name="connsiteX11" fmla="*/ 830305 w 830305"/>
                    <a:gd name="connsiteY11" fmla="*/ 22860 h 1111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305" h="1111282">
                      <a:moveTo>
                        <a:pt x="14965" y="0"/>
                      </a:moveTo>
                      <a:cubicBezTo>
                        <a:pt x="3535" y="74930"/>
                        <a:pt x="-7895" y="149860"/>
                        <a:pt x="7345" y="213360"/>
                      </a:cubicBezTo>
                      <a:cubicBezTo>
                        <a:pt x="22585" y="276860"/>
                        <a:pt x="73385" y="322580"/>
                        <a:pt x="106405" y="381000"/>
                      </a:cubicBezTo>
                      <a:cubicBezTo>
                        <a:pt x="139425" y="439420"/>
                        <a:pt x="199115" y="476250"/>
                        <a:pt x="205465" y="563880"/>
                      </a:cubicBezTo>
                      <a:cubicBezTo>
                        <a:pt x="211815" y="651510"/>
                        <a:pt x="138155" y="819150"/>
                        <a:pt x="144505" y="906780"/>
                      </a:cubicBezTo>
                      <a:cubicBezTo>
                        <a:pt x="150855" y="994410"/>
                        <a:pt x="172445" y="1064260"/>
                        <a:pt x="243565" y="1089660"/>
                      </a:cubicBezTo>
                      <a:cubicBezTo>
                        <a:pt x="314685" y="1115060"/>
                        <a:pt x="482325" y="1131570"/>
                        <a:pt x="571225" y="1059180"/>
                      </a:cubicBezTo>
                      <a:cubicBezTo>
                        <a:pt x="660125" y="986790"/>
                        <a:pt x="746485" y="784860"/>
                        <a:pt x="776965" y="655320"/>
                      </a:cubicBezTo>
                      <a:cubicBezTo>
                        <a:pt x="807445" y="525780"/>
                        <a:pt x="765535" y="365760"/>
                        <a:pt x="754105" y="281940"/>
                      </a:cubicBezTo>
                      <a:cubicBezTo>
                        <a:pt x="742675" y="198120"/>
                        <a:pt x="695685" y="195580"/>
                        <a:pt x="708385" y="152400"/>
                      </a:cubicBezTo>
                      <a:cubicBezTo>
                        <a:pt x="721085" y="109220"/>
                        <a:pt x="830305" y="22860"/>
                        <a:pt x="830305" y="22860"/>
                      </a:cubicBezTo>
                      <a:lnTo>
                        <a:pt x="830305" y="22860"/>
                      </a:lnTo>
                    </a:path>
                  </a:pathLst>
                </a:custGeom>
                <a:noFill/>
                <a:ln w="9525" cap="flat" cmpd="sng" algn="ctr">
                  <a:solidFill>
                    <a:sysClr val="window" lastClr="FFFFFF">
                      <a:lumMod val="50000"/>
                    </a:sysClr>
                  </a:solidFill>
                  <a:prstDash val="dash"/>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29" name="Freeform 7"/>
                <p:cNvSpPr/>
                <p:nvPr/>
              </p:nvSpPr>
              <p:spPr bwMode="auto">
                <a:xfrm>
                  <a:off x="14035" y="8541"/>
                  <a:ext cx="150" cy="131"/>
                </a:xfrm>
                <a:custGeom>
                  <a:avLst/>
                  <a:gdLst>
                    <a:gd name="T0" fmla="*/ 277 w 776"/>
                    <a:gd name="T1" fmla="*/ 619 h 619"/>
                    <a:gd name="T2" fmla="*/ 98 w 776"/>
                    <a:gd name="T3" fmla="*/ 552 h 619"/>
                    <a:gd name="T4" fmla="*/ 33 w 776"/>
                    <a:gd name="T5" fmla="*/ 337 h 619"/>
                    <a:gd name="T6" fmla="*/ 126 w 776"/>
                    <a:gd name="T7" fmla="*/ 228 h 619"/>
                    <a:gd name="T8" fmla="*/ 161 w 776"/>
                    <a:gd name="T9" fmla="*/ 200 h 619"/>
                    <a:gd name="T10" fmla="*/ 168 w 776"/>
                    <a:gd name="T11" fmla="*/ 85 h 619"/>
                    <a:gd name="T12" fmla="*/ 181 w 776"/>
                    <a:gd name="T13" fmla="*/ 82 h 619"/>
                    <a:gd name="T14" fmla="*/ 290 w 776"/>
                    <a:gd name="T15" fmla="*/ 95 h 619"/>
                    <a:gd name="T16" fmla="*/ 443 w 776"/>
                    <a:gd name="T17" fmla="*/ 10 h 619"/>
                    <a:gd name="T18" fmla="*/ 696 w 776"/>
                    <a:gd name="T19" fmla="*/ 0 h 619"/>
                    <a:gd name="T20" fmla="*/ 775 w 776"/>
                    <a:gd name="T21" fmla="*/ 114 h 619"/>
                    <a:gd name="T22" fmla="*/ 691 w 776"/>
                    <a:gd name="T23" fmla="*/ 233 h 619"/>
                    <a:gd name="T24" fmla="*/ 604 w 776"/>
                    <a:gd name="T25" fmla="*/ 437 h 619"/>
                    <a:gd name="T26" fmla="*/ 331 w 776"/>
                    <a:gd name="T27" fmla="*/ 607 h 619"/>
                    <a:gd name="T28" fmla="*/ 277 w 776"/>
                    <a:gd name="T2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6" h="619">
                      <a:moveTo>
                        <a:pt x="277" y="619"/>
                      </a:moveTo>
                      <a:cubicBezTo>
                        <a:pt x="216" y="594"/>
                        <a:pt x="156" y="573"/>
                        <a:pt x="98" y="552"/>
                      </a:cubicBezTo>
                      <a:cubicBezTo>
                        <a:pt x="0" y="474"/>
                        <a:pt x="32" y="422"/>
                        <a:pt x="33" y="337"/>
                      </a:cubicBezTo>
                      <a:cubicBezTo>
                        <a:pt x="49" y="230"/>
                        <a:pt x="30" y="249"/>
                        <a:pt x="126" y="228"/>
                      </a:cubicBezTo>
                      <a:cubicBezTo>
                        <a:pt x="135" y="219"/>
                        <a:pt x="148" y="209"/>
                        <a:pt x="161" y="200"/>
                      </a:cubicBezTo>
                      <a:cubicBezTo>
                        <a:pt x="161" y="160"/>
                        <a:pt x="165" y="121"/>
                        <a:pt x="168" y="85"/>
                      </a:cubicBezTo>
                      <a:cubicBezTo>
                        <a:pt x="171" y="82"/>
                        <a:pt x="175" y="82"/>
                        <a:pt x="181" y="82"/>
                      </a:cubicBezTo>
                      <a:cubicBezTo>
                        <a:pt x="203" y="93"/>
                        <a:pt x="245" y="100"/>
                        <a:pt x="290" y="95"/>
                      </a:cubicBezTo>
                      <a:cubicBezTo>
                        <a:pt x="341" y="67"/>
                        <a:pt x="392" y="39"/>
                        <a:pt x="443" y="10"/>
                      </a:cubicBezTo>
                      <a:cubicBezTo>
                        <a:pt x="527" y="6"/>
                        <a:pt x="610" y="2"/>
                        <a:pt x="696" y="0"/>
                      </a:cubicBezTo>
                      <a:cubicBezTo>
                        <a:pt x="718" y="17"/>
                        <a:pt x="776" y="42"/>
                        <a:pt x="775" y="114"/>
                      </a:cubicBezTo>
                      <a:cubicBezTo>
                        <a:pt x="749" y="156"/>
                        <a:pt x="723" y="201"/>
                        <a:pt x="691" y="233"/>
                      </a:cubicBezTo>
                      <a:cubicBezTo>
                        <a:pt x="665" y="298"/>
                        <a:pt x="624" y="349"/>
                        <a:pt x="604" y="437"/>
                      </a:cubicBezTo>
                      <a:cubicBezTo>
                        <a:pt x="511" y="493"/>
                        <a:pt x="421" y="550"/>
                        <a:pt x="331" y="607"/>
                      </a:cubicBezTo>
                      <a:cubicBezTo>
                        <a:pt x="312" y="610"/>
                        <a:pt x="293" y="612"/>
                        <a:pt x="277" y="619"/>
                      </a:cubicBezTo>
                      <a:close/>
                    </a:path>
                  </a:pathLst>
                </a:custGeom>
                <a:solidFill>
                  <a:sysClr val="window" lastClr="FFFFFF">
                    <a:lumMod val="50000"/>
                  </a:sysClr>
                </a:solidFill>
                <a:ln w="6350" cap="flat">
                  <a:solidFill>
                    <a:srgbClr val="848EA1"/>
                  </a:solidFill>
                  <a:prstDash val="solid"/>
                  <a:miter lim="800000"/>
                </a:ln>
              </p:spPr>
              <p:txBody>
                <a:bodyPr lIns="91424" tIns="45712" rIns="91424" bIns="45712"/>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00000"/>
                    </a:solidFill>
                    <a:effectLst/>
                    <a:uLnTx/>
                    <a:uFillTx/>
                    <a:latin typeface="等线" panose="02010600030101010101" charset="-122"/>
                    <a:ea typeface="微软雅黑" panose="020B0503020204020204" pitchFamily="34" charset="-122"/>
                  </a:endParaRPr>
                </a:p>
              </p:txBody>
            </p:sp>
            <p:sp>
              <p:nvSpPr>
                <p:cNvPr id="230" name="椭圆 229"/>
                <p:cNvSpPr/>
                <p:nvPr/>
              </p:nvSpPr>
              <p:spPr>
                <a:xfrm>
                  <a:off x="14267" y="931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1" name="椭圆 230"/>
                <p:cNvSpPr/>
                <p:nvPr/>
              </p:nvSpPr>
              <p:spPr>
                <a:xfrm>
                  <a:off x="14307" y="9327"/>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2" name="椭圆 231"/>
                <p:cNvSpPr/>
                <p:nvPr/>
              </p:nvSpPr>
              <p:spPr>
                <a:xfrm>
                  <a:off x="14243" y="933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3" name="椭圆 232"/>
                <p:cNvSpPr/>
                <p:nvPr/>
              </p:nvSpPr>
              <p:spPr>
                <a:xfrm>
                  <a:off x="14213" y="9362"/>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4" name="椭圆 233"/>
                <p:cNvSpPr/>
                <p:nvPr/>
              </p:nvSpPr>
              <p:spPr>
                <a:xfrm>
                  <a:off x="14289" y="9344"/>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5" name="椭圆 234"/>
                <p:cNvSpPr/>
                <p:nvPr/>
              </p:nvSpPr>
              <p:spPr>
                <a:xfrm>
                  <a:off x="14079" y="880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6" name="椭圆 235"/>
                <p:cNvSpPr/>
                <p:nvPr/>
              </p:nvSpPr>
              <p:spPr>
                <a:xfrm>
                  <a:off x="14119" y="8924"/>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7" name="椭圆 236"/>
                <p:cNvSpPr/>
                <p:nvPr/>
              </p:nvSpPr>
              <p:spPr>
                <a:xfrm>
                  <a:off x="14109" y="8836"/>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8" name="椭圆 237"/>
                <p:cNvSpPr/>
                <p:nvPr/>
              </p:nvSpPr>
              <p:spPr>
                <a:xfrm>
                  <a:off x="14079" y="885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9" name="椭圆 238"/>
                <p:cNvSpPr/>
                <p:nvPr/>
              </p:nvSpPr>
              <p:spPr>
                <a:xfrm>
                  <a:off x="14099" y="8901"/>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0" name="椭圆 239"/>
                <p:cNvSpPr/>
                <p:nvPr/>
              </p:nvSpPr>
              <p:spPr>
                <a:xfrm>
                  <a:off x="14466" y="8803"/>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1" name="椭圆 240"/>
                <p:cNvSpPr/>
                <p:nvPr/>
              </p:nvSpPr>
              <p:spPr>
                <a:xfrm>
                  <a:off x="14478" y="8892"/>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2" name="椭圆 241"/>
                <p:cNvSpPr/>
                <p:nvPr/>
              </p:nvSpPr>
              <p:spPr>
                <a:xfrm>
                  <a:off x="14436" y="8866"/>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3" name="椭圆 242"/>
                <p:cNvSpPr/>
                <p:nvPr/>
              </p:nvSpPr>
              <p:spPr>
                <a:xfrm>
                  <a:off x="14426" y="8959"/>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4" name="椭圆 243"/>
                <p:cNvSpPr/>
                <p:nvPr/>
              </p:nvSpPr>
              <p:spPr>
                <a:xfrm>
                  <a:off x="14456" y="8933"/>
                  <a:ext cx="38" cy="45"/>
                </a:xfrm>
                <a:prstGeom prst="ellipse">
                  <a:avLst/>
                </a:prstGeom>
                <a:solidFill>
                  <a:sysClr val="window" lastClr="FFFFFF">
                    <a:lumMod val="50000"/>
                  </a:sysClr>
                </a:soli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5" name="任意多边形 345"/>
                <p:cNvSpPr/>
                <p:nvPr/>
              </p:nvSpPr>
              <p:spPr>
                <a:xfrm>
                  <a:off x="14078" y="8419"/>
                  <a:ext cx="428" cy="84"/>
                </a:xfrm>
                <a:custGeom>
                  <a:avLst/>
                  <a:gdLst>
                    <a:gd name="connsiteX0" fmla="*/ 0 w 509728"/>
                    <a:gd name="connsiteY0" fmla="*/ 9748 h 86048"/>
                    <a:gd name="connsiteX1" fmla="*/ 76200 w 509728"/>
                    <a:gd name="connsiteY1" fmla="*/ 57373 h 86048"/>
                    <a:gd name="connsiteX2" fmla="*/ 123825 w 509728"/>
                    <a:gd name="connsiteY2" fmla="*/ 85948 h 86048"/>
                    <a:gd name="connsiteX3" fmla="*/ 209550 w 509728"/>
                    <a:gd name="connsiteY3" fmla="*/ 47848 h 86048"/>
                    <a:gd name="connsiteX4" fmla="*/ 485775 w 509728"/>
                    <a:gd name="connsiteY4" fmla="*/ 223 h 86048"/>
                    <a:gd name="connsiteX5" fmla="*/ 495300 w 509728"/>
                    <a:gd name="connsiteY5" fmla="*/ 28798 h 86048"/>
                    <a:gd name="connsiteX6" fmla="*/ 495300 w 509728"/>
                    <a:gd name="connsiteY6" fmla="*/ 28798 h 8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28" h="86048">
                      <a:moveTo>
                        <a:pt x="0" y="9748"/>
                      </a:moveTo>
                      <a:lnTo>
                        <a:pt x="76200" y="57373"/>
                      </a:lnTo>
                      <a:cubicBezTo>
                        <a:pt x="96837" y="70073"/>
                        <a:pt x="101600" y="87535"/>
                        <a:pt x="123825" y="85948"/>
                      </a:cubicBezTo>
                      <a:cubicBezTo>
                        <a:pt x="146050" y="84361"/>
                        <a:pt x="149225" y="62135"/>
                        <a:pt x="209550" y="47848"/>
                      </a:cubicBezTo>
                      <a:cubicBezTo>
                        <a:pt x="269875" y="33561"/>
                        <a:pt x="438150" y="3398"/>
                        <a:pt x="485775" y="223"/>
                      </a:cubicBezTo>
                      <a:cubicBezTo>
                        <a:pt x="533400" y="-2952"/>
                        <a:pt x="495300" y="28798"/>
                        <a:pt x="495300" y="28798"/>
                      </a:cubicBezTo>
                      <a:lnTo>
                        <a:pt x="495300" y="28798"/>
                      </a:lnTo>
                    </a:path>
                  </a:pathLst>
                </a:custGeom>
                <a:solidFill>
                  <a:sysClr val="window" lastClr="FFFFFF">
                    <a:lumMod val="50000"/>
                  </a:sysClr>
                </a:solidFill>
                <a:ln w="12700" cap="flat" cmpd="sng" algn="ctr">
                  <a:solidFill>
                    <a:sysClr val="window" lastClr="FFFFFF">
                      <a:lumMod val="50000"/>
                    </a:sys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2" name="Freeform 6"/>
                <p:cNvSpPr/>
                <p:nvPr/>
              </p:nvSpPr>
              <p:spPr bwMode="auto">
                <a:xfrm>
                  <a:off x="13477" y="8161"/>
                  <a:ext cx="281" cy="650"/>
                </a:xfrm>
                <a:custGeom>
                  <a:avLst/>
                  <a:gdLst>
                    <a:gd name="T0" fmla="*/ 242 w 501"/>
                    <a:gd name="T1" fmla="*/ 1207 h 1207"/>
                    <a:gd name="T2" fmla="*/ 150 w 501"/>
                    <a:gd name="T3" fmla="*/ 1064 h 1207"/>
                    <a:gd name="T4" fmla="*/ 93 w 501"/>
                    <a:gd name="T5" fmla="*/ 1046 h 1207"/>
                    <a:gd name="T6" fmla="*/ 14 w 501"/>
                    <a:gd name="T7" fmla="*/ 904 h 1207"/>
                    <a:gd name="T8" fmla="*/ 11 w 501"/>
                    <a:gd name="T9" fmla="*/ 835 h 1207"/>
                    <a:gd name="T10" fmla="*/ 38 w 501"/>
                    <a:gd name="T11" fmla="*/ 662 h 1207"/>
                    <a:gd name="T12" fmla="*/ 109 w 501"/>
                    <a:gd name="T13" fmla="*/ 434 h 1207"/>
                    <a:gd name="T14" fmla="*/ 129 w 501"/>
                    <a:gd name="T15" fmla="*/ 327 h 1207"/>
                    <a:gd name="T16" fmla="*/ 271 w 501"/>
                    <a:gd name="T17" fmla="*/ 82 h 1207"/>
                    <a:gd name="T18" fmla="*/ 367 w 501"/>
                    <a:gd name="T19" fmla="*/ 2 h 1207"/>
                    <a:gd name="T20" fmla="*/ 473 w 501"/>
                    <a:gd name="T21" fmla="*/ 2 h 1207"/>
                    <a:gd name="T22" fmla="*/ 491 w 501"/>
                    <a:gd name="T23" fmla="*/ 136 h 1207"/>
                    <a:gd name="T24" fmla="*/ 457 w 501"/>
                    <a:gd name="T25" fmla="*/ 541 h 1207"/>
                    <a:gd name="T26" fmla="*/ 324 w 501"/>
                    <a:gd name="T27" fmla="*/ 839 h 1207"/>
                    <a:gd name="T28" fmla="*/ 301 w 501"/>
                    <a:gd name="T29" fmla="*/ 898 h 1207"/>
                    <a:gd name="T30" fmla="*/ 268 w 501"/>
                    <a:gd name="T31" fmla="*/ 1185 h 1207"/>
                    <a:gd name="T32" fmla="*/ 242 w 501"/>
                    <a:gd name="T33" fmla="*/ 120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1" h="1207">
                      <a:moveTo>
                        <a:pt x="242" y="1207"/>
                      </a:moveTo>
                      <a:cubicBezTo>
                        <a:pt x="210" y="1157"/>
                        <a:pt x="179" y="1111"/>
                        <a:pt x="150" y="1064"/>
                      </a:cubicBezTo>
                      <a:cubicBezTo>
                        <a:pt x="131" y="1057"/>
                        <a:pt x="112" y="1050"/>
                        <a:pt x="93" y="1046"/>
                      </a:cubicBezTo>
                      <a:cubicBezTo>
                        <a:pt x="77" y="984"/>
                        <a:pt x="36" y="914"/>
                        <a:pt x="14" y="904"/>
                      </a:cubicBezTo>
                      <a:cubicBezTo>
                        <a:pt x="11" y="881"/>
                        <a:pt x="11" y="858"/>
                        <a:pt x="11" y="835"/>
                      </a:cubicBezTo>
                      <a:cubicBezTo>
                        <a:pt x="21" y="766"/>
                        <a:pt x="37" y="718"/>
                        <a:pt x="38" y="662"/>
                      </a:cubicBezTo>
                      <a:cubicBezTo>
                        <a:pt x="0" y="537"/>
                        <a:pt x="54" y="512"/>
                        <a:pt x="109" y="434"/>
                      </a:cubicBezTo>
                      <a:cubicBezTo>
                        <a:pt x="116" y="399"/>
                        <a:pt x="122" y="363"/>
                        <a:pt x="129" y="327"/>
                      </a:cubicBezTo>
                      <a:cubicBezTo>
                        <a:pt x="174" y="220"/>
                        <a:pt x="197" y="155"/>
                        <a:pt x="271" y="82"/>
                      </a:cubicBezTo>
                      <a:cubicBezTo>
                        <a:pt x="303" y="53"/>
                        <a:pt x="335" y="28"/>
                        <a:pt x="367" y="2"/>
                      </a:cubicBezTo>
                      <a:cubicBezTo>
                        <a:pt x="403" y="0"/>
                        <a:pt x="438" y="1"/>
                        <a:pt x="473" y="2"/>
                      </a:cubicBezTo>
                      <a:cubicBezTo>
                        <a:pt x="473" y="15"/>
                        <a:pt x="501" y="97"/>
                        <a:pt x="491" y="136"/>
                      </a:cubicBezTo>
                      <a:cubicBezTo>
                        <a:pt x="424" y="226"/>
                        <a:pt x="461" y="391"/>
                        <a:pt x="457" y="541"/>
                      </a:cubicBezTo>
                      <a:cubicBezTo>
                        <a:pt x="431" y="629"/>
                        <a:pt x="373" y="746"/>
                        <a:pt x="324" y="839"/>
                      </a:cubicBezTo>
                      <a:cubicBezTo>
                        <a:pt x="314" y="859"/>
                        <a:pt x="308" y="878"/>
                        <a:pt x="301" y="898"/>
                      </a:cubicBezTo>
                      <a:cubicBezTo>
                        <a:pt x="288" y="992"/>
                        <a:pt x="278" y="1087"/>
                        <a:pt x="268" y="1185"/>
                      </a:cubicBezTo>
                      <a:cubicBezTo>
                        <a:pt x="258" y="1191"/>
                        <a:pt x="249" y="1198"/>
                        <a:pt x="242" y="1207"/>
                      </a:cubicBezTo>
                      <a:close/>
                    </a:path>
                  </a:pathLst>
                </a:custGeom>
                <a:solidFill>
                  <a:sysClr val="window" lastClr="FFFFFF">
                    <a:alpha val="50000"/>
                  </a:sysClr>
                </a:solidFill>
                <a:ln w="6350" cap="flat">
                  <a:solidFill>
                    <a:srgbClr val="848EA1"/>
                  </a:solidFill>
                  <a:prstDash val="solid"/>
                  <a:miter lim="800000"/>
                </a:ln>
              </p:spPr>
              <p:txBody>
                <a:bodyPr lIns="91424" tIns="45712" rIns="91424" bIns="45712"/>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00000"/>
                    </a:solidFill>
                    <a:effectLst/>
                    <a:uLnTx/>
                    <a:uFillTx/>
                    <a:latin typeface="等线" panose="02010600030101010101" charset="-122"/>
                    <a:ea typeface="微软雅黑" panose="020B0503020204020204" pitchFamily="34" charset="-122"/>
                  </a:endParaRPr>
                </a:p>
              </p:txBody>
            </p:sp>
          </p:grpSp>
          <p:sp>
            <p:nvSpPr>
              <p:cNvPr id="5" name="矩形 4"/>
              <p:cNvSpPr/>
              <p:nvPr/>
            </p:nvSpPr>
            <p:spPr>
              <a:xfrm>
                <a:off x="2796" y="3245"/>
                <a:ext cx="5217" cy="79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4" name="矩形 13"/>
            <p:cNvSpPr/>
            <p:nvPr/>
          </p:nvSpPr>
          <p:spPr>
            <a:xfrm>
              <a:off x="302" y="2678"/>
              <a:ext cx="1360" cy="6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191724" y="116340"/>
            <a:ext cx="10465163" cy="521970"/>
          </a:xfrm>
          <a:prstGeom prst="rect">
            <a:avLst/>
          </a:prstGeom>
          <a:noFill/>
        </p:spPr>
        <p:txBody>
          <a:bodyPr wrap="square" rtlCol="0">
            <a:spAutoFit/>
          </a:bodyPr>
          <a:lstStyle/>
          <a:p>
            <a:r>
              <a:rPr lang="en-US" altLang="zh-CN" sz="2800" b="1" dirty="0">
                <a:latin typeface="+mj-lt"/>
                <a:ea typeface="+mj-lt"/>
                <a:cs typeface="+mj-lt"/>
              </a:rPr>
              <a:t>2.</a:t>
            </a:r>
            <a:r>
              <a:rPr lang="zh-CN" altLang="en-US" sz="2800" b="1" dirty="0">
                <a:latin typeface="+mj-lt"/>
                <a:ea typeface="+mj-lt"/>
                <a:cs typeface="+mj-lt"/>
              </a:rPr>
              <a:t>省间市场</a:t>
            </a:r>
            <a:r>
              <a:rPr lang="zh-CN" altLang="en-US" sz="2800" b="1" dirty="0">
                <a:latin typeface="+mj-lt"/>
                <a:ea typeface="+mj-lt"/>
                <a:cs typeface="+mj-lt"/>
                <a:sym typeface="+mn-ea"/>
              </a:rPr>
              <a:t>是各省保供应促消纳的重要支撑</a:t>
            </a:r>
            <a:endParaRPr lang="zh-CN" altLang="en-US" sz="2800" b="1" dirty="0">
              <a:latin typeface="+mj-lt"/>
              <a:ea typeface="+mj-lt"/>
              <a:cs typeface="+mj-lt"/>
            </a:endParaRPr>
          </a:p>
        </p:txBody>
      </p:sp>
      <p:sp>
        <p:nvSpPr>
          <p:cNvPr id="24" name="TextBox 39"/>
          <p:cNvSpPr txBox="1"/>
          <p:nvPr/>
        </p:nvSpPr>
        <p:spPr>
          <a:xfrm>
            <a:off x="335280" y="732155"/>
            <a:ext cx="11564620" cy="1383030"/>
          </a:xfrm>
          <a:prstGeom prst="rect">
            <a:avLst/>
          </a:prstGeom>
          <a:noFill/>
        </p:spPr>
        <p:txBody>
          <a:bodyPr wrap="square" rtlCol="0">
            <a:spAutoFit/>
          </a:bodyPr>
          <a:lstStyle/>
          <a:p>
            <a:pPr indent="457200" algn="just">
              <a:lnSpc>
                <a:spcPct val="120000"/>
              </a:lnSpc>
              <a:buClrTx/>
              <a:buSzTx/>
              <a:buFontTx/>
            </a:pPr>
            <a:r>
              <a:rPr lang="en-US" altLang="zh-CN" sz="2200" b="1" dirty="0">
                <a:solidFill>
                  <a:srgbClr val="0070C0"/>
                </a:solidFill>
                <a:latin typeface="黑体" panose="02010609060101010101" charset="-122"/>
                <a:ea typeface="黑体" panose="02010609060101010101" charset="-122"/>
                <a:cs typeface="黑体" panose="02010609060101010101" charset="-122"/>
              </a:rPr>
              <a:t> </a:t>
            </a:r>
            <a:r>
              <a:rPr lang="en-US" altLang="zh-CN" sz="2200" dirty="0" smtClean="0">
                <a:latin typeface="黑体" panose="02010609060101010101" charset="-122"/>
                <a:ea typeface="黑体" panose="02010609060101010101" charset="-122"/>
                <a:cs typeface="黑体" panose="02010609060101010101" charset="-122"/>
              </a:rPr>
              <a:t>2024</a:t>
            </a:r>
            <a:r>
              <a:rPr lang="zh-CN" altLang="en-US" sz="2200" dirty="0" smtClean="0">
                <a:latin typeface="黑体" panose="02010609060101010101" charset="-122"/>
                <a:ea typeface="黑体" panose="02010609060101010101" charset="-122"/>
                <a:cs typeface="黑体" panose="02010609060101010101" charset="-122"/>
              </a:rPr>
              <a:t>年</a:t>
            </a:r>
            <a:r>
              <a:rPr sz="2200" dirty="0" smtClean="0">
                <a:latin typeface="黑体" panose="02010609060101010101" charset="-122"/>
                <a:ea typeface="黑体" panose="02010609060101010101" charset="-122"/>
                <a:cs typeface="黑体" panose="02010609060101010101" charset="-122"/>
              </a:rPr>
              <a:t>，</a:t>
            </a:r>
            <a:r>
              <a:rPr lang="zh-CN" sz="2200" dirty="0">
                <a:latin typeface="黑体" panose="02010609060101010101" charset="-122"/>
                <a:ea typeface="黑体" panose="02010609060101010101" charset="-122"/>
                <a:cs typeface="黑体" panose="02010609060101010101" charset="-122"/>
              </a:rPr>
              <a:t>国家电网经营区跨区通道最大输送电力</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1.</a:t>
            </a:r>
            <a:r>
              <a:rPr 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42</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亿千瓦</a:t>
            </a:r>
            <a:r>
              <a:rPr lang="zh-CN" sz="2200" dirty="0">
                <a:latin typeface="黑体" panose="02010609060101010101" charset="-122"/>
                <a:ea typeface="黑体" panose="02010609060101010101" charset="-122"/>
                <a:cs typeface="黑体" panose="02010609060101010101" charset="-122"/>
              </a:rPr>
              <a:t>，创历史新高</a:t>
            </a:r>
            <a:r>
              <a:rPr lang="zh-CN" altLang="en-US" sz="2200" dirty="0">
                <a:latin typeface="黑体" panose="02010609060101010101" charset="-122"/>
                <a:ea typeface="黑体" panose="02010609060101010101" charset="-122"/>
                <a:cs typeface="黑体" panose="02010609060101010101" charset="-122"/>
              </a:rPr>
              <a:t>，跨区跨省最大输电能力超过</a:t>
            </a:r>
            <a:r>
              <a:rPr lang="en-US" altLang="zh-CN" sz="2200" dirty="0">
                <a:latin typeface="黑体" panose="02010609060101010101" charset="-122"/>
                <a:ea typeface="黑体" panose="02010609060101010101" charset="-122"/>
                <a:cs typeface="黑体" panose="02010609060101010101" charset="-122"/>
              </a:rPr>
              <a:t>3.5</a:t>
            </a:r>
            <a:r>
              <a:rPr lang="zh-CN" altLang="en-US" sz="2200" dirty="0">
                <a:latin typeface="黑体" panose="02010609060101010101" charset="-122"/>
                <a:ea typeface="黑体" panose="02010609060101010101" charset="-122"/>
                <a:cs typeface="黑体" panose="02010609060101010101" charset="-122"/>
              </a:rPr>
              <a:t>亿千瓦，占</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全网负荷的</a:t>
            </a:r>
            <a:r>
              <a:rPr 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30</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a:t>
            </a:r>
            <a:r>
              <a:rPr lang="zh-CN" altLang="en-US" sz="2200" dirty="0">
                <a:latin typeface="黑体" panose="02010609060101010101" charset="-122"/>
                <a:ea typeface="黑体" panose="02010609060101010101" charset="-122"/>
                <a:cs typeface="黑体" panose="02010609060101010101" charset="-122"/>
              </a:rPr>
              <a:t>，是全网大范围资源优化配置与</a:t>
            </a:r>
            <a:r>
              <a:rPr lang="en-US" altLang="zh-CN" sz="2200" dirty="0">
                <a:latin typeface="黑体" panose="02010609060101010101" charset="-122"/>
                <a:ea typeface="黑体" panose="02010609060101010101" charset="-122"/>
                <a:cs typeface="黑体" panose="02010609060101010101" charset="-122"/>
              </a:rPr>
              <a:t>“</a:t>
            </a:r>
            <a:r>
              <a:rPr lang="zh-CN" altLang="en-US" sz="2200" dirty="0">
                <a:latin typeface="黑体" panose="02010609060101010101" charset="-122"/>
                <a:ea typeface="黑体" panose="02010609060101010101" charset="-122"/>
                <a:cs typeface="黑体" panose="02010609060101010101" charset="-122"/>
              </a:rPr>
              <a:t>三华</a:t>
            </a:r>
            <a:r>
              <a:rPr lang="en-US" altLang="zh-CN" sz="2200" dirty="0">
                <a:latin typeface="黑体" panose="02010609060101010101" charset="-122"/>
                <a:ea typeface="黑体" panose="02010609060101010101" charset="-122"/>
                <a:cs typeface="黑体" panose="02010609060101010101" charset="-122"/>
              </a:rPr>
              <a:t>”</a:t>
            </a:r>
            <a:r>
              <a:rPr lang="zh-CN" altLang="en-US" sz="2200" dirty="0">
                <a:latin typeface="黑体" panose="02010609060101010101" charset="-122"/>
                <a:ea typeface="黑体" panose="02010609060101010101" charset="-122"/>
                <a:cs typeface="黑体" panose="02010609060101010101" charset="-122"/>
              </a:rPr>
              <a:t>等负荷中心省份电力保障的重要支撑。</a:t>
            </a:r>
            <a:endParaRPr lang="zh-CN" altLang="en-US" sz="2200" dirty="0">
              <a:latin typeface="黑体" panose="02010609060101010101" charset="-122"/>
              <a:ea typeface="黑体" panose="02010609060101010101" charset="-122"/>
              <a:cs typeface="黑体" panose="02010609060101010101" charset="-122"/>
            </a:endParaRPr>
          </a:p>
        </p:txBody>
      </p:sp>
      <p:sp>
        <p:nvSpPr>
          <p:cNvPr id="18435" name="TextBox 6"/>
          <p:cNvSpPr txBox="1"/>
          <p:nvPr>
            <p:custDataLst>
              <p:tags r:id="rId2"/>
            </p:custDataLst>
          </p:nvPr>
        </p:nvSpPr>
        <p:spPr>
          <a:xfrm>
            <a:off x="-239395" y="6525260"/>
            <a:ext cx="7137400" cy="337185"/>
          </a:xfrm>
          <a:prstGeom prst="rect">
            <a:avLst/>
          </a:prstGeom>
          <a:noFill/>
          <a:ln w="9525">
            <a:noFill/>
          </a:ln>
        </p:spPr>
        <p:txBody>
          <a:bodyPr wrap="square">
            <a:spAutoFit/>
          </a:bodyPr>
          <a:lstStyle/>
          <a:p>
            <a:pPr marL="0" indent="0" algn="ctr" eaLnBrk="1" latinLnBrk="0" hangingPunct="1"/>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202</a:t>
            </a:r>
            <a:r>
              <a:rPr lang="en-US" altLang="zh-CN" sz="1600" dirty="0">
                <a:latin typeface="黑体" panose="02010609060101010101" charset="-122"/>
                <a:ea typeface="黑体" panose="02010609060101010101" charset="-122"/>
                <a:cs typeface="黑体" panose="02010609060101010101" charset="-122"/>
                <a:sym typeface="黑体" panose="02010609060101010101" charset="-122"/>
              </a:rPr>
              <a:t>4</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年</a:t>
            </a:r>
            <a:r>
              <a:rPr lang="en-US" altLang="zh-CN" sz="1600" dirty="0">
                <a:latin typeface="黑体" panose="02010609060101010101" charset="-122"/>
                <a:ea typeface="黑体" panose="02010609060101010101" charset="-122"/>
                <a:cs typeface="黑体" panose="02010609060101010101" charset="-122"/>
                <a:sym typeface="黑体" panose="02010609060101010101" charset="-122"/>
              </a:rPr>
              <a:t>8</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月</a:t>
            </a:r>
            <a:r>
              <a:rPr lang="en-US" altLang="zh-CN" sz="1600" dirty="0">
                <a:latin typeface="黑体" panose="02010609060101010101" charset="-122"/>
                <a:ea typeface="黑体" panose="02010609060101010101" charset="-122"/>
                <a:cs typeface="黑体" panose="02010609060101010101" charset="-122"/>
                <a:sym typeface="黑体" panose="02010609060101010101" charset="-122"/>
              </a:rPr>
              <a:t>6</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日</a:t>
            </a:r>
            <a:r>
              <a:rPr lang="zh-CN" altLang="en-US" sz="1600" dirty="0">
                <a:latin typeface="黑体" panose="02010609060101010101" charset="-122"/>
                <a:ea typeface="黑体" panose="02010609060101010101" charset="-122"/>
                <a:cs typeface="黑体" panose="02010609060101010101" charset="-122"/>
                <a:sym typeface="Arial" panose="020B0604020202020204" pitchFamily="34" charset="0"/>
              </a:rPr>
              <a:t>，</a:t>
            </a:r>
            <a:r>
              <a:rPr lang="zh-CN" altLang="zh-CN" sz="1600" dirty="0">
                <a:latin typeface="黑体" panose="02010609060101010101" charset="-122"/>
                <a:ea typeface="黑体" panose="02010609060101010101" charset="-122"/>
                <a:cs typeface="黑体" panose="02010609060101010101" charset="-122"/>
                <a:sym typeface="黑体" panose="02010609060101010101" charset="-122"/>
              </a:rPr>
              <a:t>跨区直流最大输送电力</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达到历史最高的</a:t>
            </a:r>
            <a:r>
              <a:rPr lang="en-US" altLang="zh-CN" sz="1600" dirty="0" smtClean="0">
                <a:latin typeface="黑体" panose="02010609060101010101" charset="-122"/>
                <a:ea typeface="黑体" panose="02010609060101010101" charset="-122"/>
                <a:cs typeface="黑体" panose="02010609060101010101" charset="-122"/>
                <a:sym typeface="黑体" panose="02010609060101010101" charset="-122"/>
              </a:rPr>
              <a:t>1.42</a:t>
            </a:r>
            <a:r>
              <a:rPr lang="zh-CN" altLang="en-US" sz="1600" dirty="0" smtClean="0">
                <a:latin typeface="黑体" panose="02010609060101010101" charset="-122"/>
                <a:ea typeface="黑体" panose="02010609060101010101" charset="-122"/>
                <a:cs typeface="黑体" panose="02010609060101010101" charset="-122"/>
                <a:sym typeface="黑体" panose="02010609060101010101" charset="-122"/>
              </a:rPr>
              <a:t>亿千瓦</a:t>
            </a:r>
            <a:endParaRPr lang="en-US" altLang="zh-CN" sz="1600" dirty="0">
              <a:latin typeface="黑体" panose="02010609060101010101" charset="-122"/>
              <a:ea typeface="黑体" panose="02010609060101010101" charset="-122"/>
              <a:cs typeface="黑体" panose="02010609060101010101" charset="-122"/>
              <a:sym typeface="微软雅黑" panose="020B0503020204020204" pitchFamily="34" charset="-122"/>
            </a:endParaRPr>
          </a:p>
        </p:txBody>
      </p:sp>
      <p:graphicFrame>
        <p:nvGraphicFramePr>
          <p:cNvPr id="6" name="表格 5"/>
          <p:cNvGraphicFramePr/>
          <p:nvPr>
            <p:custDataLst>
              <p:tags r:id="rId3"/>
            </p:custDataLst>
          </p:nvPr>
        </p:nvGraphicFramePr>
        <p:xfrm>
          <a:off x="6897370" y="2209165"/>
          <a:ext cx="4894580" cy="1892300"/>
        </p:xfrm>
        <a:graphic>
          <a:graphicData uri="http://schemas.openxmlformats.org/drawingml/2006/table">
            <a:tbl>
              <a:tblPr firstRow="1" bandRow="1">
                <a:tableStyleId>{F5AB1C69-6EDB-4FF4-983F-18BD219EF322}</a:tableStyleId>
              </a:tblPr>
              <a:tblGrid>
                <a:gridCol w="1387475"/>
                <a:gridCol w="1253490"/>
                <a:gridCol w="1165860"/>
                <a:gridCol w="1087755"/>
              </a:tblGrid>
              <a:tr h="378460">
                <a:tc>
                  <a:txBody>
                    <a:bodyPr/>
                    <a:p>
                      <a:pPr indent="0" algn="ctr">
                        <a:buNone/>
                      </a:pPr>
                      <a:r>
                        <a:rPr lang="en-US" altLang="en-US" sz="1600">
                          <a:latin typeface="黑体" panose="02010609060101010101" charset="-122"/>
                          <a:ea typeface="黑体" panose="02010609060101010101" charset="-122"/>
                        </a:rPr>
                        <a:t>2024</a:t>
                      </a:r>
                      <a:r>
                        <a:rPr lang="zh-CN" altLang="en-US" sz="1600">
                          <a:latin typeface="黑体" panose="02010609060101010101" charset="-122"/>
                          <a:ea typeface="黑体" panose="02010609060101010101" charset="-122"/>
                        </a:rPr>
                        <a:t>年</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5"/>
                    </a:solidFill>
                  </a:tcPr>
                </a:tc>
                <a:tc>
                  <a:txBody>
                    <a:bodyPr/>
                    <a:p>
                      <a:pPr indent="0" algn="ctr">
                        <a:buNone/>
                      </a:pPr>
                      <a:r>
                        <a:rPr lang="zh-CN" sz="1600">
                          <a:latin typeface="黑体" panose="02010609060101010101" charset="-122"/>
                          <a:ea typeface="黑体" panose="02010609060101010101" charset="-122"/>
                        </a:rPr>
                        <a:t>跨区外送</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5"/>
                    </a:solidFill>
                  </a:tcPr>
                </a:tc>
                <a:tc>
                  <a:txBody>
                    <a:bodyPr/>
                    <a:p>
                      <a:pPr indent="0" algn="ctr">
                        <a:buNone/>
                      </a:pPr>
                      <a:r>
                        <a:rPr lang="zh-CN" sz="1600" dirty="0">
                          <a:latin typeface="黑体" panose="02010609060101010101" charset="-122"/>
                          <a:ea typeface="黑体" panose="02010609060101010101" charset="-122"/>
                        </a:rPr>
                        <a:t>最高负荷</a:t>
                      </a:r>
                      <a:endParaRPr lang="zh-CN" altLang="en-US" sz="1600" dirty="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5"/>
                    </a:solidFill>
                  </a:tcPr>
                </a:tc>
                <a:tc>
                  <a:txBody>
                    <a:bodyPr/>
                    <a:p>
                      <a:pPr indent="0" algn="ctr">
                        <a:buNone/>
                      </a:pPr>
                      <a:r>
                        <a:rPr lang="zh-CN" sz="1600">
                          <a:latin typeface="黑体" panose="02010609060101010101" charset="-122"/>
                          <a:ea typeface="黑体" panose="02010609060101010101" charset="-122"/>
                        </a:rPr>
                        <a:t>占比</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5"/>
                    </a:solidFill>
                  </a:tcPr>
                </a:tc>
              </a:tr>
              <a:tr h="378460">
                <a:tc>
                  <a:txBody>
                    <a:bodyPr/>
                    <a:p>
                      <a:pPr indent="0" algn="ctr">
                        <a:buNone/>
                      </a:pPr>
                      <a:r>
                        <a:rPr lang="zh-CN" sz="1600">
                          <a:latin typeface="黑体" panose="02010609060101010101" charset="-122"/>
                          <a:ea typeface="黑体" panose="02010609060101010101" charset="-122"/>
                        </a:rPr>
                        <a:t>西北</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59</a:t>
                      </a:r>
                      <a:r>
                        <a:rPr lang="zh-CN" sz="1600">
                          <a:latin typeface="黑体" panose="02010609060101010101" charset="-122"/>
                          <a:ea typeface="黑体" panose="02010609060101010101" charset="-122"/>
                        </a:rPr>
                        <a:t>41</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a:t>
                      </a:r>
                      <a:r>
                        <a:rPr lang="en-US" altLang="zh-CN" sz="1600">
                          <a:latin typeface="黑体" panose="02010609060101010101" charset="-122"/>
                          <a:ea typeface="黑体" panose="02010609060101010101" charset="-122"/>
                        </a:rPr>
                        <a:t>3573</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4</a:t>
                      </a:r>
                      <a:r>
                        <a:rPr lang="en-US" altLang="zh-CN" sz="1600">
                          <a:latin typeface="黑体" panose="02010609060101010101" charset="-122"/>
                          <a:ea typeface="黑体" panose="02010609060101010101" charset="-122"/>
                        </a:rPr>
                        <a:t>4</a:t>
                      </a:r>
                      <a:r>
                        <a:rPr lang="zh-CN" sz="1600">
                          <a:latin typeface="黑体" panose="02010609060101010101" charset="-122"/>
                          <a:ea typeface="黑体" panose="02010609060101010101" charset="-122"/>
                        </a:rPr>
                        <a:t>%</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378460">
                <a:tc>
                  <a:txBody>
                    <a:bodyPr/>
                    <a:p>
                      <a:pPr indent="0" algn="ctr">
                        <a:buNone/>
                      </a:pPr>
                      <a:r>
                        <a:rPr lang="zh-CN" sz="1600">
                          <a:latin typeface="黑体" panose="02010609060101010101" charset="-122"/>
                          <a:ea typeface="黑体" panose="02010609060101010101" charset="-122"/>
                        </a:rPr>
                        <a:t>西南（汛期）</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5024</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9804</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5</a:t>
                      </a:r>
                      <a:r>
                        <a:rPr lang="en-US" altLang="zh-CN" sz="1600">
                          <a:latin typeface="黑体" panose="02010609060101010101" charset="-122"/>
                          <a:ea typeface="黑体" panose="02010609060101010101" charset="-122"/>
                        </a:rPr>
                        <a:t>1</a:t>
                      </a:r>
                      <a:r>
                        <a:rPr lang="zh-CN" sz="1600">
                          <a:latin typeface="黑体" panose="02010609060101010101" charset="-122"/>
                          <a:ea typeface="黑体" panose="02010609060101010101" charset="-122"/>
                        </a:rPr>
                        <a:t>%</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378460">
                <a:tc>
                  <a:txBody>
                    <a:bodyPr/>
                    <a:p>
                      <a:pPr indent="0" algn="ctr">
                        <a:buNone/>
                      </a:pPr>
                      <a:r>
                        <a:rPr lang="zh-CN" sz="1600">
                          <a:latin typeface="黑体" panose="02010609060101010101" charset="-122"/>
                          <a:ea typeface="黑体" panose="02010609060101010101" charset="-122"/>
                        </a:rPr>
                        <a:t>东北</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10</a:t>
                      </a:r>
                      <a:r>
                        <a:rPr lang="en-US" altLang="zh-CN" sz="1600">
                          <a:latin typeface="黑体" panose="02010609060101010101" charset="-122"/>
                          <a:ea typeface="黑体" panose="02010609060101010101" charset="-122"/>
                        </a:rPr>
                        <a:t>4</a:t>
                      </a:r>
                      <a:r>
                        <a:rPr lang="zh-CN" sz="1600">
                          <a:latin typeface="黑体" panose="02010609060101010101" charset="-122"/>
                          <a:ea typeface="黑体" panose="02010609060101010101" charset="-122"/>
                        </a:rPr>
                        <a:t>0</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8232</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13%</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378460">
                <a:tc>
                  <a:txBody>
                    <a:bodyPr/>
                    <a:p>
                      <a:pPr indent="0" algn="ctr">
                        <a:buNone/>
                      </a:pPr>
                      <a:r>
                        <a:rPr lang="zh-CN" sz="1600">
                          <a:latin typeface="黑体" panose="02010609060101010101" charset="-122"/>
                          <a:ea typeface="黑体" panose="02010609060101010101" charset="-122"/>
                        </a:rPr>
                        <a:t>华北</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a:t>
                      </a:r>
                      <a:r>
                        <a:rPr lang="en-US" altLang="zh-CN" sz="1600">
                          <a:latin typeface="黑体" panose="02010609060101010101" charset="-122"/>
                          <a:ea typeface="黑体" panose="02010609060101010101" charset="-122"/>
                        </a:rPr>
                        <a:t>54</a:t>
                      </a:r>
                      <a:r>
                        <a:rPr lang="zh-CN" sz="1600">
                          <a:latin typeface="黑体" panose="02010609060101010101" charset="-122"/>
                          <a:ea typeface="黑体" panose="02010609060101010101" charset="-122"/>
                        </a:rPr>
                        <a:t>0</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28082</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5%</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bl>
          </a:graphicData>
        </a:graphic>
      </p:graphicFrame>
      <p:sp>
        <p:nvSpPr>
          <p:cNvPr id="7" name="文本框 6"/>
          <p:cNvSpPr txBox="1"/>
          <p:nvPr/>
        </p:nvSpPr>
        <p:spPr>
          <a:xfrm>
            <a:off x="10521315" y="1900555"/>
            <a:ext cx="1206500" cy="156210"/>
          </a:xfrm>
          <a:prstGeom prst="rect">
            <a:avLst/>
          </a:prstGeom>
          <a:noFill/>
        </p:spPr>
        <p:txBody>
          <a:bodyPr wrap="none" rtlCol="0">
            <a:noAutofit/>
          </a:bodyPr>
          <a:p>
            <a:r>
              <a:rPr lang="zh-CN" altLang="en-US" sz="1400" dirty="0">
                <a:latin typeface="黑体" panose="02010609060101010101" charset="-122"/>
                <a:ea typeface="黑体" panose="02010609060101010101" charset="-122"/>
              </a:rPr>
              <a:t>单位：万千瓦</a:t>
            </a:r>
            <a:endParaRPr lang="zh-CN" altLang="en-US" sz="1400" dirty="0">
              <a:latin typeface="黑体" panose="02010609060101010101" charset="-122"/>
              <a:ea typeface="黑体" panose="02010609060101010101" charset="-122"/>
            </a:endParaRPr>
          </a:p>
        </p:txBody>
      </p:sp>
      <p:graphicFrame>
        <p:nvGraphicFramePr>
          <p:cNvPr id="8" name="表格 7"/>
          <p:cNvGraphicFramePr/>
          <p:nvPr>
            <p:custDataLst>
              <p:tags r:id="rId4"/>
            </p:custDataLst>
          </p:nvPr>
        </p:nvGraphicFramePr>
        <p:xfrm>
          <a:off x="6917055" y="4465955"/>
          <a:ext cx="4874895" cy="2117090"/>
        </p:xfrm>
        <a:graphic>
          <a:graphicData uri="http://schemas.openxmlformats.org/drawingml/2006/table">
            <a:tbl>
              <a:tblPr firstRow="1" bandRow="1">
                <a:tableStyleId>{93296810-A885-4BE3-A3E7-6D5BEEA58F35}</a:tableStyleId>
              </a:tblPr>
              <a:tblGrid>
                <a:gridCol w="1381760"/>
                <a:gridCol w="1249045"/>
                <a:gridCol w="1160780"/>
                <a:gridCol w="1083310"/>
              </a:tblGrid>
              <a:tr h="427990">
                <a:tc>
                  <a:txBody>
                    <a:bodyPr/>
                    <a:p>
                      <a:pPr indent="0" algn="ctr">
                        <a:buNone/>
                      </a:pPr>
                      <a:r>
                        <a:rPr lang="en-US" altLang="en-US" sz="1600">
                          <a:latin typeface="黑体" panose="02010609060101010101" charset="-122"/>
                          <a:ea typeface="黑体" panose="02010609060101010101" charset="-122"/>
                        </a:rPr>
                        <a:t>2024</a:t>
                      </a:r>
                      <a:r>
                        <a:rPr lang="zh-CN" altLang="en-US" sz="1600">
                          <a:latin typeface="黑体" panose="02010609060101010101" charset="-122"/>
                          <a:ea typeface="黑体" panose="02010609060101010101" charset="-122"/>
                        </a:rPr>
                        <a:t>年</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6">
                        <a:lumMod val="75000"/>
                      </a:schemeClr>
                    </a:solidFill>
                  </a:tcPr>
                </a:tc>
                <a:tc>
                  <a:txBody>
                    <a:bodyPr/>
                    <a:p>
                      <a:pPr indent="0" algn="ctr">
                        <a:buNone/>
                      </a:pPr>
                      <a:r>
                        <a:rPr lang="zh-CN" sz="1600">
                          <a:latin typeface="黑体" panose="02010609060101010101" charset="-122"/>
                          <a:ea typeface="黑体" panose="02010609060101010101" charset="-122"/>
                        </a:rPr>
                        <a:t>跨区受电</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6">
                        <a:lumMod val="75000"/>
                      </a:schemeClr>
                    </a:solidFill>
                  </a:tcPr>
                </a:tc>
                <a:tc>
                  <a:txBody>
                    <a:bodyPr/>
                    <a:p>
                      <a:pPr indent="0" algn="ctr">
                        <a:buNone/>
                      </a:pPr>
                      <a:r>
                        <a:rPr lang="zh-CN" sz="1600">
                          <a:latin typeface="黑体" panose="02010609060101010101" charset="-122"/>
                          <a:ea typeface="黑体" panose="02010609060101010101" charset="-122"/>
                        </a:rPr>
                        <a:t>最高负荷</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6">
                        <a:lumMod val="75000"/>
                      </a:schemeClr>
                    </a:solidFill>
                  </a:tcPr>
                </a:tc>
                <a:tc>
                  <a:txBody>
                    <a:bodyPr/>
                    <a:p>
                      <a:pPr indent="0" algn="ctr">
                        <a:buNone/>
                      </a:pPr>
                      <a:r>
                        <a:rPr lang="zh-CN" sz="1600">
                          <a:latin typeface="黑体" panose="02010609060101010101" charset="-122"/>
                          <a:ea typeface="黑体" panose="02010609060101010101" charset="-122"/>
                        </a:rPr>
                        <a:t>占比</a:t>
                      </a:r>
                      <a:endParaRPr lang="zh-CN" altLang="en-US"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solidFill>
                      <a:schemeClr val="accent6">
                        <a:lumMod val="75000"/>
                      </a:schemeClr>
                    </a:solidFill>
                  </a:tcPr>
                </a:tc>
              </a:tr>
              <a:tr h="422910">
                <a:tc>
                  <a:txBody>
                    <a:bodyPr/>
                    <a:p>
                      <a:pPr algn="ctr">
                        <a:buNone/>
                      </a:pPr>
                      <a:r>
                        <a:rPr lang="zh-CN" sz="1600">
                          <a:latin typeface="黑体" panose="02010609060101010101" charset="-122"/>
                          <a:ea typeface="黑体" panose="02010609060101010101" charset="-122"/>
                        </a:rPr>
                        <a:t>华东</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8170</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42064</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19%</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421640">
                <a:tc>
                  <a:txBody>
                    <a:bodyPr/>
                    <a:p>
                      <a:pPr algn="ctr">
                        <a:buNone/>
                      </a:pPr>
                      <a:r>
                        <a:rPr lang="zh-CN" sz="1600">
                          <a:latin typeface="黑体" panose="02010609060101010101" charset="-122"/>
                          <a:ea typeface="黑体" panose="02010609060101010101" charset="-122"/>
                        </a:rPr>
                        <a:t>华中</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3460</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21287</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a:t>
                      </a:r>
                      <a:r>
                        <a:rPr lang="en-US" altLang="zh-CN" sz="1600">
                          <a:latin typeface="黑体" panose="02010609060101010101" charset="-122"/>
                          <a:ea typeface="黑体" panose="02010609060101010101" charset="-122"/>
                        </a:rPr>
                        <a:t>6</a:t>
                      </a:r>
                      <a:r>
                        <a:rPr lang="zh-CN" sz="1600">
                          <a:latin typeface="黑体" panose="02010609060101010101" charset="-122"/>
                          <a:ea typeface="黑体" panose="02010609060101010101" charset="-122"/>
                        </a:rPr>
                        <a:t>%</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422275">
                <a:tc>
                  <a:txBody>
                    <a:bodyPr/>
                    <a:p>
                      <a:pPr algn="ctr">
                        <a:buNone/>
                      </a:pPr>
                      <a:r>
                        <a:rPr lang="zh-CN" sz="1600">
                          <a:latin typeface="黑体" panose="02010609060101010101" charset="-122"/>
                          <a:ea typeface="黑体" panose="02010609060101010101" charset="-122"/>
                        </a:rPr>
                        <a:t>西南（枯期）</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800</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7400</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zh-CN" sz="1600">
                          <a:latin typeface="黑体" panose="02010609060101010101" charset="-122"/>
                          <a:ea typeface="黑体" panose="02010609060101010101" charset="-122"/>
                        </a:rPr>
                        <a:t>1</a:t>
                      </a:r>
                      <a:r>
                        <a:rPr lang="en-US" altLang="zh-CN" sz="1600">
                          <a:latin typeface="黑体" panose="02010609060101010101" charset="-122"/>
                          <a:ea typeface="黑体" panose="02010609060101010101" charset="-122"/>
                        </a:rPr>
                        <a:t>1</a:t>
                      </a:r>
                      <a:r>
                        <a:rPr lang="zh-CN" sz="1600">
                          <a:latin typeface="黑体" panose="02010609060101010101" charset="-122"/>
                          <a:ea typeface="黑体" panose="02010609060101010101" charset="-122"/>
                        </a:rPr>
                        <a:t>%</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r h="422275">
                <a:tc>
                  <a:txBody>
                    <a:bodyPr/>
                    <a:p>
                      <a:pPr algn="ctr">
                        <a:buNone/>
                      </a:pPr>
                      <a:r>
                        <a:rPr lang="zh-CN" sz="1600">
                          <a:latin typeface="黑体" panose="02010609060101010101" charset="-122"/>
                          <a:ea typeface="黑体" panose="02010609060101010101" charset="-122"/>
                        </a:rPr>
                        <a:t>华北</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2190</a:t>
                      </a:r>
                      <a:endParaRPr lang="en-US" alt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sym typeface="+mn-ea"/>
                        </a:rPr>
                        <a:t>28082</a:t>
                      </a:r>
                      <a:endParaRPr lang="en-US" altLang="zh-CN" sz="1600">
                        <a:latin typeface="黑体" panose="02010609060101010101" charset="-122"/>
                        <a:ea typeface="黑体" panose="02010609060101010101" charset="-122"/>
                        <a:sym typeface="+mn-ea"/>
                      </a:endParaRPr>
                    </a:p>
                  </a:txBody>
                  <a:tcPr marL="12700" marR="12700" marT="12700" anchor="ctr">
                    <a:lnL>
                      <a:noFill/>
                    </a:lnL>
                    <a:lnR>
                      <a:noFill/>
                    </a:lnR>
                    <a:lnT>
                      <a:noFill/>
                    </a:lnT>
                    <a:lnB>
                      <a:noFill/>
                    </a:lnB>
                    <a:lnTlToBr>
                      <a:noFill/>
                    </a:lnTlToBr>
                    <a:lnBlToTr>
                      <a:noFill/>
                    </a:lnBlToTr>
                  </a:tcPr>
                </a:tc>
                <a:tc>
                  <a:txBody>
                    <a:bodyPr/>
                    <a:p>
                      <a:pPr algn="ctr">
                        <a:buNone/>
                      </a:pPr>
                      <a:r>
                        <a:rPr lang="en-US" altLang="zh-CN" sz="1600">
                          <a:latin typeface="黑体" panose="02010609060101010101" charset="-122"/>
                          <a:ea typeface="黑体" panose="02010609060101010101" charset="-122"/>
                        </a:rPr>
                        <a:t>8</a:t>
                      </a:r>
                      <a:r>
                        <a:rPr lang="zh-CN" sz="1600">
                          <a:latin typeface="黑体" panose="02010609060101010101" charset="-122"/>
                          <a:ea typeface="黑体" panose="02010609060101010101" charset="-122"/>
                        </a:rPr>
                        <a:t>%</a:t>
                      </a:r>
                      <a:endParaRPr lang="zh-CN" sz="1600">
                        <a:latin typeface="黑体" panose="02010609060101010101" charset="-122"/>
                        <a:ea typeface="黑体" panose="02010609060101010101" charset="-122"/>
                      </a:endParaRPr>
                    </a:p>
                  </a:txBody>
                  <a:tcPr marL="12700" marR="12700" marT="12700" anchor="ctr">
                    <a:lnL>
                      <a:noFill/>
                    </a:lnL>
                    <a:lnR>
                      <a:noFill/>
                    </a:lnR>
                    <a:lnT>
                      <a:noFill/>
                    </a:lnT>
                    <a:lnB>
                      <a:noFill/>
                    </a:lnB>
                    <a:lnTlToBr>
                      <a:noFill/>
                    </a:lnTlToBr>
                    <a:lnBlToTr>
                      <a:noFill/>
                    </a:lnBlToTr>
                  </a:tcPr>
                </a:tc>
              </a:tr>
            </a:tbl>
          </a:graphicData>
        </a:graphic>
      </p:graphicFrame>
      <p:sp>
        <p:nvSpPr>
          <p:cNvPr id="12" name="文本框 11"/>
          <p:cNvSpPr txBox="1"/>
          <p:nvPr/>
        </p:nvSpPr>
        <p:spPr>
          <a:xfrm>
            <a:off x="10521315" y="4101465"/>
            <a:ext cx="1209040" cy="152400"/>
          </a:xfrm>
          <a:prstGeom prst="rect">
            <a:avLst/>
          </a:prstGeom>
          <a:noFill/>
        </p:spPr>
        <p:txBody>
          <a:bodyPr wrap="none" rtlCol="0">
            <a:noAutofit/>
          </a:bodyPr>
          <a:p>
            <a:r>
              <a:rPr lang="zh-CN" altLang="en-US" sz="1600">
                <a:latin typeface="黑体" panose="02010609060101010101" charset="-122"/>
                <a:ea typeface="黑体" panose="02010609060101010101" charset="-122"/>
              </a:rPr>
              <a:t>单位：万千瓦</a:t>
            </a:r>
            <a:endParaRPr lang="zh-CN" altLang="en-US" sz="1600">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191724" y="116340"/>
            <a:ext cx="10465163" cy="521970"/>
          </a:xfrm>
          <a:prstGeom prst="rect">
            <a:avLst/>
          </a:prstGeom>
          <a:noFill/>
        </p:spPr>
        <p:txBody>
          <a:bodyPr wrap="square" rtlCol="0">
            <a:spAutoFit/>
          </a:bodyPr>
          <a:lstStyle/>
          <a:p>
            <a:r>
              <a:rPr lang="en-US" altLang="zh-CN" sz="2800" b="1" dirty="0">
                <a:latin typeface="+mj-lt"/>
                <a:ea typeface="+mj-lt"/>
                <a:cs typeface="+mj-lt"/>
              </a:rPr>
              <a:t>3.</a:t>
            </a:r>
            <a:r>
              <a:rPr lang="zh-CN" altLang="en-US" sz="2800" b="1" dirty="0">
                <a:latin typeface="+mj-lt"/>
                <a:ea typeface="+mj-lt"/>
                <a:cs typeface="+mj-lt"/>
              </a:rPr>
              <a:t>跨区跨省输电通道资源相对</a:t>
            </a:r>
            <a:r>
              <a:rPr lang="zh-CN" altLang="en-US" sz="2800" b="1" dirty="0" smtClean="0">
                <a:latin typeface="+mj-lt"/>
                <a:ea typeface="+mj-lt"/>
                <a:cs typeface="+mj-lt"/>
              </a:rPr>
              <a:t>不足</a:t>
            </a:r>
            <a:endParaRPr lang="zh-CN" altLang="en-US" sz="2800" b="1" dirty="0" smtClean="0">
              <a:solidFill>
                <a:srgbClr val="FF0000"/>
              </a:solidFill>
              <a:highlight>
                <a:srgbClr val="FFFF00"/>
              </a:highlight>
              <a:latin typeface="+mj-lt"/>
              <a:ea typeface="+mj-lt"/>
              <a:cs typeface="+mj-lt"/>
            </a:endParaRPr>
          </a:p>
        </p:txBody>
      </p:sp>
      <p:sp>
        <p:nvSpPr>
          <p:cNvPr id="24" name="TextBox 39"/>
          <p:cNvSpPr txBox="1"/>
          <p:nvPr/>
        </p:nvSpPr>
        <p:spPr>
          <a:xfrm>
            <a:off x="335280" y="947420"/>
            <a:ext cx="11288395" cy="1383030"/>
          </a:xfrm>
          <a:prstGeom prst="rect">
            <a:avLst/>
          </a:prstGeom>
          <a:noFill/>
        </p:spPr>
        <p:txBody>
          <a:bodyPr wrap="square" rtlCol="0">
            <a:spAutoFit/>
          </a:bodyPr>
          <a:lstStyle/>
          <a:p>
            <a:pPr indent="457200" algn="just">
              <a:lnSpc>
                <a:spcPct val="120000"/>
              </a:lnSpc>
              <a:buClrTx/>
              <a:buSzTx/>
              <a:buFontTx/>
            </a:pPr>
            <a:r>
              <a:rPr lang="zh-CN" sz="2200" dirty="0">
                <a:latin typeface="黑体" panose="02010609060101010101" charset="-122"/>
                <a:ea typeface="黑体" panose="02010609060101010101" charset="-122"/>
                <a:cs typeface="黑体" panose="02010609060101010101" charset="-122"/>
              </a:rPr>
              <a:t> 目前三华电网负荷中心省份均有</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1条或多条特高压直流落点</a:t>
            </a:r>
            <a:r>
              <a:rPr lang="zh-CN" sz="2200" dirty="0">
                <a:latin typeface="黑体" panose="02010609060101010101" charset="-122"/>
                <a:ea typeface="黑体" panose="02010609060101010101" charset="-122"/>
                <a:cs typeface="黑体" panose="02010609060101010101" charset="-122"/>
              </a:rPr>
              <a:t>，但</a:t>
            </a:r>
            <a:r>
              <a:rPr lang="zh-CN" sz="2200" b="1" dirty="0">
                <a:solidFill>
                  <a:srgbClr val="FF0000"/>
                </a:solidFill>
                <a:latin typeface="黑体" panose="02010609060101010101" charset="-122"/>
                <a:ea typeface="黑体" panose="02010609060101010101" charset="-122"/>
                <a:cs typeface="黑体" panose="02010609060101010101" charset="-122"/>
              </a:rPr>
              <a:t>一是</a:t>
            </a:r>
            <a:r>
              <a:rPr lang="zh-CN" sz="2200" dirty="0">
                <a:latin typeface="黑体" panose="02010609060101010101" charset="-122"/>
                <a:ea typeface="黑体" panose="02010609060101010101" charset="-122"/>
                <a:cs typeface="黑体" panose="02010609060101010101" charset="-122"/>
              </a:rPr>
              <a:t>因配套电源及网架承载力问题，部分特高压通道能力受限，难以满足落点省份用电需求；</a:t>
            </a:r>
            <a:r>
              <a:rPr lang="zh-CN" sz="2200" b="1" dirty="0">
                <a:solidFill>
                  <a:srgbClr val="FF0000"/>
                </a:solidFill>
                <a:latin typeface="黑体" panose="02010609060101010101" charset="-122"/>
                <a:ea typeface="黑体" panose="02010609060101010101" charset="-122"/>
                <a:cs typeface="黑体" panose="02010609060101010101" charset="-122"/>
              </a:rPr>
              <a:t>二是</a:t>
            </a:r>
            <a:r>
              <a:rPr lang="zh-CN" sz="2200" dirty="0">
                <a:latin typeface="黑体" panose="02010609060101010101" charset="-122"/>
                <a:ea typeface="黑体" panose="02010609060101010101" charset="-122"/>
                <a:cs typeface="黑体" panose="02010609060101010101" charset="-122"/>
              </a:rPr>
              <a:t>通道空间远小于购电省份购电总需求。省间中长期市场</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资源配置需求突出</a:t>
            </a:r>
            <a:r>
              <a:rPr lang="zh-CN" sz="2200" dirty="0">
                <a:latin typeface="黑体" panose="02010609060101010101" charset="-122"/>
                <a:ea typeface="黑体" panose="02010609060101010101" charset="-122"/>
                <a:cs typeface="黑体" panose="02010609060101010101" charset="-122"/>
              </a:rPr>
              <a:t>。</a:t>
            </a:r>
            <a:endParaRPr lang="zh-CN" sz="2200" dirty="0">
              <a:latin typeface="黑体" panose="02010609060101010101" charset="-122"/>
              <a:ea typeface="黑体" panose="02010609060101010101" charset="-122"/>
              <a:cs typeface="黑体" panose="02010609060101010101" charset="-122"/>
            </a:endParaRPr>
          </a:p>
        </p:txBody>
      </p:sp>
      <p:graphicFrame>
        <p:nvGraphicFramePr>
          <p:cNvPr id="6" name="表格 5"/>
          <p:cNvGraphicFramePr/>
          <p:nvPr>
            <p:custDataLst>
              <p:tags r:id="rId1"/>
            </p:custDataLst>
          </p:nvPr>
        </p:nvGraphicFramePr>
        <p:xfrm>
          <a:off x="6577965" y="3258185"/>
          <a:ext cx="5198745" cy="2583180"/>
        </p:xfrm>
        <a:graphic>
          <a:graphicData uri="http://schemas.openxmlformats.org/drawingml/2006/table">
            <a:tbl>
              <a:tblPr firstRow="1" bandRow="1">
                <a:tableStyleId>{7DF18680-E054-41AD-8BC1-D1AEF772440D}</a:tableStyleId>
              </a:tblPr>
              <a:tblGrid>
                <a:gridCol w="1223645"/>
                <a:gridCol w="1913255"/>
                <a:gridCol w="2061845"/>
              </a:tblGrid>
              <a:tr h="632460">
                <a:tc>
                  <a:txBody>
                    <a:bodyPr/>
                    <a:lstStyle/>
                    <a:p>
                      <a:pPr indent="0" algn="ctr">
                        <a:buNone/>
                      </a:pPr>
                      <a:r>
                        <a:rPr lang="zh-CN" sz="1600">
                          <a:latin typeface="黑体" panose="02010609060101010101" charset="-122"/>
                          <a:ea typeface="黑体" panose="02010609060101010101" charset="-122"/>
                        </a:rPr>
                        <a:t>区域</a:t>
                      </a:r>
                      <a:endParaRPr lang="zh-CN" sz="1600">
                        <a:latin typeface="黑体" panose="02010609060101010101" charset="-122"/>
                        <a:ea typeface="黑体" panose="02010609060101010101" charset="-122"/>
                      </a:endParaRPr>
                    </a:p>
                  </a:txBody>
                  <a:tcPr marL="12700" marR="12700" marT="12700" anchor="ctr"/>
                </a:tc>
                <a:tc>
                  <a:txBody>
                    <a:bodyPr/>
                    <a:lstStyle/>
                    <a:p>
                      <a:pPr indent="0" algn="ctr">
                        <a:buNone/>
                      </a:pPr>
                      <a:r>
                        <a:rPr lang="zh-CN" sz="1600">
                          <a:latin typeface="黑体" panose="02010609060101010101" charset="-122"/>
                          <a:ea typeface="黑体" panose="02010609060101010101" charset="-122"/>
                        </a:rPr>
                        <a:t>受入通道总空间</a:t>
                      </a:r>
                      <a:endParaRPr lang="zh-CN" altLang="en-US" sz="1600">
                        <a:latin typeface="黑体" panose="02010609060101010101" charset="-122"/>
                        <a:ea typeface="黑体" panose="02010609060101010101" charset="-122"/>
                      </a:endParaRPr>
                    </a:p>
                  </a:txBody>
                  <a:tcPr marL="12700" marR="12700" marT="12700" anchor="ctr"/>
                </a:tc>
                <a:tc>
                  <a:txBody>
                    <a:bodyPr/>
                    <a:lstStyle/>
                    <a:p>
                      <a:pPr algn="ctr">
                        <a:buNone/>
                      </a:pPr>
                      <a:r>
                        <a:rPr lang="zh-CN" sz="1600">
                          <a:latin typeface="黑体" panose="02010609060101010101" charset="-122"/>
                          <a:ea typeface="黑体" panose="02010609060101010101" charset="-122"/>
                        </a:rPr>
                        <a:t>各省跨区购电总需求</a:t>
                      </a:r>
                      <a:endParaRPr lang="zh-CN" sz="1600">
                        <a:latin typeface="黑体" panose="02010609060101010101" charset="-122"/>
                        <a:ea typeface="黑体" panose="02010609060101010101" charset="-122"/>
                      </a:endParaRPr>
                    </a:p>
                  </a:txBody>
                  <a:tcPr marL="12700" marR="12700" marT="12700" anchor="ctr"/>
                </a:tc>
              </a:tr>
              <a:tr h="585470">
                <a:tc>
                  <a:txBody>
                    <a:bodyPr/>
                    <a:lstStyle/>
                    <a:p>
                      <a:pPr indent="0" algn="ctr">
                        <a:buNone/>
                      </a:pPr>
                      <a:r>
                        <a:rPr lang="zh-CN" sz="1600">
                          <a:latin typeface="黑体" panose="02010609060101010101" charset="-122"/>
                          <a:ea typeface="黑体" panose="02010609060101010101" charset="-122"/>
                        </a:rPr>
                        <a:t>华东</a:t>
                      </a:r>
                      <a:endParaRPr lang="zh-CN" altLang="en-US" sz="1600">
                        <a:latin typeface="黑体" panose="02010609060101010101" charset="-122"/>
                        <a:ea typeface="黑体" panose="02010609060101010101" charset="-122"/>
                      </a:endParaRPr>
                    </a:p>
                  </a:txBody>
                  <a:tcPr marL="12700" marR="12700" marT="12700" anchor="ctr"/>
                </a:tc>
                <a:tc>
                  <a:txBody>
                    <a:bodyPr/>
                    <a:lstStyle/>
                    <a:p>
                      <a:pPr indent="0" algn="ctr">
                        <a:buNone/>
                      </a:pPr>
                      <a:r>
                        <a:rPr lang="en-US" sz="1600">
                          <a:solidFill>
                            <a:schemeClr val="accent2">
                              <a:lumMod val="50000"/>
                            </a:schemeClr>
                          </a:solidFill>
                          <a:latin typeface="黑体" panose="02010609060101010101" charset="-122"/>
                          <a:ea typeface="黑体" panose="02010609060101010101" charset="-122"/>
                        </a:rPr>
                        <a:t>8330</a:t>
                      </a:r>
                      <a:endParaRPr lang="en-US" sz="1600">
                        <a:solidFill>
                          <a:schemeClr val="tx1"/>
                        </a:solidFill>
                        <a:latin typeface="黑体" panose="02010609060101010101" charset="-122"/>
                        <a:ea typeface="黑体" panose="02010609060101010101" charset="-122"/>
                      </a:endParaRPr>
                    </a:p>
                  </a:txBody>
                  <a:tcPr marL="12700" marR="12700" marT="12700" anchor="ctr"/>
                </a:tc>
                <a:tc>
                  <a:txBody>
                    <a:bodyPr/>
                    <a:lstStyle/>
                    <a:p>
                      <a:pPr indent="0" algn="ctr">
                        <a:buNone/>
                      </a:pPr>
                      <a:r>
                        <a:rPr lang="en-US" sz="1600">
                          <a:solidFill>
                            <a:schemeClr val="accent1"/>
                          </a:solidFill>
                          <a:latin typeface="黑体" panose="02010609060101010101" charset="-122"/>
                          <a:ea typeface="黑体" panose="02010609060101010101" charset="-122"/>
                        </a:rPr>
                        <a:t>9880</a:t>
                      </a:r>
                      <a:endParaRPr lang="en-US" altLang="en-US" sz="1600">
                        <a:solidFill>
                          <a:schemeClr val="accent1"/>
                        </a:solidFill>
                        <a:latin typeface="黑体" panose="02010609060101010101" charset="-122"/>
                        <a:ea typeface="黑体" panose="02010609060101010101" charset="-122"/>
                      </a:endParaRPr>
                    </a:p>
                  </a:txBody>
                  <a:tcPr marL="12700" marR="12700" marT="12700" anchor="ctr"/>
                </a:tc>
              </a:tr>
              <a:tr h="745490">
                <a:tc>
                  <a:txBody>
                    <a:bodyPr/>
                    <a:lstStyle/>
                    <a:p>
                      <a:pPr indent="0" algn="ctr">
                        <a:buNone/>
                      </a:pPr>
                      <a:r>
                        <a:rPr lang="zh-CN" sz="1600">
                          <a:latin typeface="黑体" panose="02010609060101010101" charset="-122"/>
                          <a:ea typeface="黑体" panose="02010609060101010101" charset="-122"/>
                        </a:rPr>
                        <a:t>华中</a:t>
                      </a:r>
                      <a:endParaRPr lang="zh-CN" altLang="en-US" sz="1600">
                        <a:latin typeface="黑体" panose="02010609060101010101" charset="-122"/>
                        <a:ea typeface="黑体" panose="02010609060101010101" charset="-122"/>
                      </a:endParaRPr>
                    </a:p>
                  </a:txBody>
                  <a:tcPr marL="12700" marR="12700" marT="12700" anchor="ctr"/>
                </a:tc>
                <a:tc>
                  <a:txBody>
                    <a:bodyPr/>
                    <a:lstStyle/>
                    <a:p>
                      <a:pPr indent="0" algn="ctr">
                        <a:buNone/>
                      </a:pPr>
                      <a:r>
                        <a:rPr lang="en-US" sz="1600">
                          <a:solidFill>
                            <a:schemeClr val="accent2">
                              <a:lumMod val="50000"/>
                            </a:schemeClr>
                          </a:solidFill>
                          <a:latin typeface="黑体" panose="02010609060101010101" charset="-122"/>
                          <a:ea typeface="黑体" panose="02010609060101010101" charset="-122"/>
                          <a:cs typeface="黑体" panose="02010609060101010101" charset="-122"/>
                        </a:rPr>
                        <a:t>3181</a:t>
                      </a:r>
                      <a:endParaRPr 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lstStyle/>
                    <a:p>
                      <a:pPr indent="0" algn="ctr">
                        <a:buNone/>
                      </a:pPr>
                      <a:r>
                        <a:rPr lang="en-US" altLang="zh-CN" sz="1600">
                          <a:solidFill>
                            <a:schemeClr val="accent1"/>
                          </a:solidFill>
                          <a:latin typeface="黑体" panose="02010609060101010101" charset="-122"/>
                          <a:ea typeface="黑体" panose="02010609060101010101" charset="-122"/>
                          <a:cs typeface="黑体" panose="02010609060101010101" charset="-122"/>
                        </a:rPr>
                        <a:t>3200</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619760">
                <a:tc>
                  <a:txBody>
                    <a:bodyPr/>
                    <a:lstStyle/>
                    <a:p>
                      <a:pPr indent="0" algn="ctr">
                        <a:buNone/>
                      </a:pPr>
                      <a:r>
                        <a:rPr lang="zh-CN" sz="1600">
                          <a:latin typeface="黑体" panose="02010609060101010101" charset="-122"/>
                          <a:ea typeface="黑体" panose="02010609060101010101" charset="-122"/>
                        </a:rPr>
                        <a:t>西南</a:t>
                      </a:r>
                      <a:endParaRPr lang="zh-CN" altLang="en-US" sz="1600">
                        <a:latin typeface="黑体" panose="02010609060101010101" charset="-122"/>
                        <a:ea typeface="黑体" panose="02010609060101010101" charset="-122"/>
                      </a:endParaRPr>
                    </a:p>
                  </a:txBody>
                  <a:tcPr marL="12700" marR="12700" marT="12700" anchor="ctr"/>
                </a:tc>
                <a:tc>
                  <a:txBody>
                    <a:bodyPr/>
                    <a:lstStyle/>
                    <a:p>
                      <a:pPr indent="0" algn="ctr">
                        <a:buNone/>
                      </a:pPr>
                      <a:r>
                        <a:rPr lang="en-US" sz="1600">
                          <a:solidFill>
                            <a:schemeClr val="accent2">
                              <a:lumMod val="50000"/>
                            </a:schemeClr>
                          </a:solidFill>
                          <a:latin typeface="黑体" panose="02010609060101010101" charset="-122"/>
                          <a:ea typeface="黑体" panose="02010609060101010101" charset="-122"/>
                        </a:rPr>
                        <a:t>520</a:t>
                      </a:r>
                      <a:endParaRPr lang="en-US" altLang="en-US" sz="1600">
                        <a:solidFill>
                          <a:schemeClr val="accent2">
                            <a:lumMod val="50000"/>
                          </a:schemeClr>
                        </a:solidFill>
                        <a:latin typeface="黑体" panose="02010609060101010101" charset="-122"/>
                        <a:ea typeface="黑体" panose="02010609060101010101" charset="-122"/>
                      </a:endParaRPr>
                    </a:p>
                  </a:txBody>
                  <a:tcPr marL="12700" marR="12700" marT="12700" anchor="ctr"/>
                </a:tc>
                <a:tc>
                  <a:txBody>
                    <a:bodyPr/>
                    <a:lstStyle/>
                    <a:p>
                      <a:pPr indent="0" algn="ctr">
                        <a:buNone/>
                      </a:pPr>
                      <a:r>
                        <a:rPr lang="en-US" sz="1600">
                          <a:solidFill>
                            <a:schemeClr val="accent1"/>
                          </a:solidFill>
                          <a:latin typeface="黑体" panose="02010609060101010101" charset="-122"/>
                          <a:ea typeface="黑体" panose="02010609060101010101" charset="-122"/>
                        </a:rPr>
                        <a:t>1270</a:t>
                      </a:r>
                      <a:endParaRPr lang="en-US" altLang="en-US" sz="1600">
                        <a:solidFill>
                          <a:schemeClr val="accent1"/>
                        </a:solidFill>
                        <a:latin typeface="黑体" panose="02010609060101010101" charset="-122"/>
                        <a:ea typeface="黑体" panose="02010609060101010101" charset="-122"/>
                      </a:endParaRPr>
                    </a:p>
                  </a:txBody>
                  <a:tcPr marL="12700" marR="12700" marT="12700" anchor="ctr"/>
                </a:tc>
              </a:tr>
            </a:tbl>
          </a:graphicData>
        </a:graphic>
      </p:graphicFrame>
      <p:sp>
        <p:nvSpPr>
          <p:cNvPr id="7" name="文本框 6"/>
          <p:cNvSpPr txBox="1"/>
          <p:nvPr/>
        </p:nvSpPr>
        <p:spPr>
          <a:xfrm>
            <a:off x="10679430" y="2926715"/>
            <a:ext cx="1097280" cy="275590"/>
          </a:xfrm>
          <a:prstGeom prst="rect">
            <a:avLst/>
          </a:prstGeom>
          <a:noFill/>
        </p:spPr>
        <p:txBody>
          <a:bodyPr wrap="none" rtlCol="0">
            <a:spAutoFit/>
          </a:bodyPr>
          <a:lstStyle/>
          <a:p>
            <a:r>
              <a:rPr lang="zh-CN" altLang="en-US" sz="1200">
                <a:latin typeface="黑体" panose="02010609060101010101" charset="-122"/>
                <a:ea typeface="黑体" panose="02010609060101010101" charset="-122"/>
              </a:rPr>
              <a:t>单位：万千瓦</a:t>
            </a:r>
            <a:endParaRPr lang="zh-CN" altLang="en-US" sz="1200">
              <a:latin typeface="黑体" panose="02010609060101010101" charset="-122"/>
              <a:ea typeface="黑体" panose="02010609060101010101" charset="-122"/>
            </a:endParaRPr>
          </a:p>
        </p:txBody>
      </p:sp>
      <p:sp>
        <p:nvSpPr>
          <p:cNvPr id="25" name="Rectangle 1"/>
          <p:cNvSpPr/>
          <p:nvPr/>
        </p:nvSpPr>
        <p:spPr>
          <a:xfrm>
            <a:off x="6687185" y="5949315"/>
            <a:ext cx="4725670" cy="337185"/>
          </a:xfrm>
          <a:prstGeom prst="rect">
            <a:avLst/>
          </a:prstGeom>
        </p:spPr>
        <p:txBody>
          <a:bodyPr wrap="square" anchor="t">
            <a:spAutoFit/>
          </a:bodyPr>
          <a:lstStyle/>
          <a:p>
            <a:pPr lvl="0" algn="ctr">
              <a:buClrTx/>
              <a:buSzTx/>
              <a:buFontTx/>
              <a:defRPr/>
            </a:pPr>
            <a:r>
              <a:rPr lang="en-US" sz="1600" dirty="0">
                <a:latin typeface="黑体" panose="02010609060101010101" charset="-122"/>
                <a:ea typeface="黑体" panose="02010609060101010101" charset="-122"/>
                <a:cs typeface="黑体" panose="02010609060101010101" charset="-122"/>
                <a:sym typeface="黑体" panose="02010609060101010101" charset="-122"/>
              </a:rPr>
              <a:t>2024</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年</a:t>
            </a:r>
            <a:r>
              <a:rPr lang="zh-CN" sz="1600" dirty="0">
                <a:latin typeface="黑体" panose="02010609060101010101" charset="-122"/>
                <a:ea typeface="黑体" panose="02010609060101010101" charset="-122"/>
                <a:cs typeface="黑体" panose="02010609060101010101" charset="-122"/>
                <a:sym typeface="黑体" panose="02010609060101010101" charset="-122"/>
              </a:rPr>
              <a:t>夏季跨区通道</a:t>
            </a:r>
            <a:r>
              <a:rPr lang="zh-CN" altLang="en-US" sz="1600" dirty="0">
                <a:latin typeface="黑体" panose="02010609060101010101" charset="-122"/>
                <a:ea typeface="黑体" panose="02010609060101010101" charset="-122"/>
                <a:cs typeface="黑体" panose="02010609060101010101" charset="-122"/>
                <a:sym typeface="黑体" panose="02010609060101010101" charset="-122"/>
              </a:rPr>
              <a:t>空间与购电省份需求对比</a:t>
            </a:r>
            <a:endParaRPr lang="zh-CN" altLang="en-US" sz="1600" dirty="0">
              <a:latin typeface="黑体" panose="02010609060101010101" charset="-122"/>
              <a:ea typeface="黑体" panose="02010609060101010101" charset="-122"/>
              <a:cs typeface="黑体" panose="02010609060101010101" charset="-122"/>
              <a:sym typeface="黑体" panose="02010609060101010101" charset="-122"/>
            </a:endParaRPr>
          </a:p>
        </p:txBody>
      </p:sp>
      <p:graphicFrame>
        <p:nvGraphicFramePr>
          <p:cNvPr id="10" name="表格 9"/>
          <p:cNvGraphicFramePr/>
          <p:nvPr>
            <p:custDataLst>
              <p:tags r:id="rId2"/>
            </p:custDataLst>
          </p:nvPr>
        </p:nvGraphicFramePr>
        <p:xfrm>
          <a:off x="217805" y="2755900"/>
          <a:ext cx="5947655" cy="3862070"/>
        </p:xfrm>
        <a:graphic>
          <a:graphicData uri="http://schemas.openxmlformats.org/drawingml/2006/table">
            <a:tbl>
              <a:tblPr firstRow="1" bandRow="1">
                <a:tableStyleId>{7DF18680-E054-41AD-8BC1-D1AEF772440D}</a:tableStyleId>
              </a:tblPr>
              <a:tblGrid>
                <a:gridCol w="748665"/>
                <a:gridCol w="647700"/>
                <a:gridCol w="657225"/>
                <a:gridCol w="732790"/>
                <a:gridCol w="3161275"/>
              </a:tblGrid>
              <a:tr h="632460">
                <a:tc>
                  <a:txBody>
                    <a:bodyPr/>
                    <a:p>
                      <a:pPr indent="0" algn="ctr">
                        <a:buNone/>
                      </a:pPr>
                      <a:r>
                        <a:rPr lang="zh-CN" sz="1600">
                          <a:latin typeface="黑体" panose="02010609060101010101" charset="-122"/>
                          <a:ea typeface="黑体" panose="02010609060101010101" charset="-122"/>
                        </a:rPr>
                        <a:t>特高压直流</a:t>
                      </a:r>
                      <a:endParaRPr lang="zh-CN" sz="1600">
                        <a:latin typeface="黑体" panose="02010609060101010101" charset="-122"/>
                        <a:ea typeface="黑体" panose="02010609060101010101" charset="-122"/>
                      </a:endParaRPr>
                    </a:p>
                  </a:txBody>
                  <a:tcPr marL="12700" marR="12700" marT="12700" anchor="ctr"/>
                </a:tc>
                <a:tc>
                  <a:txBody>
                    <a:bodyPr/>
                    <a:p>
                      <a:pPr indent="0" algn="ctr">
                        <a:buNone/>
                      </a:pPr>
                      <a:r>
                        <a:rPr lang="zh-CN" sz="1600">
                          <a:latin typeface="黑体" panose="02010609060101010101" charset="-122"/>
                          <a:ea typeface="黑体" panose="02010609060101010101" charset="-122"/>
                        </a:rPr>
                        <a:t>额定</a:t>
                      </a:r>
                      <a:endParaRPr lang="zh-CN" sz="1600">
                        <a:latin typeface="黑体" panose="02010609060101010101" charset="-122"/>
                        <a:ea typeface="黑体" panose="02010609060101010101" charset="-122"/>
                      </a:endParaRPr>
                    </a:p>
                    <a:p>
                      <a:pPr indent="0" algn="ctr">
                        <a:buNone/>
                      </a:pPr>
                      <a:r>
                        <a:rPr lang="zh-CN" sz="1600">
                          <a:latin typeface="黑体" panose="02010609060101010101" charset="-122"/>
                          <a:ea typeface="黑体" panose="02010609060101010101" charset="-122"/>
                        </a:rPr>
                        <a:t>功率</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latin typeface="黑体" panose="02010609060101010101" charset="-122"/>
                          <a:ea typeface="黑体" panose="02010609060101010101" charset="-122"/>
                        </a:rPr>
                        <a:t>送端</a:t>
                      </a:r>
                      <a:endParaRPr lang="zh-CN" altLang="en-US" sz="1600">
                        <a:latin typeface="黑体" panose="02010609060101010101" charset="-122"/>
                        <a:ea typeface="黑体" panose="02010609060101010101" charset="-122"/>
                      </a:endParaRPr>
                    </a:p>
                    <a:p>
                      <a:pPr indent="0" algn="ctr">
                        <a:buNone/>
                      </a:pPr>
                      <a:r>
                        <a:rPr lang="zh-CN" altLang="en-US" sz="1600">
                          <a:latin typeface="黑体" panose="02010609060101010101" charset="-122"/>
                          <a:ea typeface="黑体" panose="02010609060101010101" charset="-122"/>
                        </a:rPr>
                        <a:t>能力</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latin typeface="黑体" panose="02010609060101010101" charset="-122"/>
                          <a:ea typeface="黑体" panose="02010609060101010101" charset="-122"/>
                        </a:rPr>
                        <a:t>受端</a:t>
                      </a:r>
                      <a:endParaRPr lang="zh-CN" altLang="en-US" sz="1600">
                        <a:latin typeface="黑体" panose="02010609060101010101" charset="-122"/>
                        <a:ea typeface="黑体" panose="02010609060101010101" charset="-122"/>
                      </a:endParaRPr>
                    </a:p>
                    <a:p>
                      <a:pPr indent="0" algn="ctr">
                        <a:buNone/>
                      </a:pPr>
                      <a:r>
                        <a:rPr lang="zh-CN" altLang="en-US" sz="1600">
                          <a:latin typeface="黑体" panose="02010609060101010101" charset="-122"/>
                          <a:ea typeface="黑体" panose="02010609060101010101" charset="-122"/>
                        </a:rPr>
                        <a:t>能力</a:t>
                      </a:r>
                      <a:endParaRPr lang="zh-CN" altLang="en-US" sz="1600">
                        <a:latin typeface="黑体" panose="02010609060101010101" charset="-122"/>
                        <a:ea typeface="黑体" panose="02010609060101010101" charset="-122"/>
                      </a:endParaRPr>
                    </a:p>
                  </a:txBody>
                  <a:tcPr marL="12700" marR="12700" marT="12700" anchor="ctr"/>
                </a:tc>
                <a:tc>
                  <a:txBody>
                    <a:bodyPr/>
                    <a:p>
                      <a:pPr algn="ctr">
                        <a:buNone/>
                      </a:pPr>
                      <a:r>
                        <a:rPr lang="zh-CN" sz="1600">
                          <a:latin typeface="黑体" panose="02010609060101010101" charset="-122"/>
                          <a:ea typeface="黑体" panose="02010609060101010101" charset="-122"/>
                        </a:rPr>
                        <a:t>制约因素</a:t>
                      </a:r>
                      <a:endParaRPr lang="zh-CN" sz="1600">
                        <a:latin typeface="黑体" panose="02010609060101010101" charset="-122"/>
                        <a:ea typeface="黑体" panose="02010609060101010101" charset="-122"/>
                      </a:endParaRPr>
                    </a:p>
                  </a:txBody>
                  <a:tcPr marL="12700" marR="12700" marT="12700" anchor="ctr"/>
                </a:tc>
              </a:tr>
              <a:tr h="384810">
                <a:tc>
                  <a:txBody>
                    <a:bodyPr/>
                    <a:p>
                      <a:pPr indent="0" algn="ctr">
                        <a:buNone/>
                      </a:pPr>
                      <a:r>
                        <a:rPr lang="zh-CN" sz="1600">
                          <a:latin typeface="黑体" panose="02010609060101010101" charset="-122"/>
                          <a:ea typeface="黑体" panose="02010609060101010101" charset="-122"/>
                        </a:rPr>
                        <a:t>天中</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sz="1600">
                          <a:solidFill>
                            <a:schemeClr val="tx1"/>
                          </a:solidFill>
                          <a:latin typeface="黑体" panose="02010609060101010101" charset="-122"/>
                          <a:ea typeface="黑体" panose="02010609060101010101" charset="-122"/>
                        </a:rPr>
                        <a:t>800</a:t>
                      </a:r>
                      <a:endParaRPr 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800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600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rPr>
                        <a:t>华北</a:t>
                      </a:r>
                      <a:r>
                        <a:rPr lang="en-US" altLang="zh-CN" sz="1600">
                          <a:solidFill>
                            <a:schemeClr val="accent1"/>
                          </a:solidFill>
                          <a:latin typeface="黑体" panose="02010609060101010101" charset="-122"/>
                          <a:ea typeface="黑体" panose="02010609060101010101" charset="-122"/>
                        </a:rPr>
                        <a:t>-</a:t>
                      </a:r>
                      <a:r>
                        <a:rPr lang="zh-CN" altLang="en-US" sz="1600">
                          <a:solidFill>
                            <a:schemeClr val="accent1"/>
                          </a:solidFill>
                          <a:latin typeface="黑体" panose="02010609060101010101" charset="-122"/>
                          <a:ea typeface="黑体" panose="02010609060101010101" charset="-122"/>
                        </a:rPr>
                        <a:t>华中弱联网</a:t>
                      </a:r>
                      <a:endParaRPr lang="zh-CN" altLang="en-US" sz="1600">
                        <a:solidFill>
                          <a:schemeClr val="accent1"/>
                        </a:solidFill>
                        <a:latin typeface="黑体" panose="02010609060101010101" charset="-122"/>
                        <a:ea typeface="黑体" panose="02010609060101010101" charset="-122"/>
                      </a:endParaRPr>
                    </a:p>
                  </a:txBody>
                  <a:tcPr marL="12700" marR="12700" marT="12700" anchor="ctr"/>
                </a:tc>
              </a:tr>
              <a:tr h="321310">
                <a:tc>
                  <a:txBody>
                    <a:bodyPr/>
                    <a:p>
                      <a:pPr indent="0" algn="ctr">
                        <a:buNone/>
                      </a:pPr>
                      <a:r>
                        <a:rPr lang="zh-CN" altLang="en-US" sz="1600">
                          <a:latin typeface="黑体" panose="02010609060101010101" charset="-122"/>
                          <a:ea typeface="黑体" panose="02010609060101010101" charset="-122"/>
                        </a:rPr>
                        <a:t>祁韶</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sz="1600">
                          <a:solidFill>
                            <a:schemeClr val="tx1"/>
                          </a:solidFill>
                          <a:latin typeface="黑体" panose="02010609060101010101" charset="-122"/>
                          <a:ea typeface="黑体" panose="02010609060101010101" charset="-122"/>
                          <a:cs typeface="黑体" panose="02010609060101010101" charset="-122"/>
                        </a:rPr>
                        <a:t>800</a:t>
                      </a:r>
                      <a:endParaRPr 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750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600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a:t>
                      </a:r>
                      <a:r>
                        <a:rPr lang="zh-CN" altLang="en-US" sz="1600">
                          <a:solidFill>
                            <a:schemeClr val="accent1"/>
                          </a:solidFill>
                          <a:latin typeface="黑体" panose="02010609060101010101" charset="-122"/>
                          <a:ea typeface="黑体" panose="02010609060101010101" charset="-122"/>
                          <a:cs typeface="黑体" panose="02010609060101010101" charset="-122"/>
                        </a:rPr>
                        <a:t>电源不足、华北</a:t>
                      </a:r>
                      <a:r>
                        <a:rPr lang="en-US" altLang="zh-CN" sz="1600">
                          <a:solidFill>
                            <a:schemeClr val="accent1"/>
                          </a:solidFill>
                          <a:latin typeface="黑体" panose="02010609060101010101" charset="-122"/>
                          <a:ea typeface="黑体" panose="02010609060101010101" charset="-122"/>
                          <a:cs typeface="黑体" panose="02010609060101010101" charset="-122"/>
                        </a:rPr>
                        <a:t>-</a:t>
                      </a:r>
                      <a:r>
                        <a:rPr lang="zh-CN" altLang="en-US" sz="1600">
                          <a:solidFill>
                            <a:schemeClr val="accent1"/>
                          </a:solidFill>
                          <a:latin typeface="黑体" panose="02010609060101010101" charset="-122"/>
                          <a:ea typeface="黑体" panose="02010609060101010101" charset="-122"/>
                          <a:cs typeface="黑体" panose="02010609060101010101" charset="-122"/>
                        </a:rPr>
                        <a:t>华中弱联网</a:t>
                      </a:r>
                      <a:endParaRPr lang="zh-CN" altLang="en-US" sz="1600">
                        <a:solidFill>
                          <a:schemeClr val="accent1"/>
                        </a:solidFill>
                        <a:latin typeface="黑体" panose="02010609060101010101" charset="-122"/>
                        <a:ea typeface="黑体" panose="02010609060101010101" charset="-122"/>
                        <a:cs typeface="黑体" panose="02010609060101010101" charset="-122"/>
                      </a:endParaRPr>
                    </a:p>
                  </a:txBody>
                  <a:tcPr marL="12700" marR="12700" marT="12700" anchor="ctr"/>
                </a:tc>
              </a:tr>
              <a:tr h="367665">
                <a:tc>
                  <a:txBody>
                    <a:bodyPr/>
                    <a:p>
                      <a:pPr indent="0" algn="ctr">
                        <a:buNone/>
                      </a:pPr>
                      <a:r>
                        <a:rPr lang="zh-CN" altLang="en-US" sz="1600">
                          <a:latin typeface="黑体" panose="02010609060101010101" charset="-122"/>
                          <a:ea typeface="黑体" panose="02010609060101010101" charset="-122"/>
                        </a:rPr>
                        <a:t>陕武</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800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800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600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sym typeface="+mn-ea"/>
                        </a:rPr>
                        <a:t>华北</a:t>
                      </a:r>
                      <a:r>
                        <a:rPr lang="en-US" altLang="zh-CN" sz="1600">
                          <a:solidFill>
                            <a:schemeClr val="accent1"/>
                          </a:solidFill>
                          <a:latin typeface="黑体" panose="02010609060101010101" charset="-122"/>
                          <a:ea typeface="黑体" panose="02010609060101010101" charset="-122"/>
                          <a:sym typeface="+mn-ea"/>
                        </a:rPr>
                        <a:t>-</a:t>
                      </a:r>
                      <a:r>
                        <a:rPr lang="zh-CN" altLang="en-US" sz="1600">
                          <a:solidFill>
                            <a:schemeClr val="accent1"/>
                          </a:solidFill>
                          <a:latin typeface="黑体" panose="02010609060101010101" charset="-122"/>
                          <a:ea typeface="黑体" panose="02010609060101010101" charset="-122"/>
                          <a:sym typeface="+mn-ea"/>
                        </a:rPr>
                        <a:t>华中弱联网</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321310">
                <a:tc>
                  <a:txBody>
                    <a:bodyPr/>
                    <a:p>
                      <a:pPr indent="0" algn="ctr">
                        <a:buNone/>
                      </a:pPr>
                      <a:r>
                        <a:rPr lang="zh-CN" altLang="en-US" sz="1600">
                          <a:latin typeface="黑体" panose="02010609060101010101" charset="-122"/>
                          <a:ea typeface="黑体" panose="02010609060101010101" charset="-122"/>
                        </a:rPr>
                        <a:t>青豫</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800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700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600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支撑电源不足、华北</a:t>
                      </a:r>
                      <a:r>
                        <a:rPr lang="en-US" altLang="zh-CN" sz="1600">
                          <a:solidFill>
                            <a:schemeClr val="accent1"/>
                          </a:solidFill>
                          <a:latin typeface="黑体" panose="02010609060101010101" charset="-122"/>
                          <a:ea typeface="黑体" panose="02010609060101010101" charset="-122"/>
                          <a:cs typeface="黑体" panose="02010609060101010101" charset="-122"/>
                          <a:sym typeface="+mn-ea"/>
                        </a:rPr>
                        <a:t>-</a:t>
                      </a: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华中弱联网</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386715">
                <a:tc>
                  <a:txBody>
                    <a:bodyPr/>
                    <a:p>
                      <a:pPr indent="0" algn="ctr">
                        <a:buNone/>
                      </a:pPr>
                      <a:r>
                        <a:rPr lang="zh-CN" altLang="en-US" sz="1600">
                          <a:latin typeface="黑体" panose="02010609060101010101" charset="-122"/>
                          <a:ea typeface="黑体" panose="02010609060101010101" charset="-122"/>
                        </a:rPr>
                        <a:t>昭沂</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1000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900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750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支撑电源不足、华北</a:t>
                      </a:r>
                      <a:r>
                        <a:rPr lang="en-US" altLang="zh-CN" sz="1600">
                          <a:solidFill>
                            <a:schemeClr val="accent1"/>
                          </a:solidFill>
                          <a:latin typeface="黑体" panose="02010609060101010101" charset="-122"/>
                          <a:ea typeface="黑体" panose="02010609060101010101" charset="-122"/>
                          <a:cs typeface="黑体" panose="02010609060101010101" charset="-122"/>
                          <a:sym typeface="+mn-ea"/>
                        </a:rPr>
                        <a:t>-</a:t>
                      </a: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华中弱联网</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367665">
                <a:tc>
                  <a:txBody>
                    <a:bodyPr/>
                    <a:p>
                      <a:pPr indent="0" algn="ctr">
                        <a:buNone/>
                      </a:pPr>
                      <a:r>
                        <a:rPr lang="zh-CN" altLang="en-US" sz="1600">
                          <a:latin typeface="黑体" panose="02010609060101010101" charset="-122"/>
                          <a:ea typeface="黑体" panose="02010609060101010101" charset="-122"/>
                        </a:rPr>
                        <a:t>鲁固</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1000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800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750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支撑电源不足、华北</a:t>
                      </a:r>
                      <a:r>
                        <a:rPr lang="en-US" altLang="zh-CN" sz="1600">
                          <a:solidFill>
                            <a:schemeClr val="accent1"/>
                          </a:solidFill>
                          <a:latin typeface="黑体" panose="02010609060101010101" charset="-122"/>
                          <a:ea typeface="黑体" panose="02010609060101010101" charset="-122"/>
                          <a:cs typeface="黑体" panose="02010609060101010101" charset="-122"/>
                          <a:sym typeface="+mn-ea"/>
                        </a:rPr>
                        <a:t>-</a:t>
                      </a: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华中弱联网</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339090">
                <a:tc>
                  <a:txBody>
                    <a:bodyPr/>
                    <a:p>
                      <a:pPr indent="0" algn="ctr">
                        <a:buNone/>
                      </a:pPr>
                      <a:r>
                        <a:rPr lang="zh-CN" altLang="en-US" sz="1600">
                          <a:latin typeface="黑体" panose="02010609060101010101" charset="-122"/>
                          <a:ea typeface="黑体" panose="02010609060101010101" charset="-122"/>
                        </a:rPr>
                        <a:t>雅湖</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800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600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600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支撑电源不足、华北</a:t>
                      </a:r>
                      <a:r>
                        <a:rPr lang="en-US" altLang="zh-CN" sz="1600">
                          <a:solidFill>
                            <a:schemeClr val="accent1"/>
                          </a:solidFill>
                          <a:latin typeface="黑体" panose="02010609060101010101" charset="-122"/>
                          <a:ea typeface="黑体" panose="02010609060101010101" charset="-122"/>
                          <a:cs typeface="黑体" panose="02010609060101010101" charset="-122"/>
                          <a:sym typeface="+mn-ea"/>
                        </a:rPr>
                        <a:t>-</a:t>
                      </a: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华中弱联网</a:t>
                      </a:r>
                      <a:endParaRPr lang="zh-CN" altLang="en-US" sz="1600">
                        <a:latin typeface="黑体" panose="02010609060101010101" charset="-122"/>
                        <a:ea typeface="黑体" panose="02010609060101010101" charset="-122"/>
                        <a:cs typeface="黑体" panose="02010609060101010101" charset="-122"/>
                      </a:endParaRPr>
                    </a:p>
                  </a:txBody>
                  <a:tcPr marL="12700" marR="12700" marT="12700" anchor="ctr"/>
                </a:tc>
              </a:tr>
              <a:tr h="349250">
                <a:tc>
                  <a:txBody>
                    <a:bodyPr/>
                    <a:p>
                      <a:pPr indent="0" algn="ctr">
                        <a:buNone/>
                      </a:pPr>
                      <a:r>
                        <a:rPr lang="zh-CN" altLang="en-US" sz="1600">
                          <a:latin typeface="黑体" panose="02010609060101010101" charset="-122"/>
                          <a:ea typeface="黑体" panose="02010609060101010101" charset="-122"/>
                        </a:rPr>
                        <a:t>锡泰</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1000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760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1000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cs typeface="黑体" panose="02010609060101010101" charset="-122"/>
                          <a:sym typeface="+mn-ea"/>
                        </a:rPr>
                        <a:t>支撑电源不足</a:t>
                      </a:r>
                      <a:endParaRPr lang="en-US" altLang="en-US" sz="1600">
                        <a:solidFill>
                          <a:schemeClr val="accent1"/>
                        </a:solidFill>
                        <a:latin typeface="黑体" panose="02010609060101010101" charset="-122"/>
                        <a:ea typeface="黑体" panose="02010609060101010101" charset="-122"/>
                      </a:endParaRPr>
                    </a:p>
                  </a:txBody>
                  <a:tcPr marL="12700" marR="12700" marT="12700" anchor="ctr"/>
                </a:tc>
              </a:tr>
              <a:tr h="391795">
                <a:tc>
                  <a:txBody>
                    <a:bodyPr/>
                    <a:p>
                      <a:pPr indent="0" algn="ctr">
                        <a:buNone/>
                      </a:pPr>
                      <a:r>
                        <a:rPr lang="zh-CN" altLang="en-US" sz="1600">
                          <a:latin typeface="黑体" panose="02010609060101010101" charset="-122"/>
                          <a:ea typeface="黑体" panose="02010609060101010101" charset="-122"/>
                        </a:rPr>
                        <a:t>吉泉</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1200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1200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1000</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solidFill>
                            <a:schemeClr val="accent1"/>
                          </a:solidFill>
                          <a:latin typeface="黑体" panose="02010609060101010101" charset="-122"/>
                          <a:ea typeface="黑体" panose="02010609060101010101" charset="-122"/>
                        </a:rPr>
                        <a:t>受端潮流疏散能力不足</a:t>
                      </a:r>
                      <a:endParaRPr lang="zh-CN" altLang="en-US" sz="1600">
                        <a:solidFill>
                          <a:schemeClr val="accent1"/>
                        </a:solidFill>
                        <a:latin typeface="黑体" panose="02010609060101010101" charset="-122"/>
                        <a:ea typeface="黑体" panose="02010609060101010101" charset="-122"/>
                      </a:endParaRPr>
                    </a:p>
                  </a:txBody>
                  <a:tcPr marL="12700" marR="12700" marT="12700" anchor="ctr"/>
                </a:tc>
              </a:tr>
            </a:tbl>
          </a:graphicData>
        </a:graphic>
      </p:graphicFrame>
      <p:sp>
        <p:nvSpPr>
          <p:cNvPr id="11" name="文本框 10"/>
          <p:cNvSpPr txBox="1"/>
          <p:nvPr/>
        </p:nvSpPr>
        <p:spPr>
          <a:xfrm>
            <a:off x="5015865" y="2435860"/>
            <a:ext cx="1097280" cy="275590"/>
          </a:xfrm>
          <a:prstGeom prst="rect">
            <a:avLst/>
          </a:prstGeom>
          <a:noFill/>
        </p:spPr>
        <p:txBody>
          <a:bodyPr wrap="none" rtlCol="0">
            <a:spAutoFit/>
          </a:bodyPr>
          <a:p>
            <a:r>
              <a:rPr lang="zh-CN" altLang="en-US" sz="1200">
                <a:latin typeface="黑体" panose="02010609060101010101" charset="-122"/>
                <a:ea typeface="黑体" panose="02010609060101010101" charset="-122"/>
              </a:rPr>
              <a:t>单位：万千瓦</a:t>
            </a:r>
            <a:endParaRPr lang="zh-CN" altLang="en-US" sz="1200">
              <a:latin typeface="黑体" panose="02010609060101010101" charset="-122"/>
              <a:ea typeface="黑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7" name="文本框 6"/>
          <p:cNvSpPr txBox="1"/>
          <p:nvPr/>
        </p:nvSpPr>
        <p:spPr>
          <a:xfrm>
            <a:off x="335915" y="692785"/>
            <a:ext cx="11469370" cy="2322830"/>
          </a:xfrm>
          <a:prstGeom prst="rect">
            <a:avLst/>
          </a:prstGeom>
          <a:noFill/>
        </p:spPr>
        <p:txBody>
          <a:bodyPr wrap="square" rtlCol="0" anchor="t">
            <a:spAutoFit/>
          </a:bodyPr>
          <a:p>
            <a:pPr algn="l" latinLnBrk="0">
              <a:lnSpc>
                <a:spcPts val="3480"/>
              </a:lnSpc>
            </a:pPr>
            <a:r>
              <a:rPr lang="en-US" altLang="zh-CN" sz="24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省间电力交易以实际通道可用输电能力（</a:t>
            </a:r>
            <a:r>
              <a:rPr lang="en-US" altLang="zh-CN" sz="2200" dirty="0">
                <a:solidFill>
                  <a:schemeClr val="tx1"/>
                </a:solidFill>
                <a:latin typeface="黑体" panose="02010609060101010101" charset="-122"/>
                <a:ea typeface="黑体" panose="02010609060101010101" charset="-122"/>
                <a:sym typeface="Arial" panose="020B0604020202020204" pitchFamily="34" charset="0"/>
              </a:rPr>
              <a:t>ATC</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）为约束，</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电力合同物理属性特点突出</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，并非单纯的金融合同。</a:t>
            </a:r>
            <a:endParaRPr lang="zh-CN" altLang="en-US" sz="2200" dirty="0">
              <a:solidFill>
                <a:schemeClr val="tx1"/>
              </a:solidFill>
              <a:latin typeface="黑体" panose="02010609060101010101" charset="-122"/>
              <a:ea typeface="黑体" panose="02010609060101010101" charset="-122"/>
              <a:sym typeface="Arial" panose="020B0604020202020204" pitchFamily="34" charset="0"/>
            </a:endParaRPr>
          </a:p>
          <a:p>
            <a:pPr algn="l" latinLnBrk="0">
              <a:lnSpc>
                <a:spcPts val="3480"/>
              </a:lnSpc>
            </a:pPr>
            <a:r>
              <a:rPr lang="zh-CN" altLang="en-US" sz="2200" dirty="0">
                <a:solidFill>
                  <a:schemeClr val="tx1"/>
                </a:solidFill>
                <a:latin typeface="黑体" panose="02010609060101010101" charset="-122"/>
                <a:ea typeface="黑体" panose="02010609060101010101" charset="-122"/>
                <a:sym typeface="Arial" panose="020B0604020202020204" pitchFamily="34" charset="0"/>
              </a:rPr>
              <a:t> </a:t>
            </a:r>
            <a:r>
              <a:rPr lang="en-US" altLang="zh-CN" sz="22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近年来，直流群送电规模逐年加大，特高压交流电网发展相对滞后，强直弱交连锁问题突出，大通道、大基地与交流电网间的潮流疏散能力难以支撑市场化灵活送电需要。电力市场运行的边界及电力安全校核业务具有特殊复杂性。</a:t>
            </a:r>
            <a:endParaRPr lang="zh-CN" altLang="en-US" sz="2200" dirty="0">
              <a:solidFill>
                <a:schemeClr val="tx1"/>
              </a:solidFill>
              <a:latin typeface="黑体" panose="02010609060101010101" charset="-122"/>
              <a:ea typeface="黑体" panose="02010609060101010101" charset="-122"/>
              <a:sym typeface="Arial" panose="020B0604020202020204" pitchFamily="34" charset="0"/>
            </a:endParaRPr>
          </a:p>
        </p:txBody>
      </p:sp>
      <p:sp>
        <p:nvSpPr>
          <p:cNvPr id="2" name="文本框 1"/>
          <p:cNvSpPr txBox="1"/>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4.</a:t>
            </a:r>
            <a:r>
              <a:rPr lang="zh-CN" altLang="en-US" sz="2800" b="1" dirty="0">
                <a:latin typeface="+mj-lt"/>
                <a:ea typeface="+mj-lt"/>
                <a:cs typeface="+mj-lt"/>
              </a:rPr>
              <a:t>省间电力市场物理属性特点明显</a:t>
            </a:r>
            <a:endParaRPr lang="zh-CN" altLang="en-US" sz="2800" b="1" dirty="0">
              <a:latin typeface="+mj-lt"/>
              <a:ea typeface="+mj-lt"/>
              <a:cs typeface="+mj-lt"/>
            </a:endParaRPr>
          </a:p>
        </p:txBody>
      </p:sp>
      <p:pic>
        <p:nvPicPr>
          <p:cNvPr id="89096" name="图片 5"/>
          <p:cNvPicPr>
            <a:picLocks noChangeAspect="1"/>
          </p:cNvPicPr>
          <p:nvPr>
            <p:custDataLst>
              <p:tags r:id="rId1"/>
            </p:custDataLst>
          </p:nvPr>
        </p:nvPicPr>
        <p:blipFill>
          <a:blip r:embed="rId2"/>
          <a:stretch>
            <a:fillRect/>
          </a:stretch>
        </p:blipFill>
        <p:spPr>
          <a:xfrm>
            <a:off x="8684260" y="3212465"/>
            <a:ext cx="3015615" cy="3101975"/>
          </a:xfrm>
          <a:prstGeom prst="rect">
            <a:avLst/>
          </a:prstGeom>
          <a:noFill/>
          <a:ln w="9525">
            <a:noFill/>
          </a:ln>
        </p:spPr>
      </p:pic>
      <p:sp>
        <p:nvSpPr>
          <p:cNvPr id="25" name="Rectangle 1"/>
          <p:cNvSpPr/>
          <p:nvPr>
            <p:custDataLst>
              <p:tags r:id="rId3"/>
            </p:custDataLst>
          </p:nvPr>
        </p:nvSpPr>
        <p:spPr>
          <a:xfrm>
            <a:off x="3503930" y="6524625"/>
            <a:ext cx="4624705" cy="337185"/>
          </a:xfrm>
          <a:prstGeom prst="rect">
            <a:avLst/>
          </a:prstGeom>
        </p:spPr>
        <p:txBody>
          <a:bodyPr wrap="square" anchor="t">
            <a:spAutoFit/>
          </a:bodyPr>
          <a:p>
            <a:pPr lvl="0" algn="ctr">
              <a:buClrTx/>
              <a:buSzTx/>
              <a:buFontTx/>
              <a:defRPr/>
            </a:pPr>
            <a:r>
              <a:rPr lang="zh-CN" sz="1600" dirty="0">
                <a:latin typeface="黑体" panose="02010609060101010101" charset="-122"/>
                <a:ea typeface="黑体" panose="02010609060101010101" charset="-122"/>
                <a:cs typeface="黑体" panose="02010609060101010101" charset="-122"/>
                <a:sym typeface="黑体" panose="02010609060101010101" charset="-122"/>
              </a:rPr>
              <a:t>省间通道交直流耦合特性复杂</a:t>
            </a:r>
            <a:endParaRPr lang="zh-CN" sz="1600" dirty="0">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5" name="图片 4"/>
          <p:cNvPicPr>
            <a:picLocks noChangeAspect="1"/>
          </p:cNvPicPr>
          <p:nvPr>
            <p:custDataLst>
              <p:tags r:id="rId4"/>
            </p:custDataLst>
          </p:nvPr>
        </p:nvPicPr>
        <p:blipFill>
          <a:blip r:embed="rId5"/>
          <a:stretch>
            <a:fillRect/>
          </a:stretch>
        </p:blipFill>
        <p:spPr>
          <a:xfrm>
            <a:off x="756920" y="3523615"/>
            <a:ext cx="4061460" cy="2851785"/>
          </a:xfrm>
          <a:prstGeom prst="rect">
            <a:avLst/>
          </a:prstGeom>
        </p:spPr>
      </p:pic>
      <p:sp>
        <p:nvSpPr>
          <p:cNvPr id="6" name="文本框 5"/>
          <p:cNvSpPr txBox="1"/>
          <p:nvPr>
            <p:custDataLst>
              <p:tags r:id="rId6"/>
            </p:custDataLst>
          </p:nvPr>
        </p:nvSpPr>
        <p:spPr>
          <a:xfrm>
            <a:off x="909320" y="3140075"/>
            <a:ext cx="3943350" cy="368300"/>
          </a:xfrm>
          <a:prstGeom prst="rect">
            <a:avLst/>
          </a:prstGeom>
          <a:noFill/>
        </p:spPr>
        <p:txBody>
          <a:bodyPr wrap="square" rtlCol="0" anchor="t">
            <a:spAutoFit/>
          </a:bodyPr>
          <a:p>
            <a:pPr algn="ctr"/>
            <a:r>
              <a:rPr lang="zh-CN" altLang="en-US">
                <a:latin typeface="黑体" panose="02010609060101010101" charset="-122"/>
                <a:ea typeface="黑体" panose="02010609060101010101" charset="-122"/>
              </a:rPr>
              <a:t>直流与网内关联交流断面耦合</a:t>
            </a:r>
            <a:endParaRPr lang="zh-CN" altLang="en-US">
              <a:latin typeface="黑体" panose="02010609060101010101" charset="-122"/>
              <a:ea typeface="黑体" panose="02010609060101010101" charset="-122"/>
            </a:endParaRPr>
          </a:p>
        </p:txBody>
      </p:sp>
      <p:pic>
        <p:nvPicPr>
          <p:cNvPr id="9" name="图片 8"/>
          <p:cNvPicPr>
            <a:picLocks noChangeAspect="1"/>
          </p:cNvPicPr>
          <p:nvPr>
            <p:custDataLst>
              <p:tags r:id="rId7"/>
            </p:custDataLst>
          </p:nvPr>
        </p:nvPicPr>
        <p:blipFill>
          <a:blip r:embed="rId8"/>
          <a:srcRect b="51909"/>
          <a:stretch>
            <a:fillRect/>
          </a:stretch>
        </p:blipFill>
        <p:spPr>
          <a:xfrm>
            <a:off x="5241925" y="3508375"/>
            <a:ext cx="3215005" cy="1251585"/>
          </a:xfrm>
          <a:prstGeom prst="rect">
            <a:avLst/>
          </a:prstGeom>
        </p:spPr>
      </p:pic>
      <p:sp>
        <p:nvSpPr>
          <p:cNvPr id="10" name="文本框 9"/>
          <p:cNvSpPr txBox="1"/>
          <p:nvPr>
            <p:custDataLst>
              <p:tags r:id="rId9"/>
            </p:custDataLst>
          </p:nvPr>
        </p:nvSpPr>
        <p:spPr>
          <a:xfrm>
            <a:off x="5445125" y="3140075"/>
            <a:ext cx="2947670" cy="368300"/>
          </a:xfrm>
          <a:prstGeom prst="rect">
            <a:avLst/>
          </a:prstGeom>
          <a:noFill/>
        </p:spPr>
        <p:txBody>
          <a:bodyPr wrap="square" rtlCol="0" anchor="t">
            <a:spAutoFit/>
          </a:bodyPr>
          <a:p>
            <a:pPr lvl="0" algn="ctr">
              <a:buClrTx/>
              <a:buSzTx/>
              <a:buFontTx/>
            </a:pPr>
            <a:r>
              <a:rPr lang="zh-CN" altLang="en-US" sz="1800">
                <a:latin typeface="黑体" panose="02010609060101010101" charset="-122"/>
                <a:ea typeface="黑体" panose="02010609060101010101" charset="-122"/>
                <a:sym typeface="+mn-ea"/>
              </a:rPr>
              <a:t>直流与送端运行方式耦合</a:t>
            </a:r>
            <a:endParaRPr lang="zh-CN" altLang="en-US" sz="1800">
              <a:latin typeface="黑体" panose="02010609060101010101" charset="-122"/>
              <a:ea typeface="黑体" panose="02010609060101010101" charset="-122"/>
              <a:sym typeface="+mn-ea"/>
            </a:endParaRPr>
          </a:p>
        </p:txBody>
      </p:sp>
      <p:pic>
        <p:nvPicPr>
          <p:cNvPr id="11" name="图片 10"/>
          <p:cNvPicPr>
            <a:picLocks noChangeAspect="1"/>
          </p:cNvPicPr>
          <p:nvPr>
            <p:custDataLst>
              <p:tags r:id="rId10"/>
            </p:custDataLst>
          </p:nvPr>
        </p:nvPicPr>
        <p:blipFill>
          <a:blip r:embed="rId11"/>
          <a:srcRect l="2307" t="898" r="1236" b="27044"/>
          <a:stretch>
            <a:fillRect/>
          </a:stretch>
        </p:blipFill>
        <p:spPr>
          <a:xfrm>
            <a:off x="5228590" y="5288915"/>
            <a:ext cx="3280410" cy="1086485"/>
          </a:xfrm>
          <a:prstGeom prst="rect">
            <a:avLst/>
          </a:prstGeom>
        </p:spPr>
      </p:pic>
      <p:sp>
        <p:nvSpPr>
          <p:cNvPr id="12" name="文本框 11"/>
          <p:cNvSpPr txBox="1"/>
          <p:nvPr>
            <p:custDataLst>
              <p:tags r:id="rId12"/>
            </p:custDataLst>
          </p:nvPr>
        </p:nvSpPr>
        <p:spPr>
          <a:xfrm>
            <a:off x="5447665" y="4852035"/>
            <a:ext cx="2947670" cy="368300"/>
          </a:xfrm>
          <a:prstGeom prst="rect">
            <a:avLst/>
          </a:prstGeom>
          <a:noFill/>
        </p:spPr>
        <p:txBody>
          <a:bodyPr wrap="square" rtlCol="0" anchor="t">
            <a:spAutoFit/>
          </a:bodyPr>
          <a:p>
            <a:pPr lvl="0" algn="ctr">
              <a:buClrTx/>
              <a:buSzTx/>
              <a:buFontTx/>
            </a:pPr>
            <a:r>
              <a:rPr lang="zh-CN" altLang="en-US" sz="1800">
                <a:latin typeface="黑体" panose="02010609060101010101" charset="-122"/>
                <a:ea typeface="黑体" panose="02010609060101010101" charset="-122"/>
                <a:sym typeface="+mn-ea"/>
              </a:rPr>
              <a:t>直流与受端运行方式耦合</a:t>
            </a:r>
            <a:endParaRPr lang="zh-CN" altLang="en-US" sz="1800">
              <a:latin typeface="黑体" panose="02010609060101010101" charset="-122"/>
              <a:ea typeface="黑体" panose="02010609060101010101"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5" name="文本框 4"/>
          <p:cNvSpPr txBox="1"/>
          <p:nvPr>
            <p:custDataLst>
              <p:tags r:id="rId1"/>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5.</a:t>
            </a:r>
            <a:r>
              <a:rPr lang="zh-CN" altLang="en-US" sz="2800" b="1" dirty="0">
                <a:latin typeface="+mj-lt"/>
                <a:ea typeface="+mj-lt"/>
                <a:cs typeface="+mj-lt"/>
              </a:rPr>
              <a:t>电源侧构成持续发生较大变化</a:t>
            </a:r>
            <a:endParaRPr lang="zh-CN" altLang="en-US" sz="2800" b="1" dirty="0">
              <a:latin typeface="+mj-lt"/>
              <a:ea typeface="+mj-lt"/>
              <a:cs typeface="+mj-lt"/>
            </a:endParaRPr>
          </a:p>
        </p:txBody>
      </p:sp>
      <p:sp>
        <p:nvSpPr>
          <p:cNvPr id="8" name="文本框 7"/>
          <p:cNvSpPr txBox="1"/>
          <p:nvPr/>
        </p:nvSpPr>
        <p:spPr>
          <a:xfrm>
            <a:off x="262890" y="611505"/>
            <a:ext cx="11345545" cy="2251075"/>
          </a:xfrm>
          <a:prstGeom prst="rect">
            <a:avLst/>
          </a:prstGeom>
          <a:noFill/>
        </p:spPr>
        <p:txBody>
          <a:bodyPr wrap="square" rtlCol="0" anchor="t">
            <a:spAutoFit/>
          </a:bodyPr>
          <a:p>
            <a:pPr lvl="0" indent="457200" algn="just" eaLnBrk="1" hangingPunct="1">
              <a:lnSpc>
                <a:spcPct val="130000"/>
              </a:lnSpc>
              <a:spcBef>
                <a:spcPts val="0"/>
              </a:spcBef>
              <a:buClrTx/>
              <a:buSzTx/>
              <a:buFontTx/>
            </a:pP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近年来我国新能源快速发展，截至202</a:t>
            </a:r>
            <a:r>
              <a:rPr lang="en-US" altLang="zh-CN"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4</a:t>
            </a: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年底，国家电网经营区新能源装机达</a:t>
            </a:r>
            <a:r>
              <a:rPr lang="en-US" altLang="zh-CN"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11.4</a:t>
            </a: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亿千瓦，占比达到</a:t>
            </a:r>
            <a:r>
              <a:rPr lang="en-US" altLang="zh-CN"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42.8%</a:t>
            </a: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，发电量占比</a:t>
            </a:r>
            <a:r>
              <a:rPr lang="en-US" altLang="zh-CN"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19.4%</a:t>
            </a: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黑体" panose="02010609060101010101" charset="-122"/>
              </a:rPr>
              <a:t>超过煤电成为装机第一大电源</a:t>
            </a:r>
            <a:r>
              <a:rPr lang="zh-CN" altLang="en-US" sz="2000" noProof="0" dirty="0">
                <a:latin typeface="黑体" panose="02010609060101010101" charset="-122"/>
                <a:ea typeface="黑体" panose="02010609060101010101" charset="-122"/>
                <a:cs typeface="微软雅黑" panose="020B0503020204020204" pitchFamily="34" charset="-122"/>
                <a:sym typeface="黑体" panose="02010609060101010101" charset="-122"/>
              </a:rPr>
              <a:t>。同时，</a:t>
            </a:r>
            <a:r>
              <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我国以煤为主的资源禀赋，决定了</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黑体" panose="02010609060101010101" charset="-122"/>
              </a:rPr>
              <a:t>煤炭仍在发挥电力保供的主要作用</a:t>
            </a:r>
            <a:r>
              <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。截至202</a:t>
            </a:r>
            <a:r>
              <a:rPr lang="en-US" altLang="zh-CN"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4</a:t>
            </a:r>
            <a:r>
              <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年底，国家电网经营区燃煤装机占比降至</a:t>
            </a:r>
            <a:r>
              <a:rPr 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37</a:t>
            </a:r>
            <a:r>
              <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%，但全年发电量占总发电量比例</a:t>
            </a:r>
            <a:r>
              <a:rPr lang="zh-CN"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仍有</a:t>
            </a:r>
            <a:r>
              <a:rPr lang="en-US" altLang="zh-CN"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65</a:t>
            </a:r>
            <a:r>
              <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rPr>
              <a:t>%，用电高峰发电占比最大超75%。</a:t>
            </a:r>
            <a:endPar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endParaRPr>
          </a:p>
          <a:p>
            <a:pPr lvl="0" indent="457200" algn="just" eaLnBrk="1" hangingPunct="1">
              <a:lnSpc>
                <a:spcPct val="130000"/>
              </a:lnSpc>
              <a:spcBef>
                <a:spcPts val="0"/>
              </a:spcBef>
              <a:buClrTx/>
              <a:buSzTx/>
              <a:buFontTx/>
            </a:pPr>
            <a:endParaRPr lang="zh-CN" altLang="en-US" sz="2000" noProof="0" dirty="0">
              <a:solidFill>
                <a:schemeClr val="tx1"/>
              </a:solidFill>
              <a:latin typeface="黑体" panose="02010609060101010101" charset="-122"/>
              <a:ea typeface="黑体" panose="02010609060101010101" charset="-122"/>
              <a:cs typeface="微软雅黑" panose="020B0503020204020204" pitchFamily="34" charset="-122"/>
              <a:sym typeface="黑体" panose="02010609060101010101" charset="-122"/>
            </a:endParaRPr>
          </a:p>
        </p:txBody>
      </p:sp>
      <p:graphicFrame>
        <p:nvGraphicFramePr>
          <p:cNvPr id="10" name="表格 9"/>
          <p:cNvGraphicFramePr/>
          <p:nvPr>
            <p:custDataLst>
              <p:tags r:id="rId2"/>
            </p:custDataLst>
          </p:nvPr>
        </p:nvGraphicFramePr>
        <p:xfrm>
          <a:off x="217805" y="2540635"/>
          <a:ext cx="4090670" cy="3800475"/>
        </p:xfrm>
        <a:graphic>
          <a:graphicData uri="http://schemas.openxmlformats.org/drawingml/2006/table">
            <a:tbl>
              <a:tblPr firstRow="1" bandRow="1">
                <a:tableStyleId>{7DF18680-E054-41AD-8BC1-D1AEF772440D}</a:tableStyleId>
              </a:tblPr>
              <a:tblGrid>
                <a:gridCol w="1099185"/>
                <a:gridCol w="950595"/>
                <a:gridCol w="965200"/>
                <a:gridCol w="1075690"/>
              </a:tblGrid>
              <a:tr h="622300">
                <a:tc>
                  <a:txBody>
                    <a:bodyPr/>
                    <a:p>
                      <a:pPr indent="0" algn="ctr">
                        <a:buNone/>
                      </a:pPr>
                      <a:r>
                        <a:rPr lang="zh-CN" sz="1600">
                          <a:latin typeface="黑体" panose="02010609060101010101" charset="-122"/>
                          <a:ea typeface="黑体" panose="02010609060101010101" charset="-122"/>
                        </a:rPr>
                        <a:t>电源类型</a:t>
                      </a:r>
                      <a:endParaRPr lang="zh-CN" sz="1600">
                        <a:latin typeface="黑体" panose="02010609060101010101" charset="-122"/>
                        <a:ea typeface="黑体" panose="02010609060101010101" charset="-122"/>
                      </a:endParaRPr>
                    </a:p>
                  </a:txBody>
                  <a:tcPr marL="12700" marR="12700" marT="12700" anchor="ctr"/>
                </a:tc>
                <a:tc>
                  <a:txBody>
                    <a:bodyPr/>
                    <a:p>
                      <a:pPr indent="0" algn="ctr">
                        <a:buNone/>
                      </a:pPr>
                      <a:r>
                        <a:rPr lang="zh-CN" sz="1600">
                          <a:latin typeface="黑体" panose="02010609060101010101" charset="-122"/>
                          <a:ea typeface="黑体" panose="02010609060101010101" charset="-122"/>
                        </a:rPr>
                        <a:t>装机容量</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latin typeface="黑体" panose="02010609060101010101" charset="-122"/>
                          <a:ea typeface="黑体" panose="02010609060101010101" charset="-122"/>
                        </a:rPr>
                        <a:t>占比</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zh-CN" altLang="en-US" sz="1600">
                          <a:latin typeface="黑体" panose="02010609060101010101" charset="-122"/>
                          <a:ea typeface="黑体" panose="02010609060101010101" charset="-122"/>
                        </a:rPr>
                        <a:t>同比</a:t>
                      </a:r>
                      <a:endParaRPr lang="zh-CN" altLang="en-US" sz="1600">
                        <a:latin typeface="黑体" panose="02010609060101010101" charset="-122"/>
                        <a:ea typeface="黑体" panose="02010609060101010101" charset="-122"/>
                      </a:endParaRPr>
                    </a:p>
                  </a:txBody>
                  <a:tcPr marL="12700" marR="12700" marT="12700" anchor="ctr"/>
                </a:tc>
              </a:tr>
              <a:tr h="378460">
                <a:tc>
                  <a:txBody>
                    <a:bodyPr/>
                    <a:p>
                      <a:pPr indent="0" algn="ctr">
                        <a:buNone/>
                      </a:pPr>
                      <a:r>
                        <a:rPr lang="zh-CN" sz="1600">
                          <a:latin typeface="黑体" panose="02010609060101010101" charset="-122"/>
                          <a:ea typeface="黑体" panose="02010609060101010101" charset="-122"/>
                        </a:rPr>
                        <a:t>火电</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sz="1600">
                          <a:solidFill>
                            <a:schemeClr val="tx1"/>
                          </a:solidFill>
                          <a:latin typeface="黑体" panose="02010609060101010101" charset="-122"/>
                          <a:ea typeface="黑体" panose="02010609060101010101" charset="-122"/>
                        </a:rPr>
                        <a:t>115638</a:t>
                      </a:r>
                      <a:endParaRPr 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43.5%</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rgbClr val="FF0000"/>
                          </a:solidFill>
                          <a:latin typeface="黑体" panose="02010609060101010101" charset="-122"/>
                          <a:ea typeface="黑体" panose="02010609060101010101" charset="-122"/>
                        </a:rPr>
                        <a:t>↓</a:t>
                      </a:r>
                      <a:r>
                        <a:rPr lang="en-US" altLang="en-US" sz="1600">
                          <a:solidFill>
                            <a:schemeClr val="tx1"/>
                          </a:solidFill>
                          <a:latin typeface="黑体" panose="02010609060101010101" charset="-122"/>
                          <a:ea typeface="黑体" panose="02010609060101010101" charset="-122"/>
                        </a:rPr>
                        <a:t>3%</a:t>
                      </a:r>
                      <a:endParaRPr lang="en-US" altLang="en-US" sz="1600">
                        <a:solidFill>
                          <a:schemeClr val="tx1"/>
                        </a:solidFill>
                        <a:latin typeface="黑体" panose="02010609060101010101" charset="-122"/>
                        <a:ea typeface="黑体" panose="02010609060101010101" charset="-122"/>
                      </a:endParaRPr>
                    </a:p>
                  </a:txBody>
                  <a:tcPr marL="12700" marR="12700" marT="12700" anchor="ctr"/>
                </a:tc>
              </a:tr>
              <a:tr h="316230">
                <a:tc>
                  <a:txBody>
                    <a:bodyPr/>
                    <a:p>
                      <a:pPr indent="0" algn="ctr">
                        <a:buNone/>
                      </a:pPr>
                      <a:r>
                        <a:rPr lang="zh-CN" altLang="en-US" sz="1600">
                          <a:latin typeface="黑体" panose="02010609060101010101" charset="-122"/>
                          <a:ea typeface="黑体" panose="02010609060101010101" charset="-122"/>
                        </a:rPr>
                        <a:t>其中：煤电</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sz="1600">
                          <a:solidFill>
                            <a:schemeClr val="tx1"/>
                          </a:solidFill>
                          <a:latin typeface="黑体" panose="02010609060101010101" charset="-122"/>
                          <a:ea typeface="黑体" panose="02010609060101010101" charset="-122"/>
                          <a:cs typeface="黑体" panose="02010609060101010101" charset="-122"/>
                        </a:rPr>
                        <a:t>98364</a:t>
                      </a:r>
                      <a:endParaRPr 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37.0%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rgbClr val="FF0000"/>
                          </a:solidFill>
                          <a:latin typeface="黑体" panose="02010609060101010101" charset="-122"/>
                          <a:ea typeface="黑体" panose="02010609060101010101" charset="-122"/>
                          <a:sym typeface="+mn-ea"/>
                        </a:rPr>
                        <a:t>↓</a:t>
                      </a:r>
                      <a:r>
                        <a:rPr lang="en-US" altLang="en-US" sz="1600">
                          <a:solidFill>
                            <a:schemeClr val="tx1"/>
                          </a:solidFill>
                          <a:latin typeface="黑体" panose="02010609060101010101" charset="-122"/>
                          <a:ea typeface="黑体" panose="02010609060101010101" charset="-122"/>
                          <a:sym typeface="+mn-ea"/>
                        </a:rPr>
                        <a:t>4%</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61950">
                <a:tc>
                  <a:txBody>
                    <a:bodyPr/>
                    <a:p>
                      <a:pPr indent="0" algn="ctr">
                        <a:buNone/>
                      </a:pPr>
                      <a:r>
                        <a:rPr lang="zh-CN" altLang="en-US" sz="1600">
                          <a:latin typeface="黑体" panose="02010609060101010101" charset="-122"/>
                          <a:ea typeface="黑体" panose="02010609060101010101" charset="-122"/>
                        </a:rPr>
                        <a:t>常规水电</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24470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9.2%</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rgbClr val="FF0000"/>
                          </a:solidFill>
                          <a:latin typeface="黑体" panose="02010609060101010101" charset="-122"/>
                          <a:ea typeface="黑体" panose="02010609060101010101" charset="-122"/>
                          <a:sym typeface="+mn-ea"/>
                        </a:rPr>
                        <a:t>↓</a:t>
                      </a:r>
                      <a:r>
                        <a:rPr lang="en-US" altLang="en-US" sz="1600">
                          <a:latin typeface="黑体" panose="02010609060101010101" charset="-122"/>
                          <a:ea typeface="黑体" panose="02010609060101010101" charset="-122"/>
                          <a:cs typeface="黑体" panose="02010609060101010101" charset="-122"/>
                        </a:rPr>
                        <a:t>1.1%</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16230">
                <a:tc>
                  <a:txBody>
                    <a:bodyPr/>
                    <a:p>
                      <a:pPr indent="0" algn="ctr">
                        <a:buNone/>
                      </a:pPr>
                      <a:r>
                        <a:rPr lang="zh-CN" altLang="en-US" sz="1600">
                          <a:latin typeface="黑体" panose="02010609060101010101" charset="-122"/>
                          <a:ea typeface="黑体" panose="02010609060101010101" charset="-122"/>
                        </a:rPr>
                        <a:t>抽水蓄能</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4660</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1.8%</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chemeClr val="accent2">
                              <a:lumMod val="75000"/>
                            </a:schemeClr>
                          </a:solidFill>
                          <a:latin typeface="黑体" panose="02010609060101010101" charset="-122"/>
                          <a:ea typeface="黑体" panose="02010609060101010101" charset="-122"/>
                          <a:cs typeface="黑体" panose="02010609060101010101" charset="-122"/>
                          <a:sym typeface="+mn-ea"/>
                        </a:rPr>
                        <a:t>↑</a:t>
                      </a:r>
                      <a:r>
                        <a:rPr lang="en-US" altLang="en-US" sz="1600">
                          <a:latin typeface="黑体" panose="02010609060101010101" charset="-122"/>
                          <a:ea typeface="黑体" panose="02010609060101010101" charset="-122"/>
                          <a:cs typeface="黑体" panose="02010609060101010101" charset="-122"/>
                        </a:rPr>
                        <a:t>0.1%</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80365">
                <a:tc>
                  <a:txBody>
                    <a:bodyPr/>
                    <a:p>
                      <a:pPr indent="0" algn="ctr">
                        <a:buNone/>
                      </a:pPr>
                      <a:r>
                        <a:rPr lang="zh-CN" altLang="en-US" sz="1600">
                          <a:latin typeface="黑体" panose="02010609060101010101" charset="-122"/>
                          <a:ea typeface="黑体" panose="02010609060101010101" charset="-122"/>
                        </a:rPr>
                        <a:t>核电</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3826</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1.4%</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rgbClr val="FF0000"/>
                          </a:solidFill>
                          <a:latin typeface="黑体" panose="02010609060101010101" charset="-122"/>
                          <a:ea typeface="黑体" panose="02010609060101010101" charset="-122"/>
                          <a:sym typeface="+mn-ea"/>
                        </a:rPr>
                        <a:t>↓</a:t>
                      </a:r>
                      <a:r>
                        <a:rPr lang="en-US" altLang="en-US" sz="1600">
                          <a:latin typeface="黑体" panose="02010609060101010101" charset="-122"/>
                          <a:ea typeface="黑体" panose="02010609060101010101" charset="-122"/>
                          <a:cs typeface="黑体" panose="02010609060101010101" charset="-122"/>
                          <a:sym typeface="+mn-ea"/>
                        </a:rPr>
                        <a:t>0.2%</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61950">
                <a:tc>
                  <a:txBody>
                    <a:bodyPr/>
                    <a:p>
                      <a:pPr indent="0" algn="ctr">
                        <a:buNone/>
                      </a:pPr>
                      <a:r>
                        <a:rPr lang="zh-CN" altLang="en-US" sz="1600">
                          <a:latin typeface="黑体" panose="02010609060101010101" charset="-122"/>
                          <a:ea typeface="黑体" panose="02010609060101010101" charset="-122"/>
                        </a:rPr>
                        <a:t>风电</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42518</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16.0%</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chemeClr val="accent2">
                              <a:lumMod val="75000"/>
                            </a:schemeClr>
                          </a:solidFill>
                          <a:latin typeface="黑体" panose="02010609060101010101" charset="-122"/>
                          <a:ea typeface="黑体" panose="02010609060101010101" charset="-122"/>
                          <a:cs typeface="黑体" panose="02010609060101010101" charset="-122"/>
                        </a:rPr>
                        <a:t>↑</a:t>
                      </a:r>
                      <a:r>
                        <a:rPr lang="en-US" altLang="en-US" sz="1600">
                          <a:latin typeface="黑体" panose="02010609060101010101" charset="-122"/>
                          <a:ea typeface="黑体" panose="02010609060101010101" charset="-122"/>
                          <a:cs typeface="黑体" panose="02010609060101010101" charset="-122"/>
                        </a:rPr>
                        <a:t>0.8%</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34010">
                <a:tc>
                  <a:txBody>
                    <a:bodyPr/>
                    <a:p>
                      <a:pPr indent="0" algn="ctr">
                        <a:buNone/>
                      </a:pPr>
                      <a:r>
                        <a:rPr lang="zh-CN" altLang="en-US" sz="1600">
                          <a:latin typeface="黑体" panose="02010609060101010101" charset="-122"/>
                          <a:ea typeface="黑体" panose="02010609060101010101" charset="-122"/>
                        </a:rPr>
                        <a:t>光伏</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cs typeface="黑体" panose="02010609060101010101" charset="-122"/>
                        </a:rPr>
                        <a:t>71178</a:t>
                      </a:r>
                      <a:endParaRPr lang="en-US" altLang="en-US" sz="1600">
                        <a:solidFill>
                          <a:schemeClr val="tx1"/>
                        </a:solidFill>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latin typeface="黑体" panose="02010609060101010101" charset="-122"/>
                          <a:ea typeface="黑体" panose="02010609060101010101" charset="-122"/>
                          <a:cs typeface="黑体" panose="02010609060101010101" charset="-122"/>
                        </a:rPr>
                        <a:t>26.8%</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c>
                  <a:txBody>
                    <a:bodyPr/>
                    <a:p>
                      <a:pPr indent="0" algn="ctr">
                        <a:buNone/>
                      </a:pPr>
                      <a:r>
                        <a:rPr lang="en-US" altLang="en-US" sz="1600">
                          <a:solidFill>
                            <a:schemeClr val="accent2">
                              <a:lumMod val="75000"/>
                            </a:schemeClr>
                          </a:solidFill>
                          <a:latin typeface="黑体" panose="02010609060101010101" charset="-122"/>
                          <a:ea typeface="黑体" panose="02010609060101010101" charset="-122"/>
                          <a:cs typeface="黑体" panose="02010609060101010101" charset="-122"/>
                          <a:sym typeface="+mn-ea"/>
                        </a:rPr>
                        <a:t>↑</a:t>
                      </a:r>
                      <a:r>
                        <a:rPr lang="en-US" altLang="en-US" sz="1600">
                          <a:latin typeface="黑体" panose="02010609060101010101" charset="-122"/>
                          <a:ea typeface="黑体" panose="02010609060101010101" charset="-122"/>
                          <a:cs typeface="黑体" panose="02010609060101010101" charset="-122"/>
                          <a:sym typeface="+mn-ea"/>
                        </a:rPr>
                        <a:t>4.7%</a:t>
                      </a:r>
                      <a:endParaRPr lang="en-US" altLang="en-US" sz="1600">
                        <a:latin typeface="黑体" panose="02010609060101010101" charset="-122"/>
                        <a:ea typeface="黑体" panose="02010609060101010101" charset="-122"/>
                        <a:cs typeface="黑体" panose="02010609060101010101" charset="-122"/>
                      </a:endParaRPr>
                    </a:p>
                  </a:txBody>
                  <a:tcPr marL="12700" marR="12700" marT="12700" anchor="ctr"/>
                </a:tc>
              </a:tr>
              <a:tr h="343535">
                <a:tc>
                  <a:txBody>
                    <a:bodyPr/>
                    <a:p>
                      <a:pPr indent="0" algn="ctr">
                        <a:buNone/>
                      </a:pPr>
                      <a:r>
                        <a:rPr lang="zh-CN" altLang="en-US" sz="1600">
                          <a:latin typeface="黑体" panose="02010609060101010101" charset="-122"/>
                          <a:ea typeface="黑体" panose="02010609060101010101" charset="-122"/>
                        </a:rPr>
                        <a:t>垃圾生物质</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3635</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1.4%</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accent2">
                              <a:lumMod val="75000"/>
                            </a:schemeClr>
                          </a:solidFill>
                          <a:latin typeface="黑体" panose="02010609060101010101" charset="-122"/>
                          <a:ea typeface="黑体" panose="02010609060101010101" charset="-122"/>
                          <a:cs typeface="黑体" panose="02010609060101010101" charset="-122"/>
                          <a:sym typeface="+mn-ea"/>
                        </a:rPr>
                        <a:t>↑</a:t>
                      </a:r>
                      <a:r>
                        <a:rPr lang="en-US" altLang="en-US" sz="1600">
                          <a:solidFill>
                            <a:schemeClr val="tx1"/>
                          </a:solidFill>
                          <a:latin typeface="黑体" panose="02010609060101010101" charset="-122"/>
                          <a:ea typeface="黑体" panose="02010609060101010101" charset="-122"/>
                        </a:rPr>
                        <a:t>0.1%</a:t>
                      </a:r>
                      <a:endParaRPr lang="en-US" altLang="en-US" sz="1600">
                        <a:solidFill>
                          <a:schemeClr val="tx1"/>
                        </a:solidFill>
                        <a:latin typeface="黑体" panose="02010609060101010101" charset="-122"/>
                        <a:ea typeface="黑体" panose="02010609060101010101" charset="-122"/>
                      </a:endParaRPr>
                    </a:p>
                  </a:txBody>
                  <a:tcPr marL="12700" marR="12700" marT="12700" anchor="ctr"/>
                </a:tc>
              </a:tr>
              <a:tr h="385445">
                <a:tc>
                  <a:txBody>
                    <a:bodyPr/>
                    <a:p>
                      <a:pPr indent="0" algn="ctr">
                        <a:buNone/>
                      </a:pPr>
                      <a:r>
                        <a:rPr lang="zh-CN" altLang="en-US" sz="1600">
                          <a:latin typeface="黑体" panose="02010609060101010101" charset="-122"/>
                          <a:ea typeface="黑体" panose="02010609060101010101" charset="-122"/>
                        </a:rPr>
                        <a:t>合计</a:t>
                      </a:r>
                      <a:endParaRPr lang="zh-CN" altLang="en-US" sz="1600">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265801</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a:t>
                      </a:r>
                      <a:endParaRPr lang="en-US" altLang="en-US" sz="1600">
                        <a:solidFill>
                          <a:schemeClr val="tx1"/>
                        </a:solidFill>
                        <a:latin typeface="黑体" panose="02010609060101010101" charset="-122"/>
                        <a:ea typeface="黑体" panose="02010609060101010101" charset="-122"/>
                      </a:endParaRPr>
                    </a:p>
                  </a:txBody>
                  <a:tcPr marL="12700" marR="12700" marT="12700" anchor="ctr"/>
                </a:tc>
                <a:tc>
                  <a:txBody>
                    <a:bodyPr/>
                    <a:p>
                      <a:pPr indent="0" algn="ctr">
                        <a:buNone/>
                      </a:pPr>
                      <a:r>
                        <a:rPr lang="en-US" altLang="en-US" sz="1600">
                          <a:solidFill>
                            <a:schemeClr val="tx1"/>
                          </a:solidFill>
                          <a:latin typeface="黑体" panose="02010609060101010101" charset="-122"/>
                          <a:ea typeface="黑体" panose="02010609060101010101" charset="-122"/>
                        </a:rPr>
                        <a:t>——</a:t>
                      </a:r>
                      <a:endParaRPr lang="en-US" altLang="en-US" sz="1600">
                        <a:solidFill>
                          <a:schemeClr val="tx1"/>
                        </a:solidFill>
                        <a:latin typeface="黑体" panose="02010609060101010101" charset="-122"/>
                        <a:ea typeface="黑体" panose="02010609060101010101" charset="-122"/>
                      </a:endParaRPr>
                    </a:p>
                  </a:txBody>
                  <a:tcPr marL="12700" marR="12700" marT="12700" anchor="ctr"/>
                </a:tc>
              </a:tr>
            </a:tbl>
          </a:graphicData>
        </a:graphic>
      </p:graphicFrame>
      <p:sp>
        <p:nvSpPr>
          <p:cNvPr id="26" name="Rectangle 1"/>
          <p:cNvSpPr/>
          <p:nvPr>
            <p:custDataLst>
              <p:tags r:id="rId3"/>
            </p:custDataLst>
          </p:nvPr>
        </p:nvSpPr>
        <p:spPr>
          <a:xfrm>
            <a:off x="479425" y="6381750"/>
            <a:ext cx="3826510" cy="306705"/>
          </a:xfrm>
          <a:prstGeom prst="rect">
            <a:avLst/>
          </a:prstGeom>
        </p:spPr>
        <p:txBody>
          <a:bodyPr wrap="square" anchor="t">
            <a:spAutoFit/>
          </a:bodyPr>
          <a:p>
            <a:pPr lvl="0" algn="ctr">
              <a:buClrTx/>
              <a:buSzTx/>
              <a:buFontTx/>
              <a:defRPr/>
            </a:pPr>
            <a:r>
              <a:rPr lang="en-US" sz="1400" dirty="0">
                <a:latin typeface="黑体" panose="02010609060101010101" charset="-122"/>
                <a:ea typeface="黑体" panose="02010609060101010101" charset="-122"/>
                <a:cs typeface="黑体" panose="02010609060101010101" charset="-122"/>
                <a:sym typeface="黑体" panose="02010609060101010101" charset="-122"/>
              </a:rPr>
              <a:t>2024</a:t>
            </a:r>
            <a:r>
              <a:rPr lang="zh-CN" altLang="en-US" sz="1400" dirty="0">
                <a:latin typeface="黑体" panose="02010609060101010101" charset="-122"/>
                <a:ea typeface="黑体" panose="02010609060101010101" charset="-122"/>
                <a:cs typeface="黑体" panose="02010609060101010101" charset="-122"/>
                <a:sym typeface="黑体" panose="02010609060101010101" charset="-122"/>
              </a:rPr>
              <a:t>年底国家电网经营区发电装机（万千瓦）</a:t>
            </a:r>
            <a:endParaRPr lang="zh-CN" altLang="en-US" sz="1400" dirty="0">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4" name="图片 3"/>
          <p:cNvPicPr>
            <a:picLocks noChangeAspect="1"/>
          </p:cNvPicPr>
          <p:nvPr/>
        </p:nvPicPr>
        <p:blipFill>
          <a:blip r:embed="rId4"/>
          <a:stretch>
            <a:fillRect/>
          </a:stretch>
        </p:blipFill>
        <p:spPr>
          <a:xfrm>
            <a:off x="4727575" y="2819400"/>
            <a:ext cx="6955155" cy="3242310"/>
          </a:xfrm>
          <a:prstGeom prst="rect">
            <a:avLst/>
          </a:prstGeom>
        </p:spPr>
      </p:pic>
      <p:sp>
        <p:nvSpPr>
          <p:cNvPr id="7" name="文本框 6"/>
          <p:cNvSpPr txBox="1"/>
          <p:nvPr/>
        </p:nvSpPr>
        <p:spPr>
          <a:xfrm>
            <a:off x="6671945" y="6237605"/>
            <a:ext cx="3373755" cy="337185"/>
          </a:xfrm>
          <a:prstGeom prst="rect">
            <a:avLst/>
          </a:prstGeom>
        </p:spPr>
        <p:txBody>
          <a:bodyPr wrap="square">
            <a:spAutoFit/>
          </a:bodyPr>
          <a:p>
            <a:r>
              <a:rPr lang="zh-CN" altLang="en-US" sz="1600" b="1">
                <a:solidFill>
                  <a:srgbClr val="000000"/>
                </a:solidFill>
                <a:latin typeface="黑体" panose="02010609060101010101" charset="-122"/>
                <a:ea typeface="黑体" panose="02010609060101010101" charset="-122"/>
              </a:rPr>
              <a:t>逐年新能源发电量及发电量占比</a:t>
            </a:r>
            <a:endParaRPr lang="zh-CN" altLang="en-US" sz="1600" b="1">
              <a:solidFill>
                <a:srgbClr val="000000"/>
              </a:solidFill>
              <a:latin typeface="黑体" panose="02010609060101010101" charset="-122"/>
              <a:ea typeface="黑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15" name="矩形 14"/>
          <p:cNvSpPr/>
          <p:nvPr/>
        </p:nvSpPr>
        <p:spPr bwMode="auto">
          <a:xfrm>
            <a:off x="306705" y="979805"/>
            <a:ext cx="11141710" cy="1946910"/>
          </a:xfrm>
          <a:prstGeom prst="rect">
            <a:avLst/>
          </a:prstGeom>
          <a:noFill/>
          <a:ln w="12700" cmpd="sng">
            <a:noFill/>
            <a:prstDash val="dash"/>
          </a:ln>
          <a:effectLst/>
        </p:spPr>
        <p:style>
          <a:lnRef idx="1">
            <a:schemeClr val="accent1"/>
          </a:lnRef>
          <a:fillRef idx="3">
            <a:schemeClr val="accent1"/>
          </a:fillRef>
          <a:effectRef idx="2">
            <a:schemeClr val="accent1"/>
          </a:effectRef>
          <a:fontRef idx="minor">
            <a:schemeClr val="lt1"/>
          </a:fontRef>
        </p:style>
        <p:txBody>
          <a:bodyPr anchor="ctr"/>
          <a:p>
            <a:pPr indent="457200" algn="just">
              <a:lnSpc>
                <a:spcPct val="120000"/>
              </a:lnSpc>
              <a:buClrTx/>
              <a:buSzTx/>
              <a:buFontTx/>
            </a:pPr>
            <a:r>
              <a:rPr sz="2000" dirty="0">
                <a:solidFill>
                  <a:schemeClr val="tx1"/>
                </a:solidFill>
                <a:latin typeface="黑体" panose="02010609060101010101" charset="-122"/>
                <a:ea typeface="黑体" panose="02010609060101010101" charset="-122"/>
                <a:cs typeface="黑体" panose="02010609060101010101" charset="-122"/>
              </a:rPr>
              <a:t>随着分布式电源、多元负荷和储能快速发展，发用电一体“产销者”将大量涌现，终端负荷特性由传统的刚性、纯消费型，向柔性、生产与消费兼具型转变</a:t>
            </a:r>
            <a:r>
              <a:rPr lang="zh-CN" sz="2000" dirty="0">
                <a:solidFill>
                  <a:schemeClr val="tx1"/>
                </a:solidFill>
                <a:latin typeface="黑体" panose="02010609060101010101" charset="-122"/>
                <a:ea typeface="黑体" panose="02010609060101010101" charset="-122"/>
                <a:cs typeface="黑体" panose="02010609060101010101" charset="-122"/>
              </a:rPr>
              <a:t>，</a:t>
            </a:r>
            <a:r>
              <a:rPr lang="en-US" sz="2000" dirty="0">
                <a:solidFill>
                  <a:schemeClr val="tx1"/>
                </a:solidFill>
                <a:latin typeface="黑体" panose="02010609060101010101" charset="-122"/>
                <a:ea typeface="黑体" panose="02010609060101010101" charset="-122"/>
                <a:cs typeface="黑体" panose="02010609060101010101" charset="-122"/>
                <a:sym typeface="+mn-ea"/>
              </a:rPr>
              <a:t>2025</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年底国家电网经营区虚拟电厂调节能力预计将达到</a:t>
            </a: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1500</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万千瓦</a:t>
            </a:r>
            <a:r>
              <a:rPr sz="2000" dirty="0">
                <a:solidFill>
                  <a:schemeClr val="tx1"/>
                </a:solidFill>
                <a:latin typeface="黑体" panose="02010609060101010101" charset="-122"/>
                <a:ea typeface="黑体" panose="02010609060101010101" charset="-122"/>
                <a:cs typeface="黑体" panose="02010609060101010101" charset="-122"/>
              </a:rPr>
              <a:t>，</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网荷互动能力和需求侧响应能力将不断提升</a:t>
            </a:r>
            <a:r>
              <a:rPr sz="2000" dirty="0">
                <a:solidFill>
                  <a:schemeClr val="tx1"/>
                </a:solidFill>
                <a:latin typeface="黑体" panose="02010609060101010101" charset="-122"/>
                <a:ea typeface="黑体" panose="02010609060101010101" charset="-122"/>
                <a:cs typeface="黑体" panose="02010609060101010101" charset="-122"/>
              </a:rPr>
              <a:t>。</a:t>
            </a:r>
            <a:endParaRPr sz="2000" dirty="0">
              <a:solidFill>
                <a:schemeClr val="tx1"/>
              </a:solidFill>
              <a:latin typeface="黑体" panose="02010609060101010101" charset="-122"/>
              <a:ea typeface="黑体" panose="02010609060101010101" charset="-122"/>
              <a:cs typeface="黑体" panose="02010609060101010101" charset="-122"/>
            </a:endParaRPr>
          </a:p>
          <a:p>
            <a:pPr indent="457200" algn="just">
              <a:lnSpc>
                <a:spcPct val="120000"/>
              </a:lnSpc>
              <a:buClrTx/>
              <a:buSzTx/>
              <a:buFontTx/>
            </a:pPr>
            <a:r>
              <a:rPr lang="en-US" sz="2200" dirty="0">
                <a:solidFill>
                  <a:schemeClr val="tx1"/>
                </a:solidFill>
                <a:latin typeface="黑体" panose="02010609060101010101" charset="-122"/>
                <a:ea typeface="黑体" panose="02010609060101010101" charset="-122"/>
                <a:cs typeface="黑体" panose="02010609060101010101" charset="-122"/>
              </a:rPr>
              <a:t> </a:t>
            </a:r>
            <a:endParaRPr lang="zh-CN" altLang="en-US" sz="2200" dirty="0">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6.</a:t>
            </a:r>
            <a:r>
              <a:rPr lang="zh-CN" altLang="en-US" sz="2800" b="1" dirty="0">
                <a:latin typeface="+mj-lt"/>
                <a:ea typeface="+mj-lt"/>
                <a:cs typeface="+mj-lt"/>
              </a:rPr>
              <a:t>电力用户与市场主体多元化趋势显现</a:t>
            </a:r>
            <a:endParaRPr lang="zh-CN" altLang="en-US" sz="2800" b="1" dirty="0">
              <a:latin typeface="+mj-lt"/>
              <a:ea typeface="+mj-lt"/>
              <a:cs typeface="+mj-lt"/>
            </a:endParaRPr>
          </a:p>
        </p:txBody>
      </p:sp>
      <p:pic>
        <p:nvPicPr>
          <p:cNvPr id="9" name="图片 8"/>
          <p:cNvPicPr>
            <a:picLocks noChangeAspect="1"/>
          </p:cNvPicPr>
          <p:nvPr/>
        </p:nvPicPr>
        <p:blipFill>
          <a:blip r:embed="rId1" cstate="print"/>
          <a:srcRect t="11759"/>
          <a:stretch>
            <a:fillRect/>
          </a:stretch>
        </p:blipFill>
        <p:spPr>
          <a:xfrm>
            <a:off x="466090" y="2833370"/>
            <a:ext cx="4735195" cy="3479165"/>
          </a:xfrm>
          <a:prstGeom prst="roundRect">
            <a:avLst>
              <a:gd name="adj" fmla="val 48241"/>
            </a:avLst>
          </a:prstGeom>
        </p:spPr>
      </p:pic>
      <p:pic>
        <p:nvPicPr>
          <p:cNvPr id="10" name="Picture 2" descr="https://gimg2.baidu.com/image_search/src=http%3A%2F%2Finews.gtimg.com%2Fnewsapp_bt%2F0%2F13389552795%2F1000&amp;refer=http%3A%2F%2Finews.gtimg.com&amp;app=2002&amp;size=f9999,10000&amp;q=a80&amp;n=0&amp;g=0n&amp;fmt=jpeg?sec=1632316628&amp;t=5a08df759c4a118830741fde0c9e211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0055" y="2833370"/>
            <a:ext cx="5639435" cy="331025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6403948" y="6174577"/>
            <a:ext cx="4392488" cy="284480"/>
          </a:xfrm>
          <a:prstGeom prst="rect">
            <a:avLst/>
          </a:prstGeom>
          <a:noFill/>
        </p:spPr>
        <p:txBody>
          <a:bodyPr wrap="square" rtlCol="0">
            <a:spAutoFit/>
          </a:bodyPr>
          <a:p>
            <a:pPr algn="ctr">
              <a:lnSpc>
                <a:spcPct val="90000"/>
              </a:lnSpc>
              <a:spcBef>
                <a:spcPct val="20000"/>
              </a:spcBef>
              <a:spcAft>
                <a:spcPct val="35000"/>
              </a:spcAft>
            </a:pPr>
            <a:r>
              <a:rPr lang="zh-CN" altLang="en-US" sz="1400" dirty="0" smtClean="0">
                <a:latin typeface="黑体" panose="02010609060101010101" charset="-122"/>
                <a:ea typeface="黑体" panose="02010609060101010101" charset="-122"/>
                <a:sym typeface="微软雅黑" panose="020B0503020204020204" pitchFamily="34" charset="-122"/>
              </a:rPr>
              <a:t>虚拟电厂运营</a:t>
            </a:r>
            <a:endParaRPr lang="zh-CN" altLang="en-US" sz="1400" dirty="0" smtClean="0">
              <a:latin typeface="黑体" panose="02010609060101010101" charset="-122"/>
              <a:ea typeface="黑体" panose="02010609060101010101" charset="-122"/>
              <a:sym typeface="微软雅黑" panose="020B0503020204020204" pitchFamily="34" charset="-122"/>
            </a:endParaRPr>
          </a:p>
        </p:txBody>
      </p:sp>
      <p:sp>
        <p:nvSpPr>
          <p:cNvPr id="8" name="文本框 3"/>
          <p:cNvSpPr txBox="1"/>
          <p:nvPr/>
        </p:nvSpPr>
        <p:spPr>
          <a:xfrm>
            <a:off x="767737" y="6174954"/>
            <a:ext cx="4392488" cy="306705"/>
          </a:xfrm>
          <a:prstGeom prst="rect">
            <a:avLst/>
          </a:prstGeom>
          <a:noFill/>
        </p:spPr>
        <p:txBody>
          <a:bodyPr wrap="square" rtlCol="0">
            <a:spAutoFit/>
          </a:bodyPr>
          <a:p>
            <a:pPr algn="ctr" fontAlgn="auto">
              <a:lnSpc>
                <a:spcPct val="100000"/>
              </a:lnSpc>
              <a:spcBef>
                <a:spcPts val="0"/>
              </a:spcBef>
              <a:spcAft>
                <a:spcPts val="0"/>
              </a:spcAft>
            </a:pPr>
            <a:r>
              <a:rPr lang="zh-CN" altLang="en-US" sz="1400" dirty="0">
                <a:latin typeface="黑体" panose="02010609060101010101" charset="-122"/>
                <a:ea typeface="黑体" panose="02010609060101010101" charset="-122"/>
              </a:rPr>
              <a:t>新兴负荷主体</a:t>
            </a:r>
            <a:endParaRPr lang="zh-CN" altLang="en-US" sz="1400" dirty="0">
              <a:latin typeface="黑体" panose="02010609060101010101" charset="-122"/>
              <a:ea typeface="黑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9" name="文本框 8"/>
          <p:cNvSpPr txBox="1"/>
          <p:nvPr>
            <p:custDataLst>
              <p:tags r:id="rId1"/>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7.</a:t>
            </a:r>
            <a:r>
              <a:rPr lang="zh-CN" altLang="en-US" sz="2800" b="1" dirty="0">
                <a:latin typeface="+mj-lt"/>
                <a:ea typeface="+mj-lt"/>
                <a:cs typeface="+mj-lt"/>
              </a:rPr>
              <a:t>电力市场建设成效显著</a:t>
            </a:r>
            <a:endParaRPr lang="zh-CN" altLang="en-US" sz="2800" b="1" dirty="0">
              <a:latin typeface="+mj-lt"/>
              <a:ea typeface="+mj-lt"/>
              <a:cs typeface="+mj-lt"/>
            </a:endParaRPr>
          </a:p>
        </p:txBody>
      </p:sp>
      <p:grpSp>
        <p:nvGrpSpPr>
          <p:cNvPr id="4" name="组合 3"/>
          <p:cNvGrpSpPr/>
          <p:nvPr/>
        </p:nvGrpSpPr>
        <p:grpSpPr>
          <a:xfrm>
            <a:off x="48824" y="2308314"/>
            <a:ext cx="12147566" cy="3126269"/>
            <a:chOff x="-24680" y="1257216"/>
            <a:chExt cx="14945480" cy="3126269"/>
          </a:xfrm>
        </p:grpSpPr>
        <p:sp>
          <p:nvSpPr>
            <p:cNvPr id="6" name="箭头: V 形 195"/>
            <p:cNvSpPr/>
            <p:nvPr/>
          </p:nvSpPr>
          <p:spPr>
            <a:xfrm>
              <a:off x="128052" y="1262988"/>
              <a:ext cx="1343665" cy="325502"/>
            </a:xfrm>
            <a:prstGeom prst="chevron">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dirty="0">
                  <a:solidFill>
                    <a:schemeClr val="tx1"/>
                  </a:solidFill>
                </a:rPr>
                <a:t>2015</a:t>
              </a:r>
              <a:endParaRPr lang="zh-CN" altLang="en-US" dirty="0">
                <a:solidFill>
                  <a:schemeClr val="tx1"/>
                </a:solidFill>
              </a:endParaRPr>
            </a:p>
          </p:txBody>
        </p:sp>
        <p:sp>
          <p:nvSpPr>
            <p:cNvPr id="7" name="文本框 6"/>
            <p:cNvSpPr txBox="1"/>
            <p:nvPr/>
          </p:nvSpPr>
          <p:spPr>
            <a:xfrm flipH="1">
              <a:off x="-24680" y="1588490"/>
              <a:ext cx="1496397" cy="2308324"/>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kern="100" dirty="0">
                  <a:effectLst/>
                  <a:latin typeface="+mj-ea"/>
                  <a:ea typeface="+mj-ea"/>
                  <a:cs typeface="方正仿宋_GBK" panose="03000509000000000000" pitchFamily="65" charset="-122"/>
                </a:rPr>
                <a:t>中共中央、国务院</a:t>
              </a:r>
              <a:r>
                <a:rPr lang="zh-CN" altLang="en-US" sz="1600" kern="100" dirty="0">
                  <a:effectLst/>
                  <a:latin typeface="+mj-ea"/>
                  <a:ea typeface="+mj-ea"/>
                  <a:cs typeface="方正仿宋_GBK" panose="03000509000000000000" pitchFamily="65" charset="-122"/>
                  <a:sym typeface="+mn-ea"/>
                </a:rPr>
                <a:t>印发</a:t>
              </a:r>
              <a:r>
                <a:rPr lang="en-US" altLang="zh-CN" sz="1600" b="1" kern="100" dirty="0">
                  <a:solidFill>
                    <a:srgbClr val="FF0000"/>
                  </a:solidFill>
                  <a:latin typeface="+mj-ea"/>
                  <a:ea typeface="+mj-ea"/>
                  <a:cs typeface="方正仿宋_GBK" panose="03000509000000000000" pitchFamily="65" charset="-122"/>
                  <a:sym typeface="+mn-ea"/>
                </a:rPr>
                <a:t>《</a:t>
              </a:r>
              <a:r>
                <a:rPr lang="zh-CN" altLang="en-US" sz="1600" b="1" kern="100" dirty="0">
                  <a:solidFill>
                    <a:srgbClr val="FF0000"/>
                  </a:solidFill>
                  <a:effectLst/>
                  <a:latin typeface="+mj-ea"/>
                  <a:ea typeface="+mj-ea"/>
                  <a:cs typeface="方正仿宋_GBK" panose="03000509000000000000" pitchFamily="65" charset="-122"/>
                </a:rPr>
                <a:t>关于进一步深化电力体制改革的若干意见</a:t>
              </a:r>
              <a:r>
                <a:rPr lang="en-US" altLang="zh-CN" sz="1600" b="1" kern="100" dirty="0">
                  <a:solidFill>
                    <a:srgbClr val="FF0000"/>
                  </a:solidFill>
                  <a:effectLst/>
                  <a:latin typeface="+mj-ea"/>
                  <a:ea typeface="+mj-ea"/>
                  <a:cs typeface="方正仿宋_GBK" panose="03000509000000000000" pitchFamily="65" charset="-122"/>
                </a:rPr>
                <a:t>》</a:t>
              </a:r>
              <a:endParaRPr lang="en-US" altLang="zh-CN" sz="1600" b="1" kern="100" dirty="0">
                <a:solidFill>
                  <a:srgbClr val="FF0000"/>
                </a:solidFill>
                <a:effectLst/>
                <a:latin typeface="+mj-ea"/>
                <a:ea typeface="+mj-ea"/>
                <a:cs typeface="方正仿宋_GBK" panose="03000509000000000000" pitchFamily="65" charset="-122"/>
              </a:endParaRPr>
            </a:p>
            <a:p>
              <a:pPr marL="171450" indent="-171450">
                <a:buFont typeface="Wingdings" panose="05000000000000000000" pitchFamily="2" charset="2"/>
                <a:buChar char="ü"/>
              </a:pPr>
              <a:r>
                <a:rPr lang="zh-CN" altLang="en-US" sz="1600" dirty="0">
                  <a:latin typeface="+mj-ea"/>
                  <a:ea typeface="+mj-ea"/>
                </a:rPr>
                <a:t>电力体制改革配套文件正式印发</a:t>
              </a:r>
              <a:endParaRPr lang="zh-CN" altLang="en-US" sz="1600" dirty="0">
                <a:latin typeface="+mj-ea"/>
                <a:ea typeface="+mj-ea"/>
              </a:endParaRPr>
            </a:p>
          </p:txBody>
        </p:sp>
        <p:sp>
          <p:nvSpPr>
            <p:cNvPr id="8" name="箭头: V 形 197"/>
            <p:cNvSpPr/>
            <p:nvPr/>
          </p:nvSpPr>
          <p:spPr>
            <a:xfrm>
              <a:off x="1485593" y="1262988"/>
              <a:ext cx="1343665" cy="325502"/>
            </a:xfrm>
            <a:prstGeom prst="chevron">
              <a:avLst/>
            </a:prstGeom>
            <a:solidFill>
              <a:srgbClr val="2D68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2016</a:t>
              </a:r>
              <a:endParaRPr lang="zh-CN" altLang="en-US" b="1" dirty="0">
                <a:solidFill>
                  <a:schemeClr val="bg1"/>
                </a:solidFill>
              </a:endParaRPr>
            </a:p>
          </p:txBody>
        </p:sp>
        <p:sp>
          <p:nvSpPr>
            <p:cNvPr id="10" name="文本框 9"/>
            <p:cNvSpPr txBox="1"/>
            <p:nvPr/>
          </p:nvSpPr>
          <p:spPr>
            <a:xfrm flipH="1">
              <a:off x="1304183" y="1582718"/>
              <a:ext cx="1525076" cy="2800767"/>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sym typeface="+mn-ea"/>
                </a:rPr>
                <a:t>北京电力交易中心和</a:t>
              </a:r>
              <a:r>
                <a:rPr lang="en-US" altLang="zh-CN" sz="1600" dirty="0">
                  <a:latin typeface="+mj-ea"/>
                  <a:ea typeface="+mj-ea"/>
                  <a:sym typeface="+mn-ea"/>
                </a:rPr>
                <a:t>27</a:t>
              </a:r>
              <a:r>
                <a:rPr lang="zh-CN" altLang="en-US" sz="1600" dirty="0">
                  <a:latin typeface="+mj-ea"/>
                  <a:ea typeface="+mj-ea"/>
                  <a:sym typeface="+mn-ea"/>
                </a:rPr>
                <a:t>家省级电力交易中心成立</a:t>
              </a:r>
              <a:endParaRPr lang="zh-CN" altLang="en-US" sz="1600" dirty="0">
                <a:latin typeface="+mj-ea"/>
                <a:ea typeface="+mj-ea"/>
              </a:endParaRPr>
            </a:p>
            <a:p>
              <a:pPr marL="171450" indent="-171450">
                <a:buFont typeface="Wingdings" panose="05000000000000000000" pitchFamily="2" charset="2"/>
                <a:buChar char="ü"/>
              </a:pPr>
              <a:r>
                <a:rPr lang="zh-CN" altLang="en-US" sz="1600" dirty="0">
                  <a:latin typeface="+mj-ea"/>
                  <a:ea typeface="+mj-ea"/>
                </a:rPr>
                <a:t>年底国家发改委、国家能源局印发</a:t>
              </a:r>
              <a:r>
                <a:rPr lang="en-US" altLang="zh-CN" sz="1600" b="1" dirty="0">
                  <a:solidFill>
                    <a:srgbClr val="FF0000"/>
                  </a:solidFill>
                  <a:latin typeface="+mj-ea"/>
                  <a:ea typeface="+mj-ea"/>
                </a:rPr>
                <a:t>《</a:t>
              </a:r>
              <a:r>
                <a:rPr lang="zh-CN" altLang="en-US" sz="1600" b="1" dirty="0">
                  <a:solidFill>
                    <a:srgbClr val="FF0000"/>
                  </a:solidFill>
                  <a:latin typeface="+mj-ea"/>
                  <a:ea typeface="+mj-ea"/>
                </a:rPr>
                <a:t>电力中长期交易基本规则</a:t>
              </a:r>
              <a:r>
                <a:rPr lang="en-US" altLang="zh-CN" sz="1600" b="1" dirty="0">
                  <a:solidFill>
                    <a:srgbClr val="FF0000"/>
                  </a:solidFill>
                  <a:latin typeface="+mj-ea"/>
                  <a:ea typeface="+mj-ea"/>
                </a:rPr>
                <a:t>》</a:t>
              </a:r>
              <a:endParaRPr lang="en-US" altLang="zh-CN" sz="1600" b="1" dirty="0">
                <a:solidFill>
                  <a:srgbClr val="FF0000"/>
                </a:solidFill>
                <a:latin typeface="+mj-ea"/>
                <a:ea typeface="+mj-ea"/>
              </a:endParaRPr>
            </a:p>
          </p:txBody>
        </p:sp>
        <p:sp>
          <p:nvSpPr>
            <p:cNvPr id="11" name="箭头: V 形 199"/>
            <p:cNvSpPr/>
            <p:nvPr/>
          </p:nvSpPr>
          <p:spPr>
            <a:xfrm>
              <a:off x="2843135" y="1262988"/>
              <a:ext cx="1343665" cy="325502"/>
            </a:xfrm>
            <a:prstGeom prst="chevron">
              <a:avLst/>
            </a:prstGeom>
            <a:solidFill>
              <a:srgbClr val="3577B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2017</a:t>
              </a:r>
              <a:endParaRPr lang="zh-CN" altLang="en-US" b="1" dirty="0">
                <a:solidFill>
                  <a:schemeClr val="bg1"/>
                </a:solidFill>
              </a:endParaRPr>
            </a:p>
          </p:txBody>
        </p:sp>
        <p:sp>
          <p:nvSpPr>
            <p:cNvPr id="12" name="文本框 11"/>
            <p:cNvSpPr txBox="1"/>
            <p:nvPr/>
          </p:nvSpPr>
          <p:spPr>
            <a:xfrm flipH="1">
              <a:off x="2661724" y="1588490"/>
              <a:ext cx="1525076" cy="2061210"/>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rPr>
                <a:t>各级电力交易中心全面开展电力中长期交易</a:t>
              </a:r>
              <a:endParaRPr lang="zh-CN" altLang="en-US" sz="1600" dirty="0">
                <a:latin typeface="+mj-ea"/>
                <a:ea typeface="+mj-ea"/>
              </a:endParaRPr>
            </a:p>
            <a:p>
              <a:pPr marL="171450" indent="-171450">
                <a:buFont typeface="Wingdings" panose="05000000000000000000" pitchFamily="2" charset="2"/>
                <a:buChar char="ü"/>
              </a:pPr>
              <a:r>
                <a:rPr lang="zh-CN" altLang="en-US" sz="1600" dirty="0">
                  <a:latin typeface="+mj-ea"/>
                  <a:ea typeface="+mj-ea"/>
                </a:rPr>
                <a:t>发用电计划逐步放开</a:t>
              </a:r>
              <a:endParaRPr lang="zh-CN" altLang="en-US" sz="1600" dirty="0">
                <a:latin typeface="+mj-ea"/>
                <a:ea typeface="+mj-ea"/>
              </a:endParaRPr>
            </a:p>
          </p:txBody>
        </p:sp>
        <p:sp>
          <p:nvSpPr>
            <p:cNvPr id="13" name="箭头: V 形 201"/>
            <p:cNvSpPr/>
            <p:nvPr/>
          </p:nvSpPr>
          <p:spPr>
            <a:xfrm>
              <a:off x="4200676" y="1262988"/>
              <a:ext cx="1343665" cy="325502"/>
            </a:xfrm>
            <a:prstGeom prst="chevron">
              <a:avLst/>
            </a:prstGeom>
            <a:solidFill>
              <a:srgbClr val="3C84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2018</a:t>
              </a:r>
              <a:endParaRPr lang="zh-CN" altLang="en-US" b="1" dirty="0">
                <a:solidFill>
                  <a:schemeClr val="bg1"/>
                </a:solidFill>
              </a:endParaRPr>
            </a:p>
          </p:txBody>
        </p:sp>
        <p:sp>
          <p:nvSpPr>
            <p:cNvPr id="14" name="箭头: V 形 202"/>
            <p:cNvSpPr/>
            <p:nvPr/>
          </p:nvSpPr>
          <p:spPr>
            <a:xfrm>
              <a:off x="5558217" y="1262988"/>
              <a:ext cx="1343665" cy="325502"/>
            </a:xfrm>
            <a:prstGeom prst="chevron">
              <a:avLst/>
            </a:prstGeom>
            <a:solidFill>
              <a:srgbClr val="418ED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2019</a:t>
              </a:r>
              <a:endParaRPr lang="zh-CN" altLang="en-US" b="1" dirty="0">
                <a:solidFill>
                  <a:schemeClr val="bg1"/>
                </a:solidFill>
              </a:endParaRPr>
            </a:p>
          </p:txBody>
        </p:sp>
        <p:sp>
          <p:nvSpPr>
            <p:cNvPr id="15" name="文本框 14"/>
            <p:cNvSpPr txBox="1"/>
            <p:nvPr/>
          </p:nvSpPr>
          <p:spPr>
            <a:xfrm flipH="1">
              <a:off x="5376807" y="1588490"/>
              <a:ext cx="1389425" cy="107721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rPr>
                <a:t>国网经营区</a:t>
              </a:r>
              <a:r>
                <a:rPr lang="en-US" altLang="zh-CN" sz="1600" dirty="0">
                  <a:latin typeface="+mj-ea"/>
                  <a:ea typeface="+mj-ea"/>
                </a:rPr>
                <a:t>6</a:t>
              </a:r>
              <a:r>
                <a:rPr lang="zh-CN" altLang="en-US" sz="1600" dirty="0">
                  <a:latin typeface="+mj-ea"/>
                  <a:ea typeface="+mj-ea"/>
                </a:rPr>
                <a:t>个现货试点省全面进入试运行</a:t>
              </a:r>
              <a:endParaRPr lang="zh-CN" altLang="en-US" sz="1600" dirty="0">
                <a:latin typeface="+mj-ea"/>
                <a:ea typeface="+mj-ea"/>
              </a:endParaRPr>
            </a:p>
          </p:txBody>
        </p:sp>
        <p:sp>
          <p:nvSpPr>
            <p:cNvPr id="16" name="箭头: V 形 204"/>
            <p:cNvSpPr/>
            <p:nvPr/>
          </p:nvSpPr>
          <p:spPr>
            <a:xfrm>
              <a:off x="6915759" y="1262988"/>
              <a:ext cx="1343665" cy="325502"/>
            </a:xfrm>
            <a:prstGeom prst="chevron">
              <a:avLst/>
            </a:prstGeom>
            <a:solidFill>
              <a:srgbClr val="5296D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2020</a:t>
              </a:r>
              <a:endParaRPr lang="zh-CN" altLang="en-US" b="1" dirty="0">
                <a:solidFill>
                  <a:schemeClr val="bg1"/>
                </a:solidFill>
              </a:endParaRPr>
            </a:p>
          </p:txBody>
        </p:sp>
        <p:sp>
          <p:nvSpPr>
            <p:cNvPr id="17" name="文本框 16"/>
            <p:cNvSpPr txBox="1"/>
            <p:nvPr/>
          </p:nvSpPr>
          <p:spPr>
            <a:xfrm flipH="1">
              <a:off x="6601443" y="1588490"/>
              <a:ext cx="1525076" cy="1815882"/>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rPr>
                <a:t>北京电力交易中心及国网经营区内各省级电力交易中心完成股份制改造</a:t>
              </a:r>
              <a:endParaRPr lang="en-US" altLang="zh-CN" sz="1600" dirty="0">
                <a:latin typeface="+mj-ea"/>
                <a:ea typeface="+mj-ea"/>
              </a:endParaRPr>
            </a:p>
          </p:txBody>
        </p:sp>
        <p:sp>
          <p:nvSpPr>
            <p:cNvPr id="18" name="箭头: V 形 206"/>
            <p:cNvSpPr/>
            <p:nvPr/>
          </p:nvSpPr>
          <p:spPr>
            <a:xfrm>
              <a:off x="8273300" y="1262988"/>
              <a:ext cx="1343665" cy="325502"/>
            </a:xfrm>
            <a:prstGeom prst="chevron">
              <a:avLst/>
            </a:prstGeom>
            <a:solidFill>
              <a:srgbClr val="499C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2021</a:t>
              </a:r>
              <a:endParaRPr lang="zh-CN" altLang="en-US" b="1" dirty="0">
                <a:solidFill>
                  <a:schemeClr val="bg1"/>
                </a:solidFill>
              </a:endParaRPr>
            </a:p>
          </p:txBody>
        </p:sp>
        <p:sp>
          <p:nvSpPr>
            <p:cNvPr id="19" name="文本框 18"/>
            <p:cNvSpPr txBox="1"/>
            <p:nvPr/>
          </p:nvSpPr>
          <p:spPr>
            <a:xfrm flipH="1">
              <a:off x="7847941" y="1588490"/>
              <a:ext cx="1789811" cy="2554545"/>
            </a:xfrm>
            <a:prstGeom prst="rect">
              <a:avLst/>
            </a:prstGeom>
            <a:noFill/>
          </p:spPr>
          <p:txBody>
            <a:bodyPr wrap="square" rtlCol="0">
              <a:spAutoFit/>
            </a:bodyPr>
            <a:lstStyle>
              <a:defPPr>
                <a:defRPr lang="zh-CN"/>
              </a:defPPr>
              <a:lvl1pPr marL="171450" indent="-171450">
                <a:buFont typeface="Wingdings" panose="05000000000000000000" pitchFamily="2" charset="2"/>
                <a:buChar char="ü"/>
                <a:defRPr sz="900">
                  <a:solidFill>
                    <a:schemeClr val="accent1">
                      <a:lumMod val="20000"/>
                      <a:lumOff val="80000"/>
                    </a:schemeClr>
                  </a:solidFill>
                  <a:latin typeface="+mj-ea"/>
                  <a:ea typeface="+mj-ea"/>
                </a:defRPr>
              </a:lvl1pPr>
            </a:lstStyle>
            <a:p>
              <a:pPr algn="just"/>
              <a:r>
                <a:rPr lang="zh-CN" altLang="en-US" sz="1600" dirty="0">
                  <a:solidFill>
                    <a:schemeClr val="tx1"/>
                  </a:solidFill>
                </a:rPr>
                <a:t>中央深改委审议通过</a:t>
              </a:r>
              <a:r>
                <a:rPr lang="en-US" altLang="zh-CN" sz="1600" b="1" dirty="0">
                  <a:solidFill>
                    <a:srgbClr val="FF0000"/>
                  </a:solidFill>
                </a:rPr>
                <a:t>《</a:t>
              </a:r>
              <a:r>
                <a:rPr lang="zh-CN" altLang="en-US" sz="1600" b="1" dirty="0">
                  <a:solidFill>
                    <a:srgbClr val="FF0000"/>
                  </a:solidFill>
                </a:rPr>
                <a:t>关于加快建设全国统一电力市场体系的指导意见</a:t>
              </a:r>
              <a:r>
                <a:rPr lang="en-US" altLang="zh-CN" sz="1600" b="1" dirty="0">
                  <a:solidFill>
                    <a:srgbClr val="FF0000"/>
                  </a:solidFill>
                </a:rPr>
                <a:t>》</a:t>
              </a:r>
              <a:endParaRPr lang="en-US" altLang="zh-CN" sz="1600" b="1" dirty="0">
                <a:solidFill>
                  <a:srgbClr val="FF0000"/>
                </a:solidFill>
              </a:endParaRPr>
            </a:p>
            <a:p>
              <a:pPr algn="just"/>
              <a:r>
                <a:rPr lang="zh-CN" altLang="en-US" sz="1600" dirty="0">
                  <a:solidFill>
                    <a:schemeClr val="tx1"/>
                  </a:solidFill>
                </a:rPr>
                <a:t>国家发展改革委印发</a:t>
              </a:r>
              <a:r>
                <a:rPr lang="en-US" altLang="zh-CN" sz="1600" b="1" dirty="0">
                  <a:solidFill>
                    <a:srgbClr val="FF0000"/>
                  </a:solidFill>
                </a:rPr>
                <a:t>《</a:t>
              </a:r>
              <a:r>
                <a:rPr lang="zh-CN" altLang="en-US" sz="1600" b="1" dirty="0">
                  <a:solidFill>
                    <a:srgbClr val="FF0000"/>
                  </a:solidFill>
                </a:rPr>
                <a:t>关于进一步深化燃煤发电上网电价市场化改革的通知</a:t>
              </a:r>
              <a:r>
                <a:rPr lang="en-US" altLang="zh-CN" sz="1600" b="1" dirty="0">
                  <a:solidFill>
                    <a:srgbClr val="FF0000"/>
                  </a:solidFill>
                </a:rPr>
                <a:t>》</a:t>
              </a:r>
              <a:endParaRPr lang="en-US" altLang="zh-CN" sz="1600" b="1" dirty="0">
                <a:solidFill>
                  <a:srgbClr val="FF0000"/>
                </a:solidFill>
              </a:endParaRPr>
            </a:p>
          </p:txBody>
        </p:sp>
        <p:sp>
          <p:nvSpPr>
            <p:cNvPr id="20" name="箭头: V 形 208"/>
            <p:cNvSpPr/>
            <p:nvPr/>
          </p:nvSpPr>
          <p:spPr>
            <a:xfrm>
              <a:off x="9630839" y="1262988"/>
              <a:ext cx="1343665" cy="325502"/>
            </a:xfrm>
            <a:prstGeom prst="chevron">
              <a:avLst/>
            </a:prstGeom>
            <a:solidFill>
              <a:srgbClr val="4BA0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2022</a:t>
              </a:r>
              <a:endParaRPr lang="zh-CN" altLang="en-US" b="1" dirty="0">
                <a:solidFill>
                  <a:schemeClr val="bg1"/>
                </a:solidFill>
              </a:endParaRPr>
            </a:p>
          </p:txBody>
        </p:sp>
        <p:sp>
          <p:nvSpPr>
            <p:cNvPr id="21" name="文本框 20"/>
            <p:cNvSpPr txBox="1"/>
            <p:nvPr/>
          </p:nvSpPr>
          <p:spPr>
            <a:xfrm flipH="1">
              <a:off x="9546054" y="1588743"/>
              <a:ext cx="1525074" cy="1815882"/>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rPr>
                <a:t>中共中央、国务院印发</a:t>
              </a:r>
              <a:r>
                <a:rPr lang="zh-CN" altLang="en-US" sz="1600" b="1" dirty="0">
                  <a:solidFill>
                    <a:srgbClr val="FF0000"/>
                  </a:solidFill>
                  <a:latin typeface="+mj-ea"/>
                  <a:ea typeface="+mj-ea"/>
                </a:rPr>
                <a:t>《关于加快建设全国统一大市场的意见》</a:t>
              </a:r>
              <a:endParaRPr lang="zh-CN" altLang="en-US" sz="1600" b="1" dirty="0">
                <a:solidFill>
                  <a:srgbClr val="FF0000"/>
                </a:solidFill>
                <a:latin typeface="+mj-ea"/>
                <a:ea typeface="+mj-ea"/>
              </a:endParaRPr>
            </a:p>
          </p:txBody>
        </p:sp>
        <p:sp>
          <p:nvSpPr>
            <p:cNvPr id="22" name="文本框 21"/>
            <p:cNvSpPr txBox="1"/>
            <p:nvPr/>
          </p:nvSpPr>
          <p:spPr>
            <a:xfrm flipH="1">
              <a:off x="4051152" y="1596581"/>
              <a:ext cx="1525076" cy="107721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j-ea"/>
                  <a:ea typeface="+mj-ea"/>
                </a:rPr>
                <a:t>国家发改委、国家能源局启动第一批现货试点</a:t>
              </a:r>
              <a:endParaRPr lang="en-US" altLang="zh-CN" sz="1600" dirty="0">
                <a:latin typeface="+mj-ea"/>
                <a:ea typeface="+mj-ea"/>
              </a:endParaRPr>
            </a:p>
          </p:txBody>
        </p:sp>
        <p:sp>
          <p:nvSpPr>
            <p:cNvPr id="23" name="箭头: V 形 208"/>
            <p:cNvSpPr/>
            <p:nvPr/>
          </p:nvSpPr>
          <p:spPr>
            <a:xfrm>
              <a:off x="10901920" y="1257216"/>
              <a:ext cx="1357499" cy="325502"/>
            </a:xfrm>
            <a:prstGeom prst="chevron">
              <a:avLst/>
            </a:prstGeom>
            <a:solidFill>
              <a:srgbClr val="4BA0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2023</a:t>
              </a:r>
              <a:endParaRPr lang="zh-CN" altLang="en-US" b="1" dirty="0">
                <a:solidFill>
                  <a:schemeClr val="bg1"/>
                </a:solidFill>
              </a:endParaRPr>
            </a:p>
          </p:txBody>
        </p:sp>
        <p:sp>
          <p:nvSpPr>
            <p:cNvPr id="25" name="文本框 24"/>
            <p:cNvSpPr txBox="1"/>
            <p:nvPr/>
          </p:nvSpPr>
          <p:spPr>
            <a:xfrm flipH="1">
              <a:off x="10736938" y="1594365"/>
              <a:ext cx="1449212" cy="2062103"/>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600" dirty="0">
                  <a:latin typeface="+mn-ea"/>
                  <a:ea typeface="+mn-ea"/>
                </a:rPr>
                <a:t>中央深改委审议通过</a:t>
              </a:r>
              <a:r>
                <a:rPr lang="en-US" altLang="zh-CN" sz="1600" b="1" dirty="0">
                  <a:solidFill>
                    <a:srgbClr val="C00000"/>
                  </a:solidFill>
                  <a:latin typeface="+mj-ea"/>
                  <a:ea typeface="+mj-ea"/>
                </a:rPr>
                <a:t>《</a:t>
              </a:r>
              <a:r>
                <a:rPr lang="zh-CN" altLang="en-US" sz="1600" b="1" dirty="0">
                  <a:solidFill>
                    <a:srgbClr val="FF0000"/>
                  </a:solidFill>
                  <a:latin typeface="+mj-ea"/>
                  <a:ea typeface="+mj-ea"/>
                </a:rPr>
                <a:t>关于深化电力体制改革加快构建新型电力系统的指导意见</a:t>
              </a:r>
              <a:r>
                <a:rPr lang="en-US" altLang="zh-CN" sz="1600" b="1" dirty="0">
                  <a:solidFill>
                    <a:srgbClr val="FF0000"/>
                  </a:solidFill>
                  <a:latin typeface="+mj-ea"/>
                  <a:ea typeface="+mj-ea"/>
                </a:rPr>
                <a:t>》</a:t>
              </a:r>
              <a:endParaRPr lang="en-US" altLang="zh-CN" sz="1600" b="1" dirty="0">
                <a:solidFill>
                  <a:srgbClr val="FF0000"/>
                </a:solidFill>
                <a:latin typeface="+mj-ea"/>
                <a:ea typeface="+mj-ea"/>
              </a:endParaRPr>
            </a:p>
          </p:txBody>
        </p:sp>
        <p:sp>
          <p:nvSpPr>
            <p:cNvPr id="27" name="箭头: V 形 208"/>
            <p:cNvSpPr/>
            <p:nvPr/>
          </p:nvSpPr>
          <p:spPr>
            <a:xfrm>
              <a:off x="12228930" y="1257216"/>
              <a:ext cx="1357499" cy="325502"/>
            </a:xfrm>
            <a:prstGeom prst="chevron">
              <a:avLst/>
            </a:prstGeom>
            <a:solidFill>
              <a:srgbClr val="4BA0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2024</a:t>
              </a:r>
              <a:endParaRPr lang="zh-CN" altLang="en-US" b="1" dirty="0">
                <a:solidFill>
                  <a:schemeClr val="bg1"/>
                </a:solidFill>
              </a:endParaRPr>
            </a:p>
          </p:txBody>
        </p:sp>
        <p:sp>
          <p:nvSpPr>
            <p:cNvPr id="28" name="文本框 27"/>
            <p:cNvSpPr txBox="1"/>
            <p:nvPr/>
          </p:nvSpPr>
          <p:spPr>
            <a:xfrm flipH="1">
              <a:off x="12063948" y="1594365"/>
              <a:ext cx="1449212" cy="2062103"/>
            </a:xfrm>
            <a:prstGeom prst="rect">
              <a:avLst/>
            </a:prstGeom>
            <a:noFill/>
          </p:spPr>
          <p:txBody>
            <a:bodyPr wrap="square" rtlCol="0">
              <a:spAutoFit/>
            </a:bodyPr>
            <a:lstStyle/>
            <a:p>
              <a:pPr marL="171450" indent="-171450" algn="just">
                <a:buFont typeface="Wingdings" panose="05000000000000000000" pitchFamily="2" charset="2"/>
                <a:buChar char="ü"/>
              </a:pPr>
              <a:r>
                <a:rPr lang="zh-CN" altLang="en-US" sz="1600" dirty="0">
                  <a:latin typeface="+mn-ea"/>
                  <a:ea typeface="+mn-ea"/>
                </a:rPr>
                <a:t>党的二十届三中全会发布</a:t>
              </a:r>
              <a:r>
                <a:rPr lang="en-US" altLang="zh-CN" sz="1600" b="1" dirty="0">
                  <a:solidFill>
                    <a:srgbClr val="FF0000"/>
                  </a:solidFill>
                  <a:effectLst/>
                  <a:latin typeface="+mj-ea"/>
                  <a:ea typeface="+mj-ea"/>
                </a:rPr>
                <a:t>《</a:t>
              </a:r>
              <a:r>
                <a:rPr lang="zh-CN" altLang="en-US" sz="1600" b="1" dirty="0">
                  <a:solidFill>
                    <a:srgbClr val="FF0000"/>
                  </a:solidFill>
                  <a:effectLst/>
                  <a:latin typeface="+mj-ea"/>
                  <a:ea typeface="+mj-ea"/>
                </a:rPr>
                <a:t>中共中央关于进一步全面深化改革　推进中国式现代化的决定</a:t>
              </a:r>
              <a:r>
                <a:rPr lang="en-US" altLang="zh-CN" sz="1600" b="1" dirty="0">
                  <a:solidFill>
                    <a:srgbClr val="FF0000"/>
                  </a:solidFill>
                  <a:effectLst/>
                  <a:latin typeface="+mj-ea"/>
                  <a:ea typeface="+mj-ea"/>
                </a:rPr>
                <a:t>》</a:t>
              </a:r>
              <a:endParaRPr lang="en-US" altLang="zh-CN" sz="1600" b="1" dirty="0">
                <a:solidFill>
                  <a:srgbClr val="FF0000"/>
                </a:solidFill>
                <a:effectLst/>
                <a:latin typeface="+mj-ea"/>
                <a:ea typeface="+mj-ea"/>
              </a:endParaRPr>
            </a:p>
          </p:txBody>
        </p:sp>
        <p:sp>
          <p:nvSpPr>
            <p:cNvPr id="29" name="箭头: V 形 208"/>
            <p:cNvSpPr/>
            <p:nvPr/>
          </p:nvSpPr>
          <p:spPr>
            <a:xfrm>
              <a:off x="13563301" y="1257216"/>
              <a:ext cx="1357499" cy="325502"/>
            </a:xfrm>
            <a:prstGeom prst="chevron">
              <a:avLst/>
            </a:prstGeom>
            <a:solidFill>
              <a:srgbClr val="4BA0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2025</a:t>
              </a:r>
              <a:endParaRPr lang="zh-CN" altLang="en-US" b="1" dirty="0">
                <a:solidFill>
                  <a:schemeClr val="bg1"/>
                </a:solidFill>
              </a:endParaRPr>
            </a:p>
          </p:txBody>
        </p:sp>
        <p:sp>
          <p:nvSpPr>
            <p:cNvPr id="30" name="文本框 29"/>
            <p:cNvSpPr txBox="1"/>
            <p:nvPr/>
          </p:nvSpPr>
          <p:spPr>
            <a:xfrm flipH="1">
              <a:off x="13398319" y="1594365"/>
              <a:ext cx="1449212" cy="2308324"/>
            </a:xfrm>
            <a:prstGeom prst="rect">
              <a:avLst/>
            </a:prstGeom>
            <a:noFill/>
          </p:spPr>
          <p:txBody>
            <a:bodyPr wrap="square" rtlCol="0">
              <a:spAutoFit/>
            </a:bodyPr>
            <a:lstStyle/>
            <a:p>
              <a:pPr marL="171450" indent="-171450" algn="just">
                <a:buFont typeface="Wingdings" panose="05000000000000000000" pitchFamily="2" charset="2"/>
                <a:buChar char="ü"/>
              </a:pPr>
              <a:r>
                <a:rPr lang="zh-CN" altLang="en-US" sz="1600" dirty="0">
                  <a:latin typeface="+mn-ea"/>
                  <a:ea typeface="+mn-ea"/>
                </a:rPr>
                <a:t>国家发改委、国家能源局印发</a:t>
              </a:r>
              <a:r>
                <a:rPr lang="en-US" altLang="zh-CN" sz="1600" b="1" dirty="0">
                  <a:solidFill>
                    <a:srgbClr val="FF0000"/>
                  </a:solidFill>
                  <a:latin typeface="+mj-ea"/>
                  <a:ea typeface="+mj-ea"/>
                </a:rPr>
                <a:t>《</a:t>
              </a:r>
              <a:r>
                <a:rPr lang="zh-CN" altLang="en-US" sz="1600" b="1" dirty="0">
                  <a:solidFill>
                    <a:srgbClr val="FF0000"/>
                  </a:solidFill>
                  <a:latin typeface="+mj-ea"/>
                  <a:ea typeface="+mj-ea"/>
                </a:rPr>
                <a:t>关于深化新能源上网电价市场化改革 促进新能源高质量发展的通知</a:t>
              </a:r>
              <a:r>
                <a:rPr lang="en-US" altLang="zh-CN" sz="1600" b="1" dirty="0">
                  <a:solidFill>
                    <a:srgbClr val="FF0000"/>
                  </a:solidFill>
                  <a:latin typeface="+mj-ea"/>
                  <a:ea typeface="+mj-ea"/>
                </a:rPr>
                <a:t>》</a:t>
              </a:r>
              <a:endParaRPr lang="en-US" altLang="zh-CN" sz="1600" b="1" dirty="0">
                <a:solidFill>
                  <a:srgbClr val="FF0000"/>
                </a:solidFill>
                <a:latin typeface="+mj-ea"/>
                <a:ea typeface="+mj-ea"/>
              </a:endParaRPr>
            </a:p>
          </p:txBody>
        </p:sp>
      </p:grpSp>
      <p:sp>
        <p:nvSpPr>
          <p:cNvPr id="31" name="文本框 30"/>
          <p:cNvSpPr txBox="1"/>
          <p:nvPr/>
        </p:nvSpPr>
        <p:spPr>
          <a:xfrm>
            <a:off x="191770" y="908685"/>
            <a:ext cx="11685270" cy="1198880"/>
          </a:xfrm>
          <a:prstGeom prst="rect">
            <a:avLst/>
          </a:prstGeom>
          <a:noFill/>
        </p:spPr>
        <p:txBody>
          <a:bodyPr wrap="square" rtlCol="0" anchor="t">
            <a:spAutoFit/>
          </a:bodyPr>
          <a:p>
            <a:pPr indent="457200" algn="just" latinLnBrk="0">
              <a:lnSpc>
                <a:spcPct val="120000"/>
              </a:lnSpc>
              <a:buClrTx/>
              <a:buSzTx/>
              <a:buFontTx/>
            </a:pPr>
            <a:r>
              <a:rPr sz="2000" dirty="0">
                <a:latin typeface="黑体" panose="02010609060101010101" charset="-122"/>
                <a:ea typeface="黑体" panose="02010609060101010101" charset="-122"/>
                <a:cs typeface="黑体" panose="02010609060101010101" charset="-122"/>
                <a:sym typeface="+mn-ea"/>
              </a:rPr>
              <a:t>从2015年中发9号文标志着本轮电力体制改革正式执行，到2021年《关于加快建设全国统一电力市场的指导意见》印发，再到《关于深化新能源上网电价市场化改革 促进新能源高质量发展的通知》，电力市场改革持续快速、深入开展。</a:t>
            </a:r>
            <a:endParaRPr sz="2000" dirty="0">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19380" y="2451735"/>
            <a:ext cx="6221095" cy="3532505"/>
          </a:xfrm>
          <a:prstGeom prst="rect">
            <a:avLst/>
          </a:prstGeom>
        </p:spPr>
      </p:pic>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9" name="文本框 8"/>
          <p:cNvSpPr txBox="1"/>
          <p:nvPr>
            <p:custDataLst>
              <p:tags r:id="rId2"/>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7.</a:t>
            </a:r>
            <a:r>
              <a:rPr lang="zh-CN" altLang="en-US" sz="2800" b="1" dirty="0">
                <a:latin typeface="+mj-lt"/>
                <a:ea typeface="+mj-lt"/>
                <a:cs typeface="+mj-lt"/>
              </a:rPr>
              <a:t>电力市场建设成效显著</a:t>
            </a:r>
            <a:endParaRPr lang="zh-CN" altLang="en-US" sz="2800" b="1" dirty="0">
              <a:latin typeface="+mj-lt"/>
              <a:ea typeface="+mj-lt"/>
              <a:cs typeface="+mj-lt"/>
            </a:endParaRPr>
          </a:p>
        </p:txBody>
      </p:sp>
      <p:sp>
        <p:nvSpPr>
          <p:cNvPr id="4" name="文本框 3"/>
          <p:cNvSpPr txBox="1"/>
          <p:nvPr/>
        </p:nvSpPr>
        <p:spPr>
          <a:xfrm>
            <a:off x="407670" y="764540"/>
            <a:ext cx="11376660" cy="1420495"/>
          </a:xfrm>
          <a:prstGeom prst="rect">
            <a:avLst/>
          </a:prstGeom>
          <a:noFill/>
        </p:spPr>
        <p:txBody>
          <a:bodyPr wrap="square" rtlCol="0" anchor="t">
            <a:spAutoFit/>
          </a:bodyPr>
          <a:p>
            <a:pPr indent="457200" algn="just" defTabSz="1543050">
              <a:lnSpc>
                <a:spcPct val="120000"/>
              </a:lnSpc>
              <a:spcBef>
                <a:spcPct val="20000"/>
              </a:spcBef>
              <a:buClrTx/>
              <a:buSzTx/>
              <a:buFontTx/>
              <a:tabLst>
                <a:tab pos="568325" algn="l"/>
              </a:tabLst>
            </a:pPr>
            <a:r>
              <a:rPr lang="zh-CN" altLang="en-US" sz="2000" dirty="0">
                <a:latin typeface="黑体" panose="02010609060101010101" charset="-122"/>
                <a:ea typeface="黑体" panose="02010609060101010101" charset="-122"/>
                <a:cs typeface="黑体" panose="02010609060101010101" charset="-122"/>
                <a:sym typeface="+mn-ea"/>
              </a:rPr>
              <a:t>目前，我国已基本建成</a:t>
            </a:r>
            <a:r>
              <a:rPr lang="en-US" altLang="zh-CN" sz="2000" dirty="0">
                <a:latin typeface="黑体" panose="02010609060101010101" charset="-122"/>
                <a:ea typeface="黑体" panose="02010609060101010101" charset="-122"/>
                <a:cs typeface="黑体" panose="02010609060101010101" charset="-122"/>
                <a:sym typeface="+mn-ea"/>
              </a:rPr>
              <a:t>“</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统一市场、协同运作</a:t>
            </a:r>
            <a:r>
              <a:rPr lang="en-US" altLang="zh-CN" sz="2000" dirty="0">
                <a:latin typeface="黑体" panose="02010609060101010101" charset="-122"/>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的电力市场总体框架。在</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空间</a:t>
            </a:r>
            <a:r>
              <a:rPr lang="zh-CN" altLang="en-US" sz="2000" dirty="0">
                <a:latin typeface="黑体" panose="02010609060101010101" charset="-122"/>
                <a:ea typeface="黑体" panose="02010609060101010101" charset="-122"/>
                <a:cs typeface="黑体" panose="02010609060101010101" charset="-122"/>
                <a:sym typeface="+mn-ea"/>
              </a:rPr>
              <a:t>范围上覆盖省间、省内；在</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时间</a:t>
            </a:r>
            <a:r>
              <a:rPr lang="zh-CN" altLang="en-US" sz="2000" dirty="0">
                <a:latin typeface="黑体" panose="02010609060101010101" charset="-122"/>
                <a:ea typeface="黑体" panose="02010609060101010101" charset="-122"/>
                <a:cs typeface="黑体" panose="02010609060101010101" charset="-122"/>
                <a:sym typeface="+mn-ea"/>
              </a:rPr>
              <a:t>周期上覆盖多年、年度、月度、月内（旬、周、多日）和日前、实时现货交易；在</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交易</a:t>
            </a:r>
            <a:r>
              <a:rPr lang="zh-CN" altLang="en-US" sz="2000" dirty="0">
                <a:latin typeface="黑体" panose="02010609060101010101" charset="-122"/>
                <a:ea typeface="黑体" panose="02010609060101010101" charset="-122"/>
                <a:cs typeface="黑体" panose="02010609060101010101" charset="-122"/>
                <a:sym typeface="+mn-ea"/>
              </a:rPr>
              <a:t>标的上：覆盖电能量、辅助服务等交易品种。</a:t>
            </a:r>
            <a:endParaRPr lang="zh-CN" altLang="en-US" sz="2000" dirty="0">
              <a:latin typeface="黑体" panose="02010609060101010101" charset="-122"/>
              <a:ea typeface="黑体" panose="02010609060101010101" charset="-122"/>
              <a:cs typeface="黑体" panose="02010609060101010101" charset="-122"/>
              <a:sym typeface="+mn-ea"/>
            </a:endParaRPr>
          </a:p>
        </p:txBody>
      </p:sp>
      <p:pic>
        <p:nvPicPr>
          <p:cNvPr id="137" name="picture 137"/>
          <p:cNvPicPr>
            <a:picLocks noChangeAspect="1"/>
          </p:cNvPicPr>
          <p:nvPr>
            <p:custDataLst>
              <p:tags r:id="rId3"/>
            </p:custDataLst>
          </p:nvPr>
        </p:nvPicPr>
        <p:blipFill>
          <a:blip r:embed="rId4" cstate="print"/>
          <a:srcRect l="5924" t="11464" r="6675" b="3210"/>
          <a:stretch>
            <a:fillRect/>
          </a:stretch>
        </p:blipFill>
        <p:spPr>
          <a:xfrm rot="21600000">
            <a:off x="6395720" y="2630170"/>
            <a:ext cx="5659120" cy="3175635"/>
          </a:xfrm>
          <a:prstGeom prst="rect">
            <a:avLst/>
          </a:prstGeom>
        </p:spPr>
      </p:pic>
      <p:sp>
        <p:nvSpPr>
          <p:cNvPr id="5" name="文本框 4"/>
          <p:cNvSpPr txBox="1"/>
          <p:nvPr/>
        </p:nvSpPr>
        <p:spPr>
          <a:xfrm>
            <a:off x="8183880" y="5885180"/>
            <a:ext cx="2553970" cy="306705"/>
          </a:xfrm>
          <a:prstGeom prst="rect">
            <a:avLst/>
          </a:prstGeom>
          <a:noFill/>
        </p:spPr>
        <p:txBody>
          <a:bodyPr wrap="square" rtlCol="0" anchor="t">
            <a:spAutoFit/>
          </a:bodyPr>
          <a:p>
            <a:pPr algn="ctr">
              <a:buClrTx/>
              <a:buSzTx/>
              <a:buFontTx/>
            </a:pPr>
            <a:r>
              <a:rPr lang="zh-CN" altLang="en-US" sz="1400" dirty="0">
                <a:latin typeface="黑体" panose="02010609060101010101" charset="-122"/>
                <a:ea typeface="黑体" panose="02010609060101010101" charset="-122"/>
                <a:sym typeface="+mn-ea"/>
              </a:rPr>
              <a:t>山西电力市场运营模式</a:t>
            </a:r>
            <a:endParaRPr lang="zh-CN" altLang="en-US" sz="1400" dirty="0">
              <a:latin typeface="黑体" panose="02010609060101010101" charset="-122"/>
              <a:ea typeface="黑体" panose="02010609060101010101"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9" name="文本框 8"/>
          <p:cNvSpPr txBox="1"/>
          <p:nvPr>
            <p:custDataLst>
              <p:tags r:id="rId3"/>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7.</a:t>
            </a:r>
            <a:r>
              <a:rPr lang="zh-CN" altLang="en-US" sz="2800" b="1" dirty="0">
                <a:latin typeface="+mj-lt"/>
                <a:ea typeface="+mj-lt"/>
                <a:cs typeface="+mj-lt"/>
              </a:rPr>
              <a:t>电力市场建设成效显著</a:t>
            </a:r>
            <a:endParaRPr lang="zh-CN" altLang="en-US" sz="2800" b="1" dirty="0">
              <a:latin typeface="+mj-lt"/>
              <a:ea typeface="+mj-lt"/>
              <a:cs typeface="+mj-lt"/>
            </a:endParaRPr>
          </a:p>
        </p:txBody>
      </p:sp>
      <p:sp>
        <p:nvSpPr>
          <p:cNvPr id="4" name="文本框 3"/>
          <p:cNvSpPr txBox="1"/>
          <p:nvPr/>
        </p:nvSpPr>
        <p:spPr>
          <a:xfrm>
            <a:off x="428625" y="764540"/>
            <a:ext cx="10911205" cy="1273175"/>
          </a:xfrm>
          <a:prstGeom prst="rect">
            <a:avLst/>
          </a:prstGeom>
          <a:noFill/>
        </p:spPr>
        <p:txBody>
          <a:bodyPr wrap="square" rtlCol="0" anchor="t">
            <a:spAutoFit/>
          </a:bodyPr>
          <a:p>
            <a:pPr indent="457200" algn="just" defTabSz="1543050">
              <a:lnSpc>
                <a:spcPct val="120000"/>
              </a:lnSpc>
              <a:spcBef>
                <a:spcPct val="20000"/>
              </a:spcBef>
              <a:buClrTx/>
              <a:buSzTx/>
              <a:buFontTx/>
              <a:tabLst>
                <a:tab pos="568325" algn="l"/>
              </a:tabLst>
            </a:pPr>
            <a:r>
              <a:rPr lang="zh-CN" altLang="en-US" sz="2000" dirty="0">
                <a:latin typeface="黑体" panose="02010609060101010101" charset="-122"/>
                <a:ea typeface="黑体" panose="02010609060101010101" charset="-122"/>
                <a:cs typeface="黑体" panose="02010609060101010101" charset="-122"/>
                <a:sym typeface="+mn-ea"/>
              </a:rPr>
              <a:t>电力市场交易电量规模、市场主体规模均实现多年连续增长，</a:t>
            </a:r>
            <a:r>
              <a:rPr lang="en-US" altLang="zh-CN" sz="2000" dirty="0">
                <a:latin typeface="黑体" panose="02010609060101010101" charset="-122"/>
                <a:ea typeface="黑体" panose="02010609060101010101" charset="-122"/>
                <a:cs typeface="黑体" panose="02010609060101010101" charset="-122"/>
                <a:sym typeface="+mn-ea"/>
              </a:rPr>
              <a:t>2024</a:t>
            </a:r>
            <a:r>
              <a:rPr lang="zh-CN" altLang="en-US" sz="2000" dirty="0">
                <a:latin typeface="黑体" panose="02010609060101010101" charset="-122"/>
                <a:ea typeface="黑体" panose="02010609060101010101" charset="-122"/>
                <a:cs typeface="黑体" panose="02010609060101010101" charset="-122"/>
                <a:sym typeface="+mn-ea"/>
              </a:rPr>
              <a:t>年国网公司经营区市场化交易电量首次突破</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5万亿千瓦时</a:t>
            </a:r>
            <a:r>
              <a:rPr lang="zh-CN" altLang="en-US" sz="2000" dirty="0">
                <a:latin typeface="黑体" panose="02010609060101010101" charset="-122"/>
                <a:ea typeface="黑体" panose="02010609060101010101" charset="-122"/>
                <a:cs typeface="黑体" panose="02010609060101010101" charset="-122"/>
                <a:sym typeface="+mn-ea"/>
              </a:rPr>
              <a:t>，是</a:t>
            </a:r>
            <a:r>
              <a:rPr lang="en-US" altLang="zh-CN" sz="2000" dirty="0">
                <a:latin typeface="黑体" panose="02010609060101010101" charset="-122"/>
                <a:ea typeface="黑体" panose="02010609060101010101" charset="-122"/>
                <a:cs typeface="黑体" panose="02010609060101010101" charset="-122"/>
                <a:sym typeface="+mn-ea"/>
              </a:rPr>
              <a:t>2015</a:t>
            </a:r>
            <a:r>
              <a:rPr lang="zh-CN" altLang="en-US" sz="2000" dirty="0">
                <a:latin typeface="黑体" panose="02010609060101010101" charset="-122"/>
                <a:ea typeface="黑体" panose="02010609060101010101" charset="-122"/>
                <a:cs typeface="黑体" panose="02010609060101010101" charset="-122"/>
                <a:sym typeface="+mn-ea"/>
              </a:rPr>
              <a:t>年的</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7.3倍</a:t>
            </a:r>
            <a:r>
              <a:rPr lang="zh-CN" altLang="en-US" sz="2000" dirty="0">
                <a:latin typeface="黑体" panose="02010609060101010101" charset="-122"/>
                <a:ea typeface="黑体" panose="02010609060101010101" charset="-122"/>
                <a:cs typeface="黑体" panose="02010609060101010101" charset="-122"/>
                <a:sym typeface="+mn-ea"/>
              </a:rPr>
              <a:t>，年均增长</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25%</a:t>
            </a:r>
            <a:r>
              <a:rPr lang="zh-CN" altLang="en-US" sz="2000" dirty="0">
                <a:latin typeface="黑体" panose="02010609060101010101" charset="-122"/>
                <a:ea typeface="黑体" panose="02010609060101010101" charset="-122"/>
                <a:cs typeface="黑体" panose="02010609060101010101" charset="-122"/>
                <a:sym typeface="+mn-ea"/>
              </a:rPr>
              <a:t>。各电力交易机构已完成股份制改造，电网企业持股比例均降至</a:t>
            </a:r>
            <a:r>
              <a:rPr lang="en-US" altLang="zh-CN" sz="2000" dirty="0">
                <a:latin typeface="黑体" panose="02010609060101010101" charset="-122"/>
                <a:ea typeface="黑体" panose="02010609060101010101" charset="-122"/>
                <a:cs typeface="黑体" panose="02010609060101010101" charset="-122"/>
                <a:sym typeface="+mn-ea"/>
              </a:rPr>
              <a:t>50%</a:t>
            </a:r>
            <a:r>
              <a:rPr lang="zh-CN" altLang="en-US" sz="2000" dirty="0">
                <a:latin typeface="黑体" panose="02010609060101010101" charset="-122"/>
                <a:ea typeface="黑体" panose="02010609060101010101" charset="-122"/>
                <a:cs typeface="黑体" panose="02010609060101010101" charset="-122"/>
                <a:sym typeface="+mn-ea"/>
              </a:rPr>
              <a:t>以下，实现独立规范运作。</a:t>
            </a:r>
            <a:endParaRPr lang="zh-CN" altLang="en-US" sz="2000" dirty="0">
              <a:latin typeface="黑体" panose="02010609060101010101" charset="-122"/>
              <a:ea typeface="黑体" panose="02010609060101010101" charset="-122"/>
              <a:cs typeface="黑体" panose="02010609060101010101" charset="-122"/>
              <a:sym typeface="+mn-ea"/>
            </a:endParaRPr>
          </a:p>
        </p:txBody>
      </p:sp>
      <p:graphicFrame>
        <p:nvGraphicFramePr>
          <p:cNvPr id="12" name="图表 11"/>
          <p:cNvGraphicFramePr/>
          <p:nvPr/>
        </p:nvGraphicFramePr>
        <p:xfrm>
          <a:off x="836388" y="2638177"/>
          <a:ext cx="5110697" cy="3271099"/>
        </p:xfrm>
        <a:graphic>
          <a:graphicData uri="http://schemas.openxmlformats.org/drawingml/2006/chart">
            <c:chart xmlns:c="http://schemas.openxmlformats.org/drawingml/2006/chart" xmlns:r="http://schemas.openxmlformats.org/officeDocument/2006/relationships" r:id="rId1"/>
          </a:graphicData>
        </a:graphic>
      </p:graphicFrame>
      <p:sp>
        <p:nvSpPr>
          <p:cNvPr id="13" name="文本框 12"/>
          <p:cNvSpPr txBox="1"/>
          <p:nvPr>
            <p:custDataLst>
              <p:tags r:id="rId4"/>
            </p:custDataLst>
          </p:nvPr>
        </p:nvSpPr>
        <p:spPr>
          <a:xfrm>
            <a:off x="1054633" y="6080790"/>
            <a:ext cx="5030834" cy="28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zh-CN"/>
            </a:defPPr>
            <a:lvl1pPr marL="0" marR="0" lvl="0" indent="0" algn="ctr" defTabSz="914400" latinLnBrk="0">
              <a:lnSpc>
                <a:spcPct val="100000"/>
              </a:lnSpc>
              <a:buClrTx/>
              <a:buSzTx/>
              <a:buFontTx/>
              <a:buNone/>
              <a:defRPr kumimoji="0" sz="2000" b="1" i="0" u="none" strike="noStrike" cap="none" normalizeH="0" baseline="0">
                <a:ln>
                  <a:noFill/>
                </a:ln>
                <a:effectLst/>
                <a:latin typeface="+mn-ea"/>
                <a:ea typeface="+mn-ea"/>
              </a:defRPr>
            </a:lvl1pPr>
          </a:lstStyle>
          <a:p>
            <a:pPr algn="ctr">
              <a:lnSpc>
                <a:spcPct val="90000"/>
              </a:lnSpc>
              <a:spcBef>
                <a:spcPct val="20000"/>
              </a:spcBef>
              <a:spcAft>
                <a:spcPct val="35000"/>
              </a:spcAft>
            </a:pPr>
            <a:r>
              <a:rPr lang="zh-CN" altLang="en-US" sz="1400" b="0" dirty="0" smtClean="0">
                <a:latin typeface="黑体" panose="02010609060101010101" charset="-122"/>
                <a:ea typeface="黑体" panose="02010609060101010101" charset="-122"/>
              </a:rPr>
              <a:t>公司经营区交易规模变化（亿千瓦时，%）</a:t>
            </a:r>
            <a:endParaRPr lang="zh-CN" altLang="en-US" sz="1400" b="0" dirty="0" smtClean="0">
              <a:latin typeface="黑体" panose="02010609060101010101" charset="-122"/>
              <a:ea typeface="黑体" panose="02010609060101010101" charset="-122"/>
            </a:endParaRPr>
          </a:p>
        </p:txBody>
      </p:sp>
      <p:sp>
        <p:nvSpPr>
          <p:cNvPr id="14" name="文本框 13"/>
          <p:cNvSpPr txBox="1"/>
          <p:nvPr>
            <p:custDataLst>
              <p:tags r:id="rId5"/>
            </p:custDataLst>
          </p:nvPr>
        </p:nvSpPr>
        <p:spPr>
          <a:xfrm>
            <a:off x="6816090" y="6049328"/>
            <a:ext cx="4470400" cy="28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zh-CN"/>
            </a:defPPr>
            <a:lvl1pPr marL="0" marR="0" lvl="0" indent="0" algn="ctr" defTabSz="914400" latinLnBrk="0">
              <a:lnSpc>
                <a:spcPct val="100000"/>
              </a:lnSpc>
              <a:buClrTx/>
              <a:buSzTx/>
              <a:buFontTx/>
              <a:buNone/>
              <a:defRPr kumimoji="0" sz="2000" b="1" i="0" u="none" strike="noStrike" cap="none" normalizeH="0" baseline="0">
                <a:ln>
                  <a:noFill/>
                </a:ln>
                <a:effectLst/>
                <a:latin typeface="+mn-ea"/>
                <a:ea typeface="+mn-ea"/>
              </a:defRPr>
            </a:lvl1pPr>
          </a:lstStyle>
          <a:p>
            <a:pPr algn="ctr">
              <a:lnSpc>
                <a:spcPct val="90000"/>
              </a:lnSpc>
              <a:spcBef>
                <a:spcPct val="20000"/>
              </a:spcBef>
              <a:spcAft>
                <a:spcPct val="35000"/>
              </a:spcAft>
            </a:pPr>
            <a:r>
              <a:rPr lang="zh-CN" altLang="en-US" sz="1400" b="0" dirty="0" smtClean="0">
                <a:latin typeface="黑体" panose="02010609060101010101" charset="-122"/>
                <a:ea typeface="黑体" panose="02010609060101010101" charset="-122"/>
              </a:rPr>
              <a:t>公司经营区市场主体规模变化（家）</a:t>
            </a:r>
            <a:endParaRPr lang="zh-CN" altLang="en-US" sz="1400" b="0" dirty="0" smtClean="0">
              <a:latin typeface="黑体" panose="02010609060101010101" charset="-122"/>
              <a:ea typeface="黑体" panose="02010609060101010101" charset="-122"/>
            </a:endParaRPr>
          </a:p>
        </p:txBody>
      </p:sp>
      <p:graphicFrame>
        <p:nvGraphicFramePr>
          <p:cNvPr id="15" name="图表 3"/>
          <p:cNvGraphicFramePr/>
          <p:nvPr/>
        </p:nvGraphicFramePr>
        <p:xfrm>
          <a:off x="6520569" y="2638178"/>
          <a:ext cx="4931405" cy="327109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4" name="矩形 3"/>
          <p:cNvSpPr/>
          <p:nvPr/>
        </p:nvSpPr>
        <p:spPr>
          <a:xfrm>
            <a:off x="146685" y="2855595"/>
            <a:ext cx="5417820" cy="2609215"/>
          </a:xfrm>
          <a:prstGeom prst="rect">
            <a:avLst/>
          </a:prstGeom>
        </p:spPr>
        <p:txBody>
          <a:bodyPr wrap="square">
            <a:spAutoFit/>
          </a:bodyPr>
          <a:p>
            <a:pPr marL="285750" indent="-285750" algn="just">
              <a:lnSpc>
                <a:spcPct val="130000"/>
              </a:lnSpc>
              <a:buFont typeface="Arial" panose="020B0604020202020204" pitchFamily="34" charset="0"/>
              <a:buChar char="•"/>
            </a:pPr>
            <a:r>
              <a:rPr lang="zh-CN" altLang="en-US" b="1" dirty="0" smtClean="0">
                <a:latin typeface="微软雅黑" panose="020B0503020204020204" pitchFamily="34" charset="-122"/>
                <a:ea typeface="微软雅黑" panose="020B0503020204020204" pitchFamily="34" charset="-122"/>
              </a:rPr>
              <a:t>电量匹配：</a:t>
            </a:r>
            <a:r>
              <a:rPr lang="zh-CN" altLang="en-US" sz="1800" dirty="0" smtClean="0">
                <a:latin typeface="黑体" panose="02010609060101010101" charset="-122"/>
                <a:ea typeface="黑体" panose="02010609060101010101" charset="-122"/>
              </a:rPr>
              <a:t>优先划定市场化用户规模，放开相应火电基数电量，确保发用两侧市场与计划部分电量匹配。</a:t>
            </a:r>
            <a:endParaRPr lang="zh-CN" altLang="en-US" sz="1800"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新能源消纳：</a:t>
            </a:r>
            <a:r>
              <a:rPr lang="zh-CN" altLang="en-US" sz="1800" dirty="0" smtClean="0">
                <a:latin typeface="黑体" panose="02010609060101010101" charset="-122"/>
                <a:ea typeface="黑体" panose="02010609060101010101" charset="-122"/>
              </a:rPr>
              <a:t>新能源由电网保障收购，</a:t>
            </a:r>
            <a:r>
              <a:rPr lang="zh-CN" altLang="en-US" dirty="0" smtClean="0">
                <a:latin typeface="黑体" panose="02010609060101010101" charset="-122"/>
                <a:ea typeface="黑体" panose="02010609060101010101" charset="-122"/>
              </a:rPr>
              <a:t>通过火电基数电量滚动调节实现消纳。</a:t>
            </a:r>
            <a:endParaRPr lang="en-US" altLang="zh-CN"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居民农业用电：</a:t>
            </a:r>
            <a:r>
              <a:rPr lang="zh-CN" altLang="en-US" sz="1800" dirty="0" smtClean="0">
                <a:latin typeface="黑体" panose="02010609060101010101" charset="-122"/>
                <a:ea typeface="黑体" panose="02010609060101010101" charset="-122"/>
              </a:rPr>
              <a:t>由水电、火电、新能源等电源共同保障用电。</a:t>
            </a:r>
            <a:endParaRPr lang="en-US" altLang="zh-CN" dirty="0" smtClean="0">
              <a:latin typeface="黑体" panose="02010609060101010101" charset="-122"/>
              <a:ea typeface="黑体" panose="02010609060101010101" charset="-122"/>
            </a:endParaRPr>
          </a:p>
        </p:txBody>
      </p:sp>
      <p:sp>
        <p:nvSpPr>
          <p:cNvPr id="8" name="矩形 7"/>
          <p:cNvSpPr/>
          <p:nvPr/>
        </p:nvSpPr>
        <p:spPr bwMode="auto">
          <a:xfrm>
            <a:off x="1145074" y="1116791"/>
            <a:ext cx="3960000" cy="4165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sp>
        <p:nvSpPr>
          <p:cNvPr id="25" name="îs1iḍè"/>
          <p:cNvSpPr/>
          <p:nvPr/>
        </p:nvSpPr>
        <p:spPr>
          <a:xfrm>
            <a:off x="235429" y="2349148"/>
            <a:ext cx="2773437" cy="399834"/>
          </a:xfrm>
          <a:prstGeom prst="roundRect">
            <a:avLst>
              <a:gd name="adj" fmla="val 50000"/>
            </a:avLst>
          </a:prstGeom>
          <a:noFill/>
          <a:ln w="38100" cap="flat" cmpd="sng" algn="ctr">
            <a:solidFill>
              <a:schemeClr val="accent5"/>
            </a:solidFill>
            <a:prstDash val="solid"/>
            <a:miter lim="800000"/>
          </a:ln>
          <a:effectLst/>
        </p:spPr>
        <p:txBody>
          <a:bodyPr lIns="180000" tIns="31323" rIns="117058" bIns="31323" anchor="ctr"/>
          <a:p>
            <a:pPr algn="ctr" defTabSz="914400" eaLnBrk="1" fontAlgn="auto" hangingPunct="1">
              <a:spcAft>
                <a:spcPts val="0"/>
              </a:spcAft>
            </a:pPr>
            <a:r>
              <a:rPr lang="zh-CN" altLang="en-US" sz="2000" b="1" kern="0" dirty="0">
                <a:latin typeface="微软雅黑" panose="020B0503020204020204" pitchFamily="34" charset="-122"/>
                <a:ea typeface="微软雅黑" panose="020B0503020204020204" pitchFamily="34" charset="-122"/>
              </a:rPr>
              <a:t>市场建设基础</a:t>
            </a:r>
            <a:endParaRPr lang="zh-CN" altLang="en-US" sz="2000" b="1" kern="0" dirty="0">
              <a:latin typeface="微软雅黑" panose="020B0503020204020204" pitchFamily="34" charset="-122"/>
              <a:ea typeface="微软雅黑" panose="020B0503020204020204" pitchFamily="34" charset="-122"/>
            </a:endParaRPr>
          </a:p>
        </p:txBody>
      </p:sp>
      <p:sp>
        <p:nvSpPr>
          <p:cNvPr id="24" name="圆角矩形 23"/>
          <p:cNvSpPr/>
          <p:nvPr/>
        </p:nvSpPr>
        <p:spPr bwMode="auto">
          <a:xfrm>
            <a:off x="373878" y="908176"/>
            <a:ext cx="1696942" cy="488848"/>
          </a:xfrm>
          <a:prstGeom prst="roundRect">
            <a:avLst/>
          </a:prstGeom>
          <a:solidFill>
            <a:srgbClr val="4472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矩形 31"/>
          <p:cNvSpPr/>
          <p:nvPr/>
        </p:nvSpPr>
        <p:spPr bwMode="auto">
          <a:xfrm>
            <a:off x="514463" y="893333"/>
            <a:ext cx="1415772" cy="461665"/>
          </a:xfrm>
          <a:prstGeom prst="rect">
            <a:avLst/>
          </a:prstGeom>
        </p:spPr>
        <p:txBody>
          <a:bodyPr wrap="none">
            <a:spAutoFit/>
          </a:bodyPr>
          <a:p>
            <a:pPr>
              <a:defRPr/>
            </a:pPr>
            <a:r>
              <a:rPr lang="zh-CN" altLang="en-US" sz="2400" b="1" dirty="0" smtClean="0">
                <a:solidFill>
                  <a:schemeClr val="bg1"/>
                </a:solidFill>
                <a:latin typeface="微软雅黑" panose="020B0503020204020204" pitchFamily="34" charset="-122"/>
                <a:ea typeface="微软雅黑" panose="020B0503020204020204" pitchFamily="34" charset="-122"/>
              </a:rPr>
              <a:t>第一阶段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146685" y="1464945"/>
            <a:ext cx="11560175" cy="829945"/>
          </a:xfrm>
          <a:prstGeom prst="rect">
            <a:avLst/>
          </a:prstGeom>
        </p:spPr>
        <p:txBody>
          <a:bodyPr wrap="square">
            <a:spAutoFit/>
          </a:bodyPr>
          <a:p>
            <a:pPr indent="457200" algn="just">
              <a:lnSpc>
                <a:spcPct val="120000"/>
              </a:lnSpc>
              <a:buClrTx/>
              <a:buSzTx/>
              <a:buFontTx/>
            </a:pPr>
            <a:r>
              <a:rPr sz="2000" dirty="0">
                <a:latin typeface="黑体" panose="02010609060101010101" charset="-122"/>
                <a:ea typeface="黑体" panose="02010609060101010101" charset="-122"/>
                <a:cs typeface="黑体" panose="02010609060101010101" charset="-122"/>
              </a:rPr>
              <a:t>2015年3月，中发〔2015〕9号文后，我国以电力中长期交易起步、建设基于双边直接交易的电力市场。发电侧放开部分火电基数电量，用电侧放开部分大工业用户。</a:t>
            </a:r>
            <a:endParaRPr sz="2000"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407670" y="5445125"/>
            <a:ext cx="5118100" cy="1198880"/>
          </a:xfrm>
          <a:prstGeom prst="rect">
            <a:avLst/>
          </a:prstGeom>
          <a:noFill/>
        </p:spPr>
        <p:txBody>
          <a:bodyPr wrap="square" rtlCol="0" anchor="t">
            <a:spAutoFit/>
          </a:bodyPr>
          <a:p>
            <a:pPr indent="457200" algn="just">
              <a:lnSpc>
                <a:spcPct val="120000"/>
              </a:lnSpc>
              <a:buClrTx/>
              <a:buSzTx/>
              <a:buFontTx/>
            </a:pPr>
            <a:r>
              <a:rPr lang="en-US" altLang="zh-CN" b="1" dirty="0" smtClean="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市场化电量规模小，新能源电量占比低，通过火电基数电量兜底，基本保障了居民农业电力供应和新能源消纳。</a:t>
            </a:r>
            <a:endPar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6"/>
          <p:cNvPicPr>
            <a:picLocks noChangeAspect="1"/>
          </p:cNvPicPr>
          <p:nvPr/>
        </p:nvPicPr>
        <p:blipFill>
          <a:blip r:embed="rId1"/>
          <a:stretch>
            <a:fillRect/>
          </a:stretch>
        </p:blipFill>
        <p:spPr>
          <a:xfrm>
            <a:off x="5664200" y="2855595"/>
            <a:ext cx="5939790" cy="3676015"/>
          </a:xfrm>
          <a:prstGeom prst="rect">
            <a:avLst/>
          </a:prstGeom>
        </p:spPr>
      </p:pic>
      <p:sp>
        <p:nvSpPr>
          <p:cNvPr id="9" name="文本框 8"/>
          <p:cNvSpPr txBox="1"/>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8.</a:t>
            </a:r>
            <a:r>
              <a:rPr lang="zh-CN" altLang="en-US" sz="2800" b="1" dirty="0">
                <a:latin typeface="+mj-lt"/>
                <a:ea typeface="+mj-lt"/>
                <a:cs typeface="+mj-lt"/>
              </a:rPr>
              <a:t>发用两侧市场边界持续变化</a:t>
            </a:r>
            <a:endParaRPr lang="zh-CN" altLang="en-US" sz="2800" b="1" dirty="0">
              <a:latin typeface="+mj-lt"/>
              <a:ea typeface="+mj-lt"/>
              <a:cs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4" name="矩形 3"/>
          <p:cNvSpPr/>
          <p:nvPr/>
        </p:nvSpPr>
        <p:spPr>
          <a:xfrm>
            <a:off x="154305" y="2708910"/>
            <a:ext cx="5890895" cy="2249170"/>
          </a:xfrm>
          <a:prstGeom prst="rect">
            <a:avLst/>
          </a:prstGeom>
        </p:spPr>
        <p:txBody>
          <a:bodyPr wrap="square">
            <a:spAutoFit/>
          </a:bodyPr>
          <a:p>
            <a:pPr marL="285750" indent="-285750" algn="just">
              <a:lnSpc>
                <a:spcPct val="130000"/>
              </a:lnSpc>
              <a:buFont typeface="Arial" panose="020B0604020202020204" pitchFamily="34" charset="0"/>
              <a:buChar char="•"/>
            </a:pPr>
            <a:r>
              <a:rPr lang="zh-CN" altLang="en-US" b="1" dirty="0" smtClean="0">
                <a:latin typeface="微软雅黑" panose="020B0503020204020204" pitchFamily="34" charset="-122"/>
                <a:ea typeface="微软雅黑" panose="020B0503020204020204" pitchFamily="34" charset="-122"/>
              </a:rPr>
              <a:t>电量匹配：</a:t>
            </a:r>
            <a:r>
              <a:rPr lang="zh-CN" altLang="en-US" sz="1800" dirty="0" smtClean="0">
                <a:latin typeface="黑体" panose="02010609060101010101" charset="-122"/>
                <a:ea typeface="黑体" panose="02010609060101010101" charset="-122"/>
              </a:rPr>
              <a:t>用户侧放开比例大于发电侧，出现了计划与市场电量不匹配。</a:t>
            </a:r>
            <a:endParaRPr lang="zh-CN" altLang="en-US" sz="1800"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新能源消纳：</a:t>
            </a:r>
            <a:r>
              <a:rPr lang="zh-CN" altLang="en-US" dirty="0" smtClean="0">
                <a:latin typeface="黑体" panose="02010609060101010101" charset="-122"/>
                <a:ea typeface="黑体" panose="02010609060101010101" charset="-122"/>
              </a:rPr>
              <a:t>部分由电网保障收购，部分 “保量竞价”进入市场，由火电基数电量滚动调节，保证消纳。</a:t>
            </a:r>
            <a:endParaRPr lang="en-US" altLang="zh-CN"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居民农业用电：</a:t>
            </a:r>
            <a:r>
              <a:rPr lang="zh-CN" altLang="en-US" sz="1800" dirty="0" smtClean="0">
                <a:latin typeface="黑体" panose="02010609060101010101" charset="-122"/>
                <a:ea typeface="黑体" panose="02010609060101010101" charset="-122"/>
              </a:rPr>
              <a:t>主要由水电、新能源等电源供电，火电负责调节时段性用电紧张情况。</a:t>
            </a:r>
            <a:endParaRPr lang="en-US" altLang="zh-CN" dirty="0" smtClean="0">
              <a:latin typeface="黑体" panose="02010609060101010101" charset="-122"/>
              <a:ea typeface="黑体" panose="02010609060101010101" charset="-122"/>
            </a:endParaRPr>
          </a:p>
        </p:txBody>
      </p:sp>
      <p:sp>
        <p:nvSpPr>
          <p:cNvPr id="8" name="矩形 7"/>
          <p:cNvSpPr/>
          <p:nvPr/>
        </p:nvSpPr>
        <p:spPr bwMode="auto">
          <a:xfrm>
            <a:off x="1145074" y="1045036"/>
            <a:ext cx="3960000" cy="4165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sp>
        <p:nvSpPr>
          <p:cNvPr id="25" name="îs1iḍè"/>
          <p:cNvSpPr/>
          <p:nvPr/>
        </p:nvSpPr>
        <p:spPr>
          <a:xfrm>
            <a:off x="263369" y="2278663"/>
            <a:ext cx="2773437" cy="399834"/>
          </a:xfrm>
          <a:prstGeom prst="roundRect">
            <a:avLst>
              <a:gd name="adj" fmla="val 50000"/>
            </a:avLst>
          </a:prstGeom>
          <a:noFill/>
          <a:ln w="38100" cap="flat" cmpd="sng" algn="ctr">
            <a:solidFill>
              <a:schemeClr val="accent5"/>
            </a:solidFill>
            <a:prstDash val="solid"/>
            <a:miter lim="800000"/>
          </a:ln>
          <a:effectLst/>
        </p:spPr>
        <p:txBody>
          <a:bodyPr lIns="180000" tIns="31323" rIns="117058" bIns="31323" anchor="ctr"/>
          <a:p>
            <a:pPr algn="ctr" defTabSz="914400" eaLnBrk="1" fontAlgn="auto" hangingPunct="1">
              <a:spcAft>
                <a:spcPts val="0"/>
              </a:spcAft>
            </a:pPr>
            <a:r>
              <a:rPr lang="zh-CN" altLang="en-US" sz="2000" b="1" kern="0" dirty="0">
                <a:latin typeface="微软雅黑" panose="020B0503020204020204" pitchFamily="34" charset="-122"/>
                <a:ea typeface="微软雅黑" panose="020B0503020204020204" pitchFamily="34" charset="-122"/>
              </a:rPr>
              <a:t>市场建设基础</a:t>
            </a:r>
            <a:endParaRPr lang="zh-CN" altLang="en-US" sz="2000" b="1" kern="0" dirty="0">
              <a:latin typeface="微软雅黑" panose="020B0503020204020204" pitchFamily="34" charset="-122"/>
              <a:ea typeface="微软雅黑" panose="020B0503020204020204" pitchFamily="34" charset="-122"/>
            </a:endParaRPr>
          </a:p>
        </p:txBody>
      </p:sp>
      <p:sp>
        <p:nvSpPr>
          <p:cNvPr id="24" name="圆角矩形 23"/>
          <p:cNvSpPr/>
          <p:nvPr/>
        </p:nvSpPr>
        <p:spPr bwMode="auto">
          <a:xfrm>
            <a:off x="373878" y="836421"/>
            <a:ext cx="1696942" cy="488848"/>
          </a:xfrm>
          <a:prstGeom prst="roundRect">
            <a:avLst/>
          </a:prstGeom>
          <a:solidFill>
            <a:srgbClr val="4472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矩形 31"/>
          <p:cNvSpPr/>
          <p:nvPr/>
        </p:nvSpPr>
        <p:spPr bwMode="auto">
          <a:xfrm>
            <a:off x="514463" y="821578"/>
            <a:ext cx="1402080" cy="460375"/>
          </a:xfrm>
          <a:prstGeom prst="rect">
            <a:avLst/>
          </a:prstGeom>
        </p:spPr>
        <p:txBody>
          <a:bodyPr wrap="none">
            <a:spAutoFit/>
          </a:bodyPr>
          <a:p>
            <a:pPr>
              <a:defRPr/>
            </a:pPr>
            <a:r>
              <a:rPr lang="zh-CN" altLang="en-US" sz="2400" b="1" dirty="0" smtClean="0">
                <a:solidFill>
                  <a:schemeClr val="bg1"/>
                </a:solidFill>
                <a:latin typeface="微软雅黑" panose="020B0503020204020204" pitchFamily="34" charset="-122"/>
                <a:ea typeface="微软雅黑" panose="020B0503020204020204" pitchFamily="34" charset="-122"/>
              </a:rPr>
              <a:t>第二阶段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154305" y="1357630"/>
            <a:ext cx="11684635" cy="829945"/>
          </a:xfrm>
          <a:prstGeom prst="rect">
            <a:avLst/>
          </a:prstGeom>
        </p:spPr>
        <p:txBody>
          <a:bodyPr wrap="square">
            <a:spAutoFit/>
          </a:bodyPr>
          <a:p>
            <a:pPr indent="457200" algn="just">
              <a:lnSpc>
                <a:spcPct val="120000"/>
              </a:lnSpc>
              <a:buClrTx/>
              <a:buSzTx/>
              <a:buFontTx/>
            </a:pPr>
            <a:r>
              <a:rPr lang="en-US" sz="2000" dirty="0">
                <a:latin typeface="黑体" panose="02010609060101010101" charset="-122"/>
                <a:ea typeface="黑体" panose="02010609060101010101" charset="-122"/>
                <a:cs typeface="黑体" panose="02010609060101010101" charset="-122"/>
              </a:rPr>
              <a:t> </a:t>
            </a:r>
            <a:r>
              <a:rPr sz="2000" dirty="0">
                <a:latin typeface="黑体" panose="02010609060101010101" charset="-122"/>
                <a:ea typeface="黑体" panose="02010609060101010101" charset="-122"/>
                <a:cs typeface="黑体" panose="02010609060101010101" charset="-122"/>
              </a:rPr>
              <a:t>随着经营性用户用电计划全面放开，中长期市场加快建设，现货交易试点开展，市场化电量规模不断扩大，加之新能源发展提速，部分地区装机规模超过火电，对市场运营和系统运行都带来了挑战。</a:t>
            </a:r>
            <a:endParaRPr sz="2000"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191770" y="4869180"/>
            <a:ext cx="6034405" cy="1568450"/>
          </a:xfrm>
          <a:prstGeom prst="rect">
            <a:avLst/>
          </a:prstGeom>
          <a:noFill/>
        </p:spPr>
        <p:txBody>
          <a:bodyPr wrap="square" rtlCol="0" anchor="t">
            <a:spAutoFit/>
          </a:bodyPr>
          <a:p>
            <a:pPr indent="457200" algn="just">
              <a:lnSpc>
                <a:spcPct val="120000"/>
              </a:lnSpc>
              <a:buClrTx/>
              <a:buSzTx/>
              <a:buFontTx/>
            </a:pPr>
            <a:r>
              <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市场化电量规模扩大，新能源电量占比提升，保留的部分火电基数电量既要解决居民农业用户时段性电力供应紧张情况，又要调节新能源发电波动，系统运行压力增大。</a:t>
            </a:r>
            <a:endPar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rcRect l="22623" t="21306" r="15407" b="19432"/>
          <a:stretch>
            <a:fillRect/>
          </a:stretch>
        </p:blipFill>
        <p:spPr>
          <a:xfrm>
            <a:off x="6292850" y="2564765"/>
            <a:ext cx="5546090" cy="3896360"/>
          </a:xfrm>
          <a:prstGeom prst="rect">
            <a:avLst/>
          </a:prstGeom>
          <a:solidFill>
            <a:schemeClr val="bg1">
              <a:alpha val="0"/>
            </a:schemeClr>
          </a:solidFill>
        </p:spPr>
      </p:pic>
      <p:sp>
        <p:nvSpPr>
          <p:cNvPr id="7" name="文本框 6"/>
          <p:cNvSpPr txBox="1"/>
          <p:nvPr>
            <p:custDataLst>
              <p:tags r:id="rId2"/>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8.</a:t>
            </a:r>
            <a:r>
              <a:rPr lang="zh-CN" altLang="en-US" sz="2800" b="1" dirty="0">
                <a:latin typeface="+mj-lt"/>
                <a:ea typeface="+mj-lt"/>
                <a:cs typeface="+mj-lt"/>
              </a:rPr>
              <a:t>发用两侧市场边界持续变化</a:t>
            </a:r>
            <a:endParaRPr lang="zh-CN" altLang="en-US" sz="2800" b="1" dirty="0">
              <a:latin typeface="+mj-lt"/>
              <a:ea typeface="+mj-lt"/>
              <a:cs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4" name="矩形 3"/>
          <p:cNvSpPr/>
          <p:nvPr/>
        </p:nvSpPr>
        <p:spPr>
          <a:xfrm>
            <a:off x="85090" y="2548255"/>
            <a:ext cx="6441440" cy="2609215"/>
          </a:xfrm>
          <a:prstGeom prst="rect">
            <a:avLst/>
          </a:prstGeom>
        </p:spPr>
        <p:txBody>
          <a:bodyPr wrap="square">
            <a:spAutoFit/>
          </a:bodyPr>
          <a:p>
            <a:pPr marL="285750" indent="-285750" algn="just">
              <a:lnSpc>
                <a:spcPct val="130000"/>
              </a:lnSpc>
              <a:buFont typeface="Arial" panose="020B0604020202020204" pitchFamily="34" charset="0"/>
              <a:buChar char="•"/>
            </a:pPr>
            <a:r>
              <a:rPr lang="zh-CN" altLang="en-US" b="1" dirty="0" smtClean="0">
                <a:latin typeface="微软雅黑" panose="020B0503020204020204" pitchFamily="34" charset="-122"/>
                <a:ea typeface="微软雅黑" panose="020B0503020204020204" pitchFamily="34" charset="-122"/>
              </a:rPr>
              <a:t>电量匹配：</a:t>
            </a:r>
            <a:r>
              <a:rPr lang="zh-CN" altLang="en-US" sz="1800" dirty="0" smtClean="0">
                <a:latin typeface="黑体" panose="02010609060101010101" charset="-122"/>
                <a:ea typeface="黑体" panose="02010609060101010101" charset="-122"/>
              </a:rPr>
              <a:t>除了少量优发电量分配给电网代理购电之外，其他计划和市场电量均形成了对应的经济和平衡关系。</a:t>
            </a:r>
            <a:endParaRPr lang="zh-CN" altLang="en-US" sz="1800"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新能源消纳：</a:t>
            </a:r>
            <a:r>
              <a:rPr lang="zh-CN" altLang="en-US" dirty="0" smtClean="0">
                <a:latin typeface="黑体" panose="02010609060101010101" charset="-122"/>
                <a:ea typeface="黑体" panose="02010609060101010101" charset="-122"/>
              </a:rPr>
              <a:t>大量新能源并网、火电基数电量取消，增加了传统调度方式的调节难度，电网保障收购压力巨大，更多新能源需要通过市场进行消纳。</a:t>
            </a:r>
            <a:endParaRPr lang="en-US" altLang="zh-CN" dirty="0" smtClean="0">
              <a:latin typeface="黑体" panose="02010609060101010101" charset="-122"/>
              <a:ea typeface="黑体" panose="02010609060101010101" charset="-122"/>
            </a:endParaRPr>
          </a:p>
          <a:p>
            <a:pPr marL="285750" indent="-285750" algn="just">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居民农业用电：</a:t>
            </a:r>
            <a:r>
              <a:rPr lang="zh-CN" altLang="en-US" sz="1800" dirty="0" smtClean="0">
                <a:latin typeface="黑体" panose="02010609060101010101" charset="-122"/>
                <a:ea typeface="黑体" panose="02010609060101010101" charset="-122"/>
              </a:rPr>
              <a:t>完全由水电、新能源等电源供电，发用两侧峰谷特性不匹配的问题更加突出。</a:t>
            </a:r>
            <a:endParaRPr lang="en-US" altLang="zh-CN" dirty="0" smtClean="0">
              <a:latin typeface="黑体" panose="02010609060101010101" charset="-122"/>
              <a:ea typeface="黑体" panose="02010609060101010101" charset="-122"/>
            </a:endParaRPr>
          </a:p>
        </p:txBody>
      </p:sp>
      <p:sp>
        <p:nvSpPr>
          <p:cNvPr id="8" name="矩形 7"/>
          <p:cNvSpPr/>
          <p:nvPr/>
        </p:nvSpPr>
        <p:spPr bwMode="auto">
          <a:xfrm>
            <a:off x="1145074" y="973281"/>
            <a:ext cx="3960000" cy="4165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sp>
        <p:nvSpPr>
          <p:cNvPr id="25" name="îs1iḍè"/>
          <p:cNvSpPr/>
          <p:nvPr/>
        </p:nvSpPr>
        <p:spPr>
          <a:xfrm>
            <a:off x="235429" y="2148488"/>
            <a:ext cx="2773437" cy="399834"/>
          </a:xfrm>
          <a:prstGeom prst="roundRect">
            <a:avLst>
              <a:gd name="adj" fmla="val 50000"/>
            </a:avLst>
          </a:prstGeom>
          <a:noFill/>
          <a:ln w="38100" cap="flat" cmpd="sng" algn="ctr">
            <a:solidFill>
              <a:schemeClr val="accent5"/>
            </a:solidFill>
            <a:prstDash val="solid"/>
            <a:miter lim="800000"/>
          </a:ln>
          <a:effectLst/>
        </p:spPr>
        <p:txBody>
          <a:bodyPr lIns="180000" tIns="31323" rIns="117058" bIns="31323" anchor="ctr"/>
          <a:p>
            <a:pPr algn="ctr" defTabSz="914400" eaLnBrk="1" fontAlgn="auto" hangingPunct="1">
              <a:spcAft>
                <a:spcPts val="0"/>
              </a:spcAft>
            </a:pPr>
            <a:r>
              <a:rPr lang="zh-CN" altLang="en-US" sz="2000" b="1" kern="0" dirty="0">
                <a:latin typeface="微软雅黑" panose="020B0503020204020204" pitchFamily="34" charset="-122"/>
                <a:ea typeface="微软雅黑" panose="020B0503020204020204" pitchFamily="34" charset="-122"/>
              </a:rPr>
              <a:t>市场建设基础</a:t>
            </a:r>
            <a:endParaRPr lang="zh-CN" altLang="en-US" sz="2000" b="1" kern="0" dirty="0">
              <a:latin typeface="微软雅黑" panose="020B0503020204020204" pitchFamily="34" charset="-122"/>
              <a:ea typeface="微软雅黑" panose="020B0503020204020204" pitchFamily="34" charset="-122"/>
            </a:endParaRPr>
          </a:p>
        </p:txBody>
      </p:sp>
      <p:sp>
        <p:nvSpPr>
          <p:cNvPr id="24" name="圆角矩形 23"/>
          <p:cNvSpPr/>
          <p:nvPr/>
        </p:nvSpPr>
        <p:spPr bwMode="auto">
          <a:xfrm>
            <a:off x="373878" y="764666"/>
            <a:ext cx="1696942" cy="488848"/>
          </a:xfrm>
          <a:prstGeom prst="roundRect">
            <a:avLst/>
          </a:prstGeom>
          <a:solidFill>
            <a:srgbClr val="4472C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矩形 31"/>
          <p:cNvSpPr/>
          <p:nvPr/>
        </p:nvSpPr>
        <p:spPr bwMode="auto">
          <a:xfrm>
            <a:off x="514463" y="749823"/>
            <a:ext cx="1402080" cy="460375"/>
          </a:xfrm>
          <a:prstGeom prst="rect">
            <a:avLst/>
          </a:prstGeom>
        </p:spPr>
        <p:txBody>
          <a:bodyPr wrap="none">
            <a:spAutoFit/>
          </a:bodyPr>
          <a:p>
            <a:pPr>
              <a:defRPr/>
            </a:pPr>
            <a:r>
              <a:rPr lang="zh-CN" altLang="en-US" sz="2400" b="1" dirty="0" smtClean="0">
                <a:solidFill>
                  <a:schemeClr val="bg1"/>
                </a:solidFill>
                <a:latin typeface="微软雅黑" panose="020B0503020204020204" pitchFamily="34" charset="-122"/>
                <a:ea typeface="微软雅黑" panose="020B0503020204020204" pitchFamily="34" charset="-122"/>
              </a:rPr>
              <a:t>第三阶段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146685" y="1249680"/>
            <a:ext cx="11560175" cy="829945"/>
          </a:xfrm>
          <a:prstGeom prst="rect">
            <a:avLst/>
          </a:prstGeom>
        </p:spPr>
        <p:txBody>
          <a:bodyPr wrap="square">
            <a:spAutoFit/>
          </a:bodyPr>
          <a:p>
            <a:pPr indent="457200" algn="just">
              <a:lnSpc>
                <a:spcPct val="120000"/>
              </a:lnSpc>
              <a:buClrTx/>
              <a:buSzTx/>
              <a:buFontTx/>
            </a:pPr>
            <a:r>
              <a:rPr sz="2000" dirty="0">
                <a:latin typeface="黑体" panose="02010609060101010101" charset="-122"/>
                <a:ea typeface="黑体" panose="02010609060101010101" charset="-122"/>
                <a:cs typeface="黑体" panose="02010609060101010101" charset="-122"/>
              </a:rPr>
              <a:t>新能源加速增长，发改价格〔2021〕1439号出台后，火电基数电量、电价全部放开，工商业用户全面入市，电力市场建设进入深水区，双边直接交易特征愈发明显。</a:t>
            </a:r>
            <a:endParaRPr sz="2000"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635" y="5156835"/>
            <a:ext cx="6823710" cy="1568450"/>
          </a:xfrm>
          <a:prstGeom prst="rect">
            <a:avLst/>
          </a:prstGeom>
          <a:noFill/>
        </p:spPr>
        <p:txBody>
          <a:bodyPr wrap="square" rtlCol="0" anchor="t">
            <a:spAutoFit/>
          </a:bodyPr>
          <a:p>
            <a:pPr indent="457200" algn="just">
              <a:lnSpc>
                <a:spcPct val="120000"/>
              </a:lnSpc>
              <a:buClrTx/>
              <a:buSzTx/>
              <a:buFontTx/>
            </a:pPr>
            <a:r>
              <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除优先购电和优先发电外，全部变为市场化电量，</a:t>
            </a:r>
            <a:r>
              <a:rPr lang="zh-CN"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水电、新能源市场化电量已超过四成</a:t>
            </a:r>
            <a:r>
              <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，火电和工商业用户全部进入市场，发用电形成了明确对应的双边直接交易关系，可调节的优先发电已不足以提供优购和新能源需要的调节能力。</a:t>
            </a:r>
            <a:endParaRPr sz="20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671310" y="2637155"/>
            <a:ext cx="5585460" cy="3797300"/>
          </a:xfrm>
          <a:prstGeom prst="rect">
            <a:avLst/>
          </a:prstGeom>
        </p:spPr>
      </p:pic>
      <p:sp>
        <p:nvSpPr>
          <p:cNvPr id="7" name="文本框 6"/>
          <p:cNvSpPr txBox="1"/>
          <p:nvPr>
            <p:custDataLst>
              <p:tags r:id="rId2"/>
            </p:custDataLst>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8.</a:t>
            </a:r>
            <a:r>
              <a:rPr lang="zh-CN" altLang="en-US" sz="2800" b="1" dirty="0">
                <a:latin typeface="+mj-lt"/>
                <a:ea typeface="+mj-lt"/>
                <a:cs typeface="+mj-lt"/>
              </a:rPr>
              <a:t>发用两侧市场边界持续变化</a:t>
            </a:r>
            <a:endParaRPr lang="zh-CN" altLang="en-US" sz="2800" b="1" dirty="0">
              <a:latin typeface="+mj-lt"/>
              <a:ea typeface="+mj-lt"/>
              <a:cs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4" name="文本框 3"/>
          <p:cNvSpPr txBox="1"/>
          <p:nvPr/>
        </p:nvSpPr>
        <p:spPr>
          <a:xfrm>
            <a:off x="191724" y="116340"/>
            <a:ext cx="10465163" cy="521970"/>
          </a:xfrm>
          <a:prstGeom prst="rect">
            <a:avLst/>
          </a:prstGeom>
          <a:noFill/>
        </p:spPr>
        <p:txBody>
          <a:bodyPr wrap="square" rtlCol="0">
            <a:spAutoFit/>
          </a:bodyPr>
          <a:p>
            <a:r>
              <a:rPr lang="en-US" altLang="zh-CN" sz="2800" b="1" dirty="0">
                <a:latin typeface="+mj-lt"/>
                <a:ea typeface="+mj-lt"/>
                <a:cs typeface="+mj-lt"/>
              </a:rPr>
              <a:t>9.</a:t>
            </a:r>
            <a:r>
              <a:rPr lang="zh-CN" altLang="en-US" sz="2800" b="1" dirty="0">
                <a:latin typeface="+mj-lt"/>
                <a:ea typeface="+mj-lt"/>
                <a:cs typeface="+mj-lt"/>
              </a:rPr>
              <a:t>电力市场有力支撑电力系统安全保供</a:t>
            </a:r>
            <a:endParaRPr lang="zh-CN" altLang="en-US" sz="2800" b="1" dirty="0">
              <a:latin typeface="+mj-lt"/>
              <a:ea typeface="+mj-lt"/>
              <a:cs typeface="+mj-lt"/>
            </a:endParaRPr>
          </a:p>
        </p:txBody>
      </p:sp>
      <p:sp>
        <p:nvSpPr>
          <p:cNvPr id="8" name="矩形 7"/>
          <p:cNvSpPr/>
          <p:nvPr/>
        </p:nvSpPr>
        <p:spPr>
          <a:xfrm>
            <a:off x="146685" y="981075"/>
            <a:ext cx="11560175" cy="1789430"/>
          </a:xfrm>
          <a:prstGeom prst="rect">
            <a:avLst/>
          </a:prstGeom>
        </p:spPr>
        <p:txBody>
          <a:bodyPr wrap="square">
            <a:spAutoFit/>
          </a:bodyPr>
          <a:p>
            <a:pPr indent="457200" algn="just">
              <a:lnSpc>
                <a:spcPct val="120000"/>
              </a:lnSpc>
              <a:buClrTx/>
              <a:buSzTx/>
              <a:buFontTx/>
            </a:pPr>
            <a:r>
              <a:rPr lang="zh-CN" altLang="en-US" sz="2000" dirty="0">
                <a:latin typeface="黑体" panose="02010609060101010101" charset="-122"/>
                <a:ea typeface="黑体" panose="02010609060101010101" charset="-122"/>
                <a:cs typeface="黑体" panose="02010609060101010101" charset="-122"/>
              </a:rPr>
              <a:t>中长期市场有效发挥保供稳价</a:t>
            </a:r>
            <a:r>
              <a:rPr lang="en-US" altLang="zh-CN" sz="2000" dirty="0">
                <a:latin typeface="黑体" panose="02010609060101010101" charset="-122"/>
                <a:ea typeface="黑体" panose="02010609060101010101" charset="-122"/>
                <a:cs typeface="黑体" panose="02010609060101010101" charset="-122"/>
              </a:rPr>
              <a:t>“</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压舱石</a:t>
            </a:r>
            <a:r>
              <a:rPr lang="en-US" altLang="zh-CN" sz="2000" dirty="0">
                <a:latin typeface="黑体" panose="02010609060101010101" charset="-122"/>
                <a:ea typeface="黑体" panose="02010609060101010101" charset="-122"/>
                <a:cs typeface="黑体" panose="02010609060101010101" charset="-122"/>
              </a:rPr>
              <a:t>”</a:t>
            </a:r>
            <a:r>
              <a:rPr lang="zh-CN" altLang="en-US" sz="2000" dirty="0">
                <a:latin typeface="黑体" panose="02010609060101010101" charset="-122"/>
                <a:ea typeface="黑体" panose="02010609060101010101" charset="-122"/>
                <a:cs typeface="黑体" panose="02010609060101010101" charset="-122"/>
              </a:rPr>
              <a:t>作用，</a:t>
            </a:r>
            <a:r>
              <a:rPr lang="en-US" altLang="zh-CN" sz="2000" dirty="0">
                <a:latin typeface="黑体" panose="02010609060101010101" charset="-122"/>
                <a:ea typeface="黑体" panose="02010609060101010101" charset="-122"/>
                <a:cs typeface="黑体" panose="02010609060101010101" charset="-122"/>
              </a:rPr>
              <a:t>2024</a:t>
            </a:r>
            <a:r>
              <a:rPr lang="zh-CN" altLang="en-US" sz="2000" dirty="0">
                <a:latin typeface="黑体" panose="02010609060101010101" charset="-122"/>
                <a:ea typeface="黑体" panose="02010609060101010101" charset="-122"/>
                <a:cs typeface="黑体" panose="02010609060101010101" charset="-122"/>
              </a:rPr>
              <a:t>年省间交易电量完成</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1.51万亿千瓦时</a:t>
            </a:r>
            <a:r>
              <a:rPr lang="zh-CN" altLang="en-US" sz="2000" dirty="0">
                <a:latin typeface="黑体" panose="02010609060101010101" charset="-122"/>
                <a:ea typeface="黑体" panose="02010609060101010101" charset="-122"/>
                <a:cs typeface="黑体" panose="02010609060101010101" charset="-122"/>
              </a:rPr>
              <a:t>，度夏期间跨区通道最大输送电力</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1.54亿千瓦</a:t>
            </a:r>
            <a:r>
              <a:rPr lang="zh-CN" altLang="en-US" sz="2000" dirty="0">
                <a:latin typeface="黑体" panose="02010609060101010101" charset="-122"/>
                <a:ea typeface="黑体" panose="02010609060101010101" charset="-122"/>
                <a:cs typeface="黑体" panose="02010609060101010101" charset="-122"/>
              </a:rPr>
              <a:t>，创历史新高，中长期交易占比达</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96%</a:t>
            </a:r>
            <a:r>
              <a:rPr lang="zh-CN" altLang="en-US" sz="2000" dirty="0">
                <a:latin typeface="黑体" panose="02010609060101010101" charset="-122"/>
                <a:ea typeface="黑体" panose="02010609060101010101" charset="-122"/>
                <a:cs typeface="黑体" panose="02010609060101010101" charset="-122"/>
              </a:rPr>
              <a:t>，有力支持电力保供。现货市场逐步转入正式运行，有效发挥短期平衡</a:t>
            </a:r>
            <a:r>
              <a:rPr lang="en-US" altLang="zh-CN" sz="2000" dirty="0">
                <a:latin typeface="黑体" panose="02010609060101010101" charset="-122"/>
                <a:ea typeface="黑体" panose="02010609060101010101" charset="-122"/>
                <a:cs typeface="黑体" panose="02010609060101010101" charset="-122"/>
              </a:rPr>
              <a:t>“</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rPr>
              <a:t>指南针</a:t>
            </a:r>
            <a:r>
              <a:rPr lang="en-US" altLang="zh-CN" sz="2000" dirty="0">
                <a:latin typeface="黑体" panose="02010609060101010101" charset="-122"/>
                <a:ea typeface="黑体" panose="02010609060101010101" charset="-122"/>
                <a:cs typeface="黑体" panose="02010609060101010101" charset="-122"/>
              </a:rPr>
              <a:t>”</a:t>
            </a:r>
            <a:r>
              <a:rPr lang="zh-CN" altLang="en-US" sz="2000" dirty="0">
                <a:latin typeface="黑体" panose="02010609060101010101" charset="-122"/>
                <a:ea typeface="黑体" panose="02010609060101010101" charset="-122"/>
                <a:cs typeface="黑体" panose="02010609060101010101" charset="-122"/>
              </a:rPr>
              <a:t>作用。探索建立多周期市场化需求响应机制，深入挖掘需求侧灵活调节资源。</a:t>
            </a:r>
            <a:endParaRPr lang="zh-CN" altLang="en-US" sz="2000" dirty="0">
              <a:latin typeface="黑体" panose="02010609060101010101" charset="-122"/>
              <a:ea typeface="黑体" panose="02010609060101010101" charset="-122"/>
              <a:cs typeface="黑体" panose="02010609060101010101" charset="-122"/>
            </a:endParaRPr>
          </a:p>
        </p:txBody>
      </p:sp>
      <p:sp>
        <p:nvSpPr>
          <p:cNvPr id="9" name="文本框 13"/>
          <p:cNvSpPr/>
          <p:nvPr>
            <p:custDataLst>
              <p:tags r:id="rId2"/>
            </p:custDataLst>
          </p:nvPr>
        </p:nvSpPr>
        <p:spPr bwMode="auto">
          <a:xfrm>
            <a:off x="183674" y="5813430"/>
            <a:ext cx="5877019" cy="28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algn="ctr" defTabSz="914400">
              <a:lnSpc>
                <a:spcPct val="90000"/>
              </a:lnSpc>
              <a:spcBef>
                <a:spcPct val="20000"/>
              </a:spcBef>
              <a:spcAft>
                <a:spcPct val="35000"/>
              </a:spcAft>
              <a:buClrTx/>
              <a:buSzTx/>
              <a:buFontTx/>
            </a:pPr>
            <a:r>
              <a:rPr lang="zh-CN" altLang="en-US" sz="1400" dirty="0" smtClean="0">
                <a:ln>
                  <a:noFill/>
                </a:ln>
                <a:effectLst/>
                <a:latin typeface="黑体" panose="02010609060101010101" charset="-122"/>
                <a:ea typeface="黑体" panose="02010609060101010101" charset="-122"/>
                <a:sym typeface="+mn-lt"/>
              </a:rPr>
              <a:t>省间中长期交易电量逐年增长</a:t>
            </a:r>
            <a:endParaRPr lang="zh-CN" altLang="en-US" sz="1400" dirty="0" smtClean="0">
              <a:ln>
                <a:noFill/>
              </a:ln>
              <a:effectLst/>
              <a:latin typeface="黑体" panose="02010609060101010101" charset="-122"/>
              <a:ea typeface="黑体" panose="02010609060101010101" charset="-122"/>
              <a:sym typeface="+mn-lt"/>
            </a:endParaRPr>
          </a:p>
        </p:txBody>
      </p:sp>
      <p:graphicFrame>
        <p:nvGraphicFramePr>
          <p:cNvPr id="10" name="图表 4"/>
          <p:cNvGraphicFramePr/>
          <p:nvPr/>
        </p:nvGraphicFramePr>
        <p:xfrm>
          <a:off x="836183" y="3006896"/>
          <a:ext cx="4572000" cy="2743200"/>
        </p:xfrm>
        <a:graphic>
          <a:graphicData uri="http://schemas.openxmlformats.org/drawingml/2006/chart">
            <c:chart xmlns:c="http://schemas.openxmlformats.org/drawingml/2006/chart" xmlns:r="http://schemas.openxmlformats.org/officeDocument/2006/relationships" r:id="rId1"/>
          </a:graphicData>
        </a:graphic>
      </p:graphicFrame>
      <p:pic>
        <p:nvPicPr>
          <p:cNvPr id="11"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783819" y="3025965"/>
            <a:ext cx="3954780" cy="2535179"/>
          </a:xfrm>
          <a:prstGeom prst="rect">
            <a:avLst/>
          </a:prstGeom>
          <a:solidFill>
            <a:sysClr val="window" lastClr="FFFFFF"/>
          </a:solidFill>
          <a:ln w="12700" cmpd="sng">
            <a:solidFill>
              <a:schemeClr val="accent1">
                <a:shade val="50000"/>
              </a:schemeClr>
            </a:solidFill>
            <a:prstDash val="solid"/>
          </a:ln>
        </p:spPr>
      </p:pic>
      <p:sp>
        <p:nvSpPr>
          <p:cNvPr id="12" name="矩形 11"/>
          <p:cNvSpPr/>
          <p:nvPr>
            <p:custDataLst>
              <p:tags r:id="rId4"/>
            </p:custDataLst>
          </p:nvPr>
        </p:nvSpPr>
        <p:spPr>
          <a:xfrm>
            <a:off x="6227445" y="5773103"/>
            <a:ext cx="5255260" cy="28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algn="ctr" defTabSz="914400">
              <a:lnSpc>
                <a:spcPct val="90000"/>
              </a:lnSpc>
              <a:spcBef>
                <a:spcPct val="20000"/>
              </a:spcBef>
              <a:spcAft>
                <a:spcPct val="35000"/>
              </a:spcAft>
              <a:buClrTx/>
              <a:buSzTx/>
              <a:buFontTx/>
            </a:pPr>
            <a:r>
              <a:rPr lang="zh-CN" altLang="en-US" sz="1400" dirty="0" smtClean="0">
                <a:ln>
                  <a:noFill/>
                </a:ln>
                <a:effectLst/>
                <a:latin typeface="黑体" panose="02010609060101010101" charset="-122"/>
                <a:ea typeface="黑体" panose="02010609060101010101" charset="-122"/>
                <a:sym typeface="+mn-ea"/>
              </a:rPr>
              <a:t>山东引导可调节负荷晚高峰移峰200万千瓦、午间填谷350万千瓦</a:t>
            </a:r>
            <a:endParaRPr lang="zh-CN" altLang="en-US" sz="1400" dirty="0" smtClean="0">
              <a:ln>
                <a:noFill/>
              </a:ln>
              <a:effectLst/>
              <a:latin typeface="黑体" panose="02010609060101010101" charset="-122"/>
              <a:ea typeface="黑体" panose="02010609060101010101"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cxnSp>
        <p:nvCxnSpPr>
          <p:cNvPr id="42" name="直接连接符 41"/>
          <p:cNvCxnSpPr/>
          <p:nvPr/>
        </p:nvCxnSpPr>
        <p:spPr>
          <a:xfrm>
            <a:off x="4726273" y="2020978"/>
            <a:ext cx="708236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239008" y="857232"/>
            <a:ext cx="4263668" cy="1015663"/>
          </a:xfrm>
          <a:prstGeom prst="rect">
            <a:avLst/>
          </a:prstGeom>
          <a:noFill/>
        </p:spPr>
        <p:txBody>
          <a:bodyPr wrap="square" rtlCol="0">
            <a:spAutoFit/>
          </a:bodyPr>
          <a:lstStyle/>
          <a:p>
            <a:pPr algn="r"/>
            <a:r>
              <a:rPr lang="zh-CN" altLang="en-US" sz="4000" dirty="0">
                <a:latin typeface="华文琥珀" panose="02010800040101010101" pitchFamily="2" charset="-122"/>
                <a:ea typeface="华文琥珀" panose="02010800040101010101" pitchFamily="2" charset="-122"/>
              </a:rPr>
              <a:t>目 录</a:t>
            </a:r>
            <a:endParaRPr lang="en-US" altLang="zh-CN" sz="4000" dirty="0">
              <a:latin typeface="华文琥珀" panose="02010800040101010101" pitchFamily="2" charset="-122"/>
              <a:ea typeface="华文琥珀" panose="02010800040101010101" pitchFamily="2" charset="-122"/>
            </a:endParaRPr>
          </a:p>
          <a:p>
            <a:pPr algn="r"/>
            <a:r>
              <a:rPr lang="en-US" altLang="zh-CN" sz="2000" dirty="0">
                <a:latin typeface="华文琥珀" panose="02010800040101010101" pitchFamily="2" charset="-122"/>
                <a:ea typeface="华文琥珀" panose="02010800040101010101" pitchFamily="2" charset="-122"/>
              </a:rPr>
              <a:t>CONTENTS</a:t>
            </a:r>
            <a:endParaRPr lang="zh-CN" altLang="en-US" sz="2000" dirty="0">
              <a:latin typeface="华文琥珀" panose="02010800040101010101" pitchFamily="2" charset="-122"/>
              <a:ea typeface="华文琥珀" panose="02010800040101010101" pitchFamily="2" charset="-122"/>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8824" t="12118" r="29512" b="1801"/>
          <a:stretch>
            <a:fillRect/>
          </a:stretch>
        </p:blipFill>
        <p:spPr>
          <a:xfrm>
            <a:off x="407670" y="1629410"/>
            <a:ext cx="3808730" cy="4231640"/>
          </a:xfrm>
          <a:prstGeom prst="rect">
            <a:avLst/>
          </a:prstGeom>
          <a:blipFill dpi="0" rotWithShape="1">
            <a:blip r:embed="rId2" cstate="print"/>
            <a:srcRect/>
            <a:tile tx="-1022350" ty="0" sx="100000" sy="100000" flip="none" algn="tl"/>
          </a:blipFill>
          <a:ln w="76200">
            <a:solidFill>
              <a:srgbClr val="F2F2F2"/>
            </a:solidFill>
          </a:ln>
        </p:spPr>
      </p:pic>
      <p:grpSp>
        <p:nvGrpSpPr>
          <p:cNvPr id="2" name="Group 49"/>
          <p:cNvGrpSpPr/>
          <p:nvPr/>
        </p:nvGrpSpPr>
        <p:grpSpPr bwMode="auto">
          <a:xfrm>
            <a:off x="4732476" y="2378415"/>
            <a:ext cx="7082367" cy="571500"/>
            <a:chOff x="1213" y="1701"/>
            <a:chExt cx="3346" cy="360"/>
          </a:xfrm>
        </p:grpSpPr>
        <p:sp>
          <p:nvSpPr>
            <p:cNvPr id="6" name="AutoShape 5"/>
            <p:cNvSpPr>
              <a:spLocks noChangeArrowheads="1"/>
            </p:cNvSpPr>
            <p:nvPr>
              <p:custDataLst>
                <p:tags r:id="rId3"/>
              </p:custDataLst>
            </p:nvPr>
          </p:nvSpPr>
          <p:spPr bwMode="gray">
            <a:xfrm>
              <a:off x="1213" y="1756"/>
              <a:ext cx="3346" cy="288"/>
            </a:xfrm>
            <a:prstGeom prst="roundRect">
              <a:avLst>
                <a:gd name="adj" fmla="val 7292"/>
              </a:avLst>
            </a:prstGeom>
            <a:gradFill rotWithShape="1">
              <a:gsLst>
                <a:gs pos="0">
                  <a:srgbClr val="35ADE3">
                    <a:gamma/>
                    <a:shade val="47451"/>
                    <a:invGamma/>
                  </a:srgbClr>
                </a:gs>
                <a:gs pos="100000">
                  <a:srgbClr val="35ADE3"/>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Text Box 7"/>
            <p:cNvSpPr txBox="1">
              <a:spLocks noChangeArrowheads="1"/>
            </p:cNvSpPr>
            <p:nvPr>
              <p:custDataLst>
                <p:tags r:id="rId4"/>
              </p:custDataLst>
            </p:nvPr>
          </p:nvSpPr>
          <p:spPr bwMode="white">
            <a:xfrm>
              <a:off x="1680" y="1701"/>
              <a:ext cx="2589"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sz="2400" b="1" dirty="0">
                  <a:solidFill>
                    <a:schemeClr val="bg1"/>
                  </a:solidFill>
                  <a:latin typeface="微软雅黑" panose="020B0503020204020204" pitchFamily="34" charset="-122"/>
                  <a:ea typeface="微软雅黑" panose="020B0503020204020204" pitchFamily="34" charset="-122"/>
                </a:rPr>
                <a:t>省间中长期市场基本情况</a:t>
              </a:r>
              <a:endParaRPr lang="zh-CN" sz="2400" b="1" dirty="0">
                <a:solidFill>
                  <a:schemeClr val="bg1"/>
                </a:solidFill>
                <a:latin typeface="微软雅黑" panose="020B0503020204020204" pitchFamily="34" charset="-122"/>
                <a:ea typeface="微软雅黑" panose="020B0503020204020204" pitchFamily="34" charset="-122"/>
              </a:endParaRPr>
            </a:p>
          </p:txBody>
        </p:sp>
        <p:grpSp>
          <p:nvGrpSpPr>
            <p:cNvPr id="10" name="Group 8"/>
            <p:cNvGrpSpPr/>
            <p:nvPr/>
          </p:nvGrpSpPr>
          <p:grpSpPr bwMode="auto">
            <a:xfrm>
              <a:off x="1355" y="1758"/>
              <a:ext cx="270" cy="270"/>
              <a:chOff x="4166" y="1706"/>
              <a:chExt cx="1252" cy="1252"/>
            </a:xfrm>
          </p:grpSpPr>
          <p:sp>
            <p:nvSpPr>
              <p:cNvPr id="12" name="Oval 9"/>
              <p:cNvSpPr>
                <a:spLocks noChangeArrowheads="1"/>
              </p:cNvSpPr>
              <p:nvPr>
                <p:custDataLst>
                  <p:tags r:id="rId5"/>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Oval 10"/>
              <p:cNvSpPr>
                <a:spLocks noChangeArrowheads="1"/>
              </p:cNvSpPr>
              <p:nvPr>
                <p:custDataLst>
                  <p:tags r:id="rId6"/>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Oval 11"/>
              <p:cNvSpPr>
                <a:spLocks noChangeArrowheads="1"/>
              </p:cNvSpPr>
              <p:nvPr>
                <p:custDataLst>
                  <p:tags r:id="rId7"/>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5" name="Oval 12"/>
              <p:cNvSpPr>
                <a:spLocks noChangeArrowheads="1"/>
              </p:cNvSpPr>
              <p:nvPr>
                <p:custDataLst>
                  <p:tags r:id="rId8"/>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11" name="Text Box 13"/>
            <p:cNvSpPr txBox="1">
              <a:spLocks noChangeArrowheads="1"/>
            </p:cNvSpPr>
            <p:nvPr>
              <p:custDataLst>
                <p:tags r:id="rId9"/>
              </p:custDataLst>
            </p:nvPr>
          </p:nvSpPr>
          <p:spPr bwMode="auto">
            <a:xfrm>
              <a:off x="1364" y="174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8" name="Group 48"/>
          <p:cNvGrpSpPr/>
          <p:nvPr/>
        </p:nvGrpSpPr>
        <p:grpSpPr bwMode="auto">
          <a:xfrm>
            <a:off x="4726126" y="3285381"/>
            <a:ext cx="7082367" cy="571501"/>
            <a:chOff x="1214" y="2184"/>
            <a:chExt cx="3346" cy="360"/>
          </a:xfrm>
        </p:grpSpPr>
        <p:sp>
          <p:nvSpPr>
            <p:cNvPr id="22" name="AutoShape 15"/>
            <p:cNvSpPr>
              <a:spLocks noChangeArrowheads="1"/>
            </p:cNvSpPr>
            <p:nvPr>
              <p:custDataLst>
                <p:tags r:id="rId10"/>
              </p:custDataLst>
            </p:nvPr>
          </p:nvSpPr>
          <p:spPr bwMode="gray">
            <a:xfrm>
              <a:off x="1214" y="2249"/>
              <a:ext cx="3346" cy="288"/>
            </a:xfrm>
            <a:prstGeom prst="roundRect">
              <a:avLst>
                <a:gd name="adj" fmla="val 7292"/>
              </a:avLst>
            </a:prstGeom>
            <a:gradFill rotWithShape="1">
              <a:gsLst>
                <a:gs pos="0">
                  <a:srgbClr val="DE608D">
                    <a:gamma/>
                    <a:shade val="44314"/>
                    <a:invGamma/>
                  </a:srgbClr>
                </a:gs>
                <a:gs pos="100000">
                  <a:srgbClr val="DE608D"/>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Text Box 17"/>
            <p:cNvSpPr txBox="1">
              <a:spLocks noChangeArrowheads="1"/>
            </p:cNvSpPr>
            <p:nvPr>
              <p:custDataLst>
                <p:tags r:id="rId11"/>
              </p:custDataLst>
            </p:nvPr>
          </p:nvSpPr>
          <p:spPr bwMode="white">
            <a:xfrm>
              <a:off x="1667" y="2184"/>
              <a:ext cx="2547"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省间中长期市场运营方式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24" name="Group 18"/>
            <p:cNvGrpSpPr/>
            <p:nvPr/>
          </p:nvGrpSpPr>
          <p:grpSpPr bwMode="auto">
            <a:xfrm>
              <a:off x="1342" y="2251"/>
              <a:ext cx="270" cy="270"/>
              <a:chOff x="4166" y="1706"/>
              <a:chExt cx="1252" cy="1252"/>
            </a:xfrm>
          </p:grpSpPr>
          <p:sp>
            <p:nvSpPr>
              <p:cNvPr id="25" name="Oval 19"/>
              <p:cNvSpPr>
                <a:spLocks noChangeArrowheads="1"/>
              </p:cNvSpPr>
              <p:nvPr>
                <p:custDataLst>
                  <p:tags r:id="rId12"/>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 name="Oval 20"/>
              <p:cNvSpPr>
                <a:spLocks noChangeArrowheads="1"/>
              </p:cNvSpPr>
              <p:nvPr>
                <p:custDataLst>
                  <p:tags r:id="rId13"/>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 name="Oval 21"/>
              <p:cNvSpPr>
                <a:spLocks noChangeArrowheads="1"/>
              </p:cNvSpPr>
              <p:nvPr>
                <p:custDataLst>
                  <p:tags r:id="rId14"/>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Oval 22"/>
              <p:cNvSpPr>
                <a:spLocks noChangeArrowheads="1"/>
              </p:cNvSpPr>
              <p:nvPr>
                <p:custDataLst>
                  <p:tags r:id="rId15"/>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1" name="Text Box 23"/>
            <p:cNvSpPr txBox="1">
              <a:spLocks noChangeArrowheads="1"/>
            </p:cNvSpPr>
            <p:nvPr>
              <p:custDataLst>
                <p:tags r:id="rId16"/>
              </p:custDataLst>
            </p:nvPr>
          </p:nvSpPr>
          <p:spPr bwMode="auto">
            <a:xfrm>
              <a:off x="1351" y="2241"/>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7" name="îṩḷídé"/>
          <p:cNvSpPr/>
          <p:nvPr>
            <p:custDataLst>
              <p:tags r:id="rId17"/>
            </p:custDataLst>
          </p:nvPr>
        </p:nvSpPr>
        <p:spPr bwMode="gray">
          <a:xfrm>
            <a:off x="4456817" y="3488216"/>
            <a:ext cx="272048" cy="323966"/>
          </a:xfrm>
          <a:prstGeom prst="chevron">
            <a:avLst/>
          </a:prstGeom>
          <a:gradFill rotWithShape="1">
            <a:gsLst>
              <a:gs pos="0">
                <a:srgbClr val="DE608D">
                  <a:gamma/>
                  <a:shade val="44314"/>
                  <a:invGamma/>
                </a:srgbClr>
              </a:gs>
              <a:gs pos="100000">
                <a:srgbClr val="DE608D"/>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rtlCol="0" anchor="ctr">
            <a:noAutofit/>
          </a:bodyPr>
          <a:lstStyle/>
          <a:p>
            <a:pPr lvl="0" algn="l" defTabSz="914400" eaLnBrk="1" hangingPunct="1">
              <a:buClrTx/>
              <a:buSzTx/>
              <a:buFontTx/>
              <a:defRPr/>
            </a:pPr>
            <a:endParaRPr lang="zh-CN" altLang="en-US" sz="1800" kern="0" noProof="0">
              <a:ln>
                <a:noFill/>
              </a:ln>
              <a:solidFill>
                <a:srgbClr val="000000"/>
              </a:solidFill>
              <a:effectLst/>
              <a:uLnTx/>
              <a:uFillTx/>
              <a:latin typeface="Arial" panose="020B0604020202020204" pitchFamily="34" charset="0"/>
              <a:sym typeface="+mn-ea"/>
            </a:endParaRPr>
          </a:p>
        </p:txBody>
      </p:sp>
      <p:grpSp>
        <p:nvGrpSpPr>
          <p:cNvPr id="4" name="Group 47"/>
          <p:cNvGrpSpPr/>
          <p:nvPr>
            <p:custDataLst>
              <p:tags r:id="rId18"/>
            </p:custDataLst>
          </p:nvPr>
        </p:nvGrpSpPr>
        <p:grpSpPr bwMode="auto">
          <a:xfrm>
            <a:off x="4743906" y="4260927"/>
            <a:ext cx="7082367" cy="571499"/>
            <a:chOff x="1235" y="2713"/>
            <a:chExt cx="3346" cy="360"/>
          </a:xfrm>
        </p:grpSpPr>
        <p:sp>
          <p:nvSpPr>
            <p:cNvPr id="9" name="AutoShape 25"/>
            <p:cNvSpPr>
              <a:spLocks noChangeArrowheads="1"/>
            </p:cNvSpPr>
            <p:nvPr>
              <p:custDataLst>
                <p:tags r:id="rId19"/>
              </p:custDataLst>
            </p:nvPr>
          </p:nvSpPr>
          <p:spPr bwMode="gray">
            <a:xfrm>
              <a:off x="1235" y="2766"/>
              <a:ext cx="3346" cy="288"/>
            </a:xfrm>
            <a:prstGeom prst="roundRect">
              <a:avLst>
                <a:gd name="adj" fmla="val 7292"/>
              </a:avLst>
            </a:prstGeom>
            <a:gradFill rotWithShape="1">
              <a:gsLst>
                <a:gs pos="0">
                  <a:srgbClr val="14CD68"/>
                </a:gs>
                <a:gs pos="100000">
                  <a:srgbClr val="035C7D"/>
                </a:gs>
              </a:gsLst>
              <a:lin ang="5400000" scaled="0"/>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 name="Text Box 27"/>
            <p:cNvSpPr txBox="1">
              <a:spLocks noChangeArrowheads="1"/>
            </p:cNvSpPr>
            <p:nvPr>
              <p:custDataLst>
                <p:tags r:id="rId20"/>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省间中长期市场交易情况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17" name="Group 28"/>
            <p:cNvGrpSpPr/>
            <p:nvPr/>
          </p:nvGrpSpPr>
          <p:grpSpPr bwMode="auto">
            <a:xfrm>
              <a:off x="1363" y="2775"/>
              <a:ext cx="270" cy="270"/>
              <a:chOff x="4166" y="1706"/>
              <a:chExt cx="1252" cy="1252"/>
            </a:xfrm>
          </p:grpSpPr>
          <p:sp>
            <p:nvSpPr>
              <p:cNvPr id="19" name="Oval 29"/>
              <p:cNvSpPr>
                <a:spLocks noChangeArrowheads="1"/>
              </p:cNvSpPr>
              <p:nvPr>
                <p:custDataLst>
                  <p:tags r:id="rId21"/>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 name="Oval 30"/>
              <p:cNvSpPr>
                <a:spLocks noChangeArrowheads="1"/>
              </p:cNvSpPr>
              <p:nvPr>
                <p:custDataLst>
                  <p:tags r:id="rId22"/>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Oval 31"/>
              <p:cNvSpPr>
                <a:spLocks noChangeArrowheads="1"/>
              </p:cNvSpPr>
              <p:nvPr>
                <p:custDataLst>
                  <p:tags r:id="rId23"/>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 name="Oval 32"/>
              <p:cNvSpPr>
                <a:spLocks noChangeArrowheads="1"/>
              </p:cNvSpPr>
              <p:nvPr>
                <p:custDataLst>
                  <p:tags r:id="rId24"/>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8" name="Text Box 33"/>
            <p:cNvSpPr txBox="1">
              <a:spLocks noChangeArrowheads="1"/>
            </p:cNvSpPr>
            <p:nvPr>
              <p:custDataLst>
                <p:tags r:id="rId25"/>
              </p:custDataLst>
            </p:nvPr>
          </p:nvSpPr>
          <p:spPr bwMode="auto">
            <a:xfrm>
              <a:off x="1372" y="2765"/>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3</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40" name="Group 47"/>
          <p:cNvGrpSpPr/>
          <p:nvPr>
            <p:custDataLst>
              <p:tags r:id="rId26"/>
            </p:custDataLst>
          </p:nvPr>
        </p:nvGrpSpPr>
        <p:grpSpPr bwMode="auto">
          <a:xfrm>
            <a:off x="4726126" y="5184852"/>
            <a:ext cx="7082367" cy="571499"/>
            <a:chOff x="1235" y="2713"/>
            <a:chExt cx="3346" cy="360"/>
          </a:xfrm>
        </p:grpSpPr>
        <p:sp>
          <p:nvSpPr>
            <p:cNvPr id="43" name="AutoShape 25"/>
            <p:cNvSpPr>
              <a:spLocks noChangeArrowheads="1"/>
            </p:cNvSpPr>
            <p:nvPr>
              <p:custDataLst>
                <p:tags r:id="rId27"/>
              </p:custDataLst>
            </p:nvPr>
          </p:nvSpPr>
          <p:spPr bwMode="gray">
            <a:xfrm>
              <a:off x="1235" y="2766"/>
              <a:ext cx="3346" cy="288"/>
            </a:xfrm>
            <a:prstGeom prst="roundRect">
              <a:avLst>
                <a:gd name="adj" fmla="val 7292"/>
              </a:avLst>
            </a:prstGeom>
            <a:gradFill rotWithShape="1">
              <a:gsLst>
                <a:gs pos="0">
                  <a:srgbClr val="99CC00">
                    <a:gamma/>
                    <a:shade val="44314"/>
                    <a:invGamma/>
                  </a:srgbClr>
                </a:gs>
                <a:gs pos="100000">
                  <a:srgbClr val="99CC00"/>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 name="Text Box 27"/>
            <p:cNvSpPr txBox="1">
              <a:spLocks noChangeArrowheads="1"/>
            </p:cNvSpPr>
            <p:nvPr>
              <p:custDataLst>
                <p:tags r:id="rId28"/>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省间中长期市场有关问题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46" name="Group 28"/>
            <p:cNvGrpSpPr/>
            <p:nvPr/>
          </p:nvGrpSpPr>
          <p:grpSpPr bwMode="auto">
            <a:xfrm>
              <a:off x="1363" y="2775"/>
              <a:ext cx="270" cy="270"/>
              <a:chOff x="4166" y="1706"/>
              <a:chExt cx="1252" cy="1252"/>
            </a:xfrm>
          </p:grpSpPr>
          <p:sp>
            <p:nvSpPr>
              <p:cNvPr id="47" name="Oval 29"/>
              <p:cNvSpPr>
                <a:spLocks noChangeArrowheads="1"/>
              </p:cNvSpPr>
              <p:nvPr>
                <p:custDataLst>
                  <p:tags r:id="rId29"/>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 name="Oval 30"/>
              <p:cNvSpPr>
                <a:spLocks noChangeArrowheads="1"/>
              </p:cNvSpPr>
              <p:nvPr>
                <p:custDataLst>
                  <p:tags r:id="rId30"/>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 name="Oval 31"/>
              <p:cNvSpPr>
                <a:spLocks noChangeArrowheads="1"/>
              </p:cNvSpPr>
              <p:nvPr>
                <p:custDataLst>
                  <p:tags r:id="rId31"/>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 name="Oval 32"/>
              <p:cNvSpPr>
                <a:spLocks noChangeArrowheads="1"/>
              </p:cNvSpPr>
              <p:nvPr>
                <p:custDataLst>
                  <p:tags r:id="rId32"/>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51" name="Text Box 33"/>
            <p:cNvSpPr txBox="1">
              <a:spLocks noChangeArrowheads="1"/>
            </p:cNvSpPr>
            <p:nvPr>
              <p:custDataLst>
                <p:tags r:id="rId33"/>
              </p:custDataLst>
            </p:nvPr>
          </p:nvSpPr>
          <p:spPr bwMode="auto">
            <a:xfrm>
              <a:off x="1372" y="2765"/>
              <a:ext cx="25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4</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a:xfrm>
            <a:off x="9448800" y="6488668"/>
            <a:ext cx="2743200" cy="365125"/>
          </a:xfrm>
        </p:spPr>
        <p:txBody>
          <a:bodyPr/>
          <a:lstStyle/>
          <a:p>
            <a:fld id="{AA3CC7E2-8005-4FB6-AC9B-1B7AC960AC3C}" type="slidenum">
              <a:rPr lang="zh-CN" altLang="en-US" smtClean="0"/>
            </a:fld>
            <a:endParaRPr lang="zh-CN" altLang="en-US" dirty="0"/>
          </a:p>
        </p:txBody>
      </p:sp>
      <p:sp>
        <p:nvSpPr>
          <p:cNvPr id="25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336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541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745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9506"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4"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7"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5"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3"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69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701"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 name="TextBox 40"/>
          <p:cNvSpPr txBox="1"/>
          <p:nvPr/>
        </p:nvSpPr>
        <p:spPr>
          <a:xfrm>
            <a:off x="412750" y="1340485"/>
            <a:ext cx="11088370" cy="2195195"/>
          </a:xfrm>
          <a:prstGeom prst="rect">
            <a:avLst/>
          </a:prstGeom>
          <a:noFill/>
        </p:spPr>
        <p:txBody>
          <a:bodyPr wrap="square" rtlCol="0">
            <a:spAutoFit/>
          </a:bodyPr>
          <a:lstStyle/>
          <a:p>
            <a:pPr marL="0" lvl="1" indent="457200" algn="just" latinLnBrk="0">
              <a:lnSpc>
                <a:spcPct val="120000"/>
              </a:lnSpc>
              <a:buClrTx/>
              <a:buSzTx/>
              <a:buFontTx/>
              <a:buNone/>
            </a:pPr>
            <a:r>
              <a:rPr sz="2200" dirty="0">
                <a:latin typeface="黑体" panose="02010609060101010101" charset="-122"/>
                <a:ea typeface="黑体" panose="02010609060101010101" charset="-122"/>
                <a:cs typeface="黑体" panose="02010609060101010101" charset="-122"/>
              </a:rPr>
              <a:t>省间交易即跨区跨省交易，主要依托目前特高压为主的省间输电通道，实现不同省的市场主体间的交易。近年来，我国逐步形成了“</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中长期为主、现货余缺互济，应急调度救急</a:t>
            </a:r>
            <a:r>
              <a:rPr sz="2200" dirty="0">
                <a:latin typeface="黑体" panose="02010609060101010101" charset="-122"/>
                <a:ea typeface="黑体" panose="02010609060101010101" charset="-122"/>
                <a:cs typeface="黑体" panose="02010609060101010101" charset="-122"/>
              </a:rPr>
              <a:t>”的省间电力保障体系，其中的市场手段主要包括</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中长期交易</a:t>
            </a:r>
            <a:r>
              <a:rPr sz="2200" dirty="0">
                <a:latin typeface="黑体" panose="02010609060101010101" charset="-122"/>
                <a:ea typeface="黑体" panose="02010609060101010101" charset="-122"/>
                <a:cs typeface="黑体" panose="02010609060101010101" charset="-122"/>
              </a:rPr>
              <a:t>与</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现货交易</a:t>
            </a:r>
            <a:r>
              <a:rPr sz="2200" dirty="0">
                <a:latin typeface="黑体" panose="02010609060101010101" charset="-122"/>
                <a:ea typeface="黑体" panose="02010609060101010101" charset="-122"/>
                <a:cs typeface="黑体" panose="02010609060101010101" charset="-122"/>
              </a:rPr>
              <a:t>。通过省间中长期交易，落实国家能源战略，实现能源资源大范围优化配置，促进清洁能源消纳和发展</a:t>
            </a:r>
            <a:r>
              <a:rPr lang="zh-CN" sz="2200" dirty="0">
                <a:latin typeface="黑体" panose="02010609060101010101" charset="-122"/>
                <a:ea typeface="黑体" panose="02010609060101010101" charset="-122"/>
                <a:cs typeface="黑体" panose="02010609060101010101" charset="-122"/>
              </a:rPr>
              <a:t>，筑牢电力保供</a:t>
            </a:r>
            <a:r>
              <a:rPr lang="en-US" altLang="zh-CN" sz="2200" dirty="0">
                <a:latin typeface="黑体" panose="02010609060101010101" charset="-122"/>
                <a:ea typeface="黑体" panose="02010609060101010101" charset="-122"/>
                <a:cs typeface="黑体" panose="02010609060101010101" charset="-122"/>
              </a:rPr>
              <a:t>“</a:t>
            </a:r>
            <a:r>
              <a:rPr lang="zh-CN" altLang="en-US" sz="2200" dirty="0">
                <a:latin typeface="黑体" panose="02010609060101010101" charset="-122"/>
                <a:ea typeface="黑体" panose="02010609060101010101" charset="-122"/>
                <a:cs typeface="黑体" panose="02010609060101010101" charset="-122"/>
              </a:rPr>
              <a:t>基本盘</a:t>
            </a:r>
            <a:r>
              <a:rPr lang="en-US" altLang="zh-CN" sz="2200" dirty="0">
                <a:latin typeface="黑体" panose="02010609060101010101" charset="-122"/>
                <a:ea typeface="黑体" panose="02010609060101010101" charset="-122"/>
                <a:cs typeface="黑体" panose="02010609060101010101" charset="-122"/>
              </a:rPr>
              <a:t>”</a:t>
            </a:r>
            <a:r>
              <a:rPr sz="2200" dirty="0">
                <a:latin typeface="黑体" panose="02010609060101010101" charset="-122"/>
                <a:ea typeface="黑体" panose="02010609060101010101" charset="-122"/>
                <a:cs typeface="黑体" panose="02010609060101010101" charset="-122"/>
              </a:rPr>
              <a:t>。通过省间现货交易，响应</a:t>
            </a:r>
            <a:r>
              <a:rPr lang="zh-CN" sz="2200" dirty="0">
                <a:latin typeface="黑体" panose="02010609060101010101" charset="-122"/>
                <a:ea typeface="黑体" panose="02010609060101010101" charset="-122"/>
                <a:cs typeface="黑体" panose="02010609060101010101" charset="-122"/>
              </a:rPr>
              <a:t>短时</a:t>
            </a:r>
            <a:r>
              <a:rPr sz="2200" dirty="0">
                <a:latin typeface="黑体" panose="02010609060101010101" charset="-122"/>
                <a:ea typeface="黑体" panose="02010609060101010101" charset="-122"/>
                <a:cs typeface="黑体" panose="02010609060101010101" charset="-122"/>
              </a:rPr>
              <a:t>电力</a:t>
            </a:r>
            <a:r>
              <a:rPr lang="zh-CN" sz="2200" dirty="0">
                <a:latin typeface="黑体" panose="02010609060101010101" charset="-122"/>
                <a:ea typeface="黑体" panose="02010609060101010101" charset="-122"/>
                <a:cs typeface="黑体" panose="02010609060101010101" charset="-122"/>
              </a:rPr>
              <a:t>电量</a:t>
            </a:r>
            <a:r>
              <a:rPr sz="2200" dirty="0">
                <a:latin typeface="黑体" panose="02010609060101010101" charset="-122"/>
                <a:ea typeface="黑体" panose="02010609060101010101" charset="-122"/>
                <a:cs typeface="黑体" panose="02010609060101010101" charset="-122"/>
              </a:rPr>
              <a:t>平衡需求。</a:t>
            </a:r>
            <a:endParaRPr sz="2200" dirty="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479425" y="4018280"/>
            <a:ext cx="6429375" cy="636905"/>
          </a:xfrm>
          <a:prstGeom prst="rect">
            <a:avLst/>
          </a:prstGeom>
          <a:noFill/>
        </p:spPr>
        <p:txBody>
          <a:bodyPr wrap="square" rtlCol="0">
            <a:noAutofit/>
          </a:bodyPr>
          <a:lstStyle/>
          <a:p>
            <a:pPr marL="0" lvl="1" indent="0" algn="just" latinLnBrk="0">
              <a:lnSpc>
                <a:spcPct val="120000"/>
              </a:lnSpc>
              <a:buClrTx/>
              <a:buSzTx/>
              <a:buFontTx/>
            </a:pP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省间中长期交易（年度、多月、月度、月内）</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右箭头 3"/>
          <p:cNvSpPr/>
          <p:nvPr/>
        </p:nvSpPr>
        <p:spPr>
          <a:xfrm>
            <a:off x="6739890" y="4149725"/>
            <a:ext cx="1224280" cy="360045"/>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8251825" y="4021455"/>
            <a:ext cx="3157855" cy="534035"/>
          </a:xfrm>
          <a:prstGeom prst="rect">
            <a:avLst/>
          </a:prstGeom>
          <a:noFill/>
        </p:spPr>
        <p:txBody>
          <a:bodyPr wrap="square" rtlCol="0">
            <a:spAutoFit/>
          </a:bodyPr>
          <a:lstStyle/>
          <a:p>
            <a:pPr marL="0" lvl="1" algn="just">
              <a:lnSpc>
                <a:spcPct val="120000"/>
              </a:lnSpc>
              <a:buClrTx/>
              <a:buSzTx/>
              <a:buFontTx/>
            </a:pP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北京电力交易中心</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970915" y="4655185"/>
            <a:ext cx="5848985" cy="534035"/>
          </a:xfrm>
          <a:prstGeom prst="rect">
            <a:avLst/>
          </a:prstGeom>
          <a:noFill/>
        </p:spPr>
        <p:txBody>
          <a:bodyPr wrap="square" rtlCol="0">
            <a:spAutoFit/>
          </a:bodyPr>
          <a:lstStyle/>
          <a:p>
            <a:pPr marL="0" lvl="1" algn="just">
              <a:lnSpc>
                <a:spcPct val="120000"/>
              </a:lnSpc>
              <a:buClrTx/>
              <a:buSzTx/>
              <a:buFontTx/>
            </a:pP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省间现货交易、应急调度（日前、日内）</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右箭头 6"/>
          <p:cNvSpPr/>
          <p:nvPr/>
        </p:nvSpPr>
        <p:spPr>
          <a:xfrm>
            <a:off x="6739890" y="4799330"/>
            <a:ext cx="1224280" cy="360045"/>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800">
              <a:sym typeface="+mn-ea"/>
            </a:endParaRPr>
          </a:p>
        </p:txBody>
      </p:sp>
      <p:sp>
        <p:nvSpPr>
          <p:cNvPr id="8" name="文本框 7"/>
          <p:cNvSpPr txBox="1"/>
          <p:nvPr/>
        </p:nvSpPr>
        <p:spPr>
          <a:xfrm>
            <a:off x="8759825" y="4660265"/>
            <a:ext cx="3157855" cy="534035"/>
          </a:xfrm>
          <a:prstGeom prst="rect">
            <a:avLst/>
          </a:prstGeom>
          <a:noFill/>
        </p:spPr>
        <p:txBody>
          <a:bodyPr wrap="square" rtlCol="0">
            <a:spAutoFit/>
          </a:bodyPr>
          <a:lstStyle/>
          <a:p>
            <a:pPr marL="0" lvl="1" algn="just">
              <a:lnSpc>
                <a:spcPct val="120000"/>
              </a:lnSpc>
              <a:buClrTx/>
              <a:buSzTx/>
              <a:buFontTx/>
            </a:pP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国调中心</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custDataLst>
              <p:tags r:id="rId1"/>
            </p:custDataLst>
          </p:nvPr>
        </p:nvSpPr>
        <p:spPr>
          <a:xfrm>
            <a:off x="191724" y="116340"/>
            <a:ext cx="10465163" cy="521970"/>
          </a:xfrm>
          <a:prstGeom prst="rect">
            <a:avLst/>
          </a:prstGeom>
          <a:noFill/>
        </p:spPr>
        <p:txBody>
          <a:bodyPr wrap="square" rtlCol="0">
            <a:spAutoFit/>
          </a:bodyPr>
          <a:lstStyle/>
          <a:p>
            <a:r>
              <a:rPr lang="en-US" altLang="zh-CN" sz="2800" b="1" dirty="0">
                <a:latin typeface="+mj-lt"/>
                <a:ea typeface="+mj-lt"/>
                <a:cs typeface="+mj-lt"/>
              </a:rPr>
              <a:t>1.</a:t>
            </a:r>
            <a:r>
              <a:rPr lang="zh-CN" altLang="en-US" sz="2800" b="1" dirty="0">
                <a:latin typeface="+mj-lt"/>
                <a:ea typeface="+mj-lt"/>
                <a:cs typeface="+mj-lt"/>
              </a:rPr>
              <a:t>省</a:t>
            </a:r>
            <a:r>
              <a:rPr lang="zh-CN" altLang="en-US" sz="2800" b="1" dirty="0" smtClean="0">
                <a:latin typeface="+mj-lt"/>
                <a:ea typeface="+mj-lt"/>
                <a:cs typeface="+mj-lt"/>
              </a:rPr>
              <a:t>间中长期交易概况</a:t>
            </a:r>
            <a:endParaRPr lang="zh-CN" altLang="en-US" sz="2800" b="1" dirty="0">
              <a:latin typeface="+mj-lt"/>
              <a:ea typeface="+mj-lt"/>
              <a:cs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3479" y="11634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2</a:t>
            </a:r>
            <a:r>
              <a:rPr lang="zh-CN" altLang="en-US" sz="2800" b="1" dirty="0">
                <a:latin typeface="+mj-lt"/>
                <a:ea typeface="+mj-lt"/>
                <a:cs typeface="+mj-lt"/>
              </a:rPr>
              <a:t>.</a:t>
            </a:r>
            <a:r>
              <a:rPr lang="en-US" altLang="zh-CN" sz="2800" b="1" dirty="0">
                <a:latin typeface="+mj-lt"/>
                <a:ea typeface="+mj-lt"/>
                <a:cs typeface="+mj-lt"/>
              </a:rPr>
              <a:t> </a:t>
            </a:r>
            <a:r>
              <a:rPr lang="zh-CN" altLang="en-US" sz="2800" b="1" dirty="0">
                <a:latin typeface="+mj-lt"/>
                <a:ea typeface="+mj-lt"/>
                <a:cs typeface="+mj-lt"/>
              </a:rPr>
              <a:t>不同时间周期的省</a:t>
            </a:r>
            <a:r>
              <a:rPr lang="zh-CN" altLang="en-US" sz="2800" b="1" dirty="0" smtClean="0">
                <a:latin typeface="+mj-lt"/>
                <a:ea typeface="+mj-lt"/>
                <a:cs typeface="+mj-lt"/>
              </a:rPr>
              <a:t>间中长期市场</a:t>
            </a:r>
            <a:r>
              <a:rPr lang="zh-CN" altLang="en-US" sz="2800" b="1" dirty="0">
                <a:latin typeface="+mj-lt"/>
                <a:ea typeface="+mj-lt"/>
                <a:cs typeface="+mj-lt"/>
              </a:rPr>
              <a:t>定位</a:t>
            </a:r>
            <a:endParaRPr lang="zh-CN" altLang="en-US" sz="2800" b="1" dirty="0">
              <a:latin typeface="+mj-lt"/>
              <a:ea typeface="+mj-lt"/>
              <a:cs typeface="+mj-lt"/>
            </a:endParaRPr>
          </a:p>
        </p:txBody>
      </p:sp>
      <p:sp>
        <p:nvSpPr>
          <p:cNvPr id="3" name="灯片编号占位符 2"/>
          <p:cNvSpPr>
            <a:spLocks noGrp="1"/>
          </p:cNvSpPr>
          <p:nvPr>
            <p:ph type="sldNum" sz="quarter" idx="11"/>
          </p:nvPr>
        </p:nvSpPr>
        <p:spPr>
          <a:xfrm>
            <a:off x="9448800" y="6488668"/>
            <a:ext cx="2743200" cy="365125"/>
          </a:xfrm>
        </p:spPr>
        <p:txBody>
          <a:bodyPr/>
          <a:lstStyle/>
          <a:p>
            <a:fld id="{AA3CC7E2-8005-4FB6-AC9B-1B7AC960AC3C}" type="slidenum">
              <a:rPr lang="zh-CN" altLang="en-US" smtClean="0"/>
            </a:fld>
            <a:endParaRPr lang="zh-CN" altLang="en-US" dirty="0"/>
          </a:p>
        </p:txBody>
      </p:sp>
      <p:sp>
        <p:nvSpPr>
          <p:cNvPr id="25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336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541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745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9506"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4"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7"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5"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3"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69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701"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矩形 27"/>
          <p:cNvSpPr/>
          <p:nvPr/>
        </p:nvSpPr>
        <p:spPr>
          <a:xfrm>
            <a:off x="624205" y="1917700"/>
            <a:ext cx="10615295" cy="1490345"/>
          </a:xfrm>
          <a:prstGeom prst="rect">
            <a:avLst/>
          </a:prstGeom>
        </p:spPr>
        <p:txBody>
          <a:bodyPr wrap="square">
            <a:spAutoFit/>
          </a:bodyPr>
          <a:lstStyle/>
          <a:p>
            <a:pPr marL="0" lvl="1" indent="0" algn="just">
              <a:lnSpc>
                <a:spcPct val="130000"/>
              </a:lnSpc>
            </a:pPr>
            <a:r>
              <a:rPr lang="en-US" altLang="zh-CN" sz="2000" b="1" dirty="0">
                <a:solidFill>
                  <a:srgbClr val="0070C0"/>
                </a:solidFill>
                <a:latin typeface="微软雅黑" panose="020B0503020204020204" pitchFamily="34" charset="-122"/>
                <a:ea typeface="微软雅黑" panose="020B0503020204020204" pitchFamily="34" charset="-122"/>
              </a:rPr>
              <a:t>      </a:t>
            </a:r>
            <a:r>
              <a:rPr lang="en-US" altLang="zh-CN" sz="2200" b="1" dirty="0">
                <a:solidFill>
                  <a:srgbClr val="0070C0"/>
                </a:solidFill>
                <a:latin typeface="微软雅黑" panose="020B0503020204020204" pitchFamily="34" charset="-122"/>
                <a:ea typeface="微软雅黑" panose="020B0503020204020204" pitchFamily="34" charset="-122"/>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月内市场：</a:t>
            </a:r>
            <a:r>
              <a:rPr sz="2200" dirty="0">
                <a:latin typeface="黑体" panose="02010609060101010101" charset="-122"/>
                <a:ea typeface="黑体" panose="02010609060101010101" charset="-122"/>
                <a:sym typeface="+mn-ea"/>
              </a:rPr>
              <a:t>在年度、月度市场基础上，月内市场按工作日连续开市，在坚持保供电、保新能源消纳优先，全网资源统筹的前提下，兼顾各通道规划送电方向及政府间协议，以</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时间优先</a:t>
            </a:r>
            <a:r>
              <a:rPr sz="2200" dirty="0">
                <a:latin typeface="黑体" panose="02010609060101010101" charset="-122"/>
                <a:ea typeface="黑体" panose="02010609060101010101" charset="-122"/>
                <a:sym typeface="+mn-ea"/>
              </a:rPr>
              <a:t>为原则</a:t>
            </a:r>
            <a:r>
              <a:rPr lang="zh-CN" sz="2200" dirty="0">
                <a:latin typeface="黑体" panose="02010609060101010101" charset="-122"/>
                <a:ea typeface="黑体" panose="02010609060101010101" charset="-122"/>
                <a:sym typeface="+mn-ea"/>
              </a:rPr>
              <a:t>开展</a:t>
            </a:r>
            <a:r>
              <a:rPr sz="2200" dirty="0">
                <a:latin typeface="黑体" panose="02010609060101010101" charset="-122"/>
                <a:ea typeface="黑体" panose="02010609060101010101" charset="-122"/>
                <a:sym typeface="+mn-ea"/>
              </a:rPr>
              <a:t>交易。</a:t>
            </a:r>
            <a:endParaRPr sz="2200" dirty="0">
              <a:latin typeface="黑体" panose="02010609060101010101" charset="-122"/>
              <a:ea typeface="黑体" panose="02010609060101010101" charset="-122"/>
              <a:sym typeface="+mn-ea"/>
            </a:endParaRPr>
          </a:p>
        </p:txBody>
      </p:sp>
      <p:sp>
        <p:nvSpPr>
          <p:cNvPr id="24" name="TextBox 39"/>
          <p:cNvSpPr txBox="1"/>
          <p:nvPr/>
        </p:nvSpPr>
        <p:spPr>
          <a:xfrm>
            <a:off x="624205" y="784860"/>
            <a:ext cx="10614660" cy="977265"/>
          </a:xfrm>
          <a:prstGeom prst="rect">
            <a:avLst/>
          </a:prstGeom>
          <a:noFill/>
        </p:spPr>
        <p:txBody>
          <a:bodyPr wrap="square" rtlCol="0">
            <a:spAutoFit/>
          </a:bodyPr>
          <a:lstStyle/>
          <a:p>
            <a:pPr indent="457200" algn="just">
              <a:lnSpc>
                <a:spcPct val="120000"/>
              </a:lnSpc>
            </a:pPr>
            <a:r>
              <a:rPr lang="en-US" altLang="zh-CN" sz="2200" b="1" dirty="0">
                <a:solidFill>
                  <a:srgbClr val="0070C0"/>
                </a:solidFill>
                <a:latin typeface="微软雅黑" panose="020B0503020204020204" pitchFamily="34" charset="-122"/>
                <a:ea typeface="微软雅黑" panose="020B0503020204020204" pitchFamily="34" charset="-122"/>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年度、月度（多月）市场：</a:t>
            </a:r>
            <a:r>
              <a:rPr sz="2200" dirty="0">
                <a:latin typeface="黑体" panose="02010609060101010101" charset="-122"/>
                <a:ea typeface="黑体" panose="02010609060101010101" charset="-122"/>
              </a:rPr>
              <a:t>立足</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保障国家规划电力潮流流向与省间电力供应基本格局</a:t>
            </a:r>
            <a:r>
              <a:rPr sz="2200" dirty="0">
                <a:latin typeface="黑体" panose="02010609060101010101" charset="-122"/>
                <a:ea typeface="黑体" panose="02010609060101010101" charset="-122"/>
              </a:rPr>
              <a:t>，落实省间优先发电计划，实现中长期合同高比例签约。</a:t>
            </a:r>
            <a:endParaRPr lang="en-US" altLang="zh-CN" sz="2200" dirty="0">
              <a:latin typeface="黑体" panose="02010609060101010101" charset="-122"/>
              <a:ea typeface="黑体" panose="02010609060101010101" charset="-122"/>
            </a:endParaRPr>
          </a:p>
        </p:txBody>
      </p:sp>
      <p:graphicFrame>
        <p:nvGraphicFramePr>
          <p:cNvPr id="4" name="对象 3"/>
          <p:cNvGraphicFramePr/>
          <p:nvPr/>
        </p:nvGraphicFramePr>
        <p:xfrm>
          <a:off x="4799965" y="3634105"/>
          <a:ext cx="7121525" cy="3223895"/>
        </p:xfrm>
        <a:graphic>
          <a:graphicData uri="http://schemas.openxmlformats.org/presentationml/2006/ole">
            <mc:AlternateContent xmlns:mc="http://schemas.openxmlformats.org/markup-compatibility/2006">
              <mc:Choice xmlns:v="urn:schemas-microsoft-com:vml" Requires="v">
                <p:oleObj spid="_x0000_s6149" name="" r:id="rId1" imgW="7835900" imgH="3429000" progId="Visio.Drawing.15">
                  <p:embed/>
                </p:oleObj>
              </mc:Choice>
              <mc:Fallback>
                <p:oleObj name="" r:id="rId1" imgW="7835900" imgH="3429000" progId="Visio.Drawing.15">
                  <p:embed/>
                  <p:pic>
                    <p:nvPicPr>
                      <p:cNvPr id="0" name="图片 4"/>
                      <p:cNvPicPr/>
                      <p:nvPr/>
                    </p:nvPicPr>
                    <p:blipFill>
                      <a:blip r:embed="rId2"/>
                      <a:stretch>
                        <a:fillRect/>
                      </a:stretch>
                    </p:blipFill>
                    <p:spPr>
                      <a:xfrm>
                        <a:off x="4799965" y="3634105"/>
                        <a:ext cx="7121525" cy="3223895"/>
                      </a:xfrm>
                      <a:prstGeom prst="rect">
                        <a:avLst/>
                      </a:prstGeom>
                    </p:spPr>
                  </p:pic>
                </p:oleObj>
              </mc:Fallback>
            </mc:AlternateContent>
          </a:graphicData>
        </a:graphic>
      </p:graphicFrame>
      <p:sp>
        <p:nvSpPr>
          <p:cNvPr id="6" name="文本框 5"/>
          <p:cNvSpPr txBox="1"/>
          <p:nvPr/>
        </p:nvSpPr>
        <p:spPr>
          <a:xfrm>
            <a:off x="263525" y="3933190"/>
            <a:ext cx="4187190" cy="2484755"/>
          </a:xfrm>
          <a:prstGeom prst="rect">
            <a:avLst/>
          </a:prstGeom>
          <a:noFill/>
        </p:spPr>
        <p:txBody>
          <a:bodyPr wrap="square" rtlCol="0">
            <a:spAutoFit/>
          </a:bodyPr>
          <a:lstStyle/>
          <a:p>
            <a:pPr marL="285750" indent="-285750" algn="l" latinLnBrk="0">
              <a:lnSpc>
                <a:spcPct val="130000"/>
              </a:lnSpc>
              <a:spcAft>
                <a:spcPts val="1200"/>
              </a:spcAft>
              <a:buClrTx/>
              <a:buSzTx/>
              <a:buFont typeface="Arial" panose="020B0604020202020204" pitchFamily="34" charset="0"/>
              <a:buChar char="•"/>
            </a:pPr>
            <a:r>
              <a:rPr lang="zh-CN" altLang="en-US" sz="1600">
                <a:latin typeface="黑体" panose="02010609060101010101" charset="-122"/>
                <a:ea typeface="黑体" panose="02010609060101010101" charset="-122"/>
                <a:cs typeface="黑体" panose="02010609060101010101" charset="-122"/>
              </a:rPr>
              <a:t>由年度、月度、月内中长期市场与现货市场、应急调度一同构成适应电力资源配置与电力保供要求的</a:t>
            </a:r>
            <a:r>
              <a:rPr lang="zh-CN" altLang="en-US" sz="1600" b="1">
                <a:solidFill>
                  <a:srgbClr val="00B0F0"/>
                </a:solidFill>
                <a:latin typeface="黑体" panose="02010609060101010101" charset="-122"/>
                <a:ea typeface="黑体" panose="02010609060101010101" charset="-122"/>
                <a:cs typeface="黑体" panose="02010609060101010101" charset="-122"/>
              </a:rPr>
              <a:t>省间电能量市场体系</a:t>
            </a:r>
            <a:r>
              <a:rPr lang="zh-CN" altLang="en-US" sz="1600">
                <a:latin typeface="黑体" panose="02010609060101010101" charset="-122"/>
                <a:ea typeface="黑体" panose="02010609060101010101" charset="-122"/>
                <a:cs typeface="黑体" panose="02010609060101010101" charset="-122"/>
              </a:rPr>
              <a:t>。</a:t>
            </a:r>
            <a:endParaRPr lang="zh-CN" altLang="en-US" sz="1600">
              <a:latin typeface="黑体" panose="02010609060101010101" charset="-122"/>
              <a:ea typeface="黑体" panose="02010609060101010101" charset="-122"/>
              <a:cs typeface="黑体" panose="02010609060101010101" charset="-122"/>
            </a:endParaRPr>
          </a:p>
          <a:p>
            <a:pPr marL="285750" indent="-285750" algn="l" latinLnBrk="0">
              <a:lnSpc>
                <a:spcPct val="130000"/>
              </a:lnSpc>
              <a:spcAft>
                <a:spcPts val="1200"/>
              </a:spcAft>
              <a:buClrTx/>
              <a:buSzTx/>
              <a:buFont typeface="Arial" panose="020B0604020202020204" pitchFamily="34" charset="0"/>
              <a:buChar char="•"/>
            </a:pPr>
            <a:r>
              <a:rPr lang="zh-CN" altLang="en-US" sz="1600">
                <a:latin typeface="黑体" panose="02010609060101010101" charset="-122"/>
                <a:ea typeface="黑体" panose="02010609060101010101" charset="-122"/>
                <a:cs typeface="黑体" panose="02010609060101010101" charset="-122"/>
              </a:rPr>
              <a:t>按照</a:t>
            </a:r>
            <a:r>
              <a:rPr lang="zh-CN" sz="1600">
                <a:latin typeface="黑体" panose="02010609060101010101" charset="-122"/>
                <a:ea typeface="黑体" panose="02010609060101010101" charset="-122"/>
                <a:cs typeface="黑体" panose="02010609060101010101" charset="-122"/>
              </a:rPr>
              <a:t>国家关于电力中长期合同签约的有关</a:t>
            </a:r>
            <a:r>
              <a:rPr lang="zh-CN" altLang="en-US" sz="1600">
                <a:latin typeface="黑体" panose="02010609060101010101" charset="-122"/>
                <a:ea typeface="黑体" panose="02010609060101010101" charset="-122"/>
                <a:cs typeface="黑体" panose="02010609060101010101" charset="-122"/>
              </a:rPr>
              <a:t>要求，年度</a:t>
            </a:r>
            <a:r>
              <a:rPr lang="en-US" altLang="zh-CN" sz="1600">
                <a:latin typeface="黑体" panose="02010609060101010101" charset="-122"/>
                <a:ea typeface="黑体" panose="02010609060101010101" charset="-122"/>
                <a:cs typeface="黑体" panose="02010609060101010101" charset="-122"/>
              </a:rPr>
              <a:t>+</a:t>
            </a:r>
            <a:r>
              <a:rPr lang="zh-CN" altLang="en-US" sz="1600">
                <a:latin typeface="黑体" panose="02010609060101010101" charset="-122"/>
                <a:ea typeface="黑体" panose="02010609060101010101" charset="-122"/>
                <a:cs typeface="黑体" panose="02010609060101010101" charset="-122"/>
              </a:rPr>
              <a:t>月度市场成交规模占比</a:t>
            </a:r>
            <a:r>
              <a:rPr lang="zh-CN" altLang="en-US" sz="1600" b="1">
                <a:solidFill>
                  <a:srgbClr val="00B0F0"/>
                </a:solidFill>
                <a:latin typeface="黑体" panose="02010609060101010101" charset="-122"/>
                <a:ea typeface="黑体" panose="02010609060101010101" charset="-122"/>
                <a:cs typeface="黑体" panose="02010609060101010101" charset="-122"/>
              </a:rPr>
              <a:t>不低于</a:t>
            </a:r>
            <a:r>
              <a:rPr lang="en-US" altLang="zh-CN" sz="1600" b="1">
                <a:solidFill>
                  <a:srgbClr val="00B0F0"/>
                </a:solidFill>
                <a:latin typeface="黑体" panose="02010609060101010101" charset="-122"/>
                <a:ea typeface="黑体" panose="02010609060101010101" charset="-122"/>
                <a:cs typeface="黑体" panose="02010609060101010101" charset="-122"/>
              </a:rPr>
              <a:t>90%</a:t>
            </a:r>
            <a:r>
              <a:rPr lang="zh-CN" altLang="en-US" sz="1600">
                <a:latin typeface="黑体" panose="02010609060101010101" charset="-122"/>
                <a:ea typeface="黑体" panose="02010609060101010101" charset="-122"/>
                <a:cs typeface="黑体" panose="02010609060101010101" charset="-122"/>
              </a:rPr>
              <a:t>，月内中长期市场与现货市场有机衔接，满足剩余</a:t>
            </a:r>
            <a:r>
              <a:rPr lang="en-US" altLang="zh-CN" sz="1600">
                <a:latin typeface="黑体" panose="02010609060101010101" charset="-122"/>
                <a:ea typeface="黑体" panose="02010609060101010101" charset="-122"/>
                <a:cs typeface="黑体" panose="02010609060101010101" charset="-122"/>
              </a:rPr>
              <a:t>10%</a:t>
            </a:r>
            <a:r>
              <a:rPr lang="zh-CN" altLang="en-US" sz="1600">
                <a:latin typeface="黑体" panose="02010609060101010101" charset="-122"/>
                <a:ea typeface="黑体" panose="02010609060101010101" charset="-122"/>
                <a:cs typeface="黑体" panose="02010609060101010101" charset="-122"/>
              </a:rPr>
              <a:t>的电量需求。</a:t>
            </a:r>
            <a:endParaRPr lang="zh-CN" altLang="en-US" sz="16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8" name="文本框 7"/>
          <p:cNvSpPr txBox="1"/>
          <p:nvPr/>
        </p:nvSpPr>
        <p:spPr>
          <a:xfrm>
            <a:off x="263479" y="18873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3. </a:t>
            </a:r>
            <a:r>
              <a:rPr lang="zh-CN" altLang="en-US" sz="2800" b="1" dirty="0">
                <a:latin typeface="+mj-lt"/>
                <a:ea typeface="+mj-lt"/>
                <a:cs typeface="+mj-lt"/>
              </a:rPr>
              <a:t>电力市场政策规则体系</a:t>
            </a:r>
            <a:endParaRPr lang="zh-CN" altLang="en-US" sz="2800" b="1" dirty="0">
              <a:latin typeface="+mj-lt"/>
              <a:ea typeface="+mj-lt"/>
              <a:cs typeface="+mj-lt"/>
            </a:endParaRPr>
          </a:p>
        </p:txBody>
      </p:sp>
      <p:grpSp>
        <p:nvGrpSpPr>
          <p:cNvPr id="6" name="组合 5"/>
          <p:cNvGrpSpPr/>
          <p:nvPr/>
        </p:nvGrpSpPr>
        <p:grpSpPr>
          <a:xfrm>
            <a:off x="447922" y="2756156"/>
            <a:ext cx="2267715" cy="902160"/>
            <a:chOff x="1221" y="3817"/>
            <a:chExt cx="3462" cy="1140"/>
          </a:xfrm>
        </p:grpSpPr>
        <p:sp>
          <p:nvSpPr>
            <p:cNvPr id="2" name="剪去单角的矩形 7"/>
            <p:cNvSpPr/>
            <p:nvPr/>
          </p:nvSpPr>
          <p:spPr>
            <a:xfrm>
              <a:off x="1976" y="3818"/>
              <a:ext cx="2029" cy="946"/>
            </a:xfrm>
            <a:prstGeom prst="snip1Rect">
              <a:avLst>
                <a:gd name="adj" fmla="val 35488"/>
              </a:avLst>
            </a:prstGeom>
            <a:no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1"/>
            <p:cNvSpPr/>
            <p:nvPr/>
          </p:nvSpPr>
          <p:spPr>
            <a:xfrm>
              <a:off x="1221" y="3817"/>
              <a:ext cx="752" cy="948"/>
            </a:xfrm>
            <a:prstGeom prst="rect">
              <a:avLst/>
            </a:prstGeom>
            <a:solidFill>
              <a:srgbClr val="0265B5"/>
            </a:solid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13"/>
            <p:cNvSpPr txBox="1"/>
            <p:nvPr/>
          </p:nvSpPr>
          <p:spPr>
            <a:xfrm>
              <a:off x="1290" y="4068"/>
              <a:ext cx="645" cy="467"/>
            </a:xfrm>
            <a:prstGeom prst="rect">
              <a:avLst/>
            </a:prstGeom>
            <a:noFill/>
          </p:spPr>
          <p:txBody>
            <a:bodyPr wrap="square" rtlCol="0">
              <a:spAutoFit/>
            </a:bodyPr>
            <a:lstStyle/>
            <a:p>
              <a:pPr algn="ctr"/>
              <a:r>
                <a:rPr lang="en-US" altLang="zh-CN" dirty="0">
                  <a:solidFill>
                    <a:schemeClr val="bg1"/>
                  </a:solidFill>
                  <a:latin typeface="Impact" panose="020B0806030902050204" pitchFamily="34" charset="0"/>
                  <a:cs typeface="Impact" panose="020B0806030902050204" pitchFamily="34" charset="0"/>
                </a:rPr>
                <a:t>1</a:t>
              </a:r>
              <a:endParaRPr lang="en-US" altLang="zh-CN" dirty="0">
                <a:solidFill>
                  <a:schemeClr val="bg1"/>
                </a:solidFill>
                <a:latin typeface="Impact" panose="020B0806030902050204" pitchFamily="34" charset="0"/>
                <a:cs typeface="Impact" panose="020B0806030902050204" pitchFamily="34" charset="0"/>
              </a:endParaRPr>
            </a:p>
          </p:txBody>
        </p:sp>
        <p:sp>
          <p:nvSpPr>
            <p:cNvPr id="10" name="文本框 16"/>
            <p:cNvSpPr txBox="1"/>
            <p:nvPr/>
          </p:nvSpPr>
          <p:spPr>
            <a:xfrm>
              <a:off x="1524" y="3891"/>
              <a:ext cx="3159" cy="1066"/>
            </a:xfrm>
            <a:prstGeom prst="rect">
              <a:avLst/>
            </a:prstGeom>
            <a:noFill/>
          </p:spPr>
          <p:txBody>
            <a:bodyPr wrap="square" rtlCol="0">
              <a:spAutoFit/>
            </a:bodyPr>
            <a:lstStyle/>
            <a:p>
              <a:pPr algn="l">
                <a:buClrTx/>
                <a:buSzTx/>
                <a:buNone/>
              </a:pPr>
              <a:r>
                <a:rPr lang="en-US" altLang="zh-CN" sz="20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基础规则</a:t>
              </a:r>
              <a:endPar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buClrTx/>
                <a:buSzTx/>
                <a:buNone/>
              </a:pPr>
              <a:r>
                <a:rPr lang="zh-CN" altLang="en-US"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GB" altLang="zh-CN"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1" name="单圆角矩形 43"/>
          <p:cNvSpPr/>
          <p:nvPr/>
        </p:nvSpPr>
        <p:spPr>
          <a:xfrm flipH="1" flipV="1">
            <a:off x="2416770" y="2769126"/>
            <a:ext cx="7106743"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61"/>
          <p:cNvGrpSpPr/>
          <p:nvPr/>
        </p:nvGrpSpPr>
        <p:grpSpPr>
          <a:xfrm>
            <a:off x="447922" y="3783573"/>
            <a:ext cx="2162175" cy="750217"/>
            <a:chOff x="1221" y="3817"/>
            <a:chExt cx="3405" cy="948"/>
          </a:xfrm>
        </p:grpSpPr>
        <p:sp>
          <p:nvSpPr>
            <p:cNvPr id="15" name="剪去单角的矩形 62"/>
            <p:cNvSpPr/>
            <p:nvPr/>
          </p:nvSpPr>
          <p:spPr>
            <a:xfrm>
              <a:off x="1976" y="3818"/>
              <a:ext cx="2117" cy="946"/>
            </a:xfrm>
            <a:prstGeom prst="snip1Rect">
              <a:avLst>
                <a:gd name="adj" fmla="val 33579"/>
              </a:avLst>
            </a:prstGeom>
            <a:no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63"/>
            <p:cNvSpPr/>
            <p:nvPr/>
          </p:nvSpPr>
          <p:spPr>
            <a:xfrm>
              <a:off x="1221" y="3817"/>
              <a:ext cx="752" cy="948"/>
            </a:xfrm>
            <a:prstGeom prst="rect">
              <a:avLst/>
            </a:prstGeom>
            <a:solidFill>
              <a:srgbClr val="0265B5"/>
            </a:solid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64"/>
            <p:cNvSpPr txBox="1"/>
            <p:nvPr/>
          </p:nvSpPr>
          <p:spPr>
            <a:xfrm>
              <a:off x="1290" y="4068"/>
              <a:ext cx="645" cy="467"/>
            </a:xfrm>
            <a:prstGeom prst="rect">
              <a:avLst/>
            </a:prstGeom>
            <a:noFill/>
          </p:spPr>
          <p:txBody>
            <a:bodyPr wrap="square" rtlCol="0">
              <a:spAutoFit/>
            </a:bodyPr>
            <a:lstStyle/>
            <a:p>
              <a:pPr algn="ctr"/>
              <a:r>
                <a:rPr lang="en-US" altLang="zh-CN" dirty="0">
                  <a:solidFill>
                    <a:schemeClr val="bg1"/>
                  </a:solidFill>
                  <a:latin typeface="Impact" panose="020B0806030902050204" pitchFamily="34" charset="0"/>
                  <a:cs typeface="Impact" panose="020B0806030902050204" pitchFamily="34" charset="0"/>
                </a:rPr>
                <a:t>3</a:t>
              </a:r>
              <a:endParaRPr lang="en-US" altLang="zh-CN" dirty="0">
                <a:solidFill>
                  <a:schemeClr val="bg1"/>
                </a:solidFill>
                <a:latin typeface="Impact" panose="020B0806030902050204" pitchFamily="34" charset="0"/>
                <a:cs typeface="Impact" panose="020B0806030902050204" pitchFamily="34" charset="0"/>
              </a:endParaRPr>
            </a:p>
          </p:txBody>
        </p:sp>
        <p:sp>
          <p:nvSpPr>
            <p:cNvPr id="20" name="文本框 65"/>
            <p:cNvSpPr txBox="1"/>
            <p:nvPr/>
          </p:nvSpPr>
          <p:spPr>
            <a:xfrm>
              <a:off x="1467" y="3890"/>
              <a:ext cx="3159" cy="778"/>
            </a:xfrm>
            <a:prstGeom prst="rect">
              <a:avLst/>
            </a:prstGeom>
            <a:noFill/>
          </p:spPr>
          <p:txBody>
            <a:bodyPr wrap="square" rtlCol="0">
              <a:spAutoFit/>
            </a:bodyPr>
            <a:lstStyle/>
            <a:p>
              <a:pPr algn="l">
                <a:buClrTx/>
                <a:buSzTx/>
                <a:buNone/>
              </a:pPr>
              <a:r>
                <a:rPr lang="en-US" altLang="zh-CN" sz="20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主干规则</a:t>
              </a:r>
              <a:endPar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buClrTx/>
                <a:buSzTx/>
                <a:buNone/>
              </a:pPr>
              <a:r>
                <a:rPr lang="zh-CN" altLang="en-US"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GB" altLang="zh-CN"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ground rules</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1" name="组合 20"/>
          <p:cNvGrpSpPr/>
          <p:nvPr/>
        </p:nvGrpSpPr>
        <p:grpSpPr>
          <a:xfrm>
            <a:off x="407917" y="4833394"/>
            <a:ext cx="2169795" cy="750217"/>
            <a:chOff x="1221" y="3817"/>
            <a:chExt cx="3417" cy="948"/>
          </a:xfrm>
        </p:grpSpPr>
        <p:sp>
          <p:nvSpPr>
            <p:cNvPr id="22" name="剪去单角的矩形 67"/>
            <p:cNvSpPr/>
            <p:nvPr/>
          </p:nvSpPr>
          <p:spPr>
            <a:xfrm>
              <a:off x="1976" y="3818"/>
              <a:ext cx="2180" cy="946"/>
            </a:xfrm>
            <a:prstGeom prst="snip1Rect">
              <a:avLst>
                <a:gd name="adj" fmla="val 39305"/>
              </a:avLst>
            </a:prstGeom>
            <a:no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68"/>
            <p:cNvSpPr/>
            <p:nvPr/>
          </p:nvSpPr>
          <p:spPr>
            <a:xfrm>
              <a:off x="1221" y="3817"/>
              <a:ext cx="752" cy="948"/>
            </a:xfrm>
            <a:prstGeom prst="rect">
              <a:avLst/>
            </a:prstGeom>
            <a:solidFill>
              <a:srgbClr val="0265B5"/>
            </a:solidFill>
            <a:ln>
              <a:solidFill>
                <a:srgbClr val="026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69"/>
            <p:cNvSpPr txBox="1"/>
            <p:nvPr/>
          </p:nvSpPr>
          <p:spPr>
            <a:xfrm>
              <a:off x="1290" y="4068"/>
              <a:ext cx="645" cy="467"/>
            </a:xfrm>
            <a:prstGeom prst="rect">
              <a:avLst/>
            </a:prstGeom>
            <a:noFill/>
          </p:spPr>
          <p:txBody>
            <a:bodyPr wrap="square" rtlCol="0">
              <a:spAutoFit/>
            </a:bodyPr>
            <a:lstStyle/>
            <a:p>
              <a:pPr algn="ctr"/>
              <a:r>
                <a:rPr lang="en-US" altLang="zh-CN" dirty="0">
                  <a:solidFill>
                    <a:schemeClr val="bg1"/>
                  </a:solidFill>
                  <a:latin typeface="Impact" panose="020B0806030902050204" pitchFamily="34" charset="0"/>
                  <a:cs typeface="Impact" panose="020B0806030902050204" pitchFamily="34" charset="0"/>
                </a:rPr>
                <a:t>3</a:t>
              </a:r>
              <a:endParaRPr lang="en-US" altLang="zh-CN" dirty="0">
                <a:solidFill>
                  <a:schemeClr val="bg1"/>
                </a:solidFill>
                <a:latin typeface="Impact" panose="020B0806030902050204" pitchFamily="34" charset="0"/>
                <a:cs typeface="Impact" panose="020B0806030902050204" pitchFamily="34" charset="0"/>
              </a:endParaRPr>
            </a:p>
          </p:txBody>
        </p:sp>
        <p:sp>
          <p:nvSpPr>
            <p:cNvPr id="25" name="文本框 70"/>
            <p:cNvSpPr txBox="1"/>
            <p:nvPr/>
          </p:nvSpPr>
          <p:spPr>
            <a:xfrm>
              <a:off x="1479" y="3930"/>
              <a:ext cx="3159" cy="778"/>
            </a:xfrm>
            <a:prstGeom prst="rect">
              <a:avLst/>
            </a:prstGeom>
            <a:noFill/>
          </p:spPr>
          <p:txBody>
            <a:bodyPr wrap="square" rtlCol="0">
              <a:spAutoFit/>
            </a:bodyPr>
            <a:lstStyle/>
            <a:p>
              <a:pPr algn="l">
                <a:buClrTx/>
                <a:buSzTx/>
                <a:buNone/>
              </a:pPr>
              <a:r>
                <a:rPr lang="en-US" altLang="zh-CN" sz="20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支撑规则</a:t>
              </a:r>
              <a:endPar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buClrTx/>
                <a:buSzTx/>
                <a:buNone/>
              </a:pPr>
              <a:r>
                <a:rPr lang="zh-CN" altLang="en-US"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GB" altLang="zh-CN"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Support Rules</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6" name="文本框 71"/>
          <p:cNvSpPr txBox="1"/>
          <p:nvPr/>
        </p:nvSpPr>
        <p:spPr>
          <a:xfrm>
            <a:off x="3628911" y="2858602"/>
            <a:ext cx="4682459" cy="615553"/>
          </a:xfrm>
          <a:prstGeom prst="rect">
            <a:avLst/>
          </a:prstGeom>
          <a:noFill/>
        </p:spPr>
        <p:txBody>
          <a:bodyPr wrap="square" rtlCol="0">
            <a:spAutoFit/>
          </a:bodyPr>
          <a:lstStyle/>
          <a:p>
            <a:pPr algn="ctr">
              <a:buClrTx/>
              <a:buSzTx/>
              <a:buNone/>
            </a:pPr>
            <a:r>
              <a:rPr lang="zh-CN" altLang="en-US"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电力市场运行基本规则</a:t>
            </a:r>
            <a:endParaRPr lang="en-US" altLang="zh-CN" sz="20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4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the operation of the electricity market</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单圆角矩形 43"/>
          <p:cNvSpPr/>
          <p:nvPr/>
        </p:nvSpPr>
        <p:spPr>
          <a:xfrm flipH="1" flipV="1">
            <a:off x="2416770" y="3808077"/>
            <a:ext cx="2283815"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单圆角矩形 43"/>
          <p:cNvSpPr/>
          <p:nvPr/>
        </p:nvSpPr>
        <p:spPr>
          <a:xfrm flipH="1" flipV="1">
            <a:off x="4857170" y="3813206"/>
            <a:ext cx="2199213"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单圆角矩形 43"/>
          <p:cNvSpPr/>
          <p:nvPr/>
        </p:nvSpPr>
        <p:spPr>
          <a:xfrm flipH="1" flipV="1">
            <a:off x="7239699" y="3808077"/>
            <a:ext cx="2283814"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75"/>
          <p:cNvSpPr txBox="1"/>
          <p:nvPr/>
        </p:nvSpPr>
        <p:spPr>
          <a:xfrm>
            <a:off x="2375079" y="3857416"/>
            <a:ext cx="2354082"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中长期交易基本规则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Medium- and Long-Term Trading of Electricity</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文本框 76"/>
          <p:cNvSpPr txBox="1"/>
          <p:nvPr/>
        </p:nvSpPr>
        <p:spPr>
          <a:xfrm>
            <a:off x="4802942" y="3860357"/>
            <a:ext cx="2283815"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电力现货市场基本规则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Electricity Spot Market Basic Rules</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文本框 77"/>
          <p:cNvSpPr txBox="1"/>
          <p:nvPr/>
        </p:nvSpPr>
        <p:spPr>
          <a:xfrm>
            <a:off x="7184371" y="3839656"/>
            <a:ext cx="2387184"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辅助服务市场基本规则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the Electricity Ancillary Services Market</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单圆角矩形 43"/>
          <p:cNvSpPr/>
          <p:nvPr/>
        </p:nvSpPr>
        <p:spPr>
          <a:xfrm flipH="1" flipV="1">
            <a:off x="2399624" y="4837803"/>
            <a:ext cx="2552071"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单圆角矩形 43"/>
          <p:cNvSpPr/>
          <p:nvPr/>
        </p:nvSpPr>
        <p:spPr>
          <a:xfrm flipH="1" flipV="1">
            <a:off x="5013922" y="4842932"/>
            <a:ext cx="1915830" cy="748633"/>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单圆角矩形 43"/>
          <p:cNvSpPr/>
          <p:nvPr/>
        </p:nvSpPr>
        <p:spPr>
          <a:xfrm flipH="1" flipV="1">
            <a:off x="7049168" y="4834977"/>
            <a:ext cx="2477987" cy="747842"/>
          </a:xfrm>
          <a:prstGeom prst="snipRoundRect">
            <a:avLst>
              <a:gd name="adj1" fmla="val 0"/>
              <a:gd name="adj2" fmla="val 16667"/>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81"/>
          <p:cNvSpPr txBox="1"/>
          <p:nvPr/>
        </p:nvSpPr>
        <p:spPr>
          <a:xfrm>
            <a:off x="2368272" y="4892747"/>
            <a:ext cx="2620252"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市场信息披露基本规则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Disclosure of Information in the Electricity Market</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文本框 82"/>
          <p:cNvSpPr txBox="1"/>
          <p:nvPr/>
        </p:nvSpPr>
        <p:spPr>
          <a:xfrm>
            <a:off x="5010113" y="4870777"/>
            <a:ext cx="1869474"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市场注册基本规则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Electricity Market Registration</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文本框 83"/>
          <p:cNvSpPr txBox="1"/>
          <p:nvPr/>
        </p:nvSpPr>
        <p:spPr>
          <a:xfrm>
            <a:off x="6980172" y="4854299"/>
            <a:ext cx="2546985" cy="677108"/>
          </a:xfrm>
          <a:prstGeom prst="rect">
            <a:avLst/>
          </a:prstGeom>
          <a:noFill/>
        </p:spPr>
        <p:txBody>
          <a:bodyPr wrap="square" rtlCol="0">
            <a:spAutoFit/>
          </a:bodyPr>
          <a:lstStyle/>
          <a:p>
            <a:pPr algn="ctr">
              <a:buClrTx/>
              <a:buSzTx/>
              <a:buNone/>
            </a:pPr>
            <a:r>
              <a:rPr lang="zh-CN" altLang="en-US"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市场计量结算基本规则</a:t>
            </a:r>
            <a:endParaRPr lang="en-US" altLang="zh-CN" sz="1600" b="1"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ClrTx/>
              <a:buSzTx/>
              <a:buNone/>
            </a:pPr>
            <a:r>
              <a:rPr lang="en-GB" altLang="zh-CN" sz="1100" dirty="0">
                <a:solidFill>
                  <a:srgbClr val="0265B5"/>
                </a:solidFill>
                <a:latin typeface="微软雅黑" panose="020B0503020204020204" pitchFamily="34" charset="-122"/>
                <a:ea typeface="微软雅黑" panose="020B0503020204020204" pitchFamily="34" charset="-122"/>
                <a:cs typeface="微软雅黑" panose="020B0503020204020204" pitchFamily="34" charset="-122"/>
                <a:sym typeface="+mn-ea"/>
              </a:rPr>
              <a:t>Basic rules for metering and settlement in the electricity market</a:t>
            </a:r>
            <a:endParaRPr lang="zh-CN" altLang="en-US"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文本框 84"/>
          <p:cNvSpPr txBox="1"/>
          <p:nvPr/>
        </p:nvSpPr>
        <p:spPr>
          <a:xfrm>
            <a:off x="4032185" y="5784215"/>
            <a:ext cx="305457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zh-CN"/>
            </a:defPPr>
            <a:lvl1pPr marL="0" marR="0" lvl="0" indent="0" algn="ctr" defTabSz="914400" latinLnBrk="0">
              <a:lnSpc>
                <a:spcPct val="100000"/>
              </a:lnSpc>
              <a:buClrTx/>
              <a:buSzTx/>
              <a:buFontTx/>
              <a:buNone/>
              <a:defRPr kumimoji="0" sz="2000" b="1" i="0" u="none" strike="noStrike" cap="none" normalizeH="0" baseline="0">
                <a:ln>
                  <a:noFill/>
                </a:ln>
                <a:effectLst/>
                <a:latin typeface="+mn-ea"/>
                <a:ea typeface="+mn-ea"/>
              </a:defRPr>
            </a:lvl1pPr>
          </a:lstStyle>
          <a:p>
            <a:r>
              <a:rPr lang="zh-CN" altLang="en-US" dirty="0"/>
              <a:t>“</a:t>
            </a:r>
            <a:r>
              <a:rPr lang="en-US" altLang="zh-CN" dirty="0"/>
              <a:t>1+N”</a:t>
            </a:r>
            <a:r>
              <a:rPr lang="zh-CN" altLang="en-US" dirty="0"/>
              <a:t>基础规则体系</a:t>
            </a:r>
            <a:endParaRPr lang="en-US" altLang="zh-CN" dirty="0"/>
          </a:p>
        </p:txBody>
      </p:sp>
      <p:pic>
        <p:nvPicPr>
          <p:cNvPr id="41" name="图片 2"/>
          <p:cNvPicPr>
            <a:picLocks noChangeAspect="1"/>
          </p:cNvPicPr>
          <p:nvPr/>
        </p:nvPicPr>
        <p:blipFill>
          <a:blip r:embed="rId1"/>
          <a:stretch>
            <a:fillRect/>
          </a:stretch>
        </p:blipFill>
        <p:spPr>
          <a:xfrm>
            <a:off x="9581588" y="2423786"/>
            <a:ext cx="1518900" cy="2160000"/>
          </a:xfrm>
          <a:prstGeom prst="rect">
            <a:avLst/>
          </a:prstGeom>
          <a:effectLst>
            <a:outerShdw blurRad="50800" dist="38100" dir="2700000" algn="tl" rotWithShape="0">
              <a:prstClr val="black">
                <a:alpha val="40000"/>
              </a:prstClr>
            </a:outerShdw>
          </a:effectLst>
        </p:spPr>
      </p:pic>
      <p:pic>
        <p:nvPicPr>
          <p:cNvPr id="42" name="图片 6"/>
          <p:cNvPicPr>
            <a:picLocks noChangeAspect="1"/>
          </p:cNvPicPr>
          <p:nvPr/>
        </p:nvPicPr>
        <p:blipFill>
          <a:blip r:embed="rId2"/>
          <a:stretch>
            <a:fillRect/>
          </a:stretch>
        </p:blipFill>
        <p:spPr>
          <a:xfrm>
            <a:off x="9979261" y="2959353"/>
            <a:ext cx="1528020" cy="2160000"/>
          </a:xfrm>
          <a:prstGeom prst="rect">
            <a:avLst/>
          </a:prstGeom>
          <a:effectLst>
            <a:outerShdw blurRad="50800" dist="38100" dir="2700000" algn="tl" rotWithShape="0">
              <a:prstClr val="black">
                <a:alpha val="40000"/>
              </a:prstClr>
            </a:outerShdw>
          </a:effectLst>
        </p:spPr>
      </p:pic>
      <p:pic>
        <p:nvPicPr>
          <p:cNvPr id="13" name="图片 3"/>
          <p:cNvPicPr>
            <a:picLocks noChangeAspect="1"/>
          </p:cNvPicPr>
          <p:nvPr/>
        </p:nvPicPr>
        <p:blipFill>
          <a:blip r:embed="rId3"/>
          <a:stretch>
            <a:fillRect/>
          </a:stretch>
        </p:blipFill>
        <p:spPr>
          <a:xfrm>
            <a:off x="10373520" y="3494920"/>
            <a:ext cx="1504620" cy="2160000"/>
          </a:xfrm>
          <a:prstGeom prst="rect">
            <a:avLst/>
          </a:prstGeom>
          <a:effectLst>
            <a:outerShdw blurRad="50800" dist="38100" dir="2700000" algn="tl" rotWithShape="0">
              <a:prstClr val="black">
                <a:alpha val="40000"/>
              </a:prstClr>
            </a:outerShdw>
          </a:effectLst>
        </p:spPr>
      </p:pic>
      <p:sp>
        <p:nvSpPr>
          <p:cNvPr id="28" name="矩形 27"/>
          <p:cNvSpPr/>
          <p:nvPr/>
        </p:nvSpPr>
        <p:spPr>
          <a:xfrm>
            <a:off x="447675" y="988695"/>
            <a:ext cx="11193780" cy="1010920"/>
          </a:xfrm>
          <a:prstGeom prst="rect">
            <a:avLst/>
          </a:prstGeom>
        </p:spPr>
        <p:txBody>
          <a:bodyPr wrap="square">
            <a:spAutoFit/>
          </a:bodyPr>
          <a:p>
            <a:pPr marL="0" lvl="1" indent="0" algn="just">
              <a:lnSpc>
                <a:spcPct val="130000"/>
              </a:lnSpc>
            </a:pPr>
            <a:r>
              <a:rPr lang="en-US" altLang="zh-CN" sz="2000" b="1" dirty="0">
                <a:solidFill>
                  <a:srgbClr val="0070C0"/>
                </a:solidFill>
                <a:latin typeface="微软雅黑" panose="020B0503020204020204" pitchFamily="34" charset="-122"/>
                <a:ea typeface="微软雅黑" panose="020B0503020204020204" pitchFamily="34" charset="-122"/>
              </a:rPr>
              <a:t>      </a:t>
            </a:r>
            <a:r>
              <a:rPr lang="en-US" altLang="zh-CN" sz="2200" b="1" dirty="0">
                <a:solidFill>
                  <a:srgbClr val="0070C0"/>
                </a:solidFill>
                <a:latin typeface="微软雅黑" panose="020B0503020204020204" pitchFamily="34" charset="-122"/>
                <a:ea typeface="微软雅黑" panose="020B0503020204020204" pitchFamily="34" charset="-122"/>
              </a:rPr>
              <a:t> </a:t>
            </a:r>
            <a:r>
              <a:rPr lang="zh-CN" altLang="en-US" sz="2200" dirty="0">
                <a:latin typeface="黑体" panose="02010609060101010101" charset="-122"/>
                <a:ea typeface="黑体" panose="02010609060101010101" charset="-122"/>
                <a:sym typeface="+mn-ea"/>
              </a:rPr>
              <a:t>中共中央、国务院部署新一轮电力体制改革以来，电力体制改革、电力市场顶层设计等政策文件相继出台，基本形成了</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全国统一电力市场“1+N”基础规则体系</a:t>
            </a:r>
            <a:r>
              <a:rPr lang="zh-CN" altLang="en-US" sz="2200" dirty="0">
                <a:latin typeface="黑体" panose="02010609060101010101" charset="-122"/>
                <a:ea typeface="黑体" panose="02010609060101010101" charset="-122"/>
                <a:sym typeface="+mn-ea"/>
              </a:rPr>
              <a:t>。</a:t>
            </a:r>
            <a:endParaRPr lang="zh-CN" altLang="en-US" sz="2200" dirty="0">
              <a:latin typeface="黑体" panose="02010609060101010101" charset="-122"/>
              <a:ea typeface="黑体" panose="02010609060101010101"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8" name="文本框 7"/>
          <p:cNvSpPr txBox="1"/>
          <p:nvPr/>
        </p:nvSpPr>
        <p:spPr>
          <a:xfrm>
            <a:off x="263479" y="18873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4.</a:t>
            </a:r>
            <a:r>
              <a:rPr lang="zh-CN" altLang="en-US" sz="2800" b="1" dirty="0">
                <a:latin typeface="+mj-lt"/>
                <a:ea typeface="+mj-lt"/>
                <a:cs typeface="+mj-lt"/>
              </a:rPr>
              <a:t>省间</a:t>
            </a:r>
            <a:r>
              <a:rPr lang="zh-CN" altLang="en-US" sz="2800" b="1" dirty="0" smtClean="0">
                <a:latin typeface="+mj-lt"/>
                <a:ea typeface="+mj-lt"/>
                <a:cs typeface="+mj-lt"/>
              </a:rPr>
              <a:t>中长期交易工作</a:t>
            </a:r>
            <a:r>
              <a:rPr lang="zh-CN" altLang="en-US" sz="2800" b="1" dirty="0">
                <a:latin typeface="+mj-lt"/>
                <a:ea typeface="+mj-lt"/>
                <a:cs typeface="+mj-lt"/>
              </a:rPr>
              <a:t>依据</a:t>
            </a:r>
            <a:endParaRPr lang="zh-CN" altLang="en-US" sz="2800" b="1" dirty="0">
              <a:latin typeface="+mj-lt"/>
              <a:ea typeface="+mj-lt"/>
              <a:cs typeface="+mj-lt"/>
            </a:endParaRPr>
          </a:p>
        </p:txBody>
      </p:sp>
      <p:sp>
        <p:nvSpPr>
          <p:cNvPr id="7" name="文本框 6"/>
          <p:cNvSpPr txBox="1"/>
          <p:nvPr/>
        </p:nvSpPr>
        <p:spPr>
          <a:xfrm>
            <a:off x="551815" y="90868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政策与规则：</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pic>
        <p:nvPicPr>
          <p:cNvPr id="5" name="图片 4" descr="31393935333132353b31393939353539343bd0f2bac531"/>
          <p:cNvPicPr>
            <a:picLocks noChangeAspect="1"/>
          </p:cNvPicPr>
          <p:nvPr/>
        </p:nvPicPr>
        <p:blipFill>
          <a:blip r:embed="rId1"/>
          <a:stretch>
            <a:fillRect/>
          </a:stretch>
        </p:blipFill>
        <p:spPr>
          <a:xfrm>
            <a:off x="479425" y="908685"/>
            <a:ext cx="551815" cy="551815"/>
          </a:xfrm>
          <a:prstGeom prst="rect">
            <a:avLst/>
          </a:prstGeom>
        </p:spPr>
      </p:pic>
      <p:sp>
        <p:nvSpPr>
          <p:cNvPr id="43" name="文本框 42"/>
          <p:cNvSpPr txBox="1"/>
          <p:nvPr/>
        </p:nvSpPr>
        <p:spPr>
          <a:xfrm>
            <a:off x="479425" y="1556385"/>
            <a:ext cx="11416030" cy="5092700"/>
          </a:xfrm>
          <a:prstGeom prst="rect">
            <a:avLst/>
          </a:prstGeom>
          <a:noFill/>
        </p:spPr>
        <p:txBody>
          <a:bodyPr wrap="square" rtlCol="0">
            <a:spAutoFit/>
          </a:bodyPr>
          <a:lstStyle/>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《电力市场运行基本规则》（国家发展和改革委员会第</a:t>
            </a:r>
            <a:r>
              <a:rPr lang="en-US" altLang="zh-CN" sz="2200" dirty="0">
                <a:latin typeface="黑体" panose="02010609060101010101" charset="-122"/>
                <a:ea typeface="黑体" panose="02010609060101010101" charset="-122"/>
              </a:rPr>
              <a:t>20</a:t>
            </a:r>
            <a:r>
              <a:rPr lang="zh-CN" altLang="en-US" sz="2200" dirty="0">
                <a:latin typeface="黑体" panose="02010609060101010101" charset="-122"/>
                <a:ea typeface="黑体" panose="02010609060101010101" charset="-122"/>
              </a:rPr>
              <a:t>号令）</a:t>
            </a:r>
            <a:endParaRPr lang="zh-CN" altLang="en-US" sz="2200" dirty="0">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《电力中长期交易基本规则》（发改能源规〔2020〕889号）</a:t>
            </a:r>
            <a:endParaRPr lang="zh-CN" altLang="en-US" sz="2200" dirty="0">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zh-CN" altLang="en-US" sz="2200" b="1" dirty="0">
                <a:solidFill>
                  <a:srgbClr val="00B0F0"/>
                </a:solidFill>
                <a:latin typeface="黑体" panose="02010609060101010101" charset="-122"/>
                <a:ea typeface="黑体" panose="02010609060101010101" charset="-122"/>
              </a:rPr>
              <a:t>《北京电力交易中心跨区跨省电力中长期交易实施细则》（京电交市〔202</a:t>
            </a:r>
            <a:r>
              <a:rPr lang="en-US" altLang="zh-CN" sz="2200" b="1" dirty="0">
                <a:solidFill>
                  <a:srgbClr val="00B0F0"/>
                </a:solidFill>
                <a:latin typeface="黑体" panose="02010609060101010101" charset="-122"/>
                <a:ea typeface="黑体" panose="02010609060101010101" charset="-122"/>
              </a:rPr>
              <a:t>4</a:t>
            </a:r>
            <a:r>
              <a:rPr lang="zh-CN" altLang="en-US" sz="2200" b="1" dirty="0">
                <a:solidFill>
                  <a:srgbClr val="00B0F0"/>
                </a:solidFill>
                <a:latin typeface="黑体" panose="02010609060101010101" charset="-122"/>
                <a:ea typeface="黑体" panose="02010609060101010101" charset="-122"/>
              </a:rPr>
              <a:t>〕</a:t>
            </a:r>
            <a:r>
              <a:rPr lang="en-US" altLang="zh-CN" sz="2200" b="1" dirty="0">
                <a:solidFill>
                  <a:srgbClr val="00B0F0"/>
                </a:solidFill>
                <a:latin typeface="黑体" panose="02010609060101010101" charset="-122"/>
                <a:ea typeface="黑体" panose="02010609060101010101" charset="-122"/>
              </a:rPr>
              <a:t>38</a:t>
            </a:r>
            <a:r>
              <a:rPr lang="zh-CN" altLang="en-US" sz="2200" b="1" dirty="0">
                <a:solidFill>
                  <a:srgbClr val="00B0F0"/>
                </a:solidFill>
                <a:latin typeface="黑体" panose="02010609060101010101" charset="-122"/>
                <a:ea typeface="黑体" panose="02010609060101010101" charset="-122"/>
              </a:rPr>
              <a:t>号）</a:t>
            </a:r>
            <a:endParaRPr lang="zh-CN" altLang="en-US" sz="2200" b="1" dirty="0">
              <a:solidFill>
                <a:srgbClr val="00B0F0"/>
              </a:solidFill>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《国家发展改革委关于进一步深化燃煤发电上网电价市场化改革的通知》（</a:t>
            </a:r>
            <a:r>
              <a:rPr lang="zh-CN" altLang="en-US" sz="2200" dirty="0">
                <a:latin typeface="黑体" panose="02010609060101010101" charset="-122"/>
                <a:ea typeface="黑体" panose="02010609060101010101" charset="-122"/>
                <a:sym typeface="+mn-ea"/>
              </a:rPr>
              <a:t>发改价格〔2021〕1439号）</a:t>
            </a:r>
            <a:endParaRPr lang="zh-CN" altLang="en-US" sz="2200" dirty="0">
              <a:latin typeface="黑体" panose="02010609060101010101" charset="-122"/>
              <a:ea typeface="黑体" panose="02010609060101010101" charset="-122"/>
              <a:sym typeface="+mn-ea"/>
            </a:endParaRPr>
          </a:p>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sym typeface="+mn-ea"/>
              </a:rPr>
              <a:t>《关于组织开展电网企业代理购电工作有关事项的通知》（发改办价格〔2021〕809号）</a:t>
            </a:r>
            <a:endParaRPr lang="zh-CN" altLang="en-US" sz="2200" dirty="0">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《关于做好202</a:t>
            </a:r>
            <a:r>
              <a:rPr lang="en-US" altLang="zh-CN" sz="2200" dirty="0">
                <a:latin typeface="黑体" panose="02010609060101010101" charset="-122"/>
                <a:ea typeface="黑体" panose="02010609060101010101" charset="-122"/>
              </a:rPr>
              <a:t>5</a:t>
            </a:r>
            <a:r>
              <a:rPr lang="zh-CN" altLang="en-US" sz="2200" dirty="0">
                <a:latin typeface="黑体" panose="02010609060101010101" charset="-122"/>
                <a:ea typeface="黑体" panose="02010609060101010101" charset="-122"/>
              </a:rPr>
              <a:t>年电力中长期合同签约履约工作的通知》（发改运行</a:t>
            </a:r>
            <a:r>
              <a:rPr lang="zh-CN" altLang="en-US" sz="2200" dirty="0">
                <a:latin typeface="黑体" panose="02010609060101010101" charset="-122"/>
                <a:ea typeface="黑体" panose="02010609060101010101" charset="-122"/>
                <a:sym typeface="+mn-ea"/>
              </a:rPr>
              <a:t>〔202</a:t>
            </a:r>
            <a:r>
              <a:rPr lang="en-US" altLang="zh-CN" sz="2200" dirty="0">
                <a:latin typeface="黑体" panose="02010609060101010101" charset="-122"/>
                <a:ea typeface="黑体" panose="02010609060101010101" charset="-122"/>
                <a:sym typeface="+mn-ea"/>
              </a:rPr>
              <a:t>4</a:t>
            </a:r>
            <a:r>
              <a:rPr lang="zh-CN" altLang="en-US" sz="2200" dirty="0">
                <a:latin typeface="黑体" panose="02010609060101010101" charset="-122"/>
                <a:ea typeface="黑体" panose="02010609060101010101" charset="-122"/>
                <a:sym typeface="+mn-ea"/>
              </a:rPr>
              <a:t>〕</a:t>
            </a:r>
            <a:r>
              <a:rPr lang="en-US" altLang="zh-CN" sz="2200" dirty="0">
                <a:latin typeface="黑体" panose="02010609060101010101" charset="-122"/>
                <a:ea typeface="黑体" panose="02010609060101010101" charset="-122"/>
              </a:rPr>
              <a:t>1752</a:t>
            </a:r>
            <a:r>
              <a:rPr lang="zh-CN" altLang="en-US" sz="2200" dirty="0">
                <a:latin typeface="黑体" panose="02010609060101010101" charset="-122"/>
                <a:ea typeface="黑体" panose="02010609060101010101" charset="-122"/>
              </a:rPr>
              <a:t>号）</a:t>
            </a:r>
            <a:endParaRPr lang="zh-CN" altLang="en-US" sz="2200" dirty="0">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《关于深化新能源上网电价市场化改革</a:t>
            </a:r>
            <a:r>
              <a:rPr lang="en-US" altLang="zh-CN" sz="2200" dirty="0">
                <a:latin typeface="黑体" panose="02010609060101010101" charset="-122"/>
                <a:ea typeface="黑体" panose="02010609060101010101" charset="-122"/>
              </a:rPr>
              <a:t> </a:t>
            </a:r>
            <a:r>
              <a:rPr lang="zh-CN" altLang="en-US" sz="2200" dirty="0">
                <a:latin typeface="黑体" panose="02010609060101010101" charset="-122"/>
                <a:ea typeface="黑体" panose="02010609060101010101" charset="-122"/>
              </a:rPr>
              <a:t>促进新能源高质量发展的通知》</a:t>
            </a:r>
            <a:r>
              <a:rPr lang="zh-CN" altLang="en-US" sz="2200" dirty="0">
                <a:latin typeface="黑体" panose="02010609060101010101" charset="-122"/>
                <a:ea typeface="黑体" panose="02010609060101010101" charset="-122"/>
                <a:sym typeface="+mn-ea"/>
              </a:rPr>
              <a:t>（发改价格〔202</a:t>
            </a:r>
            <a:r>
              <a:rPr lang="en-US" altLang="zh-CN" sz="2200" dirty="0">
                <a:latin typeface="黑体" panose="02010609060101010101" charset="-122"/>
                <a:ea typeface="黑体" panose="02010609060101010101" charset="-122"/>
                <a:sym typeface="+mn-ea"/>
              </a:rPr>
              <a:t>5</a:t>
            </a:r>
            <a:r>
              <a:rPr lang="zh-CN" altLang="en-US" sz="2200" dirty="0">
                <a:latin typeface="黑体" panose="02010609060101010101" charset="-122"/>
                <a:ea typeface="黑体" panose="02010609060101010101" charset="-122"/>
                <a:sym typeface="+mn-ea"/>
              </a:rPr>
              <a:t>〕</a:t>
            </a:r>
            <a:r>
              <a:rPr lang="en-US" altLang="zh-CN" sz="2200" dirty="0">
                <a:latin typeface="黑体" panose="02010609060101010101" charset="-122"/>
                <a:ea typeface="黑体" panose="02010609060101010101" charset="-122"/>
                <a:sym typeface="+mn-ea"/>
              </a:rPr>
              <a:t>136</a:t>
            </a:r>
            <a:r>
              <a:rPr lang="zh-CN" altLang="en-US" sz="2200" dirty="0">
                <a:latin typeface="黑体" panose="02010609060101010101" charset="-122"/>
                <a:ea typeface="黑体" panose="02010609060101010101" charset="-122"/>
                <a:sym typeface="+mn-ea"/>
              </a:rPr>
              <a:t>号）</a:t>
            </a:r>
            <a:endParaRPr lang="zh-CN" altLang="en-US" sz="2200" dirty="0">
              <a:latin typeface="黑体" panose="02010609060101010101" charset="-122"/>
              <a:ea typeface="黑体" panose="02010609060101010101" charset="-122"/>
            </a:endParaRPr>
          </a:p>
          <a:p>
            <a:pPr marL="342900" indent="-342900" algn="just" latinLnBrk="0">
              <a:lnSpc>
                <a:spcPts val="3480"/>
              </a:lnSpc>
              <a:spcBef>
                <a:spcPts val="600"/>
              </a:spcBef>
              <a:buClrTx/>
              <a:buSzTx/>
              <a:buFont typeface="Arial" panose="020B0604020202020204" pitchFamily="34" charset="0"/>
              <a:buChar char="•"/>
            </a:pPr>
            <a:r>
              <a:rPr lang="en-US" altLang="zh-CN" sz="2200" dirty="0">
                <a:latin typeface="黑体" panose="02010609060101010101" charset="-122"/>
                <a:ea typeface="黑体" panose="02010609060101010101" charset="-122"/>
              </a:rPr>
              <a:t>……</a:t>
            </a:r>
            <a:endParaRPr lang="en-US" altLang="zh-CN" sz="2200" dirty="0">
              <a:latin typeface="黑体" panose="02010609060101010101" charset="-122"/>
              <a:ea typeface="黑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7" name="文本框 6"/>
          <p:cNvSpPr txBox="1"/>
          <p:nvPr/>
        </p:nvSpPr>
        <p:spPr>
          <a:xfrm>
            <a:off x="623570" y="112458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专项工程文件：</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43" name="文本框 42"/>
          <p:cNvSpPr txBox="1"/>
          <p:nvPr/>
        </p:nvSpPr>
        <p:spPr>
          <a:xfrm>
            <a:off x="479122" y="1843438"/>
            <a:ext cx="11137569" cy="3446145"/>
          </a:xfrm>
          <a:prstGeom prst="rect">
            <a:avLst/>
          </a:prstGeom>
          <a:noFill/>
        </p:spPr>
        <p:txBody>
          <a:bodyPr wrap="square" rtlCol="0">
            <a:spAutoFit/>
          </a:bodyPr>
          <a:lstStyle/>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《关于哈密南～郑州±800千伏特高压直流输电工程项目核准的批复》（</a:t>
            </a:r>
            <a:r>
              <a:rPr lang="zh-CN" altLang="en-US" sz="2200" dirty="0">
                <a:latin typeface="黑体" panose="02010609060101010101" charset="-122"/>
                <a:ea typeface="黑体" panose="02010609060101010101" charset="-122"/>
                <a:sym typeface="+mn-ea"/>
              </a:rPr>
              <a:t>发改能源〔2012〕1318号）</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《国家能源局关于同意宁夏宁东煤电基地外送项目建设规划实施方案的复函》（国能电力〔2014〕371号）</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《国家能源局关于同意内蒙古锡盟煤电基地锡盟至山东输电通道配套煤电项目建设规划实施方案的复函》（国能电力〔2015〕85号）</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en-US" altLang="zh-CN" sz="2200" dirty="0">
                <a:latin typeface="黑体" panose="02010609060101010101" charset="-122"/>
                <a:ea typeface="黑体" panose="02010609060101010101" charset="-122"/>
              </a:rPr>
              <a:t>……</a:t>
            </a:r>
            <a:endParaRPr lang="en-US" altLang="zh-CN" sz="2200" dirty="0">
              <a:latin typeface="黑体" panose="02010609060101010101" charset="-122"/>
              <a:ea typeface="黑体" panose="02010609060101010101" charset="-122"/>
            </a:endParaRPr>
          </a:p>
        </p:txBody>
      </p:sp>
      <p:pic>
        <p:nvPicPr>
          <p:cNvPr id="2" name="图片 1" descr="31393935333132353b31393939353539353bd0f2bac532"/>
          <p:cNvPicPr>
            <a:picLocks noChangeAspect="1"/>
          </p:cNvPicPr>
          <p:nvPr/>
        </p:nvPicPr>
        <p:blipFill>
          <a:blip r:embed="rId1"/>
          <a:stretch>
            <a:fillRect/>
          </a:stretch>
        </p:blipFill>
        <p:spPr>
          <a:xfrm>
            <a:off x="551815" y="1123315"/>
            <a:ext cx="594995" cy="594995"/>
          </a:xfrm>
          <a:prstGeom prst="rect">
            <a:avLst/>
          </a:prstGeom>
        </p:spPr>
      </p:pic>
      <p:sp>
        <p:nvSpPr>
          <p:cNvPr id="4" name="文本框 3"/>
          <p:cNvSpPr txBox="1"/>
          <p:nvPr/>
        </p:nvSpPr>
        <p:spPr>
          <a:xfrm>
            <a:off x="263479" y="18873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4.</a:t>
            </a:r>
            <a:r>
              <a:rPr lang="zh-CN" altLang="en-US" sz="2800" b="1" dirty="0">
                <a:latin typeface="+mj-lt"/>
                <a:ea typeface="+mj-lt"/>
                <a:cs typeface="+mj-lt"/>
              </a:rPr>
              <a:t>省间</a:t>
            </a:r>
            <a:r>
              <a:rPr lang="zh-CN" altLang="en-US" sz="2800" b="1" dirty="0" smtClean="0">
                <a:latin typeface="+mj-lt"/>
                <a:ea typeface="+mj-lt"/>
                <a:cs typeface="+mj-lt"/>
              </a:rPr>
              <a:t>中长期交易</a:t>
            </a:r>
            <a:r>
              <a:rPr lang="zh-CN" altLang="en-US" sz="2800" b="1" dirty="0">
                <a:latin typeface="+mj-lt"/>
                <a:ea typeface="+mj-lt"/>
                <a:cs typeface="+mj-lt"/>
              </a:rPr>
              <a:t>工作依据</a:t>
            </a:r>
            <a:endParaRPr lang="zh-CN" altLang="en-US" sz="2800" b="1" dirty="0">
              <a:latin typeface="+mj-lt"/>
              <a:ea typeface="+mj-lt"/>
              <a:cs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7" name="文本框 6"/>
          <p:cNvSpPr txBox="1"/>
          <p:nvPr/>
        </p:nvSpPr>
        <p:spPr>
          <a:xfrm>
            <a:off x="551815" y="1195705"/>
            <a:ext cx="11198860" cy="534035"/>
          </a:xfrm>
          <a:prstGeom prst="rect">
            <a:avLst/>
          </a:prstGeom>
          <a:noFill/>
        </p:spPr>
        <p:txBody>
          <a:bodyPr wrap="square" rtlCol="0" anchor="t">
            <a:spAutoFit/>
          </a:bodyPr>
          <a:p>
            <a:pPr algn="just" latinLnBrk="0">
              <a:lnSpc>
                <a:spcPct val="120000"/>
              </a:lnSpc>
              <a:spcBef>
                <a:spcPts val="600"/>
              </a:spcBef>
              <a:buClrTx/>
              <a:buSzTx/>
              <a:buFontTx/>
            </a:pPr>
            <a:r>
              <a:rPr lang="en-US" altLang="zh-CN" sz="24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国家计划及政府间协议：</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43" name="文本框 42"/>
          <p:cNvSpPr txBox="1"/>
          <p:nvPr/>
        </p:nvSpPr>
        <p:spPr>
          <a:xfrm>
            <a:off x="479122" y="1843438"/>
            <a:ext cx="11137569" cy="2630170"/>
          </a:xfrm>
          <a:prstGeom prst="rect">
            <a:avLst/>
          </a:prstGeom>
          <a:noFill/>
        </p:spPr>
        <p:txBody>
          <a:bodyPr wrap="square" rtlCol="0">
            <a:spAutoFit/>
          </a:bodyPr>
          <a:p>
            <a:pPr marL="342900" indent="-342900" algn="just" latinLnBrk="0">
              <a:lnSpc>
                <a:spcPts val="3480"/>
              </a:lnSpc>
              <a:spcBef>
                <a:spcPts val="600"/>
              </a:spcBef>
              <a:buClrTx/>
              <a:buSzTx/>
              <a:buFont typeface="Arial" panose="020B0604020202020204" pitchFamily="34" charset="0"/>
              <a:buChar char="•"/>
            </a:pPr>
            <a:r>
              <a:rPr lang="zh-CN" altLang="en-US" sz="2200" b="1" dirty="0">
                <a:solidFill>
                  <a:srgbClr val="00B0F0"/>
                </a:solidFill>
                <a:latin typeface="黑体" panose="02010609060101010101" charset="-122"/>
                <a:ea typeface="黑体" panose="02010609060101010101" charset="-122"/>
              </a:rPr>
              <a:t>国家跨省跨区优先发电规模计划</a:t>
            </a:r>
            <a:endParaRPr lang="zh-CN" altLang="en-US" sz="2200" b="1" dirty="0">
              <a:solidFill>
                <a:srgbClr val="00B0F0"/>
              </a:solidFill>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《新疆维吾尔自治区</a:t>
            </a:r>
            <a:r>
              <a:rPr lang="en-US" altLang="zh-CN" sz="2200" dirty="0">
                <a:latin typeface="黑体" panose="02010609060101010101" charset="-122"/>
                <a:ea typeface="黑体" panose="02010609060101010101" charset="-122"/>
              </a:rPr>
              <a:t> </a:t>
            </a:r>
            <a:r>
              <a:rPr lang="zh-CN" altLang="en-US" sz="2200" dirty="0">
                <a:latin typeface="黑体" panose="02010609060101010101" charset="-122"/>
                <a:ea typeface="黑体" panose="02010609060101010101" charset="-122"/>
              </a:rPr>
              <a:t>上海等</a:t>
            </a:r>
            <a:r>
              <a:rPr lang="en-US" altLang="zh-CN" sz="2200" dirty="0">
                <a:latin typeface="黑体" panose="02010609060101010101" charset="-122"/>
                <a:ea typeface="黑体" panose="02010609060101010101" charset="-122"/>
              </a:rPr>
              <a:t>11</a:t>
            </a:r>
            <a:r>
              <a:rPr lang="zh-CN" altLang="en-US" sz="2200" dirty="0">
                <a:latin typeface="黑体" panose="02010609060101010101" charset="-122"/>
                <a:ea typeface="黑体" panose="02010609060101010101" charset="-122"/>
              </a:rPr>
              <a:t>省、市、区</a:t>
            </a:r>
            <a:r>
              <a:rPr lang="en-US" altLang="zh-CN" sz="2200" dirty="0">
                <a:latin typeface="黑体" panose="02010609060101010101" charset="-122"/>
                <a:ea typeface="黑体" panose="02010609060101010101" charset="-122"/>
              </a:rPr>
              <a:t>2025</a:t>
            </a:r>
            <a:r>
              <a:rPr lang="zh-CN" altLang="en-US" sz="2200" dirty="0">
                <a:latin typeface="黑体" panose="02010609060101010101" charset="-122"/>
                <a:ea typeface="黑体" panose="02010609060101010101" charset="-122"/>
              </a:rPr>
              <a:t>年度</a:t>
            </a:r>
            <a:r>
              <a:rPr lang="en-US" altLang="zh-CN" sz="2200" dirty="0">
                <a:latin typeface="黑体" panose="02010609060101010101" charset="-122"/>
                <a:ea typeface="黑体" panose="02010609060101010101" charset="-122"/>
              </a:rPr>
              <a:t>“</a:t>
            </a:r>
            <a:r>
              <a:rPr lang="zh-CN" altLang="en-US" sz="2200" dirty="0">
                <a:latin typeface="黑体" panose="02010609060101010101" charset="-122"/>
                <a:ea typeface="黑体" panose="02010609060101010101" charset="-122"/>
              </a:rPr>
              <a:t>电力援疆</a:t>
            </a:r>
            <a:r>
              <a:rPr lang="en-US" altLang="zh-CN" sz="2200" dirty="0">
                <a:latin typeface="黑体" panose="02010609060101010101" charset="-122"/>
                <a:ea typeface="黑体" panose="02010609060101010101" charset="-122"/>
              </a:rPr>
              <a:t>”</a:t>
            </a:r>
            <a:r>
              <a:rPr lang="zh-CN" altLang="en-US" sz="2200" dirty="0">
                <a:latin typeface="黑体" panose="02010609060101010101" charset="-122"/>
                <a:ea typeface="黑体" panose="02010609060101010101" charset="-122"/>
              </a:rPr>
              <a:t>合作框架协议》</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《福建省</a:t>
            </a:r>
            <a:r>
              <a:rPr lang="en-US" altLang="zh-CN" sz="2200" dirty="0">
                <a:latin typeface="黑体" panose="02010609060101010101" charset="-122"/>
                <a:ea typeface="黑体" panose="02010609060101010101" charset="-122"/>
              </a:rPr>
              <a:t> </a:t>
            </a:r>
            <a:r>
              <a:rPr lang="zh-CN" altLang="en-US" sz="2200" dirty="0">
                <a:latin typeface="黑体" panose="02010609060101010101" charset="-122"/>
                <a:ea typeface="黑体" panose="02010609060101010101" charset="-122"/>
              </a:rPr>
              <a:t>广东省</a:t>
            </a:r>
            <a:r>
              <a:rPr lang="en-US" altLang="zh-CN" sz="2200" dirty="0">
                <a:latin typeface="黑体" panose="02010609060101010101" charset="-122"/>
                <a:ea typeface="黑体" panose="02010609060101010101" charset="-122"/>
              </a:rPr>
              <a:t>2025</a:t>
            </a:r>
            <a:r>
              <a:rPr lang="zh-CN" altLang="en-US" sz="2200" dirty="0">
                <a:latin typeface="黑体" panose="02010609060101010101" charset="-122"/>
                <a:ea typeface="黑体" panose="02010609060101010101" charset="-122"/>
              </a:rPr>
              <a:t>年电力电量互送协议》</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zh-CN" altLang="en-US" sz="2200" dirty="0">
                <a:latin typeface="黑体" panose="02010609060101010101" charset="-122"/>
                <a:ea typeface="黑体" panose="02010609060101010101" charset="-122"/>
              </a:rPr>
              <a:t>《</a:t>
            </a:r>
            <a:r>
              <a:rPr sz="2200" dirty="0">
                <a:latin typeface="黑体" panose="02010609060101010101" charset="-122"/>
                <a:ea typeface="黑体" panose="02010609060101010101" charset="-122"/>
              </a:rPr>
              <a:t>2024-2026年西藏</a:t>
            </a:r>
            <a:r>
              <a:rPr lang="zh-CN" sz="2200" dirty="0">
                <a:latin typeface="黑体" panose="02010609060101010101" charset="-122"/>
                <a:ea typeface="黑体" panose="02010609060101010101" charset="-122"/>
              </a:rPr>
              <a:t>电网</a:t>
            </a:r>
            <a:r>
              <a:rPr sz="2200" dirty="0">
                <a:latin typeface="黑体" panose="02010609060101010101" charset="-122"/>
                <a:ea typeface="黑体" panose="02010609060101010101" charset="-122"/>
              </a:rPr>
              <a:t>供电保障</a:t>
            </a:r>
            <a:r>
              <a:rPr lang="zh-CN" sz="2200" dirty="0">
                <a:latin typeface="黑体" panose="02010609060101010101" charset="-122"/>
                <a:ea typeface="黑体" panose="02010609060101010101" charset="-122"/>
              </a:rPr>
              <a:t>及</a:t>
            </a:r>
            <a:r>
              <a:rPr sz="2200" dirty="0">
                <a:latin typeface="黑体" panose="02010609060101010101" charset="-122"/>
                <a:ea typeface="黑体" panose="02010609060101010101" charset="-122"/>
              </a:rPr>
              <a:t>清洁能源消纳交易合作框架协议</a:t>
            </a:r>
            <a:r>
              <a:rPr lang="zh-CN" altLang="en-US" sz="2200" dirty="0">
                <a:latin typeface="黑体" panose="02010609060101010101" charset="-122"/>
                <a:ea typeface="黑体" panose="02010609060101010101" charset="-122"/>
              </a:rPr>
              <a:t>》</a:t>
            </a:r>
            <a:endParaRPr lang="zh-CN" altLang="en-US" sz="2200" dirty="0">
              <a:latin typeface="黑体" panose="02010609060101010101" charset="-122"/>
              <a:ea typeface="黑体" panose="02010609060101010101" charset="-122"/>
            </a:endParaRPr>
          </a:p>
          <a:p>
            <a:pPr marL="342900" indent="-342900" algn="l" latinLnBrk="0">
              <a:lnSpc>
                <a:spcPts val="3480"/>
              </a:lnSpc>
              <a:spcBef>
                <a:spcPts val="600"/>
              </a:spcBef>
              <a:buClrTx/>
              <a:buSzTx/>
              <a:buFont typeface="Arial" panose="020B0604020202020204" pitchFamily="34" charset="0"/>
              <a:buChar char="•"/>
            </a:pPr>
            <a:r>
              <a:rPr lang="en-US" altLang="zh-CN" sz="2200" dirty="0">
                <a:latin typeface="黑体" panose="02010609060101010101" charset="-122"/>
                <a:ea typeface="黑体" panose="02010609060101010101" charset="-122"/>
              </a:rPr>
              <a:t>……</a:t>
            </a:r>
            <a:endParaRPr lang="en-US" altLang="zh-CN" sz="2200" dirty="0">
              <a:latin typeface="黑体" panose="02010609060101010101" charset="-122"/>
              <a:ea typeface="黑体" panose="02010609060101010101" charset="-122"/>
            </a:endParaRPr>
          </a:p>
        </p:txBody>
      </p:sp>
      <p:pic>
        <p:nvPicPr>
          <p:cNvPr id="4" name="图片 3" descr="31393935333132353b31393939353539363bd0f2bac533"/>
          <p:cNvPicPr>
            <a:picLocks noChangeAspect="1"/>
          </p:cNvPicPr>
          <p:nvPr/>
        </p:nvPicPr>
        <p:blipFill>
          <a:blip r:embed="rId1"/>
          <a:stretch>
            <a:fillRect/>
          </a:stretch>
        </p:blipFill>
        <p:spPr>
          <a:xfrm>
            <a:off x="407670" y="1123315"/>
            <a:ext cx="669290" cy="669290"/>
          </a:xfrm>
          <a:prstGeom prst="rect">
            <a:avLst/>
          </a:prstGeom>
        </p:spPr>
      </p:pic>
      <p:sp>
        <p:nvSpPr>
          <p:cNvPr id="2" name="文本框 1"/>
          <p:cNvSpPr txBox="1"/>
          <p:nvPr/>
        </p:nvSpPr>
        <p:spPr>
          <a:xfrm>
            <a:off x="335234" y="260485"/>
            <a:ext cx="10465163" cy="521970"/>
          </a:xfrm>
          <a:prstGeom prst="rect">
            <a:avLst/>
          </a:prstGeom>
          <a:noFill/>
        </p:spPr>
        <p:txBody>
          <a:bodyPr wrap="square" rtlCol="0">
            <a:spAutoFit/>
          </a:bodyPr>
          <a:p>
            <a:pPr algn="l">
              <a:buClrTx/>
              <a:buSzTx/>
              <a:buFontTx/>
            </a:pPr>
            <a:r>
              <a:rPr lang="en-US" altLang="zh-CN" sz="2800" b="1" dirty="0">
                <a:latin typeface="+mj-lt"/>
                <a:ea typeface="+mj-lt"/>
                <a:cs typeface="+mj-lt"/>
              </a:rPr>
              <a:t>4.</a:t>
            </a:r>
            <a:r>
              <a:rPr lang="zh-CN" altLang="en-US" sz="2800" b="1" dirty="0">
                <a:latin typeface="+mj-lt"/>
                <a:ea typeface="+mj-lt"/>
                <a:cs typeface="+mj-lt"/>
              </a:rPr>
              <a:t>省间中长期市场交易工作依据</a:t>
            </a:r>
            <a:endParaRPr lang="zh-CN" altLang="en-US" sz="2800" b="1" dirty="0">
              <a:latin typeface="+mj-lt"/>
              <a:ea typeface="+mj-lt"/>
              <a:cs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191770" y="1484630"/>
            <a:ext cx="11479530" cy="4523105"/>
          </a:xfrm>
          <a:prstGeom prst="rect">
            <a:avLst/>
          </a:prstGeom>
          <a:noFill/>
        </p:spPr>
        <p:txBody>
          <a:bodyPr wrap="square" rtlCol="0">
            <a:spAutoFit/>
          </a:bodyPr>
          <a:lstStyle/>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一部：负责国网经营区域</a:t>
            </a:r>
            <a:r>
              <a:rPr kumimoji="1" lang="zh-CN" altLang="en-US" sz="2000" dirty="0" smtClean="0">
                <a:latin typeface="黑体" panose="02010609060101010101" charset="-122"/>
                <a:ea typeface="黑体" panose="02010609060101010101" charset="-122"/>
              </a:rPr>
              <a:t>内</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跨区</a:t>
            </a:r>
            <a:r>
              <a:rPr kumimoji="1" lang="zh-CN" altLang="en-US" sz="2000" dirty="0">
                <a:latin typeface="黑体" panose="02010609060101010101" charset="-122"/>
                <a:ea typeface="黑体" panose="02010609060101010101" charset="-122"/>
              </a:rPr>
              <a:t>交易、</a:t>
            </a:r>
            <a:r>
              <a:rPr kumimoji="1" lang="zh-CN" altLang="en-US" sz="2000" dirty="0">
                <a:latin typeface="黑体" panose="02010609060101010101" charset="-122"/>
                <a:ea typeface="黑体" panose="02010609060101010101" charset="-122"/>
                <a:sym typeface="+mn-ea"/>
              </a:rPr>
              <a:t>以及经营区外的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跨国、跨区</a:t>
            </a:r>
            <a:r>
              <a:rPr kumimoji="1" lang="zh-CN" altLang="en-US" sz="2000" dirty="0">
                <a:latin typeface="黑体" panose="02010609060101010101" charset="-122"/>
                <a:ea typeface="黑体" panose="02010609060101010101" charset="-122"/>
                <a:sym typeface="+mn-ea"/>
              </a:rPr>
              <a:t>中长期电力交易</a:t>
            </a:r>
            <a:endParaRPr kumimoji="1" lang="en-US" altLang="zh-CN"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a:latin typeface="黑体" panose="02010609060101010101" charset="-122"/>
                <a:ea typeface="黑体" panose="02010609060101010101" charset="-122"/>
              </a:rPr>
              <a:t>新能源交易部：</a:t>
            </a:r>
            <a:r>
              <a:rPr kumimoji="1" lang="zh-CN" altLang="en-US" sz="2000" dirty="0">
                <a:latin typeface="黑体" panose="02010609060101010101" charset="-122"/>
                <a:ea typeface="黑体" panose="02010609060101010101" charset="-122"/>
                <a:sym typeface="+mn-ea"/>
              </a:rPr>
              <a:t>负责</a:t>
            </a:r>
            <a:r>
              <a:rPr kumimoji="1" lang="zh-CN" altLang="en-US" sz="2000" dirty="0" smtClean="0">
                <a:latin typeface="黑体" panose="02010609060101010101" charset="-122"/>
                <a:ea typeface="黑体" panose="02010609060101010101" charset="-122"/>
              </a:rPr>
              <a:t>国网</a:t>
            </a:r>
            <a:r>
              <a:rPr kumimoji="1" lang="zh-CN" altLang="en-US" sz="2000" dirty="0">
                <a:latin typeface="黑体" panose="02010609060101010101" charset="-122"/>
                <a:ea typeface="黑体" panose="02010609060101010101" charset="-122"/>
              </a:rPr>
              <a:t>经营区域</a:t>
            </a:r>
            <a:r>
              <a:rPr kumimoji="1" lang="zh-CN" altLang="en-US" sz="2000" dirty="0" smtClean="0">
                <a:latin typeface="黑体" panose="02010609060101010101" charset="-122"/>
                <a:ea typeface="黑体" panose="02010609060101010101" charset="-122"/>
              </a:rPr>
              <a:t>内</a:t>
            </a:r>
            <a:r>
              <a:rPr lang="zh-CN" altLang="en-US" sz="2400" b="1" noProof="0" dirty="0" smtClean="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绿</a:t>
            </a:r>
            <a:r>
              <a:rPr lang="zh-CN" altLang="en-US" sz="2400" b="1" noProof="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电</a:t>
            </a:r>
            <a:r>
              <a:rPr lang="zh-CN" altLang="en-US" sz="2400" b="1" noProof="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交易</a:t>
            </a:r>
            <a:endParaRPr kumimoji="1" lang="en-US" altLang="zh-CN"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二部：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华北</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en-US" altLang="zh-CN"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三部：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华东</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en-US" altLang="zh-CN"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四部：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华中</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en-US" altLang="zh-CN"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五部：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东北</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zh-CN" altLang="en-US"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六部：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西北</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zh-CN" altLang="en-US" sz="2000" dirty="0">
              <a:latin typeface="黑体" panose="02010609060101010101" charset="-122"/>
              <a:ea typeface="黑体" panose="02010609060101010101" charset="-122"/>
            </a:endParaRPr>
          </a:p>
          <a:p>
            <a:pPr marL="342900" indent="-342900" eaLnBrk="1" hangingPunct="1">
              <a:lnSpc>
                <a:spcPct val="150000"/>
              </a:lnSpc>
              <a:buFont typeface="Arial" panose="020B0604020202020204" pitchFamily="34" charset="0"/>
              <a:buChar char="•"/>
            </a:pPr>
            <a:r>
              <a:rPr kumimoji="1" lang="zh-CN" altLang="en-US" sz="2000" dirty="0" smtClean="0">
                <a:latin typeface="黑体" panose="02010609060101010101" charset="-122"/>
                <a:ea typeface="黑体" panose="02010609060101010101" charset="-122"/>
              </a:rPr>
              <a:t>市场交易</a:t>
            </a:r>
            <a:r>
              <a:rPr kumimoji="1" lang="zh-CN" altLang="en-US" sz="2000" dirty="0">
                <a:latin typeface="黑体" panose="02010609060101010101" charset="-122"/>
                <a:ea typeface="黑体" panose="02010609060101010101" charset="-122"/>
              </a:rPr>
              <a:t>七部：</a:t>
            </a:r>
            <a:r>
              <a:rPr kumimoji="1" lang="zh-CN" altLang="en-US" sz="2000" dirty="0">
                <a:latin typeface="黑体" panose="02010609060101010101" charset="-122"/>
                <a:ea typeface="黑体" panose="02010609060101010101" charset="-122"/>
                <a:sym typeface="+mn-ea"/>
              </a:rPr>
              <a:t>负责</a:t>
            </a:r>
            <a:r>
              <a:rPr kumimoji="1" lang="zh-CN" altLang="en-US" sz="2000" dirty="0">
                <a:latin typeface="黑体" panose="02010609060101010101" charset="-122"/>
                <a:ea typeface="黑体" panose="02010609060101010101" charset="-122"/>
              </a:rPr>
              <a:t>国网</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西南</a:t>
            </a:r>
            <a:r>
              <a:rPr kumimoji="1" lang="zh-CN" altLang="en-US" sz="2000" dirty="0">
                <a:latin typeface="黑体" panose="02010609060101010101" charset="-122"/>
                <a:ea typeface="黑体" panose="02010609060101010101" charset="-122"/>
              </a:rPr>
              <a:t>经营区域内的</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跨省</a:t>
            </a:r>
            <a:r>
              <a:rPr kumimoji="1" lang="zh-CN" altLang="en-US" sz="2000" dirty="0">
                <a:latin typeface="黑体" panose="02010609060101010101" charset="-122"/>
                <a:ea typeface="黑体" panose="02010609060101010101" charset="-122"/>
              </a:rPr>
              <a:t>电力中长期交易</a:t>
            </a:r>
            <a:endParaRPr kumimoji="1" lang="zh-CN" altLang="en-US" sz="2000" dirty="0">
              <a:latin typeface="黑体" panose="02010609060101010101" charset="-122"/>
              <a:ea typeface="黑体" panose="02010609060101010101" charset="-122"/>
            </a:endParaRPr>
          </a:p>
        </p:txBody>
      </p:sp>
      <p:pic>
        <p:nvPicPr>
          <p:cNvPr id="5" name="图片 4"/>
          <p:cNvPicPr>
            <a:picLocks noChangeAspect="1"/>
          </p:cNvPicPr>
          <p:nvPr/>
        </p:nvPicPr>
        <p:blipFill>
          <a:blip r:embed="rId1"/>
          <a:stretch>
            <a:fillRect/>
          </a:stretch>
        </p:blipFill>
        <p:spPr>
          <a:xfrm>
            <a:off x="8256294" y="2637157"/>
            <a:ext cx="3562370" cy="2915498"/>
          </a:xfrm>
          <a:prstGeom prst="rect">
            <a:avLst/>
          </a:prstGeom>
        </p:spPr>
      </p:pic>
      <p:sp>
        <p:nvSpPr>
          <p:cNvPr id="2" name="文本框 1"/>
          <p:cNvSpPr txBox="1"/>
          <p:nvPr/>
        </p:nvSpPr>
        <p:spPr>
          <a:xfrm>
            <a:off x="335234" y="24969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5.</a:t>
            </a:r>
            <a:r>
              <a:rPr lang="zh-CN" altLang="en-US" sz="2800" b="1" dirty="0">
                <a:latin typeface="+mj-lt"/>
                <a:ea typeface="+mj-lt"/>
                <a:cs typeface="+mj-lt"/>
              </a:rPr>
              <a:t>省间中长期交易分工（北京电力交易中心）</a:t>
            </a:r>
            <a:endParaRPr lang="zh-CN" altLang="en-US" sz="2800" b="1" dirty="0">
              <a:latin typeface="+mj-lt"/>
              <a:ea typeface="+mj-lt"/>
              <a:cs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39" name="Line 9"/>
          <p:cNvSpPr>
            <a:spLocks noChangeShapeType="1"/>
          </p:cNvSpPr>
          <p:nvPr/>
        </p:nvSpPr>
        <p:spPr bwMode="auto">
          <a:xfrm flipV="1">
            <a:off x="2328900" y="3618204"/>
            <a:ext cx="463436" cy="0"/>
          </a:xfrm>
          <a:prstGeom prst="line">
            <a:avLst/>
          </a:prstGeom>
          <a:noFill/>
          <a:ln w="19050">
            <a:solidFill>
              <a:srgbClr val="005EAC"/>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0" name="Oval 3"/>
          <p:cNvSpPr>
            <a:spLocks noChangeArrowheads="1"/>
          </p:cNvSpPr>
          <p:nvPr/>
        </p:nvSpPr>
        <p:spPr bwMode="auto">
          <a:xfrm>
            <a:off x="426443" y="2792775"/>
            <a:ext cx="2012283" cy="1509212"/>
          </a:xfrm>
          <a:prstGeom prst="ellipse">
            <a:avLst/>
          </a:prstGeom>
          <a:gradFill flip="none" rotWithShape="1">
            <a:gsLst>
              <a:gs pos="0">
                <a:srgbClr val="007EEA"/>
              </a:gs>
              <a:gs pos="100000">
                <a:srgbClr val="005EAC"/>
              </a:gs>
            </a:gsLst>
            <a:lin ang="2700000" scaled="1"/>
            <a:tileRect/>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zh-CN" altLang="en-US" sz="2000" b="1" i="0" u="none" strike="noStrike" kern="0" cap="none" spc="0" normalizeH="0" baseline="0" noProof="0">
              <a:ln>
                <a:noFill/>
              </a:ln>
              <a:solidFill>
                <a:srgbClr val="FFFFFF"/>
              </a:solidFill>
              <a:effectLst/>
              <a:uLnTx/>
              <a:uFillTx/>
              <a:latin typeface="黑体" panose="02010609060101010101" charset="-122"/>
              <a:ea typeface="黑体" panose="02010609060101010101" charset="-122"/>
              <a:cs typeface="Arial" panose="020B0604020202020204" pitchFamily="34" charset="0"/>
            </a:endParaRPr>
          </a:p>
        </p:txBody>
      </p:sp>
      <p:grpSp>
        <p:nvGrpSpPr>
          <p:cNvPr id="4" name="Group 4"/>
          <p:cNvGrpSpPr/>
          <p:nvPr/>
        </p:nvGrpSpPr>
        <p:grpSpPr bwMode="auto">
          <a:xfrm>
            <a:off x="574547" y="2806880"/>
            <a:ext cx="1720785" cy="423144"/>
            <a:chOff x="1431" y="1843"/>
            <a:chExt cx="907" cy="295"/>
          </a:xfrm>
        </p:grpSpPr>
        <p:sp>
          <p:nvSpPr>
            <p:cNvPr id="32" name="Freeform 5"/>
            <p:cNvSpPr/>
            <p:nvPr/>
          </p:nvSpPr>
          <p:spPr bwMode="auto">
            <a:xfrm>
              <a:off x="1431" y="1843"/>
              <a:ext cx="907" cy="295"/>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75000"/>
                  </a:srgbClr>
                </a:gs>
                <a:gs pos="100000">
                  <a:srgbClr val="FFFFFF">
                    <a:gamma/>
                    <a:tint val="0"/>
                    <a:invGamma/>
                    <a:alpha val="0"/>
                  </a:srgbClr>
                </a:gs>
              </a:gsLst>
              <a:lin ang="5400000" scaled="1"/>
            </a:gra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黑体" panose="02010609060101010101" charset="-122"/>
                <a:ea typeface="黑体" panose="02010609060101010101" charset="-122"/>
                <a:cs typeface="Arial" panose="020B0604020202020204" pitchFamily="34" charset="0"/>
              </a:endParaRPr>
            </a:p>
          </p:txBody>
        </p:sp>
        <p:sp>
          <p:nvSpPr>
            <p:cNvPr id="33" name="Oval 6"/>
            <p:cNvSpPr>
              <a:spLocks noChangeArrowheads="1"/>
            </p:cNvSpPr>
            <p:nvPr/>
          </p:nvSpPr>
          <p:spPr bwMode="auto">
            <a:xfrm>
              <a:off x="1544" y="1918"/>
              <a:ext cx="227" cy="204"/>
            </a:xfrm>
            <a:prstGeom prst="ellipse">
              <a:avLst/>
            </a:prstGeom>
            <a:gradFill rotWithShape="1">
              <a:gsLst>
                <a:gs pos="0">
                  <a:srgbClr val="FFFFFF"/>
                </a:gs>
                <a:gs pos="100000">
                  <a:srgbClr val="67ABF5">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黑体" panose="02010609060101010101" charset="-122"/>
                <a:ea typeface="黑体" panose="02010609060101010101" charset="-122"/>
                <a:cs typeface="Arial" panose="020B0604020202020204" pitchFamily="34" charset="0"/>
              </a:endParaRPr>
            </a:p>
          </p:txBody>
        </p:sp>
      </p:grpSp>
      <p:sp>
        <p:nvSpPr>
          <p:cNvPr id="34" name="Line 8"/>
          <p:cNvSpPr>
            <a:spLocks noChangeShapeType="1"/>
          </p:cNvSpPr>
          <p:nvPr/>
        </p:nvSpPr>
        <p:spPr bwMode="auto">
          <a:xfrm flipH="1">
            <a:off x="1432583" y="4316092"/>
            <a:ext cx="0" cy="895700"/>
          </a:xfrm>
          <a:prstGeom prst="line">
            <a:avLst/>
          </a:prstGeom>
          <a:noFill/>
          <a:ln w="19050">
            <a:solidFill>
              <a:srgbClr val="005EAC"/>
            </a:solidFill>
            <a:prstDash val="sysDot"/>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 name="Line 9"/>
          <p:cNvSpPr>
            <a:spLocks noChangeShapeType="1"/>
          </p:cNvSpPr>
          <p:nvPr/>
        </p:nvSpPr>
        <p:spPr bwMode="auto">
          <a:xfrm>
            <a:off x="1460500" y="5212080"/>
            <a:ext cx="1339850" cy="635"/>
          </a:xfrm>
          <a:prstGeom prst="line">
            <a:avLst/>
          </a:prstGeom>
          <a:noFill/>
          <a:ln w="19050">
            <a:solidFill>
              <a:srgbClr val="005EAC"/>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 name="Line 11"/>
          <p:cNvSpPr>
            <a:spLocks noChangeShapeType="1"/>
          </p:cNvSpPr>
          <p:nvPr/>
        </p:nvSpPr>
        <p:spPr bwMode="auto">
          <a:xfrm flipV="1">
            <a:off x="1473257" y="1938406"/>
            <a:ext cx="0" cy="837214"/>
          </a:xfrm>
          <a:prstGeom prst="line">
            <a:avLst/>
          </a:prstGeom>
          <a:noFill/>
          <a:ln w="19050">
            <a:solidFill>
              <a:srgbClr val="005EAC"/>
            </a:solidFill>
            <a:prstDash val="sysDot"/>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 name="Line 12"/>
          <p:cNvSpPr>
            <a:spLocks noChangeShapeType="1"/>
          </p:cNvSpPr>
          <p:nvPr/>
        </p:nvSpPr>
        <p:spPr bwMode="auto">
          <a:xfrm flipV="1">
            <a:off x="1473200" y="1938020"/>
            <a:ext cx="1344930" cy="635"/>
          </a:xfrm>
          <a:prstGeom prst="line">
            <a:avLst/>
          </a:prstGeom>
          <a:noFill/>
          <a:ln w="19050">
            <a:solidFill>
              <a:srgbClr val="005EAC"/>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9" name="Rectangle 28"/>
          <p:cNvSpPr>
            <a:spLocks noChangeArrowheads="1"/>
          </p:cNvSpPr>
          <p:nvPr/>
        </p:nvSpPr>
        <p:spPr bwMode="auto">
          <a:xfrm>
            <a:off x="579191" y="2996306"/>
            <a:ext cx="1678469" cy="953135"/>
          </a:xfrm>
          <a:prstGeom prst="rect">
            <a:avLst/>
          </a:prstGeom>
          <a:noFill/>
          <a:ln>
            <a:noFill/>
          </a:ln>
          <a:effectLst/>
          <a:extLst>
            <a:ext uri="{909E8E84-426E-40DD-AFC4-6F175D3DCCD1}">
              <a14:hiddenFill xmlns:a14="http://schemas.microsoft.com/office/drawing/2010/main">
                <a:gradFill rotWithShape="1">
                  <a:gsLst>
                    <a:gs pos="0">
                      <a:srgbClr val="DDDDDD"/>
                    </a:gs>
                    <a:gs pos="100000">
                      <a:schemeClr val="bg1"/>
                    </a:gs>
                  </a:gsLst>
                  <a:lin ang="5400000" scaled="1"/>
                </a:gra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zh-CN" altLang="en-US" sz="28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交易</a:t>
            </a:r>
            <a:endParaRPr lang="en-US" altLang="zh-CN" sz="28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a:p>
            <a:pPr algn="ctr" fontAlgn="base">
              <a:spcBef>
                <a:spcPct val="0"/>
              </a:spcBef>
              <a:spcAft>
                <a:spcPct val="0"/>
              </a:spcAft>
            </a:pPr>
            <a:r>
              <a:rPr lang="zh-CN" altLang="en-US" sz="28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品种</a:t>
            </a:r>
            <a:endParaRPr lang="zh-CN" altLang="en-US" sz="2800" b="1"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8" name="组合 55"/>
          <p:cNvGrpSpPr/>
          <p:nvPr/>
        </p:nvGrpSpPr>
        <p:grpSpPr>
          <a:xfrm>
            <a:off x="2799080" y="4665980"/>
            <a:ext cx="8498205" cy="1742440"/>
            <a:chOff x="2206796" y="1173106"/>
            <a:chExt cx="3423507" cy="2680816"/>
          </a:xfrm>
        </p:grpSpPr>
        <p:sp>
          <p:nvSpPr>
            <p:cNvPr id="38" name="AutoShape 13"/>
            <p:cNvSpPr>
              <a:spLocks noChangeArrowheads="1"/>
            </p:cNvSpPr>
            <p:nvPr/>
          </p:nvSpPr>
          <p:spPr bwMode="auto">
            <a:xfrm>
              <a:off x="2206796" y="1173106"/>
              <a:ext cx="3423507" cy="2680816"/>
            </a:xfrm>
            <a:prstGeom prst="roundRect">
              <a:avLst>
                <a:gd name="adj" fmla="val 8109"/>
              </a:avLst>
            </a:prstGeom>
            <a:gradFill rotWithShape="1">
              <a:gsLst>
                <a:gs pos="0">
                  <a:srgbClr val="FFFFFF"/>
                </a:gs>
                <a:gs pos="100000">
                  <a:srgbClr val="7F7F7F">
                    <a:lumMod val="20000"/>
                    <a:lumOff val="80000"/>
                  </a:srgbClr>
                </a:gs>
              </a:gsLst>
              <a:lin ang="5400000" scaled="1"/>
            </a:gradFill>
            <a:ln w="9525" algn="ctr">
              <a:solidFill>
                <a:srgbClr val="006CC8"/>
              </a:solidFill>
              <a:round/>
            </a:ln>
            <a:effectLst/>
          </p:spPr>
          <p:txBody>
            <a:bodyPr vert="horz" wrap="none" lIns="91440" tIns="45720" rIns="91440" bIns="45720" numCol="1" anchor="ctr" anchorCtr="0" compatLnSpc="1"/>
            <a:lstStyle/>
            <a:p>
              <a:pPr marL="0" marR="0" lvl="0" indent="0" algn="ctr" defTabSz="914400" eaLnBrk="1" fontAlgn="base" latinLnBrk="0" hangingPunct="1">
                <a:lnSpc>
                  <a:spcPct val="100000"/>
                </a:lnSpc>
                <a:spcBef>
                  <a:spcPct val="0"/>
                </a:spcBef>
                <a:spcAft>
                  <a:spcPct val="0"/>
                </a:spcAft>
                <a:buClr>
                  <a:srgbClr val="007EEA"/>
                </a:buClr>
                <a:buSzTx/>
                <a:buFontTx/>
                <a:buNone/>
                <a:defRPr/>
              </a:pPr>
              <a:endParaRPr kumimoji="0" lang="zh-CN" altLang="en-US" sz="22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endParaRPr>
            </a:p>
          </p:txBody>
        </p:sp>
        <p:sp>
          <p:nvSpPr>
            <p:cNvPr id="5" name="文本框 4"/>
            <p:cNvSpPr txBox="1"/>
            <p:nvPr/>
          </p:nvSpPr>
          <p:spPr>
            <a:xfrm>
              <a:off x="2243071" y="1397020"/>
              <a:ext cx="3355923" cy="2341807"/>
            </a:xfrm>
            <a:prstGeom prst="rect">
              <a:avLst/>
            </a:prstGeom>
            <a:noFill/>
          </p:spPr>
          <p:txBody>
            <a:bodyPr wrap="square" rtlCol="0">
              <a:spAutoFit/>
            </a:bodyPr>
            <a:lstStyle/>
            <a:p>
              <a:pPr marL="0" lvl="0" indent="0" latinLnBrk="0">
                <a:spcBef>
                  <a:spcPct val="0"/>
                </a:spcBef>
                <a:spcAft>
                  <a:spcPts val="600"/>
                </a:spcAft>
                <a:buClr>
                  <a:srgbClr val="007EEA"/>
                </a:buClr>
                <a:defRPr/>
              </a:pPr>
              <a:r>
                <a:rPr lang="zh-CN" altLang="en-US" sz="2200" b="1" kern="0" dirty="0">
                  <a:solidFill>
                    <a:srgbClr val="00B0F0"/>
                  </a:solidFill>
                  <a:latin typeface="微软雅黑" panose="020B0503020204020204" pitchFamily="34" charset="-122"/>
                  <a:ea typeface="微软雅黑" panose="020B0503020204020204" pitchFamily="34" charset="-122"/>
                </a:rPr>
                <a:t>合同变更、合同转让等</a:t>
              </a:r>
              <a:endParaRPr lang="zh-CN" altLang="en-US" sz="2200" b="1" kern="0" dirty="0">
                <a:solidFill>
                  <a:srgbClr val="00B0F0"/>
                </a:solidFill>
                <a:latin typeface="微软雅黑" panose="020B0503020204020204" pitchFamily="34" charset="-122"/>
                <a:ea typeface="微软雅黑" panose="020B0503020204020204" pitchFamily="34" charset="-122"/>
              </a:endParaRPr>
            </a:p>
            <a:p>
              <a:pPr lvl="0" algn="l" fontAlgn="base">
                <a:buClr>
                  <a:srgbClr val="007EEA"/>
                </a:buClr>
                <a:buSzTx/>
                <a:buFontTx/>
                <a:defRPr/>
              </a:pPr>
              <a:r>
                <a:rPr lang="zh-CN" altLang="en-US" sz="2200" dirty="0">
                  <a:latin typeface="黑体" panose="02010609060101010101" charset="-122"/>
                  <a:ea typeface="黑体" panose="02010609060101010101" charset="-122"/>
                </a:rPr>
                <a:t>合同变更指购售双方对未执行部分交易电量、电力曲线、价格等进行协商变更。合同转让指合同其中一方经营主体对未履行的合同全部或部分转让给第三方。</a:t>
              </a:r>
              <a:endParaRPr lang="zh-CN" altLang="en-US" sz="2200" dirty="0">
                <a:latin typeface="黑体" panose="02010609060101010101" charset="-122"/>
                <a:ea typeface="黑体" panose="02010609060101010101" charset="-122"/>
              </a:endParaRPr>
            </a:p>
          </p:txBody>
        </p:sp>
      </p:grpSp>
      <p:grpSp>
        <p:nvGrpSpPr>
          <p:cNvPr id="9" name="组合 3"/>
          <p:cNvGrpSpPr/>
          <p:nvPr/>
        </p:nvGrpSpPr>
        <p:grpSpPr>
          <a:xfrm>
            <a:off x="2799080" y="2889250"/>
            <a:ext cx="8498840" cy="1425575"/>
            <a:chOff x="323528" y="3169741"/>
            <a:chExt cx="3423879" cy="1540022"/>
          </a:xfrm>
        </p:grpSpPr>
        <p:sp>
          <p:nvSpPr>
            <p:cNvPr id="52" name="AutoShape 13"/>
            <p:cNvSpPr>
              <a:spLocks noChangeArrowheads="1"/>
            </p:cNvSpPr>
            <p:nvPr/>
          </p:nvSpPr>
          <p:spPr bwMode="auto">
            <a:xfrm>
              <a:off x="323528" y="3169741"/>
              <a:ext cx="3423507" cy="1540022"/>
            </a:xfrm>
            <a:prstGeom prst="roundRect">
              <a:avLst>
                <a:gd name="adj" fmla="val 8109"/>
              </a:avLst>
            </a:prstGeom>
            <a:gradFill rotWithShape="1">
              <a:gsLst>
                <a:gs pos="0">
                  <a:srgbClr val="FFFFFF"/>
                </a:gs>
                <a:gs pos="100000">
                  <a:srgbClr val="7F7F7F">
                    <a:lumMod val="20000"/>
                    <a:lumOff val="80000"/>
                  </a:srgbClr>
                </a:gs>
              </a:gsLst>
              <a:lin ang="5400000" scaled="1"/>
            </a:gradFill>
            <a:ln w="9525" algn="ctr">
              <a:solidFill>
                <a:srgbClr val="006CC8"/>
              </a:solidFill>
              <a:round/>
            </a:ln>
            <a:effectLst/>
          </p:spPr>
          <p:txBody>
            <a:bodyPr vert="horz" wrap="none" lIns="91440" tIns="45720" rIns="91440" bIns="45720" numCol="1" anchor="ctr" anchorCtr="0" compatLnSpc="1"/>
            <a:lstStyle/>
            <a:p>
              <a:pPr marL="0" marR="0" lvl="0" indent="0" algn="ctr" defTabSz="914400" eaLnBrk="1" fontAlgn="base" latinLnBrk="0" hangingPunct="1">
                <a:lnSpc>
                  <a:spcPct val="100000"/>
                </a:lnSpc>
                <a:spcBef>
                  <a:spcPct val="0"/>
                </a:spcBef>
                <a:spcAft>
                  <a:spcPct val="0"/>
                </a:spcAft>
                <a:buClr>
                  <a:srgbClr val="007EEA"/>
                </a:buClr>
                <a:buSzTx/>
                <a:buFontTx/>
                <a:buNone/>
                <a:defRPr/>
              </a:pPr>
              <a:endParaRPr kumimoji="0" lang="zh-CN" altLang="en-US" sz="22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endParaRPr>
            </a:p>
          </p:txBody>
        </p:sp>
        <p:sp>
          <p:nvSpPr>
            <p:cNvPr id="53" name="文本框 52"/>
            <p:cNvSpPr txBox="1"/>
            <p:nvPr/>
          </p:nvSpPr>
          <p:spPr>
            <a:xfrm>
              <a:off x="350133" y="3182825"/>
              <a:ext cx="3397274" cy="1278664"/>
            </a:xfrm>
            <a:prstGeom prst="rect">
              <a:avLst/>
            </a:prstGeom>
            <a:noFill/>
          </p:spPr>
          <p:txBody>
            <a:bodyPr wrap="square" rtlCol="0">
              <a:spAutoFit/>
            </a:bodyPr>
            <a:lstStyle/>
            <a:p>
              <a:pPr lvl="0" algn="l" fontAlgn="base">
                <a:lnSpc>
                  <a:spcPct val="100000"/>
                </a:lnSpc>
                <a:spcAft>
                  <a:spcPts val="600"/>
                </a:spcAft>
                <a:buClr>
                  <a:srgbClr val="007EEA"/>
                </a:buClr>
                <a:buSzTx/>
                <a:buFontTx/>
                <a:defRPr/>
              </a:pPr>
              <a:r>
                <a:rPr lang="zh-CN" altLang="en-US" sz="2200" b="1" kern="0" dirty="0">
                  <a:solidFill>
                    <a:srgbClr val="00B0F0"/>
                  </a:solidFill>
                  <a:latin typeface="微软雅黑" panose="020B0503020204020204" pitchFamily="34" charset="-122"/>
                  <a:ea typeface="微软雅黑" panose="020B0503020204020204" pitchFamily="34" charset="-122"/>
                </a:rPr>
                <a:t>绿电交易</a:t>
              </a:r>
              <a:endParaRPr lang="zh-CN" altLang="en-US" sz="2200" b="1" kern="0" dirty="0">
                <a:solidFill>
                  <a:srgbClr val="00B0F0"/>
                </a:solidFill>
                <a:latin typeface="微软雅黑" panose="020B0503020204020204" pitchFamily="34" charset="-122"/>
                <a:ea typeface="微软雅黑" panose="020B0503020204020204" pitchFamily="34" charset="-122"/>
              </a:endParaRPr>
            </a:p>
            <a:p>
              <a:pPr marL="0" lvl="0" indent="0" algn="l" latinLnBrk="0">
                <a:lnSpc>
                  <a:spcPct val="100000"/>
                </a:lnSpc>
                <a:spcBef>
                  <a:spcPts val="0"/>
                </a:spcBef>
                <a:buClr>
                  <a:srgbClr val="007EEA"/>
                </a:buClr>
                <a:buSzTx/>
                <a:buFontTx/>
                <a:defRPr/>
              </a:pPr>
              <a:r>
                <a:rPr lang="zh-CN" altLang="en-US" sz="2200" dirty="0">
                  <a:latin typeface="黑体" panose="02010609060101010101" charset="-122"/>
                  <a:ea typeface="黑体" panose="02010609060101010101" charset="-122"/>
                </a:rPr>
                <a:t>指电力用户、售电公司跨区跨省购买绿色电力产品。交易方式为以平台聚合方式开展的集中竞价、挂牌交易等。</a:t>
              </a:r>
              <a:endParaRPr lang="zh-CN" altLang="en-US" sz="2200" dirty="0">
                <a:latin typeface="黑体" panose="02010609060101010101" charset="-122"/>
                <a:ea typeface="黑体" panose="02010609060101010101" charset="-122"/>
              </a:endParaRPr>
            </a:p>
          </p:txBody>
        </p:sp>
      </p:grpSp>
      <p:grpSp>
        <p:nvGrpSpPr>
          <p:cNvPr id="10" name="组合 47"/>
          <p:cNvGrpSpPr/>
          <p:nvPr/>
        </p:nvGrpSpPr>
        <p:grpSpPr>
          <a:xfrm>
            <a:off x="2799080" y="1242695"/>
            <a:ext cx="8498840" cy="1364614"/>
            <a:chOff x="323528" y="3189262"/>
            <a:chExt cx="5474271" cy="1496890"/>
          </a:xfrm>
        </p:grpSpPr>
        <p:sp>
          <p:nvSpPr>
            <p:cNvPr id="51" name="AutoShape 13"/>
            <p:cNvSpPr>
              <a:spLocks noChangeArrowheads="1"/>
            </p:cNvSpPr>
            <p:nvPr/>
          </p:nvSpPr>
          <p:spPr bwMode="auto">
            <a:xfrm>
              <a:off x="323528" y="3189262"/>
              <a:ext cx="5474271" cy="1496890"/>
            </a:xfrm>
            <a:prstGeom prst="roundRect">
              <a:avLst>
                <a:gd name="adj" fmla="val 8109"/>
              </a:avLst>
            </a:prstGeom>
            <a:gradFill rotWithShape="1">
              <a:gsLst>
                <a:gs pos="0">
                  <a:srgbClr val="FFFFFF"/>
                </a:gs>
                <a:gs pos="100000">
                  <a:srgbClr val="7F7F7F">
                    <a:lumMod val="20000"/>
                    <a:lumOff val="80000"/>
                  </a:srgbClr>
                </a:gs>
              </a:gsLst>
              <a:lin ang="5400000" scaled="1"/>
            </a:gradFill>
            <a:ln w="9525" algn="ctr">
              <a:solidFill>
                <a:srgbClr val="006CC8"/>
              </a:solidFill>
              <a:round/>
            </a:ln>
            <a:effectLst/>
          </p:spPr>
          <p:txBody>
            <a:bodyPr vert="horz" wrap="none" lIns="91440" tIns="45720" rIns="91440" bIns="45720" numCol="1" anchor="ctr" anchorCtr="0" compatLnSpc="1"/>
            <a:lstStyle/>
            <a:p>
              <a:pPr marL="0" marR="0" lvl="0" indent="0" algn="ctr" defTabSz="914400" eaLnBrk="1" fontAlgn="base" latinLnBrk="0" hangingPunct="1">
                <a:lnSpc>
                  <a:spcPct val="100000"/>
                </a:lnSpc>
                <a:spcBef>
                  <a:spcPct val="0"/>
                </a:spcBef>
                <a:spcAft>
                  <a:spcPct val="0"/>
                </a:spcAft>
                <a:buClr>
                  <a:srgbClr val="007EEA"/>
                </a:buClr>
                <a:buSzTx/>
                <a:buFontTx/>
                <a:buNone/>
                <a:defRPr/>
              </a:pPr>
              <a:endParaRPr kumimoji="0" lang="zh-CN" altLang="en-US" sz="2200" b="1"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endParaRPr>
            </a:p>
          </p:txBody>
        </p:sp>
        <p:sp>
          <p:nvSpPr>
            <p:cNvPr id="57" name="文本框 56"/>
            <p:cNvSpPr txBox="1"/>
            <p:nvPr/>
          </p:nvSpPr>
          <p:spPr>
            <a:xfrm>
              <a:off x="391425" y="3247772"/>
              <a:ext cx="5405965" cy="1298374"/>
            </a:xfrm>
            <a:prstGeom prst="rect">
              <a:avLst/>
            </a:prstGeom>
            <a:noFill/>
          </p:spPr>
          <p:txBody>
            <a:bodyPr wrap="square" rtlCol="0">
              <a:spAutoFit/>
            </a:bodyPr>
            <a:lstStyle/>
            <a:p>
              <a:pPr lvl="0" algn="l" fontAlgn="base">
                <a:spcAft>
                  <a:spcPts val="600"/>
                </a:spcAft>
                <a:buClr>
                  <a:srgbClr val="007EEA"/>
                </a:buClr>
                <a:buSzTx/>
                <a:buFontTx/>
                <a:defRPr/>
              </a:pPr>
              <a:r>
                <a:rPr lang="zh-CN" altLang="en-US" sz="2200" b="1" kern="0" dirty="0">
                  <a:solidFill>
                    <a:srgbClr val="00B0F0"/>
                  </a:solidFill>
                  <a:latin typeface="微软雅黑" panose="020B0503020204020204" pitchFamily="34" charset="-122"/>
                  <a:ea typeface="微软雅黑" panose="020B0503020204020204" pitchFamily="34" charset="-122"/>
                </a:rPr>
                <a:t>电能量交易</a:t>
              </a:r>
              <a:endParaRPr lang="zh-CN" altLang="en-US" sz="2200" b="1" kern="0" dirty="0">
                <a:solidFill>
                  <a:srgbClr val="00B0F0"/>
                </a:solidFill>
                <a:latin typeface="微软雅黑" panose="020B0503020204020204" pitchFamily="34" charset="-122"/>
                <a:ea typeface="微软雅黑" panose="020B0503020204020204" pitchFamily="34" charset="-122"/>
              </a:endParaRPr>
            </a:p>
            <a:p>
              <a:pPr marL="0" lvl="0" indent="0" algn="l" latinLnBrk="0">
                <a:lnSpc>
                  <a:spcPct val="100000"/>
                </a:lnSpc>
                <a:spcBef>
                  <a:spcPts val="0"/>
                </a:spcBef>
                <a:buClr>
                  <a:srgbClr val="007EEA"/>
                </a:buClr>
                <a:buSzTx/>
                <a:buFontTx/>
                <a:defRPr/>
              </a:pPr>
              <a:r>
                <a:rPr lang="zh-CN" altLang="en-US" sz="2200" dirty="0">
                  <a:latin typeface="黑体" panose="02010609060101010101" charset="-122"/>
                  <a:ea typeface="黑体" panose="02010609060101010101" charset="-122"/>
                </a:rPr>
                <a:t>标的物为分时段电能量。交易方式包括双边协商、挂牌、集中竞价、滚动撮合。</a:t>
              </a:r>
              <a:endParaRPr lang="zh-CN" altLang="en-US" sz="2200" dirty="0">
                <a:latin typeface="黑体" panose="02010609060101010101" charset="-122"/>
                <a:ea typeface="黑体" panose="02010609060101010101" charset="-122"/>
              </a:endParaRPr>
            </a:p>
          </p:txBody>
        </p:sp>
      </p:grpSp>
      <p:sp>
        <p:nvSpPr>
          <p:cNvPr id="2" name="文本框 1"/>
          <p:cNvSpPr txBox="1"/>
          <p:nvPr/>
        </p:nvSpPr>
        <p:spPr>
          <a:xfrm>
            <a:off x="335234"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6.</a:t>
            </a:r>
            <a:r>
              <a:rPr lang="zh-CN" altLang="en-US" sz="2800" b="1" dirty="0">
                <a:latin typeface="+mj-lt"/>
                <a:ea typeface="+mj-lt"/>
                <a:cs typeface="+mj-lt"/>
              </a:rPr>
              <a:t>省间中长期交易品种</a:t>
            </a:r>
            <a:endParaRPr lang="zh-CN" altLang="en-US" sz="2800" b="1" dirty="0">
              <a:latin typeface="+mj-lt"/>
              <a:ea typeface="+mj-lt"/>
              <a:cs typeface="+mj-l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pic>
        <p:nvPicPr>
          <p:cNvPr id="5" name="图片 4" descr="31393935333132353b31393939353539343bd0f2bac531"/>
          <p:cNvPicPr>
            <a:picLocks noChangeAspect="1"/>
          </p:cNvPicPr>
          <p:nvPr/>
        </p:nvPicPr>
        <p:blipFill>
          <a:blip r:embed="rId1"/>
          <a:stretch>
            <a:fillRect/>
          </a:stretch>
        </p:blipFill>
        <p:spPr>
          <a:xfrm>
            <a:off x="479425" y="1052195"/>
            <a:ext cx="551815" cy="551815"/>
          </a:xfrm>
          <a:prstGeom prst="rect">
            <a:avLst/>
          </a:prstGeom>
        </p:spPr>
      </p:pic>
      <p:sp>
        <p:nvSpPr>
          <p:cNvPr id="7" name="文本框 6"/>
          <p:cNvSpPr txBox="1"/>
          <p:nvPr/>
        </p:nvSpPr>
        <p:spPr>
          <a:xfrm>
            <a:off x="551815" y="105219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双边协商交易：</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pic>
        <p:nvPicPr>
          <p:cNvPr id="4" name="Picture 4" descr="CRTN_00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5038759" y="3002048"/>
            <a:ext cx="2785533" cy="173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5" descr="j02330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813892" y="2857584"/>
            <a:ext cx="2554816" cy="1944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Text Box 6"/>
          <p:cNvSpPr txBox="1">
            <a:spLocks noChangeArrowheads="1"/>
          </p:cNvSpPr>
          <p:nvPr/>
        </p:nvSpPr>
        <p:spPr bwMode="auto">
          <a:xfrm>
            <a:off x="85970" y="4871169"/>
            <a:ext cx="46278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b="0">
                <a:solidFill>
                  <a:srgbClr val="336699"/>
                </a:solidFill>
              </a:rPr>
              <a:t>双方线下确定交易细节，平台一方申报要约，另一方确认</a:t>
            </a:r>
            <a:endParaRPr lang="zh-CN" altLang="en-US" sz="1400" b="0">
              <a:solidFill>
                <a:srgbClr val="336699"/>
              </a:solidFill>
            </a:endParaRPr>
          </a:p>
        </p:txBody>
      </p:sp>
      <p:sp>
        <p:nvSpPr>
          <p:cNvPr id="11" name="AutoShape 7"/>
          <p:cNvSpPr>
            <a:spLocks noChangeArrowheads="1"/>
          </p:cNvSpPr>
          <p:nvPr/>
        </p:nvSpPr>
        <p:spPr bwMode="auto">
          <a:xfrm>
            <a:off x="3502060" y="3721185"/>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2" name="AutoShape 8"/>
          <p:cNvSpPr>
            <a:spLocks noChangeArrowheads="1"/>
          </p:cNvSpPr>
          <p:nvPr/>
        </p:nvSpPr>
        <p:spPr bwMode="auto">
          <a:xfrm>
            <a:off x="8112160" y="3649748"/>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3" name="AutoShape 9"/>
          <p:cNvSpPr>
            <a:spLocks noChangeArrowheads="1"/>
          </p:cNvSpPr>
          <p:nvPr/>
        </p:nvSpPr>
        <p:spPr bwMode="auto">
          <a:xfrm flipH="1">
            <a:off x="2157975" y="5162634"/>
            <a:ext cx="3937000" cy="431800"/>
          </a:xfrm>
          <a:prstGeom prst="curvedUpArrow">
            <a:avLst>
              <a:gd name="adj1" fmla="val 52553"/>
              <a:gd name="adj2" fmla="val 155507"/>
              <a:gd name="adj3" fmla="val 33333"/>
            </a:avLst>
          </a:prstGeom>
          <a:solidFill>
            <a:srgbClr val="FF9900"/>
          </a:solidFill>
          <a:ln w="9525">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graphicFrame>
        <p:nvGraphicFramePr>
          <p:cNvPr id="14" name="Object 10"/>
          <p:cNvGraphicFramePr>
            <a:graphicFrameLocks noChangeAspect="1"/>
          </p:cNvGraphicFramePr>
          <p:nvPr/>
        </p:nvGraphicFramePr>
        <p:xfrm>
          <a:off x="9600175" y="3425910"/>
          <a:ext cx="1871133" cy="904875"/>
        </p:xfrm>
        <a:graphic>
          <a:graphicData uri="http://schemas.openxmlformats.org/presentationml/2006/ole">
            <mc:AlternateContent xmlns:mc="http://schemas.openxmlformats.org/markup-compatibility/2006">
              <mc:Choice xmlns:v="urn:schemas-microsoft-com:vml" Requires="v">
                <p:oleObj spid="_x0000_s7173" name="剪辑" r:id="rId4" imgW="32099250" imgH="17468850" progId="">
                  <p:embed/>
                </p:oleObj>
              </mc:Choice>
              <mc:Fallback>
                <p:oleObj name="剪辑" r:id="rId4" imgW="32099250" imgH="17468850" progId="">
                  <p:embed/>
                  <p:pic>
                    <p:nvPicPr>
                      <p:cNvPr id="0" name="图片 1024"/>
                      <p:cNvPicPr>
                        <a:picLocks noChangeAspect="1"/>
                      </p:cNvPicPr>
                      <p:nvPr/>
                    </p:nvPicPr>
                    <p:blipFill>
                      <a:blip r:embed="rId5"/>
                      <a:stretch>
                        <a:fillRect/>
                      </a:stretch>
                    </p:blipFill>
                    <p:spPr>
                      <a:xfrm>
                        <a:off x="9600175" y="3425910"/>
                        <a:ext cx="1871133" cy="904875"/>
                      </a:xfrm>
                      <a:prstGeom prst="rect">
                        <a:avLst/>
                      </a:prstGeom>
                      <a:noFill/>
                      <a:ln w="9525">
                        <a:noFill/>
                      </a:ln>
                    </p:spPr>
                  </p:pic>
                </p:oleObj>
              </mc:Fallback>
            </mc:AlternateContent>
          </a:graphicData>
        </a:graphic>
      </p:graphicFrame>
      <p:sp>
        <p:nvSpPr>
          <p:cNvPr id="15" name="Text Box 11"/>
          <p:cNvSpPr txBox="1">
            <a:spLocks noChangeArrowheads="1"/>
          </p:cNvSpPr>
          <p:nvPr/>
        </p:nvSpPr>
        <p:spPr bwMode="auto">
          <a:xfrm>
            <a:off x="4936734" y="4573672"/>
            <a:ext cx="23164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dirty="0">
                <a:solidFill>
                  <a:srgbClr val="336699"/>
                </a:solidFill>
              </a:rPr>
              <a:t>推送</a:t>
            </a:r>
            <a:endParaRPr lang="en-US" altLang="zh-CN" sz="1400" dirty="0">
              <a:solidFill>
                <a:srgbClr val="336699"/>
              </a:solidFill>
            </a:endParaRPr>
          </a:p>
          <a:p>
            <a:pPr algn="ctr" eaLnBrk="1" hangingPunct="1">
              <a:spcBef>
                <a:spcPct val="0"/>
              </a:spcBef>
              <a:buFontTx/>
              <a:buNone/>
            </a:pPr>
            <a:r>
              <a:rPr lang="zh-CN" altLang="en-US" sz="1400" dirty="0">
                <a:solidFill>
                  <a:srgbClr val="336699"/>
                </a:solidFill>
              </a:rPr>
              <a:t>电网企业调度部门安全校核</a:t>
            </a:r>
            <a:endParaRPr lang="zh-CN" altLang="en-US" sz="1400" b="0" dirty="0">
              <a:solidFill>
                <a:srgbClr val="336699"/>
              </a:solidFill>
            </a:endParaRPr>
          </a:p>
        </p:txBody>
      </p:sp>
      <p:sp>
        <p:nvSpPr>
          <p:cNvPr id="16" name="Text Box 12"/>
          <p:cNvSpPr txBox="1">
            <a:spLocks noChangeArrowheads="1"/>
          </p:cNvSpPr>
          <p:nvPr/>
        </p:nvSpPr>
        <p:spPr bwMode="auto">
          <a:xfrm>
            <a:off x="8188570" y="3286527"/>
            <a:ext cx="894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通过校核</a:t>
            </a:r>
            <a:endParaRPr lang="zh-CN" altLang="en-US" sz="1400">
              <a:solidFill>
                <a:srgbClr val="FF0000"/>
              </a:solidFill>
              <a:latin typeface="黑体" panose="02010609060101010101" charset="-122"/>
            </a:endParaRPr>
          </a:p>
        </p:txBody>
      </p:sp>
      <p:sp>
        <p:nvSpPr>
          <p:cNvPr id="17" name="Text Box 13"/>
          <p:cNvSpPr txBox="1">
            <a:spLocks noChangeArrowheads="1"/>
          </p:cNvSpPr>
          <p:nvPr/>
        </p:nvSpPr>
        <p:spPr bwMode="auto">
          <a:xfrm>
            <a:off x="2928018" y="5177874"/>
            <a:ext cx="2672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未通过校核，调整交易电量曲线</a:t>
            </a:r>
            <a:endParaRPr lang="zh-CN" altLang="en-US" sz="1400">
              <a:solidFill>
                <a:srgbClr val="FF0000"/>
              </a:solidFill>
              <a:latin typeface="黑体" panose="02010609060101010101" charset="-122"/>
            </a:endParaRPr>
          </a:p>
        </p:txBody>
      </p:sp>
      <p:sp>
        <p:nvSpPr>
          <p:cNvPr id="18" name="Text Box 14"/>
          <p:cNvSpPr txBox="1">
            <a:spLocks noChangeArrowheads="1"/>
          </p:cNvSpPr>
          <p:nvPr/>
        </p:nvSpPr>
        <p:spPr bwMode="auto">
          <a:xfrm>
            <a:off x="9532019" y="4513347"/>
            <a:ext cx="16052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b="0">
                <a:solidFill>
                  <a:srgbClr val="336699"/>
                </a:solidFill>
              </a:rPr>
              <a:t>发布成交结果</a:t>
            </a:r>
            <a:endParaRPr lang="zh-CN" altLang="en-US" sz="1400" b="0">
              <a:solidFill>
                <a:srgbClr val="336699"/>
              </a:solidFill>
            </a:endParaRPr>
          </a:p>
          <a:p>
            <a:pPr algn="ctr" eaLnBrk="1" hangingPunct="1">
              <a:spcBef>
                <a:spcPct val="0"/>
              </a:spcBef>
              <a:buFontTx/>
              <a:buNone/>
            </a:pPr>
            <a:r>
              <a:rPr lang="zh-CN" altLang="en-US" sz="1400" b="0">
                <a:solidFill>
                  <a:srgbClr val="336699"/>
                </a:solidFill>
              </a:rPr>
              <a:t>签订电子交易合同</a:t>
            </a:r>
            <a:endParaRPr lang="zh-CN" altLang="en-US" sz="1400" b="0">
              <a:solidFill>
                <a:srgbClr val="336699"/>
              </a:solidFill>
            </a:endParaRPr>
          </a:p>
        </p:txBody>
      </p:sp>
      <p:sp>
        <p:nvSpPr>
          <p:cNvPr id="6" name="Text Box 12"/>
          <p:cNvSpPr txBox="1">
            <a:spLocks noChangeArrowheads="1"/>
          </p:cNvSpPr>
          <p:nvPr/>
        </p:nvSpPr>
        <p:spPr bwMode="auto">
          <a:xfrm>
            <a:off x="3589900" y="3286527"/>
            <a:ext cx="10718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预成交结果</a:t>
            </a:r>
            <a:endParaRPr lang="zh-CN" altLang="en-US" sz="1400">
              <a:solidFill>
                <a:srgbClr val="FF0000"/>
              </a:solidFill>
              <a:latin typeface="黑体" panose="02010609060101010101" charset="-122"/>
            </a:endParaRPr>
          </a:p>
        </p:txBody>
      </p:sp>
      <p:sp>
        <p:nvSpPr>
          <p:cNvPr id="19" name="文本框 18"/>
          <p:cNvSpPr txBox="1"/>
          <p:nvPr/>
        </p:nvSpPr>
        <p:spPr>
          <a:xfrm>
            <a:off x="528955" y="1569720"/>
            <a:ext cx="11503025" cy="983615"/>
          </a:xfrm>
          <a:prstGeom prst="rect">
            <a:avLst/>
          </a:prstGeom>
          <a:noFill/>
        </p:spPr>
        <p:txBody>
          <a:bodyPr wrap="square" rtlCol="0" anchor="t">
            <a:spAutoFit/>
          </a:bodyPr>
          <a:lstStyle/>
          <a:p>
            <a:pPr algn="l" latinLnBrk="0">
              <a:lnSpc>
                <a:spcPts val="3480"/>
              </a:lnSpc>
            </a:pPr>
            <a:r>
              <a:rPr lang="en-US" altLang="zh-CN" sz="2200" dirty="0">
                <a:solidFill>
                  <a:schemeClr val="tx1"/>
                </a:solidFill>
                <a:latin typeface="黑体" panose="02010609060101010101" charset="-122"/>
                <a:ea typeface="黑体" panose="02010609060101010101" charset="-122"/>
                <a:sym typeface="Arial" panose="020B0604020202020204" pitchFamily="34" charset="0"/>
              </a:rPr>
              <a:t>    </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市场主体之间自主协商交易电量（电力）、价格，形成双边协商交易意向，通过电力交易平台进行要约申报及确认，</a:t>
            </a:r>
            <a:r>
              <a:rPr lang="zh-CN" altLang="en-US" sz="2200" dirty="0" smtClean="0">
                <a:solidFill>
                  <a:schemeClr val="tx1"/>
                </a:solidFill>
                <a:latin typeface="黑体" panose="02010609060101010101" charset="-122"/>
                <a:ea typeface="黑体" panose="02010609060101010101" charset="-122"/>
                <a:sym typeface="Arial" panose="020B0604020202020204" pitchFamily="34" charset="0"/>
              </a:rPr>
              <a:t>经调度</a:t>
            </a:r>
            <a:r>
              <a:rPr lang="zh-CN" altLang="en-US" sz="2200" dirty="0">
                <a:solidFill>
                  <a:schemeClr val="tx1"/>
                </a:solidFill>
                <a:latin typeface="黑体" panose="02010609060101010101" charset="-122"/>
                <a:ea typeface="黑体" panose="02010609060101010101" charset="-122"/>
                <a:sym typeface="Arial" panose="020B0604020202020204" pitchFamily="34" charset="0"/>
              </a:rPr>
              <a:t>部门安全校核后，形成双边协商成交结果。</a:t>
            </a:r>
            <a:endParaRPr lang="zh-CN" altLang="en-US" sz="2200" dirty="0">
              <a:solidFill>
                <a:schemeClr val="tx1"/>
              </a:solidFill>
              <a:latin typeface="黑体" panose="02010609060101010101" charset="-122"/>
              <a:ea typeface="黑体" panose="02010609060101010101" charset="-122"/>
              <a:sym typeface="Arial" panose="020B0604020202020204" pitchFamily="34" charset="0"/>
            </a:endParaRPr>
          </a:p>
        </p:txBody>
      </p:sp>
      <p:sp>
        <p:nvSpPr>
          <p:cNvPr id="2" name="文本框 1"/>
          <p:cNvSpPr txBox="1"/>
          <p:nvPr/>
        </p:nvSpPr>
        <p:spPr>
          <a:xfrm>
            <a:off x="263479" y="25858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sp>
        <p:nvSpPr>
          <p:cNvPr id="8" name="文本框 7"/>
          <p:cNvSpPr txBox="1"/>
          <p:nvPr/>
        </p:nvSpPr>
        <p:spPr>
          <a:xfrm>
            <a:off x="509905" y="5692775"/>
            <a:ext cx="11456035" cy="768350"/>
          </a:xfrm>
          <a:prstGeom prst="rect">
            <a:avLst/>
          </a:prstGeom>
          <a:noFill/>
        </p:spPr>
        <p:txBody>
          <a:bodyPr wrap="square" rtlCol="0">
            <a:spAutoFit/>
          </a:bodyPr>
          <a:lstStyle/>
          <a:p>
            <a:pPr marL="0" indent="0" latinLnBrk="0">
              <a:lnSpc>
                <a:spcPct val="110000"/>
              </a:lnSpc>
            </a:pPr>
            <a:r>
              <a:rPr lang="en-US" altLang="zh-CN" sz="2000" b="1">
                <a:solidFill>
                  <a:srgbClr val="00B0F0"/>
                </a:solidFill>
                <a:latin typeface="微软雅黑" panose="020B0503020204020204" pitchFamily="34" charset="-122"/>
                <a:ea typeface="微软雅黑" panose="020B0503020204020204" pitchFamily="34" charset="-122"/>
              </a:rPr>
              <a:t>       </a:t>
            </a:r>
            <a:r>
              <a:rPr lang="zh-CN" altLang="en-US" sz="2000" b="1">
                <a:solidFill>
                  <a:srgbClr val="00B0F0"/>
                </a:solidFill>
                <a:latin typeface="微软雅黑" panose="020B0503020204020204" pitchFamily="34" charset="-122"/>
                <a:ea typeface="微软雅黑" panose="020B0503020204020204" pitchFamily="34" charset="-122"/>
              </a:rPr>
              <a:t>主要为点对网送电的跨省区配套电源、跨省统分机组等，发电企业与受端省公司依据协议开展的交易需送电省确认。</a:t>
            </a:r>
            <a:endParaRPr lang="zh-CN" altLang="en-US" sz="2000" b="1">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7" name="文本框 6"/>
          <p:cNvSpPr txBox="1"/>
          <p:nvPr/>
        </p:nvSpPr>
        <p:spPr>
          <a:xfrm>
            <a:off x="551815" y="105219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挂牌交易：</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9" name="文本框 18"/>
          <p:cNvSpPr txBox="1"/>
          <p:nvPr/>
        </p:nvSpPr>
        <p:spPr>
          <a:xfrm>
            <a:off x="528955" y="1569720"/>
            <a:ext cx="11178540" cy="983615"/>
          </a:xfrm>
          <a:prstGeom prst="rect">
            <a:avLst/>
          </a:prstGeom>
          <a:noFill/>
        </p:spPr>
        <p:txBody>
          <a:bodyPr wrap="square" rtlCol="0" anchor="t">
            <a:spAutoFit/>
          </a:bodyPr>
          <a:lstStyle/>
          <a:p>
            <a:pPr latinLnBrk="0">
              <a:lnSpc>
                <a:spcPts val="3480"/>
              </a:lnSpc>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dirty="0">
                <a:latin typeface="黑体" panose="02010609060101010101" charset="-122"/>
                <a:ea typeface="黑体" panose="02010609060101010101" charset="-122"/>
                <a:sym typeface="Arial" panose="020B0604020202020204" pitchFamily="34" charset="0"/>
              </a:rPr>
              <a:t>市场主体通过电力交易平台，提出购电、售电或合同的电量和价格等需求要约，市场主体按时申报摘牌并出清，</a:t>
            </a:r>
            <a:r>
              <a:rPr lang="zh-CN" altLang="en-US" sz="2400" dirty="0" smtClean="0">
                <a:latin typeface="黑体" panose="02010609060101010101" charset="-122"/>
                <a:ea typeface="黑体" panose="02010609060101010101" charset="-122"/>
                <a:sym typeface="Arial" panose="020B0604020202020204" pitchFamily="34" charset="0"/>
              </a:rPr>
              <a:t>经调度</a:t>
            </a:r>
            <a:r>
              <a:rPr lang="zh-CN" altLang="en-US" sz="2400" dirty="0">
                <a:latin typeface="黑体" panose="02010609060101010101" charset="-122"/>
                <a:ea typeface="黑体" panose="02010609060101010101" charset="-122"/>
                <a:sym typeface="Arial" panose="020B0604020202020204" pitchFamily="34" charset="0"/>
              </a:rPr>
              <a:t>部门安全校核后，形成挂牌成交结果。</a:t>
            </a:r>
            <a:endParaRPr lang="zh-CN" altLang="en-US" sz="2400" dirty="0">
              <a:latin typeface="黑体" panose="02010609060101010101" charset="-122"/>
              <a:ea typeface="黑体" panose="02010609060101010101" charset="-122"/>
              <a:sym typeface="Arial" panose="020B0604020202020204" pitchFamily="34" charset="0"/>
            </a:endParaRPr>
          </a:p>
        </p:txBody>
      </p:sp>
      <p:sp>
        <p:nvSpPr>
          <p:cNvPr id="101" name="文本框 100"/>
          <p:cNvSpPr txBox="1"/>
          <p:nvPr/>
        </p:nvSpPr>
        <p:spPr>
          <a:xfrm>
            <a:off x="421005" y="5186045"/>
            <a:ext cx="2597150" cy="521970"/>
          </a:xfrm>
          <a:prstGeom prst="rect">
            <a:avLst/>
          </a:prstGeom>
          <a:noFill/>
          <a:ln w="9525">
            <a:noFill/>
          </a:ln>
        </p:spPr>
        <p:txBody>
          <a:bodyPr wrap="square">
            <a:spAutoFit/>
          </a:bodyPr>
          <a:lstStyle/>
          <a:p>
            <a:pPr marL="0" algn="ctr" eaLnBrk="1" hangingPunct="1">
              <a:buClrTx/>
              <a:buSzTx/>
              <a:buFontTx/>
            </a:pPr>
            <a:r>
              <a:rPr lang="zh-CN" altLang="en-US" sz="1400" b="0">
                <a:solidFill>
                  <a:srgbClr val="336699"/>
                </a:solidFill>
                <a:latin typeface="Arial" panose="020B0604020202020204" pitchFamily="34" charset="0"/>
                <a:ea typeface="黑体" panose="02010609060101010101" charset="-122"/>
              </a:rPr>
              <a:t>市场主体在规定的起止时间内，通过交易平台进行挂牌和摘牌</a:t>
            </a:r>
            <a:endParaRPr lang="zh-CN" altLang="en-US" sz="1400" b="0">
              <a:solidFill>
                <a:srgbClr val="336699"/>
              </a:solidFill>
              <a:latin typeface="Arial" panose="020B0604020202020204" pitchFamily="34" charset="0"/>
              <a:ea typeface="黑体" panose="02010609060101010101" charset="-122"/>
            </a:endParaRPr>
          </a:p>
        </p:txBody>
      </p:sp>
      <p:sp>
        <p:nvSpPr>
          <p:cNvPr id="20" name="AutoShape 7"/>
          <p:cNvSpPr>
            <a:spLocks noChangeArrowheads="1"/>
          </p:cNvSpPr>
          <p:nvPr/>
        </p:nvSpPr>
        <p:spPr bwMode="auto">
          <a:xfrm>
            <a:off x="3272190" y="4079325"/>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21" name="Text Box 12"/>
          <p:cNvSpPr txBox="1">
            <a:spLocks noChangeArrowheads="1"/>
          </p:cNvSpPr>
          <p:nvPr/>
        </p:nvSpPr>
        <p:spPr bwMode="auto">
          <a:xfrm>
            <a:off x="3360030" y="3736107"/>
            <a:ext cx="894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统一出清</a:t>
            </a:r>
            <a:endParaRPr lang="zh-CN" altLang="en-US" sz="1400">
              <a:solidFill>
                <a:srgbClr val="FF0000"/>
              </a:solidFill>
              <a:latin typeface="黑体" panose="02010609060101010101" charset="-122"/>
            </a:endParaRPr>
          </a:p>
        </p:txBody>
      </p:sp>
      <p:pic>
        <p:nvPicPr>
          <p:cNvPr id="22" name="Picture 4" descr="CRTN_00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4872389" y="3356378"/>
            <a:ext cx="2785533" cy="173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Text Box 11"/>
          <p:cNvSpPr txBox="1">
            <a:spLocks noChangeArrowheads="1"/>
          </p:cNvSpPr>
          <p:nvPr/>
        </p:nvSpPr>
        <p:spPr bwMode="auto">
          <a:xfrm>
            <a:off x="4770364" y="4928002"/>
            <a:ext cx="23164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dirty="0">
                <a:solidFill>
                  <a:srgbClr val="336699"/>
                </a:solidFill>
              </a:rPr>
              <a:t>推送</a:t>
            </a:r>
            <a:endParaRPr lang="en-US" altLang="zh-CN" sz="1400" dirty="0">
              <a:solidFill>
                <a:srgbClr val="336699"/>
              </a:solidFill>
            </a:endParaRPr>
          </a:p>
          <a:p>
            <a:pPr algn="ctr" eaLnBrk="1" hangingPunct="1">
              <a:spcBef>
                <a:spcPct val="0"/>
              </a:spcBef>
              <a:buFontTx/>
              <a:buNone/>
            </a:pPr>
            <a:r>
              <a:rPr lang="zh-CN" altLang="en-US" sz="1400" dirty="0">
                <a:solidFill>
                  <a:srgbClr val="336699"/>
                </a:solidFill>
              </a:rPr>
              <a:t>电网企业调度部门安全校核</a:t>
            </a:r>
            <a:endParaRPr lang="zh-CN" altLang="en-US" sz="1400" b="0" dirty="0">
              <a:solidFill>
                <a:srgbClr val="336699"/>
              </a:solidFill>
            </a:endParaRPr>
          </a:p>
        </p:txBody>
      </p:sp>
      <p:sp>
        <p:nvSpPr>
          <p:cNvPr id="24" name="Text Box 12"/>
          <p:cNvSpPr txBox="1">
            <a:spLocks noChangeArrowheads="1"/>
          </p:cNvSpPr>
          <p:nvPr/>
        </p:nvSpPr>
        <p:spPr bwMode="auto">
          <a:xfrm>
            <a:off x="3271130" y="4436512"/>
            <a:ext cx="10718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预成交结果</a:t>
            </a:r>
            <a:endParaRPr lang="zh-CN" altLang="en-US" sz="1400">
              <a:solidFill>
                <a:srgbClr val="FF0000"/>
              </a:solidFill>
              <a:latin typeface="黑体" panose="02010609060101010101" charset="-122"/>
            </a:endParaRPr>
          </a:p>
        </p:txBody>
      </p:sp>
      <p:sp>
        <p:nvSpPr>
          <p:cNvPr id="25" name="AutoShape 9"/>
          <p:cNvSpPr>
            <a:spLocks noChangeArrowheads="1"/>
          </p:cNvSpPr>
          <p:nvPr/>
        </p:nvSpPr>
        <p:spPr bwMode="auto">
          <a:xfrm flipH="1">
            <a:off x="1919850" y="5733499"/>
            <a:ext cx="3937000" cy="431800"/>
          </a:xfrm>
          <a:prstGeom prst="curvedUpArrow">
            <a:avLst>
              <a:gd name="adj1" fmla="val 52553"/>
              <a:gd name="adj2" fmla="val 155507"/>
              <a:gd name="adj3" fmla="val 33333"/>
            </a:avLst>
          </a:prstGeom>
          <a:solidFill>
            <a:srgbClr val="FF9900"/>
          </a:solidFill>
          <a:ln w="9525">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26" name="Text Box 13"/>
          <p:cNvSpPr txBox="1">
            <a:spLocks noChangeArrowheads="1"/>
          </p:cNvSpPr>
          <p:nvPr/>
        </p:nvSpPr>
        <p:spPr bwMode="auto">
          <a:xfrm>
            <a:off x="2467643" y="6289124"/>
            <a:ext cx="30276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未通过校核，重新出清电量电价曲线</a:t>
            </a:r>
            <a:endParaRPr lang="zh-CN" altLang="en-US" sz="1400">
              <a:solidFill>
                <a:srgbClr val="FF0000"/>
              </a:solidFill>
              <a:latin typeface="黑体" panose="02010609060101010101" charset="-122"/>
            </a:endParaRPr>
          </a:p>
        </p:txBody>
      </p:sp>
      <p:sp>
        <p:nvSpPr>
          <p:cNvPr id="27" name="AutoShape 8"/>
          <p:cNvSpPr>
            <a:spLocks noChangeArrowheads="1"/>
          </p:cNvSpPr>
          <p:nvPr/>
        </p:nvSpPr>
        <p:spPr bwMode="auto">
          <a:xfrm>
            <a:off x="8112160" y="4152033"/>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graphicFrame>
        <p:nvGraphicFramePr>
          <p:cNvPr id="28" name="Object 10"/>
          <p:cNvGraphicFramePr>
            <a:graphicFrameLocks noChangeAspect="1"/>
          </p:cNvGraphicFramePr>
          <p:nvPr/>
        </p:nvGraphicFramePr>
        <p:xfrm>
          <a:off x="9600175" y="3928195"/>
          <a:ext cx="1871133" cy="904875"/>
        </p:xfrm>
        <a:graphic>
          <a:graphicData uri="http://schemas.openxmlformats.org/presentationml/2006/ole">
            <mc:AlternateContent xmlns:mc="http://schemas.openxmlformats.org/markup-compatibility/2006">
              <mc:Choice xmlns:v="urn:schemas-microsoft-com:vml" Requires="v">
                <p:oleObj spid="_x0000_s8197" name="剪辑" r:id="rId2" imgW="32099250" imgH="17468850" progId="">
                  <p:embed/>
                </p:oleObj>
              </mc:Choice>
              <mc:Fallback>
                <p:oleObj name="剪辑" r:id="rId2" imgW="32099250" imgH="17468850" progId="">
                  <p:embed/>
                  <p:pic>
                    <p:nvPicPr>
                      <p:cNvPr id="0" name="图片 1024"/>
                      <p:cNvPicPr>
                        <a:picLocks noChangeAspect="1"/>
                      </p:cNvPicPr>
                      <p:nvPr/>
                    </p:nvPicPr>
                    <p:blipFill>
                      <a:blip r:embed="rId3"/>
                      <a:stretch>
                        <a:fillRect/>
                      </a:stretch>
                    </p:blipFill>
                    <p:spPr>
                      <a:xfrm>
                        <a:off x="9600175" y="3928195"/>
                        <a:ext cx="1871133" cy="904875"/>
                      </a:xfrm>
                      <a:prstGeom prst="rect">
                        <a:avLst/>
                      </a:prstGeom>
                      <a:noFill/>
                      <a:ln w="9525">
                        <a:noFill/>
                      </a:ln>
                    </p:spPr>
                  </p:pic>
                </p:oleObj>
              </mc:Fallback>
            </mc:AlternateContent>
          </a:graphicData>
        </a:graphic>
      </p:graphicFrame>
      <p:sp>
        <p:nvSpPr>
          <p:cNvPr id="30" name="Text Box 12"/>
          <p:cNvSpPr txBox="1">
            <a:spLocks noChangeArrowheads="1"/>
          </p:cNvSpPr>
          <p:nvPr/>
        </p:nvSpPr>
        <p:spPr bwMode="auto">
          <a:xfrm>
            <a:off x="8188570" y="3788812"/>
            <a:ext cx="894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通过校核</a:t>
            </a:r>
            <a:endParaRPr lang="zh-CN" altLang="en-US" sz="1400">
              <a:solidFill>
                <a:srgbClr val="FF0000"/>
              </a:solidFill>
              <a:latin typeface="黑体" panose="02010609060101010101" charset="-122"/>
            </a:endParaRPr>
          </a:p>
        </p:txBody>
      </p:sp>
      <p:sp>
        <p:nvSpPr>
          <p:cNvPr id="31" name="Text Box 14"/>
          <p:cNvSpPr txBox="1">
            <a:spLocks noChangeArrowheads="1"/>
          </p:cNvSpPr>
          <p:nvPr/>
        </p:nvSpPr>
        <p:spPr bwMode="auto">
          <a:xfrm>
            <a:off x="9532019" y="5015632"/>
            <a:ext cx="16052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b="0">
                <a:solidFill>
                  <a:srgbClr val="336699"/>
                </a:solidFill>
              </a:rPr>
              <a:t>发布成交结果</a:t>
            </a:r>
            <a:endParaRPr lang="zh-CN" altLang="en-US" sz="1400" b="0">
              <a:solidFill>
                <a:srgbClr val="336699"/>
              </a:solidFill>
            </a:endParaRPr>
          </a:p>
          <a:p>
            <a:pPr algn="ctr" eaLnBrk="1" hangingPunct="1">
              <a:spcBef>
                <a:spcPct val="0"/>
              </a:spcBef>
              <a:buFontTx/>
              <a:buNone/>
            </a:pPr>
            <a:r>
              <a:rPr lang="zh-CN" altLang="en-US" sz="1400" b="0">
                <a:solidFill>
                  <a:srgbClr val="336699"/>
                </a:solidFill>
              </a:rPr>
              <a:t>签订电子交易合同</a:t>
            </a:r>
            <a:endParaRPr lang="zh-CN" altLang="en-US" sz="1400" b="0">
              <a:solidFill>
                <a:srgbClr val="336699"/>
              </a:solidFill>
            </a:endParaRPr>
          </a:p>
        </p:txBody>
      </p:sp>
      <p:pic>
        <p:nvPicPr>
          <p:cNvPr id="10" name="图片 9"/>
          <p:cNvPicPr>
            <a:picLocks noChangeAspect="1"/>
          </p:cNvPicPr>
          <p:nvPr/>
        </p:nvPicPr>
        <p:blipFill>
          <a:blip r:embed="rId4" cstate="print"/>
          <a:stretch>
            <a:fillRect/>
          </a:stretch>
        </p:blipFill>
        <p:spPr>
          <a:xfrm>
            <a:off x="911225" y="3064510"/>
            <a:ext cx="1701800" cy="2056130"/>
          </a:xfrm>
          <a:prstGeom prst="rect">
            <a:avLst/>
          </a:prstGeom>
        </p:spPr>
      </p:pic>
      <p:sp>
        <p:nvSpPr>
          <p:cNvPr id="2" name="文本框 1"/>
          <p:cNvSpPr txBox="1"/>
          <p:nvPr/>
        </p:nvSpPr>
        <p:spPr>
          <a:xfrm>
            <a:off x="335234" y="3112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pic>
        <p:nvPicPr>
          <p:cNvPr id="4" name="图片 3" descr="31393935333132353b31393939353539353bd0f2bac532"/>
          <p:cNvPicPr>
            <a:picLocks noChangeAspect="1"/>
          </p:cNvPicPr>
          <p:nvPr/>
        </p:nvPicPr>
        <p:blipFill>
          <a:blip r:embed="rId5"/>
          <a:stretch>
            <a:fillRect/>
          </a:stretch>
        </p:blipFill>
        <p:spPr>
          <a:xfrm>
            <a:off x="528955" y="1052195"/>
            <a:ext cx="550800" cy="550800"/>
          </a:xfrm>
          <a:prstGeom prst="rect">
            <a:avLst/>
          </a:prstGeom>
        </p:spPr>
      </p:pic>
      <p:sp>
        <p:nvSpPr>
          <p:cNvPr id="8" name="文本框 7"/>
          <p:cNvSpPr txBox="1"/>
          <p:nvPr>
            <p:custDataLst>
              <p:tags r:id="rId6"/>
            </p:custDataLst>
          </p:nvPr>
        </p:nvSpPr>
        <p:spPr>
          <a:xfrm>
            <a:off x="6744335" y="5949315"/>
            <a:ext cx="4197985" cy="429895"/>
          </a:xfrm>
          <a:prstGeom prst="rect">
            <a:avLst/>
          </a:prstGeom>
          <a:noFill/>
        </p:spPr>
        <p:txBody>
          <a:bodyPr wrap="square" rtlCol="0">
            <a:spAutoFit/>
          </a:bodyPr>
          <a:lstStyle/>
          <a:p>
            <a:pPr marL="0" indent="0" latinLnBrk="0">
              <a:lnSpc>
                <a:spcPct val="110000"/>
              </a:lnSpc>
            </a:pPr>
            <a:r>
              <a:rPr lang="zh-CN" altLang="en-US" sz="2000" b="1">
                <a:solidFill>
                  <a:srgbClr val="00B0F0"/>
                </a:solidFill>
                <a:latin typeface="微软雅黑" panose="020B0503020204020204" pitchFamily="34" charset="-122"/>
                <a:ea typeface="微软雅黑" panose="020B0503020204020204" pitchFamily="34" charset="-122"/>
              </a:rPr>
              <a:t>省对省送电的主要交易组织方式。</a:t>
            </a:r>
            <a:endParaRPr lang="zh-CN" altLang="en-US" sz="2000" b="1">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7" name="文本框 6"/>
          <p:cNvSpPr txBox="1"/>
          <p:nvPr/>
        </p:nvSpPr>
        <p:spPr>
          <a:xfrm>
            <a:off x="551815" y="105219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集中竞价交易：</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9" name="文本框 18"/>
          <p:cNvSpPr txBox="1"/>
          <p:nvPr/>
        </p:nvSpPr>
        <p:spPr>
          <a:xfrm>
            <a:off x="528955" y="1569720"/>
            <a:ext cx="11503025" cy="1430020"/>
          </a:xfrm>
          <a:prstGeom prst="rect">
            <a:avLst/>
          </a:prstGeom>
          <a:noFill/>
        </p:spPr>
        <p:txBody>
          <a:bodyPr wrap="square" rtlCol="0" anchor="t">
            <a:spAutoFit/>
          </a:bodyPr>
          <a:lstStyle/>
          <a:p>
            <a:pPr latinLnBrk="0">
              <a:lnSpc>
                <a:spcPts val="3480"/>
              </a:lnSpc>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dirty="0">
                <a:latin typeface="黑体" panose="02010609060101010101" charset="-122"/>
                <a:ea typeface="黑体" panose="02010609060101010101" charset="-122"/>
                <a:sym typeface="Arial" panose="020B0604020202020204" pitchFamily="34" charset="0"/>
              </a:rPr>
              <a:t>市场主体通过电力交易平台申报分时段电量、价格等信息，</a:t>
            </a:r>
            <a:r>
              <a:rPr lang="zh-CN" altLang="en-US" sz="2400" dirty="0" smtClean="0">
                <a:latin typeface="黑体" panose="02010609060101010101" charset="-122"/>
                <a:ea typeface="黑体" panose="02010609060101010101" charset="-122"/>
                <a:sym typeface="Arial" panose="020B0604020202020204" pitchFamily="34" charset="0"/>
              </a:rPr>
              <a:t>交易平台考虑</a:t>
            </a:r>
            <a:r>
              <a:rPr lang="zh-CN" altLang="en-US" sz="2400" dirty="0">
                <a:latin typeface="黑体" panose="02010609060101010101" charset="-122"/>
                <a:ea typeface="黑体" panose="02010609060101010101" charset="-122"/>
                <a:sym typeface="Arial" panose="020B0604020202020204" pitchFamily="34" charset="0"/>
              </a:rPr>
              <a:t>输配电价、输电损耗、政府性基金及附加后，由交易平台根据统一的规则出清，</a:t>
            </a:r>
            <a:r>
              <a:rPr lang="zh-CN" altLang="en-US" sz="2400" dirty="0" smtClean="0">
                <a:latin typeface="黑体" panose="02010609060101010101" charset="-122"/>
                <a:ea typeface="黑体" panose="02010609060101010101" charset="-122"/>
                <a:sym typeface="Arial" panose="020B0604020202020204" pitchFamily="34" charset="0"/>
              </a:rPr>
              <a:t>经调度</a:t>
            </a:r>
            <a:r>
              <a:rPr lang="zh-CN" altLang="en-US" sz="2400" dirty="0">
                <a:latin typeface="黑体" panose="02010609060101010101" charset="-122"/>
                <a:ea typeface="黑体" panose="02010609060101010101" charset="-122"/>
                <a:sym typeface="Arial" panose="020B0604020202020204" pitchFamily="34" charset="0"/>
              </a:rPr>
              <a:t>部门安全校核后，形成集中竞价成交结果。</a:t>
            </a:r>
            <a:endParaRPr lang="zh-CN" altLang="en-US" sz="2400" dirty="0">
              <a:latin typeface="黑体" panose="02010609060101010101" charset="-122"/>
              <a:ea typeface="黑体" panose="02010609060101010101" charset="-122"/>
              <a:sym typeface="Arial" panose="020B0604020202020204" pitchFamily="34" charset="0"/>
            </a:endParaRPr>
          </a:p>
        </p:txBody>
      </p:sp>
      <p:pic>
        <p:nvPicPr>
          <p:cNvPr id="100" name="图片 99"/>
          <p:cNvPicPr/>
          <p:nvPr/>
        </p:nvPicPr>
        <p:blipFill>
          <a:blip r:embed="rId1"/>
          <a:stretch>
            <a:fillRect/>
          </a:stretch>
        </p:blipFill>
        <p:spPr>
          <a:xfrm>
            <a:off x="551815" y="3284855"/>
            <a:ext cx="2466340" cy="1901190"/>
          </a:xfrm>
          <a:prstGeom prst="rect">
            <a:avLst/>
          </a:prstGeom>
          <a:noFill/>
          <a:ln w="9525">
            <a:noFill/>
          </a:ln>
        </p:spPr>
      </p:pic>
      <p:sp>
        <p:nvSpPr>
          <p:cNvPr id="101" name="文本框 100"/>
          <p:cNvSpPr txBox="1"/>
          <p:nvPr/>
        </p:nvSpPr>
        <p:spPr>
          <a:xfrm>
            <a:off x="421005" y="5186045"/>
            <a:ext cx="2597150" cy="521970"/>
          </a:xfrm>
          <a:prstGeom prst="rect">
            <a:avLst/>
          </a:prstGeom>
          <a:noFill/>
          <a:ln w="9525">
            <a:noFill/>
          </a:ln>
        </p:spPr>
        <p:txBody>
          <a:bodyPr wrap="square">
            <a:spAutoFit/>
          </a:bodyPr>
          <a:lstStyle/>
          <a:p>
            <a:pPr marL="0" algn="ctr" eaLnBrk="1" hangingPunct="1">
              <a:buClrTx/>
              <a:buSzTx/>
              <a:buFontTx/>
            </a:pPr>
            <a:r>
              <a:rPr lang="zh-CN" altLang="en-US" sz="1400" b="0">
                <a:solidFill>
                  <a:srgbClr val="336699"/>
                </a:solidFill>
                <a:latin typeface="Arial" panose="020B0604020202020204" pitchFamily="34" charset="0"/>
                <a:ea typeface="黑体" panose="02010609060101010101" charset="-122"/>
              </a:rPr>
              <a:t>市场主体通过电力交易平台申报分时段电量、价格等信息</a:t>
            </a:r>
            <a:endParaRPr lang="zh-CN" altLang="en-US" sz="1400">
              <a:solidFill>
                <a:srgbClr val="336699"/>
              </a:solidFill>
              <a:latin typeface="Arial" panose="020B0604020202020204" pitchFamily="34" charset="0"/>
              <a:ea typeface="黑体" panose="02010609060101010101" charset="-122"/>
            </a:endParaRPr>
          </a:p>
        </p:txBody>
      </p:sp>
      <p:sp>
        <p:nvSpPr>
          <p:cNvPr id="20" name="AutoShape 7"/>
          <p:cNvSpPr>
            <a:spLocks noChangeArrowheads="1"/>
          </p:cNvSpPr>
          <p:nvPr/>
        </p:nvSpPr>
        <p:spPr bwMode="auto">
          <a:xfrm>
            <a:off x="3272190" y="4079325"/>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21" name="Text Box 12"/>
          <p:cNvSpPr txBox="1">
            <a:spLocks noChangeArrowheads="1"/>
          </p:cNvSpPr>
          <p:nvPr/>
        </p:nvSpPr>
        <p:spPr bwMode="auto">
          <a:xfrm>
            <a:off x="3360030" y="3736107"/>
            <a:ext cx="894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统一出清</a:t>
            </a:r>
            <a:endParaRPr lang="zh-CN" altLang="en-US" sz="1400">
              <a:solidFill>
                <a:srgbClr val="FF0000"/>
              </a:solidFill>
              <a:latin typeface="黑体" panose="02010609060101010101" charset="-122"/>
            </a:endParaRPr>
          </a:p>
        </p:txBody>
      </p:sp>
      <p:pic>
        <p:nvPicPr>
          <p:cNvPr id="22" name="Picture 4" descr="CRTN_00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4872389" y="3356378"/>
            <a:ext cx="2785533" cy="173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Text Box 11"/>
          <p:cNvSpPr txBox="1">
            <a:spLocks noChangeArrowheads="1"/>
          </p:cNvSpPr>
          <p:nvPr/>
        </p:nvSpPr>
        <p:spPr bwMode="auto">
          <a:xfrm>
            <a:off x="4770364" y="4928002"/>
            <a:ext cx="23164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dirty="0">
                <a:solidFill>
                  <a:srgbClr val="336699"/>
                </a:solidFill>
              </a:rPr>
              <a:t>推送</a:t>
            </a:r>
            <a:endParaRPr lang="en-US" altLang="zh-CN" sz="1400" dirty="0">
              <a:solidFill>
                <a:srgbClr val="336699"/>
              </a:solidFill>
            </a:endParaRPr>
          </a:p>
          <a:p>
            <a:pPr algn="ctr" eaLnBrk="1" hangingPunct="1">
              <a:spcBef>
                <a:spcPct val="0"/>
              </a:spcBef>
              <a:buFontTx/>
              <a:buNone/>
            </a:pPr>
            <a:r>
              <a:rPr lang="zh-CN" altLang="en-US" sz="1400" dirty="0">
                <a:solidFill>
                  <a:srgbClr val="336699"/>
                </a:solidFill>
              </a:rPr>
              <a:t>电网企业调度部门安全校核</a:t>
            </a:r>
            <a:endParaRPr lang="zh-CN" altLang="en-US" sz="1400" b="0" dirty="0">
              <a:solidFill>
                <a:srgbClr val="336699"/>
              </a:solidFill>
            </a:endParaRPr>
          </a:p>
        </p:txBody>
      </p:sp>
      <p:sp>
        <p:nvSpPr>
          <p:cNvPr id="24" name="Text Box 12"/>
          <p:cNvSpPr txBox="1">
            <a:spLocks noChangeArrowheads="1"/>
          </p:cNvSpPr>
          <p:nvPr/>
        </p:nvSpPr>
        <p:spPr bwMode="auto">
          <a:xfrm>
            <a:off x="3271130" y="4436512"/>
            <a:ext cx="10718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预成交结果</a:t>
            </a:r>
            <a:endParaRPr lang="zh-CN" altLang="en-US" sz="1400">
              <a:solidFill>
                <a:srgbClr val="FF0000"/>
              </a:solidFill>
              <a:latin typeface="黑体" panose="02010609060101010101" charset="-122"/>
            </a:endParaRPr>
          </a:p>
        </p:txBody>
      </p:sp>
      <p:sp>
        <p:nvSpPr>
          <p:cNvPr id="25" name="AutoShape 9"/>
          <p:cNvSpPr>
            <a:spLocks noChangeArrowheads="1"/>
          </p:cNvSpPr>
          <p:nvPr/>
        </p:nvSpPr>
        <p:spPr bwMode="auto">
          <a:xfrm flipH="1">
            <a:off x="1919850" y="5733499"/>
            <a:ext cx="3937000" cy="431800"/>
          </a:xfrm>
          <a:prstGeom prst="curvedUpArrow">
            <a:avLst>
              <a:gd name="adj1" fmla="val 52553"/>
              <a:gd name="adj2" fmla="val 155507"/>
              <a:gd name="adj3" fmla="val 33333"/>
            </a:avLst>
          </a:prstGeom>
          <a:solidFill>
            <a:srgbClr val="FF9900"/>
          </a:solidFill>
          <a:ln w="9525">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26" name="Text Box 13"/>
          <p:cNvSpPr txBox="1">
            <a:spLocks noChangeArrowheads="1"/>
          </p:cNvSpPr>
          <p:nvPr/>
        </p:nvSpPr>
        <p:spPr bwMode="auto">
          <a:xfrm>
            <a:off x="2467643" y="6289124"/>
            <a:ext cx="30276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未通过校核，重新出清电量电价曲线</a:t>
            </a:r>
            <a:endParaRPr lang="zh-CN" altLang="en-US" sz="1400">
              <a:solidFill>
                <a:srgbClr val="FF0000"/>
              </a:solidFill>
              <a:latin typeface="黑体" panose="02010609060101010101" charset="-122"/>
            </a:endParaRPr>
          </a:p>
        </p:txBody>
      </p:sp>
      <p:sp>
        <p:nvSpPr>
          <p:cNvPr id="27" name="AutoShape 8"/>
          <p:cNvSpPr>
            <a:spLocks noChangeArrowheads="1"/>
          </p:cNvSpPr>
          <p:nvPr/>
        </p:nvSpPr>
        <p:spPr bwMode="auto">
          <a:xfrm>
            <a:off x="8112160" y="4152033"/>
            <a:ext cx="1248833" cy="288925"/>
          </a:xfrm>
          <a:prstGeom prst="rightArrow">
            <a:avLst>
              <a:gd name="adj1" fmla="val 50000"/>
              <a:gd name="adj2" fmla="val 81044"/>
            </a:avLst>
          </a:prstGeom>
          <a:solidFill>
            <a:srgbClr val="FF9900"/>
          </a:solidFill>
          <a:ln w="9525" algn="ctr">
            <a:solidFill>
              <a:srgbClr val="FF9900"/>
            </a:solidFill>
            <a:miter lim="800000"/>
          </a:ln>
          <a:effectLst/>
        </p:spPr>
        <p:txBody>
          <a:bodyPr wrap="none" anchor="ct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graphicFrame>
        <p:nvGraphicFramePr>
          <p:cNvPr id="28" name="Object 10"/>
          <p:cNvGraphicFramePr>
            <a:graphicFrameLocks noChangeAspect="1"/>
          </p:cNvGraphicFramePr>
          <p:nvPr/>
        </p:nvGraphicFramePr>
        <p:xfrm>
          <a:off x="9600175" y="3928195"/>
          <a:ext cx="1871133" cy="904875"/>
        </p:xfrm>
        <a:graphic>
          <a:graphicData uri="http://schemas.openxmlformats.org/presentationml/2006/ole">
            <mc:AlternateContent xmlns:mc="http://schemas.openxmlformats.org/markup-compatibility/2006">
              <mc:Choice xmlns:v="urn:schemas-microsoft-com:vml" Requires="v">
                <p:oleObj spid="_x0000_s9221" name="剪辑" r:id="rId3" imgW="32099250" imgH="17468850" progId="">
                  <p:embed/>
                </p:oleObj>
              </mc:Choice>
              <mc:Fallback>
                <p:oleObj name="剪辑" r:id="rId3" imgW="32099250" imgH="17468850" progId="">
                  <p:embed/>
                  <p:pic>
                    <p:nvPicPr>
                      <p:cNvPr id="0" name="图片 1024"/>
                      <p:cNvPicPr>
                        <a:picLocks noChangeAspect="1"/>
                      </p:cNvPicPr>
                      <p:nvPr/>
                    </p:nvPicPr>
                    <p:blipFill>
                      <a:blip r:embed="rId4"/>
                      <a:stretch>
                        <a:fillRect/>
                      </a:stretch>
                    </p:blipFill>
                    <p:spPr>
                      <a:xfrm>
                        <a:off x="9600175" y="3928195"/>
                        <a:ext cx="1871133" cy="904875"/>
                      </a:xfrm>
                      <a:prstGeom prst="rect">
                        <a:avLst/>
                      </a:prstGeom>
                      <a:noFill/>
                      <a:ln w="9525">
                        <a:noFill/>
                      </a:ln>
                    </p:spPr>
                  </p:pic>
                </p:oleObj>
              </mc:Fallback>
            </mc:AlternateContent>
          </a:graphicData>
        </a:graphic>
      </p:graphicFrame>
      <p:sp>
        <p:nvSpPr>
          <p:cNvPr id="30" name="Text Box 12"/>
          <p:cNvSpPr txBox="1">
            <a:spLocks noChangeArrowheads="1"/>
          </p:cNvSpPr>
          <p:nvPr/>
        </p:nvSpPr>
        <p:spPr bwMode="auto">
          <a:xfrm>
            <a:off x="8188570" y="3788812"/>
            <a:ext cx="894080" cy="30670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a:solidFill>
                  <a:srgbClr val="FF0000"/>
                </a:solidFill>
                <a:latin typeface="黑体" panose="02010609060101010101" charset="-122"/>
              </a:rPr>
              <a:t>通过校核</a:t>
            </a:r>
            <a:endParaRPr lang="zh-CN" altLang="en-US" sz="1400">
              <a:solidFill>
                <a:srgbClr val="FF0000"/>
              </a:solidFill>
              <a:latin typeface="黑体" panose="02010609060101010101" charset="-122"/>
            </a:endParaRPr>
          </a:p>
        </p:txBody>
      </p:sp>
      <p:sp>
        <p:nvSpPr>
          <p:cNvPr id="31" name="Text Box 14"/>
          <p:cNvSpPr txBox="1">
            <a:spLocks noChangeArrowheads="1"/>
          </p:cNvSpPr>
          <p:nvPr/>
        </p:nvSpPr>
        <p:spPr bwMode="auto">
          <a:xfrm>
            <a:off x="9532019" y="5015632"/>
            <a:ext cx="1605280" cy="52197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Ø"/>
              <a:defRPr sz="3200">
                <a:solidFill>
                  <a:srgbClr val="143DA2"/>
                </a:solidFill>
                <a:latin typeface="Arial" panose="020B0604020202020204" pitchFamily="34" charset="0"/>
                <a:ea typeface="黑体" panose="02010609060101010101" charset="-122"/>
              </a:defRPr>
            </a:lvl1pPr>
            <a:lvl2pPr marL="742950" indent="-285750">
              <a:spcBef>
                <a:spcPct val="20000"/>
              </a:spcBef>
              <a:buChar char="•"/>
              <a:defRPr sz="2800">
                <a:solidFill>
                  <a:srgbClr val="143DA2"/>
                </a:solidFill>
                <a:latin typeface="Arial" panose="020B0604020202020204" pitchFamily="34" charset="0"/>
                <a:ea typeface="黑体" panose="02010609060101010101" charset="-122"/>
              </a:defRPr>
            </a:lvl2pPr>
            <a:lvl3pPr marL="1143000" indent="-228600">
              <a:spcBef>
                <a:spcPct val="20000"/>
              </a:spcBef>
              <a:buFont typeface="Wingdings" panose="05000000000000000000" pitchFamily="2" charset="2"/>
              <a:buChar char="ü"/>
              <a:defRPr sz="2400">
                <a:solidFill>
                  <a:srgbClr val="143DA2"/>
                </a:solidFill>
                <a:latin typeface="Arial" panose="020B0604020202020204" pitchFamily="34" charset="0"/>
                <a:ea typeface="黑体" panose="02010609060101010101" charset="-122"/>
              </a:defRPr>
            </a:lvl3pPr>
            <a:lvl4pPr marL="1600200" indent="-228600">
              <a:spcBef>
                <a:spcPct val="20000"/>
              </a:spcBef>
              <a:buChar char="•"/>
              <a:defRPr sz="2000">
                <a:solidFill>
                  <a:srgbClr val="143DA2"/>
                </a:solidFill>
                <a:latin typeface="Arial" panose="020B0604020202020204" pitchFamily="34" charset="0"/>
                <a:ea typeface="黑体" panose="02010609060101010101" charset="-122"/>
              </a:defRPr>
            </a:lvl4pPr>
            <a:lvl5pPr marL="2057400" indent="-228600">
              <a:spcBef>
                <a:spcPct val="20000"/>
              </a:spcBef>
              <a:buChar char="•"/>
              <a:defRPr sz="2000">
                <a:solidFill>
                  <a:srgbClr val="143DA2"/>
                </a:solidFill>
                <a:latin typeface="Arial" panose="020B0604020202020204" pitchFamily="34" charset="0"/>
                <a:ea typeface="黑体" panose="02010609060101010101" charset="-122"/>
              </a:defRPr>
            </a:lvl5pPr>
            <a:lvl6pPr marL="25146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6pPr>
            <a:lvl7pPr marL="29718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7pPr>
            <a:lvl8pPr marL="34290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8pPr>
            <a:lvl9pPr marL="3886200" indent="-228600" eaLnBrk="0" fontAlgn="base" hangingPunct="0">
              <a:spcBef>
                <a:spcPct val="20000"/>
              </a:spcBef>
              <a:spcAft>
                <a:spcPct val="0"/>
              </a:spcAft>
              <a:buChar char="•"/>
              <a:defRPr sz="2000">
                <a:solidFill>
                  <a:srgbClr val="143DA2"/>
                </a:solidFill>
                <a:latin typeface="Arial" panose="020B0604020202020204" pitchFamily="34" charset="0"/>
                <a:ea typeface="黑体" panose="02010609060101010101" charset="-122"/>
              </a:defRPr>
            </a:lvl9pPr>
          </a:lstStyle>
          <a:p>
            <a:pPr algn="ctr" eaLnBrk="1" hangingPunct="1">
              <a:spcBef>
                <a:spcPct val="0"/>
              </a:spcBef>
              <a:buFontTx/>
              <a:buNone/>
            </a:pPr>
            <a:r>
              <a:rPr lang="zh-CN" altLang="en-US" sz="1400" b="0">
                <a:solidFill>
                  <a:srgbClr val="336699"/>
                </a:solidFill>
              </a:rPr>
              <a:t>发布成交结果</a:t>
            </a:r>
            <a:endParaRPr lang="zh-CN" altLang="en-US" sz="1400" b="0">
              <a:solidFill>
                <a:srgbClr val="336699"/>
              </a:solidFill>
            </a:endParaRPr>
          </a:p>
          <a:p>
            <a:pPr algn="ctr" eaLnBrk="1" hangingPunct="1">
              <a:spcBef>
                <a:spcPct val="0"/>
              </a:spcBef>
              <a:buFontTx/>
              <a:buNone/>
            </a:pPr>
            <a:r>
              <a:rPr lang="zh-CN" altLang="en-US" sz="1400" b="0">
                <a:solidFill>
                  <a:srgbClr val="336699"/>
                </a:solidFill>
              </a:rPr>
              <a:t>签订电子交易合同</a:t>
            </a:r>
            <a:endParaRPr lang="zh-CN" altLang="en-US" sz="1400" b="0">
              <a:solidFill>
                <a:srgbClr val="336699"/>
              </a:solidFill>
            </a:endParaRPr>
          </a:p>
        </p:txBody>
      </p:sp>
      <p:sp>
        <p:nvSpPr>
          <p:cNvPr id="4" name="文本框 3"/>
          <p:cNvSpPr txBox="1"/>
          <p:nvPr/>
        </p:nvSpPr>
        <p:spPr>
          <a:xfrm>
            <a:off x="335234"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pic>
        <p:nvPicPr>
          <p:cNvPr id="9" name="图片 8" descr="31393935333132353b31393939353539363bd0f2bac533"/>
          <p:cNvPicPr>
            <a:picLocks noChangeAspect="1"/>
          </p:cNvPicPr>
          <p:nvPr/>
        </p:nvPicPr>
        <p:blipFill>
          <a:blip r:embed="rId5"/>
          <a:stretch>
            <a:fillRect/>
          </a:stretch>
        </p:blipFill>
        <p:spPr>
          <a:xfrm>
            <a:off x="479425" y="1051560"/>
            <a:ext cx="550800" cy="550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7" name="文本框 6"/>
          <p:cNvSpPr txBox="1"/>
          <p:nvPr/>
        </p:nvSpPr>
        <p:spPr>
          <a:xfrm>
            <a:off x="551815" y="1052195"/>
            <a:ext cx="1119886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集中竞价交易：</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5" name="文本框 4"/>
          <p:cNvSpPr txBox="1"/>
          <p:nvPr/>
        </p:nvSpPr>
        <p:spPr>
          <a:xfrm>
            <a:off x="623570" y="1772285"/>
            <a:ext cx="3501390" cy="534035"/>
          </a:xfrm>
          <a:prstGeom prst="rect">
            <a:avLst/>
          </a:prstGeom>
          <a:noFill/>
        </p:spPr>
        <p:txBody>
          <a:bodyPr wrap="square" rtlCol="0" anchor="t">
            <a:spAutoFit/>
          </a:bodyPr>
          <a:lstStyle/>
          <a:p>
            <a:pPr algn="just" latinLnBrk="0">
              <a:lnSpc>
                <a:spcPct val="120000"/>
              </a:lnSpc>
              <a:spcBef>
                <a:spcPts val="600"/>
              </a:spcBef>
              <a:buClrTx/>
              <a:buSzTx/>
              <a:buFontTx/>
            </a:pPr>
            <a:r>
              <a:rPr lang="en-US" altLang="zh-CN" sz="2400" dirty="0">
                <a:latin typeface="黑体" panose="02010609060101010101" charset="-122"/>
                <a:ea typeface="黑体" panose="02010609060101010101" charset="-122"/>
                <a:sym typeface="Arial" panose="020B0604020202020204" pitchFamily="34" charset="0"/>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边际电价法出清：</a:t>
            </a:r>
            <a:endPar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6" name="文本框 5"/>
          <p:cNvSpPr txBox="1"/>
          <p:nvPr/>
        </p:nvSpPr>
        <p:spPr>
          <a:xfrm>
            <a:off x="839470" y="2295525"/>
            <a:ext cx="4077970" cy="803910"/>
          </a:xfrm>
          <a:prstGeom prst="rect">
            <a:avLst/>
          </a:prstGeom>
          <a:noFill/>
        </p:spPr>
        <p:txBody>
          <a:bodyPr wrap="square" rtlCol="0">
            <a:spAutoFit/>
          </a:bodyPr>
          <a:lstStyle/>
          <a:p>
            <a:pPr algn="l" latinLnBrk="0">
              <a:lnSpc>
                <a:spcPts val="2780"/>
              </a:lnSpc>
              <a:buClrTx/>
              <a:buSzTx/>
              <a:buFontTx/>
            </a:pPr>
            <a:r>
              <a:rPr lang="zh-CN" altLang="en-US" sz="1600" dirty="0">
                <a:latin typeface="黑体" panose="02010609060101010101" charset="-122"/>
                <a:ea typeface="黑体" panose="02010609060101010101" charset="-122"/>
              </a:rPr>
              <a:t>购电方申报曲线与售电方申报曲线有交叉，交叉点对应的价格为边际出清价格。</a:t>
            </a:r>
            <a:endParaRPr lang="zh-CN" altLang="en-US" sz="1600" dirty="0">
              <a:latin typeface="黑体" panose="02010609060101010101" charset="-122"/>
              <a:ea typeface="黑体" panose="02010609060101010101" charset="-122"/>
            </a:endParaRPr>
          </a:p>
        </p:txBody>
      </p:sp>
      <p:grpSp>
        <p:nvGrpSpPr>
          <p:cNvPr id="15" name="组合 14"/>
          <p:cNvGrpSpPr/>
          <p:nvPr/>
        </p:nvGrpSpPr>
        <p:grpSpPr>
          <a:xfrm>
            <a:off x="119380" y="3001010"/>
            <a:ext cx="5125720" cy="3146425"/>
            <a:chOff x="188" y="4726"/>
            <a:chExt cx="9754" cy="5631"/>
          </a:xfrm>
        </p:grpSpPr>
        <p:sp>
          <p:nvSpPr>
            <p:cNvPr id="9" name="Line 13"/>
            <p:cNvSpPr>
              <a:spLocks noChangeShapeType="1"/>
            </p:cNvSpPr>
            <p:nvPr/>
          </p:nvSpPr>
          <p:spPr bwMode="auto">
            <a:xfrm>
              <a:off x="1247" y="9644"/>
              <a:ext cx="7862" cy="0"/>
            </a:xfrm>
            <a:prstGeom prst="line">
              <a:avLst/>
            </a:prstGeom>
            <a:noFill/>
            <a:ln w="381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0" name="Line 14"/>
            <p:cNvSpPr>
              <a:spLocks noChangeShapeType="1"/>
            </p:cNvSpPr>
            <p:nvPr/>
          </p:nvSpPr>
          <p:spPr bwMode="auto">
            <a:xfrm rot="16200000">
              <a:off x="-1081" y="7316"/>
              <a:ext cx="4656" cy="0"/>
            </a:xfrm>
            <a:prstGeom prst="line">
              <a:avLst/>
            </a:prstGeom>
            <a:noFill/>
            <a:ln w="381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11" name="文本框 10"/>
            <p:cNvSpPr txBox="1"/>
            <p:nvPr/>
          </p:nvSpPr>
          <p:spPr>
            <a:xfrm>
              <a:off x="188" y="4726"/>
              <a:ext cx="605" cy="659"/>
            </a:xfrm>
            <a:prstGeom prst="rect">
              <a:avLst/>
            </a:prstGeom>
            <a:noFill/>
          </p:spPr>
          <p:txBody>
            <a:bodyPr wrap="square" rtlCol="0">
              <a:spAutoFit/>
            </a:bodyPr>
            <a:lstStyle/>
            <a:p>
              <a:r>
                <a:rPr lang="en-US" altLang="zh-CN" dirty="0"/>
                <a:t>P</a:t>
              </a:r>
              <a:endParaRPr lang="zh-CN" altLang="en-US" dirty="0"/>
            </a:p>
          </p:txBody>
        </p:sp>
        <p:sp>
          <p:nvSpPr>
            <p:cNvPr id="12" name="文本框 11"/>
            <p:cNvSpPr txBox="1"/>
            <p:nvPr/>
          </p:nvSpPr>
          <p:spPr>
            <a:xfrm>
              <a:off x="8279" y="9698"/>
              <a:ext cx="1663" cy="659"/>
            </a:xfrm>
            <a:prstGeom prst="rect">
              <a:avLst/>
            </a:prstGeom>
            <a:noFill/>
          </p:spPr>
          <p:txBody>
            <a:bodyPr wrap="square" rtlCol="0">
              <a:spAutoFit/>
            </a:bodyPr>
            <a:lstStyle/>
            <a:p>
              <a:r>
                <a:rPr lang="en-US" altLang="zh-CN" dirty="0"/>
                <a:t>MW</a:t>
              </a:r>
              <a:endParaRPr lang="zh-CN" altLang="en-US" dirty="0"/>
            </a:p>
          </p:txBody>
        </p:sp>
        <p:cxnSp>
          <p:nvCxnSpPr>
            <p:cNvPr id="18" name="直接连接符 17"/>
            <p:cNvCxnSpPr/>
            <p:nvPr/>
          </p:nvCxnSpPr>
          <p:spPr>
            <a:xfrm>
              <a:off x="4119" y="7045"/>
              <a:ext cx="0" cy="74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3" name="组合 35"/>
            <p:cNvGrpSpPr/>
            <p:nvPr/>
          </p:nvGrpSpPr>
          <p:grpSpPr>
            <a:xfrm>
              <a:off x="1247" y="6167"/>
              <a:ext cx="7711" cy="2497"/>
              <a:chOff x="827584" y="4244926"/>
              <a:chExt cx="3672405" cy="1585654"/>
            </a:xfrm>
          </p:grpSpPr>
          <p:cxnSp>
            <p:nvCxnSpPr>
              <p:cNvPr id="16" name="肘形连接符 15"/>
              <p:cNvCxnSpPr/>
              <p:nvPr/>
            </p:nvCxnSpPr>
            <p:spPr>
              <a:xfrm>
                <a:off x="827584" y="4244926"/>
                <a:ext cx="1368152" cy="564679"/>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肘形连接符 18"/>
              <p:cNvCxnSpPr/>
              <p:nvPr/>
            </p:nvCxnSpPr>
            <p:spPr>
              <a:xfrm>
                <a:off x="2195736" y="5273040"/>
                <a:ext cx="2304253" cy="557540"/>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4" name="组合 36"/>
            <p:cNvGrpSpPr/>
            <p:nvPr/>
          </p:nvGrpSpPr>
          <p:grpSpPr>
            <a:xfrm>
              <a:off x="1249" y="6626"/>
              <a:ext cx="7860" cy="2392"/>
              <a:chOff x="828599" y="4536677"/>
              <a:chExt cx="3743401" cy="1518737"/>
            </a:xfrm>
          </p:grpSpPr>
          <p:cxnSp>
            <p:nvCxnSpPr>
              <p:cNvPr id="23" name="肘形连接符 22"/>
              <p:cNvCxnSpPr/>
              <p:nvPr/>
            </p:nvCxnSpPr>
            <p:spPr>
              <a:xfrm flipV="1">
                <a:off x="828599" y="5812209"/>
                <a:ext cx="1514006" cy="243205"/>
              </a:xfrm>
              <a:prstGeom prst="bentConnector3">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342605" y="5037753"/>
                <a:ext cx="0" cy="77445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5" name="肘形连接符 24"/>
              <p:cNvCxnSpPr/>
              <p:nvPr/>
            </p:nvCxnSpPr>
            <p:spPr>
              <a:xfrm flipV="1">
                <a:off x="2342605" y="4536677"/>
                <a:ext cx="2229395" cy="522661"/>
              </a:xfrm>
              <a:prstGeom prst="bentConnector3">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8" name="椭圆 37"/>
            <p:cNvSpPr/>
            <p:nvPr/>
          </p:nvSpPr>
          <p:spPr>
            <a:xfrm>
              <a:off x="4204" y="7616"/>
              <a:ext cx="422" cy="312"/>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p>
          </p:txBody>
        </p:sp>
        <p:sp>
          <p:nvSpPr>
            <p:cNvPr id="39" name="文本框 38"/>
            <p:cNvSpPr txBox="1"/>
            <p:nvPr/>
          </p:nvSpPr>
          <p:spPr>
            <a:xfrm>
              <a:off x="5414" y="6054"/>
              <a:ext cx="4004" cy="659"/>
            </a:xfrm>
            <a:prstGeom prst="rect">
              <a:avLst/>
            </a:prstGeom>
            <a:noFill/>
          </p:spPr>
          <p:txBody>
            <a:bodyPr wrap="square" rtlCol="0">
              <a:spAutoFit/>
            </a:bodyPr>
            <a:lstStyle/>
            <a:p>
              <a:r>
                <a:rPr lang="zh-CN" altLang="en-US" dirty="0"/>
                <a:t>售电方申报曲线</a:t>
              </a:r>
              <a:endParaRPr lang="zh-CN" altLang="en-US" dirty="0"/>
            </a:p>
          </p:txBody>
        </p:sp>
        <p:sp>
          <p:nvSpPr>
            <p:cNvPr id="40" name="文本框 39"/>
            <p:cNvSpPr txBox="1"/>
            <p:nvPr/>
          </p:nvSpPr>
          <p:spPr>
            <a:xfrm>
              <a:off x="5414" y="8737"/>
              <a:ext cx="4004" cy="659"/>
            </a:xfrm>
            <a:prstGeom prst="rect">
              <a:avLst/>
            </a:prstGeom>
            <a:noFill/>
          </p:spPr>
          <p:txBody>
            <a:bodyPr wrap="square" rtlCol="0">
              <a:spAutoFit/>
            </a:bodyPr>
            <a:lstStyle/>
            <a:p>
              <a:r>
                <a:rPr lang="zh-CN" altLang="en-US" dirty="0"/>
                <a:t>购电方申报曲线</a:t>
              </a:r>
              <a:endParaRPr lang="zh-CN" altLang="en-US" dirty="0"/>
            </a:p>
          </p:txBody>
        </p:sp>
        <p:cxnSp>
          <p:nvCxnSpPr>
            <p:cNvPr id="42" name="直接连接符 41"/>
            <p:cNvCxnSpPr/>
            <p:nvPr/>
          </p:nvCxnSpPr>
          <p:spPr>
            <a:xfrm>
              <a:off x="4456" y="7616"/>
              <a:ext cx="10" cy="225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8" idx="6"/>
            </p:cNvCxnSpPr>
            <p:nvPr/>
          </p:nvCxnSpPr>
          <p:spPr>
            <a:xfrm>
              <a:off x="837" y="7757"/>
              <a:ext cx="3789" cy="1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298" y="7124"/>
              <a:ext cx="800" cy="659"/>
            </a:xfrm>
            <a:prstGeom prst="rect">
              <a:avLst/>
            </a:prstGeom>
            <a:noFill/>
          </p:spPr>
          <p:txBody>
            <a:bodyPr wrap="square" rtlCol="0">
              <a:spAutoFit/>
            </a:bodyPr>
            <a:lstStyle/>
            <a:p>
              <a:r>
                <a:rPr lang="en-US" altLang="zh-CN" dirty="0"/>
                <a:t>P</a:t>
              </a:r>
              <a:r>
                <a:rPr lang="en-US" altLang="zh-CN" baseline="-25000" dirty="0"/>
                <a:t>0</a:t>
              </a:r>
              <a:endParaRPr lang="zh-CN" altLang="en-US" dirty="0"/>
            </a:p>
          </p:txBody>
        </p:sp>
        <p:sp>
          <p:nvSpPr>
            <p:cNvPr id="51" name="文本框 50"/>
            <p:cNvSpPr txBox="1"/>
            <p:nvPr/>
          </p:nvSpPr>
          <p:spPr>
            <a:xfrm>
              <a:off x="4482" y="9583"/>
              <a:ext cx="1663" cy="659"/>
            </a:xfrm>
            <a:prstGeom prst="rect">
              <a:avLst/>
            </a:prstGeom>
            <a:noFill/>
          </p:spPr>
          <p:txBody>
            <a:bodyPr wrap="square" rtlCol="0">
              <a:spAutoFit/>
            </a:bodyPr>
            <a:lstStyle/>
            <a:p>
              <a:r>
                <a:rPr lang="en-US" altLang="zh-CN" dirty="0"/>
                <a:t>Q</a:t>
              </a:r>
              <a:r>
                <a:rPr lang="en-US" altLang="zh-CN" baseline="-25000" dirty="0"/>
                <a:t>0</a:t>
              </a:r>
              <a:endParaRPr lang="zh-CN" altLang="en-US" dirty="0"/>
            </a:p>
          </p:txBody>
        </p:sp>
      </p:grpSp>
      <p:grpSp>
        <p:nvGrpSpPr>
          <p:cNvPr id="46" name="组合 45"/>
          <p:cNvGrpSpPr/>
          <p:nvPr/>
        </p:nvGrpSpPr>
        <p:grpSpPr>
          <a:xfrm>
            <a:off x="5592445" y="3020060"/>
            <a:ext cx="5504815" cy="3127375"/>
            <a:chOff x="377" y="4720"/>
            <a:chExt cx="9916" cy="5574"/>
          </a:xfrm>
        </p:grpSpPr>
        <p:sp>
          <p:nvSpPr>
            <p:cNvPr id="17" name="Line 13"/>
            <p:cNvSpPr>
              <a:spLocks noChangeShapeType="1"/>
            </p:cNvSpPr>
            <p:nvPr/>
          </p:nvSpPr>
          <p:spPr bwMode="auto">
            <a:xfrm>
              <a:off x="1436" y="9638"/>
              <a:ext cx="7862" cy="0"/>
            </a:xfrm>
            <a:prstGeom prst="line">
              <a:avLst/>
            </a:prstGeom>
            <a:noFill/>
            <a:ln w="381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0" name="Line 14"/>
            <p:cNvSpPr>
              <a:spLocks noChangeShapeType="1"/>
            </p:cNvSpPr>
            <p:nvPr/>
          </p:nvSpPr>
          <p:spPr bwMode="auto">
            <a:xfrm rot="16200000">
              <a:off x="-892" y="7310"/>
              <a:ext cx="4656" cy="0"/>
            </a:xfrm>
            <a:prstGeom prst="line">
              <a:avLst/>
            </a:prstGeom>
            <a:noFill/>
            <a:ln w="381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21" name="文本框 20"/>
            <p:cNvSpPr txBox="1"/>
            <p:nvPr/>
          </p:nvSpPr>
          <p:spPr>
            <a:xfrm>
              <a:off x="377" y="4720"/>
              <a:ext cx="605" cy="656"/>
            </a:xfrm>
            <a:prstGeom prst="rect">
              <a:avLst/>
            </a:prstGeom>
            <a:noFill/>
          </p:spPr>
          <p:txBody>
            <a:bodyPr wrap="square" rtlCol="0">
              <a:spAutoFit/>
            </a:bodyPr>
            <a:lstStyle/>
            <a:p>
              <a:r>
                <a:rPr lang="en-US" altLang="zh-CN" dirty="0"/>
                <a:t>P</a:t>
              </a:r>
              <a:endParaRPr lang="zh-CN" altLang="en-US" dirty="0"/>
            </a:p>
          </p:txBody>
        </p:sp>
        <p:sp>
          <p:nvSpPr>
            <p:cNvPr id="22" name="文本框 21"/>
            <p:cNvSpPr txBox="1"/>
            <p:nvPr/>
          </p:nvSpPr>
          <p:spPr>
            <a:xfrm>
              <a:off x="8630" y="9615"/>
              <a:ext cx="1663" cy="656"/>
            </a:xfrm>
            <a:prstGeom prst="rect">
              <a:avLst/>
            </a:prstGeom>
            <a:noFill/>
          </p:spPr>
          <p:txBody>
            <a:bodyPr wrap="square" rtlCol="0">
              <a:spAutoFit/>
            </a:bodyPr>
            <a:lstStyle/>
            <a:p>
              <a:r>
                <a:rPr lang="en-US" altLang="zh-CN" dirty="0"/>
                <a:t>MW</a:t>
              </a:r>
              <a:endParaRPr lang="zh-CN" altLang="en-US" dirty="0"/>
            </a:p>
          </p:txBody>
        </p:sp>
        <p:grpSp>
          <p:nvGrpSpPr>
            <p:cNvPr id="26" name="组合 11"/>
            <p:cNvGrpSpPr/>
            <p:nvPr/>
          </p:nvGrpSpPr>
          <p:grpSpPr>
            <a:xfrm>
              <a:off x="1436" y="6160"/>
              <a:ext cx="5443" cy="1619"/>
              <a:chOff x="827584" y="3911883"/>
              <a:chExt cx="3672405" cy="1028114"/>
            </a:xfrm>
          </p:grpSpPr>
          <p:cxnSp>
            <p:nvCxnSpPr>
              <p:cNvPr id="27" name="直接连接符 26"/>
              <p:cNvCxnSpPr/>
              <p:nvPr/>
            </p:nvCxnSpPr>
            <p:spPr>
              <a:xfrm>
                <a:off x="2195736" y="4284757"/>
                <a:ext cx="0" cy="2937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肘形连接符 27"/>
              <p:cNvCxnSpPr/>
              <p:nvPr/>
            </p:nvCxnSpPr>
            <p:spPr>
              <a:xfrm>
                <a:off x="827584" y="3911883"/>
                <a:ext cx="1368152" cy="366129"/>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肘形连接符 28"/>
              <p:cNvCxnSpPr/>
              <p:nvPr/>
            </p:nvCxnSpPr>
            <p:spPr>
              <a:xfrm>
                <a:off x="2195736" y="4578497"/>
                <a:ext cx="2304253" cy="361500"/>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0" name="组合 36"/>
            <p:cNvGrpSpPr/>
            <p:nvPr/>
          </p:nvGrpSpPr>
          <p:grpSpPr>
            <a:xfrm>
              <a:off x="1438" y="8162"/>
              <a:ext cx="7860" cy="850"/>
              <a:chOff x="828599" y="4536677"/>
              <a:chExt cx="3743401" cy="1518737"/>
            </a:xfrm>
          </p:grpSpPr>
          <p:cxnSp>
            <p:nvCxnSpPr>
              <p:cNvPr id="31" name="肘形连接符 30"/>
              <p:cNvCxnSpPr/>
              <p:nvPr/>
            </p:nvCxnSpPr>
            <p:spPr>
              <a:xfrm flipV="1">
                <a:off x="828599" y="5812209"/>
                <a:ext cx="1514006" cy="243205"/>
              </a:xfrm>
              <a:prstGeom prst="bentConnector3">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2342605" y="5037753"/>
                <a:ext cx="0" cy="77445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肘形连接符 32"/>
              <p:cNvCxnSpPr/>
              <p:nvPr/>
            </p:nvCxnSpPr>
            <p:spPr>
              <a:xfrm flipV="1">
                <a:off x="2342605" y="4536677"/>
                <a:ext cx="2229395" cy="522661"/>
              </a:xfrm>
              <a:prstGeom prst="bentConnector3">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4" name="椭圆 33"/>
            <p:cNvSpPr/>
            <p:nvPr/>
          </p:nvSpPr>
          <p:spPr>
            <a:xfrm>
              <a:off x="6599" y="7922"/>
              <a:ext cx="422" cy="312"/>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p>
          </p:txBody>
        </p:sp>
        <p:sp>
          <p:nvSpPr>
            <p:cNvPr id="35" name="文本框 34"/>
            <p:cNvSpPr txBox="1"/>
            <p:nvPr/>
          </p:nvSpPr>
          <p:spPr>
            <a:xfrm>
              <a:off x="5125" y="8636"/>
              <a:ext cx="4004" cy="656"/>
            </a:xfrm>
            <a:prstGeom prst="rect">
              <a:avLst/>
            </a:prstGeom>
            <a:noFill/>
          </p:spPr>
          <p:txBody>
            <a:bodyPr wrap="square" rtlCol="0">
              <a:spAutoFit/>
            </a:bodyPr>
            <a:lstStyle/>
            <a:p>
              <a:r>
                <a:rPr lang="zh-CN" altLang="en-US" dirty="0"/>
                <a:t>售电方申报曲线</a:t>
              </a:r>
              <a:endParaRPr lang="zh-CN" altLang="en-US" dirty="0"/>
            </a:p>
          </p:txBody>
        </p:sp>
        <p:sp>
          <p:nvSpPr>
            <p:cNvPr id="36" name="文本框 35"/>
            <p:cNvSpPr txBox="1"/>
            <p:nvPr/>
          </p:nvSpPr>
          <p:spPr>
            <a:xfrm>
              <a:off x="4792" y="6547"/>
              <a:ext cx="4004" cy="656"/>
            </a:xfrm>
            <a:prstGeom prst="rect">
              <a:avLst/>
            </a:prstGeom>
            <a:noFill/>
          </p:spPr>
          <p:txBody>
            <a:bodyPr wrap="square" rtlCol="0">
              <a:spAutoFit/>
            </a:bodyPr>
            <a:lstStyle/>
            <a:p>
              <a:r>
                <a:rPr lang="zh-CN" altLang="en-US" dirty="0"/>
                <a:t>购电方申报曲线</a:t>
              </a:r>
              <a:endParaRPr lang="zh-CN" altLang="en-US" dirty="0"/>
            </a:p>
          </p:txBody>
        </p:sp>
        <p:cxnSp>
          <p:nvCxnSpPr>
            <p:cNvPr id="37" name="直接连接符 36"/>
            <p:cNvCxnSpPr/>
            <p:nvPr/>
          </p:nvCxnSpPr>
          <p:spPr>
            <a:xfrm>
              <a:off x="6884" y="7531"/>
              <a:ext cx="10" cy="225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926" y="8014"/>
              <a:ext cx="5929" cy="5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82" y="7240"/>
              <a:ext cx="800" cy="656"/>
            </a:xfrm>
            <a:prstGeom prst="rect">
              <a:avLst/>
            </a:prstGeom>
            <a:noFill/>
          </p:spPr>
          <p:txBody>
            <a:bodyPr wrap="square" rtlCol="0">
              <a:spAutoFit/>
            </a:bodyPr>
            <a:lstStyle/>
            <a:p>
              <a:r>
                <a:rPr lang="en-US" altLang="zh-CN" dirty="0"/>
                <a:t>P</a:t>
              </a:r>
              <a:r>
                <a:rPr lang="en-US" altLang="zh-CN" baseline="-25000" dirty="0"/>
                <a:t>0</a:t>
              </a:r>
              <a:endParaRPr lang="zh-CN" altLang="en-US" dirty="0"/>
            </a:p>
          </p:txBody>
        </p:sp>
        <p:sp>
          <p:nvSpPr>
            <p:cNvPr id="44" name="文本框 43"/>
            <p:cNvSpPr txBox="1"/>
            <p:nvPr/>
          </p:nvSpPr>
          <p:spPr>
            <a:xfrm>
              <a:off x="7020" y="9638"/>
              <a:ext cx="1663" cy="656"/>
            </a:xfrm>
            <a:prstGeom prst="rect">
              <a:avLst/>
            </a:prstGeom>
            <a:noFill/>
          </p:spPr>
          <p:txBody>
            <a:bodyPr wrap="square" rtlCol="0">
              <a:spAutoFit/>
            </a:bodyPr>
            <a:lstStyle/>
            <a:p>
              <a:r>
                <a:rPr lang="en-US" altLang="zh-CN" dirty="0"/>
                <a:t>Q</a:t>
              </a:r>
              <a:r>
                <a:rPr lang="en-US" altLang="zh-CN" baseline="-25000" dirty="0"/>
                <a:t>0</a:t>
              </a:r>
              <a:endParaRPr lang="zh-CN" altLang="en-US" dirty="0"/>
            </a:p>
          </p:txBody>
        </p:sp>
        <p:sp>
          <p:nvSpPr>
            <p:cNvPr id="45" name="文本框 44"/>
            <p:cNvSpPr txBox="1"/>
            <p:nvPr/>
          </p:nvSpPr>
          <p:spPr>
            <a:xfrm>
              <a:off x="7041" y="7409"/>
              <a:ext cx="1040" cy="656"/>
            </a:xfrm>
            <a:prstGeom prst="rect">
              <a:avLst/>
            </a:prstGeom>
            <a:noFill/>
          </p:spPr>
          <p:txBody>
            <a:bodyPr wrap="square" rtlCol="0">
              <a:spAutoFit/>
            </a:bodyPr>
            <a:lstStyle/>
            <a:p>
              <a:r>
                <a:rPr lang="en-US" altLang="zh-CN" dirty="0"/>
                <a:t>K1</a:t>
              </a:r>
              <a:endParaRPr lang="zh-CN" altLang="en-US" dirty="0"/>
            </a:p>
          </p:txBody>
        </p:sp>
      </p:grpSp>
      <p:sp>
        <p:nvSpPr>
          <p:cNvPr id="48" name="文本框 47"/>
          <p:cNvSpPr txBox="1"/>
          <p:nvPr/>
        </p:nvSpPr>
        <p:spPr>
          <a:xfrm>
            <a:off x="6094730" y="2277110"/>
            <a:ext cx="4917440" cy="803910"/>
          </a:xfrm>
          <a:prstGeom prst="rect">
            <a:avLst/>
          </a:prstGeom>
          <a:noFill/>
        </p:spPr>
        <p:txBody>
          <a:bodyPr wrap="square" rtlCol="0">
            <a:spAutoFit/>
          </a:bodyPr>
          <a:lstStyle/>
          <a:p>
            <a:pPr algn="l" latinLnBrk="0">
              <a:lnSpc>
                <a:spcPts val="2780"/>
              </a:lnSpc>
              <a:buClrTx/>
              <a:buSzTx/>
              <a:buFontTx/>
            </a:pPr>
            <a:r>
              <a:rPr lang="zh-CN" altLang="en-US" sz="1600" dirty="0">
                <a:latin typeface="黑体" panose="02010609060101010101" charset="-122"/>
                <a:ea typeface="黑体" panose="02010609060101010101" charset="-122"/>
              </a:rPr>
              <a:t>购电方申报曲线与售电方申报曲线没有交叉，边际出清价格依据购、售电方报价的差值系数K1来确定。</a:t>
            </a:r>
            <a:endParaRPr lang="zh-CN" altLang="en-US" sz="1600" dirty="0">
              <a:latin typeface="黑体" panose="02010609060101010101" charset="-122"/>
              <a:ea typeface="黑体" panose="02010609060101010101" charset="-122"/>
            </a:endParaRPr>
          </a:p>
        </p:txBody>
      </p:sp>
      <p:sp>
        <p:nvSpPr>
          <p:cNvPr id="2" name="文本框 1"/>
          <p:cNvSpPr txBox="1"/>
          <p:nvPr/>
        </p:nvSpPr>
        <p:spPr>
          <a:xfrm>
            <a:off x="263479" y="18873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pic>
        <p:nvPicPr>
          <p:cNvPr id="49" name="图片 48" descr="31393935333132353b31393939353539363bd0f2bac533"/>
          <p:cNvPicPr>
            <a:picLocks noChangeAspect="1"/>
          </p:cNvPicPr>
          <p:nvPr/>
        </p:nvPicPr>
        <p:blipFill>
          <a:blip r:embed="rId1"/>
          <a:stretch>
            <a:fillRect/>
          </a:stretch>
        </p:blipFill>
        <p:spPr>
          <a:xfrm>
            <a:off x="479425" y="1051560"/>
            <a:ext cx="550800" cy="550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1"/>
          <p:cNvSpPr txBox="1"/>
          <p:nvPr/>
        </p:nvSpPr>
        <p:spPr>
          <a:xfrm>
            <a:off x="9227864" y="6453589"/>
            <a:ext cx="2844800" cy="365125"/>
          </a:xfrm>
          <a:prstGeom prst="rect">
            <a:avLst/>
          </a:prstGeom>
        </p:spPr>
        <p:txBody>
          <a:bodyPr vert="horz" lIns="91440" tIns="45720" rIns="91440" bIns="45720" rtlCol="0" anchor="ctr" anchorCtr="0"/>
          <a:lstStyle>
            <a:defPPr>
              <a:defRPr lang="zh-CN"/>
            </a:defPPr>
            <a:lvl1pPr algn="r" defTabSz="909955" rtl="0" eaLnBrk="1" fontAlgn="base" hangingPunct="1">
              <a:spcBef>
                <a:spcPct val="0"/>
              </a:spcBef>
              <a:spcAft>
                <a:spcPct val="0"/>
              </a:spcAft>
              <a:defRPr sz="1200" b="1" kern="1200">
                <a:solidFill>
                  <a:schemeClr val="tx1">
                    <a:tint val="75000"/>
                  </a:schemeClr>
                </a:solidFill>
                <a:latin typeface="+mn-ea"/>
                <a:ea typeface="+mn-ea"/>
                <a:cs typeface="+mn-cs"/>
              </a:defRPr>
            </a:lvl1pPr>
            <a:lvl2pPr marL="454025" indent="3175"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1225" indent="-1905"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0330" indent="-508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7530" indent="-508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fld id="{880D62B8-2753-4A54-8E07-82B461590908}" type="slidenum">
              <a:rPr lang="zh-CN" altLang="en-US" smtClean="0"/>
            </a:fld>
            <a:endParaRPr lang="zh-CN" altLang="en-US" sz="900" dirty="0">
              <a:solidFill>
                <a:srgbClr val="898989"/>
              </a:solidFill>
            </a:endParaRPr>
          </a:p>
        </p:txBody>
      </p:sp>
      <p:pic>
        <p:nvPicPr>
          <p:cNvPr id="12" name="Picture 1"/>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1345565" y="2927350"/>
            <a:ext cx="3977005" cy="263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p:cNvGrpSpPr/>
          <p:nvPr/>
        </p:nvGrpSpPr>
        <p:grpSpPr>
          <a:xfrm>
            <a:off x="492760" y="3133090"/>
            <a:ext cx="1654810" cy="735965"/>
            <a:chOff x="754" y="5572"/>
            <a:chExt cx="3195" cy="1166"/>
          </a:xfrm>
        </p:grpSpPr>
        <p:pic>
          <p:nvPicPr>
            <p:cNvPr id="100" name="图片 99"/>
            <p:cNvPicPr/>
            <p:nvPr>
              <p:custDataLst>
                <p:tags r:id="rId3"/>
              </p:custDataLst>
            </p:nvPr>
          </p:nvPicPr>
          <p:blipFill>
            <a:blip r:embed="rId4"/>
            <a:srcRect l="4353" t="12187" r="78223" b="64917"/>
            <a:stretch>
              <a:fillRect/>
            </a:stretch>
          </p:blipFill>
          <p:spPr>
            <a:xfrm>
              <a:off x="754" y="5572"/>
              <a:ext cx="1326" cy="1166"/>
            </a:xfrm>
            <a:prstGeom prst="rect">
              <a:avLst/>
            </a:prstGeom>
            <a:noFill/>
            <a:ln w="9525">
              <a:noFill/>
            </a:ln>
          </p:spPr>
        </p:pic>
        <p:pic>
          <p:nvPicPr>
            <p:cNvPr id="15" name="图片 14"/>
            <p:cNvPicPr/>
            <p:nvPr>
              <p:custDataLst>
                <p:tags r:id="rId5"/>
              </p:custDataLst>
            </p:nvPr>
          </p:nvPicPr>
          <p:blipFill>
            <a:blip r:embed="rId4"/>
            <a:srcRect l="85655" t="10669" b="64917"/>
            <a:stretch>
              <a:fillRect/>
            </a:stretch>
          </p:blipFill>
          <p:spPr>
            <a:xfrm>
              <a:off x="2569" y="5627"/>
              <a:ext cx="1380" cy="1111"/>
            </a:xfrm>
            <a:prstGeom prst="rect">
              <a:avLst/>
            </a:prstGeom>
            <a:noFill/>
            <a:ln w="9525">
              <a:noFill/>
            </a:ln>
          </p:spPr>
        </p:pic>
        <p:sp>
          <p:nvSpPr>
            <p:cNvPr id="16" name="右箭头 15"/>
            <p:cNvSpPr/>
            <p:nvPr>
              <p:custDataLst>
                <p:tags r:id="rId6"/>
              </p:custDataLst>
            </p:nvPr>
          </p:nvSpPr>
          <p:spPr>
            <a:xfrm>
              <a:off x="2155" y="5967"/>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 name="右箭头 16"/>
            <p:cNvSpPr/>
            <p:nvPr>
              <p:custDataLst>
                <p:tags r:id="rId7"/>
              </p:custDataLst>
            </p:nvPr>
          </p:nvSpPr>
          <p:spPr>
            <a:xfrm rot="10620000">
              <a:off x="2129" y="6280"/>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18" name="组合 17"/>
          <p:cNvGrpSpPr/>
          <p:nvPr/>
        </p:nvGrpSpPr>
        <p:grpSpPr>
          <a:xfrm>
            <a:off x="2781935" y="2654300"/>
            <a:ext cx="1654810" cy="735965"/>
            <a:chOff x="754" y="5572"/>
            <a:chExt cx="3195" cy="1166"/>
          </a:xfrm>
        </p:grpSpPr>
        <p:pic>
          <p:nvPicPr>
            <p:cNvPr id="19" name="图片 18"/>
            <p:cNvPicPr/>
            <p:nvPr>
              <p:custDataLst>
                <p:tags r:id="rId8"/>
              </p:custDataLst>
            </p:nvPr>
          </p:nvPicPr>
          <p:blipFill>
            <a:blip r:embed="rId4"/>
            <a:srcRect l="4353" t="12187" r="78223" b="64917"/>
            <a:stretch>
              <a:fillRect/>
            </a:stretch>
          </p:blipFill>
          <p:spPr>
            <a:xfrm>
              <a:off x="754" y="5572"/>
              <a:ext cx="1326" cy="1166"/>
            </a:xfrm>
            <a:prstGeom prst="rect">
              <a:avLst/>
            </a:prstGeom>
            <a:noFill/>
            <a:ln w="9525">
              <a:noFill/>
            </a:ln>
          </p:spPr>
        </p:pic>
        <p:pic>
          <p:nvPicPr>
            <p:cNvPr id="20" name="图片 19"/>
            <p:cNvPicPr/>
            <p:nvPr>
              <p:custDataLst>
                <p:tags r:id="rId9"/>
              </p:custDataLst>
            </p:nvPr>
          </p:nvPicPr>
          <p:blipFill>
            <a:blip r:embed="rId4"/>
            <a:srcRect l="85655" t="10669" b="64917"/>
            <a:stretch>
              <a:fillRect/>
            </a:stretch>
          </p:blipFill>
          <p:spPr>
            <a:xfrm>
              <a:off x="2569" y="5627"/>
              <a:ext cx="1380" cy="1111"/>
            </a:xfrm>
            <a:prstGeom prst="rect">
              <a:avLst/>
            </a:prstGeom>
            <a:noFill/>
            <a:ln w="9525">
              <a:noFill/>
            </a:ln>
          </p:spPr>
        </p:pic>
        <p:sp>
          <p:nvSpPr>
            <p:cNvPr id="21" name="右箭头 20"/>
            <p:cNvSpPr/>
            <p:nvPr>
              <p:custDataLst>
                <p:tags r:id="rId10"/>
              </p:custDataLst>
            </p:nvPr>
          </p:nvSpPr>
          <p:spPr>
            <a:xfrm>
              <a:off x="2155" y="5967"/>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2" name="右箭头 21"/>
            <p:cNvSpPr/>
            <p:nvPr>
              <p:custDataLst>
                <p:tags r:id="rId11"/>
              </p:custDataLst>
            </p:nvPr>
          </p:nvSpPr>
          <p:spPr>
            <a:xfrm rot="10620000">
              <a:off x="2129" y="6280"/>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cxnSp>
        <p:nvCxnSpPr>
          <p:cNvPr id="23" name="直接箭头连接符 22"/>
          <p:cNvCxnSpPr/>
          <p:nvPr>
            <p:custDataLst>
              <p:tags r:id="rId12"/>
            </p:custDataLst>
          </p:nvPr>
        </p:nvCxnSpPr>
        <p:spPr>
          <a:xfrm>
            <a:off x="1390015" y="3928745"/>
            <a:ext cx="675640" cy="36703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custDataLst>
              <p:tags r:id="rId13"/>
            </p:custDataLst>
          </p:nvPr>
        </p:nvCxnSpPr>
        <p:spPr>
          <a:xfrm>
            <a:off x="3578225" y="3431540"/>
            <a:ext cx="720090" cy="144145"/>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3938270" y="5303520"/>
            <a:ext cx="1654810" cy="735965"/>
            <a:chOff x="754" y="5572"/>
            <a:chExt cx="3195" cy="1166"/>
          </a:xfrm>
        </p:grpSpPr>
        <p:pic>
          <p:nvPicPr>
            <p:cNvPr id="26" name="图片 25"/>
            <p:cNvPicPr/>
            <p:nvPr>
              <p:custDataLst>
                <p:tags r:id="rId14"/>
              </p:custDataLst>
            </p:nvPr>
          </p:nvPicPr>
          <p:blipFill>
            <a:blip r:embed="rId4"/>
            <a:srcRect l="4353" t="12187" r="78223" b="64917"/>
            <a:stretch>
              <a:fillRect/>
            </a:stretch>
          </p:blipFill>
          <p:spPr>
            <a:xfrm>
              <a:off x="754" y="5572"/>
              <a:ext cx="1326" cy="1166"/>
            </a:xfrm>
            <a:prstGeom prst="rect">
              <a:avLst/>
            </a:prstGeom>
            <a:noFill/>
            <a:ln w="9525">
              <a:noFill/>
            </a:ln>
          </p:spPr>
        </p:pic>
        <p:pic>
          <p:nvPicPr>
            <p:cNvPr id="27" name="图片 26"/>
            <p:cNvPicPr/>
            <p:nvPr>
              <p:custDataLst>
                <p:tags r:id="rId15"/>
              </p:custDataLst>
            </p:nvPr>
          </p:nvPicPr>
          <p:blipFill>
            <a:blip r:embed="rId4"/>
            <a:srcRect l="85655" t="10669" b="64917"/>
            <a:stretch>
              <a:fillRect/>
            </a:stretch>
          </p:blipFill>
          <p:spPr>
            <a:xfrm>
              <a:off x="2569" y="5627"/>
              <a:ext cx="1380" cy="1111"/>
            </a:xfrm>
            <a:prstGeom prst="rect">
              <a:avLst/>
            </a:prstGeom>
            <a:noFill/>
            <a:ln w="9525">
              <a:noFill/>
            </a:ln>
          </p:spPr>
        </p:pic>
        <p:sp>
          <p:nvSpPr>
            <p:cNvPr id="28" name="右箭头 27"/>
            <p:cNvSpPr/>
            <p:nvPr>
              <p:custDataLst>
                <p:tags r:id="rId16"/>
              </p:custDataLst>
            </p:nvPr>
          </p:nvSpPr>
          <p:spPr>
            <a:xfrm>
              <a:off x="2155" y="5967"/>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9" name="右箭头 28"/>
            <p:cNvSpPr/>
            <p:nvPr>
              <p:custDataLst>
                <p:tags r:id="rId17"/>
              </p:custDataLst>
            </p:nvPr>
          </p:nvSpPr>
          <p:spPr>
            <a:xfrm rot="10620000">
              <a:off x="2129" y="6280"/>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cxnSp>
        <p:nvCxnSpPr>
          <p:cNvPr id="30" name="直接箭头连接符 29"/>
          <p:cNvCxnSpPr/>
          <p:nvPr>
            <p:custDataLst>
              <p:tags r:id="rId18"/>
            </p:custDataLst>
          </p:nvPr>
        </p:nvCxnSpPr>
        <p:spPr>
          <a:xfrm flipH="1" flipV="1">
            <a:off x="4189095" y="4943475"/>
            <a:ext cx="397510" cy="50419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custDataLst>
              <p:tags r:id="rId19"/>
            </p:custDataLst>
          </p:nvPr>
        </p:nvCxnSpPr>
        <p:spPr>
          <a:xfrm flipH="1">
            <a:off x="4370705" y="4095115"/>
            <a:ext cx="360045" cy="144145"/>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4798695" y="3559810"/>
            <a:ext cx="1654810" cy="735965"/>
            <a:chOff x="754" y="5572"/>
            <a:chExt cx="3195" cy="1166"/>
          </a:xfrm>
        </p:grpSpPr>
        <p:pic>
          <p:nvPicPr>
            <p:cNvPr id="33" name="图片 32"/>
            <p:cNvPicPr/>
            <p:nvPr>
              <p:custDataLst>
                <p:tags r:id="rId20"/>
              </p:custDataLst>
            </p:nvPr>
          </p:nvPicPr>
          <p:blipFill>
            <a:blip r:embed="rId4"/>
            <a:srcRect l="4353" t="12187" r="78223" b="64917"/>
            <a:stretch>
              <a:fillRect/>
            </a:stretch>
          </p:blipFill>
          <p:spPr>
            <a:xfrm>
              <a:off x="754" y="5572"/>
              <a:ext cx="1326" cy="1166"/>
            </a:xfrm>
            <a:prstGeom prst="rect">
              <a:avLst/>
            </a:prstGeom>
            <a:noFill/>
            <a:ln w="9525">
              <a:noFill/>
            </a:ln>
          </p:spPr>
        </p:pic>
        <p:pic>
          <p:nvPicPr>
            <p:cNvPr id="34" name="图片 33"/>
            <p:cNvPicPr/>
            <p:nvPr>
              <p:custDataLst>
                <p:tags r:id="rId21"/>
              </p:custDataLst>
            </p:nvPr>
          </p:nvPicPr>
          <p:blipFill>
            <a:blip r:embed="rId4"/>
            <a:srcRect l="85655" t="10669" b="64917"/>
            <a:stretch>
              <a:fillRect/>
            </a:stretch>
          </p:blipFill>
          <p:spPr>
            <a:xfrm>
              <a:off x="2569" y="5627"/>
              <a:ext cx="1380" cy="1111"/>
            </a:xfrm>
            <a:prstGeom prst="rect">
              <a:avLst/>
            </a:prstGeom>
            <a:noFill/>
            <a:ln w="9525">
              <a:noFill/>
            </a:ln>
          </p:spPr>
        </p:pic>
        <p:sp>
          <p:nvSpPr>
            <p:cNvPr id="35" name="右箭头 34"/>
            <p:cNvSpPr/>
            <p:nvPr>
              <p:custDataLst>
                <p:tags r:id="rId22"/>
              </p:custDataLst>
            </p:nvPr>
          </p:nvSpPr>
          <p:spPr>
            <a:xfrm>
              <a:off x="2155" y="5967"/>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6" name="右箭头 35"/>
            <p:cNvSpPr/>
            <p:nvPr>
              <p:custDataLst>
                <p:tags r:id="rId23"/>
              </p:custDataLst>
            </p:nvPr>
          </p:nvSpPr>
          <p:spPr>
            <a:xfrm rot="10620000">
              <a:off x="2129" y="6280"/>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grpSp>
        <p:nvGrpSpPr>
          <p:cNvPr id="37" name="组合 36"/>
          <p:cNvGrpSpPr/>
          <p:nvPr/>
        </p:nvGrpSpPr>
        <p:grpSpPr>
          <a:xfrm>
            <a:off x="836295" y="4836795"/>
            <a:ext cx="1654810" cy="735965"/>
            <a:chOff x="754" y="5572"/>
            <a:chExt cx="3195" cy="1166"/>
          </a:xfrm>
        </p:grpSpPr>
        <p:pic>
          <p:nvPicPr>
            <p:cNvPr id="38" name="图片 37"/>
            <p:cNvPicPr/>
            <p:nvPr>
              <p:custDataLst>
                <p:tags r:id="rId24"/>
              </p:custDataLst>
            </p:nvPr>
          </p:nvPicPr>
          <p:blipFill>
            <a:blip r:embed="rId4"/>
            <a:srcRect l="4353" t="12187" r="78223" b="64917"/>
            <a:stretch>
              <a:fillRect/>
            </a:stretch>
          </p:blipFill>
          <p:spPr>
            <a:xfrm>
              <a:off x="754" y="5572"/>
              <a:ext cx="1326" cy="1166"/>
            </a:xfrm>
            <a:prstGeom prst="rect">
              <a:avLst/>
            </a:prstGeom>
            <a:noFill/>
            <a:ln w="9525">
              <a:noFill/>
            </a:ln>
          </p:spPr>
        </p:pic>
        <p:pic>
          <p:nvPicPr>
            <p:cNvPr id="39" name="图片 38"/>
            <p:cNvPicPr/>
            <p:nvPr>
              <p:custDataLst>
                <p:tags r:id="rId25"/>
              </p:custDataLst>
            </p:nvPr>
          </p:nvPicPr>
          <p:blipFill>
            <a:blip r:embed="rId4"/>
            <a:srcRect l="85655" t="10669" b="64917"/>
            <a:stretch>
              <a:fillRect/>
            </a:stretch>
          </p:blipFill>
          <p:spPr>
            <a:xfrm>
              <a:off x="2569" y="5627"/>
              <a:ext cx="1380" cy="1111"/>
            </a:xfrm>
            <a:prstGeom prst="rect">
              <a:avLst/>
            </a:prstGeom>
            <a:noFill/>
            <a:ln w="9525">
              <a:noFill/>
            </a:ln>
          </p:spPr>
        </p:pic>
        <p:sp>
          <p:nvSpPr>
            <p:cNvPr id="40" name="右箭头 39"/>
            <p:cNvSpPr/>
            <p:nvPr>
              <p:custDataLst>
                <p:tags r:id="rId26"/>
              </p:custDataLst>
            </p:nvPr>
          </p:nvSpPr>
          <p:spPr>
            <a:xfrm>
              <a:off x="2155" y="5967"/>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1" name="右箭头 40"/>
            <p:cNvSpPr/>
            <p:nvPr>
              <p:custDataLst>
                <p:tags r:id="rId27"/>
              </p:custDataLst>
            </p:nvPr>
          </p:nvSpPr>
          <p:spPr>
            <a:xfrm rot="10620000">
              <a:off x="2129" y="6280"/>
              <a:ext cx="340" cy="227"/>
            </a:xfrm>
            <a:prstGeom prst="rightArrow">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cxnSp>
        <p:nvCxnSpPr>
          <p:cNvPr id="42" name="直接箭头连接符 41"/>
          <p:cNvCxnSpPr/>
          <p:nvPr>
            <p:custDataLst>
              <p:tags r:id="rId28"/>
            </p:custDataLst>
          </p:nvPr>
        </p:nvCxnSpPr>
        <p:spPr>
          <a:xfrm flipV="1">
            <a:off x="2496185" y="4655820"/>
            <a:ext cx="430530" cy="43180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1"/>
          <p:cNvPicPr>
            <a:picLocks noChangeAspect="1" noChangeArrowheads="1"/>
          </p:cNvPicPr>
          <p:nvPr>
            <p:custDataLst>
              <p:tags r:id="rId29"/>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7032625" y="3978275"/>
            <a:ext cx="3977005" cy="123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43"/>
          <p:cNvPicPr/>
          <p:nvPr>
            <p:custDataLst>
              <p:tags r:id="rId30"/>
            </p:custDataLst>
          </p:nvPr>
        </p:nvPicPr>
        <p:blipFill>
          <a:blip r:embed="rId4"/>
          <a:srcRect l="4353" t="12187" r="78223" b="64917"/>
          <a:stretch>
            <a:fillRect/>
          </a:stretch>
        </p:blipFill>
        <p:spPr>
          <a:xfrm>
            <a:off x="6960235" y="2781300"/>
            <a:ext cx="686785" cy="735965"/>
          </a:xfrm>
          <a:prstGeom prst="rect">
            <a:avLst/>
          </a:prstGeom>
          <a:noFill/>
          <a:ln w="9525">
            <a:noFill/>
          </a:ln>
        </p:spPr>
      </p:pic>
      <p:pic>
        <p:nvPicPr>
          <p:cNvPr id="45" name="图片 44"/>
          <p:cNvPicPr/>
          <p:nvPr>
            <p:custDataLst>
              <p:tags r:id="rId31"/>
            </p:custDataLst>
          </p:nvPr>
        </p:nvPicPr>
        <p:blipFill>
          <a:blip r:embed="rId4"/>
          <a:srcRect l="4353" t="12187" r="78223" b="64917"/>
          <a:stretch>
            <a:fillRect/>
          </a:stretch>
        </p:blipFill>
        <p:spPr>
          <a:xfrm>
            <a:off x="8184515" y="2639060"/>
            <a:ext cx="686785" cy="735965"/>
          </a:xfrm>
          <a:prstGeom prst="rect">
            <a:avLst/>
          </a:prstGeom>
          <a:noFill/>
          <a:ln w="9525">
            <a:noFill/>
          </a:ln>
        </p:spPr>
      </p:pic>
      <p:pic>
        <p:nvPicPr>
          <p:cNvPr id="46" name="图片 45"/>
          <p:cNvPicPr/>
          <p:nvPr>
            <p:custDataLst>
              <p:tags r:id="rId32"/>
            </p:custDataLst>
          </p:nvPr>
        </p:nvPicPr>
        <p:blipFill>
          <a:blip r:embed="rId4"/>
          <a:srcRect l="4353" t="12187" r="78223" b="64917"/>
          <a:stretch>
            <a:fillRect/>
          </a:stretch>
        </p:blipFill>
        <p:spPr>
          <a:xfrm>
            <a:off x="9552940" y="2639060"/>
            <a:ext cx="686785" cy="735965"/>
          </a:xfrm>
          <a:prstGeom prst="rect">
            <a:avLst/>
          </a:prstGeom>
          <a:noFill/>
          <a:ln w="9525">
            <a:noFill/>
          </a:ln>
        </p:spPr>
      </p:pic>
      <p:pic>
        <p:nvPicPr>
          <p:cNvPr id="47" name="图片 46"/>
          <p:cNvPicPr/>
          <p:nvPr>
            <p:custDataLst>
              <p:tags r:id="rId33"/>
            </p:custDataLst>
          </p:nvPr>
        </p:nvPicPr>
        <p:blipFill>
          <a:blip r:embed="rId4"/>
          <a:srcRect l="4353" t="12187" r="78223" b="64917"/>
          <a:stretch>
            <a:fillRect/>
          </a:stretch>
        </p:blipFill>
        <p:spPr>
          <a:xfrm>
            <a:off x="10704830" y="2781300"/>
            <a:ext cx="686785" cy="735965"/>
          </a:xfrm>
          <a:prstGeom prst="rect">
            <a:avLst/>
          </a:prstGeom>
          <a:noFill/>
          <a:ln w="9525">
            <a:noFill/>
          </a:ln>
        </p:spPr>
      </p:pic>
      <p:grpSp>
        <p:nvGrpSpPr>
          <p:cNvPr id="48" name="组合 47"/>
          <p:cNvGrpSpPr/>
          <p:nvPr/>
        </p:nvGrpSpPr>
        <p:grpSpPr>
          <a:xfrm>
            <a:off x="8184515" y="3559810"/>
            <a:ext cx="1506855" cy="798195"/>
            <a:chOff x="837" y="4988"/>
            <a:chExt cx="8272" cy="4883"/>
          </a:xfrm>
          <a:solidFill>
            <a:schemeClr val="bg1">
              <a:lumMod val="95000"/>
            </a:schemeClr>
          </a:solidFill>
        </p:grpSpPr>
        <p:sp>
          <p:nvSpPr>
            <p:cNvPr id="49" name="Line 13"/>
            <p:cNvSpPr>
              <a:spLocks noChangeShapeType="1"/>
            </p:cNvSpPr>
            <p:nvPr>
              <p:custDataLst>
                <p:tags r:id="rId34"/>
              </p:custDataLst>
            </p:nvPr>
          </p:nvSpPr>
          <p:spPr bwMode="auto">
            <a:xfrm>
              <a:off x="1247" y="9644"/>
              <a:ext cx="7862" cy="0"/>
            </a:xfrm>
            <a:prstGeom prst="line">
              <a:avLst/>
            </a:prstGeom>
            <a:grpFill/>
            <a:ln w="38100">
              <a:solidFill>
                <a:srgbClr val="0070C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0" name="Line 14"/>
            <p:cNvSpPr>
              <a:spLocks noChangeShapeType="1"/>
            </p:cNvSpPr>
            <p:nvPr>
              <p:custDataLst>
                <p:tags r:id="rId35"/>
              </p:custDataLst>
            </p:nvPr>
          </p:nvSpPr>
          <p:spPr bwMode="auto">
            <a:xfrm rot="16200000">
              <a:off x="-1081" y="7316"/>
              <a:ext cx="4656" cy="0"/>
            </a:xfrm>
            <a:prstGeom prst="line">
              <a:avLst/>
            </a:prstGeom>
            <a:grpFill/>
            <a:ln w="38100">
              <a:solidFill>
                <a:srgbClr val="0070C0"/>
              </a:solidFill>
              <a:rou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cxnSp>
          <p:nvCxnSpPr>
            <p:cNvPr id="51" name="直接连接符 50"/>
            <p:cNvCxnSpPr/>
            <p:nvPr>
              <p:custDataLst>
                <p:tags r:id="rId36"/>
              </p:custDataLst>
            </p:nvPr>
          </p:nvCxnSpPr>
          <p:spPr>
            <a:xfrm>
              <a:off x="4119" y="7045"/>
              <a:ext cx="0" cy="741"/>
            </a:xfrm>
            <a:prstGeom prst="line">
              <a:avLst/>
            </a:prstGeom>
            <a:grpFill/>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52" name="组合 35"/>
            <p:cNvGrpSpPr/>
            <p:nvPr/>
          </p:nvGrpSpPr>
          <p:grpSpPr>
            <a:xfrm>
              <a:off x="1247" y="6167"/>
              <a:ext cx="7711" cy="2497"/>
              <a:chOff x="827584" y="4244926"/>
              <a:chExt cx="3672405" cy="1585654"/>
            </a:xfrm>
            <a:grpFill/>
          </p:grpSpPr>
          <p:cxnSp>
            <p:nvCxnSpPr>
              <p:cNvPr id="53" name="肘形连接符 52"/>
              <p:cNvCxnSpPr/>
              <p:nvPr>
                <p:custDataLst>
                  <p:tags r:id="rId37"/>
                </p:custDataLst>
              </p:nvPr>
            </p:nvCxnSpPr>
            <p:spPr>
              <a:xfrm>
                <a:off x="827584" y="4244926"/>
                <a:ext cx="1368152" cy="564679"/>
              </a:xfrm>
              <a:prstGeom prst="bentConnector3">
                <a:avLst/>
              </a:prstGeom>
              <a:grpFill/>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肘形连接符 53"/>
              <p:cNvCxnSpPr/>
              <p:nvPr>
                <p:custDataLst>
                  <p:tags r:id="rId38"/>
                </p:custDataLst>
              </p:nvPr>
            </p:nvCxnSpPr>
            <p:spPr>
              <a:xfrm>
                <a:off x="2195736" y="5273040"/>
                <a:ext cx="2304253" cy="557540"/>
              </a:xfrm>
              <a:prstGeom prst="bentConnector3">
                <a:avLst/>
              </a:prstGeom>
              <a:grpFill/>
              <a:ln w="381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5" name="组合 36"/>
            <p:cNvGrpSpPr/>
            <p:nvPr/>
          </p:nvGrpSpPr>
          <p:grpSpPr>
            <a:xfrm>
              <a:off x="1249" y="6626"/>
              <a:ext cx="7860" cy="2392"/>
              <a:chOff x="828599" y="4536677"/>
              <a:chExt cx="3743401" cy="1518737"/>
            </a:xfrm>
            <a:grpFill/>
          </p:grpSpPr>
          <p:cxnSp>
            <p:nvCxnSpPr>
              <p:cNvPr id="56" name="肘形连接符 55"/>
              <p:cNvCxnSpPr/>
              <p:nvPr>
                <p:custDataLst>
                  <p:tags r:id="rId39"/>
                </p:custDataLst>
              </p:nvPr>
            </p:nvCxnSpPr>
            <p:spPr>
              <a:xfrm flipV="1">
                <a:off x="828599" y="5812209"/>
                <a:ext cx="1514006" cy="243205"/>
              </a:xfrm>
              <a:prstGeom prst="bentConnector3">
                <a:avLst/>
              </a:prstGeom>
              <a:grpFill/>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40"/>
                </p:custDataLst>
              </p:nvPr>
            </p:nvCxnSpPr>
            <p:spPr>
              <a:xfrm>
                <a:off x="2342605" y="5037753"/>
                <a:ext cx="0" cy="774456"/>
              </a:xfrm>
              <a:prstGeom prst="line">
                <a:avLst/>
              </a:prstGeom>
              <a:grpFill/>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肘形连接符 57"/>
              <p:cNvCxnSpPr/>
              <p:nvPr>
                <p:custDataLst>
                  <p:tags r:id="rId41"/>
                </p:custDataLst>
              </p:nvPr>
            </p:nvCxnSpPr>
            <p:spPr>
              <a:xfrm flipV="1">
                <a:off x="2342605" y="4536677"/>
                <a:ext cx="2229395" cy="522661"/>
              </a:xfrm>
              <a:prstGeom prst="bentConnector3">
                <a:avLst/>
              </a:prstGeom>
              <a:grpFill/>
              <a:ln w="38100">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59" name="椭圆 58"/>
            <p:cNvSpPr/>
            <p:nvPr>
              <p:custDataLst>
                <p:tags r:id="rId42"/>
              </p:custDataLst>
            </p:nvPr>
          </p:nvSpPr>
          <p:spPr>
            <a:xfrm>
              <a:off x="4204" y="7616"/>
              <a:ext cx="422" cy="312"/>
            </a:xfrm>
            <a:prstGeom prst="ellipse">
              <a:avLst/>
            </a:prstGeom>
            <a:grp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dirty="0"/>
            </a:p>
          </p:txBody>
        </p:sp>
        <p:cxnSp>
          <p:nvCxnSpPr>
            <p:cNvPr id="60" name="直接连接符 59"/>
            <p:cNvCxnSpPr/>
            <p:nvPr>
              <p:custDataLst>
                <p:tags r:id="rId43"/>
              </p:custDataLst>
            </p:nvPr>
          </p:nvCxnSpPr>
          <p:spPr>
            <a:xfrm>
              <a:off x="4456" y="7616"/>
              <a:ext cx="10" cy="2255"/>
            </a:xfrm>
            <a:prstGeom prst="line">
              <a:avLst/>
            </a:prstGeom>
            <a:grpFill/>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59" idx="6"/>
            </p:cNvCxnSpPr>
            <p:nvPr>
              <p:custDataLst>
                <p:tags r:id="rId44"/>
              </p:custDataLst>
            </p:nvPr>
          </p:nvCxnSpPr>
          <p:spPr>
            <a:xfrm>
              <a:off x="837" y="7757"/>
              <a:ext cx="3789" cy="15"/>
            </a:xfrm>
            <a:prstGeom prst="line">
              <a:avLst/>
            </a:prstGeom>
            <a:grpFill/>
            <a:ln>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pic>
        <p:nvPicPr>
          <p:cNvPr id="63" name="图片 62"/>
          <p:cNvPicPr/>
          <p:nvPr>
            <p:custDataLst>
              <p:tags r:id="rId45"/>
            </p:custDataLst>
          </p:nvPr>
        </p:nvPicPr>
        <p:blipFill>
          <a:blip r:embed="rId4"/>
          <a:srcRect l="85655" t="10669" b="64917"/>
          <a:stretch>
            <a:fillRect/>
          </a:stretch>
        </p:blipFill>
        <p:spPr>
          <a:xfrm>
            <a:off x="6672836" y="5069630"/>
            <a:ext cx="714754" cy="701250"/>
          </a:xfrm>
          <a:prstGeom prst="rect">
            <a:avLst/>
          </a:prstGeom>
          <a:noFill/>
          <a:ln w="9525">
            <a:noFill/>
          </a:ln>
        </p:spPr>
      </p:pic>
      <p:pic>
        <p:nvPicPr>
          <p:cNvPr id="64" name="图片 63"/>
          <p:cNvPicPr/>
          <p:nvPr>
            <p:custDataLst>
              <p:tags r:id="rId46"/>
            </p:custDataLst>
          </p:nvPr>
        </p:nvPicPr>
        <p:blipFill>
          <a:blip r:embed="rId4"/>
          <a:srcRect l="85655" t="10669" b="64917"/>
          <a:stretch>
            <a:fillRect/>
          </a:stretch>
        </p:blipFill>
        <p:spPr>
          <a:xfrm>
            <a:off x="7902196" y="5231555"/>
            <a:ext cx="714754" cy="701250"/>
          </a:xfrm>
          <a:prstGeom prst="rect">
            <a:avLst/>
          </a:prstGeom>
          <a:noFill/>
          <a:ln w="9525">
            <a:noFill/>
          </a:ln>
        </p:spPr>
      </p:pic>
      <p:pic>
        <p:nvPicPr>
          <p:cNvPr id="65" name="图片 64"/>
          <p:cNvPicPr/>
          <p:nvPr>
            <p:custDataLst>
              <p:tags r:id="rId47"/>
            </p:custDataLst>
          </p:nvPr>
        </p:nvPicPr>
        <p:blipFill>
          <a:blip r:embed="rId4"/>
          <a:srcRect l="85655" t="10669" b="64917"/>
          <a:stretch>
            <a:fillRect/>
          </a:stretch>
        </p:blipFill>
        <p:spPr>
          <a:xfrm>
            <a:off x="9553196" y="5217585"/>
            <a:ext cx="714754" cy="701250"/>
          </a:xfrm>
          <a:prstGeom prst="rect">
            <a:avLst/>
          </a:prstGeom>
          <a:noFill/>
          <a:ln w="9525">
            <a:noFill/>
          </a:ln>
        </p:spPr>
      </p:pic>
      <p:pic>
        <p:nvPicPr>
          <p:cNvPr id="66" name="图片 65"/>
          <p:cNvPicPr/>
          <p:nvPr>
            <p:custDataLst>
              <p:tags r:id="rId48"/>
            </p:custDataLst>
          </p:nvPr>
        </p:nvPicPr>
        <p:blipFill>
          <a:blip r:embed="rId4"/>
          <a:srcRect l="85655" t="10669" b="64917"/>
          <a:stretch>
            <a:fillRect/>
          </a:stretch>
        </p:blipFill>
        <p:spPr>
          <a:xfrm>
            <a:off x="10776841" y="5069630"/>
            <a:ext cx="714754" cy="701250"/>
          </a:xfrm>
          <a:prstGeom prst="rect">
            <a:avLst/>
          </a:prstGeom>
          <a:noFill/>
          <a:ln w="9525">
            <a:noFill/>
          </a:ln>
        </p:spPr>
      </p:pic>
      <p:sp>
        <p:nvSpPr>
          <p:cNvPr id="67" name="十字形 66"/>
          <p:cNvSpPr/>
          <p:nvPr>
            <p:custDataLst>
              <p:tags r:id="rId49"/>
            </p:custDataLst>
          </p:nvPr>
        </p:nvSpPr>
        <p:spPr>
          <a:xfrm>
            <a:off x="5735955" y="4439285"/>
            <a:ext cx="576580" cy="576580"/>
          </a:xfrm>
          <a:prstGeom prst="plus">
            <a:avLst>
              <a:gd name="adj" fmla="val 3810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箭头连接符 61"/>
          <p:cNvCxnSpPr/>
          <p:nvPr>
            <p:custDataLst>
              <p:tags r:id="rId50"/>
            </p:custDataLst>
          </p:nvPr>
        </p:nvCxnSpPr>
        <p:spPr>
          <a:xfrm>
            <a:off x="7608570" y="3647440"/>
            <a:ext cx="215900" cy="28829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45" idx="2"/>
          </p:cNvCxnSpPr>
          <p:nvPr>
            <p:custDataLst>
              <p:tags r:id="rId51"/>
            </p:custDataLst>
          </p:nvPr>
        </p:nvCxnSpPr>
        <p:spPr>
          <a:xfrm>
            <a:off x="8528050" y="3375025"/>
            <a:ext cx="232410" cy="344805"/>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46" idx="2"/>
          </p:cNvCxnSpPr>
          <p:nvPr>
            <p:custDataLst>
              <p:tags r:id="rId52"/>
            </p:custDataLst>
          </p:nvPr>
        </p:nvCxnSpPr>
        <p:spPr>
          <a:xfrm flipH="1">
            <a:off x="9768840" y="3375025"/>
            <a:ext cx="127635" cy="30353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custDataLst>
              <p:tags r:id="rId53"/>
            </p:custDataLst>
          </p:nvPr>
        </p:nvCxnSpPr>
        <p:spPr>
          <a:xfrm flipH="1">
            <a:off x="10704830" y="3594735"/>
            <a:ext cx="304800" cy="268605"/>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custDataLst>
              <p:tags r:id="rId54"/>
            </p:custDataLst>
          </p:nvPr>
        </p:nvCxnSpPr>
        <p:spPr>
          <a:xfrm flipV="1">
            <a:off x="7320280" y="5015865"/>
            <a:ext cx="327025" cy="21590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custDataLst>
              <p:tags r:id="rId55"/>
            </p:custDataLst>
          </p:nvPr>
        </p:nvCxnSpPr>
        <p:spPr>
          <a:xfrm flipV="1">
            <a:off x="8256270" y="4943475"/>
            <a:ext cx="255270" cy="28829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custDataLst>
              <p:tags r:id="rId56"/>
            </p:custDataLst>
          </p:nvPr>
        </p:nvCxnSpPr>
        <p:spPr>
          <a:xfrm flipH="1" flipV="1">
            <a:off x="9735820" y="4943475"/>
            <a:ext cx="104775" cy="360045"/>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custDataLst>
              <p:tags r:id="rId57"/>
            </p:custDataLst>
          </p:nvPr>
        </p:nvCxnSpPr>
        <p:spPr>
          <a:xfrm flipH="1" flipV="1">
            <a:off x="10567035" y="4926965"/>
            <a:ext cx="281940" cy="232410"/>
          </a:xfrm>
          <a:prstGeom prst="straightConnector1">
            <a:avLst/>
          </a:prstGeom>
          <a:ln w="603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p:nvPr>
            <p:custDataLst>
              <p:tags r:id="rId58"/>
            </p:custDataLst>
          </p:nvPr>
        </p:nvSpPr>
        <p:spPr>
          <a:xfrm>
            <a:off x="1127125" y="6058535"/>
            <a:ext cx="4064000" cy="361950"/>
          </a:xfrm>
          <a:prstGeom prst="rect">
            <a:avLst/>
          </a:prstGeom>
          <a:noFill/>
        </p:spPr>
        <p:txBody>
          <a:bodyPr wrap="square" rtlCol="0">
            <a:spAutoFit/>
          </a:bodyPr>
          <a:lstStyle/>
          <a:p>
            <a:pPr algn="ctr">
              <a:lnSpc>
                <a:spcPct val="110000"/>
              </a:lnSpc>
              <a:spcBef>
                <a:spcPct val="20000"/>
              </a:spcBef>
              <a:buClrTx/>
              <a:buSzTx/>
              <a:buFontTx/>
            </a:pPr>
            <a:r>
              <a:rPr lang="zh-CN" sz="1600" dirty="0">
                <a:solidFill>
                  <a:srgbClr val="000000"/>
                </a:solidFill>
                <a:latin typeface="黑体" panose="02010609060101010101" charset="-122"/>
                <a:ea typeface="黑体" panose="02010609060101010101" charset="-122"/>
              </a:rPr>
              <a:t>以双边、挂牌为主的省间中长期市场</a:t>
            </a:r>
            <a:endParaRPr lang="zh-CN" sz="1600" dirty="0">
              <a:solidFill>
                <a:srgbClr val="000000"/>
              </a:solidFill>
              <a:latin typeface="黑体" panose="02010609060101010101" charset="-122"/>
              <a:ea typeface="黑体" panose="02010609060101010101" charset="-122"/>
            </a:endParaRPr>
          </a:p>
        </p:txBody>
      </p:sp>
      <p:sp>
        <p:nvSpPr>
          <p:cNvPr id="77" name="文本框 76"/>
          <p:cNvSpPr txBox="1"/>
          <p:nvPr>
            <p:custDataLst>
              <p:tags r:id="rId59"/>
            </p:custDataLst>
          </p:nvPr>
        </p:nvSpPr>
        <p:spPr>
          <a:xfrm>
            <a:off x="6959600" y="6021705"/>
            <a:ext cx="4064000" cy="361950"/>
          </a:xfrm>
          <a:prstGeom prst="rect">
            <a:avLst/>
          </a:prstGeom>
          <a:noFill/>
        </p:spPr>
        <p:txBody>
          <a:bodyPr wrap="square" rtlCol="0">
            <a:spAutoFit/>
          </a:bodyPr>
          <a:lstStyle/>
          <a:p>
            <a:pPr algn="ctr">
              <a:lnSpc>
                <a:spcPct val="110000"/>
              </a:lnSpc>
              <a:spcBef>
                <a:spcPct val="20000"/>
              </a:spcBef>
              <a:buClrTx/>
              <a:buSzTx/>
              <a:buFontTx/>
            </a:pPr>
            <a:r>
              <a:rPr lang="zh-CN" sz="1600" dirty="0">
                <a:solidFill>
                  <a:srgbClr val="000000"/>
                </a:solidFill>
                <a:latin typeface="黑体" panose="02010609060101010101" charset="-122"/>
                <a:ea typeface="黑体" panose="02010609060101010101" charset="-122"/>
              </a:rPr>
              <a:t>省间多通道集中竞价交易</a:t>
            </a:r>
            <a:endParaRPr lang="zh-CN" sz="1600" dirty="0">
              <a:solidFill>
                <a:srgbClr val="000000"/>
              </a:solidFill>
              <a:latin typeface="黑体" panose="02010609060101010101" charset="-122"/>
              <a:ea typeface="黑体" panose="02010609060101010101" charset="-122"/>
            </a:endParaRPr>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pic>
        <p:nvPicPr>
          <p:cNvPr id="3" name="图片 2" descr="31393935333132353b31393939353539363bd0f2bac533"/>
          <p:cNvPicPr>
            <a:picLocks noChangeAspect="1"/>
          </p:cNvPicPr>
          <p:nvPr/>
        </p:nvPicPr>
        <p:blipFill>
          <a:blip r:embed="rId60"/>
          <a:stretch>
            <a:fillRect/>
          </a:stretch>
        </p:blipFill>
        <p:spPr>
          <a:xfrm>
            <a:off x="335915" y="836930"/>
            <a:ext cx="550800" cy="550800"/>
          </a:xfrm>
          <a:prstGeom prst="rect">
            <a:avLst/>
          </a:prstGeom>
        </p:spPr>
      </p:pic>
      <p:sp>
        <p:nvSpPr>
          <p:cNvPr id="84" name="文本框 83"/>
          <p:cNvSpPr txBox="1"/>
          <p:nvPr>
            <p:custDataLst>
              <p:tags r:id="rId61"/>
            </p:custDataLst>
          </p:nvPr>
        </p:nvSpPr>
        <p:spPr>
          <a:xfrm>
            <a:off x="407035" y="836930"/>
            <a:ext cx="11434445" cy="2032635"/>
          </a:xfrm>
          <a:prstGeom prst="rect">
            <a:avLst/>
          </a:prstGeom>
          <a:noFill/>
        </p:spPr>
        <p:txBody>
          <a:bodyPr wrap="square" rtlCol="0" anchor="t">
            <a:noAutofit/>
          </a:bodyPr>
          <a:lstStyle/>
          <a:p>
            <a:pPr marL="0" lvl="1" algn="just" latinLnBrk="0">
              <a:lnSpc>
                <a:spcPct val="130000"/>
              </a:lnSpc>
              <a:spcBef>
                <a:spcPts val="0"/>
              </a:spcBef>
              <a:buClrTx/>
              <a:buSzTx/>
              <a:buFontTx/>
            </a:pPr>
            <a:r>
              <a:rPr lang="en-US" sz="2200" dirty="0">
                <a:latin typeface="黑体" panose="02010609060101010101" charset="-122"/>
                <a:ea typeface="黑体" panose="02010609060101010101" charset="-122"/>
                <a:cs typeface="黑体" panose="02010609060101010101" charset="-122"/>
                <a:sym typeface="+mn-ea"/>
              </a:rPr>
              <a:t>    </a:t>
            </a:r>
            <a:r>
              <a:rPr lang="zh-CN" altLang="en-US" sz="2200" dirty="0">
                <a:latin typeface="黑体" panose="02010609060101010101" charset="-122"/>
                <a:ea typeface="黑体" panose="02010609060101010101" charset="-122"/>
                <a:cs typeface="黑体" panose="02010609060101010101" charset="-122"/>
                <a:sym typeface="+mn-ea"/>
              </a:rPr>
              <a:t>在月度、月内（按周）市场常态化</a:t>
            </a:r>
            <a:r>
              <a:rPr sz="2200" dirty="0">
                <a:latin typeface="黑体" panose="02010609060101010101" charset="-122"/>
                <a:ea typeface="黑体" panose="02010609060101010101" charset="-122"/>
                <a:cs typeface="黑体" panose="02010609060101010101" charset="-122"/>
                <a:sym typeface="+mn-ea"/>
              </a:rPr>
              <a:t>开展</a:t>
            </a:r>
            <a:r>
              <a:rPr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多通道集中竞价交易</a:t>
            </a:r>
            <a:r>
              <a:rPr sz="2200" dirty="0">
                <a:latin typeface="黑体" panose="02010609060101010101" charset="-122"/>
                <a:ea typeface="黑体" panose="02010609060101010101" charset="-122"/>
                <a:cs typeface="黑体" panose="02010609060101010101" charset="-122"/>
                <a:sym typeface="+mn-ea"/>
              </a:rPr>
              <a:t>，</a:t>
            </a:r>
            <a:r>
              <a:rPr lang="zh-CN" sz="2200" dirty="0">
                <a:latin typeface="黑体" panose="02010609060101010101" charset="-122"/>
                <a:ea typeface="黑体" panose="02010609060101010101" charset="-122"/>
                <a:cs typeface="黑体" panose="02010609060101010101" charset="-122"/>
                <a:sym typeface="+mn-ea"/>
              </a:rPr>
              <a:t>将以</a:t>
            </a:r>
            <a:r>
              <a:rPr sz="2200" dirty="0">
                <a:latin typeface="黑体" panose="02010609060101010101" charset="-122"/>
                <a:ea typeface="黑体" panose="02010609060101010101" charset="-122"/>
                <a:cs typeface="黑体" panose="02010609060101010101" charset="-122"/>
                <a:sym typeface="+mn-ea"/>
              </a:rPr>
              <a:t>双边、挂牌为主的</a:t>
            </a:r>
            <a:r>
              <a:rPr lang="zh-CN" sz="2200" dirty="0">
                <a:latin typeface="黑体" panose="02010609060101010101" charset="-122"/>
                <a:ea typeface="黑体" panose="02010609060101010101" charset="-122"/>
                <a:cs typeface="黑体" panose="02010609060101010101" charset="-122"/>
                <a:sym typeface="+mn-ea"/>
              </a:rPr>
              <a:t>单一流向的省间中长期</a:t>
            </a:r>
            <a:r>
              <a:rPr sz="2200" dirty="0">
                <a:latin typeface="黑体" panose="02010609060101010101" charset="-122"/>
                <a:ea typeface="黑体" panose="02010609060101010101" charset="-122"/>
                <a:cs typeface="黑体" panose="02010609060101010101" charset="-122"/>
                <a:sym typeface="+mn-ea"/>
              </a:rPr>
              <a:t>交易</a:t>
            </a:r>
            <a:r>
              <a:rPr lang="zh-CN" sz="2200" dirty="0">
                <a:latin typeface="黑体" panose="02010609060101010101" charset="-122"/>
                <a:ea typeface="黑体" panose="02010609060101010101" charset="-122"/>
                <a:cs typeface="黑体" panose="02010609060101010101" charset="-122"/>
                <a:sym typeface="+mn-ea"/>
              </a:rPr>
              <a:t>，扩展</a:t>
            </a:r>
            <a:r>
              <a:rPr sz="2200" dirty="0">
                <a:latin typeface="黑体" panose="02010609060101010101" charset="-122"/>
                <a:ea typeface="黑体" panose="02010609060101010101" charset="-122"/>
                <a:cs typeface="黑体" panose="02010609060101010101" charset="-122"/>
                <a:sym typeface="+mn-ea"/>
              </a:rPr>
              <a:t>形</a:t>
            </a:r>
            <a:r>
              <a:rPr lang="zh-CN" sz="2200" dirty="0">
                <a:latin typeface="黑体" panose="02010609060101010101" charset="-122"/>
                <a:ea typeface="黑体" panose="02010609060101010101" charset="-122"/>
                <a:cs typeface="黑体" panose="02010609060101010101" charset="-122"/>
                <a:sym typeface="+mn-ea"/>
              </a:rPr>
              <a:t>成多买多卖市场格局，全网范围的经营</a:t>
            </a:r>
            <a:r>
              <a:rPr sz="2200" dirty="0">
                <a:latin typeface="黑体" panose="02010609060101010101" charset="-122"/>
                <a:ea typeface="黑体" panose="02010609060101010101" charset="-122"/>
                <a:cs typeface="黑体" panose="02010609060101010101" charset="-122"/>
                <a:sym typeface="+mn-ea"/>
              </a:rPr>
              <a:t>主体</a:t>
            </a:r>
            <a:r>
              <a:rPr lang="zh-CN" sz="2200" dirty="0">
                <a:latin typeface="黑体" panose="02010609060101010101" charset="-122"/>
                <a:ea typeface="黑体" panose="02010609060101010101" charset="-122"/>
                <a:cs typeface="黑体" panose="02010609060101010101" charset="-122"/>
                <a:sym typeface="+mn-ea"/>
              </a:rPr>
              <a:t>均可自主</a:t>
            </a:r>
            <a:r>
              <a:rPr sz="2200" dirty="0">
                <a:latin typeface="黑体" panose="02010609060101010101" charset="-122"/>
                <a:ea typeface="黑体" panose="02010609060101010101" charset="-122"/>
                <a:cs typeface="黑体" panose="02010609060101010101" charset="-122"/>
                <a:sym typeface="+mn-ea"/>
              </a:rPr>
              <a:t>报量报价表达市场意愿</a:t>
            </a:r>
            <a:r>
              <a:rPr lang="zh-CN" sz="2200" dirty="0">
                <a:latin typeface="黑体" panose="02010609060101010101" charset="-122"/>
                <a:ea typeface="黑体" panose="02010609060101010101" charset="-122"/>
                <a:cs typeface="黑体" panose="02010609060101010101" charset="-122"/>
                <a:sym typeface="+mn-ea"/>
              </a:rPr>
              <a:t>。进一步</a:t>
            </a:r>
            <a:r>
              <a:rPr sz="2200" dirty="0">
                <a:latin typeface="黑体" panose="02010609060101010101" charset="-122"/>
                <a:ea typeface="黑体" panose="02010609060101010101" charset="-122"/>
                <a:cs typeface="黑体" panose="02010609060101010101" charset="-122"/>
                <a:sym typeface="+mn-ea"/>
              </a:rPr>
              <a:t>提升</a:t>
            </a:r>
            <a:r>
              <a:rPr lang="zh-CN" sz="2200" dirty="0">
                <a:latin typeface="黑体" panose="02010609060101010101" charset="-122"/>
                <a:ea typeface="黑体" panose="02010609060101010101" charset="-122"/>
                <a:cs typeface="黑体" panose="02010609060101010101" charset="-122"/>
                <a:sym typeface="+mn-ea"/>
              </a:rPr>
              <a:t>了</a:t>
            </a:r>
            <a:r>
              <a:rPr sz="2200" dirty="0">
                <a:latin typeface="黑体" panose="02010609060101010101" charset="-122"/>
                <a:ea typeface="黑体" panose="02010609060101010101" charset="-122"/>
                <a:cs typeface="黑体" panose="02010609060101010101" charset="-122"/>
                <a:sym typeface="+mn-ea"/>
              </a:rPr>
              <a:t>市场效率，促进资源</a:t>
            </a:r>
            <a:r>
              <a:rPr lang="zh-CN" sz="2200" dirty="0">
                <a:latin typeface="黑体" panose="02010609060101010101" charset="-122"/>
                <a:ea typeface="黑体" panose="02010609060101010101" charset="-122"/>
                <a:cs typeface="黑体" panose="02010609060101010101" charset="-122"/>
                <a:sym typeface="+mn-ea"/>
              </a:rPr>
              <a:t>实现</a:t>
            </a:r>
            <a:r>
              <a:rPr sz="2200" dirty="0">
                <a:latin typeface="黑体" panose="02010609060101010101" charset="-122"/>
                <a:ea typeface="黑体" panose="02010609060101010101" charset="-122"/>
                <a:cs typeface="黑体" panose="02010609060101010101" charset="-122"/>
                <a:sym typeface="+mn-ea"/>
              </a:rPr>
              <a:t>更大范围优化配置。</a:t>
            </a:r>
            <a:r>
              <a:rPr lang="en-US" sz="2200" dirty="0">
                <a:latin typeface="黑体" panose="02010609060101010101" charset="-122"/>
                <a:ea typeface="黑体" panose="02010609060101010101" charset="-122"/>
                <a:cs typeface="黑体" panose="02010609060101010101" charset="-122"/>
                <a:sym typeface="+mn-ea"/>
              </a:rPr>
              <a:t>2024</a:t>
            </a:r>
            <a:r>
              <a:rPr lang="zh-CN" altLang="en-US" sz="2200" dirty="0">
                <a:latin typeface="黑体" panose="02010609060101010101" charset="-122"/>
                <a:ea typeface="黑体" panose="02010609060101010101" charset="-122"/>
                <a:cs typeface="黑体" panose="02010609060101010101" charset="-122"/>
                <a:sym typeface="+mn-ea"/>
              </a:rPr>
              <a:t>年共</a:t>
            </a:r>
            <a:r>
              <a:rPr lang="en-US" altLang="zh-CN" sz="2200" dirty="0">
                <a:latin typeface="黑体" panose="02010609060101010101" charset="-122"/>
                <a:ea typeface="黑体" panose="02010609060101010101" charset="-122"/>
                <a:cs typeface="黑体" panose="02010609060101010101" charset="-122"/>
                <a:sym typeface="+mn-ea"/>
              </a:rPr>
              <a:t>13</a:t>
            </a:r>
            <a:r>
              <a:rPr lang="zh-CN" altLang="en-US" sz="2200" dirty="0">
                <a:latin typeface="黑体" panose="02010609060101010101" charset="-122"/>
                <a:ea typeface="黑体" panose="02010609060101010101" charset="-122"/>
                <a:cs typeface="黑体" panose="02010609060101010101" charset="-122"/>
                <a:sym typeface="+mn-ea"/>
              </a:rPr>
              <a:t>个省的</a:t>
            </a:r>
            <a:r>
              <a:rPr lang="en-US" altLang="zh-CN" sz="2200" dirty="0">
                <a:latin typeface="黑体" panose="02010609060101010101" charset="-122"/>
                <a:ea typeface="黑体" panose="02010609060101010101" charset="-122"/>
                <a:cs typeface="黑体" panose="02010609060101010101" charset="-122"/>
                <a:sym typeface="+mn-ea"/>
              </a:rPr>
              <a:t>14598</a:t>
            </a:r>
            <a:r>
              <a:rPr lang="zh-CN" altLang="en-US" sz="2200" dirty="0">
                <a:latin typeface="黑体" panose="02010609060101010101" charset="-122"/>
                <a:ea typeface="黑体" panose="02010609060101010101" charset="-122"/>
                <a:cs typeface="黑体" panose="02010609060101010101" charset="-122"/>
                <a:sym typeface="+mn-ea"/>
              </a:rPr>
              <a:t>家发电企业，</a:t>
            </a:r>
            <a:r>
              <a:rPr lang="en-US" altLang="zh-CN" sz="2200" dirty="0">
                <a:latin typeface="黑体" panose="02010609060101010101" charset="-122"/>
                <a:ea typeface="黑体" panose="02010609060101010101" charset="-122"/>
                <a:cs typeface="黑体" panose="02010609060101010101" charset="-122"/>
                <a:sym typeface="+mn-ea"/>
              </a:rPr>
              <a:t>12</a:t>
            </a:r>
            <a:r>
              <a:rPr lang="zh-CN" altLang="en-US" sz="2200" dirty="0">
                <a:latin typeface="黑体" panose="02010609060101010101" charset="-122"/>
                <a:ea typeface="黑体" panose="02010609060101010101" charset="-122"/>
                <a:cs typeface="黑体" panose="02010609060101010101" charset="-122"/>
                <a:sym typeface="+mn-ea"/>
              </a:rPr>
              <a:t>个购电省，</a:t>
            </a:r>
            <a:r>
              <a:rPr lang="en-US" altLang="zh-CN" sz="2200" dirty="0">
                <a:latin typeface="黑体" panose="02010609060101010101" charset="-122"/>
                <a:ea typeface="黑体" panose="02010609060101010101" charset="-122"/>
                <a:cs typeface="黑体" panose="02010609060101010101" charset="-122"/>
                <a:sym typeface="+mn-ea"/>
              </a:rPr>
              <a:t>1360</a:t>
            </a:r>
            <a:r>
              <a:rPr lang="zh-CN" altLang="en-US" sz="2200" dirty="0">
                <a:latin typeface="黑体" panose="02010609060101010101" charset="-122"/>
                <a:ea typeface="黑体" panose="02010609060101010101" charset="-122"/>
                <a:cs typeface="黑体" panose="02010609060101010101" charset="-122"/>
                <a:sym typeface="+mn-ea"/>
              </a:rPr>
              <a:t>条路径成交，累计成交规模</a:t>
            </a:r>
            <a:r>
              <a:rPr lang="en-US" altLang="zh-CN" sz="2200" dirty="0">
                <a:latin typeface="黑体" panose="02010609060101010101" charset="-122"/>
                <a:ea typeface="黑体" panose="02010609060101010101" charset="-122"/>
                <a:cs typeface="黑体" panose="02010609060101010101" charset="-122"/>
                <a:sym typeface="+mn-ea"/>
              </a:rPr>
              <a:t>60.4</a:t>
            </a:r>
            <a:r>
              <a:rPr lang="zh-CN" altLang="en-US" sz="2200" dirty="0">
                <a:latin typeface="黑体" panose="02010609060101010101" charset="-122"/>
                <a:ea typeface="黑体" panose="02010609060101010101" charset="-122"/>
                <a:cs typeface="黑体" panose="02010609060101010101" charset="-122"/>
                <a:sym typeface="+mn-ea"/>
              </a:rPr>
              <a:t>亿千瓦时。</a:t>
            </a:r>
            <a:endParaRPr lang="zh-CN" altLang="en-US" sz="2200" dirty="0">
              <a:latin typeface="黑体" panose="02010609060101010101" charset="-122"/>
              <a:ea typeface="黑体" panose="02010609060101010101" charset="-122"/>
              <a:cs typeface="黑体" panose="02010609060101010101" charset="-122"/>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500380" y="1052195"/>
            <a:ext cx="11185525" cy="1450340"/>
          </a:xfrm>
          <a:prstGeom prst="rect">
            <a:avLst/>
          </a:prstGeom>
          <a:noFill/>
          <a:ln>
            <a:noFill/>
          </a:ln>
        </p:spPr>
        <p:txBody>
          <a:bodyPr wrap="square" rtlCol="0">
            <a:spAutoFit/>
          </a:bodyPr>
          <a:lstStyle>
            <a:defPPr>
              <a:defRPr lang="zh-CN"/>
            </a:defPPr>
            <a:lvl1pPr algn="ctr">
              <a:lnSpc>
                <a:spcPct val="130000"/>
              </a:lnSpc>
              <a:defRPr sz="1400">
                <a:solidFill>
                  <a:schemeClr val="tx1">
                    <a:lumMod val="65000"/>
                    <a:lumOff val="35000"/>
                  </a:schemeClr>
                </a:solidFill>
                <a:latin typeface="思源黑体 Light" panose="020B0300000000000000" pitchFamily="34" charset="-122"/>
                <a:ea typeface="思源黑体 Light" panose="020B0300000000000000" pitchFamily="34" charset="-122"/>
              </a:defRPr>
            </a:lvl1pPr>
          </a:lstStyle>
          <a:p>
            <a:pPr marL="0" lvl="1" algn="just" latinLnBrk="0">
              <a:lnSpc>
                <a:spcPct val="130000"/>
              </a:lnSpc>
              <a:spcBef>
                <a:spcPts val="0"/>
              </a:spcBef>
              <a:buClrTx/>
              <a:buSzTx/>
              <a:buFontTx/>
            </a:pPr>
            <a:r>
              <a:rPr lang="en-US" sz="2200" dirty="0">
                <a:solidFill>
                  <a:schemeClr val="tx1"/>
                </a:solidFill>
                <a:latin typeface="黑体" panose="02010609060101010101" charset="-122"/>
                <a:ea typeface="黑体" panose="02010609060101010101" charset="-122"/>
                <a:cs typeface="黑体" panose="02010609060101010101" charset="-122"/>
              </a:rPr>
              <a:t>    </a:t>
            </a:r>
            <a:r>
              <a:rPr sz="2200" dirty="0">
                <a:solidFill>
                  <a:schemeClr val="tx1"/>
                </a:solidFill>
                <a:latin typeface="黑体" panose="02010609060101010101" charset="-122"/>
                <a:ea typeface="黑体" panose="02010609060101010101" charset="-122"/>
                <a:cs typeface="黑体" panose="02010609060101010101" charset="-122"/>
              </a:rPr>
              <a:t>购方、售方分别在落地侧、上网侧交易关口申报分时段电量（或电力）、价格等信息。交易平台以</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社会福利最大</a:t>
            </a:r>
            <a:r>
              <a:rPr sz="2200" dirty="0">
                <a:solidFill>
                  <a:schemeClr val="tx1"/>
                </a:solidFill>
                <a:latin typeface="黑体" panose="02010609060101010101" charset="-122"/>
                <a:ea typeface="黑体" panose="02010609060101010101" charset="-122"/>
                <a:cs typeface="黑体" panose="02010609060101010101" charset="-122"/>
              </a:rPr>
              <a:t>为目标，考虑输电通道ATC、输电费用等市场边界，进行多通道集中优化出清，形成各市场主体分时段成交电量、电价、曲线。 </a:t>
            </a:r>
            <a:endParaRPr sz="2200" dirty="0">
              <a:solidFill>
                <a:schemeClr val="tx1"/>
              </a:solidFill>
              <a:latin typeface="黑体" panose="02010609060101010101" charset="-122"/>
              <a:ea typeface="黑体" panose="02010609060101010101" charset="-122"/>
              <a:cs typeface="黑体" panose="02010609060101010101" charset="-122"/>
            </a:endParaRPr>
          </a:p>
        </p:txBody>
      </p:sp>
      <p:sp>
        <p:nvSpPr>
          <p:cNvPr id="3" name="灯片编号占位符 2"/>
          <p:cNvSpPr>
            <a:spLocks noGrp="1"/>
          </p:cNvSpPr>
          <p:nvPr>
            <p:ph type="sldNum" sz="quarter" idx="4"/>
          </p:nvPr>
        </p:nvSpPr>
        <p:spPr/>
        <p:txBody>
          <a:bodyPr/>
          <a:lstStyle/>
          <a:p>
            <a:pPr>
              <a:defRPr/>
            </a:pPr>
            <a:endParaRPr lang="zh-CN" altLang="en-US" dirty="0"/>
          </a:p>
        </p:txBody>
      </p:sp>
      <p:pic>
        <p:nvPicPr>
          <p:cNvPr id="16" name="图片 15"/>
          <p:cNvPicPr>
            <a:picLocks noChangeAspect="1"/>
          </p:cNvPicPr>
          <p:nvPr>
            <p:custDataLst>
              <p:tags r:id="rId1"/>
            </p:custDataLst>
          </p:nvPr>
        </p:nvPicPr>
        <p:blipFill>
          <a:blip r:embed="rId2"/>
          <a:stretch>
            <a:fillRect/>
          </a:stretch>
        </p:blipFill>
        <p:spPr>
          <a:xfrm>
            <a:off x="624840" y="2665095"/>
            <a:ext cx="3550920" cy="2583180"/>
          </a:xfrm>
          <a:prstGeom prst="rect">
            <a:avLst/>
          </a:prstGeom>
        </p:spPr>
      </p:pic>
      <p:graphicFrame>
        <p:nvGraphicFramePr>
          <p:cNvPr id="4" name="对象 3"/>
          <p:cNvGraphicFramePr/>
          <p:nvPr>
            <p:custDataLst>
              <p:tags r:id="rId3"/>
            </p:custDataLst>
          </p:nvPr>
        </p:nvGraphicFramePr>
        <p:xfrm>
          <a:off x="552450" y="5518785"/>
          <a:ext cx="4312285" cy="389890"/>
        </p:xfrm>
        <a:graphic>
          <a:graphicData uri="http://schemas.openxmlformats.org/presentationml/2006/ole">
            <mc:AlternateContent xmlns:mc="http://schemas.openxmlformats.org/markup-compatibility/2006">
              <mc:Choice xmlns:v="urn:schemas-microsoft-com:vml" Requires="v">
                <p:oleObj spid="_x0000_s10245" name="" r:id="rId4" imgW="3263900" imgH="355600" progId="Equation.DSMT4">
                  <p:embed/>
                </p:oleObj>
              </mc:Choice>
              <mc:Fallback>
                <p:oleObj name="" r:id="rId4" imgW="3263900" imgH="355600" progId="Equation.DSMT4">
                  <p:embed/>
                  <p:pic>
                    <p:nvPicPr>
                      <p:cNvPr id="0" name="图片 5"/>
                      <p:cNvPicPr/>
                      <p:nvPr/>
                    </p:nvPicPr>
                    <p:blipFill>
                      <a:blip r:embed="rId5"/>
                      <a:stretch>
                        <a:fillRect/>
                      </a:stretch>
                    </p:blipFill>
                    <p:spPr>
                      <a:xfrm>
                        <a:off x="552450" y="5518785"/>
                        <a:ext cx="4312285" cy="389890"/>
                      </a:xfrm>
                      <a:prstGeom prst="rect">
                        <a:avLst/>
                      </a:prstGeom>
                    </p:spPr>
                  </p:pic>
                </p:oleObj>
              </mc:Fallback>
            </mc:AlternateContent>
          </a:graphicData>
        </a:graphic>
      </p:graphicFrame>
      <p:sp>
        <p:nvSpPr>
          <p:cNvPr id="7" name="矩形 17"/>
          <p:cNvSpPr>
            <a:spLocks noChangeArrowheads="1"/>
          </p:cNvSpPr>
          <p:nvPr>
            <p:custDataLst>
              <p:tags r:id="rId6"/>
            </p:custDataLst>
          </p:nvPr>
        </p:nvSpPr>
        <p:spPr bwMode="auto">
          <a:xfrm>
            <a:off x="5737225" y="2733675"/>
            <a:ext cx="434784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1800" kern="0" dirty="0">
                <a:solidFill>
                  <a:srgbClr val="00706B"/>
                </a:solidFill>
                <a:latin typeface="微软雅黑" panose="020B0503020204020204" pitchFamily="34" charset="-122"/>
                <a:ea typeface="微软雅黑" panose="020B0503020204020204" pitchFamily="34" charset="-122"/>
                <a:sym typeface="微软雅黑" panose="020B0503020204020204" pitchFamily="34" charset="-122"/>
              </a:rPr>
              <a:t>购方中标电力</a:t>
            </a:r>
            <a:r>
              <a:rPr lang="zh-CN" altLang="en-US" sz="1800" kern="0" dirty="0" smtClean="0">
                <a:solidFill>
                  <a:srgbClr val="00706B"/>
                </a:solidFill>
                <a:latin typeface="微软雅黑" panose="020B0503020204020204" pitchFamily="34" charset="-122"/>
                <a:ea typeface="微软雅黑" panose="020B0503020204020204" pitchFamily="34" charset="-122"/>
                <a:sym typeface="微软雅黑" panose="020B0503020204020204" pitchFamily="34" charset="-122"/>
              </a:rPr>
              <a:t>约束</a:t>
            </a:r>
            <a:endParaRPr kumimoji="0" lang="zh-CN" altLang="en-US" sz="1800" i="0" u="none" strike="noStrike" kern="0" cap="none" spc="0" normalizeH="0" baseline="0" noProof="0" dirty="0" smtClean="0">
              <a:ln>
                <a:noFill/>
              </a:ln>
              <a:solidFill>
                <a:srgbClr val="00706B"/>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TextBox 16"/>
          <p:cNvSpPr>
            <a:spLocks noChangeArrowheads="1"/>
          </p:cNvSpPr>
          <p:nvPr>
            <p:custDataLst>
              <p:tags r:id="rId7"/>
            </p:custDataLst>
          </p:nvPr>
        </p:nvSpPr>
        <p:spPr bwMode="auto">
          <a:xfrm>
            <a:off x="5737225" y="3060065"/>
            <a:ext cx="5605780" cy="63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just" defTabSz="914400" eaLnBrk="1" fontAlgn="auto" latinLnBrk="0" hangingPunct="1">
              <a:lnSpc>
                <a:spcPct val="110000"/>
              </a:lnSpc>
              <a:spcBef>
                <a:spcPts val="0"/>
              </a:spcBef>
              <a:spcAft>
                <a:spcPts val="0"/>
              </a:spcAft>
              <a:buClrTx/>
              <a:buSzTx/>
              <a:buFontTx/>
              <a:buNone/>
              <a:defRPr/>
            </a:pP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购方关联的所有交易路径上的每个时段的电力流量之和≤ 购方该时段申报电力之和</a:t>
            </a:r>
            <a:endParaRPr kumimoji="0" lang="zh-CN" altLang="en-US" sz="1600" b="0" i="0" u="none" strike="noStrike" kern="0" cap="none" spc="0" normalizeH="0" baseline="0" noProof="0" dirty="0" smtClean="0">
              <a:ln>
                <a:noFill/>
              </a:ln>
              <a:solidFill>
                <a:prstClr val="black"/>
              </a:solidFill>
              <a:effectLst/>
              <a:uLnTx/>
              <a:uFillTx/>
              <a:latin typeface="黑体" panose="02010609060101010101" charset="-122"/>
              <a:ea typeface="黑体" panose="02010609060101010101" charset="-122"/>
              <a:sym typeface="宋体" panose="02010600030101010101" pitchFamily="2" charset="-122"/>
            </a:endParaRPr>
          </a:p>
        </p:txBody>
      </p:sp>
      <p:sp>
        <p:nvSpPr>
          <p:cNvPr id="8" name="矩形 17"/>
          <p:cNvSpPr>
            <a:spLocks noChangeArrowheads="1"/>
          </p:cNvSpPr>
          <p:nvPr>
            <p:custDataLst>
              <p:tags r:id="rId8"/>
            </p:custDataLst>
          </p:nvPr>
        </p:nvSpPr>
        <p:spPr bwMode="auto">
          <a:xfrm>
            <a:off x="5737225" y="3692525"/>
            <a:ext cx="2673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algn="l" defTabSz="914400" eaLnBrk="1" fontAlgn="auto" latinLnBrk="0" hangingPunct="1">
              <a:lnSpc>
                <a:spcPct val="100000"/>
              </a:lnSpc>
              <a:spcBef>
                <a:spcPts val="0"/>
              </a:spcBef>
              <a:spcAft>
                <a:spcPts val="0"/>
              </a:spcAft>
              <a:buClrTx/>
              <a:buSzTx/>
              <a:buFontTx/>
              <a:buNone/>
              <a:defRPr/>
            </a:pPr>
            <a:r>
              <a:rPr lang="zh-CN" altLang="en-US" sz="1800" kern="0"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售方中标电力约束</a:t>
            </a:r>
            <a:endParaRPr lang="zh-CN" altLang="en-US" sz="1800" kern="0"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nvGrpSpPr>
        <p:grpSpPr>
          <a:xfrm>
            <a:off x="5102225" y="3723005"/>
            <a:ext cx="491490" cy="460375"/>
            <a:chOff x="353764" y="1653045"/>
            <a:chExt cx="491512" cy="460395"/>
          </a:xfrm>
        </p:grpSpPr>
        <p:sp>
          <p:nvSpPr>
            <p:cNvPr id="9" name="泪滴形 8"/>
            <p:cNvSpPr/>
            <p:nvPr>
              <p:custDataLst>
                <p:tags r:id="rId9"/>
              </p:custDataLst>
            </p:nvPr>
          </p:nvSpPr>
          <p:spPr>
            <a:xfrm rot="10800000">
              <a:off x="390795" y="1653045"/>
              <a:ext cx="432048" cy="432048"/>
            </a:xfrm>
            <a:prstGeom prst="teardrop">
              <a:avLst>
                <a:gd name="adj" fmla="val 94121"/>
              </a:avLst>
            </a:prstGeom>
            <a:solidFill>
              <a:srgbClr val="0070C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solidFill>
                  <a:schemeClr val="tx1"/>
                </a:solidFill>
                <a:latin typeface="Calibri" panose="020F0502020204030204" pitchFamily="34" charset="0"/>
                <a:ea typeface="宋体" panose="02010600030101010101" pitchFamily="2" charset="-122"/>
              </a:endParaRPr>
            </a:p>
          </p:txBody>
        </p:sp>
        <p:sp>
          <p:nvSpPr>
            <p:cNvPr id="22" name="矩形 21"/>
            <p:cNvSpPr/>
            <p:nvPr>
              <p:custDataLst>
                <p:tags r:id="rId10"/>
              </p:custDataLst>
            </p:nvPr>
          </p:nvSpPr>
          <p:spPr>
            <a:xfrm>
              <a:off x="353764" y="1653045"/>
              <a:ext cx="491512" cy="460395"/>
            </a:xfrm>
            <a:prstGeom prst="rect">
              <a:avLst/>
            </a:prstGeom>
          </p:spPr>
          <p:txBody>
            <a:bodyPr wrap="none">
              <a:spAutoFit/>
            </a:bodyPr>
            <a:lstStyle/>
            <a:p>
              <a:r>
                <a:rPr lang="en-US" altLang="zh-CN" sz="2400" dirty="0" smtClean="0">
                  <a:solidFill>
                    <a:schemeClr val="bg1"/>
                  </a:solidFill>
                </a:rPr>
                <a:t>02</a:t>
              </a:r>
              <a:endParaRPr lang="en-US" altLang="zh-CN" sz="2400" dirty="0" smtClean="0">
                <a:solidFill>
                  <a:schemeClr val="bg1"/>
                </a:solidFill>
              </a:endParaRPr>
            </a:p>
          </p:txBody>
        </p:sp>
      </p:grpSp>
      <p:grpSp>
        <p:nvGrpSpPr>
          <p:cNvPr id="39" name="组合 38"/>
          <p:cNvGrpSpPr/>
          <p:nvPr/>
        </p:nvGrpSpPr>
        <p:grpSpPr>
          <a:xfrm>
            <a:off x="5102225" y="2668905"/>
            <a:ext cx="491490" cy="480060"/>
            <a:chOff x="6789" y="5022"/>
            <a:chExt cx="774" cy="756"/>
          </a:xfrm>
        </p:grpSpPr>
        <p:pic>
          <p:nvPicPr>
            <p:cNvPr id="38" name="图片 37"/>
            <p:cNvPicPr>
              <a:picLocks noChangeAspect="1"/>
            </p:cNvPicPr>
            <p:nvPr>
              <p:custDataLst>
                <p:tags r:id="rId11"/>
              </p:custDataLst>
            </p:nvPr>
          </p:nvPicPr>
          <p:blipFill>
            <a:blip r:embed="rId12"/>
            <a:stretch>
              <a:fillRect/>
            </a:stretch>
          </p:blipFill>
          <p:spPr>
            <a:xfrm>
              <a:off x="6858" y="5022"/>
              <a:ext cx="684" cy="756"/>
            </a:xfrm>
            <a:prstGeom prst="rect">
              <a:avLst/>
            </a:prstGeom>
          </p:spPr>
        </p:pic>
        <p:sp>
          <p:nvSpPr>
            <p:cNvPr id="36" name="矩形 35"/>
            <p:cNvSpPr/>
            <p:nvPr>
              <p:custDataLst>
                <p:tags r:id="rId13"/>
              </p:custDataLst>
            </p:nvPr>
          </p:nvSpPr>
          <p:spPr>
            <a:xfrm>
              <a:off x="6789" y="5053"/>
              <a:ext cx="774" cy="725"/>
            </a:xfrm>
            <a:prstGeom prst="rect">
              <a:avLst/>
            </a:prstGeom>
          </p:spPr>
          <p:txBody>
            <a:bodyPr wrap="none">
              <a:spAutoFit/>
            </a:bodyPr>
            <a:lstStyle/>
            <a:p>
              <a:r>
                <a:rPr lang="en-US" altLang="zh-CN" sz="2400" dirty="0" smtClean="0">
                  <a:solidFill>
                    <a:schemeClr val="bg1"/>
                  </a:solidFill>
                </a:rPr>
                <a:t>01</a:t>
              </a:r>
              <a:endParaRPr lang="en-US" altLang="zh-CN" sz="2400" dirty="0" smtClean="0">
                <a:solidFill>
                  <a:schemeClr val="bg1"/>
                </a:solidFill>
              </a:endParaRPr>
            </a:p>
          </p:txBody>
        </p:sp>
      </p:grpSp>
      <p:sp>
        <p:nvSpPr>
          <p:cNvPr id="40" name="矩形 17"/>
          <p:cNvSpPr>
            <a:spLocks noChangeArrowheads="1"/>
          </p:cNvSpPr>
          <p:nvPr>
            <p:custDataLst>
              <p:tags r:id="rId14"/>
            </p:custDataLst>
          </p:nvPr>
        </p:nvSpPr>
        <p:spPr bwMode="auto">
          <a:xfrm>
            <a:off x="5737225" y="4655185"/>
            <a:ext cx="434784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algn="l" defTabSz="914400" eaLnBrk="1" fontAlgn="auto" latinLnBrk="0" hangingPunct="1">
              <a:lnSpc>
                <a:spcPct val="100000"/>
              </a:lnSpc>
              <a:spcBef>
                <a:spcPts val="0"/>
              </a:spcBef>
              <a:spcAft>
                <a:spcPts val="0"/>
              </a:spcAft>
              <a:buClrTx/>
              <a:buSzTx/>
              <a:buFontTx/>
              <a:buNone/>
              <a:defRPr/>
            </a:pPr>
            <a:r>
              <a:rPr lang="zh-CN" altLang="en-US" sz="1800" kern="0" dirty="0">
                <a:solidFill>
                  <a:srgbClr val="00706B"/>
                </a:solidFill>
                <a:latin typeface="微软雅黑" panose="020B0503020204020204" pitchFamily="34" charset="-122"/>
                <a:ea typeface="微软雅黑" panose="020B0503020204020204" pitchFamily="34" charset="-122"/>
                <a:sym typeface="微软雅黑" panose="020B0503020204020204" pitchFamily="34" charset="-122"/>
              </a:rPr>
              <a:t>网络约束</a:t>
            </a:r>
            <a:endParaRPr kumimoji="0" lang="zh-CN" altLang="en-US" sz="1800" i="0" u="none" strike="noStrike" kern="0" cap="none" spc="0" normalizeH="0" baseline="0" dirty="0">
              <a:solidFill>
                <a:srgbClr val="00706B"/>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2" name="组合 41"/>
          <p:cNvGrpSpPr/>
          <p:nvPr/>
        </p:nvGrpSpPr>
        <p:grpSpPr>
          <a:xfrm>
            <a:off x="5102225" y="4590415"/>
            <a:ext cx="491490" cy="480060"/>
            <a:chOff x="6789" y="5022"/>
            <a:chExt cx="774" cy="756"/>
          </a:xfrm>
        </p:grpSpPr>
        <p:pic>
          <p:nvPicPr>
            <p:cNvPr id="43" name="图片 42"/>
            <p:cNvPicPr>
              <a:picLocks noChangeAspect="1"/>
            </p:cNvPicPr>
            <p:nvPr>
              <p:custDataLst>
                <p:tags r:id="rId15"/>
              </p:custDataLst>
            </p:nvPr>
          </p:nvPicPr>
          <p:blipFill>
            <a:blip r:embed="rId12"/>
            <a:stretch>
              <a:fillRect/>
            </a:stretch>
          </p:blipFill>
          <p:spPr>
            <a:xfrm>
              <a:off x="6858" y="5022"/>
              <a:ext cx="684" cy="756"/>
            </a:xfrm>
            <a:prstGeom prst="rect">
              <a:avLst/>
            </a:prstGeom>
          </p:spPr>
        </p:pic>
        <p:sp>
          <p:nvSpPr>
            <p:cNvPr id="44" name="矩形 43"/>
            <p:cNvSpPr/>
            <p:nvPr>
              <p:custDataLst>
                <p:tags r:id="rId16"/>
              </p:custDataLst>
            </p:nvPr>
          </p:nvSpPr>
          <p:spPr>
            <a:xfrm>
              <a:off x="6789" y="5053"/>
              <a:ext cx="774" cy="725"/>
            </a:xfrm>
            <a:prstGeom prst="rect">
              <a:avLst/>
            </a:prstGeom>
          </p:spPr>
          <p:txBody>
            <a:bodyPr wrap="none">
              <a:spAutoFit/>
            </a:bodyPr>
            <a:lstStyle/>
            <a:p>
              <a:r>
                <a:rPr lang="en-US" altLang="zh-CN" sz="2400" dirty="0" smtClean="0">
                  <a:solidFill>
                    <a:schemeClr val="bg1"/>
                  </a:solidFill>
                </a:rPr>
                <a:t>03</a:t>
              </a:r>
              <a:endParaRPr lang="en-US" altLang="zh-CN" sz="2400" dirty="0" smtClean="0">
                <a:solidFill>
                  <a:schemeClr val="bg1"/>
                </a:solidFill>
              </a:endParaRPr>
            </a:p>
          </p:txBody>
        </p:sp>
      </p:grpSp>
      <p:sp>
        <p:nvSpPr>
          <p:cNvPr id="45" name="TextBox 16"/>
          <p:cNvSpPr>
            <a:spLocks noChangeArrowheads="1"/>
          </p:cNvSpPr>
          <p:nvPr>
            <p:custDataLst>
              <p:tags r:id="rId17"/>
            </p:custDataLst>
          </p:nvPr>
        </p:nvSpPr>
        <p:spPr bwMode="auto">
          <a:xfrm>
            <a:off x="5737225" y="4029710"/>
            <a:ext cx="5605145" cy="63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just" defTabSz="914400" eaLnBrk="1" fontAlgn="auto" latinLnBrk="0" hangingPunct="1">
              <a:lnSpc>
                <a:spcPct val="110000"/>
              </a:lnSpc>
              <a:spcBef>
                <a:spcPts val="0"/>
              </a:spcBef>
              <a:spcAft>
                <a:spcPts val="0"/>
              </a:spcAft>
              <a:buClrTx/>
              <a:buSzTx/>
              <a:buFontTx/>
              <a:buNone/>
              <a:defRPr/>
            </a:pP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售方关联的所有交易路径上的每个时段的电力流量之和≤ 售方该时段申报电力之和 </a:t>
            </a:r>
            <a:endParaRPr kumimoji="0" lang="zh-CN" altLang="en-US" sz="1600" b="0" i="0" u="none" strike="noStrike" kern="0" cap="none" spc="0" normalizeH="0" baseline="0" noProof="0" dirty="0" smtClean="0">
              <a:ln>
                <a:noFill/>
              </a:ln>
              <a:solidFill>
                <a:prstClr val="black"/>
              </a:solidFill>
              <a:effectLst/>
              <a:uLnTx/>
              <a:uFillTx/>
              <a:latin typeface="黑体" panose="02010609060101010101" charset="-122"/>
              <a:ea typeface="黑体" panose="02010609060101010101" charset="-122"/>
              <a:sym typeface="宋体" panose="02010600030101010101" pitchFamily="2" charset="-122"/>
            </a:endParaRPr>
          </a:p>
        </p:txBody>
      </p:sp>
      <p:sp>
        <p:nvSpPr>
          <p:cNvPr id="10" name="TextBox 16"/>
          <p:cNvSpPr>
            <a:spLocks noChangeArrowheads="1"/>
          </p:cNvSpPr>
          <p:nvPr>
            <p:custDataLst>
              <p:tags r:id="rId18"/>
            </p:custDataLst>
          </p:nvPr>
        </p:nvSpPr>
        <p:spPr bwMode="auto">
          <a:xfrm>
            <a:off x="5737225" y="5034280"/>
            <a:ext cx="5605145" cy="63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just" defTabSz="914400" eaLnBrk="1" fontAlgn="auto" latinLnBrk="0" hangingPunct="1">
              <a:lnSpc>
                <a:spcPct val="110000"/>
              </a:lnSpc>
              <a:spcBef>
                <a:spcPts val="0"/>
              </a:spcBef>
              <a:spcAft>
                <a:spcPts val="0"/>
              </a:spcAft>
              <a:buClrTx/>
              <a:buSzTx/>
              <a:buFontTx/>
              <a:buNone/>
              <a:defRPr/>
            </a:pP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每个通道上关联的多笔交易路径的输送电力</a:t>
            </a:r>
            <a:r>
              <a:rPr lang="en-US" altLang="zh-CN" sz="1600" b="0" kern="0" dirty="0">
                <a:solidFill>
                  <a:prstClr val="black"/>
                </a:solidFill>
                <a:latin typeface="黑体" panose="02010609060101010101" charset="-122"/>
                <a:ea typeface="黑体" panose="02010609060101010101" charset="-122"/>
                <a:sym typeface="宋体" panose="02010600030101010101" pitchFamily="2" charset="-122"/>
              </a:rPr>
              <a:t>*</a:t>
            </a: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占比因子之和≤</a:t>
            </a:r>
            <a:r>
              <a:rPr lang="en-US" altLang="zh-CN" sz="1600" b="0" kern="0" dirty="0">
                <a:solidFill>
                  <a:prstClr val="black"/>
                </a:solidFill>
                <a:latin typeface="黑体" panose="02010609060101010101" charset="-122"/>
                <a:ea typeface="黑体" panose="02010609060101010101" charset="-122"/>
                <a:sym typeface="宋体" panose="02010600030101010101" pitchFamily="2" charset="-122"/>
              </a:rPr>
              <a:t> </a:t>
            </a: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通道可用容量（</a:t>
            </a:r>
            <a:r>
              <a:rPr lang="en-US" altLang="zh-CN" sz="1600" b="0" kern="0" dirty="0">
                <a:solidFill>
                  <a:prstClr val="black"/>
                </a:solidFill>
                <a:latin typeface="黑体" panose="02010609060101010101" charset="-122"/>
                <a:ea typeface="黑体" panose="02010609060101010101" charset="-122"/>
                <a:sym typeface="宋体" panose="02010600030101010101" pitchFamily="2" charset="-122"/>
              </a:rPr>
              <a:t>ATC</a:t>
            </a:r>
            <a:r>
              <a:rPr lang="zh-CN" altLang="en-US" sz="1600" b="0" kern="0" dirty="0">
                <a:solidFill>
                  <a:prstClr val="black"/>
                </a:solidFill>
                <a:latin typeface="黑体" panose="02010609060101010101" charset="-122"/>
                <a:ea typeface="黑体" panose="02010609060101010101" charset="-122"/>
                <a:sym typeface="宋体" panose="02010600030101010101" pitchFamily="2" charset="-122"/>
              </a:rPr>
              <a:t>）</a:t>
            </a:r>
            <a:endParaRPr lang="zh-CN" altLang="en-US" sz="1600" b="0" kern="0" dirty="0">
              <a:solidFill>
                <a:prstClr val="black"/>
              </a:solidFill>
              <a:latin typeface="黑体" panose="02010609060101010101" charset="-122"/>
              <a:ea typeface="黑体" panose="02010609060101010101" charset="-122"/>
              <a:sym typeface="宋体" panose="02010600030101010101" pitchFamily="2" charset="-122"/>
            </a:endParaRPr>
          </a:p>
        </p:txBody>
      </p:sp>
      <p:sp>
        <p:nvSpPr>
          <p:cNvPr id="5" name="文本框 4"/>
          <p:cNvSpPr txBox="1"/>
          <p:nvPr/>
        </p:nvSpPr>
        <p:spPr>
          <a:xfrm>
            <a:off x="263479" y="188730"/>
            <a:ext cx="10465163" cy="521970"/>
          </a:xfrm>
          <a:prstGeom prst="rect">
            <a:avLst/>
          </a:prstGeom>
          <a:noFill/>
        </p:spPr>
        <p:txBody>
          <a:bodyPr wrap="square" rtlCol="0">
            <a:spAutoFit/>
          </a:bodyPr>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pic>
        <p:nvPicPr>
          <p:cNvPr id="6" name="图片 5" descr="31393935333132353b31393939353539363bd0f2bac533"/>
          <p:cNvPicPr>
            <a:picLocks noChangeAspect="1"/>
          </p:cNvPicPr>
          <p:nvPr/>
        </p:nvPicPr>
        <p:blipFill>
          <a:blip r:embed="rId19"/>
          <a:stretch>
            <a:fillRect/>
          </a:stretch>
        </p:blipFill>
        <p:spPr>
          <a:xfrm>
            <a:off x="335915" y="980440"/>
            <a:ext cx="550800" cy="5508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a:xfrm>
            <a:off x="9448800" y="6488668"/>
            <a:ext cx="2743200" cy="365125"/>
          </a:xfrm>
        </p:spPr>
        <p:txBody>
          <a:bodyPr/>
          <a:lstStyle/>
          <a:p>
            <a:fld id="{AA3CC7E2-8005-4FB6-AC9B-1B7AC960AC3C}" type="slidenum">
              <a:rPr lang="zh-CN" altLang="en-US" smtClean="0"/>
            </a:fld>
            <a:endParaRPr lang="zh-CN" altLang="en-US" dirty="0"/>
          </a:p>
        </p:txBody>
      </p:sp>
      <p:sp>
        <p:nvSpPr>
          <p:cNvPr id="25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336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541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745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9506"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4"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7"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5"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3"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69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701"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9"/>
          <p:cNvSpPr txBox="1"/>
          <p:nvPr/>
        </p:nvSpPr>
        <p:spPr>
          <a:xfrm>
            <a:off x="435610" y="909320"/>
            <a:ext cx="11168380" cy="2330450"/>
          </a:xfrm>
          <a:prstGeom prst="rect">
            <a:avLst/>
          </a:prstGeom>
          <a:noFill/>
        </p:spPr>
        <p:txBody>
          <a:bodyPr wrap="square" rtlCol="0">
            <a:spAutoFit/>
          </a:bodyPr>
          <a:p>
            <a:pPr marL="0" lvl="1" indent="457200" algn="just" latinLnBrk="0">
              <a:lnSpc>
                <a:spcPct val="130000"/>
              </a:lnSpc>
              <a:buClrTx/>
              <a:buSzTx/>
              <a:buFontTx/>
            </a:pPr>
            <a:r>
              <a:rPr lang="zh-CN" sz="2000" dirty="0">
                <a:latin typeface="黑体" panose="02010609060101010101" charset="-122"/>
                <a:ea typeface="黑体" panose="02010609060101010101" charset="-122"/>
                <a:cs typeface="黑体" panose="02010609060101010101" charset="-122"/>
              </a:rPr>
              <a:t>多通道集中竞价交易的</a:t>
            </a:r>
            <a:r>
              <a:rPr sz="2000" dirty="0">
                <a:latin typeface="黑体" panose="02010609060101010101" charset="-122"/>
                <a:ea typeface="黑体" panose="02010609060101010101" charset="-122"/>
                <a:cs typeface="黑体" panose="02010609060101010101" charset="-122"/>
              </a:rPr>
              <a:t>通道输电费采用“</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一线一价</a:t>
            </a:r>
            <a:r>
              <a:rPr sz="2000" dirty="0">
                <a:latin typeface="黑体" panose="02010609060101010101" charset="-122"/>
                <a:ea typeface="黑体" panose="02010609060101010101" charset="-122"/>
                <a:cs typeface="黑体" panose="02010609060101010101" charset="-122"/>
              </a:rPr>
              <a:t>”收取方式，经不同交易路径成交的电量，输电费用和线损折价各不相同</a:t>
            </a:r>
            <a:r>
              <a:rPr lang="zh-CN" sz="2000" dirty="0">
                <a:latin typeface="黑体" panose="02010609060101010101" charset="-122"/>
                <a:ea typeface="黑体" panose="02010609060101010101" charset="-122"/>
                <a:cs typeface="黑体" panose="02010609060101010101" charset="-122"/>
              </a:rPr>
              <a:t>。在交易出清中，</a:t>
            </a:r>
            <a:r>
              <a:rPr sz="2000" dirty="0">
                <a:latin typeface="黑体" panose="02010609060101010101" charset="-122"/>
                <a:ea typeface="黑体" panose="02010609060101010101" charset="-122"/>
                <a:cs typeface="黑体" panose="02010609060101010101" charset="-122"/>
              </a:rPr>
              <a:t>采用</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按输电路径进行边际定价</a:t>
            </a:r>
            <a:r>
              <a:rPr sz="2000" dirty="0">
                <a:latin typeface="黑体" panose="02010609060101010101" charset="-122"/>
                <a:ea typeface="黑体" panose="02010609060101010101" charset="-122"/>
                <a:cs typeface="黑体" panose="02010609060101010101" charset="-122"/>
              </a:rPr>
              <a:t>的方式</a:t>
            </a:r>
            <a:r>
              <a:rPr lang="zh-CN" sz="2000" dirty="0">
                <a:latin typeface="黑体" panose="02010609060101010101" charset="-122"/>
                <a:ea typeface="黑体" panose="02010609060101010101" charset="-122"/>
                <a:cs typeface="黑体" panose="02010609060101010101" charset="-122"/>
              </a:rPr>
              <a:t>，</a:t>
            </a:r>
            <a:r>
              <a:rPr sz="2000" dirty="0">
                <a:latin typeface="黑体" panose="02010609060101010101" charset="-122"/>
                <a:ea typeface="黑体" panose="02010609060101010101" charset="-122"/>
                <a:cs typeface="黑体" panose="02010609060101010101" charset="-122"/>
              </a:rPr>
              <a:t>以省间通道ATC作为集中优化出清的约束条件</a:t>
            </a:r>
            <a:r>
              <a:rPr lang="zh-CN" sz="2000" dirty="0">
                <a:latin typeface="黑体" panose="02010609060101010101" charset="-122"/>
                <a:ea typeface="黑体" panose="02010609060101010101" charset="-122"/>
                <a:cs typeface="黑体" panose="02010609060101010101" charset="-122"/>
              </a:rPr>
              <a:t>，成交电力不超过通道能力</a:t>
            </a:r>
            <a:r>
              <a:rPr sz="2000" dirty="0">
                <a:latin typeface="黑体" panose="02010609060101010101" charset="-122"/>
                <a:ea typeface="黑体" panose="02010609060101010101" charset="-122"/>
                <a:cs typeface="黑体" panose="02010609060101010101" charset="-122"/>
              </a:rPr>
              <a:t>。</a:t>
            </a:r>
            <a:endParaRPr sz="2000" dirty="0">
              <a:latin typeface="黑体" panose="02010609060101010101" charset="-122"/>
              <a:ea typeface="黑体" panose="02010609060101010101" charset="-122"/>
              <a:cs typeface="黑体" panose="02010609060101010101" charset="-122"/>
            </a:endParaRPr>
          </a:p>
          <a:p>
            <a:pPr marL="0" lvl="1" indent="457200" algn="just" latinLnBrk="0">
              <a:lnSpc>
                <a:spcPct val="130000"/>
              </a:lnSpc>
              <a:buClrTx/>
              <a:buSzTx/>
              <a:buFontTx/>
            </a:pPr>
            <a:r>
              <a:rPr sz="2000" dirty="0">
                <a:latin typeface="黑体" panose="02010609060101010101" charset="-122"/>
                <a:ea typeface="黑体" panose="02010609060101010101" charset="-122"/>
                <a:cs typeface="黑体" panose="02010609060101010101" charset="-122"/>
              </a:rPr>
              <a:t>省间多通道集中竞价交易的结果与其他中长期交易形式一致，均是原有合同基础上的增量累加。</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交易出清不影响已成交合同</a:t>
            </a:r>
            <a:r>
              <a:rPr sz="2000" dirty="0">
                <a:latin typeface="黑体" panose="02010609060101010101" charset="-122"/>
                <a:ea typeface="黑体" panose="02010609060101010101" charset="-122"/>
                <a:cs typeface="黑体" panose="02010609060101010101" charset="-122"/>
              </a:rPr>
              <a:t>，交易的组织、校核、执行等与当前保持一致</a:t>
            </a:r>
            <a:r>
              <a:rPr lang="zh-CN" sz="2000" dirty="0">
                <a:latin typeface="黑体" panose="02010609060101010101" charset="-122"/>
                <a:ea typeface="黑体" panose="02010609060101010101" charset="-122"/>
                <a:cs typeface="黑体" panose="02010609060101010101" charset="-122"/>
              </a:rPr>
              <a:t>。</a:t>
            </a:r>
            <a:endParaRPr lang="zh-CN" sz="2000" dirty="0">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custDataLst>
              <p:tags r:id="rId2"/>
            </p:custDataLst>
          </p:nvPr>
        </p:nvPicPr>
        <p:blipFill>
          <a:blip r:embed="rId3"/>
          <a:stretch>
            <a:fillRect/>
          </a:stretch>
        </p:blipFill>
        <p:spPr>
          <a:xfrm>
            <a:off x="5808345" y="3429000"/>
            <a:ext cx="5989320" cy="2568575"/>
          </a:xfrm>
          <a:prstGeom prst="rect">
            <a:avLst/>
          </a:prstGeom>
        </p:spPr>
      </p:pic>
      <p:sp>
        <p:nvSpPr>
          <p:cNvPr id="9" name="文本框 8"/>
          <p:cNvSpPr txBox="1"/>
          <p:nvPr>
            <p:custDataLst>
              <p:tags r:id="rId4"/>
            </p:custDataLst>
          </p:nvPr>
        </p:nvSpPr>
        <p:spPr>
          <a:xfrm>
            <a:off x="6744335" y="6165215"/>
            <a:ext cx="4393565" cy="327660"/>
          </a:xfrm>
          <a:prstGeom prst="rect">
            <a:avLst/>
          </a:prstGeom>
          <a:noFill/>
        </p:spPr>
        <p:txBody>
          <a:bodyPr wrap="square" rtlCol="0">
            <a:spAutoFit/>
          </a:bodyPr>
          <a:p>
            <a:pPr algn="ctr">
              <a:lnSpc>
                <a:spcPct val="110000"/>
              </a:lnSpc>
              <a:spcBef>
                <a:spcPct val="20000"/>
              </a:spcBef>
              <a:buClrTx/>
              <a:buSzTx/>
              <a:buFontTx/>
            </a:pPr>
            <a:r>
              <a:rPr lang="zh-CN" sz="1400" dirty="0">
                <a:solidFill>
                  <a:srgbClr val="000000"/>
                </a:solidFill>
                <a:latin typeface="黑体" panose="02010609060101010101" charset="-122"/>
                <a:ea typeface="黑体" panose="02010609060101010101" charset="-122"/>
                <a:cs typeface="黑体" panose="02010609060101010101" charset="-122"/>
              </a:rPr>
              <a:t>省间输电通道限额/可用输电能力（ATC）</a:t>
            </a:r>
            <a:endParaRPr lang="zh-CN" sz="1400" dirty="0">
              <a:solidFill>
                <a:srgbClr val="000000"/>
              </a:solidFill>
              <a:latin typeface="黑体" panose="02010609060101010101" charset="-122"/>
              <a:ea typeface="黑体" panose="02010609060101010101" charset="-122"/>
              <a:cs typeface="黑体" panose="02010609060101010101" charset="-122"/>
            </a:endParaRPr>
          </a:p>
        </p:txBody>
      </p:sp>
      <p:graphicFrame>
        <p:nvGraphicFramePr>
          <p:cNvPr id="10" name="图表 9"/>
          <p:cNvGraphicFramePr/>
          <p:nvPr>
            <p:custDataLst>
              <p:tags r:id="rId5"/>
            </p:custDataLst>
          </p:nvPr>
        </p:nvGraphicFramePr>
        <p:xfrm>
          <a:off x="435610" y="3429000"/>
          <a:ext cx="5248275" cy="3121025"/>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31393935333132353b31393939353539363bd0f2bac533"/>
          <p:cNvPicPr>
            <a:picLocks noChangeAspect="1"/>
          </p:cNvPicPr>
          <p:nvPr/>
        </p:nvPicPr>
        <p:blipFill>
          <a:blip r:embed="rId6"/>
          <a:stretch>
            <a:fillRect/>
          </a:stretch>
        </p:blipFill>
        <p:spPr>
          <a:xfrm>
            <a:off x="335915" y="980440"/>
            <a:ext cx="550800" cy="550800"/>
          </a:xfrm>
          <a:prstGeom prst="rect">
            <a:avLst/>
          </a:prstGeom>
        </p:spPr>
      </p:pic>
      <p:sp>
        <p:nvSpPr>
          <p:cNvPr id="5" name="文本框 4"/>
          <p:cNvSpPr txBox="1"/>
          <p:nvPr/>
        </p:nvSpPr>
        <p:spPr>
          <a:xfrm>
            <a:off x="263479" y="188730"/>
            <a:ext cx="10465163" cy="521970"/>
          </a:xfrm>
          <a:prstGeom prst="rect">
            <a:avLst/>
          </a:prstGeom>
          <a:noFill/>
        </p:spPr>
        <p:txBody>
          <a:bodyPr wrap="square" rtlCol="0">
            <a:spAutoFit/>
          </a:bodyPr>
          <a:p>
            <a:pPr algn="l">
              <a:buClrTx/>
              <a:buSzTx/>
              <a:buFontTx/>
            </a:pPr>
            <a:r>
              <a:rPr lang="en-US" altLang="zh-CN" sz="2800" b="1" dirty="0">
                <a:latin typeface="+mj-lt"/>
                <a:ea typeface="+mj-lt"/>
                <a:cs typeface="+mj-lt"/>
              </a:rPr>
              <a:t>7.</a:t>
            </a:r>
            <a:r>
              <a:rPr lang="zh-CN" altLang="en-US" sz="2800" b="1" dirty="0">
                <a:latin typeface="+mj-lt"/>
                <a:ea typeface="+mj-lt"/>
                <a:cs typeface="+mj-lt"/>
              </a:rPr>
              <a:t>省间中长期交易组织方式</a:t>
            </a:r>
            <a:endParaRPr lang="zh-CN" altLang="en-US" sz="2800" b="1" dirty="0">
              <a:latin typeface="+mj-lt"/>
              <a:ea typeface="+mj-lt"/>
              <a:cs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335234"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8.</a:t>
            </a:r>
            <a:r>
              <a:rPr lang="zh-CN" altLang="en-US" sz="2800" b="1" dirty="0">
                <a:latin typeface="+mj-lt"/>
                <a:ea typeface="+mj-lt"/>
                <a:cs typeface="+mj-lt"/>
              </a:rPr>
              <a:t>年度</a:t>
            </a:r>
            <a:r>
              <a:rPr lang="zh-CN" altLang="en-US" sz="2800" b="1" dirty="0">
                <a:latin typeface="+mj-lt"/>
                <a:ea typeface="+mj-lt"/>
                <a:cs typeface="+mj-lt"/>
                <a:sym typeface="+mn-ea"/>
              </a:rPr>
              <a:t>省间中长期</a:t>
            </a:r>
            <a:r>
              <a:rPr lang="zh-CN" altLang="en-US" sz="2800" b="1" dirty="0">
                <a:latin typeface="+mj-lt"/>
                <a:ea typeface="+mj-lt"/>
                <a:cs typeface="+mj-lt"/>
              </a:rPr>
              <a:t>市场</a:t>
            </a:r>
            <a:endParaRPr lang="zh-CN" altLang="en-US" sz="2800" b="1" dirty="0">
              <a:latin typeface="+mj-lt"/>
              <a:ea typeface="+mj-lt"/>
              <a:cs typeface="+mj-lt"/>
            </a:endParaRPr>
          </a:p>
        </p:txBody>
      </p:sp>
      <p:sp>
        <p:nvSpPr>
          <p:cNvPr id="11" name="Rectangle 9"/>
          <p:cNvSpPr>
            <a:spLocks noChangeArrowheads="1"/>
          </p:cNvSpPr>
          <p:nvPr/>
        </p:nvSpPr>
        <p:spPr bwMode="auto">
          <a:xfrm>
            <a:off x="1206093" y="4343200"/>
            <a:ext cx="9528175" cy="30163"/>
          </a:xfrm>
          <a:prstGeom prst="rect">
            <a:avLst/>
          </a:prstGeom>
          <a:solidFill>
            <a:srgbClr val="036EB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10"/>
          <p:cNvSpPr/>
          <p:nvPr/>
        </p:nvSpPr>
        <p:spPr bwMode="auto">
          <a:xfrm>
            <a:off x="939393" y="428763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11"/>
          <p:cNvSpPr>
            <a:spLocks noEditPoints="1"/>
          </p:cNvSpPr>
          <p:nvPr/>
        </p:nvSpPr>
        <p:spPr bwMode="auto">
          <a:xfrm>
            <a:off x="901293" y="4276525"/>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1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1"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12"/>
          <p:cNvSpPr/>
          <p:nvPr/>
        </p:nvSpPr>
        <p:spPr bwMode="auto">
          <a:xfrm>
            <a:off x="1299756"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13"/>
          <p:cNvSpPr/>
          <p:nvPr/>
        </p:nvSpPr>
        <p:spPr bwMode="auto">
          <a:xfrm>
            <a:off x="1563281" y="428287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4"/>
          <p:cNvSpPr/>
          <p:nvPr/>
        </p:nvSpPr>
        <p:spPr bwMode="auto">
          <a:xfrm>
            <a:off x="1822043" y="428287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5"/>
          <p:cNvSpPr/>
          <p:nvPr/>
        </p:nvSpPr>
        <p:spPr bwMode="auto">
          <a:xfrm>
            <a:off x="2080806" y="4282875"/>
            <a:ext cx="220662" cy="147638"/>
          </a:xfrm>
          <a:custGeom>
            <a:avLst/>
            <a:gdLst>
              <a:gd name="T0" fmla="*/ 19 w 139"/>
              <a:gd name="T1" fmla="*/ 93 h 93"/>
              <a:gd name="T2" fmla="*/ 0 w 139"/>
              <a:gd name="T3" fmla="*/ 93 h 93"/>
              <a:gd name="T4" fmla="*/ 121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1"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16"/>
          <p:cNvSpPr/>
          <p:nvPr/>
        </p:nvSpPr>
        <p:spPr bwMode="auto">
          <a:xfrm>
            <a:off x="2301468" y="4287637"/>
            <a:ext cx="420687" cy="127000"/>
          </a:xfrm>
          <a:custGeom>
            <a:avLst/>
            <a:gdLst>
              <a:gd name="T0" fmla="*/ 100 w 112"/>
              <a:gd name="T1" fmla="*/ 17 h 34"/>
              <a:gd name="T2" fmla="*/ 34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4"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7"/>
          <p:cNvSpPr>
            <a:spLocks noEditPoints="1"/>
          </p:cNvSpPr>
          <p:nvPr/>
        </p:nvSpPr>
        <p:spPr bwMode="auto">
          <a:xfrm>
            <a:off x="2260193" y="4276525"/>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3"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8"/>
          <p:cNvSpPr/>
          <p:nvPr/>
        </p:nvSpPr>
        <p:spPr bwMode="auto">
          <a:xfrm>
            <a:off x="2663418" y="428287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9"/>
          <p:cNvSpPr/>
          <p:nvPr/>
        </p:nvSpPr>
        <p:spPr bwMode="auto">
          <a:xfrm>
            <a:off x="2922181" y="4282875"/>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20"/>
          <p:cNvSpPr/>
          <p:nvPr/>
        </p:nvSpPr>
        <p:spPr bwMode="auto">
          <a:xfrm>
            <a:off x="3184118" y="4282875"/>
            <a:ext cx="217487" cy="147638"/>
          </a:xfrm>
          <a:custGeom>
            <a:avLst/>
            <a:gdLst>
              <a:gd name="T0" fmla="*/ 17 w 137"/>
              <a:gd name="T1" fmla="*/ 93 h 93"/>
              <a:gd name="T2" fmla="*/ 0 w 137"/>
              <a:gd name="T3" fmla="*/ 93 h 93"/>
              <a:gd name="T4" fmla="*/ 118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8"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21"/>
          <p:cNvSpPr/>
          <p:nvPr/>
        </p:nvSpPr>
        <p:spPr bwMode="auto">
          <a:xfrm>
            <a:off x="3442881" y="4282875"/>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22"/>
          <p:cNvSpPr/>
          <p:nvPr/>
        </p:nvSpPr>
        <p:spPr bwMode="auto">
          <a:xfrm>
            <a:off x="3661956" y="428763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a:spLocks noEditPoints="1"/>
          </p:cNvSpPr>
          <p:nvPr/>
        </p:nvSpPr>
        <p:spPr bwMode="auto">
          <a:xfrm>
            <a:off x="3623856" y="427652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4025493" y="4282875"/>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4284256"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26"/>
          <p:cNvSpPr/>
          <p:nvPr/>
        </p:nvSpPr>
        <p:spPr bwMode="auto">
          <a:xfrm>
            <a:off x="4543018"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27"/>
          <p:cNvSpPr/>
          <p:nvPr/>
        </p:nvSpPr>
        <p:spPr bwMode="auto">
          <a:xfrm>
            <a:off x="4803368" y="428287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28"/>
          <p:cNvSpPr/>
          <p:nvPr/>
        </p:nvSpPr>
        <p:spPr bwMode="auto">
          <a:xfrm>
            <a:off x="5024031" y="428763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9"/>
          <p:cNvSpPr>
            <a:spLocks noEditPoints="1"/>
          </p:cNvSpPr>
          <p:nvPr/>
        </p:nvSpPr>
        <p:spPr bwMode="auto">
          <a:xfrm>
            <a:off x="4985931" y="4276525"/>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30"/>
          <p:cNvSpPr/>
          <p:nvPr/>
        </p:nvSpPr>
        <p:spPr bwMode="auto">
          <a:xfrm>
            <a:off x="5384393"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31"/>
          <p:cNvSpPr/>
          <p:nvPr/>
        </p:nvSpPr>
        <p:spPr bwMode="auto">
          <a:xfrm>
            <a:off x="5647918" y="428287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32"/>
          <p:cNvSpPr/>
          <p:nvPr/>
        </p:nvSpPr>
        <p:spPr bwMode="auto">
          <a:xfrm>
            <a:off x="5906681" y="428287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33"/>
          <p:cNvSpPr/>
          <p:nvPr/>
        </p:nvSpPr>
        <p:spPr bwMode="auto">
          <a:xfrm>
            <a:off x="6165443"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34"/>
          <p:cNvSpPr/>
          <p:nvPr/>
        </p:nvSpPr>
        <p:spPr bwMode="auto">
          <a:xfrm>
            <a:off x="6387693" y="4287637"/>
            <a:ext cx="419100" cy="127000"/>
          </a:xfrm>
          <a:custGeom>
            <a:avLst/>
            <a:gdLst>
              <a:gd name="T0" fmla="*/ 100 w 112"/>
              <a:gd name="T1" fmla="*/ 17 h 34"/>
              <a:gd name="T2" fmla="*/ 33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3"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35"/>
          <p:cNvSpPr>
            <a:spLocks noEditPoints="1"/>
          </p:cNvSpPr>
          <p:nvPr/>
        </p:nvSpPr>
        <p:spPr bwMode="auto">
          <a:xfrm>
            <a:off x="6344831" y="4276525"/>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2"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36"/>
          <p:cNvSpPr/>
          <p:nvPr/>
        </p:nvSpPr>
        <p:spPr bwMode="auto">
          <a:xfrm>
            <a:off x="6748056" y="428287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68" name="Freeform 37"/>
          <p:cNvSpPr/>
          <p:nvPr/>
        </p:nvSpPr>
        <p:spPr bwMode="auto">
          <a:xfrm>
            <a:off x="7006818" y="4282875"/>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0" name="Freeform 38"/>
          <p:cNvSpPr/>
          <p:nvPr/>
        </p:nvSpPr>
        <p:spPr bwMode="auto">
          <a:xfrm>
            <a:off x="7268756" y="4282875"/>
            <a:ext cx="217487" cy="147638"/>
          </a:xfrm>
          <a:custGeom>
            <a:avLst/>
            <a:gdLst>
              <a:gd name="T0" fmla="*/ 17 w 137"/>
              <a:gd name="T1" fmla="*/ 93 h 93"/>
              <a:gd name="T2" fmla="*/ 0 w 137"/>
              <a:gd name="T3" fmla="*/ 93 h 93"/>
              <a:gd name="T4" fmla="*/ 119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9"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1" name="Freeform 39"/>
          <p:cNvSpPr/>
          <p:nvPr/>
        </p:nvSpPr>
        <p:spPr bwMode="auto">
          <a:xfrm>
            <a:off x="7527518" y="4282875"/>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2" name="Freeform 40"/>
          <p:cNvSpPr/>
          <p:nvPr/>
        </p:nvSpPr>
        <p:spPr bwMode="auto">
          <a:xfrm>
            <a:off x="7746593" y="428763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3" name="Freeform 41"/>
          <p:cNvSpPr>
            <a:spLocks noEditPoints="1"/>
          </p:cNvSpPr>
          <p:nvPr/>
        </p:nvSpPr>
        <p:spPr bwMode="auto">
          <a:xfrm>
            <a:off x="7708493" y="427652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4" name="Freeform 42"/>
          <p:cNvSpPr/>
          <p:nvPr/>
        </p:nvSpPr>
        <p:spPr bwMode="auto">
          <a:xfrm>
            <a:off x="8110131" y="4282875"/>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5" name="Freeform 43"/>
          <p:cNvSpPr/>
          <p:nvPr/>
        </p:nvSpPr>
        <p:spPr bwMode="auto">
          <a:xfrm>
            <a:off x="8368893"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6" name="Freeform 44"/>
          <p:cNvSpPr/>
          <p:nvPr/>
        </p:nvSpPr>
        <p:spPr bwMode="auto">
          <a:xfrm>
            <a:off x="8627656"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7" name="Freeform 45"/>
          <p:cNvSpPr/>
          <p:nvPr/>
        </p:nvSpPr>
        <p:spPr bwMode="auto">
          <a:xfrm>
            <a:off x="8888006" y="428287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8" name="Freeform 46"/>
          <p:cNvSpPr/>
          <p:nvPr/>
        </p:nvSpPr>
        <p:spPr bwMode="auto">
          <a:xfrm>
            <a:off x="9108668" y="428763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9" name="Freeform 47"/>
          <p:cNvSpPr>
            <a:spLocks noEditPoints="1"/>
          </p:cNvSpPr>
          <p:nvPr/>
        </p:nvSpPr>
        <p:spPr bwMode="auto">
          <a:xfrm>
            <a:off x="9065376" y="4263824"/>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0" name="Freeform 48"/>
          <p:cNvSpPr/>
          <p:nvPr/>
        </p:nvSpPr>
        <p:spPr bwMode="auto">
          <a:xfrm>
            <a:off x="9469031"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1" name="Freeform 49"/>
          <p:cNvSpPr/>
          <p:nvPr/>
        </p:nvSpPr>
        <p:spPr bwMode="auto">
          <a:xfrm>
            <a:off x="9732556" y="428287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2" name="Freeform 50"/>
          <p:cNvSpPr/>
          <p:nvPr/>
        </p:nvSpPr>
        <p:spPr bwMode="auto">
          <a:xfrm>
            <a:off x="9991318" y="428287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3" name="Freeform 51"/>
          <p:cNvSpPr/>
          <p:nvPr/>
        </p:nvSpPr>
        <p:spPr bwMode="auto">
          <a:xfrm>
            <a:off x="10250081" y="428287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4" name="Freeform 52"/>
          <p:cNvSpPr/>
          <p:nvPr/>
        </p:nvSpPr>
        <p:spPr bwMode="auto">
          <a:xfrm>
            <a:off x="10472331" y="428763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5" name="Freeform 53"/>
          <p:cNvSpPr>
            <a:spLocks noEditPoints="1"/>
          </p:cNvSpPr>
          <p:nvPr/>
        </p:nvSpPr>
        <p:spPr bwMode="auto">
          <a:xfrm>
            <a:off x="10434231" y="427652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6" name="Oval 54"/>
          <p:cNvSpPr>
            <a:spLocks noChangeArrowheads="1"/>
          </p:cNvSpPr>
          <p:nvPr/>
        </p:nvSpPr>
        <p:spPr bwMode="auto">
          <a:xfrm>
            <a:off x="635345" y="2998436"/>
            <a:ext cx="1106424" cy="1099134"/>
          </a:xfrm>
          <a:prstGeom prst="ellipse">
            <a:avLst/>
          </a:prstGeo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7" name="Freeform 55"/>
          <p:cNvSpPr/>
          <p:nvPr/>
        </p:nvSpPr>
        <p:spPr bwMode="auto">
          <a:xfrm>
            <a:off x="1044168" y="3908225"/>
            <a:ext cx="236537" cy="404813"/>
          </a:xfrm>
          <a:custGeom>
            <a:avLst/>
            <a:gdLst>
              <a:gd name="T0" fmla="*/ 0 w 149"/>
              <a:gd name="T1" fmla="*/ 0 h 255"/>
              <a:gd name="T2" fmla="*/ 149 w 149"/>
              <a:gd name="T3" fmla="*/ 0 h 255"/>
              <a:gd name="T4" fmla="*/ 74 w 149"/>
              <a:gd name="T5" fmla="*/ 255 h 255"/>
              <a:gd name="T6" fmla="*/ 0 w 149"/>
              <a:gd name="T7" fmla="*/ 0 h 255"/>
            </a:gdLst>
            <a:ahLst/>
            <a:cxnLst>
              <a:cxn ang="0">
                <a:pos x="T0" y="T1"/>
              </a:cxn>
              <a:cxn ang="0">
                <a:pos x="T2" y="T3"/>
              </a:cxn>
              <a:cxn ang="0">
                <a:pos x="T4" y="T5"/>
              </a:cxn>
              <a:cxn ang="0">
                <a:pos x="T6" y="T7"/>
              </a:cxn>
            </a:cxnLst>
            <a:rect l="0" t="0" r="r" b="b"/>
            <a:pathLst>
              <a:path w="149" h="255">
                <a:moveTo>
                  <a:pt x="0" y="0"/>
                </a:moveTo>
                <a:lnTo>
                  <a:pt x="149" y="0"/>
                </a:lnTo>
                <a:lnTo>
                  <a:pt x="74" y="255"/>
                </a:lnTo>
                <a:lnTo>
                  <a:pt x="0" y="0"/>
                </a:lnTo>
                <a:close/>
              </a:path>
            </a:pathLst>
          </a:custGeom>
          <a:solidFill>
            <a:srgbClr val="39AC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188" name="组合 7187"/>
          <p:cNvGrpSpPr/>
          <p:nvPr/>
        </p:nvGrpSpPr>
        <p:grpSpPr>
          <a:xfrm>
            <a:off x="2143309" y="435113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191" name="组合 7190"/>
          <p:cNvGrpSpPr/>
          <p:nvPr/>
        </p:nvGrpSpPr>
        <p:grpSpPr>
          <a:xfrm>
            <a:off x="3525431" y="343346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14"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15"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195" name="文本框 110"/>
          <p:cNvSpPr txBox="1"/>
          <p:nvPr/>
        </p:nvSpPr>
        <p:spPr>
          <a:xfrm>
            <a:off x="604112" y="3139459"/>
            <a:ext cx="1188146" cy="73866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rPr>
              <a:t>每年</a:t>
            </a:r>
            <a:r>
              <a:rPr lang="en-US" altLang="zh-CN" sz="1400" dirty="0">
                <a:latin typeface="黑体" panose="02010609060101010101" charset="-122"/>
                <a:ea typeface="黑体" panose="02010609060101010101" charset="-122"/>
              </a:rPr>
              <a:t>11</a:t>
            </a:r>
            <a:r>
              <a:rPr lang="zh-CN" altLang="en-US" sz="1400" dirty="0">
                <a:latin typeface="黑体" panose="02010609060101010101" charset="-122"/>
                <a:ea typeface="黑体" panose="02010609060101010101" charset="-122"/>
              </a:rPr>
              <a:t>月</a:t>
            </a:r>
            <a:endParaRPr lang="en-US" altLang="zh-CN" sz="1400" dirty="0">
              <a:latin typeface="黑体" panose="02010609060101010101" charset="-122"/>
              <a:ea typeface="黑体" panose="02010609060101010101" charset="-122"/>
            </a:endParaRPr>
          </a:p>
          <a:p>
            <a:pPr algn="ctr"/>
            <a:r>
              <a:rPr lang="zh-CN" altLang="en-US" sz="1400" dirty="0">
                <a:latin typeface="黑体" panose="02010609060101010101" charset="-122"/>
                <a:ea typeface="黑体" panose="02010609060101010101" charset="-122"/>
              </a:rPr>
              <a:t>第</a:t>
            </a:r>
            <a:r>
              <a:rPr lang="en-US" altLang="zh-CN" sz="1400" dirty="0">
                <a:latin typeface="黑体" panose="02010609060101010101" charset="-122"/>
                <a:ea typeface="黑体" panose="02010609060101010101" charset="-122"/>
              </a:rPr>
              <a:t>1</a:t>
            </a:r>
            <a:r>
              <a:rPr lang="zh-CN" altLang="en-US" sz="1400" dirty="0">
                <a:latin typeface="黑体" panose="02010609060101010101" charset="-122"/>
                <a:ea typeface="黑体" panose="02010609060101010101" charset="-122"/>
              </a:rPr>
              <a:t>个工作日</a:t>
            </a:r>
            <a:endParaRPr lang="en-US" altLang="zh-CN" sz="1400" dirty="0">
              <a:latin typeface="黑体" panose="02010609060101010101" charset="-122"/>
              <a:ea typeface="黑体" panose="02010609060101010101" charset="-122"/>
            </a:endParaRPr>
          </a:p>
          <a:p>
            <a:pPr algn="ctr"/>
            <a:r>
              <a:rPr lang="en-US" altLang="zh-CN" sz="1400" dirty="0">
                <a:latin typeface="黑体" panose="02010609060101010101" charset="-122"/>
                <a:ea typeface="黑体" panose="02010609060101010101" charset="-122"/>
              </a:rPr>
              <a:t>16:00</a:t>
            </a:r>
            <a:r>
              <a:rPr lang="zh-CN" altLang="en-US" sz="1400" dirty="0">
                <a:latin typeface="黑体" panose="02010609060101010101" charset="-122"/>
                <a:ea typeface="黑体" panose="02010609060101010101" charset="-122"/>
              </a:rPr>
              <a:t>前</a:t>
            </a:r>
            <a:endParaRPr lang="zh-CN" altLang="en-US" sz="1400" dirty="0">
              <a:latin typeface="黑体" panose="02010609060101010101" charset="-122"/>
              <a:ea typeface="黑体" panose="02010609060101010101" charset="-122"/>
            </a:endParaRPr>
          </a:p>
        </p:txBody>
      </p:sp>
      <p:sp>
        <p:nvSpPr>
          <p:cNvPr id="7196" name="文本框 112"/>
          <p:cNvSpPr txBox="1"/>
          <p:nvPr/>
        </p:nvSpPr>
        <p:spPr>
          <a:xfrm>
            <a:off x="23495" y="2212340"/>
            <a:ext cx="3119755" cy="902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北京电力交易中心发布次年年度市场交易公告</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包括多通道集中竞价等定期开市交易日期</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年度交易开市</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7" name="文本框 114"/>
          <p:cNvSpPr txBox="1"/>
          <p:nvPr/>
        </p:nvSpPr>
        <p:spPr>
          <a:xfrm>
            <a:off x="840105" y="5304790"/>
            <a:ext cx="2966085" cy="12712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经营主体完成双边、挂牌</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要约填报及提交</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，电量、电力曲线应不超过通道限额。北京电力交易中心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3个工作日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内反馈受理结果。</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8" name="文本框 116"/>
          <p:cNvSpPr txBox="1"/>
          <p:nvPr/>
        </p:nvSpPr>
        <p:spPr>
          <a:xfrm>
            <a:off x="3215677" y="2742533"/>
            <a:ext cx="2084101"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北京电力交易中心集中发布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受理通过的要约</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199" name="文本框 117"/>
          <p:cNvSpPr txBox="1"/>
          <p:nvPr/>
        </p:nvSpPr>
        <p:spPr>
          <a:xfrm>
            <a:off x="6455956" y="5306692"/>
            <a:ext cx="2856518"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完成安全校核</a:t>
            </a:r>
            <a:r>
              <a:rPr lang="zh-CN" altLang="en-US" sz="1400" dirty="0">
                <a:solidFill>
                  <a:schemeClr val="tx1">
                    <a:lumMod val="65000"/>
                    <a:lumOff val="35000"/>
                  </a:schemeClr>
                </a:solidFill>
                <a:latin typeface="黑体" panose="02010609060101010101" charset="-122"/>
                <a:ea typeface="黑体" panose="02010609060101010101" charset="-122"/>
              </a:rPr>
              <a:t>，并将校核结果及原因返回至北京电力交易中心。</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校核未通过的，北京电力交易中心调减后再次提交国调安全校核，直至安全校核通过。</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0" name="文本框 118"/>
          <p:cNvSpPr txBox="1"/>
          <p:nvPr/>
        </p:nvSpPr>
        <p:spPr>
          <a:xfrm>
            <a:off x="5447893" y="2253844"/>
            <a:ext cx="2530476" cy="12712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预成交结果</a:t>
            </a:r>
            <a:r>
              <a:rPr lang="zh-CN" altLang="en-US" sz="1400" dirty="0">
                <a:solidFill>
                  <a:schemeClr val="tx1">
                    <a:lumMod val="65000"/>
                    <a:lumOff val="35000"/>
                  </a:schemeClr>
                </a:solidFill>
                <a:latin typeface="黑体" panose="02010609060101010101" charset="-122"/>
                <a:ea typeface="黑体" panose="02010609060101010101" charset="-122"/>
              </a:rPr>
              <a:t>，汇总后的全部年度交易预成交结果提交国调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安全校核</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1" name="文本框 119"/>
          <p:cNvSpPr txBox="1"/>
          <p:nvPr/>
        </p:nvSpPr>
        <p:spPr>
          <a:xfrm>
            <a:off x="8368665" y="2742565"/>
            <a:ext cx="3043555"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成交结果</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国调发布安全校核情况及原因。</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4" name="文本框 133"/>
          <p:cNvSpPr txBox="1"/>
          <p:nvPr/>
        </p:nvSpPr>
        <p:spPr>
          <a:xfrm>
            <a:off x="3549448" y="3525033"/>
            <a:ext cx="78325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a:t>
            </a:r>
            <a:endParaRPr lang="en-US" altLang="zh-CN" sz="1400" dirty="0">
              <a:latin typeface="黑体" panose="02010609060101010101" charset="-122"/>
              <a:ea typeface="黑体" panose="02010609060101010101" charset="-122"/>
              <a:cs typeface="Arial Unicode MS" panose="020B0604020202020204" charset="-122"/>
            </a:endParaRPr>
          </a:p>
          <a:p>
            <a:r>
              <a:rPr lang="zh-CN" altLang="en-US" sz="1400" dirty="0">
                <a:latin typeface="黑体" panose="02010609060101010101" charset="-122"/>
                <a:ea typeface="黑体" panose="02010609060101010101" charset="-122"/>
                <a:cs typeface="Arial Unicode MS" panose="020B0604020202020204" charset="-122"/>
              </a:rPr>
              <a:t>中旬末</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7207" name="文本框 136"/>
          <p:cNvSpPr txBox="1"/>
          <p:nvPr/>
        </p:nvSpPr>
        <p:spPr>
          <a:xfrm>
            <a:off x="2218182" y="4658334"/>
            <a:ext cx="596898"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a:t>
            </a:r>
            <a:endParaRPr lang="en-US" altLang="zh-CN" sz="1400" dirty="0">
              <a:latin typeface="黑体" panose="02010609060101010101" charset="-122"/>
              <a:ea typeface="黑体" panose="02010609060101010101" charset="-122"/>
              <a:cs typeface="Arial Unicode MS" panose="020B0604020202020204" charset="-122"/>
            </a:endParaRPr>
          </a:p>
          <a:p>
            <a:r>
              <a:rPr lang="zh-CN" altLang="en-US" sz="1400" dirty="0">
                <a:latin typeface="黑体" panose="02010609060101010101" charset="-122"/>
                <a:ea typeface="黑体" panose="02010609060101010101" charset="-122"/>
                <a:cs typeface="Arial Unicode MS" panose="020B0604020202020204" charset="-122"/>
              </a:rPr>
              <a:t>中旬</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7226" name="组合 7225"/>
          <p:cNvGrpSpPr/>
          <p:nvPr/>
        </p:nvGrpSpPr>
        <p:grpSpPr>
          <a:xfrm>
            <a:off x="4865281" y="435113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7"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8"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 name="文本框 136"/>
          <p:cNvSpPr txBox="1"/>
          <p:nvPr/>
        </p:nvSpPr>
        <p:spPr>
          <a:xfrm>
            <a:off x="4892693" y="4741840"/>
            <a:ext cx="1540984"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月底</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9" name="文本框 116"/>
          <p:cNvSpPr txBox="1"/>
          <p:nvPr/>
        </p:nvSpPr>
        <p:spPr>
          <a:xfrm>
            <a:off x="4308853" y="5304534"/>
            <a:ext cx="2007205" cy="6076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经营主体在规定时间内完成</a:t>
            </a:r>
            <a:r>
              <a:rPr lang="zh-CN" altLang="en-US" sz="1400" b="1" noProof="0" dirty="0">
                <a:solidFill>
                  <a:schemeClr val="accent5"/>
                </a:solidFill>
                <a:latin typeface="黑体" panose="02010609060101010101" charset="-122"/>
                <a:ea typeface="黑体" panose="02010609060101010101" charset="-122"/>
                <a:cs typeface="微软雅黑" panose="020B0503020204020204" pitchFamily="34" charset="-122"/>
                <a:sym typeface="+mn-ea"/>
              </a:rPr>
              <a:t>交易申报</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grpSp>
        <p:nvGrpSpPr>
          <p:cNvPr id="10" name="组合 9"/>
          <p:cNvGrpSpPr/>
          <p:nvPr/>
        </p:nvGrpSpPr>
        <p:grpSpPr>
          <a:xfrm>
            <a:off x="6238468" y="343346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5"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文本框 133"/>
          <p:cNvSpPr txBox="1"/>
          <p:nvPr/>
        </p:nvSpPr>
        <p:spPr>
          <a:xfrm>
            <a:off x="6227355" y="3639174"/>
            <a:ext cx="78325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12</a:t>
            </a:r>
            <a:r>
              <a:rPr lang="zh-CN" altLang="en-US" sz="1400" dirty="0">
                <a:latin typeface="黑体" panose="02010609060101010101" charset="-122"/>
                <a:ea typeface="黑体" panose="02010609060101010101" charset="-122"/>
                <a:cs typeface="Arial Unicode MS" panose="020B0604020202020204" charset="-122"/>
              </a:rPr>
              <a:t>月初</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31" name="组合 30"/>
          <p:cNvGrpSpPr/>
          <p:nvPr/>
        </p:nvGrpSpPr>
        <p:grpSpPr>
          <a:xfrm>
            <a:off x="7589416" y="435113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32"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3"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4" name="文本框 136"/>
          <p:cNvSpPr txBox="1"/>
          <p:nvPr/>
        </p:nvSpPr>
        <p:spPr>
          <a:xfrm>
            <a:off x="7244135" y="4552152"/>
            <a:ext cx="1458930"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国调收到后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altLang="zh-CN" sz="1400" dirty="0">
                <a:latin typeface="黑体" panose="02010609060101010101" charset="-122"/>
                <a:ea typeface="黑体" panose="02010609060101010101" charset="-122"/>
                <a:cs typeface="Arial Unicode MS" panose="020B0604020202020204" charset="-122"/>
              </a:rPr>
              <a:t>5</a:t>
            </a:r>
            <a:r>
              <a:rPr lang="zh-CN" altLang="en-US" sz="1400" dirty="0">
                <a:latin typeface="黑体" panose="02010609060101010101" charset="-122"/>
                <a:ea typeface="黑体" panose="02010609060101010101" charset="-122"/>
                <a:cs typeface="Arial Unicode MS" panose="020B0604020202020204" charset="-122"/>
              </a:rPr>
              <a:t>个工作日 </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39" name="组合 38"/>
          <p:cNvGrpSpPr/>
          <p:nvPr/>
        </p:nvGrpSpPr>
        <p:grpSpPr>
          <a:xfrm>
            <a:off x="8957710" y="343346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0"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2" name="文本框 133"/>
          <p:cNvSpPr txBox="1"/>
          <p:nvPr/>
        </p:nvSpPr>
        <p:spPr>
          <a:xfrm>
            <a:off x="8562214" y="3449606"/>
            <a:ext cx="1474520"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返回校核意见后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sz="1400" dirty="0">
                <a:latin typeface="黑体" panose="02010609060101010101" charset="-122"/>
                <a:ea typeface="黑体" panose="02010609060101010101" charset="-122"/>
                <a:cs typeface="Arial Unicode MS" panose="020B0604020202020204" charset="-122"/>
              </a:rPr>
              <a:t>3</a:t>
            </a:r>
            <a:r>
              <a:rPr lang="zh-CN" altLang="en-US" sz="1400" dirty="0">
                <a:latin typeface="黑体" panose="02010609060101010101" charset="-122"/>
                <a:ea typeface="黑体" panose="02010609060101010101" charset="-122"/>
                <a:cs typeface="Arial Unicode MS" panose="020B0604020202020204" charset="-122"/>
              </a:rPr>
              <a:t>个工作日</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43" name="组合 42"/>
          <p:cNvGrpSpPr/>
          <p:nvPr/>
        </p:nvGrpSpPr>
        <p:grpSpPr>
          <a:xfrm>
            <a:off x="10293553" y="4345372"/>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6" name="文本框 136"/>
          <p:cNvSpPr txBox="1"/>
          <p:nvPr/>
        </p:nvSpPr>
        <p:spPr>
          <a:xfrm>
            <a:off x="10114757" y="4648653"/>
            <a:ext cx="1239021"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结果发布后</a:t>
            </a:r>
            <a:endParaRPr lang="en-US" altLang="zh-CN" sz="1400" dirty="0">
              <a:latin typeface="黑体" panose="02010609060101010101" charset="-122"/>
              <a:ea typeface="黑体" panose="02010609060101010101" charset="-122"/>
              <a:cs typeface="Arial Unicode MS" panose="020B0604020202020204" charset="-122"/>
            </a:endParaRPr>
          </a:p>
          <a:p>
            <a:r>
              <a:rPr lang="en-US" altLang="zh-CN" sz="1400" dirty="0">
                <a:latin typeface="黑体" panose="02010609060101010101" charset="-122"/>
                <a:ea typeface="黑体" panose="02010609060101010101" charset="-122"/>
                <a:cs typeface="Arial Unicode MS" panose="020B0604020202020204" charset="-122"/>
              </a:rPr>
              <a:t>1</a:t>
            </a:r>
            <a:r>
              <a:rPr lang="zh-CN" altLang="en-US" sz="1400" dirty="0">
                <a:latin typeface="黑体" panose="02010609060101010101" charset="-122"/>
                <a:ea typeface="黑体" panose="02010609060101010101" charset="-122"/>
                <a:cs typeface="Arial Unicode MS" panose="020B0604020202020204" charset="-122"/>
              </a:rPr>
              <a:t>个工作日内</a:t>
            </a:r>
            <a:endParaRPr lang="en-US" altLang="zh-CN" sz="1400" dirty="0">
              <a:latin typeface="黑体" panose="02010609060101010101" charset="-122"/>
              <a:ea typeface="黑体" panose="02010609060101010101" charset="-122"/>
              <a:cs typeface="Arial Unicode MS" panose="020B0604020202020204" charset="-122"/>
            </a:endParaRPr>
          </a:p>
        </p:txBody>
      </p:sp>
      <p:sp>
        <p:nvSpPr>
          <p:cNvPr id="47" name="文本框 119"/>
          <p:cNvSpPr txBox="1"/>
          <p:nvPr/>
        </p:nvSpPr>
        <p:spPr>
          <a:xfrm>
            <a:off x="9708419" y="5304534"/>
            <a:ext cx="2326831"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经营主体对交易结果有异议的</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 向北京电力交易中心提出</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由北京电力交易中心会同国调在</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1个工作日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内给予解释。</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191135" y="782320"/>
            <a:ext cx="11343640" cy="1430020"/>
          </a:xfrm>
          <a:prstGeom prst="rect">
            <a:avLst/>
          </a:prstGeom>
          <a:noFill/>
        </p:spPr>
        <p:txBody>
          <a:bodyPr wrap="square" rtlCol="0">
            <a:spAutoFit/>
          </a:bodyPr>
          <a:p>
            <a:pPr marL="342900" lvl="0" indent="-342900" algn="l" fontAlgn="base">
              <a:lnSpc>
                <a:spcPts val="3480"/>
              </a:lnSpc>
              <a:buClrTx/>
              <a:buSzTx/>
              <a:buFont typeface="Arial" panose="020B0604020202020204" pitchFamily="34" charset="0"/>
              <a:buChar char="•"/>
            </a:pPr>
            <a:r>
              <a:rPr lang="zh-CN" altLang="en-US" sz="2000" dirty="0">
                <a:latin typeface="黑体" panose="02010609060101010101" charset="-122"/>
                <a:ea typeface="黑体" panose="02010609060101010101" charset="-122"/>
              </a:rPr>
              <a:t>调度机构通过交易平台提供次年</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主要输电设备停电检修计划</a:t>
            </a:r>
            <a:r>
              <a:rPr lang="zh-CN" altLang="en-US" sz="2000" dirty="0">
                <a:latin typeface="黑体" panose="02010609060101010101" charset="-122"/>
                <a:ea typeface="黑体" panose="02010609060101010101" charset="-122"/>
              </a:rPr>
              <a:t>及</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跨区跨省主要断面、各输电通道的输电限额、可用输电容量</a:t>
            </a:r>
            <a:r>
              <a:rPr lang="zh-CN" altLang="en-US" sz="2000" dirty="0">
                <a:latin typeface="黑体" panose="02010609060101010101" charset="-122"/>
                <a:ea typeface="黑体" panose="02010609060101010101" charset="-122"/>
              </a:rPr>
              <a:t>(ATC)(分解到月、日) 。</a:t>
            </a:r>
            <a:endParaRPr lang="zh-CN" altLang="en-US" sz="2000" dirty="0">
              <a:latin typeface="黑体" panose="02010609060101010101" charset="-122"/>
              <a:ea typeface="黑体" panose="02010609060101010101" charset="-122"/>
            </a:endParaRPr>
          </a:p>
          <a:p>
            <a:pPr marL="342900" indent="-342900" algn="l">
              <a:lnSpc>
                <a:spcPts val="3480"/>
              </a:lnSpc>
              <a:buClrTx/>
              <a:buSzTx/>
              <a:buFont typeface="Arial" panose="020B0604020202020204" pitchFamily="34" charset="0"/>
              <a:buChar char="•"/>
            </a:pPr>
            <a:r>
              <a:rPr lang="zh-CN" sz="2000" dirty="0">
                <a:latin typeface="黑体" panose="02010609060101010101" charset="-122"/>
                <a:ea typeface="黑体" panose="02010609060101010101" charset="-122"/>
              </a:rPr>
              <a:t>市场主体可</a:t>
            </a:r>
            <a:r>
              <a:rPr lang="zh-CN" altLang="en-US" sz="2000" dirty="0">
                <a:latin typeface="黑体" panose="02010609060101010101" charset="-122"/>
                <a:ea typeface="黑体" panose="02010609060101010101" charset="-122"/>
              </a:rPr>
              <a:t>通过电力交易平台查询发布的</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电网输电价格方案</a:t>
            </a:r>
            <a:r>
              <a:rPr lang="zh-CN" altLang="en-US" sz="2000" dirty="0">
                <a:latin typeface="黑体" panose="02010609060101010101" charset="-122"/>
                <a:ea typeface="黑体" panose="02010609060101010101" charset="-122"/>
              </a:rPr>
              <a:t>。</a:t>
            </a:r>
            <a:endParaRPr lang="zh-CN" altLang="en-US" sz="2000" dirty="0">
              <a:latin typeface="黑体" panose="02010609060101010101" charset="-122"/>
              <a:ea typeface="黑体" panose="0201060906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335234"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9.</a:t>
            </a:r>
            <a:r>
              <a:rPr lang="zh-CN" altLang="en-US" sz="2800" b="1" dirty="0">
                <a:latin typeface="+mj-lt"/>
                <a:ea typeface="+mj-lt"/>
                <a:cs typeface="+mj-lt"/>
              </a:rPr>
              <a:t>月度</a:t>
            </a:r>
            <a:r>
              <a:rPr lang="zh-CN" altLang="en-US" sz="2800" b="1" dirty="0">
                <a:latin typeface="+mj-lt"/>
                <a:ea typeface="+mj-lt"/>
                <a:cs typeface="+mj-lt"/>
                <a:sym typeface="+mn-ea"/>
              </a:rPr>
              <a:t>省间中长期</a:t>
            </a:r>
            <a:r>
              <a:rPr lang="zh-CN" altLang="en-US" sz="2800" b="1" dirty="0">
                <a:latin typeface="+mj-lt"/>
                <a:ea typeface="+mj-lt"/>
                <a:cs typeface="+mj-lt"/>
              </a:rPr>
              <a:t>市场</a:t>
            </a:r>
            <a:endParaRPr lang="zh-CN" altLang="en-US" sz="2800" b="1" dirty="0">
              <a:latin typeface="+mj-lt"/>
              <a:ea typeface="+mj-lt"/>
              <a:cs typeface="+mj-lt"/>
            </a:endParaRPr>
          </a:p>
        </p:txBody>
      </p:sp>
      <p:sp>
        <p:nvSpPr>
          <p:cNvPr id="11" name="Rectangle 9"/>
          <p:cNvSpPr>
            <a:spLocks noChangeArrowheads="1"/>
          </p:cNvSpPr>
          <p:nvPr/>
        </p:nvSpPr>
        <p:spPr bwMode="auto">
          <a:xfrm>
            <a:off x="1206093" y="4524881"/>
            <a:ext cx="9528175" cy="30163"/>
          </a:xfrm>
          <a:prstGeom prst="rect">
            <a:avLst/>
          </a:prstGeom>
          <a:solidFill>
            <a:srgbClr val="036EB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10"/>
          <p:cNvSpPr/>
          <p:nvPr/>
        </p:nvSpPr>
        <p:spPr bwMode="auto">
          <a:xfrm>
            <a:off x="939393" y="4469318"/>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11"/>
          <p:cNvSpPr>
            <a:spLocks noEditPoints="1"/>
          </p:cNvSpPr>
          <p:nvPr/>
        </p:nvSpPr>
        <p:spPr bwMode="auto">
          <a:xfrm>
            <a:off x="901293" y="4458206"/>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1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1"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12"/>
          <p:cNvSpPr/>
          <p:nvPr/>
        </p:nvSpPr>
        <p:spPr bwMode="auto">
          <a:xfrm>
            <a:off x="1299756"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13"/>
          <p:cNvSpPr/>
          <p:nvPr/>
        </p:nvSpPr>
        <p:spPr bwMode="auto">
          <a:xfrm>
            <a:off x="1563281" y="4464556"/>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4"/>
          <p:cNvSpPr/>
          <p:nvPr/>
        </p:nvSpPr>
        <p:spPr bwMode="auto">
          <a:xfrm>
            <a:off x="1822043" y="4464556"/>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5"/>
          <p:cNvSpPr/>
          <p:nvPr/>
        </p:nvSpPr>
        <p:spPr bwMode="auto">
          <a:xfrm>
            <a:off x="2080806" y="4464556"/>
            <a:ext cx="220662" cy="147638"/>
          </a:xfrm>
          <a:custGeom>
            <a:avLst/>
            <a:gdLst>
              <a:gd name="T0" fmla="*/ 19 w 139"/>
              <a:gd name="T1" fmla="*/ 93 h 93"/>
              <a:gd name="T2" fmla="*/ 0 w 139"/>
              <a:gd name="T3" fmla="*/ 93 h 93"/>
              <a:gd name="T4" fmla="*/ 121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1"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16"/>
          <p:cNvSpPr/>
          <p:nvPr/>
        </p:nvSpPr>
        <p:spPr bwMode="auto">
          <a:xfrm>
            <a:off x="2301468" y="4469318"/>
            <a:ext cx="420687" cy="127000"/>
          </a:xfrm>
          <a:custGeom>
            <a:avLst/>
            <a:gdLst>
              <a:gd name="T0" fmla="*/ 100 w 112"/>
              <a:gd name="T1" fmla="*/ 17 h 34"/>
              <a:gd name="T2" fmla="*/ 34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4"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7"/>
          <p:cNvSpPr>
            <a:spLocks noEditPoints="1"/>
          </p:cNvSpPr>
          <p:nvPr/>
        </p:nvSpPr>
        <p:spPr bwMode="auto">
          <a:xfrm>
            <a:off x="2260193" y="4458206"/>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3"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8"/>
          <p:cNvSpPr/>
          <p:nvPr/>
        </p:nvSpPr>
        <p:spPr bwMode="auto">
          <a:xfrm>
            <a:off x="2663418" y="4464556"/>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9"/>
          <p:cNvSpPr/>
          <p:nvPr/>
        </p:nvSpPr>
        <p:spPr bwMode="auto">
          <a:xfrm>
            <a:off x="2922181" y="4464556"/>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20"/>
          <p:cNvSpPr/>
          <p:nvPr/>
        </p:nvSpPr>
        <p:spPr bwMode="auto">
          <a:xfrm>
            <a:off x="3184118" y="4464556"/>
            <a:ext cx="217487" cy="147638"/>
          </a:xfrm>
          <a:custGeom>
            <a:avLst/>
            <a:gdLst>
              <a:gd name="T0" fmla="*/ 17 w 137"/>
              <a:gd name="T1" fmla="*/ 93 h 93"/>
              <a:gd name="T2" fmla="*/ 0 w 137"/>
              <a:gd name="T3" fmla="*/ 93 h 93"/>
              <a:gd name="T4" fmla="*/ 118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8"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21"/>
          <p:cNvSpPr/>
          <p:nvPr/>
        </p:nvSpPr>
        <p:spPr bwMode="auto">
          <a:xfrm>
            <a:off x="3442881" y="4464556"/>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22"/>
          <p:cNvSpPr/>
          <p:nvPr/>
        </p:nvSpPr>
        <p:spPr bwMode="auto">
          <a:xfrm>
            <a:off x="3661956" y="4469318"/>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a:spLocks noEditPoints="1"/>
          </p:cNvSpPr>
          <p:nvPr/>
        </p:nvSpPr>
        <p:spPr bwMode="auto">
          <a:xfrm>
            <a:off x="3623856" y="4458206"/>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4025493" y="4464556"/>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4284256"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26"/>
          <p:cNvSpPr/>
          <p:nvPr/>
        </p:nvSpPr>
        <p:spPr bwMode="auto">
          <a:xfrm>
            <a:off x="4543018"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27"/>
          <p:cNvSpPr/>
          <p:nvPr/>
        </p:nvSpPr>
        <p:spPr bwMode="auto">
          <a:xfrm>
            <a:off x="4803368" y="4464556"/>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28"/>
          <p:cNvSpPr/>
          <p:nvPr/>
        </p:nvSpPr>
        <p:spPr bwMode="auto">
          <a:xfrm>
            <a:off x="5024031" y="4469318"/>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9"/>
          <p:cNvSpPr>
            <a:spLocks noEditPoints="1"/>
          </p:cNvSpPr>
          <p:nvPr/>
        </p:nvSpPr>
        <p:spPr bwMode="auto">
          <a:xfrm>
            <a:off x="4985931" y="4458206"/>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30"/>
          <p:cNvSpPr/>
          <p:nvPr/>
        </p:nvSpPr>
        <p:spPr bwMode="auto">
          <a:xfrm>
            <a:off x="5384393"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31"/>
          <p:cNvSpPr/>
          <p:nvPr/>
        </p:nvSpPr>
        <p:spPr bwMode="auto">
          <a:xfrm>
            <a:off x="5647918" y="4464556"/>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32"/>
          <p:cNvSpPr/>
          <p:nvPr/>
        </p:nvSpPr>
        <p:spPr bwMode="auto">
          <a:xfrm>
            <a:off x="5906681" y="4464556"/>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33"/>
          <p:cNvSpPr/>
          <p:nvPr/>
        </p:nvSpPr>
        <p:spPr bwMode="auto">
          <a:xfrm>
            <a:off x="6165443"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34"/>
          <p:cNvSpPr/>
          <p:nvPr/>
        </p:nvSpPr>
        <p:spPr bwMode="auto">
          <a:xfrm>
            <a:off x="6387693" y="4469318"/>
            <a:ext cx="419100" cy="127000"/>
          </a:xfrm>
          <a:custGeom>
            <a:avLst/>
            <a:gdLst>
              <a:gd name="T0" fmla="*/ 100 w 112"/>
              <a:gd name="T1" fmla="*/ 17 h 34"/>
              <a:gd name="T2" fmla="*/ 33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3"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35"/>
          <p:cNvSpPr>
            <a:spLocks noEditPoints="1"/>
          </p:cNvSpPr>
          <p:nvPr/>
        </p:nvSpPr>
        <p:spPr bwMode="auto">
          <a:xfrm>
            <a:off x="6344831" y="4458206"/>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2"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36"/>
          <p:cNvSpPr/>
          <p:nvPr/>
        </p:nvSpPr>
        <p:spPr bwMode="auto">
          <a:xfrm>
            <a:off x="6748056" y="4464556"/>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68" name="Freeform 37"/>
          <p:cNvSpPr/>
          <p:nvPr/>
        </p:nvSpPr>
        <p:spPr bwMode="auto">
          <a:xfrm>
            <a:off x="7006818" y="4464556"/>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0" name="Freeform 38"/>
          <p:cNvSpPr/>
          <p:nvPr/>
        </p:nvSpPr>
        <p:spPr bwMode="auto">
          <a:xfrm>
            <a:off x="7268756" y="4464556"/>
            <a:ext cx="217487" cy="147638"/>
          </a:xfrm>
          <a:custGeom>
            <a:avLst/>
            <a:gdLst>
              <a:gd name="T0" fmla="*/ 17 w 137"/>
              <a:gd name="T1" fmla="*/ 93 h 93"/>
              <a:gd name="T2" fmla="*/ 0 w 137"/>
              <a:gd name="T3" fmla="*/ 93 h 93"/>
              <a:gd name="T4" fmla="*/ 119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9"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1" name="Freeform 39"/>
          <p:cNvSpPr/>
          <p:nvPr/>
        </p:nvSpPr>
        <p:spPr bwMode="auto">
          <a:xfrm>
            <a:off x="7527518" y="4464556"/>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2" name="Freeform 40"/>
          <p:cNvSpPr/>
          <p:nvPr/>
        </p:nvSpPr>
        <p:spPr bwMode="auto">
          <a:xfrm>
            <a:off x="7746593" y="4469318"/>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3" name="Freeform 41"/>
          <p:cNvSpPr>
            <a:spLocks noEditPoints="1"/>
          </p:cNvSpPr>
          <p:nvPr/>
        </p:nvSpPr>
        <p:spPr bwMode="auto">
          <a:xfrm>
            <a:off x="7708493" y="4458206"/>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4" name="Freeform 42"/>
          <p:cNvSpPr/>
          <p:nvPr/>
        </p:nvSpPr>
        <p:spPr bwMode="auto">
          <a:xfrm>
            <a:off x="8110131" y="4464556"/>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5" name="Freeform 43"/>
          <p:cNvSpPr/>
          <p:nvPr/>
        </p:nvSpPr>
        <p:spPr bwMode="auto">
          <a:xfrm>
            <a:off x="8368893"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6" name="Freeform 44"/>
          <p:cNvSpPr/>
          <p:nvPr/>
        </p:nvSpPr>
        <p:spPr bwMode="auto">
          <a:xfrm>
            <a:off x="8627656"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7" name="Freeform 45"/>
          <p:cNvSpPr/>
          <p:nvPr/>
        </p:nvSpPr>
        <p:spPr bwMode="auto">
          <a:xfrm>
            <a:off x="8888006" y="4464556"/>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8" name="Freeform 46"/>
          <p:cNvSpPr/>
          <p:nvPr/>
        </p:nvSpPr>
        <p:spPr bwMode="auto">
          <a:xfrm>
            <a:off x="9108668" y="4469318"/>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9" name="Freeform 47"/>
          <p:cNvSpPr>
            <a:spLocks noEditPoints="1"/>
          </p:cNvSpPr>
          <p:nvPr/>
        </p:nvSpPr>
        <p:spPr bwMode="auto">
          <a:xfrm>
            <a:off x="9065376" y="4445505"/>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0" name="Freeform 48"/>
          <p:cNvSpPr/>
          <p:nvPr/>
        </p:nvSpPr>
        <p:spPr bwMode="auto">
          <a:xfrm>
            <a:off x="9469031"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1" name="Freeform 49"/>
          <p:cNvSpPr/>
          <p:nvPr/>
        </p:nvSpPr>
        <p:spPr bwMode="auto">
          <a:xfrm>
            <a:off x="9732556" y="4464556"/>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2" name="Freeform 50"/>
          <p:cNvSpPr/>
          <p:nvPr/>
        </p:nvSpPr>
        <p:spPr bwMode="auto">
          <a:xfrm>
            <a:off x="9991318" y="4464556"/>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3" name="Freeform 51"/>
          <p:cNvSpPr/>
          <p:nvPr/>
        </p:nvSpPr>
        <p:spPr bwMode="auto">
          <a:xfrm>
            <a:off x="10250081" y="4464556"/>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4" name="Freeform 52"/>
          <p:cNvSpPr/>
          <p:nvPr/>
        </p:nvSpPr>
        <p:spPr bwMode="auto">
          <a:xfrm>
            <a:off x="10472331" y="4469318"/>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5" name="Freeform 53"/>
          <p:cNvSpPr>
            <a:spLocks noEditPoints="1"/>
          </p:cNvSpPr>
          <p:nvPr/>
        </p:nvSpPr>
        <p:spPr bwMode="auto">
          <a:xfrm>
            <a:off x="10434231" y="4458206"/>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6" name="Oval 54"/>
          <p:cNvSpPr>
            <a:spLocks noChangeArrowheads="1"/>
          </p:cNvSpPr>
          <p:nvPr/>
        </p:nvSpPr>
        <p:spPr bwMode="auto">
          <a:xfrm>
            <a:off x="635345" y="3180117"/>
            <a:ext cx="1106424" cy="1099134"/>
          </a:xfrm>
          <a:prstGeom prst="ellipse">
            <a:avLst/>
          </a:prstGeo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7" name="Freeform 55"/>
          <p:cNvSpPr/>
          <p:nvPr/>
        </p:nvSpPr>
        <p:spPr bwMode="auto">
          <a:xfrm>
            <a:off x="1044168" y="4089906"/>
            <a:ext cx="236537" cy="404813"/>
          </a:xfrm>
          <a:custGeom>
            <a:avLst/>
            <a:gdLst>
              <a:gd name="T0" fmla="*/ 0 w 149"/>
              <a:gd name="T1" fmla="*/ 0 h 255"/>
              <a:gd name="T2" fmla="*/ 149 w 149"/>
              <a:gd name="T3" fmla="*/ 0 h 255"/>
              <a:gd name="T4" fmla="*/ 74 w 149"/>
              <a:gd name="T5" fmla="*/ 255 h 255"/>
              <a:gd name="T6" fmla="*/ 0 w 149"/>
              <a:gd name="T7" fmla="*/ 0 h 255"/>
            </a:gdLst>
            <a:ahLst/>
            <a:cxnLst>
              <a:cxn ang="0">
                <a:pos x="T0" y="T1"/>
              </a:cxn>
              <a:cxn ang="0">
                <a:pos x="T2" y="T3"/>
              </a:cxn>
              <a:cxn ang="0">
                <a:pos x="T4" y="T5"/>
              </a:cxn>
              <a:cxn ang="0">
                <a:pos x="T6" y="T7"/>
              </a:cxn>
            </a:cxnLst>
            <a:rect l="0" t="0" r="r" b="b"/>
            <a:pathLst>
              <a:path w="149" h="255">
                <a:moveTo>
                  <a:pt x="0" y="0"/>
                </a:moveTo>
                <a:lnTo>
                  <a:pt x="149" y="0"/>
                </a:lnTo>
                <a:lnTo>
                  <a:pt x="74" y="255"/>
                </a:lnTo>
                <a:lnTo>
                  <a:pt x="0" y="0"/>
                </a:lnTo>
                <a:close/>
              </a:path>
            </a:pathLst>
          </a:custGeom>
          <a:solidFill>
            <a:srgbClr val="39AC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188" name="组合 7187"/>
          <p:cNvGrpSpPr/>
          <p:nvPr/>
        </p:nvGrpSpPr>
        <p:grpSpPr>
          <a:xfrm>
            <a:off x="2143309" y="4532818"/>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191" name="组合 7190"/>
          <p:cNvGrpSpPr/>
          <p:nvPr/>
        </p:nvGrpSpPr>
        <p:grpSpPr>
          <a:xfrm>
            <a:off x="3525431" y="3615141"/>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14"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15"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195" name="文本框 110"/>
          <p:cNvSpPr txBox="1"/>
          <p:nvPr/>
        </p:nvSpPr>
        <p:spPr>
          <a:xfrm>
            <a:off x="292100" y="3361055"/>
            <a:ext cx="1716405"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rPr>
              <a:t>每月第 </a:t>
            </a:r>
            <a:r>
              <a:rPr lang="en-US" altLang="zh-CN" sz="1400" dirty="0">
                <a:latin typeface="黑体" panose="02010609060101010101" charset="-122"/>
                <a:ea typeface="黑体" panose="02010609060101010101" charset="-122"/>
              </a:rPr>
              <a:t>2 </a:t>
            </a:r>
            <a:r>
              <a:rPr lang="zh-CN" altLang="en-US" sz="1400" dirty="0">
                <a:latin typeface="黑体" panose="02010609060101010101" charset="-122"/>
                <a:ea typeface="黑体" panose="02010609060101010101" charset="-122"/>
              </a:rPr>
              <a:t>个工作日</a:t>
            </a:r>
            <a:endParaRPr lang="en-US" altLang="zh-CN" sz="1400" dirty="0">
              <a:latin typeface="黑体" panose="02010609060101010101" charset="-122"/>
              <a:ea typeface="黑体" panose="02010609060101010101" charset="-122"/>
            </a:endParaRPr>
          </a:p>
          <a:p>
            <a:pPr algn="ctr"/>
            <a:r>
              <a:rPr lang="zh-CN" altLang="en-US" sz="1400" dirty="0">
                <a:latin typeface="黑体" panose="02010609060101010101" charset="-122"/>
                <a:ea typeface="黑体" panose="02010609060101010101" charset="-122"/>
              </a:rPr>
              <a:t> </a:t>
            </a:r>
            <a:r>
              <a:rPr lang="en-US" altLang="zh-CN" sz="1400" dirty="0">
                <a:latin typeface="黑体" panose="02010609060101010101" charset="-122"/>
                <a:ea typeface="黑体" panose="02010609060101010101" charset="-122"/>
              </a:rPr>
              <a:t>17:30 </a:t>
            </a:r>
            <a:r>
              <a:rPr lang="zh-CN" altLang="en-US" sz="1400" dirty="0">
                <a:latin typeface="黑体" panose="02010609060101010101" charset="-122"/>
                <a:ea typeface="黑体" panose="02010609060101010101" charset="-122"/>
              </a:rPr>
              <a:t>之前</a:t>
            </a:r>
            <a:endParaRPr lang="zh-CN" altLang="en-US" sz="1400" dirty="0">
              <a:latin typeface="黑体" panose="02010609060101010101" charset="-122"/>
              <a:ea typeface="黑体" panose="02010609060101010101" charset="-122"/>
            </a:endParaRPr>
          </a:p>
        </p:txBody>
      </p:sp>
      <p:sp>
        <p:nvSpPr>
          <p:cNvPr id="7196" name="文本框 112"/>
          <p:cNvSpPr txBox="1"/>
          <p:nvPr/>
        </p:nvSpPr>
        <p:spPr>
          <a:xfrm>
            <a:off x="162560" y="2132330"/>
            <a:ext cx="3362960" cy="116141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北京电力交易中心发布次月月度市场交易公告</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包括多通道集中竞价等定期开市交易日期、次月月内市场运营有关安排</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月度市场开市</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7" name="文本框 114"/>
          <p:cNvSpPr txBox="1"/>
          <p:nvPr/>
        </p:nvSpPr>
        <p:spPr>
          <a:xfrm>
            <a:off x="510540" y="5441315"/>
            <a:ext cx="3397885" cy="1234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经营主体完成双边、挂牌要</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约填报及提交</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，电量、电力曲线应不超过通道限额。</a:t>
            </a:r>
            <a:endPar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2个工作日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内返回受理结果。</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8" name="文本框 116"/>
          <p:cNvSpPr txBox="1"/>
          <p:nvPr/>
        </p:nvSpPr>
        <p:spPr>
          <a:xfrm>
            <a:off x="3647477" y="2933739"/>
            <a:ext cx="2084101" cy="6813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发布受理通过的要约</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199" name="文本框 117"/>
          <p:cNvSpPr txBox="1"/>
          <p:nvPr/>
        </p:nvSpPr>
        <p:spPr>
          <a:xfrm>
            <a:off x="6760756" y="5416618"/>
            <a:ext cx="2856518"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完成安全校核</a:t>
            </a:r>
            <a:r>
              <a:rPr lang="zh-CN" altLang="en-US" sz="1400" dirty="0">
                <a:solidFill>
                  <a:schemeClr val="tx1">
                    <a:lumMod val="65000"/>
                    <a:lumOff val="35000"/>
                  </a:schemeClr>
                </a:solidFill>
                <a:latin typeface="黑体" panose="02010609060101010101" charset="-122"/>
                <a:ea typeface="黑体" panose="02010609060101010101" charset="-122"/>
              </a:rPr>
              <a:t>，并将校核结果及原因返回至北京电力交易中心。</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校核未通过的，北京电力交易中心调减后再次提交国调安全校核，直至安全校核通过。</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0" name="文本框 118"/>
          <p:cNvSpPr txBox="1"/>
          <p:nvPr/>
        </p:nvSpPr>
        <p:spPr>
          <a:xfrm>
            <a:off x="5754370" y="2780030"/>
            <a:ext cx="3095625" cy="939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预成交结果</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汇总后的全部月度及多月交易预成交结果提交国调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安全校核</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1" name="文本框 119"/>
          <p:cNvSpPr txBox="1"/>
          <p:nvPr/>
        </p:nvSpPr>
        <p:spPr>
          <a:xfrm>
            <a:off x="8976360" y="2970530"/>
            <a:ext cx="2893060"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成交结果</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国调发布安全校核情况及原因。</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4" name="文本框 133"/>
          <p:cNvSpPr txBox="1"/>
          <p:nvPr/>
        </p:nvSpPr>
        <p:spPr>
          <a:xfrm>
            <a:off x="3493834" y="3783408"/>
            <a:ext cx="783256"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中旬初</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7207" name="文本框 136"/>
          <p:cNvSpPr txBox="1"/>
          <p:nvPr/>
        </p:nvSpPr>
        <p:spPr>
          <a:xfrm>
            <a:off x="2065571" y="4750726"/>
            <a:ext cx="965936"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上旬最后一个工作日前</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7226" name="组合 7225"/>
          <p:cNvGrpSpPr/>
          <p:nvPr/>
        </p:nvGrpSpPr>
        <p:grpSpPr>
          <a:xfrm>
            <a:off x="4865281" y="4532818"/>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7"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8"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 name="文本框 136"/>
          <p:cNvSpPr txBox="1"/>
          <p:nvPr/>
        </p:nvSpPr>
        <p:spPr>
          <a:xfrm>
            <a:off x="4865542" y="4923894"/>
            <a:ext cx="1059291"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中旬末</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9" name="文本框 116"/>
          <p:cNvSpPr txBox="1"/>
          <p:nvPr/>
        </p:nvSpPr>
        <p:spPr>
          <a:xfrm>
            <a:off x="4308853" y="5414460"/>
            <a:ext cx="2007205"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经营主体在交易平台进行</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交易申报</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grpSp>
        <p:nvGrpSpPr>
          <p:cNvPr id="10" name="组合 9"/>
          <p:cNvGrpSpPr/>
          <p:nvPr/>
        </p:nvGrpSpPr>
        <p:grpSpPr>
          <a:xfrm>
            <a:off x="6238468" y="3615141"/>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5"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文本框 133"/>
          <p:cNvSpPr txBox="1"/>
          <p:nvPr/>
        </p:nvSpPr>
        <p:spPr>
          <a:xfrm>
            <a:off x="6238042" y="3834245"/>
            <a:ext cx="783256"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下旬初</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31" name="组合 30"/>
          <p:cNvGrpSpPr/>
          <p:nvPr/>
        </p:nvGrpSpPr>
        <p:grpSpPr>
          <a:xfrm>
            <a:off x="7589416" y="4532818"/>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32"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3"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4" name="文本框 136"/>
          <p:cNvSpPr txBox="1"/>
          <p:nvPr/>
        </p:nvSpPr>
        <p:spPr>
          <a:xfrm>
            <a:off x="7240867" y="4732755"/>
            <a:ext cx="1432156"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国调收到后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altLang="zh-CN" sz="1400" dirty="0">
                <a:latin typeface="黑体" panose="02010609060101010101" charset="-122"/>
                <a:ea typeface="黑体" panose="02010609060101010101" charset="-122"/>
                <a:cs typeface="Arial Unicode MS" panose="020B0604020202020204" charset="-122"/>
              </a:rPr>
              <a:t>2</a:t>
            </a:r>
            <a:r>
              <a:rPr lang="zh-CN" altLang="en-US" sz="1400" dirty="0">
                <a:latin typeface="黑体" panose="02010609060101010101" charset="-122"/>
                <a:ea typeface="黑体" panose="02010609060101010101" charset="-122"/>
                <a:cs typeface="Arial Unicode MS" panose="020B0604020202020204" charset="-122"/>
              </a:rPr>
              <a:t>个工作日 </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39" name="组合 38"/>
          <p:cNvGrpSpPr/>
          <p:nvPr/>
        </p:nvGrpSpPr>
        <p:grpSpPr>
          <a:xfrm>
            <a:off x="8957710" y="3615141"/>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0"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2" name="文本框 133"/>
          <p:cNvSpPr txBox="1"/>
          <p:nvPr/>
        </p:nvSpPr>
        <p:spPr>
          <a:xfrm>
            <a:off x="8557098" y="3679060"/>
            <a:ext cx="1503247"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返回校核意见后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sz="1400" dirty="0">
                <a:latin typeface="黑体" panose="02010609060101010101" charset="-122"/>
                <a:ea typeface="黑体" panose="02010609060101010101" charset="-122"/>
                <a:cs typeface="Arial Unicode MS" panose="020B0604020202020204" charset="-122"/>
              </a:rPr>
              <a:t>2</a:t>
            </a:r>
            <a:r>
              <a:rPr lang="zh-CN" altLang="en-US" sz="1400" dirty="0">
                <a:latin typeface="黑体" panose="02010609060101010101" charset="-122"/>
                <a:ea typeface="黑体" panose="02010609060101010101" charset="-122"/>
                <a:cs typeface="Arial Unicode MS" panose="020B0604020202020204" charset="-122"/>
              </a:rPr>
              <a:t>个工作日</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43" name="组合 42"/>
          <p:cNvGrpSpPr/>
          <p:nvPr/>
        </p:nvGrpSpPr>
        <p:grpSpPr>
          <a:xfrm>
            <a:off x="10293553" y="4527053"/>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6" name="文本框 136"/>
          <p:cNvSpPr txBox="1"/>
          <p:nvPr/>
        </p:nvSpPr>
        <p:spPr>
          <a:xfrm>
            <a:off x="10121217" y="4751670"/>
            <a:ext cx="123902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结果发布</a:t>
            </a:r>
            <a:endParaRPr lang="en-US" altLang="zh-CN" sz="1400" dirty="0">
              <a:latin typeface="黑体" panose="02010609060101010101" charset="-122"/>
              <a:ea typeface="黑体" panose="02010609060101010101" charset="-122"/>
              <a:cs typeface="Arial Unicode MS" panose="020B0604020202020204" charset="-122"/>
            </a:endParaRPr>
          </a:p>
          <a:p>
            <a:r>
              <a:rPr lang="en-US" altLang="zh-CN" sz="1400" dirty="0">
                <a:latin typeface="黑体" panose="02010609060101010101" charset="-122"/>
                <a:ea typeface="黑体" panose="02010609060101010101" charset="-122"/>
                <a:cs typeface="Arial Unicode MS" panose="020B0604020202020204" charset="-122"/>
              </a:rPr>
              <a:t>1</a:t>
            </a:r>
            <a:r>
              <a:rPr lang="zh-CN" altLang="en-US" sz="1400" dirty="0">
                <a:latin typeface="黑体" panose="02010609060101010101" charset="-122"/>
                <a:ea typeface="黑体" panose="02010609060101010101" charset="-122"/>
                <a:cs typeface="Arial Unicode MS" panose="020B0604020202020204" charset="-122"/>
              </a:rPr>
              <a:t>个工作日内</a:t>
            </a:r>
            <a:endParaRPr lang="en-US" altLang="zh-CN" sz="1400" dirty="0">
              <a:latin typeface="黑体" panose="02010609060101010101" charset="-122"/>
              <a:ea typeface="黑体" panose="02010609060101010101" charset="-122"/>
              <a:cs typeface="Arial Unicode MS" panose="020B0604020202020204" charset="-122"/>
            </a:endParaRPr>
          </a:p>
        </p:txBody>
      </p:sp>
      <p:sp>
        <p:nvSpPr>
          <p:cNvPr id="47" name="文本框 119"/>
          <p:cNvSpPr txBox="1"/>
          <p:nvPr/>
        </p:nvSpPr>
        <p:spPr>
          <a:xfrm>
            <a:off x="9708419" y="5414460"/>
            <a:ext cx="2326831"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经营主体对交易结果有异议的</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 向北京电力交易中心提出</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由北京电力交易中心会同国调在</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1个工作日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内给予解释。</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191135" y="782320"/>
            <a:ext cx="11343640" cy="1430020"/>
          </a:xfrm>
          <a:prstGeom prst="rect">
            <a:avLst/>
          </a:prstGeom>
          <a:noFill/>
        </p:spPr>
        <p:txBody>
          <a:bodyPr wrap="square" rtlCol="0">
            <a:spAutoFit/>
          </a:bodyPr>
          <a:p>
            <a:pPr marL="342900" lvl="0" indent="-342900" algn="l" fontAlgn="base">
              <a:lnSpc>
                <a:spcPts val="3480"/>
              </a:lnSpc>
              <a:buClrTx/>
              <a:buSzTx/>
              <a:buFont typeface="Arial" panose="020B0604020202020204" pitchFamily="34" charset="0"/>
              <a:buChar char="•"/>
            </a:pPr>
            <a:r>
              <a:rPr lang="zh-CN" altLang="en-US" sz="2000" dirty="0">
                <a:latin typeface="黑体" panose="02010609060101010101" charset="-122"/>
                <a:ea typeface="黑体" panose="02010609060101010101" charset="-122"/>
              </a:rPr>
              <a:t>调度机构通过交易平台提供次月</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主要输电设备停电检修计划</a:t>
            </a:r>
            <a:r>
              <a:rPr lang="zh-CN" altLang="en-US" sz="2000" dirty="0">
                <a:latin typeface="黑体" panose="02010609060101010101" charset="-122"/>
                <a:ea typeface="黑体" panose="02010609060101010101" charset="-122"/>
              </a:rPr>
              <a:t>及</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跨区跨省主要断面、各输电通道的输电限额、可用输电容量</a:t>
            </a:r>
            <a:r>
              <a:rPr lang="zh-CN" altLang="en-US" sz="2000" dirty="0">
                <a:latin typeface="黑体" panose="02010609060101010101" charset="-122"/>
                <a:ea typeface="黑体" panose="02010609060101010101" charset="-122"/>
              </a:rPr>
              <a:t>(ATC)(分解到日) 。</a:t>
            </a:r>
            <a:endParaRPr lang="zh-CN" altLang="en-US" sz="2000" dirty="0">
              <a:latin typeface="黑体" panose="02010609060101010101" charset="-122"/>
              <a:ea typeface="黑体" panose="02010609060101010101" charset="-122"/>
            </a:endParaRPr>
          </a:p>
          <a:p>
            <a:pPr marL="342900" indent="-342900" algn="l">
              <a:lnSpc>
                <a:spcPts val="3480"/>
              </a:lnSpc>
              <a:buClrTx/>
              <a:buSzTx/>
              <a:buFont typeface="Arial" panose="020B0604020202020204" pitchFamily="34" charset="0"/>
              <a:buChar char="•"/>
            </a:pPr>
            <a:r>
              <a:rPr lang="zh-CN" sz="2000" dirty="0">
                <a:latin typeface="黑体" panose="02010609060101010101" charset="-122"/>
                <a:ea typeface="黑体" panose="02010609060101010101" charset="-122"/>
              </a:rPr>
              <a:t>市场主体可</a:t>
            </a:r>
            <a:r>
              <a:rPr lang="zh-CN" altLang="en-US" sz="2000" dirty="0">
                <a:latin typeface="黑体" panose="02010609060101010101" charset="-122"/>
                <a:ea typeface="黑体" panose="02010609060101010101" charset="-122"/>
              </a:rPr>
              <a:t>通过电力交易平台查询发布的</a:t>
            </a:r>
            <a:r>
              <a:rPr lang="zh-CN" altLang="en-US" sz="20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电网输电价格方案</a:t>
            </a:r>
            <a:r>
              <a:rPr lang="zh-CN" altLang="en-US" sz="2000" dirty="0">
                <a:latin typeface="黑体" panose="02010609060101010101" charset="-122"/>
                <a:ea typeface="黑体" panose="02010609060101010101" charset="-122"/>
              </a:rPr>
              <a:t>。</a:t>
            </a:r>
            <a:endParaRPr lang="zh-CN" altLang="en-US" sz="2000" dirty="0">
              <a:latin typeface="黑体" panose="02010609060101010101" charset="-122"/>
              <a:ea typeface="黑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407035" y="1052830"/>
            <a:ext cx="11198860" cy="1876425"/>
          </a:xfrm>
          <a:prstGeom prst="rect">
            <a:avLst/>
          </a:prstGeom>
          <a:noFill/>
        </p:spPr>
        <p:txBody>
          <a:bodyPr wrap="square" rtlCol="0" anchor="t">
            <a:spAutoFit/>
          </a:bodyPr>
          <a:lstStyle/>
          <a:p>
            <a:pPr latinLnBrk="0">
              <a:lnSpc>
                <a:spcPts val="3480"/>
              </a:lnSpc>
            </a:pPr>
            <a:r>
              <a:rPr lang="en-US" altLang="zh-CN" sz="2200" dirty="0">
                <a:latin typeface="黑体" panose="02010609060101010101" charset="-122"/>
                <a:ea typeface="黑体" panose="02010609060101010101" charset="-122"/>
                <a:sym typeface="Arial" panose="020B0604020202020204" pitchFamily="34" charset="0"/>
              </a:rPr>
              <a:t>    </a:t>
            </a:r>
            <a:r>
              <a:rPr lang="zh-CN" altLang="en-US" sz="2200" dirty="0">
                <a:latin typeface="黑体" panose="02010609060101010101" charset="-122"/>
                <a:ea typeface="黑体" panose="02010609060101010101" charset="-122"/>
                <a:sym typeface="Arial" panose="020B0604020202020204" pitchFamily="34" charset="0"/>
              </a:rPr>
              <a:t>根据《国家发展改革委办公厅关于组织开展电网企业代理购电工作有关事项的通知》（发改办价格〔2021〕809号）以及《国家电网有限公司代理购电工作指南（试行）》（国家电网营销〔2021〕545号），作为各省公司代理购电价格测算的重要边界，M-1月</a:t>
            </a:r>
            <a:r>
              <a:rPr lang="zh-CN" altLang="en-US" sz="22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25日发布M月月度市场成交结果和交易计划</a:t>
            </a:r>
            <a:r>
              <a:rPr lang="zh-CN" altLang="en-US" sz="2200" dirty="0">
                <a:latin typeface="黑体" panose="02010609060101010101" charset="-122"/>
                <a:ea typeface="黑体" panose="02010609060101010101" charset="-122"/>
                <a:sym typeface="Arial" panose="020B0604020202020204" pitchFamily="34" charset="0"/>
              </a:rPr>
              <a:t>。</a:t>
            </a:r>
            <a:endParaRPr lang="zh-CN" altLang="en-US" sz="2200" dirty="0">
              <a:latin typeface="黑体" panose="02010609060101010101" charset="-122"/>
              <a:ea typeface="黑体" panose="02010609060101010101" charset="-122"/>
              <a:sym typeface="Arial" panose="020B0604020202020204" pitchFamily="34" charset="0"/>
            </a:endParaRPr>
          </a:p>
        </p:txBody>
      </p:sp>
      <p:pic>
        <p:nvPicPr>
          <p:cNvPr id="5" name="图片 4"/>
          <p:cNvPicPr>
            <a:picLocks noChangeAspect="1"/>
          </p:cNvPicPr>
          <p:nvPr/>
        </p:nvPicPr>
        <p:blipFill>
          <a:blip r:embed="rId1"/>
          <a:stretch>
            <a:fillRect/>
          </a:stretch>
        </p:blipFill>
        <p:spPr>
          <a:xfrm>
            <a:off x="551815" y="3030220"/>
            <a:ext cx="5211445" cy="3587115"/>
          </a:xfrm>
          <a:prstGeom prst="rect">
            <a:avLst/>
          </a:prstGeom>
          <a:ln w="12700" cmpd="sng">
            <a:solidFill>
              <a:srgbClr val="0070C0"/>
            </a:solidFill>
            <a:prstDash val="solid"/>
          </a:ln>
        </p:spPr>
      </p:pic>
      <p:pic>
        <p:nvPicPr>
          <p:cNvPr id="6" name="图片 5"/>
          <p:cNvPicPr>
            <a:picLocks noChangeAspect="1"/>
          </p:cNvPicPr>
          <p:nvPr/>
        </p:nvPicPr>
        <p:blipFill>
          <a:blip r:embed="rId2"/>
          <a:stretch>
            <a:fillRect/>
          </a:stretch>
        </p:blipFill>
        <p:spPr>
          <a:xfrm>
            <a:off x="6383655" y="3030220"/>
            <a:ext cx="5154295" cy="3553460"/>
          </a:xfrm>
          <a:prstGeom prst="rect">
            <a:avLst/>
          </a:prstGeom>
          <a:ln w="12700" cmpd="sng">
            <a:solidFill>
              <a:srgbClr val="0070C0"/>
            </a:solidFill>
            <a:prstDash val="solid"/>
          </a:ln>
        </p:spPr>
      </p:pic>
      <p:sp>
        <p:nvSpPr>
          <p:cNvPr id="7" name="文本框 6"/>
          <p:cNvSpPr txBox="1"/>
          <p:nvPr>
            <p:custDataLst>
              <p:tags r:id="rId3"/>
            </p:custDataLst>
          </p:nvPr>
        </p:nvSpPr>
        <p:spPr>
          <a:xfrm>
            <a:off x="335234"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9.</a:t>
            </a:r>
            <a:r>
              <a:rPr lang="zh-CN" altLang="en-US" sz="2800" b="1" dirty="0">
                <a:latin typeface="+mj-lt"/>
                <a:ea typeface="+mj-lt"/>
                <a:cs typeface="+mj-lt"/>
              </a:rPr>
              <a:t>月度</a:t>
            </a:r>
            <a:r>
              <a:rPr lang="zh-CN" altLang="en-US" sz="2800" b="1" dirty="0">
                <a:latin typeface="+mj-lt"/>
                <a:ea typeface="+mj-lt"/>
                <a:cs typeface="+mj-lt"/>
                <a:sym typeface="+mn-ea"/>
              </a:rPr>
              <a:t>省间中长期</a:t>
            </a:r>
            <a:r>
              <a:rPr lang="zh-CN" altLang="en-US" sz="2800" b="1" dirty="0">
                <a:latin typeface="+mj-lt"/>
                <a:ea typeface="+mj-lt"/>
                <a:cs typeface="+mj-lt"/>
              </a:rPr>
              <a:t>市场</a:t>
            </a:r>
            <a:endParaRPr lang="zh-CN" altLang="en-US" sz="2800" b="1" dirty="0">
              <a:latin typeface="+mj-lt"/>
              <a:ea typeface="+mj-lt"/>
              <a:cs typeface="+mj-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a:xfrm>
            <a:off x="9448800" y="6488668"/>
            <a:ext cx="2743200" cy="365125"/>
          </a:xfrm>
        </p:spPr>
        <p:txBody>
          <a:bodyPr/>
          <a:lstStyle/>
          <a:p>
            <a:fld id="{AA3CC7E2-8005-4FB6-AC9B-1B7AC960AC3C}" type="slidenum">
              <a:rPr lang="zh-CN" altLang="en-US" smtClean="0"/>
            </a:fld>
            <a:endParaRPr lang="zh-CN" altLang="en-US" dirty="0"/>
          </a:p>
        </p:txBody>
      </p:sp>
      <p:sp>
        <p:nvSpPr>
          <p:cNvPr id="25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336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541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745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49506"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4"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1557"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2"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3605"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0"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5653"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57698" name="Rectangle 2"/>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矩形 27"/>
          <p:cNvSpPr/>
          <p:nvPr/>
        </p:nvSpPr>
        <p:spPr>
          <a:xfrm>
            <a:off x="716915" y="2063115"/>
            <a:ext cx="10615295" cy="1890395"/>
          </a:xfrm>
          <a:prstGeom prst="rect">
            <a:avLst/>
          </a:prstGeom>
        </p:spPr>
        <p:txBody>
          <a:bodyPr wrap="square">
            <a:spAutoFit/>
          </a:bodyPr>
          <a:lstStyle/>
          <a:p>
            <a:pPr marL="0" lvl="1" indent="0" algn="just">
              <a:lnSpc>
                <a:spcPct val="130000"/>
              </a:lnSpc>
            </a:pPr>
            <a:r>
              <a:rPr lang="en-US" altLang="zh-CN" sz="2000" b="1" dirty="0">
                <a:solidFill>
                  <a:srgbClr val="0070C0"/>
                </a:solidFill>
                <a:latin typeface="黑体" panose="02010609060101010101" charset="-122"/>
                <a:ea typeface="黑体" panose="02010609060101010101" charset="-122"/>
                <a:cs typeface="黑体" panose="02010609060101010101" charset="-122"/>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交易组织时间：</a:t>
            </a:r>
            <a:r>
              <a:rPr sz="2200" dirty="0">
                <a:latin typeface="黑体" panose="02010609060101010101" charset="-122"/>
                <a:ea typeface="黑体" panose="02010609060101010101" charset="-122"/>
                <a:cs typeface="黑体" panose="02010609060101010101" charset="-122"/>
                <a:sym typeface="+mn-ea"/>
              </a:rPr>
              <a:t>依据《北京电力交易中心跨区跨省电力中长期交易实施细则》（京电交市〔202</a:t>
            </a:r>
            <a:r>
              <a:rPr lang="en-US" sz="2200" dirty="0">
                <a:latin typeface="黑体" panose="02010609060101010101" charset="-122"/>
                <a:ea typeface="黑体" panose="02010609060101010101" charset="-122"/>
                <a:cs typeface="黑体" panose="02010609060101010101" charset="-122"/>
                <a:sym typeface="+mn-ea"/>
              </a:rPr>
              <a:t>4</a:t>
            </a:r>
            <a:r>
              <a:rPr sz="2200" dirty="0">
                <a:latin typeface="黑体" panose="02010609060101010101" charset="-122"/>
                <a:ea typeface="黑体" panose="02010609060101010101" charset="-122"/>
                <a:cs typeface="黑体" panose="02010609060101010101" charset="-122"/>
                <a:sym typeface="+mn-ea"/>
              </a:rPr>
              <a:t>〕</a:t>
            </a:r>
            <a:r>
              <a:rPr lang="en-US" sz="2200" dirty="0">
                <a:latin typeface="黑体" panose="02010609060101010101" charset="-122"/>
                <a:ea typeface="黑体" panose="02010609060101010101" charset="-122"/>
                <a:cs typeface="黑体" panose="02010609060101010101" charset="-122"/>
                <a:sym typeface="+mn-ea"/>
              </a:rPr>
              <a:t>38</a:t>
            </a:r>
            <a:r>
              <a:rPr sz="2200" dirty="0">
                <a:latin typeface="黑体" panose="02010609060101010101" charset="-122"/>
                <a:ea typeface="黑体" panose="02010609060101010101" charset="-122"/>
                <a:cs typeface="黑体" panose="02010609060101010101" charset="-122"/>
                <a:sym typeface="+mn-ea"/>
              </a:rPr>
              <a:t>号）、《国家发展改革委办公厅 国家能源局综合司关于国家电网有限公司省间电力现货交易规则的复函》（发改办体改〔2021〕837号）等文件有关要求，原则上月内交易按照首个执行日提前5个工作日组织申报。</a:t>
            </a:r>
            <a:endParaRPr sz="2200" dirty="0">
              <a:latin typeface="黑体" panose="02010609060101010101" charset="-122"/>
              <a:ea typeface="黑体" panose="02010609060101010101" charset="-122"/>
              <a:cs typeface="黑体" panose="02010609060101010101" charset="-122"/>
              <a:sym typeface="+mn-ea"/>
            </a:endParaRPr>
          </a:p>
        </p:txBody>
      </p:sp>
      <p:sp>
        <p:nvSpPr>
          <p:cNvPr id="24" name="TextBox 39"/>
          <p:cNvSpPr txBox="1"/>
          <p:nvPr/>
        </p:nvSpPr>
        <p:spPr>
          <a:xfrm>
            <a:off x="650240" y="993140"/>
            <a:ext cx="10614660" cy="939800"/>
          </a:xfrm>
          <a:prstGeom prst="rect">
            <a:avLst/>
          </a:prstGeom>
          <a:noFill/>
        </p:spPr>
        <p:txBody>
          <a:bodyPr wrap="square" rtlCol="0">
            <a:spAutoFit/>
          </a:bodyPr>
          <a:lstStyle/>
          <a:p>
            <a:pPr indent="457200" algn="just">
              <a:lnSpc>
                <a:spcPct val="120000"/>
              </a:lnSpc>
            </a:pPr>
            <a:r>
              <a:rPr lang="en-US" altLang="zh-CN" sz="2200" b="1" dirty="0">
                <a:solidFill>
                  <a:srgbClr val="0070C0"/>
                </a:solidFill>
                <a:latin typeface="黑体" panose="02010609060101010101" charset="-122"/>
                <a:ea typeface="黑体" panose="02010609060101010101" charset="-122"/>
                <a:cs typeface="黑体" panose="02010609060101010101" charset="-122"/>
              </a:rPr>
              <a:t> </a:t>
            </a: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月内市场启动：</a:t>
            </a:r>
            <a:r>
              <a:rPr sz="2200" dirty="0">
                <a:latin typeface="黑体" panose="02010609060101010101" charset="-122"/>
                <a:ea typeface="黑体" panose="02010609060101010101" charset="-122"/>
                <a:cs typeface="黑体" panose="02010609060101010101" charset="-122"/>
              </a:rPr>
              <a:t>每月25日发布</a:t>
            </a:r>
            <a:r>
              <a:rPr lang="zh-CN" sz="2200" dirty="0">
                <a:latin typeface="黑体" panose="02010609060101010101" charset="-122"/>
                <a:ea typeface="黑体" panose="02010609060101010101" charset="-122"/>
                <a:cs typeface="黑体" panose="02010609060101010101" charset="-122"/>
              </a:rPr>
              <a:t>次</a:t>
            </a:r>
            <a:r>
              <a:rPr sz="2200" dirty="0">
                <a:latin typeface="黑体" panose="02010609060101010101" charset="-122"/>
                <a:ea typeface="黑体" panose="02010609060101010101" charset="-122"/>
                <a:cs typeface="黑体" panose="02010609060101010101" charset="-122"/>
              </a:rPr>
              <a:t>月月度市场成交结果和交易计划后</a:t>
            </a:r>
            <a:r>
              <a:rPr lang="zh-CN" sz="2200" dirty="0">
                <a:latin typeface="黑体" panose="02010609060101010101" charset="-122"/>
                <a:ea typeface="黑体" panose="02010609060101010101" charset="-122"/>
                <a:cs typeface="黑体" panose="02010609060101010101" charset="-122"/>
              </a:rPr>
              <a:t>，</a:t>
            </a:r>
            <a:r>
              <a:rPr sz="2200" dirty="0">
                <a:latin typeface="黑体" panose="02010609060101010101" charset="-122"/>
                <a:ea typeface="黑体" panose="02010609060101010101" charset="-122"/>
                <a:cs typeface="黑体" panose="02010609060101010101" charset="-122"/>
              </a:rPr>
              <a:t>启动下一月份月内市场（遇短月份适当提前）。</a:t>
            </a:r>
            <a:endParaRPr sz="2200" dirty="0">
              <a:latin typeface="黑体" panose="02010609060101010101" charset="-122"/>
              <a:ea typeface="黑体" panose="02010609060101010101" charset="-122"/>
              <a:cs typeface="黑体" panose="02010609060101010101" charset="-122"/>
            </a:endParaRPr>
          </a:p>
        </p:txBody>
      </p:sp>
      <p:sp>
        <p:nvSpPr>
          <p:cNvPr id="4" name="TextBox 39"/>
          <p:cNvSpPr txBox="1"/>
          <p:nvPr/>
        </p:nvSpPr>
        <p:spPr>
          <a:xfrm>
            <a:off x="789305" y="4152265"/>
            <a:ext cx="10614660" cy="2157730"/>
          </a:xfrm>
          <a:prstGeom prst="rect">
            <a:avLst/>
          </a:prstGeom>
          <a:noFill/>
        </p:spPr>
        <p:txBody>
          <a:bodyPr wrap="square" rtlCol="0">
            <a:spAutoFit/>
          </a:bodyPr>
          <a:lstStyle/>
          <a:p>
            <a:pPr indent="457200" algn="just">
              <a:lnSpc>
                <a:spcPct val="120000"/>
              </a:lnSpc>
            </a:pPr>
            <a:r>
              <a:rPr lang="zh-CN" altLang="en-US" sz="24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交易组织标的：</a:t>
            </a:r>
            <a:r>
              <a:rPr sz="2200" dirty="0">
                <a:latin typeface="黑体" panose="02010609060101010101" charset="-122"/>
                <a:ea typeface="黑体" panose="02010609060101010101" charset="-122"/>
                <a:cs typeface="黑体" panose="02010609060101010101" charset="-122"/>
                <a:sym typeface="+mn-ea"/>
              </a:rPr>
              <a:t>月内省间市场连续开市期间，在月度市场发布信息的基础上，</a:t>
            </a:r>
            <a:r>
              <a:rPr lang="zh-CN" sz="2200" dirty="0">
                <a:latin typeface="黑体" panose="02010609060101010101" charset="-122"/>
                <a:ea typeface="黑体" panose="02010609060101010101" charset="-122"/>
                <a:cs typeface="黑体" panose="02010609060101010101" charset="-122"/>
                <a:sym typeface="+mn-ea"/>
              </a:rPr>
              <a:t>调度机构</a:t>
            </a:r>
            <a:r>
              <a:rPr sz="2200" dirty="0">
                <a:latin typeface="黑体" panose="02010609060101010101" charset="-122"/>
                <a:ea typeface="黑体" panose="02010609060101010101" charset="-122"/>
                <a:cs typeface="黑体" panose="02010609060101010101" charset="-122"/>
                <a:sym typeface="+mn-ea"/>
              </a:rPr>
              <a:t>负责根据通道能力提升、设备检修及临时停电安排等因素滚动更新</a:t>
            </a:r>
            <a:r>
              <a:rPr lang="zh-CN" altLang="en-US" sz="22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省间通道输电能力</a:t>
            </a:r>
            <a:r>
              <a:rPr sz="2200" dirty="0">
                <a:latin typeface="黑体" panose="02010609060101010101" charset="-122"/>
                <a:ea typeface="黑体" panose="02010609060101010101" charset="-122"/>
                <a:cs typeface="黑体" panose="02010609060101010101" charset="-122"/>
                <a:sym typeface="+mn-ea"/>
              </a:rPr>
              <a:t>，交易中心负责根据月内省间交易成交（预成交）情况，于每一工作日上午开市前更新发布当月</a:t>
            </a:r>
            <a:r>
              <a:rPr lang="zh-CN" altLang="en-US" sz="22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省间通道市场空间</a:t>
            </a:r>
            <a:r>
              <a:rPr sz="2200" dirty="0">
                <a:latin typeface="黑体" panose="02010609060101010101" charset="-122"/>
                <a:ea typeface="黑体" panose="02010609060101010101" charset="-122"/>
                <a:cs typeface="黑体" panose="02010609060101010101" charset="-122"/>
                <a:sym typeface="+mn-ea"/>
              </a:rPr>
              <a:t>（分解到日）。国网财务部负责更新</a:t>
            </a:r>
            <a:r>
              <a:rPr lang="zh-CN" altLang="en-US" sz="2200" b="1" noProof="0"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省间通道输电价格方案</a:t>
            </a:r>
            <a:r>
              <a:rPr sz="2200" dirty="0">
                <a:latin typeface="黑体" panose="02010609060101010101" charset="-122"/>
                <a:ea typeface="黑体" panose="02010609060101010101" charset="-122"/>
                <a:cs typeface="黑体" panose="02010609060101010101" charset="-122"/>
                <a:sym typeface="+mn-ea"/>
              </a:rPr>
              <a:t>。</a:t>
            </a:r>
            <a:endParaRPr sz="2200" dirty="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263479" y="260485"/>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10.</a:t>
            </a:r>
            <a:r>
              <a:rPr lang="zh-CN" altLang="en-US" sz="2800" b="1" dirty="0">
                <a:latin typeface="+mj-lt"/>
                <a:ea typeface="+mj-lt"/>
                <a:cs typeface="+mj-lt"/>
              </a:rPr>
              <a:t>月内</a:t>
            </a:r>
            <a:r>
              <a:rPr lang="zh-CN" altLang="en-US" sz="2800" b="1" dirty="0">
                <a:latin typeface="+mj-lt"/>
                <a:ea typeface="+mj-lt"/>
                <a:cs typeface="+mj-lt"/>
                <a:sym typeface="+mn-ea"/>
              </a:rPr>
              <a:t>省间中长期</a:t>
            </a:r>
            <a:r>
              <a:rPr lang="zh-CN" altLang="en-US" sz="2800" b="1" dirty="0">
                <a:latin typeface="+mj-lt"/>
                <a:ea typeface="+mj-lt"/>
                <a:cs typeface="+mj-lt"/>
              </a:rPr>
              <a:t>市场按工作日连续运营</a:t>
            </a:r>
            <a:endParaRPr lang="en-US" altLang="zh-CN" sz="2800" b="1" dirty="0">
              <a:latin typeface="+mj-lt"/>
              <a:ea typeface="+mj-lt"/>
              <a:cs typeface="+mj-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91770" y="5157470"/>
            <a:ext cx="11780520" cy="1242060"/>
          </a:xfrm>
          <a:prstGeom prst="rect">
            <a:avLst/>
          </a:prstGeom>
        </p:spPr>
      </p:pic>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grpSp>
        <p:nvGrpSpPr>
          <p:cNvPr id="4" name="组合 35"/>
          <p:cNvGrpSpPr/>
          <p:nvPr/>
        </p:nvGrpSpPr>
        <p:grpSpPr>
          <a:xfrm>
            <a:off x="1832924" y="1220368"/>
            <a:ext cx="8376880" cy="3591502"/>
            <a:chOff x="373032" y="2060848"/>
            <a:chExt cx="6282660" cy="3591502"/>
          </a:xfrm>
        </p:grpSpPr>
        <p:grpSp>
          <p:nvGrpSpPr>
            <p:cNvPr id="7" name="组合 36"/>
            <p:cNvGrpSpPr/>
            <p:nvPr/>
          </p:nvGrpSpPr>
          <p:grpSpPr>
            <a:xfrm>
              <a:off x="373032" y="2060848"/>
              <a:ext cx="2040938" cy="1706595"/>
              <a:chOff x="1234918" y="2180481"/>
              <a:chExt cx="2040938" cy="1551259"/>
            </a:xfrm>
            <a:effectLst>
              <a:outerShdw blurRad="50800" dist="38100" dir="5400000" algn="t" rotWithShape="0">
                <a:prstClr val="black">
                  <a:alpha val="40000"/>
                </a:prstClr>
              </a:outerShdw>
            </a:effectLst>
          </p:grpSpPr>
          <p:sp>
            <p:nvSpPr>
              <p:cNvPr id="59" name="矩形 58"/>
              <p:cNvSpPr/>
              <p:nvPr/>
            </p:nvSpPr>
            <p:spPr>
              <a:xfrm>
                <a:off x="1234918" y="2180481"/>
                <a:ext cx="2040938" cy="360040"/>
              </a:xfrm>
              <a:prstGeom prst="rect">
                <a:avLst/>
              </a:prstGeom>
              <a:solidFill>
                <a:srgbClr val="0070C0"/>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统一校核</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0" name="矩形 59"/>
              <p:cNvSpPr/>
              <p:nvPr/>
            </p:nvSpPr>
            <p:spPr>
              <a:xfrm>
                <a:off x="1234918" y="2540521"/>
                <a:ext cx="2040938" cy="1191219"/>
              </a:xfrm>
              <a:prstGeom prst="rect">
                <a:avLst/>
              </a:prstGeom>
              <a:gradFill>
                <a:gsLst>
                  <a:gs pos="33000">
                    <a:srgbClr val="F9F9F9"/>
                  </a:gs>
                  <a:gs pos="100000">
                    <a:srgbClr val="D7D7D7"/>
                  </a:gs>
                </a:gsLst>
                <a:lin ang="5400000" scaled="0"/>
              </a:gradFill>
              <a:ln w="25400" cap="flat" cmpd="sng" algn="ctr">
                <a:noFill/>
                <a:prstDash val="solid"/>
              </a:ln>
              <a:effectLst/>
            </p:spPr>
            <p:txBody>
              <a:bodyPr anchor="ctr"/>
              <a:lstStyle/>
              <a:p>
                <a:pPr algn="just" latinLnBrk="0">
                  <a:lnSpc>
                    <a:spcPts val="1840"/>
                  </a:lnSpc>
                </a:pPr>
                <a:r>
                  <a:rPr lang="zh-CN" altLang="en-US" sz="1200" kern="0" dirty="0">
                    <a:solidFill>
                      <a:srgbClr val="4D4D4D"/>
                    </a:solidFill>
                    <a:latin typeface="黑体" panose="02010609060101010101" charset="-122"/>
                    <a:ea typeface="黑体" panose="02010609060101010101" charset="-122"/>
                    <a:cs typeface="黑体" panose="02010609060101010101" charset="-122"/>
                  </a:rPr>
                  <a:t>在一个交易周期内对区域内不同交易机构、 不同交易品种的预成交结果由国调中心统一组织进行全电量校核。</a:t>
                </a:r>
                <a:r>
                  <a:rPr lang="zh-CN" altLang="en-US" dirty="0">
                    <a:latin typeface="黑体" panose="02010609060101010101" charset="-122"/>
                    <a:ea typeface="黑体" panose="02010609060101010101" charset="-122"/>
                    <a:cs typeface="黑体" panose="02010609060101010101" charset="-122"/>
                  </a:rPr>
                  <a:t> </a:t>
                </a:r>
                <a:endParaRPr lang="zh-CN" altLang="en-US" sz="1200" dirty="0">
                  <a:effectLst/>
                  <a:latin typeface="黑体" panose="02010609060101010101" charset="-122"/>
                  <a:ea typeface="黑体" panose="02010609060101010101" charset="-122"/>
                  <a:cs typeface="黑体" panose="02010609060101010101" charset="-122"/>
                </a:endParaRPr>
              </a:p>
            </p:txBody>
          </p:sp>
        </p:grpSp>
        <p:sp>
          <p:nvSpPr>
            <p:cNvPr id="58" name="矩形 57"/>
            <p:cNvSpPr/>
            <p:nvPr/>
          </p:nvSpPr>
          <p:spPr>
            <a:xfrm>
              <a:off x="2484530" y="2456940"/>
              <a:ext cx="2040938" cy="1310502"/>
            </a:xfrm>
            <a:prstGeom prst="rect">
              <a:avLst/>
            </a:prstGeom>
            <a:gradFill>
              <a:gsLst>
                <a:gs pos="33000">
                  <a:srgbClr val="F9F9F9"/>
                </a:gs>
                <a:gs pos="100000">
                  <a:srgbClr val="D7D7D7"/>
                </a:gs>
              </a:gsLst>
              <a:lin ang="5400000" scaled="0"/>
            </a:gradFill>
            <a:ln w="25400" cap="flat" cmpd="sng" algn="ctr">
              <a:noFill/>
              <a:prstDash val="solid"/>
            </a:ln>
            <a:effectLst>
              <a:outerShdw blurRad="50800" dist="38100" dir="5400000" algn="t" rotWithShape="0">
                <a:prstClr val="black">
                  <a:alpha val="40000"/>
                </a:prstClr>
              </a:outerShdw>
            </a:effectLst>
          </p:spPr>
          <p:txBody>
            <a:bodyPr anchor="ctr"/>
            <a:lstStyle/>
            <a:p>
              <a:pPr lvl="0" algn="just">
                <a:lnSpc>
                  <a:spcPct val="120000"/>
                </a:lnSpc>
                <a:defRPr/>
              </a:pPr>
              <a:r>
                <a:rPr lang="zh-CN" altLang="en-US" sz="1200" kern="0" dirty="0">
                  <a:solidFill>
                    <a:srgbClr val="4D4D4D"/>
                  </a:solidFill>
                  <a:latin typeface="黑体" panose="02010609060101010101" charset="-122"/>
                  <a:ea typeface="黑体" panose="02010609060101010101" charset="-122"/>
                  <a:cs typeface="黑体" panose="02010609060101010101" charset="-122"/>
                </a:rPr>
                <a:t>安全校核时间，年度交易不超过</a:t>
              </a:r>
              <a:r>
                <a:rPr lang="en-US" altLang="zh-CN" sz="1200" kern="0" dirty="0">
                  <a:solidFill>
                    <a:srgbClr val="4D4D4D"/>
                  </a:solidFill>
                  <a:latin typeface="黑体" panose="02010609060101010101" charset="-122"/>
                  <a:ea typeface="黑体" panose="02010609060101010101" charset="-122"/>
                  <a:cs typeface="黑体" panose="02010609060101010101" charset="-122"/>
                </a:rPr>
                <a:t>5</a:t>
              </a:r>
              <a:r>
                <a:rPr lang="zh-CN" altLang="en-US" sz="1200" kern="0" dirty="0">
                  <a:solidFill>
                    <a:srgbClr val="4D4D4D"/>
                  </a:solidFill>
                  <a:latin typeface="黑体" panose="02010609060101010101" charset="-122"/>
                  <a:ea typeface="黑体" panose="02010609060101010101" charset="-122"/>
                  <a:cs typeface="黑体" panose="02010609060101010101" charset="-122"/>
                </a:rPr>
                <a:t>个工作日，月度交易不超过</a:t>
              </a:r>
              <a:r>
                <a:rPr lang="en-US" altLang="zh-CN" sz="1200" kern="0" dirty="0">
                  <a:solidFill>
                    <a:srgbClr val="4D4D4D"/>
                  </a:solidFill>
                  <a:latin typeface="黑体" panose="02010609060101010101" charset="-122"/>
                  <a:ea typeface="黑体" panose="02010609060101010101" charset="-122"/>
                  <a:cs typeface="黑体" panose="02010609060101010101" charset="-122"/>
                </a:rPr>
                <a:t>2</a:t>
              </a:r>
              <a:r>
                <a:rPr lang="zh-CN" altLang="en-US" sz="1200" kern="0" dirty="0">
                  <a:solidFill>
                    <a:srgbClr val="4D4D4D"/>
                  </a:solidFill>
                  <a:latin typeface="黑体" panose="02010609060101010101" charset="-122"/>
                  <a:ea typeface="黑体" panose="02010609060101010101" charset="-122"/>
                  <a:cs typeface="黑体" panose="02010609060101010101" charset="-122"/>
                </a:rPr>
                <a:t>个工作日，月内校核时间不超过</a:t>
              </a:r>
              <a:r>
                <a:rPr lang="en-US" altLang="zh-CN" sz="1200" kern="0" dirty="0">
                  <a:solidFill>
                    <a:srgbClr val="4D4D4D"/>
                  </a:solidFill>
                  <a:latin typeface="黑体" panose="02010609060101010101" charset="-122"/>
                  <a:ea typeface="黑体" panose="02010609060101010101" charset="-122"/>
                  <a:cs typeface="黑体" panose="02010609060101010101" charset="-122"/>
                </a:rPr>
                <a:t>2</a:t>
              </a:r>
              <a:r>
                <a:rPr lang="zh-CN" altLang="en-US" sz="1200" kern="0" dirty="0">
                  <a:solidFill>
                    <a:srgbClr val="4D4D4D"/>
                  </a:solidFill>
                  <a:latin typeface="黑体" panose="02010609060101010101" charset="-122"/>
                  <a:ea typeface="黑体" panose="02010609060101010101" charset="-122"/>
                  <a:cs typeface="黑体" panose="02010609060101010101" charset="-122"/>
                </a:rPr>
                <a:t>个工作日。</a:t>
              </a:r>
              <a:endParaRPr kumimoji="0" lang="zh-CN" altLang="en-US" sz="1200" b="0" i="0" u="none" strike="noStrike" kern="0" cap="none" spc="0" normalizeH="0" baseline="0" noProof="0" dirty="0">
                <a:ln>
                  <a:noFill/>
                </a:ln>
                <a:solidFill>
                  <a:srgbClr val="4D4D4D"/>
                </a:solidFill>
                <a:effectLst/>
                <a:uLnTx/>
                <a:uFillTx/>
                <a:latin typeface="黑体" panose="02010609060101010101" charset="-122"/>
                <a:ea typeface="黑体" panose="02010609060101010101" charset="-122"/>
                <a:cs typeface="黑体" panose="02010609060101010101" charset="-122"/>
              </a:endParaRPr>
            </a:p>
          </p:txBody>
        </p:sp>
        <p:sp>
          <p:nvSpPr>
            <p:cNvPr id="54" name="矩形 53"/>
            <p:cNvSpPr/>
            <p:nvPr/>
          </p:nvSpPr>
          <p:spPr>
            <a:xfrm>
              <a:off x="4614754" y="2456940"/>
              <a:ext cx="2040938" cy="1310502"/>
            </a:xfrm>
            <a:prstGeom prst="rect">
              <a:avLst/>
            </a:prstGeom>
            <a:gradFill>
              <a:gsLst>
                <a:gs pos="33000">
                  <a:srgbClr val="F9F9F9"/>
                </a:gs>
                <a:gs pos="100000">
                  <a:srgbClr val="D7D7D7"/>
                </a:gs>
              </a:gsLst>
              <a:lin ang="5400000" scaled="0"/>
            </a:gradFill>
            <a:ln w="25400" cap="flat" cmpd="sng" algn="ctr">
              <a:noFill/>
              <a:prstDash val="solid"/>
            </a:ln>
            <a:effectLst>
              <a:outerShdw blurRad="50800" dist="38100" dir="5400000" algn="t" rotWithShape="0">
                <a:prstClr val="black">
                  <a:alpha val="40000"/>
                </a:prstClr>
              </a:outerShdw>
            </a:effectLst>
          </p:spPr>
          <p:txBody>
            <a:bodyPr anchor="ctr"/>
            <a:lstStyle/>
            <a:p>
              <a:pPr latinLnBrk="0">
                <a:lnSpc>
                  <a:spcPts val="1840"/>
                </a:lnSpc>
              </a:pPr>
              <a:r>
                <a:rPr lang="zh-CN" altLang="zh-CN" sz="1200" kern="0" dirty="0">
                  <a:solidFill>
                    <a:srgbClr val="4D4D4D"/>
                  </a:solidFill>
                  <a:latin typeface="黑体" panose="02010609060101010101" charset="-122"/>
                  <a:ea typeface="黑体" panose="02010609060101010101" charset="-122"/>
                </a:rPr>
                <a:t>安全校核在规定的期限内完成。针对复杂断面约束，国调、网调、省调可能需要迭代。</a:t>
              </a:r>
              <a:endParaRPr lang="zh-CN" altLang="zh-CN" sz="1200" kern="0" dirty="0">
                <a:solidFill>
                  <a:srgbClr val="4D4D4D"/>
                </a:solidFill>
                <a:latin typeface="黑体" panose="02010609060101010101" charset="-122"/>
                <a:ea typeface="黑体" panose="02010609060101010101" charset="-122"/>
              </a:endParaRPr>
            </a:p>
          </p:txBody>
        </p:sp>
        <p:sp>
          <p:nvSpPr>
            <p:cNvPr id="52" name="矩形 51"/>
            <p:cNvSpPr/>
            <p:nvPr/>
          </p:nvSpPr>
          <p:spPr>
            <a:xfrm>
              <a:off x="4596789" y="4341848"/>
              <a:ext cx="2040938" cy="1310502"/>
            </a:xfrm>
            <a:prstGeom prst="rect">
              <a:avLst/>
            </a:prstGeom>
            <a:gradFill>
              <a:gsLst>
                <a:gs pos="33000">
                  <a:srgbClr val="F9F9F9"/>
                </a:gs>
                <a:gs pos="100000">
                  <a:srgbClr val="D7D7D7"/>
                </a:gs>
              </a:gsLst>
              <a:lin ang="5400000" scaled="0"/>
            </a:gradFill>
            <a:ln w="25400" cap="flat" cmpd="sng" algn="ctr">
              <a:noFill/>
              <a:prstDash val="solid"/>
            </a:ln>
            <a:effectLst>
              <a:outerShdw blurRad="50800" dist="38100" dir="5400000" algn="t" rotWithShape="0">
                <a:prstClr val="black">
                  <a:alpha val="40000"/>
                </a:prstClr>
              </a:outerShdw>
            </a:effectLst>
          </p:spPr>
          <p:txBody>
            <a:bodyPr anchor="ctr"/>
            <a:lstStyle/>
            <a:p>
              <a:pPr lvl="0" algn="just">
                <a:lnSpc>
                  <a:spcPct val="120000"/>
                </a:lnSpc>
                <a:defRPr/>
              </a:pPr>
              <a:r>
                <a:rPr lang="zh-CN" altLang="en-US" sz="1200" kern="0" dirty="0">
                  <a:solidFill>
                    <a:srgbClr val="4D4D4D"/>
                  </a:solidFill>
                  <a:latin typeface="黑体" panose="02010609060101010101" charset="-122"/>
                  <a:ea typeface="黑体" panose="02010609060101010101" charset="-122"/>
                </a:rPr>
                <a:t>调度机构出具安全校核结果，若不通过应说明具体原因，由电力交易平台予以公布。</a:t>
              </a:r>
              <a:endParaRPr kumimoji="0" lang="zh-CN" altLang="en-US" sz="1200" b="0" i="0" u="none" strike="noStrike" kern="0" cap="none" spc="0" normalizeH="0" baseline="0" noProof="0" dirty="0">
                <a:ln>
                  <a:noFill/>
                </a:ln>
                <a:solidFill>
                  <a:srgbClr val="4D4D4D"/>
                </a:solidFill>
                <a:effectLst/>
                <a:uLnTx/>
                <a:uFillTx/>
                <a:latin typeface="黑体" panose="02010609060101010101" charset="-122"/>
                <a:ea typeface="黑体" panose="02010609060101010101" charset="-122"/>
                <a:cs typeface="+mn-cs"/>
              </a:endParaRPr>
            </a:p>
          </p:txBody>
        </p:sp>
        <p:sp>
          <p:nvSpPr>
            <p:cNvPr id="50" name="矩形 49"/>
            <p:cNvSpPr/>
            <p:nvPr/>
          </p:nvSpPr>
          <p:spPr>
            <a:xfrm>
              <a:off x="374276" y="4334228"/>
              <a:ext cx="2040938" cy="1310502"/>
            </a:xfrm>
            <a:prstGeom prst="rect">
              <a:avLst/>
            </a:prstGeom>
            <a:gradFill>
              <a:gsLst>
                <a:gs pos="33000">
                  <a:srgbClr val="F9F9F9"/>
                </a:gs>
                <a:gs pos="100000">
                  <a:srgbClr val="D7D7D7"/>
                </a:gs>
              </a:gsLst>
              <a:lin ang="5400000" scaled="0"/>
            </a:gradFill>
            <a:ln w="25400" cap="flat" cmpd="sng" algn="ctr">
              <a:noFill/>
              <a:prstDash val="solid"/>
            </a:ln>
            <a:effectLst>
              <a:outerShdw blurRad="50800" dist="38100" dir="5400000" algn="t" rotWithShape="0">
                <a:prstClr val="black">
                  <a:alpha val="40000"/>
                </a:prstClr>
              </a:outerShdw>
            </a:effectLst>
          </p:spPr>
          <p:txBody>
            <a:bodyPr anchor="ctr"/>
            <a:lstStyle/>
            <a:p>
              <a:pPr marL="0" marR="0" lvl="0" indent="0" algn="just" defTabSz="914400" eaLnBrk="1" fontAlgn="auto" latinLnBrk="0" hangingPunct="1">
                <a:lnSpc>
                  <a:spcPct val="120000"/>
                </a:lnSpc>
                <a:spcBef>
                  <a:spcPts val="0"/>
                </a:spcBef>
                <a:spcAft>
                  <a:spcPts val="0"/>
                </a:spcAft>
                <a:buClrTx/>
                <a:buSzTx/>
                <a:buFontTx/>
                <a:buNone/>
                <a:defRPr/>
              </a:pPr>
              <a:r>
                <a:rPr lang="zh-CN" altLang="en-US" sz="1200" kern="0" dirty="0">
                  <a:solidFill>
                    <a:srgbClr val="4D4D4D"/>
                  </a:solidFill>
                  <a:latin typeface="黑体" panose="02010609060101010101" charset="-122"/>
                  <a:ea typeface="黑体" panose="02010609060101010101" charset="-122"/>
                </a:rPr>
                <a:t>安全校核未通过，由北京电力交易中心依据调度机构提供的调减量，依据市场规则调减，并再次推送安全校核，直至全部通过。</a:t>
              </a:r>
              <a:endParaRPr kumimoji="0" lang="zh-CN" altLang="en-US" sz="1200" b="0" i="0" u="none" strike="noStrike" kern="0" cap="none" spc="0" normalizeH="0" baseline="0" noProof="0" dirty="0">
                <a:ln>
                  <a:noFill/>
                </a:ln>
                <a:solidFill>
                  <a:srgbClr val="4D4D4D"/>
                </a:solidFill>
                <a:effectLst/>
                <a:uLnTx/>
                <a:uFillTx/>
                <a:latin typeface="黑体" panose="02010609060101010101" charset="-122"/>
                <a:ea typeface="黑体" panose="02010609060101010101" charset="-122"/>
                <a:cs typeface="+mn-cs"/>
              </a:endParaRPr>
            </a:p>
          </p:txBody>
        </p:sp>
        <p:sp>
          <p:nvSpPr>
            <p:cNvPr id="48" name="矩形 47"/>
            <p:cNvSpPr/>
            <p:nvPr/>
          </p:nvSpPr>
          <p:spPr>
            <a:xfrm>
              <a:off x="2488860" y="4341848"/>
              <a:ext cx="2040938" cy="1310502"/>
            </a:xfrm>
            <a:prstGeom prst="rect">
              <a:avLst/>
            </a:prstGeom>
            <a:gradFill>
              <a:gsLst>
                <a:gs pos="33000">
                  <a:srgbClr val="F9F9F9"/>
                </a:gs>
                <a:gs pos="100000">
                  <a:srgbClr val="D7D7D7"/>
                </a:gs>
              </a:gsLst>
              <a:lin ang="5400000" scaled="0"/>
            </a:gradFill>
            <a:ln w="25400" cap="flat" cmpd="sng" algn="ctr">
              <a:noFill/>
              <a:prstDash val="solid"/>
            </a:ln>
            <a:effectLst>
              <a:outerShdw blurRad="50800" dist="38100" dir="5400000" algn="t" rotWithShape="0">
                <a:prstClr val="black">
                  <a:alpha val="40000"/>
                </a:prstClr>
              </a:outerShdw>
            </a:effectLst>
          </p:spPr>
          <p:txBody>
            <a:bodyPr anchor="ctr"/>
            <a:lstStyle/>
            <a:p>
              <a:pPr marL="0" marR="0" lvl="0" indent="0" algn="just" defTabSz="914400" eaLnBrk="1" fontAlgn="auto" latinLnBrk="0" hangingPunct="1">
                <a:lnSpc>
                  <a:spcPct val="120000"/>
                </a:lnSpc>
                <a:spcBef>
                  <a:spcPts val="0"/>
                </a:spcBef>
                <a:spcAft>
                  <a:spcPts val="0"/>
                </a:spcAft>
                <a:buClrTx/>
                <a:buSzTx/>
                <a:buFontTx/>
                <a:buNone/>
                <a:defRPr/>
              </a:pPr>
              <a:r>
                <a:rPr lang="zh-CN" altLang="en-US" sz="1200" kern="0" dirty="0">
                  <a:solidFill>
                    <a:srgbClr val="4D4D4D"/>
                  </a:solidFill>
                  <a:latin typeface="黑体" panose="02010609060101010101" charset="-122"/>
                  <a:ea typeface="黑体" panose="02010609060101010101" charset="-122"/>
                  <a:cs typeface="黑体" panose="02010609060101010101" charset="-122"/>
                </a:rPr>
                <a:t>对于交易形成的</a:t>
              </a:r>
              <a:r>
                <a:rPr lang="en-US" altLang="zh-CN" sz="1200" kern="0" dirty="0">
                  <a:solidFill>
                    <a:srgbClr val="4D4D4D"/>
                  </a:solidFill>
                  <a:latin typeface="黑体" panose="02010609060101010101" charset="-122"/>
                  <a:ea typeface="黑体" panose="02010609060101010101" charset="-122"/>
                  <a:cs typeface="黑体" panose="02010609060101010101" charset="-122"/>
                </a:rPr>
                <a:t>24</a:t>
              </a:r>
              <a:r>
                <a:rPr lang="zh-CN" altLang="en-US" sz="1200" kern="0" dirty="0">
                  <a:solidFill>
                    <a:srgbClr val="4D4D4D"/>
                  </a:solidFill>
                  <a:latin typeface="黑体" panose="02010609060101010101" charset="-122"/>
                  <a:ea typeface="黑体" panose="02010609060101010101" charset="-122"/>
                  <a:cs typeface="黑体" panose="02010609060101010101" charset="-122"/>
                </a:rPr>
                <a:t>点电力曲线，安全校核逐点反馈越限情况，未通过时，按照合同执行的优先顺序逆序调减。</a:t>
              </a:r>
              <a:endParaRPr kumimoji="0" lang="zh-CN" altLang="en-US" sz="1200" b="0" i="0" u="none" strike="noStrike" kern="0" cap="none" spc="0" normalizeH="0" baseline="0" noProof="0" dirty="0">
                <a:ln>
                  <a:noFill/>
                </a:ln>
                <a:solidFill>
                  <a:srgbClr val="4D4D4D"/>
                </a:solidFill>
                <a:effectLst/>
                <a:uLnTx/>
                <a:uFillTx/>
                <a:latin typeface="黑体" panose="02010609060101010101" charset="-122"/>
                <a:ea typeface="黑体" panose="02010609060101010101" charset="-122"/>
                <a:cs typeface="黑体" panose="02010609060101010101" charset="-122"/>
              </a:endParaRPr>
            </a:p>
          </p:txBody>
        </p:sp>
      </p:grpSp>
      <p:sp>
        <p:nvSpPr>
          <p:cNvPr id="61" name="矩形 60"/>
          <p:cNvSpPr/>
          <p:nvPr/>
        </p:nvSpPr>
        <p:spPr>
          <a:xfrm>
            <a:off x="4645289" y="1208938"/>
            <a:ext cx="2721251" cy="396093"/>
          </a:xfrm>
          <a:prstGeom prst="rect">
            <a:avLst/>
          </a:prstGeom>
          <a:solidFill>
            <a:srgbClr val="0070C0"/>
          </a:solidFill>
          <a:ln w="25400" cap="flat" cmpd="sng" algn="ctr">
            <a:noFill/>
            <a:prstDash val="solid"/>
          </a:ln>
          <a:effectLst/>
        </p:spPr>
        <p:txBody>
          <a:bodyPr anchor="ctr"/>
          <a:lstStyle/>
          <a:p>
            <a:pPr marL="0" marR="0" lvl="0" algn="ctr" defTabSz="914400" eaLnBrk="1" fontAlgn="auto" latinLnBrk="0" hangingPunct="1">
              <a:lnSpc>
                <a:spcPct val="120000"/>
              </a:lnSpc>
              <a:spcBef>
                <a:spcPts val="0"/>
              </a:spcBef>
              <a:spcAft>
                <a:spcPts val="0"/>
              </a:spcAft>
              <a:buClrTx/>
              <a:buSzTx/>
              <a:buFontTx/>
              <a:buNone/>
              <a:defRPr/>
            </a:pPr>
            <a:r>
              <a:rPr lang="zh-CN" altLang="en-US" sz="2000" b="1" kern="0" noProof="0" dirty="0">
                <a:ln>
                  <a:noFill/>
                </a:ln>
                <a:solidFill>
                  <a:schemeClr val="bg1"/>
                </a:solidFill>
                <a:effectLst/>
                <a:uLnTx/>
                <a:uFillTx/>
                <a:latin typeface="微软雅黑" panose="020B0503020204020204" pitchFamily="34" charset="-122"/>
                <a:ea typeface="微软雅黑" panose="020B0503020204020204" pitchFamily="34" charset="-122"/>
              </a:rPr>
              <a:t>校核时间</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3" name="矩形 62"/>
          <p:cNvSpPr/>
          <p:nvPr/>
        </p:nvSpPr>
        <p:spPr>
          <a:xfrm>
            <a:off x="7503158" y="1228669"/>
            <a:ext cx="2721251" cy="396093"/>
          </a:xfrm>
          <a:prstGeom prst="rect">
            <a:avLst/>
          </a:prstGeom>
          <a:solidFill>
            <a:srgbClr val="0070C0"/>
          </a:solidFill>
          <a:ln w="25400" cap="flat" cmpd="sng" algn="ctr">
            <a:noFill/>
            <a:prstDash val="solid"/>
          </a:ln>
          <a:effectLst/>
        </p:spPr>
        <p:txBody>
          <a:bodyPr anchor="ctr"/>
          <a:lstStyle/>
          <a:p>
            <a:pPr marL="0" marR="0" lvl="0" algn="ctr" defTabSz="914400" eaLnBrk="1" fontAlgn="auto" latinLnBrk="0" hangingPunct="1">
              <a:lnSpc>
                <a:spcPct val="120000"/>
              </a:lnSpc>
              <a:spcBef>
                <a:spcPts val="0"/>
              </a:spcBef>
              <a:spcAft>
                <a:spcPts val="0"/>
              </a:spcAft>
              <a:buClrTx/>
              <a:buSzTx/>
              <a:buFontTx/>
              <a:buNone/>
              <a:defRPr/>
            </a:pPr>
            <a:r>
              <a:rPr lang="zh-CN" altLang="en-US" sz="2000" b="1" kern="0" noProof="0" dirty="0">
                <a:ln>
                  <a:noFill/>
                </a:ln>
                <a:solidFill>
                  <a:schemeClr val="bg1"/>
                </a:solidFill>
                <a:effectLst/>
                <a:uLnTx/>
                <a:uFillTx/>
                <a:latin typeface="微软雅黑" panose="020B0503020204020204" pitchFamily="34" charset="-122"/>
                <a:ea typeface="微软雅黑" panose="020B0503020204020204" pitchFamily="34" charset="-122"/>
              </a:rPr>
              <a:t>协同校核</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4" name="矩形 63"/>
          <p:cNvSpPr/>
          <p:nvPr/>
        </p:nvSpPr>
        <p:spPr>
          <a:xfrm>
            <a:off x="7479205" y="3093847"/>
            <a:ext cx="2721251" cy="396093"/>
          </a:xfrm>
          <a:prstGeom prst="rect">
            <a:avLst/>
          </a:prstGeom>
          <a:solidFill>
            <a:srgbClr val="0070C0"/>
          </a:solidFill>
          <a:ln w="25400" cap="flat" cmpd="sng" algn="ctr">
            <a:noFill/>
            <a:prstDash val="solid"/>
          </a:ln>
          <a:effectLst/>
        </p:spPr>
        <p:txBody>
          <a:bodyPr anchor="ctr"/>
          <a:lstStyle/>
          <a:p>
            <a:pPr marL="0" marR="0" lvl="0" algn="ctr" defTabSz="914400" eaLnBrk="1" fontAlgn="auto" latinLnBrk="0" hangingPunct="1">
              <a:lnSpc>
                <a:spcPct val="120000"/>
              </a:lnSpc>
              <a:spcBef>
                <a:spcPts val="0"/>
              </a:spcBef>
              <a:spcAft>
                <a:spcPts val="0"/>
              </a:spcAft>
              <a:buClrTx/>
              <a:buSzTx/>
              <a:buFontTx/>
              <a:buNone/>
              <a:defRPr/>
            </a:pPr>
            <a:r>
              <a:rPr lang="zh-CN" altLang="en-US" sz="2000" b="1" kern="0" noProof="0" dirty="0">
                <a:ln>
                  <a:noFill/>
                </a:ln>
                <a:solidFill>
                  <a:schemeClr val="bg1"/>
                </a:solidFill>
                <a:effectLst/>
                <a:uLnTx/>
                <a:uFillTx/>
                <a:latin typeface="微软雅黑" panose="020B0503020204020204" pitchFamily="34" charset="-122"/>
                <a:ea typeface="微软雅黑" panose="020B0503020204020204" pitchFamily="34" charset="-122"/>
              </a:rPr>
              <a:t>校核结果</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5" name="矩形 64"/>
          <p:cNvSpPr/>
          <p:nvPr/>
        </p:nvSpPr>
        <p:spPr>
          <a:xfrm>
            <a:off x="1833934" y="3097022"/>
            <a:ext cx="2721251" cy="396093"/>
          </a:xfrm>
          <a:prstGeom prst="rect">
            <a:avLst/>
          </a:prstGeom>
          <a:solidFill>
            <a:srgbClr val="0070C0"/>
          </a:solidFill>
          <a:ln w="25400" cap="flat" cmpd="sng" algn="ctr">
            <a:noFill/>
            <a:prstDash val="solid"/>
          </a:ln>
          <a:effectLst/>
        </p:spPr>
        <p:txBody>
          <a:bodyPr anchor="ctr"/>
          <a:lstStyle/>
          <a:p>
            <a:pPr marL="0" marR="0" lvl="0" algn="ctr" defTabSz="91440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交易调</a:t>
            </a:r>
            <a:r>
              <a:rPr lang="zh-CN" altLang="en-US" sz="2000" b="1" kern="0" noProof="0" dirty="0">
                <a:ln>
                  <a:noFill/>
                </a:ln>
                <a:solidFill>
                  <a:schemeClr val="bg1"/>
                </a:solidFill>
                <a:effectLst/>
                <a:uLnTx/>
                <a:uFillTx/>
                <a:latin typeface="微软雅黑" panose="020B0503020204020204" pitchFamily="34" charset="-122"/>
                <a:ea typeface="微软雅黑" panose="020B0503020204020204" pitchFamily="34" charset="-122"/>
              </a:rPr>
              <a:t>减</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6" name="矩形 65"/>
          <p:cNvSpPr/>
          <p:nvPr/>
        </p:nvSpPr>
        <p:spPr>
          <a:xfrm>
            <a:off x="4645786" y="3093847"/>
            <a:ext cx="2721251" cy="396093"/>
          </a:xfrm>
          <a:prstGeom prst="rect">
            <a:avLst/>
          </a:prstGeom>
          <a:solidFill>
            <a:srgbClr val="0070C0"/>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lang="zh-CN" altLang="en-US" sz="2000" b="1" kern="0" noProof="0" dirty="0">
                <a:ln>
                  <a:noFill/>
                </a:ln>
                <a:solidFill>
                  <a:schemeClr val="bg1"/>
                </a:solidFill>
                <a:effectLst/>
                <a:uLnTx/>
                <a:uFillTx/>
                <a:latin typeface="微软雅黑" panose="020B0503020204020204" pitchFamily="34" charset="-122"/>
                <a:ea typeface="微软雅黑" panose="020B0503020204020204" pitchFamily="34" charset="-122"/>
              </a:rPr>
              <a:t>曲线调减</a:t>
            </a:r>
            <a:endParaRPr kumimoji="0" lang="zh-CN" altLang="en-US"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318724" y="23318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11.</a:t>
            </a:r>
            <a:r>
              <a:rPr lang="zh-CN" altLang="en-US" sz="2800" b="1" dirty="0">
                <a:latin typeface="+mj-lt"/>
                <a:ea typeface="+mj-lt"/>
                <a:cs typeface="+mj-lt"/>
              </a:rPr>
              <a:t>省间中长期交易安全校核</a:t>
            </a:r>
            <a:endParaRPr lang="zh-CN" altLang="en-US" sz="2800" b="1" dirty="0">
              <a:latin typeface="+mj-lt"/>
              <a:ea typeface="+mj-lt"/>
              <a:cs typeface="+mj-l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
        <p:nvSpPr>
          <p:cNvPr id="4" name="文本框 3"/>
          <p:cNvSpPr txBox="1"/>
          <p:nvPr/>
        </p:nvSpPr>
        <p:spPr>
          <a:xfrm>
            <a:off x="407670" y="765175"/>
            <a:ext cx="11447145" cy="2861310"/>
          </a:xfrm>
          <a:prstGeom prst="rect">
            <a:avLst/>
          </a:prstGeom>
          <a:noFill/>
        </p:spPr>
        <p:txBody>
          <a:bodyPr wrap="square" rtlCol="0">
            <a:spAutoFit/>
          </a:bodyPr>
          <a:p>
            <a:pPr marL="0" indent="0">
              <a:lnSpc>
                <a:spcPct val="15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省间电力交易受到省间输电线路传输容量限制，随着省间交易规模增长，通道阻塞问题较为明显，为规范省间通道使用秩序，北京电力交易中心创新提出基于我国国情的省间通道使用优先级机制，纳入《北京电力交易中心跨区跨省电力中长期交易实施细则（2024年修订稿）》（京电交市〔2024〕38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号</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），经政府主管部门审批同意执行。</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图表 4"/>
          <p:cNvGraphicFramePr/>
          <p:nvPr/>
        </p:nvGraphicFramePr>
        <p:xfrm>
          <a:off x="191770" y="3678555"/>
          <a:ext cx="6125210" cy="2602865"/>
        </p:xfrm>
        <a:graphic>
          <a:graphicData uri="http://schemas.openxmlformats.org/drawingml/2006/chart">
            <c:chart xmlns:c="http://schemas.openxmlformats.org/drawingml/2006/chart" xmlns:r="http://schemas.openxmlformats.org/officeDocument/2006/relationships" r:id="rId1"/>
          </a:graphicData>
        </a:graphic>
      </p:graphicFrame>
      <p:sp>
        <p:nvSpPr>
          <p:cNvPr id="9" name="文本框 8"/>
          <p:cNvSpPr txBox="1"/>
          <p:nvPr>
            <p:custDataLst>
              <p:tags r:id="rId2"/>
            </p:custDataLst>
          </p:nvPr>
        </p:nvSpPr>
        <p:spPr>
          <a:xfrm>
            <a:off x="8231505" y="6237605"/>
            <a:ext cx="2861945" cy="275590"/>
          </a:xfrm>
          <a:prstGeom prst="rect">
            <a:avLst/>
          </a:prstGeom>
          <a:noFill/>
        </p:spPr>
        <p:txBody>
          <a:bodyPr wrap="none" rtlCol="0" anchor="ctr" anchorCtr="0">
            <a:noAutofit/>
          </a:bodyPr>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雁淮直流年度市场8月成交曲线（兆瓦）</a:t>
            </a:r>
            <a:endParaRPr lang="zh-CN" altLang="en-US" sz="8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sp>
        <p:nvSpPr>
          <p:cNvPr id="10" name="文本框 9"/>
          <p:cNvSpPr txBox="1"/>
          <p:nvPr>
            <p:custDataLst>
              <p:tags r:id="rId3"/>
            </p:custDataLst>
          </p:nvPr>
        </p:nvSpPr>
        <p:spPr>
          <a:xfrm>
            <a:off x="2058670" y="6237605"/>
            <a:ext cx="2861945" cy="275590"/>
          </a:xfrm>
          <a:prstGeom prst="rect">
            <a:avLst/>
          </a:prstGeom>
          <a:noFill/>
        </p:spPr>
        <p:txBody>
          <a:bodyPr wrap="none" rtlCol="0" anchor="ctr" anchorCtr="0">
            <a:noAutofit/>
          </a:bodyPr>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灵绍直流年度市场</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3</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月成交曲线（兆瓦）</a:t>
            </a:r>
            <a:endParaRPr lang="zh-CN" altLang="en-US" sz="8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sp>
        <p:nvSpPr>
          <p:cNvPr id="13" name="文本框 12"/>
          <p:cNvSpPr txBox="1"/>
          <p:nvPr/>
        </p:nvSpPr>
        <p:spPr>
          <a:xfrm>
            <a:off x="2604135" y="3726815"/>
            <a:ext cx="1651000" cy="245110"/>
          </a:xfrm>
          <a:prstGeom prst="rect">
            <a:avLst/>
          </a:prstGeom>
          <a:noFill/>
        </p:spPr>
        <p:txBody>
          <a:bodyPr wrap="none" rtlCol="0">
            <a:spAutoFit/>
          </a:bodyPr>
          <a:p>
            <a:r>
              <a:rPr lang="zh-CN" altLang="en-US" sz="1000" b="1">
                <a:solidFill>
                  <a:schemeClr val="bg1">
                    <a:lumMod val="50000"/>
                  </a:schemeClr>
                </a:solidFill>
              </a:rPr>
              <a:t>灵绍直流</a:t>
            </a:r>
            <a:r>
              <a:rPr lang="en-US" altLang="zh-CN" sz="1000" b="1">
                <a:solidFill>
                  <a:schemeClr val="bg1">
                    <a:lumMod val="50000"/>
                  </a:schemeClr>
                </a:solidFill>
              </a:rPr>
              <a:t>3</a:t>
            </a:r>
            <a:r>
              <a:rPr lang="zh-CN" altLang="en-US" sz="1000" b="1">
                <a:solidFill>
                  <a:schemeClr val="bg1">
                    <a:lumMod val="50000"/>
                  </a:schemeClr>
                </a:solidFill>
              </a:rPr>
              <a:t>月典型电力曲线</a:t>
            </a:r>
            <a:endParaRPr lang="zh-CN" altLang="en-US" sz="1000" b="1">
              <a:solidFill>
                <a:schemeClr val="bg1">
                  <a:lumMod val="50000"/>
                </a:schemeClr>
              </a:solidFill>
            </a:endParaRPr>
          </a:p>
        </p:txBody>
      </p:sp>
      <p:sp>
        <p:nvSpPr>
          <p:cNvPr id="14" name="文本框 13"/>
          <p:cNvSpPr txBox="1"/>
          <p:nvPr/>
        </p:nvSpPr>
        <p:spPr>
          <a:xfrm>
            <a:off x="624840" y="4524375"/>
            <a:ext cx="765810" cy="198755"/>
          </a:xfrm>
          <a:prstGeom prst="rect">
            <a:avLst/>
          </a:prstGeom>
          <a:noFill/>
        </p:spPr>
        <p:txBody>
          <a:bodyPr wrap="none" rtlCol="0">
            <a:spAutoFit/>
          </a:bodyPr>
          <a:p>
            <a:r>
              <a:rPr lang="zh-CN" altLang="en-US" sz="700"/>
              <a:t>限额</a:t>
            </a:r>
            <a:r>
              <a:rPr lang="en-US" altLang="zh-CN" sz="700"/>
              <a:t>720</a:t>
            </a:r>
            <a:r>
              <a:rPr lang="zh-CN" altLang="en-US" sz="700"/>
              <a:t>万千瓦</a:t>
            </a:r>
            <a:endParaRPr lang="zh-CN" altLang="en-US" sz="700"/>
          </a:p>
        </p:txBody>
      </p:sp>
      <p:cxnSp>
        <p:nvCxnSpPr>
          <p:cNvPr id="16" name="直接连接符 15"/>
          <p:cNvCxnSpPr/>
          <p:nvPr/>
        </p:nvCxnSpPr>
        <p:spPr>
          <a:xfrm flipV="1">
            <a:off x="624840" y="4665980"/>
            <a:ext cx="5399405" cy="190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7" name="图片 16" descr="雁淮8月"/>
          <p:cNvPicPr>
            <a:picLocks noChangeAspect="1"/>
          </p:cNvPicPr>
          <p:nvPr/>
        </p:nvPicPr>
        <p:blipFill>
          <a:blip r:embed="rId4"/>
          <a:stretch>
            <a:fillRect/>
          </a:stretch>
        </p:blipFill>
        <p:spPr>
          <a:xfrm>
            <a:off x="6455410" y="3678555"/>
            <a:ext cx="5824855" cy="2602865"/>
          </a:xfrm>
          <a:prstGeom prst="rect">
            <a:avLst/>
          </a:prstGeom>
        </p:spPr>
      </p:pic>
      <p:sp>
        <p:nvSpPr>
          <p:cNvPr id="18" name="文本框 17"/>
          <p:cNvSpPr txBox="1"/>
          <p:nvPr/>
        </p:nvSpPr>
        <p:spPr>
          <a:xfrm>
            <a:off x="6974840" y="4467225"/>
            <a:ext cx="765810" cy="198755"/>
          </a:xfrm>
          <a:prstGeom prst="rect">
            <a:avLst/>
          </a:prstGeom>
          <a:noFill/>
        </p:spPr>
        <p:txBody>
          <a:bodyPr wrap="none" rtlCol="0">
            <a:spAutoFit/>
          </a:bodyPr>
          <a:p>
            <a:r>
              <a:rPr lang="zh-CN" altLang="en-US" sz="700"/>
              <a:t>限额</a:t>
            </a:r>
            <a:r>
              <a:rPr lang="en-US" altLang="zh-CN" sz="700"/>
              <a:t>720</a:t>
            </a:r>
            <a:r>
              <a:rPr lang="zh-CN" altLang="en-US" sz="700"/>
              <a:t>万千瓦</a:t>
            </a:r>
            <a:endParaRPr lang="zh-CN" altLang="en-US" sz="7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
        <p:nvSpPr>
          <p:cNvPr id="6" name="文本框 5"/>
          <p:cNvSpPr txBox="1"/>
          <p:nvPr/>
        </p:nvSpPr>
        <p:spPr>
          <a:xfrm>
            <a:off x="622935" y="2637155"/>
            <a:ext cx="11344910" cy="3923030"/>
          </a:xfrm>
          <a:prstGeom prst="rect">
            <a:avLst/>
          </a:prstGeom>
          <a:noFill/>
        </p:spPr>
        <p:txBody>
          <a:bodyPr wrap="square" rtlCol="0">
            <a:spAutoFit/>
          </a:bodyPr>
          <a:p>
            <a:pPr marL="285750" indent="-285750">
              <a:lnSpc>
                <a:spcPct val="150000"/>
              </a:lnSpc>
              <a:buFont typeface="Wingdings" panose="05000000000000000000" pitchFamily="2" charset="2"/>
              <a:buChar char="Ø"/>
            </a:pPr>
            <a:r>
              <a:rPr lang="zh-CN" altLang="en-US" sz="2000" b="1" dirty="0">
                <a:solidFill>
                  <a:srgbClr val="00B0F0"/>
                </a:solidFill>
                <a:latin typeface="微软雅黑" panose="020B0503020204020204" pitchFamily="34" charset="-122"/>
                <a:ea typeface="微软雅黑" panose="020B0503020204020204" pitchFamily="34" charset="-122"/>
                <a:cs typeface="黑体" panose="02010609060101010101" charset="-122"/>
              </a:rPr>
              <a:t>优先判定交易周期</a:t>
            </a:r>
            <a:endParaRPr lang="en-US" altLang="zh-CN" sz="2000" b="1" dirty="0">
              <a:solidFill>
                <a:srgbClr val="00B0F0"/>
              </a:solidFill>
              <a:latin typeface="微软雅黑" panose="020B0503020204020204" pitchFamily="34" charset="-122"/>
              <a:ea typeface="微软雅黑" panose="020B0503020204020204" pitchFamily="34" charset="-122"/>
              <a:cs typeface="黑体" panose="02010609060101010101" charset="-122"/>
            </a:endParaRPr>
          </a:p>
          <a:p>
            <a:pPr>
              <a:lnSpc>
                <a:spcPct val="150000"/>
              </a:lnSpc>
            </a:pPr>
            <a:r>
              <a:rPr sz="1800" dirty="0">
                <a:latin typeface="黑体" panose="02010609060101010101" charset="-122"/>
                <a:ea typeface="黑体" panose="02010609060101010101" charset="-122"/>
                <a:cs typeface="黑体" panose="02010609060101010101" charset="-122"/>
              </a:rPr>
              <a:t>按交易周期，交易优先顺序依次为年度（含多年）交易、月度（含多月）交易、月内交易</a:t>
            </a:r>
            <a:r>
              <a:rPr lang="zh-CN" altLang="en-US" sz="1800" dirty="0">
                <a:latin typeface="黑体" panose="02010609060101010101" charset="-122"/>
                <a:ea typeface="黑体" panose="02010609060101010101" charset="-122"/>
                <a:cs typeface="黑体" panose="02010609060101010101" charset="-122"/>
              </a:rPr>
              <a:t>。</a:t>
            </a:r>
            <a:endParaRPr lang="zh-CN" altLang="en-US" sz="1800" dirty="0">
              <a:latin typeface="黑体" panose="02010609060101010101" charset="-122"/>
              <a:ea typeface="黑体" panose="02010609060101010101" charset="-122"/>
              <a:cs typeface="黑体" panose="02010609060101010101" charset="-122"/>
            </a:endParaRPr>
          </a:p>
          <a:p>
            <a:pPr marL="285750" indent="-285750" algn="l">
              <a:lnSpc>
                <a:spcPct val="150000"/>
              </a:lnSpc>
              <a:buClrTx/>
              <a:buSzTx/>
              <a:buFont typeface="Wingdings" panose="05000000000000000000" pitchFamily="2" charset="2"/>
              <a:buChar char="Ø"/>
            </a:pPr>
            <a:r>
              <a:rPr lang="zh-CN" altLang="en-US" sz="2000" b="1" dirty="0">
                <a:solidFill>
                  <a:srgbClr val="00B0F0"/>
                </a:solidFill>
                <a:latin typeface="微软雅黑" panose="020B0503020204020204" pitchFamily="34" charset="-122"/>
                <a:ea typeface="微软雅黑" panose="020B0503020204020204" pitchFamily="34" charset="-122"/>
                <a:cs typeface="黑体" panose="02010609060101010101" charset="-122"/>
              </a:rPr>
              <a:t>同交易周期内的交易优先级</a:t>
            </a:r>
            <a:endParaRPr lang="zh-CN" altLang="en-US" sz="2000" b="1" dirty="0">
              <a:solidFill>
                <a:srgbClr val="00B0F0"/>
              </a:solidFill>
              <a:latin typeface="微软雅黑" panose="020B0503020204020204" pitchFamily="34" charset="-122"/>
              <a:ea typeface="微软雅黑" panose="020B0503020204020204" pitchFamily="34" charset="-122"/>
              <a:cs typeface="黑体" panose="02010609060101010101" charset="-122"/>
            </a:endParaRPr>
          </a:p>
          <a:p>
            <a:pPr marL="342900" indent="-342900">
              <a:lnSpc>
                <a:spcPct val="150000"/>
              </a:lnSpc>
              <a:buFont typeface="+mj-lt"/>
              <a:buAutoNum type="arabicPeriod"/>
            </a:pPr>
            <a:r>
              <a:rPr lang="zh-CN" altLang="en-US" sz="1800" dirty="0">
                <a:latin typeface="黑体" panose="02010609060101010101" charset="-122"/>
                <a:ea typeface="黑体" panose="02010609060101010101" charset="-122"/>
                <a:cs typeface="黑体" panose="02010609060101010101" charset="-122"/>
              </a:rPr>
              <a:t>售方为配套清洁能源及大型风光基地，送电方向为国家明确的消纳省份，其中以绿电交易方式开展的优先。</a:t>
            </a:r>
            <a:endParaRPr lang="zh-CN" altLang="en-US" sz="1800" dirty="0">
              <a:latin typeface="黑体" panose="02010609060101010101" charset="-122"/>
              <a:ea typeface="黑体" panose="02010609060101010101" charset="-122"/>
              <a:cs typeface="黑体" panose="02010609060101010101" charset="-122"/>
            </a:endParaRPr>
          </a:p>
          <a:p>
            <a:pPr marL="342900" indent="-342900">
              <a:lnSpc>
                <a:spcPct val="150000"/>
              </a:lnSpc>
              <a:buFont typeface="+mj-lt"/>
              <a:buAutoNum type="arabicPeriod"/>
            </a:pPr>
            <a:r>
              <a:rPr lang="zh-CN" altLang="en-US" sz="1800" dirty="0">
                <a:latin typeface="黑体" panose="02010609060101010101" charset="-122"/>
                <a:ea typeface="黑体" panose="02010609060101010101" charset="-122"/>
                <a:cs typeface="黑体" panose="02010609060101010101" charset="-122"/>
              </a:rPr>
              <a:t>售方为配套火电，送电方向为国家明确的消纳省份，交易规模不超过优先发电计划电量。</a:t>
            </a:r>
            <a:endParaRPr lang="zh-CN" altLang="en-US" sz="1800" dirty="0">
              <a:latin typeface="黑体" panose="02010609060101010101" charset="-122"/>
              <a:ea typeface="黑体" panose="02010609060101010101" charset="-122"/>
              <a:cs typeface="黑体" panose="02010609060101010101" charset="-122"/>
            </a:endParaRPr>
          </a:p>
          <a:p>
            <a:pPr marL="342900" indent="-342900">
              <a:lnSpc>
                <a:spcPct val="150000"/>
              </a:lnSpc>
              <a:buFont typeface="+mj-lt"/>
              <a:buAutoNum type="arabicPeriod"/>
            </a:pPr>
            <a:r>
              <a:rPr lang="zh-CN" altLang="en-US" sz="1800" dirty="0">
                <a:latin typeface="黑体" panose="02010609060101010101" charset="-122"/>
                <a:ea typeface="黑体" panose="02010609060101010101" charset="-122"/>
                <a:cs typeface="黑体" panose="02010609060101010101" charset="-122"/>
              </a:rPr>
              <a:t>售方非配套电源、大型风光基地，送电方向与优先发电计划一致，交易规模不超过优先发电计划电量，其中以绿电交易方式开展的优先。</a:t>
            </a:r>
            <a:endParaRPr lang="zh-CN" altLang="en-US" sz="1800" dirty="0">
              <a:latin typeface="黑体" panose="02010609060101010101" charset="-122"/>
              <a:ea typeface="黑体" panose="02010609060101010101" charset="-122"/>
              <a:cs typeface="黑体" panose="02010609060101010101" charset="-122"/>
            </a:endParaRPr>
          </a:p>
          <a:p>
            <a:pPr marL="342900" indent="-342900">
              <a:lnSpc>
                <a:spcPct val="150000"/>
              </a:lnSpc>
              <a:buFont typeface="+mj-lt"/>
              <a:buAutoNum type="arabicPeriod"/>
            </a:pPr>
            <a:r>
              <a:rPr lang="zh-CN" altLang="en-US" sz="1800" dirty="0">
                <a:latin typeface="黑体" panose="02010609060101010101" charset="-122"/>
                <a:ea typeface="黑体" panose="02010609060101010101" charset="-122"/>
                <a:cs typeface="黑体" panose="02010609060101010101" charset="-122"/>
              </a:rPr>
              <a:t>以绿电交易方式开展，售方非输电通道配套新能源、大型风光基地，非优先发电计划，或交易规模超出优先发电计划的电量。在送电方向上，直流落点省份或国家明确外送、消纳省份优先。</a:t>
            </a:r>
            <a:endParaRPr lang="zh-CN" altLang="en-US" sz="1800" dirty="0">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622935" y="883920"/>
            <a:ext cx="11049000" cy="1753235"/>
          </a:xfrm>
          <a:prstGeom prst="rect">
            <a:avLst/>
          </a:prstGeom>
          <a:noFill/>
        </p:spPr>
        <p:txBody>
          <a:bodyPr wrap="square" rtlCol="0" anchor="t">
            <a:spAutoFit/>
          </a:bodyPr>
          <a:p>
            <a:pPr marL="0" indent="0">
              <a:lnSpc>
                <a:spcPct val="15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优先级机制考虑了交易组织周期、交易类型、直流落点省份需求等因素，在保障优先发电计划足额落实同时，剩余通道能力为市场化交易提供空间，最大化促进省间的资源优化配置。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8" name="文本框 7"/>
          <p:cNvSpPr txBox="1"/>
          <p:nvPr/>
        </p:nvSpPr>
        <p:spPr>
          <a:xfrm>
            <a:off x="479296" y="981735"/>
            <a:ext cx="11192173" cy="4892675"/>
          </a:xfrm>
          <a:prstGeom prst="rect">
            <a:avLst/>
          </a:prstGeom>
          <a:noFill/>
        </p:spPr>
        <p:txBody>
          <a:bodyPr wrap="square" rtlCol="0">
            <a:spAutoFit/>
          </a:bodyPr>
          <a:p>
            <a:pPr marL="342900" indent="-342900">
              <a:lnSpc>
                <a:spcPct val="150000"/>
              </a:lnSpc>
              <a:buFont typeface="+mj-lt"/>
              <a:buAutoNum type="arabicPeriod" startAt="5"/>
            </a:pPr>
            <a:r>
              <a:rPr lang="zh-CN" altLang="en-US" sz="2000" dirty="0">
                <a:latin typeface="黑体" panose="02010609060101010101" charset="-122"/>
                <a:ea typeface="黑体" panose="02010609060101010101" charset="-122"/>
                <a:cs typeface="黑体" panose="02010609060101010101" charset="-122"/>
              </a:rPr>
              <a:t>售方为配套火电，送电方向为国家明确的消纳省份，交易规模超出优先发电计划的电量。</a:t>
            </a:r>
            <a:endParaRPr lang="zh-CN" altLang="en-US" sz="2000" dirty="0">
              <a:latin typeface="黑体" panose="02010609060101010101" charset="-122"/>
              <a:ea typeface="黑体" panose="02010609060101010101" charset="-122"/>
              <a:cs typeface="黑体" panose="02010609060101010101" charset="-122"/>
            </a:endParaRPr>
          </a:p>
          <a:p>
            <a:pPr marL="342900" indent="-342900">
              <a:lnSpc>
                <a:spcPct val="150000"/>
              </a:lnSpc>
              <a:buFont typeface="+mj-lt"/>
              <a:buAutoNum type="arabicPeriod" startAt="5"/>
            </a:pPr>
            <a:r>
              <a:rPr lang="zh-CN" altLang="en-US" sz="2000" dirty="0">
                <a:latin typeface="黑体" panose="02010609060101010101" charset="-122"/>
                <a:ea typeface="黑体" panose="02010609060101010101" charset="-122"/>
                <a:cs typeface="黑体" panose="02010609060101010101" charset="-122"/>
              </a:rPr>
              <a:t>以下交易视为优先级相同。在送电方向上，直流落点省份或国家明确外送消纳省份优先。</a:t>
            </a:r>
            <a:br>
              <a:rPr lang="zh-CN" altLang="en-US" sz="2000" dirty="0">
                <a:latin typeface="黑体" panose="02010609060101010101" charset="-122"/>
                <a:ea typeface="黑体" panose="02010609060101010101" charset="-122"/>
                <a:cs typeface="黑体" panose="02010609060101010101" charset="-122"/>
              </a:rPr>
            </a:br>
            <a:r>
              <a:rPr lang="zh-CN" altLang="en-US" sz="2000" dirty="0">
                <a:latin typeface="黑体" panose="02010609060101010101" charset="-122"/>
                <a:ea typeface="黑体" panose="02010609060101010101" charset="-122"/>
                <a:cs typeface="黑体" panose="02010609060101010101" charset="-122"/>
              </a:rPr>
              <a:t>（1）以非绿电交易方式开展，售方非输电通道配套电源、大型风光基地，非优先发电计划，或交易规模超出优先发电计划的电量；</a:t>
            </a:r>
            <a:br>
              <a:rPr lang="zh-CN" altLang="en-US" sz="2000" dirty="0">
                <a:latin typeface="黑体" panose="02010609060101010101" charset="-122"/>
                <a:ea typeface="黑体" panose="02010609060101010101" charset="-122"/>
                <a:cs typeface="黑体" panose="02010609060101010101" charset="-122"/>
              </a:rPr>
            </a:br>
            <a:r>
              <a:rPr lang="zh-CN" altLang="en-US" sz="2000" dirty="0">
                <a:latin typeface="黑体" panose="02010609060101010101" charset="-122"/>
                <a:ea typeface="黑体" panose="02010609060101010101" charset="-122"/>
                <a:cs typeface="黑体" panose="02010609060101010101" charset="-122"/>
              </a:rPr>
              <a:t>（2）输电通道配套电源经其他路径向国家明确的消纳省份送电；</a:t>
            </a:r>
            <a:br>
              <a:rPr lang="zh-CN" altLang="en-US" sz="2000" dirty="0">
                <a:latin typeface="黑体" panose="02010609060101010101" charset="-122"/>
                <a:ea typeface="黑体" panose="02010609060101010101" charset="-122"/>
                <a:cs typeface="黑体" panose="02010609060101010101" charset="-122"/>
              </a:rPr>
            </a:br>
            <a:r>
              <a:rPr lang="zh-CN" altLang="en-US" sz="2000" dirty="0">
                <a:latin typeface="黑体" panose="02010609060101010101" charset="-122"/>
                <a:ea typeface="黑体" panose="02010609060101010101" charset="-122"/>
                <a:cs typeface="黑体" panose="02010609060101010101" charset="-122"/>
              </a:rPr>
              <a:t>（3）输电通道配套电源向非国家明确的消纳省份送电；</a:t>
            </a:r>
            <a:br>
              <a:rPr lang="zh-CN" altLang="en-US" sz="2000" dirty="0">
                <a:latin typeface="黑体" panose="02010609060101010101" charset="-122"/>
                <a:ea typeface="黑体" panose="02010609060101010101" charset="-122"/>
                <a:cs typeface="黑体" panose="02010609060101010101" charset="-122"/>
              </a:rPr>
            </a:br>
            <a:r>
              <a:rPr lang="zh-CN" altLang="en-US" sz="2000" dirty="0">
                <a:latin typeface="黑体" panose="02010609060101010101" charset="-122"/>
                <a:ea typeface="黑体" panose="02010609060101010101" charset="-122"/>
                <a:cs typeface="黑体" panose="02010609060101010101" charset="-122"/>
              </a:rPr>
              <a:t>（</a:t>
            </a:r>
            <a:r>
              <a:rPr lang="en-US" altLang="zh-CN" sz="2000" dirty="0">
                <a:latin typeface="黑体" panose="02010609060101010101" charset="-122"/>
                <a:ea typeface="黑体" panose="02010609060101010101" charset="-122"/>
                <a:cs typeface="黑体" panose="02010609060101010101" charset="-122"/>
              </a:rPr>
              <a:t>4</a:t>
            </a:r>
            <a:r>
              <a:rPr lang="zh-CN" altLang="en-US" sz="2000" dirty="0">
                <a:latin typeface="黑体" panose="02010609060101010101" charset="-122"/>
                <a:ea typeface="黑体" panose="02010609060101010101" charset="-122"/>
                <a:cs typeface="黑体" panose="02010609060101010101" charset="-122"/>
              </a:rPr>
              <a:t>）其他交易。</a:t>
            </a:r>
            <a:endParaRPr lang="en-US" altLang="zh-CN" sz="2000" dirty="0">
              <a:latin typeface="黑体" panose="02010609060101010101" charset="-122"/>
              <a:ea typeface="黑体" panose="02010609060101010101" charset="-122"/>
              <a:cs typeface="黑体" panose="02010609060101010101" charset="-122"/>
            </a:endParaRPr>
          </a:p>
          <a:p>
            <a:pPr marL="285750" indent="-285750" algn="l">
              <a:lnSpc>
                <a:spcPct val="150000"/>
              </a:lnSpc>
              <a:buClrTx/>
              <a:buSzTx/>
              <a:buFont typeface="Wingdings" panose="05000000000000000000" pitchFamily="2" charset="2"/>
              <a:buChar char="Ø"/>
            </a:pPr>
            <a:r>
              <a:rPr lang="zh-CN" altLang="en-US" sz="2400" b="1" dirty="0">
                <a:solidFill>
                  <a:srgbClr val="00B0F0"/>
                </a:solidFill>
                <a:latin typeface="微软雅黑" panose="020B0503020204020204" pitchFamily="34" charset="-122"/>
                <a:ea typeface="微软雅黑" panose="020B0503020204020204" pitchFamily="34" charset="-122"/>
                <a:cs typeface="黑体" panose="02010609060101010101" charset="-122"/>
              </a:rPr>
              <a:t>其他优先级原则</a:t>
            </a:r>
            <a:endParaRPr lang="zh-CN" altLang="en-US" sz="2400" b="1" dirty="0">
              <a:solidFill>
                <a:srgbClr val="00B0F0"/>
              </a:solidFill>
              <a:latin typeface="微软雅黑" panose="020B0503020204020204" pitchFamily="34" charset="-122"/>
              <a:ea typeface="微软雅黑" panose="020B0503020204020204" pitchFamily="34" charset="-122"/>
              <a:cs typeface="黑体" panose="02010609060101010101" charset="-122"/>
            </a:endParaRPr>
          </a:p>
          <a:p>
            <a:pPr>
              <a:lnSpc>
                <a:spcPct val="150000"/>
              </a:lnSpc>
            </a:pPr>
            <a:r>
              <a:rPr lang="zh-CN" altLang="zh-CN" sz="2000" dirty="0">
                <a:latin typeface="黑体" panose="02010609060101010101" charset="-122"/>
                <a:ea typeface="黑体" panose="02010609060101010101" charset="-122"/>
                <a:cs typeface="黑体" panose="02010609060101010101" charset="-122"/>
              </a:rPr>
              <a:t>满足上述优先级的前提下，已发布成交结果的交易优先。在此基础上，按能源类型，优先顺序依次为全清洁能源交易、部分清洁能源交易、全火电交易</a:t>
            </a:r>
            <a:r>
              <a:rPr lang="zh-CN" altLang="zh-CN" sz="2400" dirty="0">
                <a:latin typeface="黑体" panose="02010609060101010101" charset="-122"/>
                <a:ea typeface="黑体" panose="02010609060101010101" charset="-122"/>
                <a:cs typeface="黑体" panose="02010609060101010101" charset="-122"/>
              </a:rPr>
              <a:t>。</a:t>
            </a:r>
            <a:endParaRPr lang="zh-CN" altLang="zh-CN" sz="2400" dirty="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graphicFrame>
        <p:nvGraphicFramePr>
          <p:cNvPr id="4" name="表格 3"/>
          <p:cNvGraphicFramePr/>
          <p:nvPr>
            <p:custDataLst>
              <p:tags r:id="rId1"/>
            </p:custDataLst>
          </p:nvPr>
        </p:nvGraphicFramePr>
        <p:xfrm>
          <a:off x="349885" y="1341120"/>
          <a:ext cx="11492230" cy="4711065"/>
        </p:xfrm>
        <a:graphic>
          <a:graphicData uri="http://schemas.openxmlformats.org/drawingml/2006/table">
            <a:tbl>
              <a:tblPr>
                <a:tableStyleId>{FABFCF23-3B69-468F-B69F-88F6DE6A72F2}</a:tableStyleId>
              </a:tblPr>
              <a:tblGrid>
                <a:gridCol w="1278255"/>
                <a:gridCol w="2065655"/>
                <a:gridCol w="1899920"/>
                <a:gridCol w="2529205"/>
                <a:gridCol w="2397125"/>
                <a:gridCol w="1322070"/>
              </a:tblGrid>
              <a:tr h="798195">
                <a:tc>
                  <a:txBody>
                    <a:bodyPr/>
                    <a:p>
                      <a:pPr algn="ctr">
                        <a:buClrTx/>
                        <a:buSzTx/>
                        <a:buFontTx/>
                        <a:buNone/>
                      </a:pPr>
                      <a:r>
                        <a:rPr lang="en-US" altLang="en-US" sz="1600" b="1">
                          <a:solidFill>
                            <a:schemeClr val="bg1"/>
                          </a:solidFill>
                        </a:rPr>
                        <a:t>A 交易周期</a:t>
                      </a:r>
                      <a:endParaRPr lang="en-US" altLang="en-US" sz="1600" b="1">
                        <a:solidFill>
                          <a:schemeClr val="bg1"/>
                        </a:solidFill>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c>
                  <a:txBody>
                    <a:bodyPr/>
                    <a:p>
                      <a:pPr algn="ctr">
                        <a:buClrTx/>
                        <a:buSzTx/>
                        <a:buFontTx/>
                        <a:buNone/>
                      </a:pPr>
                      <a:r>
                        <a:rPr lang="en-US" altLang="en-US" sz="1600" b="1">
                          <a:solidFill>
                            <a:schemeClr val="bg1"/>
                          </a:solidFill>
                        </a:rPr>
                        <a:t>B 交易类型</a:t>
                      </a:r>
                      <a:endParaRPr lang="en-US" altLang="en-US" sz="1600" b="1">
                        <a:solidFill>
                          <a:schemeClr val="bg1"/>
                        </a:solidFill>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c>
                  <a:txBody>
                    <a:bodyPr/>
                    <a:p>
                      <a:pPr algn="ctr">
                        <a:buClrTx/>
                        <a:buSzTx/>
                        <a:buFontTx/>
                        <a:buNone/>
                      </a:pPr>
                      <a:r>
                        <a:rPr lang="en-US" altLang="en-US" sz="1600" b="1">
                          <a:solidFill>
                            <a:schemeClr val="bg1"/>
                          </a:solidFill>
                        </a:rPr>
                        <a:t>C 绿色电力交易</a:t>
                      </a:r>
                      <a:endParaRPr lang="en-US" altLang="en-US" sz="1600" b="1">
                        <a:solidFill>
                          <a:schemeClr val="bg1"/>
                        </a:solidFill>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c>
                  <a:txBody>
                    <a:bodyPr/>
                    <a:p>
                      <a:pPr algn="ctr">
                        <a:buClrTx/>
                        <a:buSzTx/>
                        <a:buFontTx/>
                        <a:buNone/>
                      </a:pPr>
                      <a:r>
                        <a:rPr lang="en-US" altLang="en-US" sz="1600" b="1">
                          <a:solidFill>
                            <a:schemeClr val="bg1"/>
                          </a:solidFill>
                        </a:rPr>
                        <a:t>D 输电通道落点</a:t>
                      </a:r>
                      <a:endParaRPr lang="en-US" altLang="en-US" sz="1600" b="1">
                        <a:solidFill>
                          <a:schemeClr val="bg1"/>
                        </a:solidFill>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c>
                  <a:txBody>
                    <a:bodyPr/>
                    <a:p>
                      <a:pPr algn="ctr">
                        <a:buClrTx/>
                        <a:buSzTx/>
                        <a:buFontTx/>
                        <a:buNone/>
                      </a:pPr>
                      <a:r>
                        <a:rPr lang="en-US" altLang="en-US" sz="1600" b="1">
                          <a:solidFill>
                            <a:schemeClr val="bg1"/>
                          </a:solidFill>
                        </a:rPr>
                        <a:t>E 电力成分</a:t>
                      </a:r>
                      <a:endParaRPr lang="en-US" altLang="en-US" sz="1600" b="1">
                        <a:solidFill>
                          <a:schemeClr val="bg1"/>
                        </a:solidFill>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c>
                  <a:txBody>
                    <a:bodyPr/>
                    <a:p>
                      <a:pPr algn="ctr">
                        <a:buClrTx/>
                        <a:buSzTx/>
                        <a:buFontTx/>
                        <a:buNone/>
                      </a:pPr>
                      <a:r>
                        <a:rPr lang="en-US" altLang="en-US" sz="1600" b="1">
                          <a:solidFill>
                            <a:schemeClr val="bg1"/>
                          </a:solidFill>
                        </a:rPr>
                        <a:t>F 是否成交</a:t>
                      </a:r>
                      <a:endParaRPr lang="en-US" altLang="en-US" sz="1600" b="1">
                        <a:solidFill>
                          <a:schemeClr val="bg1"/>
                        </a:solidFill>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50000"/>
                      </a:schemeClr>
                    </a:solidFill>
                  </a:tcPr>
                </a:tc>
              </a:tr>
              <a:tr h="901065">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 年度</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（含多年）</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 配套电源优先计划（</a:t>
                      </a:r>
                      <a:r>
                        <a:rPr lang="zh-CN" altLang="en-US" sz="1600" b="0">
                          <a:latin typeface="微软雅黑" panose="020B0503020204020204" pitchFamily="34" charset="-122"/>
                          <a:ea typeface="微软雅黑" panose="020B0503020204020204" pitchFamily="34" charset="-122"/>
                          <a:cs typeface="微软雅黑" panose="020B0503020204020204" pitchFamily="34" charset="-122"/>
                        </a:rPr>
                        <a:t>配新及大基地优先于配火</a:t>
                      </a: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 绿色电力交易</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 购售双方均为直流落点</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 全清洁能源（水、风、光、核、生物质）</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1成交</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718185">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 月度</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（含多月）</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 其他优先计划</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 非绿色电力交易</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 购售单方为直流落点</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 清洁能源与火电打捆</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2预成交</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97230">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3 月内</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600" b="0">
                          <a:latin typeface="微软雅黑" panose="020B0503020204020204" pitchFamily="34" charset="-122"/>
                          <a:ea typeface="微软雅黑" panose="020B0503020204020204" pitchFamily="34" charset="-122"/>
                          <a:cs typeface="微软雅黑" panose="020B0503020204020204" pitchFamily="34" charset="-122"/>
                          <a:sym typeface="+mn-ea"/>
                        </a:rPr>
                        <a:t>非优先计划绿电交易</a:t>
                      </a:r>
                      <a:endParaRPr lang="zh-CN" altLang="en-US" sz="16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3 购售双方均非直流落点</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3 全火电（燃煤、燃气、燃油）</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798195">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sz="1600" b="0">
                          <a:latin typeface="微软雅黑" panose="020B0503020204020204" pitchFamily="34" charset="-122"/>
                          <a:ea typeface="微软雅黑" panose="020B0503020204020204" pitchFamily="34" charset="-122"/>
                          <a:cs typeface="微软雅黑" panose="020B0503020204020204" pitchFamily="34" charset="-122"/>
                          <a:sym typeface="+mn-ea"/>
                        </a:rPr>
                        <a:t>配套电源规划通道送消纳省超计划</a:t>
                      </a:r>
                      <a:endParaRPr lang="zh-CN" altLang="en-US" sz="16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798195">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r>
                        <a:rPr lang="en-US" altLang="en-US" sz="1600" b="0">
                          <a:latin typeface="微软雅黑" panose="020B0503020204020204" pitchFamily="34" charset="-122"/>
                          <a:ea typeface="微软雅黑" panose="020B0503020204020204" pitchFamily="34" charset="-122"/>
                          <a:cs typeface="微软雅黑" panose="020B0503020204020204" pitchFamily="34" charset="-122"/>
                        </a:rPr>
                        <a:t>5 </a:t>
                      </a:r>
                      <a:r>
                        <a:rPr lang="en-US" altLang="en-US" sz="1600" b="0">
                          <a:latin typeface="微软雅黑" panose="020B0503020204020204" pitchFamily="34" charset="-122"/>
                          <a:ea typeface="微软雅黑" panose="020B0503020204020204" pitchFamily="34" charset="-122"/>
                          <a:cs typeface="微软雅黑" panose="020B0503020204020204" pitchFamily="34" charset="-122"/>
                          <a:sym typeface="+mn-ea"/>
                        </a:rPr>
                        <a:t>其他市场化交易</a:t>
                      </a:r>
                      <a:endParaRPr lang="en-US" altLang="en-US" sz="16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ClrTx/>
                        <a:buSzTx/>
                        <a:buFontTx/>
                        <a:buNone/>
                      </a:pPr>
                      <a:endParaRPr lang="en-US" altLang="en-US" sz="1600" b="0">
                        <a:latin typeface="微软雅黑" panose="020B0503020204020204" pitchFamily="34" charset="-122"/>
                        <a:ea typeface="微软雅黑" panose="020B0503020204020204" pitchFamily="34" charset="-122"/>
                      </a:endParaRPr>
                    </a:p>
                  </a:txBody>
                  <a:tcPr marL="12700" marR="12700" marT="1270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11" name="Rectangle 9"/>
          <p:cNvSpPr>
            <a:spLocks noChangeArrowheads="1"/>
          </p:cNvSpPr>
          <p:nvPr/>
        </p:nvSpPr>
        <p:spPr bwMode="auto">
          <a:xfrm>
            <a:off x="1277848" y="3790750"/>
            <a:ext cx="9528175" cy="30163"/>
          </a:xfrm>
          <a:prstGeom prst="rect">
            <a:avLst/>
          </a:prstGeom>
          <a:solidFill>
            <a:srgbClr val="036EB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10"/>
          <p:cNvSpPr/>
          <p:nvPr/>
        </p:nvSpPr>
        <p:spPr bwMode="auto">
          <a:xfrm>
            <a:off x="1011148" y="373518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11"/>
          <p:cNvSpPr>
            <a:spLocks noEditPoints="1"/>
          </p:cNvSpPr>
          <p:nvPr/>
        </p:nvSpPr>
        <p:spPr bwMode="auto">
          <a:xfrm>
            <a:off x="973048" y="3724075"/>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1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1"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12"/>
          <p:cNvSpPr/>
          <p:nvPr/>
        </p:nvSpPr>
        <p:spPr bwMode="auto">
          <a:xfrm>
            <a:off x="1371511"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13"/>
          <p:cNvSpPr/>
          <p:nvPr/>
        </p:nvSpPr>
        <p:spPr bwMode="auto">
          <a:xfrm>
            <a:off x="1635036" y="373042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4"/>
          <p:cNvSpPr/>
          <p:nvPr/>
        </p:nvSpPr>
        <p:spPr bwMode="auto">
          <a:xfrm>
            <a:off x="1893798" y="373042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5"/>
          <p:cNvSpPr/>
          <p:nvPr/>
        </p:nvSpPr>
        <p:spPr bwMode="auto">
          <a:xfrm>
            <a:off x="2152561" y="3730425"/>
            <a:ext cx="220662" cy="147638"/>
          </a:xfrm>
          <a:custGeom>
            <a:avLst/>
            <a:gdLst>
              <a:gd name="T0" fmla="*/ 19 w 139"/>
              <a:gd name="T1" fmla="*/ 93 h 93"/>
              <a:gd name="T2" fmla="*/ 0 w 139"/>
              <a:gd name="T3" fmla="*/ 93 h 93"/>
              <a:gd name="T4" fmla="*/ 121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1"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16"/>
          <p:cNvSpPr/>
          <p:nvPr/>
        </p:nvSpPr>
        <p:spPr bwMode="auto">
          <a:xfrm>
            <a:off x="2373223" y="3735187"/>
            <a:ext cx="420687" cy="127000"/>
          </a:xfrm>
          <a:custGeom>
            <a:avLst/>
            <a:gdLst>
              <a:gd name="T0" fmla="*/ 100 w 112"/>
              <a:gd name="T1" fmla="*/ 17 h 34"/>
              <a:gd name="T2" fmla="*/ 34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4"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7"/>
          <p:cNvSpPr>
            <a:spLocks noEditPoints="1"/>
          </p:cNvSpPr>
          <p:nvPr/>
        </p:nvSpPr>
        <p:spPr bwMode="auto">
          <a:xfrm>
            <a:off x="2331948" y="3724075"/>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3"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8"/>
          <p:cNvSpPr/>
          <p:nvPr/>
        </p:nvSpPr>
        <p:spPr bwMode="auto">
          <a:xfrm>
            <a:off x="2735173" y="373042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9"/>
          <p:cNvSpPr/>
          <p:nvPr/>
        </p:nvSpPr>
        <p:spPr bwMode="auto">
          <a:xfrm>
            <a:off x="2993936" y="3730425"/>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20"/>
          <p:cNvSpPr/>
          <p:nvPr/>
        </p:nvSpPr>
        <p:spPr bwMode="auto">
          <a:xfrm>
            <a:off x="3255873" y="3730425"/>
            <a:ext cx="217487" cy="147638"/>
          </a:xfrm>
          <a:custGeom>
            <a:avLst/>
            <a:gdLst>
              <a:gd name="T0" fmla="*/ 17 w 137"/>
              <a:gd name="T1" fmla="*/ 93 h 93"/>
              <a:gd name="T2" fmla="*/ 0 w 137"/>
              <a:gd name="T3" fmla="*/ 93 h 93"/>
              <a:gd name="T4" fmla="*/ 118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8"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21"/>
          <p:cNvSpPr/>
          <p:nvPr/>
        </p:nvSpPr>
        <p:spPr bwMode="auto">
          <a:xfrm>
            <a:off x="3514636" y="3730425"/>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22"/>
          <p:cNvSpPr/>
          <p:nvPr/>
        </p:nvSpPr>
        <p:spPr bwMode="auto">
          <a:xfrm>
            <a:off x="3733711" y="373518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a:spLocks noEditPoints="1"/>
          </p:cNvSpPr>
          <p:nvPr/>
        </p:nvSpPr>
        <p:spPr bwMode="auto">
          <a:xfrm>
            <a:off x="3695611" y="372407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4097248" y="3730425"/>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4356011"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26"/>
          <p:cNvSpPr/>
          <p:nvPr/>
        </p:nvSpPr>
        <p:spPr bwMode="auto">
          <a:xfrm>
            <a:off x="4614773"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27"/>
          <p:cNvSpPr/>
          <p:nvPr/>
        </p:nvSpPr>
        <p:spPr bwMode="auto">
          <a:xfrm>
            <a:off x="4875123" y="373042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28"/>
          <p:cNvSpPr/>
          <p:nvPr/>
        </p:nvSpPr>
        <p:spPr bwMode="auto">
          <a:xfrm>
            <a:off x="5095786" y="373518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29"/>
          <p:cNvSpPr>
            <a:spLocks noEditPoints="1"/>
          </p:cNvSpPr>
          <p:nvPr/>
        </p:nvSpPr>
        <p:spPr bwMode="auto">
          <a:xfrm>
            <a:off x="5057686" y="3724075"/>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30"/>
          <p:cNvSpPr/>
          <p:nvPr/>
        </p:nvSpPr>
        <p:spPr bwMode="auto">
          <a:xfrm>
            <a:off x="5456148"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31"/>
          <p:cNvSpPr/>
          <p:nvPr/>
        </p:nvSpPr>
        <p:spPr bwMode="auto">
          <a:xfrm>
            <a:off x="5719673" y="373042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32"/>
          <p:cNvSpPr/>
          <p:nvPr/>
        </p:nvSpPr>
        <p:spPr bwMode="auto">
          <a:xfrm>
            <a:off x="5978436" y="373042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33"/>
          <p:cNvSpPr/>
          <p:nvPr/>
        </p:nvSpPr>
        <p:spPr bwMode="auto">
          <a:xfrm>
            <a:off x="6237198"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34"/>
          <p:cNvSpPr/>
          <p:nvPr/>
        </p:nvSpPr>
        <p:spPr bwMode="auto">
          <a:xfrm>
            <a:off x="6459448" y="3735187"/>
            <a:ext cx="419100" cy="127000"/>
          </a:xfrm>
          <a:custGeom>
            <a:avLst/>
            <a:gdLst>
              <a:gd name="T0" fmla="*/ 100 w 112"/>
              <a:gd name="T1" fmla="*/ 17 h 34"/>
              <a:gd name="T2" fmla="*/ 33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3"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35"/>
          <p:cNvSpPr>
            <a:spLocks noEditPoints="1"/>
          </p:cNvSpPr>
          <p:nvPr/>
        </p:nvSpPr>
        <p:spPr bwMode="auto">
          <a:xfrm>
            <a:off x="6416586" y="3724075"/>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2"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36"/>
          <p:cNvSpPr/>
          <p:nvPr/>
        </p:nvSpPr>
        <p:spPr bwMode="auto">
          <a:xfrm>
            <a:off x="6819811" y="373042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68" name="Freeform 37"/>
          <p:cNvSpPr/>
          <p:nvPr/>
        </p:nvSpPr>
        <p:spPr bwMode="auto">
          <a:xfrm>
            <a:off x="7078573" y="3730425"/>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0" name="Freeform 38"/>
          <p:cNvSpPr/>
          <p:nvPr/>
        </p:nvSpPr>
        <p:spPr bwMode="auto">
          <a:xfrm>
            <a:off x="7340511" y="3730425"/>
            <a:ext cx="217487" cy="147638"/>
          </a:xfrm>
          <a:custGeom>
            <a:avLst/>
            <a:gdLst>
              <a:gd name="T0" fmla="*/ 17 w 137"/>
              <a:gd name="T1" fmla="*/ 93 h 93"/>
              <a:gd name="T2" fmla="*/ 0 w 137"/>
              <a:gd name="T3" fmla="*/ 93 h 93"/>
              <a:gd name="T4" fmla="*/ 119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9"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1" name="Freeform 39"/>
          <p:cNvSpPr/>
          <p:nvPr/>
        </p:nvSpPr>
        <p:spPr bwMode="auto">
          <a:xfrm>
            <a:off x="7599273" y="3730425"/>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2" name="Freeform 40"/>
          <p:cNvSpPr/>
          <p:nvPr/>
        </p:nvSpPr>
        <p:spPr bwMode="auto">
          <a:xfrm>
            <a:off x="7818348" y="373518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3" name="Freeform 41"/>
          <p:cNvSpPr>
            <a:spLocks noEditPoints="1"/>
          </p:cNvSpPr>
          <p:nvPr/>
        </p:nvSpPr>
        <p:spPr bwMode="auto">
          <a:xfrm>
            <a:off x="7780248" y="372407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4" name="Freeform 42"/>
          <p:cNvSpPr/>
          <p:nvPr/>
        </p:nvSpPr>
        <p:spPr bwMode="auto">
          <a:xfrm>
            <a:off x="8181886" y="3730425"/>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5" name="Freeform 43"/>
          <p:cNvSpPr/>
          <p:nvPr/>
        </p:nvSpPr>
        <p:spPr bwMode="auto">
          <a:xfrm>
            <a:off x="8440648"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6" name="Freeform 44"/>
          <p:cNvSpPr/>
          <p:nvPr/>
        </p:nvSpPr>
        <p:spPr bwMode="auto">
          <a:xfrm>
            <a:off x="8699411"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7" name="Freeform 45"/>
          <p:cNvSpPr/>
          <p:nvPr/>
        </p:nvSpPr>
        <p:spPr bwMode="auto">
          <a:xfrm>
            <a:off x="8959761" y="3730425"/>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8" name="Freeform 46"/>
          <p:cNvSpPr/>
          <p:nvPr/>
        </p:nvSpPr>
        <p:spPr bwMode="auto">
          <a:xfrm>
            <a:off x="9180423" y="3735187"/>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79" name="Freeform 47"/>
          <p:cNvSpPr>
            <a:spLocks noEditPoints="1"/>
          </p:cNvSpPr>
          <p:nvPr/>
        </p:nvSpPr>
        <p:spPr bwMode="auto">
          <a:xfrm>
            <a:off x="9137131" y="3711374"/>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0" name="Freeform 48"/>
          <p:cNvSpPr/>
          <p:nvPr/>
        </p:nvSpPr>
        <p:spPr bwMode="auto">
          <a:xfrm>
            <a:off x="9540786"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1" name="Freeform 49"/>
          <p:cNvSpPr/>
          <p:nvPr/>
        </p:nvSpPr>
        <p:spPr bwMode="auto">
          <a:xfrm>
            <a:off x="9804311" y="3730425"/>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2" name="Freeform 50"/>
          <p:cNvSpPr/>
          <p:nvPr/>
        </p:nvSpPr>
        <p:spPr bwMode="auto">
          <a:xfrm>
            <a:off x="10063073" y="3730425"/>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3" name="Freeform 51"/>
          <p:cNvSpPr/>
          <p:nvPr/>
        </p:nvSpPr>
        <p:spPr bwMode="auto">
          <a:xfrm>
            <a:off x="10321836" y="3730425"/>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4" name="Freeform 52"/>
          <p:cNvSpPr/>
          <p:nvPr/>
        </p:nvSpPr>
        <p:spPr bwMode="auto">
          <a:xfrm>
            <a:off x="10544086" y="3735187"/>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5" name="Freeform 53"/>
          <p:cNvSpPr>
            <a:spLocks noEditPoints="1"/>
          </p:cNvSpPr>
          <p:nvPr/>
        </p:nvSpPr>
        <p:spPr bwMode="auto">
          <a:xfrm>
            <a:off x="10505986" y="3724075"/>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6" name="Oval 54"/>
          <p:cNvSpPr>
            <a:spLocks noChangeArrowheads="1"/>
          </p:cNvSpPr>
          <p:nvPr/>
        </p:nvSpPr>
        <p:spPr bwMode="auto">
          <a:xfrm>
            <a:off x="707100" y="2445986"/>
            <a:ext cx="1106424" cy="1099134"/>
          </a:xfrm>
          <a:prstGeom prst="ellipse">
            <a:avLst/>
          </a:prstGeo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87" name="Freeform 55"/>
          <p:cNvSpPr/>
          <p:nvPr/>
        </p:nvSpPr>
        <p:spPr bwMode="auto">
          <a:xfrm>
            <a:off x="1115923" y="3355775"/>
            <a:ext cx="236537" cy="404813"/>
          </a:xfrm>
          <a:custGeom>
            <a:avLst/>
            <a:gdLst>
              <a:gd name="T0" fmla="*/ 0 w 149"/>
              <a:gd name="T1" fmla="*/ 0 h 255"/>
              <a:gd name="T2" fmla="*/ 149 w 149"/>
              <a:gd name="T3" fmla="*/ 0 h 255"/>
              <a:gd name="T4" fmla="*/ 74 w 149"/>
              <a:gd name="T5" fmla="*/ 255 h 255"/>
              <a:gd name="T6" fmla="*/ 0 w 149"/>
              <a:gd name="T7" fmla="*/ 0 h 255"/>
            </a:gdLst>
            <a:ahLst/>
            <a:cxnLst>
              <a:cxn ang="0">
                <a:pos x="T0" y="T1"/>
              </a:cxn>
              <a:cxn ang="0">
                <a:pos x="T2" y="T3"/>
              </a:cxn>
              <a:cxn ang="0">
                <a:pos x="T4" y="T5"/>
              </a:cxn>
              <a:cxn ang="0">
                <a:pos x="T6" y="T7"/>
              </a:cxn>
            </a:cxnLst>
            <a:rect l="0" t="0" r="r" b="b"/>
            <a:pathLst>
              <a:path w="149" h="255">
                <a:moveTo>
                  <a:pt x="0" y="0"/>
                </a:moveTo>
                <a:lnTo>
                  <a:pt x="149" y="0"/>
                </a:lnTo>
                <a:lnTo>
                  <a:pt x="74" y="255"/>
                </a:lnTo>
                <a:lnTo>
                  <a:pt x="0" y="0"/>
                </a:lnTo>
                <a:close/>
              </a:path>
            </a:pathLst>
          </a:custGeom>
          <a:solidFill>
            <a:srgbClr val="39AC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188" name="组合 7187"/>
          <p:cNvGrpSpPr/>
          <p:nvPr/>
        </p:nvGrpSpPr>
        <p:grpSpPr>
          <a:xfrm>
            <a:off x="2215064" y="379868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191" name="组合 7190"/>
          <p:cNvGrpSpPr/>
          <p:nvPr/>
        </p:nvGrpSpPr>
        <p:grpSpPr>
          <a:xfrm>
            <a:off x="3597186" y="288101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14"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15"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7195" name="文本框 110"/>
          <p:cNvSpPr txBox="1"/>
          <p:nvPr/>
        </p:nvSpPr>
        <p:spPr>
          <a:xfrm>
            <a:off x="675867" y="2587009"/>
            <a:ext cx="1188146" cy="73866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rPr>
              <a:t>每年</a:t>
            </a:r>
            <a:r>
              <a:rPr lang="en-US" altLang="zh-CN" sz="1400" dirty="0">
                <a:latin typeface="黑体" panose="02010609060101010101" charset="-122"/>
                <a:ea typeface="黑体" panose="02010609060101010101" charset="-122"/>
              </a:rPr>
              <a:t>11</a:t>
            </a:r>
            <a:r>
              <a:rPr lang="zh-CN" altLang="en-US" sz="1400" dirty="0">
                <a:latin typeface="黑体" panose="02010609060101010101" charset="-122"/>
                <a:ea typeface="黑体" panose="02010609060101010101" charset="-122"/>
              </a:rPr>
              <a:t>月</a:t>
            </a:r>
            <a:endParaRPr lang="en-US" altLang="zh-CN" sz="1400" dirty="0">
              <a:latin typeface="黑体" panose="02010609060101010101" charset="-122"/>
              <a:ea typeface="黑体" panose="02010609060101010101" charset="-122"/>
            </a:endParaRPr>
          </a:p>
          <a:p>
            <a:pPr algn="ctr"/>
            <a:r>
              <a:rPr lang="zh-CN" altLang="en-US" sz="1400" dirty="0">
                <a:latin typeface="黑体" panose="02010609060101010101" charset="-122"/>
                <a:ea typeface="黑体" panose="02010609060101010101" charset="-122"/>
              </a:rPr>
              <a:t>第</a:t>
            </a:r>
            <a:r>
              <a:rPr lang="en-US" altLang="zh-CN" sz="1400" dirty="0">
                <a:latin typeface="黑体" panose="02010609060101010101" charset="-122"/>
                <a:ea typeface="黑体" panose="02010609060101010101" charset="-122"/>
              </a:rPr>
              <a:t>1</a:t>
            </a:r>
            <a:r>
              <a:rPr lang="zh-CN" altLang="en-US" sz="1400" dirty="0">
                <a:latin typeface="黑体" panose="02010609060101010101" charset="-122"/>
                <a:ea typeface="黑体" panose="02010609060101010101" charset="-122"/>
              </a:rPr>
              <a:t>个工作日</a:t>
            </a:r>
            <a:endParaRPr lang="en-US" altLang="zh-CN" sz="1400" dirty="0">
              <a:latin typeface="黑体" panose="02010609060101010101" charset="-122"/>
              <a:ea typeface="黑体" panose="02010609060101010101" charset="-122"/>
            </a:endParaRPr>
          </a:p>
          <a:p>
            <a:pPr algn="ctr"/>
            <a:r>
              <a:rPr lang="en-US" altLang="zh-CN" sz="1400" dirty="0">
                <a:latin typeface="黑体" panose="02010609060101010101" charset="-122"/>
                <a:ea typeface="黑体" panose="02010609060101010101" charset="-122"/>
              </a:rPr>
              <a:t>16:00</a:t>
            </a:r>
            <a:r>
              <a:rPr lang="zh-CN" altLang="en-US" sz="1400" dirty="0">
                <a:latin typeface="黑体" panose="02010609060101010101" charset="-122"/>
                <a:ea typeface="黑体" panose="02010609060101010101" charset="-122"/>
              </a:rPr>
              <a:t>前</a:t>
            </a:r>
            <a:endParaRPr lang="zh-CN" altLang="en-US" sz="1400" dirty="0">
              <a:latin typeface="黑体" panose="02010609060101010101" charset="-122"/>
              <a:ea typeface="黑体" panose="02010609060101010101" charset="-122"/>
            </a:endParaRPr>
          </a:p>
        </p:txBody>
      </p:sp>
      <p:sp>
        <p:nvSpPr>
          <p:cNvPr id="7196" name="文本框 112"/>
          <p:cNvSpPr txBox="1"/>
          <p:nvPr/>
        </p:nvSpPr>
        <p:spPr>
          <a:xfrm>
            <a:off x="95250" y="1659890"/>
            <a:ext cx="3119755" cy="902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北京电力交易中心发布次年年度市场交易公告</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包括多通道集中竞价等定期开市交易日期</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年度交易开市</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7" name="文本框 114"/>
          <p:cNvSpPr txBox="1"/>
          <p:nvPr/>
        </p:nvSpPr>
        <p:spPr>
          <a:xfrm>
            <a:off x="911860" y="4752340"/>
            <a:ext cx="2966085" cy="12712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经营主体完成双边、挂牌</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要约填报及提交</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，电量、电力曲线应不超过通道限额。北京电力交易中心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3个工作日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内反馈受理结果。</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7198" name="文本框 116"/>
          <p:cNvSpPr txBox="1"/>
          <p:nvPr/>
        </p:nvSpPr>
        <p:spPr>
          <a:xfrm>
            <a:off x="3287432" y="2190083"/>
            <a:ext cx="2084101"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北京电力交易中心集中发布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受理通过的要约</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199" name="文本框 117"/>
          <p:cNvSpPr txBox="1"/>
          <p:nvPr/>
        </p:nvSpPr>
        <p:spPr>
          <a:xfrm>
            <a:off x="6527711" y="4754242"/>
            <a:ext cx="2856518" cy="18243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完成安全校核</a:t>
            </a:r>
            <a:r>
              <a:rPr lang="zh-CN" altLang="en-US" sz="1400" dirty="0">
                <a:solidFill>
                  <a:schemeClr val="tx1">
                    <a:lumMod val="65000"/>
                    <a:lumOff val="35000"/>
                  </a:schemeClr>
                </a:solidFill>
                <a:latin typeface="黑体" panose="02010609060101010101" charset="-122"/>
                <a:ea typeface="黑体" panose="02010609060101010101" charset="-122"/>
              </a:rPr>
              <a:t>，并将校核结果及原因返回至北京电力交易中心。</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600" b="1" dirty="0">
                <a:solidFill>
                  <a:srgbClr val="FF0000"/>
                </a:solidFill>
                <a:latin typeface="黑体" panose="02010609060101010101" charset="-122"/>
                <a:ea typeface="黑体" panose="02010609060101010101" charset="-122"/>
              </a:rPr>
              <a:t>校核未通过的，北京电力交易中心利用协同出清功能再次进行调整，调整后再次提交国调安全校核，直至安全校核通过。</a:t>
            </a:r>
            <a:endParaRPr lang="zh-CN" altLang="en-US" sz="1600" b="1" dirty="0">
              <a:solidFill>
                <a:srgbClr val="FF0000"/>
              </a:solidFill>
              <a:latin typeface="黑体" panose="02010609060101010101" charset="-122"/>
              <a:ea typeface="黑体" panose="02010609060101010101" charset="-122"/>
            </a:endParaRPr>
          </a:p>
        </p:txBody>
      </p:sp>
      <p:sp>
        <p:nvSpPr>
          <p:cNvPr id="7200" name="文本框 118"/>
          <p:cNvSpPr txBox="1"/>
          <p:nvPr/>
        </p:nvSpPr>
        <p:spPr>
          <a:xfrm>
            <a:off x="5445760" y="1328420"/>
            <a:ext cx="2796540" cy="1565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solidFill>
                  <a:srgbClr val="FF0000"/>
                </a:solidFill>
                <a:latin typeface="黑体" panose="02010609060101010101" charset="-122"/>
                <a:ea typeface="黑体" panose="02010609060101010101" charset="-122"/>
              </a:rPr>
              <a:t>北京电力交易中心汇总所有交易，开展协同出清。协同出清后形成交易的预成交结果。</a:t>
            </a:r>
            <a:r>
              <a:rPr lang="zh-CN" altLang="en-US" sz="1400" dirty="0">
                <a:solidFill>
                  <a:schemeClr val="tx1">
                    <a:lumMod val="65000"/>
                    <a:lumOff val="35000"/>
                  </a:schemeClr>
                </a:solidFill>
                <a:latin typeface="黑体" panose="02010609060101010101" charset="-122"/>
                <a:ea typeface="黑体" panose="02010609060101010101" charset="-122"/>
              </a:rPr>
              <a:t>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预成交结果</a:t>
            </a:r>
            <a:r>
              <a:rPr lang="zh-CN" altLang="en-US" sz="1400" dirty="0">
                <a:solidFill>
                  <a:schemeClr val="tx1">
                    <a:lumMod val="65000"/>
                    <a:lumOff val="35000"/>
                  </a:schemeClr>
                </a:solidFill>
                <a:latin typeface="黑体" panose="02010609060101010101" charset="-122"/>
                <a:ea typeface="黑体" panose="02010609060101010101" charset="-122"/>
              </a:rPr>
              <a:t>，并提交国调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安全校核</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1" name="文本框 119"/>
          <p:cNvSpPr txBox="1"/>
          <p:nvPr/>
        </p:nvSpPr>
        <p:spPr>
          <a:xfrm>
            <a:off x="8440420" y="2190115"/>
            <a:ext cx="3043555"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成交结果</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国调发布安全校核情况及原因。</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7204" name="文本框 133"/>
          <p:cNvSpPr txBox="1"/>
          <p:nvPr/>
        </p:nvSpPr>
        <p:spPr>
          <a:xfrm>
            <a:off x="3621203" y="2972583"/>
            <a:ext cx="783256"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a:t>
            </a:r>
            <a:endParaRPr lang="en-US" altLang="zh-CN" sz="1400" dirty="0">
              <a:latin typeface="黑体" panose="02010609060101010101" charset="-122"/>
              <a:ea typeface="黑体" panose="02010609060101010101" charset="-122"/>
              <a:cs typeface="Arial Unicode MS" panose="020B0604020202020204" charset="-122"/>
            </a:endParaRPr>
          </a:p>
          <a:p>
            <a:r>
              <a:rPr lang="zh-CN" altLang="en-US" sz="1400" dirty="0">
                <a:latin typeface="黑体" panose="02010609060101010101" charset="-122"/>
                <a:ea typeface="黑体" panose="02010609060101010101" charset="-122"/>
                <a:cs typeface="Arial Unicode MS" panose="020B0604020202020204" charset="-122"/>
              </a:rPr>
              <a:t>中旬末</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7207" name="文本框 136"/>
          <p:cNvSpPr txBox="1"/>
          <p:nvPr/>
        </p:nvSpPr>
        <p:spPr>
          <a:xfrm>
            <a:off x="2289937" y="4105884"/>
            <a:ext cx="596898"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a:t>
            </a:r>
            <a:endParaRPr lang="en-US" altLang="zh-CN" sz="1400" dirty="0">
              <a:latin typeface="黑体" panose="02010609060101010101" charset="-122"/>
              <a:ea typeface="黑体" panose="02010609060101010101" charset="-122"/>
              <a:cs typeface="Arial Unicode MS" panose="020B0604020202020204" charset="-122"/>
            </a:endParaRPr>
          </a:p>
          <a:p>
            <a:r>
              <a:rPr lang="zh-CN" altLang="en-US" sz="1400" dirty="0">
                <a:latin typeface="黑体" panose="02010609060101010101" charset="-122"/>
                <a:ea typeface="黑体" panose="02010609060101010101" charset="-122"/>
                <a:cs typeface="Arial Unicode MS" panose="020B0604020202020204" charset="-122"/>
              </a:rPr>
              <a:t>中旬</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7226" name="组合 7225"/>
          <p:cNvGrpSpPr/>
          <p:nvPr/>
        </p:nvGrpSpPr>
        <p:grpSpPr>
          <a:xfrm>
            <a:off x="4937036" y="379868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7227"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28"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 name="文本框 136"/>
          <p:cNvSpPr txBox="1"/>
          <p:nvPr/>
        </p:nvSpPr>
        <p:spPr>
          <a:xfrm>
            <a:off x="4964448" y="4189390"/>
            <a:ext cx="1540984"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11</a:t>
            </a:r>
            <a:r>
              <a:rPr lang="zh-CN" altLang="en-US" sz="1400" dirty="0">
                <a:latin typeface="黑体" panose="02010609060101010101" charset="-122"/>
                <a:ea typeface="黑体" panose="02010609060101010101" charset="-122"/>
                <a:cs typeface="Arial Unicode MS" panose="020B0604020202020204" charset="-122"/>
              </a:rPr>
              <a:t>月底</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9" name="文本框 116"/>
          <p:cNvSpPr txBox="1"/>
          <p:nvPr/>
        </p:nvSpPr>
        <p:spPr>
          <a:xfrm>
            <a:off x="4380608" y="4752084"/>
            <a:ext cx="2007205" cy="939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经营主体在规定时间内完成</a:t>
            </a:r>
            <a:r>
              <a:rPr lang="zh-CN" altLang="en-US" sz="1400" b="1" noProof="0" dirty="0">
                <a:solidFill>
                  <a:schemeClr val="accent5"/>
                </a:solidFill>
                <a:latin typeface="黑体" panose="02010609060101010101" charset="-122"/>
                <a:ea typeface="黑体" panose="02010609060101010101" charset="-122"/>
                <a:cs typeface="微软雅黑" panose="020B0503020204020204" pitchFamily="34" charset="-122"/>
                <a:sym typeface="+mn-ea"/>
              </a:rPr>
              <a:t>交易申报</a:t>
            </a:r>
            <a:r>
              <a:rPr lang="zh-CN" altLang="en-US" sz="1400" dirty="0">
                <a:solidFill>
                  <a:schemeClr val="tx1">
                    <a:lumMod val="65000"/>
                    <a:lumOff val="35000"/>
                  </a:schemeClr>
                </a:solidFill>
                <a:latin typeface="黑体" panose="02010609060101010101" charset="-122"/>
                <a:ea typeface="黑体" panose="02010609060101010101" charset="-122"/>
              </a:rPr>
              <a:t>。</a:t>
            </a:r>
            <a:r>
              <a:rPr lang="zh-CN" altLang="en-US" sz="1600" b="1" dirty="0">
                <a:solidFill>
                  <a:srgbClr val="FF0000"/>
                </a:solidFill>
                <a:latin typeface="黑体" panose="02010609060101010101" charset="-122"/>
                <a:ea typeface="黑体" panose="02010609060101010101" charset="-122"/>
              </a:rPr>
              <a:t>形成预出清结果。</a:t>
            </a:r>
            <a:endParaRPr lang="zh-CN" altLang="en-US" sz="1600" b="1" dirty="0">
              <a:solidFill>
                <a:srgbClr val="FF0000"/>
              </a:solidFill>
              <a:latin typeface="黑体" panose="02010609060101010101" charset="-122"/>
              <a:ea typeface="黑体" panose="02010609060101010101" charset="-122"/>
            </a:endParaRPr>
          </a:p>
        </p:txBody>
      </p:sp>
      <p:grpSp>
        <p:nvGrpSpPr>
          <p:cNvPr id="10" name="组合 9"/>
          <p:cNvGrpSpPr/>
          <p:nvPr/>
        </p:nvGrpSpPr>
        <p:grpSpPr>
          <a:xfrm>
            <a:off x="6310223" y="288101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5"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9" name="文本框 133"/>
          <p:cNvSpPr txBox="1"/>
          <p:nvPr/>
        </p:nvSpPr>
        <p:spPr>
          <a:xfrm>
            <a:off x="6299110" y="3086724"/>
            <a:ext cx="78325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latin typeface="黑体" panose="02010609060101010101" charset="-122"/>
                <a:ea typeface="黑体" panose="02010609060101010101" charset="-122"/>
                <a:cs typeface="Arial Unicode MS" panose="020B0604020202020204" charset="-122"/>
              </a:rPr>
              <a:t>12</a:t>
            </a:r>
            <a:r>
              <a:rPr lang="zh-CN" altLang="en-US" sz="1400" dirty="0">
                <a:latin typeface="黑体" panose="02010609060101010101" charset="-122"/>
                <a:ea typeface="黑体" panose="02010609060101010101" charset="-122"/>
                <a:cs typeface="Arial Unicode MS" panose="020B0604020202020204" charset="-122"/>
              </a:rPr>
              <a:t>月初</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31" name="组合 30"/>
          <p:cNvGrpSpPr/>
          <p:nvPr/>
        </p:nvGrpSpPr>
        <p:grpSpPr>
          <a:xfrm>
            <a:off x="7661171" y="3798687"/>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32"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33"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34" name="文本框 136"/>
          <p:cNvSpPr txBox="1"/>
          <p:nvPr/>
        </p:nvSpPr>
        <p:spPr>
          <a:xfrm>
            <a:off x="7315890" y="3999702"/>
            <a:ext cx="1458930"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国调收到后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altLang="zh-CN" sz="1400" dirty="0">
                <a:latin typeface="黑体" panose="02010609060101010101" charset="-122"/>
                <a:ea typeface="黑体" panose="02010609060101010101" charset="-122"/>
                <a:cs typeface="Arial Unicode MS" panose="020B0604020202020204" charset="-122"/>
              </a:rPr>
              <a:t>5</a:t>
            </a:r>
            <a:r>
              <a:rPr lang="zh-CN" altLang="en-US" sz="1400" dirty="0">
                <a:latin typeface="黑体" panose="02010609060101010101" charset="-122"/>
                <a:ea typeface="黑体" panose="02010609060101010101" charset="-122"/>
                <a:cs typeface="Arial Unicode MS" panose="020B0604020202020204" charset="-122"/>
              </a:rPr>
              <a:t>个工作日 </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39" name="组合 38"/>
          <p:cNvGrpSpPr/>
          <p:nvPr/>
        </p:nvGrpSpPr>
        <p:grpSpPr>
          <a:xfrm>
            <a:off x="9029465" y="2881010"/>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0"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2" name="文本框 133"/>
          <p:cNvSpPr txBox="1"/>
          <p:nvPr/>
        </p:nvSpPr>
        <p:spPr>
          <a:xfrm>
            <a:off x="8633969" y="2897156"/>
            <a:ext cx="1474520"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返回校核意见后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sz="1400" dirty="0">
                <a:latin typeface="黑体" panose="02010609060101010101" charset="-122"/>
                <a:ea typeface="黑体" panose="02010609060101010101" charset="-122"/>
                <a:cs typeface="Arial Unicode MS" panose="020B0604020202020204" charset="-122"/>
              </a:rPr>
              <a:t>3</a:t>
            </a:r>
            <a:r>
              <a:rPr lang="zh-CN" altLang="en-US" sz="1400" dirty="0">
                <a:latin typeface="黑体" panose="02010609060101010101" charset="-122"/>
                <a:ea typeface="黑体" panose="02010609060101010101" charset="-122"/>
                <a:cs typeface="Arial Unicode MS" panose="020B0604020202020204" charset="-122"/>
              </a:rPr>
              <a:t>个工作日</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43" name="组合 42"/>
          <p:cNvGrpSpPr/>
          <p:nvPr/>
        </p:nvGrpSpPr>
        <p:grpSpPr>
          <a:xfrm>
            <a:off x="10365308" y="3792922"/>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4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4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6" name="文本框 136"/>
          <p:cNvSpPr txBox="1"/>
          <p:nvPr/>
        </p:nvSpPr>
        <p:spPr>
          <a:xfrm>
            <a:off x="10186512" y="4096203"/>
            <a:ext cx="1239021"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结果发布后</a:t>
            </a:r>
            <a:endParaRPr lang="en-US" altLang="zh-CN" sz="1400" dirty="0">
              <a:latin typeface="黑体" panose="02010609060101010101" charset="-122"/>
              <a:ea typeface="黑体" panose="02010609060101010101" charset="-122"/>
              <a:cs typeface="Arial Unicode MS" panose="020B0604020202020204" charset="-122"/>
            </a:endParaRPr>
          </a:p>
          <a:p>
            <a:r>
              <a:rPr lang="en-US" altLang="zh-CN" sz="1400" dirty="0">
                <a:latin typeface="黑体" panose="02010609060101010101" charset="-122"/>
                <a:ea typeface="黑体" panose="02010609060101010101" charset="-122"/>
                <a:cs typeface="Arial Unicode MS" panose="020B0604020202020204" charset="-122"/>
              </a:rPr>
              <a:t>1</a:t>
            </a:r>
            <a:r>
              <a:rPr lang="zh-CN" altLang="en-US" sz="1400" dirty="0">
                <a:latin typeface="黑体" panose="02010609060101010101" charset="-122"/>
                <a:ea typeface="黑体" panose="02010609060101010101" charset="-122"/>
                <a:cs typeface="Arial Unicode MS" panose="020B0604020202020204" charset="-122"/>
              </a:rPr>
              <a:t>个工作日内</a:t>
            </a:r>
            <a:endParaRPr lang="en-US" altLang="zh-CN" sz="1400" dirty="0">
              <a:latin typeface="黑体" panose="02010609060101010101" charset="-122"/>
              <a:ea typeface="黑体" panose="02010609060101010101" charset="-122"/>
              <a:cs typeface="Arial Unicode MS" panose="020B0604020202020204" charset="-122"/>
            </a:endParaRPr>
          </a:p>
        </p:txBody>
      </p:sp>
      <p:sp>
        <p:nvSpPr>
          <p:cNvPr id="47" name="文本框 119"/>
          <p:cNvSpPr txBox="1"/>
          <p:nvPr/>
        </p:nvSpPr>
        <p:spPr>
          <a:xfrm>
            <a:off x="9780174" y="4752084"/>
            <a:ext cx="2326831"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经营主体对交易结果有异议的</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 向北京电力交易中心提出</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由北京电力交易中心会同国调在</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1个工作日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内给予解释。</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622935" y="809625"/>
            <a:ext cx="1592580" cy="721995"/>
          </a:xfrm>
          <a:prstGeom prst="rect">
            <a:avLst/>
          </a:prstGeom>
          <a:solidFill>
            <a:schemeClr val="accent1">
              <a:lumMod val="20000"/>
              <a:lumOff val="80000"/>
            </a:schemeClr>
          </a:solidFill>
          <a:ln w="12700" cmpd="sng">
            <a:solidFill>
              <a:schemeClr val="accent1">
                <a:shade val="50000"/>
              </a:schemeClr>
            </a:solidFill>
            <a:prstDash val="sysDot"/>
          </a:ln>
        </p:spPr>
        <p:txBody>
          <a:bodyPr wrap="square" lIns="46990" tIns="46990" rIns="46990" bIns="46990" rtlCol="0" anchor="t">
            <a:noAutofit/>
          </a:bodyPr>
          <a:p>
            <a:pPr marL="0" indent="0" algn="ctr">
              <a:lnSpc>
                <a:spcPct val="15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年度交易</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4" name="文本框 3"/>
          <p:cNvSpPr txBox="1"/>
          <p:nvPr/>
        </p:nvSpPr>
        <p:spPr>
          <a:xfrm>
            <a:off x="622935" y="809625"/>
            <a:ext cx="1592580" cy="721995"/>
          </a:xfrm>
          <a:prstGeom prst="rect">
            <a:avLst/>
          </a:prstGeom>
          <a:solidFill>
            <a:schemeClr val="accent1">
              <a:lumMod val="20000"/>
              <a:lumOff val="80000"/>
            </a:schemeClr>
          </a:solidFill>
          <a:ln w="12700" cmpd="sng">
            <a:solidFill>
              <a:schemeClr val="accent1">
                <a:shade val="50000"/>
              </a:schemeClr>
            </a:solidFill>
            <a:prstDash val="sysDot"/>
          </a:ln>
        </p:spPr>
        <p:txBody>
          <a:bodyPr wrap="square" lIns="46990" tIns="46990" rIns="46990" bIns="46990" rtlCol="0" anchor="t">
            <a:noAutofit/>
          </a:bodyPr>
          <a:p>
            <a:pPr marL="0" indent="0" algn="ctr">
              <a:lnSpc>
                <a:spcPct val="150000"/>
              </a:lnSpc>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月度交易</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Rectangle 9"/>
          <p:cNvSpPr>
            <a:spLocks noChangeArrowheads="1"/>
          </p:cNvSpPr>
          <p:nvPr/>
        </p:nvSpPr>
        <p:spPr bwMode="auto">
          <a:xfrm>
            <a:off x="1206093" y="4022596"/>
            <a:ext cx="9528175" cy="30163"/>
          </a:xfrm>
          <a:prstGeom prst="rect">
            <a:avLst/>
          </a:prstGeom>
          <a:solidFill>
            <a:srgbClr val="036EB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 name="Freeform 10"/>
          <p:cNvSpPr/>
          <p:nvPr/>
        </p:nvSpPr>
        <p:spPr bwMode="auto">
          <a:xfrm>
            <a:off x="939393" y="3967033"/>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11"/>
          <p:cNvSpPr>
            <a:spLocks noEditPoints="1"/>
          </p:cNvSpPr>
          <p:nvPr/>
        </p:nvSpPr>
        <p:spPr bwMode="auto">
          <a:xfrm>
            <a:off x="901293" y="3955921"/>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1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1"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2"/>
          <p:cNvSpPr/>
          <p:nvPr/>
        </p:nvSpPr>
        <p:spPr bwMode="auto">
          <a:xfrm>
            <a:off x="1299756"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13"/>
          <p:cNvSpPr/>
          <p:nvPr/>
        </p:nvSpPr>
        <p:spPr bwMode="auto">
          <a:xfrm>
            <a:off x="1563281" y="3962271"/>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14"/>
          <p:cNvSpPr/>
          <p:nvPr/>
        </p:nvSpPr>
        <p:spPr bwMode="auto">
          <a:xfrm>
            <a:off x="1822043" y="3962271"/>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15"/>
          <p:cNvSpPr/>
          <p:nvPr/>
        </p:nvSpPr>
        <p:spPr bwMode="auto">
          <a:xfrm>
            <a:off x="2080806" y="3962271"/>
            <a:ext cx="220662" cy="147638"/>
          </a:xfrm>
          <a:custGeom>
            <a:avLst/>
            <a:gdLst>
              <a:gd name="T0" fmla="*/ 19 w 139"/>
              <a:gd name="T1" fmla="*/ 93 h 93"/>
              <a:gd name="T2" fmla="*/ 0 w 139"/>
              <a:gd name="T3" fmla="*/ 93 h 93"/>
              <a:gd name="T4" fmla="*/ 121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1"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16"/>
          <p:cNvSpPr/>
          <p:nvPr/>
        </p:nvSpPr>
        <p:spPr bwMode="auto">
          <a:xfrm>
            <a:off x="2301468" y="3967033"/>
            <a:ext cx="420687" cy="127000"/>
          </a:xfrm>
          <a:custGeom>
            <a:avLst/>
            <a:gdLst>
              <a:gd name="T0" fmla="*/ 100 w 112"/>
              <a:gd name="T1" fmla="*/ 17 h 34"/>
              <a:gd name="T2" fmla="*/ 34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4"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17"/>
          <p:cNvSpPr>
            <a:spLocks noEditPoints="1"/>
          </p:cNvSpPr>
          <p:nvPr/>
        </p:nvSpPr>
        <p:spPr bwMode="auto">
          <a:xfrm>
            <a:off x="2260193" y="3955921"/>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3"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18"/>
          <p:cNvSpPr/>
          <p:nvPr/>
        </p:nvSpPr>
        <p:spPr bwMode="auto">
          <a:xfrm>
            <a:off x="2663418" y="3962271"/>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19"/>
          <p:cNvSpPr/>
          <p:nvPr/>
        </p:nvSpPr>
        <p:spPr bwMode="auto">
          <a:xfrm>
            <a:off x="2922181" y="3962271"/>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20"/>
          <p:cNvSpPr/>
          <p:nvPr/>
        </p:nvSpPr>
        <p:spPr bwMode="auto">
          <a:xfrm>
            <a:off x="3184118" y="3962271"/>
            <a:ext cx="217487" cy="147638"/>
          </a:xfrm>
          <a:custGeom>
            <a:avLst/>
            <a:gdLst>
              <a:gd name="T0" fmla="*/ 17 w 137"/>
              <a:gd name="T1" fmla="*/ 93 h 93"/>
              <a:gd name="T2" fmla="*/ 0 w 137"/>
              <a:gd name="T3" fmla="*/ 93 h 93"/>
              <a:gd name="T4" fmla="*/ 118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8"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21"/>
          <p:cNvSpPr/>
          <p:nvPr/>
        </p:nvSpPr>
        <p:spPr bwMode="auto">
          <a:xfrm>
            <a:off x="3442881" y="3962271"/>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22"/>
          <p:cNvSpPr/>
          <p:nvPr/>
        </p:nvSpPr>
        <p:spPr bwMode="auto">
          <a:xfrm>
            <a:off x="3661956" y="3967033"/>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23"/>
          <p:cNvSpPr>
            <a:spLocks noEditPoints="1"/>
          </p:cNvSpPr>
          <p:nvPr/>
        </p:nvSpPr>
        <p:spPr bwMode="auto">
          <a:xfrm>
            <a:off x="3623856" y="3955921"/>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24"/>
          <p:cNvSpPr/>
          <p:nvPr/>
        </p:nvSpPr>
        <p:spPr bwMode="auto">
          <a:xfrm>
            <a:off x="4025493" y="3962271"/>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25"/>
          <p:cNvSpPr/>
          <p:nvPr/>
        </p:nvSpPr>
        <p:spPr bwMode="auto">
          <a:xfrm>
            <a:off x="4284256"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26"/>
          <p:cNvSpPr/>
          <p:nvPr/>
        </p:nvSpPr>
        <p:spPr bwMode="auto">
          <a:xfrm>
            <a:off x="4543018"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Freeform 27"/>
          <p:cNvSpPr/>
          <p:nvPr/>
        </p:nvSpPr>
        <p:spPr bwMode="auto">
          <a:xfrm>
            <a:off x="4803368" y="3962271"/>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28"/>
          <p:cNvSpPr/>
          <p:nvPr/>
        </p:nvSpPr>
        <p:spPr bwMode="auto">
          <a:xfrm>
            <a:off x="5024031" y="3967033"/>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29"/>
          <p:cNvSpPr>
            <a:spLocks noEditPoints="1"/>
          </p:cNvSpPr>
          <p:nvPr/>
        </p:nvSpPr>
        <p:spPr bwMode="auto">
          <a:xfrm>
            <a:off x="4985931" y="3955921"/>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30"/>
          <p:cNvSpPr/>
          <p:nvPr/>
        </p:nvSpPr>
        <p:spPr bwMode="auto">
          <a:xfrm>
            <a:off x="5384393"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31"/>
          <p:cNvSpPr/>
          <p:nvPr/>
        </p:nvSpPr>
        <p:spPr bwMode="auto">
          <a:xfrm>
            <a:off x="5647918" y="3962271"/>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32"/>
          <p:cNvSpPr/>
          <p:nvPr/>
        </p:nvSpPr>
        <p:spPr bwMode="auto">
          <a:xfrm>
            <a:off x="5906681" y="3962271"/>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33"/>
          <p:cNvSpPr/>
          <p:nvPr/>
        </p:nvSpPr>
        <p:spPr bwMode="auto">
          <a:xfrm>
            <a:off x="6165443"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34"/>
          <p:cNvSpPr/>
          <p:nvPr/>
        </p:nvSpPr>
        <p:spPr bwMode="auto">
          <a:xfrm>
            <a:off x="6387693" y="3967033"/>
            <a:ext cx="419100" cy="127000"/>
          </a:xfrm>
          <a:custGeom>
            <a:avLst/>
            <a:gdLst>
              <a:gd name="T0" fmla="*/ 100 w 112"/>
              <a:gd name="T1" fmla="*/ 17 h 34"/>
              <a:gd name="T2" fmla="*/ 33 w 112"/>
              <a:gd name="T3" fmla="*/ 34 h 34"/>
              <a:gd name="T4" fmla="*/ 12 w 112"/>
              <a:gd name="T5" fmla="*/ 17 h 34"/>
              <a:gd name="T6" fmla="*/ 78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7" y="26"/>
                  <a:pt x="58" y="34"/>
                  <a:pt x="33" y="34"/>
                </a:cubicBezTo>
                <a:cubicBezTo>
                  <a:pt x="9" y="34"/>
                  <a:pt x="0" y="26"/>
                  <a:pt x="12" y="17"/>
                </a:cubicBezTo>
                <a:cubicBezTo>
                  <a:pt x="24" y="8"/>
                  <a:pt x="54" y="0"/>
                  <a:pt x="78" y="0"/>
                </a:cubicBezTo>
                <a:cubicBezTo>
                  <a:pt x="102" y="0"/>
                  <a:pt x="112"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35"/>
          <p:cNvSpPr>
            <a:spLocks noEditPoints="1"/>
          </p:cNvSpPr>
          <p:nvPr/>
        </p:nvSpPr>
        <p:spPr bwMode="auto">
          <a:xfrm>
            <a:off x="6344831" y="3955921"/>
            <a:ext cx="500062" cy="150813"/>
          </a:xfrm>
          <a:custGeom>
            <a:avLst/>
            <a:gdLst>
              <a:gd name="T0" fmla="*/ 40 w 133"/>
              <a:gd name="T1" fmla="*/ 40 h 40"/>
              <a:gd name="T2" fmla="*/ 15 w 133"/>
              <a:gd name="T3" fmla="*/ 20 h 40"/>
              <a:gd name="T4" fmla="*/ 93 w 133"/>
              <a:gd name="T5" fmla="*/ 0 h 40"/>
              <a:gd name="T6" fmla="*/ 119 w 133"/>
              <a:gd name="T7" fmla="*/ 20 h 40"/>
              <a:gd name="T8" fmla="*/ 40 w 133"/>
              <a:gd name="T9" fmla="*/ 40 h 40"/>
              <a:gd name="T10" fmla="*/ 85 w 133"/>
              <a:gd name="T11" fmla="*/ 6 h 40"/>
              <a:gd name="T12" fmla="*/ 31 w 133"/>
              <a:gd name="T13" fmla="*/ 20 h 40"/>
              <a:gd name="T14" fmla="*/ 49 w 133"/>
              <a:gd name="T15" fmla="*/ 34 h 40"/>
              <a:gd name="T16" fmla="*/ 103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2" y="40"/>
                  <a:pt x="0" y="31"/>
                  <a:pt x="15" y="20"/>
                </a:cubicBezTo>
                <a:cubicBezTo>
                  <a:pt x="30" y="9"/>
                  <a:pt x="65" y="0"/>
                  <a:pt x="93" y="0"/>
                </a:cubicBezTo>
                <a:cubicBezTo>
                  <a:pt x="122" y="0"/>
                  <a:pt x="133" y="9"/>
                  <a:pt x="119" y="20"/>
                </a:cubicBezTo>
                <a:cubicBezTo>
                  <a:pt x="104" y="31"/>
                  <a:pt x="69" y="40"/>
                  <a:pt x="40" y="40"/>
                </a:cubicBezTo>
                <a:close/>
                <a:moveTo>
                  <a:pt x="85" y="6"/>
                </a:moveTo>
                <a:cubicBezTo>
                  <a:pt x="65" y="6"/>
                  <a:pt x="41" y="12"/>
                  <a:pt x="31" y="20"/>
                </a:cubicBezTo>
                <a:cubicBezTo>
                  <a:pt x="21" y="28"/>
                  <a:pt x="29" y="34"/>
                  <a:pt x="49" y="34"/>
                </a:cubicBezTo>
                <a:cubicBezTo>
                  <a:pt x="68" y="34"/>
                  <a:pt x="92" y="28"/>
                  <a:pt x="103" y="20"/>
                </a:cubicBezTo>
                <a:cubicBezTo>
                  <a:pt x="113" y="12"/>
                  <a:pt x="105"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36"/>
          <p:cNvSpPr/>
          <p:nvPr/>
        </p:nvSpPr>
        <p:spPr bwMode="auto">
          <a:xfrm>
            <a:off x="6748056" y="3962271"/>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37"/>
          <p:cNvSpPr/>
          <p:nvPr/>
        </p:nvSpPr>
        <p:spPr bwMode="auto">
          <a:xfrm>
            <a:off x="7006818" y="3962271"/>
            <a:ext cx="220662" cy="147638"/>
          </a:xfrm>
          <a:custGeom>
            <a:avLst/>
            <a:gdLst>
              <a:gd name="T0" fmla="*/ 19 w 139"/>
              <a:gd name="T1" fmla="*/ 93 h 93"/>
              <a:gd name="T2" fmla="*/ 0 w 139"/>
              <a:gd name="T3" fmla="*/ 93 h 93"/>
              <a:gd name="T4" fmla="*/ 120 w 139"/>
              <a:gd name="T5" fmla="*/ 0 h 93"/>
              <a:gd name="T6" fmla="*/ 139 w 139"/>
              <a:gd name="T7" fmla="*/ 0 h 93"/>
              <a:gd name="T8" fmla="*/ 19 w 139"/>
              <a:gd name="T9" fmla="*/ 93 h 93"/>
            </a:gdLst>
            <a:ahLst/>
            <a:cxnLst>
              <a:cxn ang="0">
                <a:pos x="T0" y="T1"/>
              </a:cxn>
              <a:cxn ang="0">
                <a:pos x="T2" y="T3"/>
              </a:cxn>
              <a:cxn ang="0">
                <a:pos x="T4" y="T5"/>
              </a:cxn>
              <a:cxn ang="0">
                <a:pos x="T6" y="T7"/>
              </a:cxn>
              <a:cxn ang="0">
                <a:pos x="T8" y="T9"/>
              </a:cxn>
            </a:cxnLst>
            <a:rect l="0" t="0" r="r" b="b"/>
            <a:pathLst>
              <a:path w="139" h="93">
                <a:moveTo>
                  <a:pt x="19" y="93"/>
                </a:moveTo>
                <a:lnTo>
                  <a:pt x="0" y="93"/>
                </a:lnTo>
                <a:lnTo>
                  <a:pt x="120" y="0"/>
                </a:lnTo>
                <a:lnTo>
                  <a:pt x="139"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Freeform 38"/>
          <p:cNvSpPr/>
          <p:nvPr/>
        </p:nvSpPr>
        <p:spPr bwMode="auto">
          <a:xfrm>
            <a:off x="7268756" y="3962271"/>
            <a:ext cx="217487" cy="147638"/>
          </a:xfrm>
          <a:custGeom>
            <a:avLst/>
            <a:gdLst>
              <a:gd name="T0" fmla="*/ 17 w 137"/>
              <a:gd name="T1" fmla="*/ 93 h 93"/>
              <a:gd name="T2" fmla="*/ 0 w 137"/>
              <a:gd name="T3" fmla="*/ 93 h 93"/>
              <a:gd name="T4" fmla="*/ 119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19"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4" name="Freeform 39"/>
          <p:cNvSpPr/>
          <p:nvPr/>
        </p:nvSpPr>
        <p:spPr bwMode="auto">
          <a:xfrm>
            <a:off x="7527518" y="3962271"/>
            <a:ext cx="219075" cy="147638"/>
          </a:xfrm>
          <a:custGeom>
            <a:avLst/>
            <a:gdLst>
              <a:gd name="T0" fmla="*/ 17 w 138"/>
              <a:gd name="T1" fmla="*/ 93 h 93"/>
              <a:gd name="T2" fmla="*/ 0 w 138"/>
              <a:gd name="T3" fmla="*/ 93 h 93"/>
              <a:gd name="T4" fmla="*/ 121 w 138"/>
              <a:gd name="T5" fmla="*/ 0 h 93"/>
              <a:gd name="T6" fmla="*/ 138 w 138"/>
              <a:gd name="T7" fmla="*/ 0 h 93"/>
              <a:gd name="T8" fmla="*/ 17 w 138"/>
              <a:gd name="T9" fmla="*/ 93 h 93"/>
            </a:gdLst>
            <a:ahLst/>
            <a:cxnLst>
              <a:cxn ang="0">
                <a:pos x="T0" y="T1"/>
              </a:cxn>
              <a:cxn ang="0">
                <a:pos x="T2" y="T3"/>
              </a:cxn>
              <a:cxn ang="0">
                <a:pos x="T4" y="T5"/>
              </a:cxn>
              <a:cxn ang="0">
                <a:pos x="T6" y="T7"/>
              </a:cxn>
              <a:cxn ang="0">
                <a:pos x="T8" y="T9"/>
              </a:cxn>
            </a:cxnLst>
            <a:rect l="0" t="0" r="r" b="b"/>
            <a:pathLst>
              <a:path w="138" h="93">
                <a:moveTo>
                  <a:pt x="17" y="93"/>
                </a:moveTo>
                <a:lnTo>
                  <a:pt x="0" y="93"/>
                </a:lnTo>
                <a:lnTo>
                  <a:pt x="121" y="0"/>
                </a:lnTo>
                <a:lnTo>
                  <a:pt x="138"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Freeform 40"/>
          <p:cNvSpPr/>
          <p:nvPr/>
        </p:nvSpPr>
        <p:spPr bwMode="auto">
          <a:xfrm>
            <a:off x="7746593" y="3967033"/>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6" name="Freeform 41"/>
          <p:cNvSpPr>
            <a:spLocks noEditPoints="1"/>
          </p:cNvSpPr>
          <p:nvPr/>
        </p:nvSpPr>
        <p:spPr bwMode="auto">
          <a:xfrm>
            <a:off x="7708493" y="3955921"/>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42"/>
          <p:cNvSpPr/>
          <p:nvPr/>
        </p:nvSpPr>
        <p:spPr bwMode="auto">
          <a:xfrm>
            <a:off x="8110131" y="3962271"/>
            <a:ext cx="217487" cy="147638"/>
          </a:xfrm>
          <a:custGeom>
            <a:avLst/>
            <a:gdLst>
              <a:gd name="T0" fmla="*/ 17 w 137"/>
              <a:gd name="T1" fmla="*/ 93 h 93"/>
              <a:gd name="T2" fmla="*/ 0 w 137"/>
              <a:gd name="T3" fmla="*/ 93 h 93"/>
              <a:gd name="T4" fmla="*/ 121 w 137"/>
              <a:gd name="T5" fmla="*/ 0 h 93"/>
              <a:gd name="T6" fmla="*/ 137 w 137"/>
              <a:gd name="T7" fmla="*/ 0 h 93"/>
              <a:gd name="T8" fmla="*/ 17 w 137"/>
              <a:gd name="T9" fmla="*/ 93 h 93"/>
            </a:gdLst>
            <a:ahLst/>
            <a:cxnLst>
              <a:cxn ang="0">
                <a:pos x="T0" y="T1"/>
              </a:cxn>
              <a:cxn ang="0">
                <a:pos x="T2" y="T3"/>
              </a:cxn>
              <a:cxn ang="0">
                <a:pos x="T4" y="T5"/>
              </a:cxn>
              <a:cxn ang="0">
                <a:pos x="T6" y="T7"/>
              </a:cxn>
              <a:cxn ang="0">
                <a:pos x="T8" y="T9"/>
              </a:cxn>
            </a:cxnLst>
            <a:rect l="0" t="0" r="r" b="b"/>
            <a:pathLst>
              <a:path w="137" h="93">
                <a:moveTo>
                  <a:pt x="17" y="93"/>
                </a:moveTo>
                <a:lnTo>
                  <a:pt x="0" y="93"/>
                </a:lnTo>
                <a:lnTo>
                  <a:pt x="121" y="0"/>
                </a:lnTo>
                <a:lnTo>
                  <a:pt x="137" y="0"/>
                </a:lnTo>
                <a:lnTo>
                  <a:pt x="17"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Freeform 43"/>
          <p:cNvSpPr/>
          <p:nvPr/>
        </p:nvSpPr>
        <p:spPr bwMode="auto">
          <a:xfrm>
            <a:off x="8368893"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44"/>
          <p:cNvSpPr/>
          <p:nvPr/>
        </p:nvSpPr>
        <p:spPr bwMode="auto">
          <a:xfrm>
            <a:off x="8627656"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45"/>
          <p:cNvSpPr/>
          <p:nvPr/>
        </p:nvSpPr>
        <p:spPr bwMode="auto">
          <a:xfrm>
            <a:off x="8888006" y="3962271"/>
            <a:ext cx="220662" cy="147638"/>
          </a:xfrm>
          <a:custGeom>
            <a:avLst/>
            <a:gdLst>
              <a:gd name="T0" fmla="*/ 18 w 139"/>
              <a:gd name="T1" fmla="*/ 93 h 93"/>
              <a:gd name="T2" fmla="*/ 0 w 139"/>
              <a:gd name="T3" fmla="*/ 93 h 93"/>
              <a:gd name="T4" fmla="*/ 120 w 139"/>
              <a:gd name="T5" fmla="*/ 0 h 93"/>
              <a:gd name="T6" fmla="*/ 139 w 139"/>
              <a:gd name="T7" fmla="*/ 0 h 93"/>
              <a:gd name="T8" fmla="*/ 18 w 139"/>
              <a:gd name="T9" fmla="*/ 93 h 93"/>
            </a:gdLst>
            <a:ahLst/>
            <a:cxnLst>
              <a:cxn ang="0">
                <a:pos x="T0" y="T1"/>
              </a:cxn>
              <a:cxn ang="0">
                <a:pos x="T2" y="T3"/>
              </a:cxn>
              <a:cxn ang="0">
                <a:pos x="T4" y="T5"/>
              </a:cxn>
              <a:cxn ang="0">
                <a:pos x="T6" y="T7"/>
              </a:cxn>
              <a:cxn ang="0">
                <a:pos x="T8" y="T9"/>
              </a:cxn>
            </a:cxnLst>
            <a:rect l="0" t="0" r="r" b="b"/>
            <a:pathLst>
              <a:path w="139" h="93">
                <a:moveTo>
                  <a:pt x="18" y="93"/>
                </a:moveTo>
                <a:lnTo>
                  <a:pt x="0" y="93"/>
                </a:lnTo>
                <a:lnTo>
                  <a:pt x="120" y="0"/>
                </a:lnTo>
                <a:lnTo>
                  <a:pt x="139" y="0"/>
                </a:lnTo>
                <a:lnTo>
                  <a:pt x="18"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46"/>
          <p:cNvSpPr/>
          <p:nvPr/>
        </p:nvSpPr>
        <p:spPr bwMode="auto">
          <a:xfrm>
            <a:off x="9108668" y="3967033"/>
            <a:ext cx="420687" cy="127000"/>
          </a:xfrm>
          <a:custGeom>
            <a:avLst/>
            <a:gdLst>
              <a:gd name="T0" fmla="*/ 100 w 112"/>
              <a:gd name="T1" fmla="*/ 17 h 34"/>
              <a:gd name="T2" fmla="*/ 34 w 112"/>
              <a:gd name="T3" fmla="*/ 34 h 34"/>
              <a:gd name="T4" fmla="*/ 12 w 112"/>
              <a:gd name="T5" fmla="*/ 17 h 34"/>
              <a:gd name="T6" fmla="*/ 79 w 112"/>
              <a:gd name="T7" fmla="*/ 0 h 34"/>
              <a:gd name="T8" fmla="*/ 100 w 112"/>
              <a:gd name="T9" fmla="*/ 17 h 34"/>
            </a:gdLst>
            <a:ahLst/>
            <a:cxnLst>
              <a:cxn ang="0">
                <a:pos x="T0" y="T1"/>
              </a:cxn>
              <a:cxn ang="0">
                <a:pos x="T2" y="T3"/>
              </a:cxn>
              <a:cxn ang="0">
                <a:pos x="T4" y="T5"/>
              </a:cxn>
              <a:cxn ang="0">
                <a:pos x="T6" y="T7"/>
              </a:cxn>
              <a:cxn ang="0">
                <a:pos x="T8" y="T9"/>
              </a:cxn>
            </a:cxnLst>
            <a:rect l="0" t="0" r="r" b="b"/>
            <a:pathLst>
              <a:path w="112" h="34">
                <a:moveTo>
                  <a:pt x="100" y="17"/>
                </a:moveTo>
                <a:cubicBezTo>
                  <a:pt x="88" y="26"/>
                  <a:pt x="58" y="34"/>
                  <a:pt x="34" y="34"/>
                </a:cubicBezTo>
                <a:cubicBezTo>
                  <a:pt x="10" y="34"/>
                  <a:pt x="0" y="26"/>
                  <a:pt x="12" y="17"/>
                </a:cubicBezTo>
                <a:cubicBezTo>
                  <a:pt x="25" y="8"/>
                  <a:pt x="54" y="0"/>
                  <a:pt x="79" y="0"/>
                </a:cubicBezTo>
                <a:cubicBezTo>
                  <a:pt x="103" y="0"/>
                  <a:pt x="112" y="8"/>
                  <a:pt x="100" y="1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47"/>
          <p:cNvSpPr>
            <a:spLocks noEditPoints="1"/>
          </p:cNvSpPr>
          <p:nvPr/>
        </p:nvSpPr>
        <p:spPr bwMode="auto">
          <a:xfrm>
            <a:off x="9065376" y="3943220"/>
            <a:ext cx="500062" cy="150813"/>
          </a:xfrm>
          <a:custGeom>
            <a:avLst/>
            <a:gdLst>
              <a:gd name="T0" fmla="*/ 40 w 133"/>
              <a:gd name="T1" fmla="*/ 40 h 40"/>
              <a:gd name="T2" fmla="*/ 14 w 133"/>
              <a:gd name="T3" fmla="*/ 20 h 40"/>
              <a:gd name="T4" fmla="*/ 93 w 133"/>
              <a:gd name="T5" fmla="*/ 0 h 40"/>
              <a:gd name="T6" fmla="*/ 118 w 133"/>
              <a:gd name="T7" fmla="*/ 20 h 40"/>
              <a:gd name="T8" fmla="*/ 40 w 133"/>
              <a:gd name="T9" fmla="*/ 40 h 40"/>
              <a:gd name="T10" fmla="*/ 84 w 133"/>
              <a:gd name="T11" fmla="*/ 6 h 40"/>
              <a:gd name="T12" fmla="*/ 30 w 133"/>
              <a:gd name="T13" fmla="*/ 20 h 40"/>
              <a:gd name="T14" fmla="*/ 48 w 133"/>
              <a:gd name="T15" fmla="*/ 34 h 40"/>
              <a:gd name="T16" fmla="*/ 102 w 133"/>
              <a:gd name="T17" fmla="*/ 20 h 40"/>
              <a:gd name="T18" fmla="*/ 84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4" y="20"/>
                </a:cubicBezTo>
                <a:cubicBezTo>
                  <a:pt x="29" y="9"/>
                  <a:pt x="64" y="0"/>
                  <a:pt x="93" y="0"/>
                </a:cubicBezTo>
                <a:cubicBezTo>
                  <a:pt x="121" y="0"/>
                  <a:pt x="133" y="9"/>
                  <a:pt x="118" y="20"/>
                </a:cubicBezTo>
                <a:cubicBezTo>
                  <a:pt x="103" y="31"/>
                  <a:pt x="68" y="40"/>
                  <a:pt x="40" y="40"/>
                </a:cubicBezTo>
                <a:close/>
                <a:moveTo>
                  <a:pt x="84" y="6"/>
                </a:moveTo>
                <a:cubicBezTo>
                  <a:pt x="65" y="6"/>
                  <a:pt x="41" y="12"/>
                  <a:pt x="30" y="20"/>
                </a:cubicBezTo>
                <a:cubicBezTo>
                  <a:pt x="20" y="28"/>
                  <a:pt x="28" y="34"/>
                  <a:pt x="48" y="34"/>
                </a:cubicBezTo>
                <a:cubicBezTo>
                  <a:pt x="68" y="34"/>
                  <a:pt x="92" y="28"/>
                  <a:pt x="102" y="20"/>
                </a:cubicBezTo>
                <a:cubicBezTo>
                  <a:pt x="112" y="12"/>
                  <a:pt x="104" y="6"/>
                  <a:pt x="84"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3" name="Freeform 48"/>
          <p:cNvSpPr/>
          <p:nvPr/>
        </p:nvSpPr>
        <p:spPr bwMode="auto">
          <a:xfrm>
            <a:off x="9469031"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49"/>
          <p:cNvSpPr/>
          <p:nvPr/>
        </p:nvSpPr>
        <p:spPr bwMode="auto">
          <a:xfrm>
            <a:off x="9732556" y="3962271"/>
            <a:ext cx="217487" cy="147638"/>
          </a:xfrm>
          <a:custGeom>
            <a:avLst/>
            <a:gdLst>
              <a:gd name="T0" fmla="*/ 16 w 137"/>
              <a:gd name="T1" fmla="*/ 93 h 93"/>
              <a:gd name="T2" fmla="*/ 0 w 137"/>
              <a:gd name="T3" fmla="*/ 93 h 93"/>
              <a:gd name="T4" fmla="*/ 120 w 137"/>
              <a:gd name="T5" fmla="*/ 0 h 93"/>
              <a:gd name="T6" fmla="*/ 137 w 137"/>
              <a:gd name="T7" fmla="*/ 0 h 93"/>
              <a:gd name="T8" fmla="*/ 16 w 137"/>
              <a:gd name="T9" fmla="*/ 93 h 93"/>
            </a:gdLst>
            <a:ahLst/>
            <a:cxnLst>
              <a:cxn ang="0">
                <a:pos x="T0" y="T1"/>
              </a:cxn>
              <a:cxn ang="0">
                <a:pos x="T2" y="T3"/>
              </a:cxn>
              <a:cxn ang="0">
                <a:pos x="T4" y="T5"/>
              </a:cxn>
              <a:cxn ang="0">
                <a:pos x="T6" y="T7"/>
              </a:cxn>
              <a:cxn ang="0">
                <a:pos x="T8" y="T9"/>
              </a:cxn>
            </a:cxnLst>
            <a:rect l="0" t="0" r="r" b="b"/>
            <a:pathLst>
              <a:path w="137" h="93">
                <a:moveTo>
                  <a:pt x="16" y="93"/>
                </a:moveTo>
                <a:lnTo>
                  <a:pt x="0" y="93"/>
                </a:lnTo>
                <a:lnTo>
                  <a:pt x="120" y="0"/>
                </a:lnTo>
                <a:lnTo>
                  <a:pt x="137" y="0"/>
                </a:lnTo>
                <a:lnTo>
                  <a:pt x="16"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5" name="Freeform 50"/>
          <p:cNvSpPr/>
          <p:nvPr/>
        </p:nvSpPr>
        <p:spPr bwMode="auto">
          <a:xfrm>
            <a:off x="9991318" y="3962271"/>
            <a:ext cx="217487" cy="147638"/>
          </a:xfrm>
          <a:custGeom>
            <a:avLst/>
            <a:gdLst>
              <a:gd name="T0" fmla="*/ 19 w 137"/>
              <a:gd name="T1" fmla="*/ 93 h 93"/>
              <a:gd name="T2" fmla="*/ 0 w 137"/>
              <a:gd name="T3" fmla="*/ 93 h 93"/>
              <a:gd name="T4" fmla="*/ 120 w 137"/>
              <a:gd name="T5" fmla="*/ 0 h 93"/>
              <a:gd name="T6" fmla="*/ 137 w 137"/>
              <a:gd name="T7" fmla="*/ 0 h 93"/>
              <a:gd name="T8" fmla="*/ 19 w 137"/>
              <a:gd name="T9" fmla="*/ 93 h 93"/>
            </a:gdLst>
            <a:ahLst/>
            <a:cxnLst>
              <a:cxn ang="0">
                <a:pos x="T0" y="T1"/>
              </a:cxn>
              <a:cxn ang="0">
                <a:pos x="T2" y="T3"/>
              </a:cxn>
              <a:cxn ang="0">
                <a:pos x="T4" y="T5"/>
              </a:cxn>
              <a:cxn ang="0">
                <a:pos x="T6" y="T7"/>
              </a:cxn>
              <a:cxn ang="0">
                <a:pos x="T8" y="T9"/>
              </a:cxn>
            </a:cxnLst>
            <a:rect l="0" t="0" r="r" b="b"/>
            <a:pathLst>
              <a:path w="137" h="93">
                <a:moveTo>
                  <a:pt x="19" y="93"/>
                </a:moveTo>
                <a:lnTo>
                  <a:pt x="0" y="93"/>
                </a:lnTo>
                <a:lnTo>
                  <a:pt x="120" y="0"/>
                </a:lnTo>
                <a:lnTo>
                  <a:pt x="137"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51"/>
          <p:cNvSpPr/>
          <p:nvPr/>
        </p:nvSpPr>
        <p:spPr bwMode="auto">
          <a:xfrm>
            <a:off x="10250081" y="3962271"/>
            <a:ext cx="222250" cy="147638"/>
          </a:xfrm>
          <a:custGeom>
            <a:avLst/>
            <a:gdLst>
              <a:gd name="T0" fmla="*/ 19 w 140"/>
              <a:gd name="T1" fmla="*/ 93 h 93"/>
              <a:gd name="T2" fmla="*/ 0 w 140"/>
              <a:gd name="T3" fmla="*/ 93 h 93"/>
              <a:gd name="T4" fmla="*/ 121 w 140"/>
              <a:gd name="T5" fmla="*/ 0 h 93"/>
              <a:gd name="T6" fmla="*/ 140 w 140"/>
              <a:gd name="T7" fmla="*/ 0 h 93"/>
              <a:gd name="T8" fmla="*/ 19 w 140"/>
              <a:gd name="T9" fmla="*/ 93 h 93"/>
            </a:gdLst>
            <a:ahLst/>
            <a:cxnLst>
              <a:cxn ang="0">
                <a:pos x="T0" y="T1"/>
              </a:cxn>
              <a:cxn ang="0">
                <a:pos x="T2" y="T3"/>
              </a:cxn>
              <a:cxn ang="0">
                <a:pos x="T4" y="T5"/>
              </a:cxn>
              <a:cxn ang="0">
                <a:pos x="T6" y="T7"/>
              </a:cxn>
              <a:cxn ang="0">
                <a:pos x="T8" y="T9"/>
              </a:cxn>
            </a:cxnLst>
            <a:rect l="0" t="0" r="r" b="b"/>
            <a:pathLst>
              <a:path w="140" h="93">
                <a:moveTo>
                  <a:pt x="19" y="93"/>
                </a:moveTo>
                <a:lnTo>
                  <a:pt x="0" y="93"/>
                </a:lnTo>
                <a:lnTo>
                  <a:pt x="121" y="0"/>
                </a:lnTo>
                <a:lnTo>
                  <a:pt x="140" y="0"/>
                </a:lnTo>
                <a:lnTo>
                  <a:pt x="19" y="93"/>
                </a:lnTo>
                <a:close/>
              </a:path>
            </a:pathLst>
          </a:custGeom>
          <a:solidFill>
            <a:srgbClr val="9E9E9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Freeform 52"/>
          <p:cNvSpPr/>
          <p:nvPr/>
        </p:nvSpPr>
        <p:spPr bwMode="auto">
          <a:xfrm>
            <a:off x="10472331" y="3967033"/>
            <a:ext cx="423862" cy="127000"/>
          </a:xfrm>
          <a:custGeom>
            <a:avLst/>
            <a:gdLst>
              <a:gd name="T0" fmla="*/ 100 w 113"/>
              <a:gd name="T1" fmla="*/ 17 h 34"/>
              <a:gd name="T2" fmla="*/ 34 w 113"/>
              <a:gd name="T3" fmla="*/ 34 h 34"/>
              <a:gd name="T4" fmla="*/ 13 w 113"/>
              <a:gd name="T5" fmla="*/ 17 h 34"/>
              <a:gd name="T6" fmla="*/ 79 w 113"/>
              <a:gd name="T7" fmla="*/ 0 h 34"/>
              <a:gd name="T8" fmla="*/ 100 w 113"/>
              <a:gd name="T9" fmla="*/ 17 h 34"/>
            </a:gdLst>
            <a:ahLst/>
            <a:cxnLst>
              <a:cxn ang="0">
                <a:pos x="T0" y="T1"/>
              </a:cxn>
              <a:cxn ang="0">
                <a:pos x="T2" y="T3"/>
              </a:cxn>
              <a:cxn ang="0">
                <a:pos x="T4" y="T5"/>
              </a:cxn>
              <a:cxn ang="0">
                <a:pos x="T6" y="T7"/>
              </a:cxn>
              <a:cxn ang="0">
                <a:pos x="T8" y="T9"/>
              </a:cxn>
            </a:cxnLst>
            <a:rect l="0" t="0" r="r" b="b"/>
            <a:pathLst>
              <a:path w="113" h="34">
                <a:moveTo>
                  <a:pt x="100" y="17"/>
                </a:moveTo>
                <a:cubicBezTo>
                  <a:pt x="88" y="26"/>
                  <a:pt x="58" y="34"/>
                  <a:pt x="34" y="34"/>
                </a:cubicBezTo>
                <a:cubicBezTo>
                  <a:pt x="10" y="34"/>
                  <a:pt x="0" y="26"/>
                  <a:pt x="13" y="17"/>
                </a:cubicBezTo>
                <a:cubicBezTo>
                  <a:pt x="25" y="8"/>
                  <a:pt x="55" y="0"/>
                  <a:pt x="79" y="0"/>
                </a:cubicBezTo>
                <a:cubicBezTo>
                  <a:pt x="103" y="0"/>
                  <a:pt x="113" y="8"/>
                  <a:pt x="100"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53"/>
          <p:cNvSpPr>
            <a:spLocks noEditPoints="1"/>
          </p:cNvSpPr>
          <p:nvPr/>
        </p:nvSpPr>
        <p:spPr bwMode="auto">
          <a:xfrm>
            <a:off x="10434231" y="3955921"/>
            <a:ext cx="498475" cy="150813"/>
          </a:xfrm>
          <a:custGeom>
            <a:avLst/>
            <a:gdLst>
              <a:gd name="T0" fmla="*/ 40 w 133"/>
              <a:gd name="T1" fmla="*/ 40 h 40"/>
              <a:gd name="T2" fmla="*/ 15 w 133"/>
              <a:gd name="T3" fmla="*/ 20 h 40"/>
              <a:gd name="T4" fmla="*/ 93 w 133"/>
              <a:gd name="T5" fmla="*/ 0 h 40"/>
              <a:gd name="T6" fmla="*/ 118 w 133"/>
              <a:gd name="T7" fmla="*/ 20 h 40"/>
              <a:gd name="T8" fmla="*/ 40 w 133"/>
              <a:gd name="T9" fmla="*/ 40 h 40"/>
              <a:gd name="T10" fmla="*/ 85 w 133"/>
              <a:gd name="T11" fmla="*/ 6 h 40"/>
              <a:gd name="T12" fmla="*/ 31 w 133"/>
              <a:gd name="T13" fmla="*/ 20 h 40"/>
              <a:gd name="T14" fmla="*/ 48 w 133"/>
              <a:gd name="T15" fmla="*/ 34 h 40"/>
              <a:gd name="T16" fmla="*/ 102 w 133"/>
              <a:gd name="T17" fmla="*/ 20 h 40"/>
              <a:gd name="T18" fmla="*/ 85 w 133"/>
              <a:gd name="T19"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40">
                <a:moveTo>
                  <a:pt x="40" y="40"/>
                </a:moveTo>
                <a:cubicBezTo>
                  <a:pt x="11" y="40"/>
                  <a:pt x="0" y="31"/>
                  <a:pt x="15" y="20"/>
                </a:cubicBezTo>
                <a:cubicBezTo>
                  <a:pt x="29" y="9"/>
                  <a:pt x="64" y="0"/>
                  <a:pt x="93" y="0"/>
                </a:cubicBezTo>
                <a:cubicBezTo>
                  <a:pt x="122" y="0"/>
                  <a:pt x="133" y="9"/>
                  <a:pt x="118" y="20"/>
                </a:cubicBezTo>
                <a:cubicBezTo>
                  <a:pt x="104" y="31"/>
                  <a:pt x="69" y="40"/>
                  <a:pt x="40" y="40"/>
                </a:cubicBezTo>
                <a:close/>
                <a:moveTo>
                  <a:pt x="85" y="6"/>
                </a:moveTo>
                <a:cubicBezTo>
                  <a:pt x="65" y="6"/>
                  <a:pt x="41" y="12"/>
                  <a:pt x="31" y="20"/>
                </a:cubicBezTo>
                <a:cubicBezTo>
                  <a:pt x="21" y="28"/>
                  <a:pt x="29" y="34"/>
                  <a:pt x="48" y="34"/>
                </a:cubicBezTo>
                <a:cubicBezTo>
                  <a:pt x="68" y="34"/>
                  <a:pt x="92" y="28"/>
                  <a:pt x="102" y="20"/>
                </a:cubicBezTo>
                <a:cubicBezTo>
                  <a:pt x="112" y="12"/>
                  <a:pt x="104" y="6"/>
                  <a:pt x="85" y="6"/>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Oval 54"/>
          <p:cNvSpPr>
            <a:spLocks noChangeArrowheads="1"/>
          </p:cNvSpPr>
          <p:nvPr/>
        </p:nvSpPr>
        <p:spPr bwMode="auto">
          <a:xfrm>
            <a:off x="635345" y="2677832"/>
            <a:ext cx="1106424" cy="1099134"/>
          </a:xfrm>
          <a:prstGeom prst="ellipse">
            <a:avLst/>
          </a:prstGeo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Freeform 55"/>
          <p:cNvSpPr/>
          <p:nvPr/>
        </p:nvSpPr>
        <p:spPr bwMode="auto">
          <a:xfrm>
            <a:off x="1044168" y="3587621"/>
            <a:ext cx="236537" cy="404813"/>
          </a:xfrm>
          <a:custGeom>
            <a:avLst/>
            <a:gdLst>
              <a:gd name="T0" fmla="*/ 0 w 149"/>
              <a:gd name="T1" fmla="*/ 0 h 255"/>
              <a:gd name="T2" fmla="*/ 149 w 149"/>
              <a:gd name="T3" fmla="*/ 0 h 255"/>
              <a:gd name="T4" fmla="*/ 74 w 149"/>
              <a:gd name="T5" fmla="*/ 255 h 255"/>
              <a:gd name="T6" fmla="*/ 0 w 149"/>
              <a:gd name="T7" fmla="*/ 0 h 255"/>
            </a:gdLst>
            <a:ahLst/>
            <a:cxnLst>
              <a:cxn ang="0">
                <a:pos x="T0" y="T1"/>
              </a:cxn>
              <a:cxn ang="0">
                <a:pos x="T2" y="T3"/>
              </a:cxn>
              <a:cxn ang="0">
                <a:pos x="T4" y="T5"/>
              </a:cxn>
              <a:cxn ang="0">
                <a:pos x="T6" y="T7"/>
              </a:cxn>
            </a:cxnLst>
            <a:rect l="0" t="0" r="r" b="b"/>
            <a:pathLst>
              <a:path w="149" h="255">
                <a:moveTo>
                  <a:pt x="0" y="0"/>
                </a:moveTo>
                <a:lnTo>
                  <a:pt x="149" y="0"/>
                </a:lnTo>
                <a:lnTo>
                  <a:pt x="74" y="255"/>
                </a:lnTo>
                <a:lnTo>
                  <a:pt x="0" y="0"/>
                </a:lnTo>
                <a:close/>
              </a:path>
            </a:pathLst>
          </a:custGeom>
          <a:solidFill>
            <a:srgbClr val="39AC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01" name="组合 100"/>
          <p:cNvGrpSpPr/>
          <p:nvPr/>
        </p:nvGrpSpPr>
        <p:grpSpPr>
          <a:xfrm>
            <a:off x="2143309" y="4030533"/>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02"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03"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4" name="组合 103"/>
          <p:cNvGrpSpPr/>
          <p:nvPr/>
        </p:nvGrpSpPr>
        <p:grpSpPr>
          <a:xfrm>
            <a:off x="3525431" y="3112856"/>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05"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6"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07" name="文本框 110"/>
          <p:cNvSpPr txBox="1"/>
          <p:nvPr/>
        </p:nvSpPr>
        <p:spPr>
          <a:xfrm>
            <a:off x="292100" y="2858770"/>
            <a:ext cx="1716405"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rPr>
              <a:t>每月第 </a:t>
            </a:r>
            <a:r>
              <a:rPr lang="en-US" altLang="zh-CN" sz="1400" dirty="0">
                <a:latin typeface="黑体" panose="02010609060101010101" charset="-122"/>
                <a:ea typeface="黑体" panose="02010609060101010101" charset="-122"/>
              </a:rPr>
              <a:t>2 </a:t>
            </a:r>
            <a:r>
              <a:rPr lang="zh-CN" altLang="en-US" sz="1400" dirty="0">
                <a:latin typeface="黑体" panose="02010609060101010101" charset="-122"/>
                <a:ea typeface="黑体" panose="02010609060101010101" charset="-122"/>
              </a:rPr>
              <a:t>个工作日</a:t>
            </a:r>
            <a:endParaRPr lang="en-US" altLang="zh-CN" sz="1400" dirty="0">
              <a:latin typeface="黑体" panose="02010609060101010101" charset="-122"/>
              <a:ea typeface="黑体" panose="02010609060101010101" charset="-122"/>
            </a:endParaRPr>
          </a:p>
          <a:p>
            <a:pPr algn="ctr"/>
            <a:r>
              <a:rPr lang="zh-CN" altLang="en-US" sz="1400" dirty="0">
                <a:latin typeface="黑体" panose="02010609060101010101" charset="-122"/>
                <a:ea typeface="黑体" panose="02010609060101010101" charset="-122"/>
              </a:rPr>
              <a:t> </a:t>
            </a:r>
            <a:r>
              <a:rPr lang="en-US" altLang="zh-CN" sz="1400" dirty="0">
                <a:latin typeface="黑体" panose="02010609060101010101" charset="-122"/>
                <a:ea typeface="黑体" panose="02010609060101010101" charset="-122"/>
              </a:rPr>
              <a:t>17:30 </a:t>
            </a:r>
            <a:r>
              <a:rPr lang="zh-CN" altLang="en-US" sz="1400" dirty="0">
                <a:latin typeface="黑体" panose="02010609060101010101" charset="-122"/>
                <a:ea typeface="黑体" panose="02010609060101010101" charset="-122"/>
              </a:rPr>
              <a:t>之前</a:t>
            </a:r>
            <a:endParaRPr lang="zh-CN" altLang="en-US" sz="1400" dirty="0">
              <a:latin typeface="黑体" panose="02010609060101010101" charset="-122"/>
              <a:ea typeface="黑体" panose="02010609060101010101" charset="-122"/>
            </a:endParaRPr>
          </a:p>
        </p:txBody>
      </p:sp>
      <p:sp>
        <p:nvSpPr>
          <p:cNvPr id="108" name="文本框 112"/>
          <p:cNvSpPr txBox="1"/>
          <p:nvPr/>
        </p:nvSpPr>
        <p:spPr>
          <a:xfrm>
            <a:off x="162560" y="1630045"/>
            <a:ext cx="3362960" cy="116141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北京电力交易中心发布次月月度市场交易公告</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包括多通道集中竞价等定期开市交易日期、次月月内市场运营有关安排</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月度市场开市</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109" name="文本框 114"/>
          <p:cNvSpPr txBox="1"/>
          <p:nvPr/>
        </p:nvSpPr>
        <p:spPr>
          <a:xfrm>
            <a:off x="510540" y="4939030"/>
            <a:ext cx="3397885" cy="1234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经营主体完成双边、挂牌要</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约填报及提交</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，电量、电力曲线应不超过通道限额。</a:t>
            </a:r>
            <a:endPar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2个工作日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内返回受理结果。</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110" name="文本框 116"/>
          <p:cNvSpPr txBox="1"/>
          <p:nvPr/>
        </p:nvSpPr>
        <p:spPr>
          <a:xfrm>
            <a:off x="3647477" y="2431454"/>
            <a:ext cx="2084101" cy="6813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发布受理通过的要约</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111" name="文本框 117"/>
          <p:cNvSpPr txBox="1"/>
          <p:nvPr/>
        </p:nvSpPr>
        <p:spPr>
          <a:xfrm>
            <a:off x="6760756" y="4914333"/>
            <a:ext cx="2856518" cy="18243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完成安全校核</a:t>
            </a:r>
            <a:r>
              <a:rPr lang="zh-CN" altLang="en-US" sz="1400" dirty="0">
                <a:solidFill>
                  <a:schemeClr val="tx1">
                    <a:lumMod val="65000"/>
                    <a:lumOff val="35000"/>
                  </a:schemeClr>
                </a:solidFill>
                <a:latin typeface="黑体" panose="02010609060101010101" charset="-122"/>
                <a:ea typeface="黑体" panose="02010609060101010101" charset="-122"/>
              </a:rPr>
              <a:t>，并将校核结果及原因返回至北京电力交易中心。</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600" b="1" dirty="0">
                <a:solidFill>
                  <a:srgbClr val="FF0000"/>
                </a:solidFill>
                <a:latin typeface="黑体" panose="02010609060101010101" charset="-122"/>
                <a:ea typeface="黑体" panose="02010609060101010101" charset="-122"/>
                <a:sym typeface="+mn-ea"/>
              </a:rPr>
              <a:t>校核未通过的，北京电力交易中心利用协同出清功能再次进行调整，调整后再次提交国调安全校核，直至安全校核通过。</a:t>
            </a:r>
            <a:endParaRPr lang="zh-CN" altLang="en-US" sz="1600" b="1" dirty="0">
              <a:solidFill>
                <a:srgbClr val="FF0000"/>
              </a:solidFill>
              <a:latin typeface="黑体" panose="02010609060101010101" charset="-122"/>
              <a:ea typeface="黑体" panose="02010609060101010101" charset="-122"/>
              <a:sym typeface="+mn-ea"/>
            </a:endParaRPr>
          </a:p>
        </p:txBody>
      </p:sp>
      <p:sp>
        <p:nvSpPr>
          <p:cNvPr id="112" name="文本框 118"/>
          <p:cNvSpPr txBox="1"/>
          <p:nvPr/>
        </p:nvSpPr>
        <p:spPr>
          <a:xfrm>
            <a:off x="5731510" y="1485265"/>
            <a:ext cx="3095625" cy="12712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solidFill>
                  <a:srgbClr val="FF0000"/>
                </a:solidFill>
                <a:latin typeface="黑体" panose="02010609060101010101" charset="-122"/>
                <a:ea typeface="黑体" panose="02010609060101010101" charset="-122"/>
                <a:sym typeface="+mn-ea"/>
              </a:rPr>
              <a:t>北京电力交易中心汇总所有交易，开展协同出清。协同出清后形成交易的预成交结果。</a:t>
            </a:r>
            <a:r>
              <a:rPr lang="zh-CN" altLang="en-US" sz="1400" dirty="0">
                <a:solidFill>
                  <a:schemeClr val="tx1">
                    <a:lumMod val="65000"/>
                    <a:lumOff val="35000"/>
                  </a:schemeClr>
                </a:solidFill>
                <a:latin typeface="黑体" panose="02010609060101010101" charset="-122"/>
                <a:ea typeface="黑体" panose="02010609060101010101" charset="-122"/>
              </a:rPr>
              <a:t>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预成交结果</a:t>
            </a:r>
            <a:r>
              <a:rPr lang="zh-CN" altLang="en-US" sz="1400" dirty="0">
                <a:solidFill>
                  <a:schemeClr val="tx1">
                    <a:lumMod val="65000"/>
                    <a:lumOff val="35000"/>
                  </a:schemeClr>
                </a:solidFill>
                <a:latin typeface="黑体" panose="02010609060101010101" charset="-122"/>
                <a:ea typeface="黑体" panose="02010609060101010101" charset="-122"/>
              </a:rPr>
              <a:t>，并提交国调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安全校核</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113" name="文本框 119"/>
          <p:cNvSpPr txBox="1"/>
          <p:nvPr/>
        </p:nvSpPr>
        <p:spPr>
          <a:xfrm>
            <a:off x="8976360" y="2468245"/>
            <a:ext cx="2893060" cy="6445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北京电力交易中心发布</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成交结果</a:t>
            </a:r>
            <a:r>
              <a:rPr lang="zh-CN" altLang="en-US" sz="1400" dirty="0">
                <a:solidFill>
                  <a:schemeClr val="tx1">
                    <a:lumMod val="65000"/>
                    <a:lumOff val="35000"/>
                  </a:schemeClr>
                </a:solidFill>
                <a:latin typeface="黑体" panose="02010609060101010101" charset="-122"/>
                <a:ea typeface="黑体" panose="02010609060101010101" charset="-122"/>
              </a:rPr>
              <a:t>；</a:t>
            </a:r>
            <a:endParaRPr lang="en-US" altLang="zh-CN" sz="1400" dirty="0">
              <a:solidFill>
                <a:schemeClr val="tx1">
                  <a:lumMod val="65000"/>
                  <a:lumOff val="35000"/>
                </a:schemeClr>
              </a:solidFill>
              <a:latin typeface="黑体" panose="02010609060101010101" charset="-122"/>
              <a:ea typeface="黑体" panose="02010609060101010101" charset="-122"/>
            </a:endParaRPr>
          </a:p>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国调发布安全校核情况及原因。</a:t>
            </a:r>
            <a:endParaRPr lang="zh-CN" altLang="en-US" sz="1400" dirty="0">
              <a:solidFill>
                <a:schemeClr val="tx1">
                  <a:lumMod val="65000"/>
                  <a:lumOff val="35000"/>
                </a:schemeClr>
              </a:solidFill>
              <a:latin typeface="黑体" panose="02010609060101010101" charset="-122"/>
              <a:ea typeface="黑体" panose="02010609060101010101" charset="-122"/>
            </a:endParaRPr>
          </a:p>
        </p:txBody>
      </p:sp>
      <p:sp>
        <p:nvSpPr>
          <p:cNvPr id="114" name="文本框 133"/>
          <p:cNvSpPr txBox="1"/>
          <p:nvPr/>
        </p:nvSpPr>
        <p:spPr>
          <a:xfrm>
            <a:off x="3493834" y="3281123"/>
            <a:ext cx="783256"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中旬初</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115" name="文本框 136"/>
          <p:cNvSpPr txBox="1"/>
          <p:nvPr/>
        </p:nvSpPr>
        <p:spPr>
          <a:xfrm>
            <a:off x="2065571" y="4248441"/>
            <a:ext cx="965936"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上旬最后一个工作日前</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116" name="组合 115"/>
          <p:cNvGrpSpPr/>
          <p:nvPr/>
        </p:nvGrpSpPr>
        <p:grpSpPr>
          <a:xfrm>
            <a:off x="4865281" y="4030533"/>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17"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18"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9" name="文本框 136"/>
          <p:cNvSpPr txBox="1"/>
          <p:nvPr/>
        </p:nvSpPr>
        <p:spPr>
          <a:xfrm>
            <a:off x="4865542" y="4421609"/>
            <a:ext cx="1059291"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中旬末</a:t>
            </a:r>
            <a:endParaRPr lang="zh-CN" altLang="en-US" sz="1400" dirty="0">
              <a:latin typeface="黑体" panose="02010609060101010101" charset="-122"/>
              <a:ea typeface="黑体" panose="02010609060101010101" charset="-122"/>
              <a:cs typeface="Arial Unicode MS" panose="020B0604020202020204" charset="-122"/>
            </a:endParaRPr>
          </a:p>
        </p:txBody>
      </p:sp>
      <p:sp>
        <p:nvSpPr>
          <p:cNvPr id="120" name="文本框 116"/>
          <p:cNvSpPr txBox="1"/>
          <p:nvPr/>
        </p:nvSpPr>
        <p:spPr>
          <a:xfrm>
            <a:off x="4308853" y="4912175"/>
            <a:ext cx="2007205" cy="939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rPr>
              <a:t>经营主体在交易平台进行</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交易申报</a:t>
            </a:r>
            <a:r>
              <a:rPr lang="zh-CN" altLang="en-US" sz="1400" dirty="0">
                <a:solidFill>
                  <a:schemeClr val="tx1">
                    <a:lumMod val="65000"/>
                    <a:lumOff val="35000"/>
                  </a:schemeClr>
                </a:solidFill>
                <a:latin typeface="黑体" panose="02010609060101010101" charset="-122"/>
                <a:ea typeface="黑体" panose="02010609060101010101" charset="-122"/>
              </a:rPr>
              <a:t>。</a:t>
            </a:r>
            <a:r>
              <a:rPr lang="zh-CN" altLang="en-US" sz="1600" b="1" dirty="0">
                <a:solidFill>
                  <a:srgbClr val="FF0000"/>
                </a:solidFill>
                <a:latin typeface="黑体" panose="02010609060101010101" charset="-122"/>
                <a:ea typeface="黑体" panose="02010609060101010101" charset="-122"/>
                <a:sym typeface="+mn-ea"/>
              </a:rPr>
              <a:t>形成预出清结果。</a:t>
            </a:r>
            <a:endParaRPr lang="zh-CN" altLang="en-US" sz="1600" b="1" dirty="0">
              <a:solidFill>
                <a:srgbClr val="FF0000"/>
              </a:solidFill>
              <a:latin typeface="黑体" panose="02010609060101010101" charset="-122"/>
              <a:ea typeface="黑体" panose="02010609060101010101" charset="-122"/>
              <a:sym typeface="+mn-ea"/>
            </a:endParaRPr>
          </a:p>
        </p:txBody>
      </p:sp>
      <p:grpSp>
        <p:nvGrpSpPr>
          <p:cNvPr id="121" name="组合 120"/>
          <p:cNvGrpSpPr/>
          <p:nvPr/>
        </p:nvGrpSpPr>
        <p:grpSpPr>
          <a:xfrm>
            <a:off x="6238468" y="3112856"/>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22"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24" name="文本框 133"/>
          <p:cNvSpPr txBox="1"/>
          <p:nvPr/>
        </p:nvSpPr>
        <p:spPr>
          <a:xfrm>
            <a:off x="6238042" y="3331960"/>
            <a:ext cx="783256" cy="3067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下旬初</a:t>
            </a:r>
            <a:endParaRPr lang="en-US" altLang="zh-CN" sz="1400" dirty="0">
              <a:latin typeface="黑体" panose="02010609060101010101" charset="-122"/>
              <a:ea typeface="黑体" panose="02010609060101010101" charset="-122"/>
              <a:cs typeface="Arial Unicode MS" panose="020B0604020202020204" charset="-122"/>
            </a:endParaRPr>
          </a:p>
        </p:txBody>
      </p:sp>
      <p:grpSp>
        <p:nvGrpSpPr>
          <p:cNvPr id="125" name="组合 124"/>
          <p:cNvGrpSpPr/>
          <p:nvPr/>
        </p:nvGrpSpPr>
        <p:grpSpPr>
          <a:xfrm>
            <a:off x="7589416" y="4030533"/>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26"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27"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28" name="文本框 136"/>
          <p:cNvSpPr txBox="1"/>
          <p:nvPr/>
        </p:nvSpPr>
        <p:spPr>
          <a:xfrm>
            <a:off x="7240867" y="4230470"/>
            <a:ext cx="1432156"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国调收到后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altLang="zh-CN" sz="1400" dirty="0">
                <a:latin typeface="黑体" panose="02010609060101010101" charset="-122"/>
                <a:ea typeface="黑体" panose="02010609060101010101" charset="-122"/>
                <a:cs typeface="Arial Unicode MS" panose="020B0604020202020204" charset="-122"/>
              </a:rPr>
              <a:t>2</a:t>
            </a:r>
            <a:r>
              <a:rPr lang="zh-CN" altLang="en-US" sz="1400" dirty="0">
                <a:latin typeface="黑体" panose="02010609060101010101" charset="-122"/>
                <a:ea typeface="黑体" panose="02010609060101010101" charset="-122"/>
                <a:cs typeface="Arial Unicode MS" panose="020B0604020202020204" charset="-122"/>
              </a:rPr>
              <a:t>个工作日 </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129" name="组合 128"/>
          <p:cNvGrpSpPr/>
          <p:nvPr/>
        </p:nvGrpSpPr>
        <p:grpSpPr>
          <a:xfrm>
            <a:off x="8957710" y="3112856"/>
            <a:ext cx="717550" cy="923234"/>
            <a:chOff x="3721100" y="3505200"/>
            <a:chExt cx="641350"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30" name="Oval 93"/>
            <p:cNvSpPr>
              <a:spLocks noChangeArrowheads="1"/>
            </p:cNvSpPr>
            <p:nvPr/>
          </p:nvSpPr>
          <p:spPr bwMode="auto">
            <a:xfrm>
              <a:off x="3721100" y="3505200"/>
              <a:ext cx="641350"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Freeform 94"/>
            <p:cNvSpPr/>
            <p:nvPr/>
          </p:nvSpPr>
          <p:spPr bwMode="auto">
            <a:xfrm>
              <a:off x="3965575" y="4043363"/>
              <a:ext cx="153987" cy="258763"/>
            </a:xfrm>
            <a:custGeom>
              <a:avLst/>
              <a:gdLst>
                <a:gd name="T0" fmla="*/ 0 w 97"/>
                <a:gd name="T1" fmla="*/ 0 h 163"/>
                <a:gd name="T2" fmla="*/ 97 w 97"/>
                <a:gd name="T3" fmla="*/ 0 h 163"/>
                <a:gd name="T4" fmla="*/ 49 w 97"/>
                <a:gd name="T5" fmla="*/ 163 h 163"/>
                <a:gd name="T6" fmla="*/ 0 w 97"/>
                <a:gd name="T7" fmla="*/ 0 h 163"/>
              </a:gdLst>
              <a:ahLst/>
              <a:cxnLst>
                <a:cxn ang="0">
                  <a:pos x="T0" y="T1"/>
                </a:cxn>
                <a:cxn ang="0">
                  <a:pos x="T2" y="T3"/>
                </a:cxn>
                <a:cxn ang="0">
                  <a:pos x="T4" y="T5"/>
                </a:cxn>
                <a:cxn ang="0">
                  <a:pos x="T6" y="T7"/>
                </a:cxn>
              </a:cxnLst>
              <a:rect l="0" t="0" r="r" b="b"/>
              <a:pathLst>
                <a:path w="97" h="163">
                  <a:moveTo>
                    <a:pt x="0" y="0"/>
                  </a:moveTo>
                  <a:lnTo>
                    <a:pt x="97" y="0"/>
                  </a:lnTo>
                  <a:lnTo>
                    <a:pt x="49" y="16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32" name="文本框 133"/>
          <p:cNvSpPr txBox="1"/>
          <p:nvPr/>
        </p:nvSpPr>
        <p:spPr>
          <a:xfrm>
            <a:off x="8557098" y="3176775"/>
            <a:ext cx="1503247" cy="737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latin typeface="黑体" panose="02010609060101010101" charset="-122"/>
                <a:ea typeface="黑体" panose="02010609060101010101" charset="-122"/>
                <a:cs typeface="Arial Unicode MS" panose="020B0604020202020204" charset="-122"/>
              </a:rPr>
              <a:t>返回校核意见后</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zh-CN" altLang="en-US" sz="1400" dirty="0">
                <a:latin typeface="黑体" panose="02010609060101010101" charset="-122"/>
                <a:ea typeface="黑体" panose="02010609060101010101" charset="-122"/>
                <a:cs typeface="Arial Unicode MS" panose="020B0604020202020204" charset="-122"/>
              </a:rPr>
              <a:t>第</a:t>
            </a:r>
            <a:r>
              <a:rPr lang="en-US" sz="1400" dirty="0">
                <a:latin typeface="黑体" panose="02010609060101010101" charset="-122"/>
                <a:ea typeface="黑体" panose="02010609060101010101" charset="-122"/>
                <a:cs typeface="Arial Unicode MS" panose="020B0604020202020204" charset="-122"/>
              </a:rPr>
              <a:t>2</a:t>
            </a:r>
            <a:r>
              <a:rPr lang="zh-CN" altLang="en-US" sz="1400" dirty="0">
                <a:latin typeface="黑体" panose="02010609060101010101" charset="-122"/>
                <a:ea typeface="黑体" panose="02010609060101010101" charset="-122"/>
                <a:cs typeface="Arial Unicode MS" panose="020B0604020202020204" charset="-122"/>
              </a:rPr>
              <a:t>个工作日</a:t>
            </a:r>
            <a:endParaRPr lang="en-US" altLang="zh-CN" sz="1400" dirty="0">
              <a:latin typeface="黑体" panose="02010609060101010101" charset="-122"/>
              <a:ea typeface="黑体" panose="02010609060101010101" charset="-122"/>
              <a:cs typeface="Arial Unicode MS" panose="020B0604020202020204" charset="-122"/>
            </a:endParaRPr>
          </a:p>
          <a:p>
            <a:pPr algn="ctr"/>
            <a:r>
              <a:rPr lang="en-US" altLang="zh-CN" sz="1400" dirty="0">
                <a:latin typeface="黑体" panose="02010609060101010101" charset="-122"/>
                <a:ea typeface="黑体" panose="02010609060101010101" charset="-122"/>
                <a:cs typeface="Arial Unicode MS" panose="020B0604020202020204" charset="-122"/>
              </a:rPr>
              <a:t>17:30 </a:t>
            </a:r>
            <a:r>
              <a:rPr lang="zh-CN" altLang="en-US" sz="1400" dirty="0">
                <a:latin typeface="黑体" panose="02010609060101010101" charset="-122"/>
                <a:ea typeface="黑体" panose="02010609060101010101" charset="-122"/>
                <a:cs typeface="Arial Unicode MS" panose="020B0604020202020204" charset="-122"/>
              </a:rPr>
              <a:t>前</a:t>
            </a:r>
            <a:endParaRPr lang="zh-CN" altLang="en-US" sz="1400" dirty="0">
              <a:latin typeface="黑体" panose="02010609060101010101" charset="-122"/>
              <a:ea typeface="黑体" panose="02010609060101010101" charset="-122"/>
              <a:cs typeface="Arial Unicode MS" panose="020B0604020202020204" charset="-122"/>
            </a:endParaRPr>
          </a:p>
        </p:txBody>
      </p:sp>
      <p:grpSp>
        <p:nvGrpSpPr>
          <p:cNvPr id="133" name="组合 132"/>
          <p:cNvGrpSpPr/>
          <p:nvPr/>
        </p:nvGrpSpPr>
        <p:grpSpPr>
          <a:xfrm>
            <a:off x="10293553" y="4024768"/>
            <a:ext cx="730265" cy="921646"/>
            <a:chOff x="2343150" y="4337050"/>
            <a:chExt cx="642937" cy="796926"/>
          </a:xfr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2700000" scaled="1"/>
            <a:tileRect/>
          </a:gradFill>
        </p:grpSpPr>
        <p:sp>
          <p:nvSpPr>
            <p:cNvPr id="134" name="Oval 71"/>
            <p:cNvSpPr>
              <a:spLocks noChangeArrowheads="1"/>
            </p:cNvSpPr>
            <p:nvPr/>
          </p:nvSpPr>
          <p:spPr bwMode="auto">
            <a:xfrm>
              <a:off x="2343150" y="4491038"/>
              <a:ext cx="642937" cy="642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35" name="Freeform 72"/>
            <p:cNvSpPr/>
            <p:nvPr/>
          </p:nvSpPr>
          <p:spPr bwMode="auto">
            <a:xfrm>
              <a:off x="2587625" y="4337050"/>
              <a:ext cx="149225" cy="258763"/>
            </a:xfrm>
            <a:custGeom>
              <a:avLst/>
              <a:gdLst>
                <a:gd name="T0" fmla="*/ 94 w 94"/>
                <a:gd name="T1" fmla="*/ 163 h 163"/>
                <a:gd name="T2" fmla="*/ 0 w 94"/>
                <a:gd name="T3" fmla="*/ 163 h 163"/>
                <a:gd name="T4" fmla="*/ 47 w 94"/>
                <a:gd name="T5" fmla="*/ 0 h 163"/>
                <a:gd name="T6" fmla="*/ 94 w 94"/>
                <a:gd name="T7" fmla="*/ 163 h 163"/>
              </a:gdLst>
              <a:ahLst/>
              <a:cxnLst>
                <a:cxn ang="0">
                  <a:pos x="T0" y="T1"/>
                </a:cxn>
                <a:cxn ang="0">
                  <a:pos x="T2" y="T3"/>
                </a:cxn>
                <a:cxn ang="0">
                  <a:pos x="T4" y="T5"/>
                </a:cxn>
                <a:cxn ang="0">
                  <a:pos x="T6" y="T7"/>
                </a:cxn>
              </a:cxnLst>
              <a:rect l="0" t="0" r="r" b="b"/>
              <a:pathLst>
                <a:path w="94" h="163">
                  <a:moveTo>
                    <a:pt x="94" y="163"/>
                  </a:moveTo>
                  <a:lnTo>
                    <a:pt x="0" y="163"/>
                  </a:lnTo>
                  <a:lnTo>
                    <a:pt x="47" y="0"/>
                  </a:lnTo>
                  <a:lnTo>
                    <a:pt x="94"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36" name="文本框 136"/>
          <p:cNvSpPr txBox="1"/>
          <p:nvPr/>
        </p:nvSpPr>
        <p:spPr>
          <a:xfrm>
            <a:off x="10121217" y="4249385"/>
            <a:ext cx="123902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黑体" panose="02010609060101010101" charset="-122"/>
                <a:ea typeface="黑体" panose="02010609060101010101" charset="-122"/>
                <a:cs typeface="Arial Unicode MS" panose="020B0604020202020204" charset="-122"/>
              </a:rPr>
              <a:t>结果发布</a:t>
            </a:r>
            <a:endParaRPr lang="en-US" altLang="zh-CN" sz="1400" dirty="0">
              <a:latin typeface="黑体" panose="02010609060101010101" charset="-122"/>
              <a:ea typeface="黑体" panose="02010609060101010101" charset="-122"/>
              <a:cs typeface="Arial Unicode MS" panose="020B0604020202020204" charset="-122"/>
            </a:endParaRPr>
          </a:p>
          <a:p>
            <a:r>
              <a:rPr lang="en-US" altLang="zh-CN" sz="1400" dirty="0">
                <a:latin typeface="黑体" panose="02010609060101010101" charset="-122"/>
                <a:ea typeface="黑体" panose="02010609060101010101" charset="-122"/>
                <a:cs typeface="Arial Unicode MS" panose="020B0604020202020204" charset="-122"/>
              </a:rPr>
              <a:t>1</a:t>
            </a:r>
            <a:r>
              <a:rPr lang="zh-CN" altLang="en-US" sz="1400" dirty="0">
                <a:latin typeface="黑体" panose="02010609060101010101" charset="-122"/>
                <a:ea typeface="黑体" panose="02010609060101010101" charset="-122"/>
                <a:cs typeface="Arial Unicode MS" panose="020B0604020202020204" charset="-122"/>
              </a:rPr>
              <a:t>个工作日内</a:t>
            </a:r>
            <a:endParaRPr lang="en-US" altLang="zh-CN" sz="1400" dirty="0">
              <a:latin typeface="黑体" panose="02010609060101010101" charset="-122"/>
              <a:ea typeface="黑体" panose="02010609060101010101" charset="-122"/>
              <a:cs typeface="Arial Unicode MS" panose="020B0604020202020204" charset="-122"/>
            </a:endParaRPr>
          </a:p>
        </p:txBody>
      </p:sp>
      <p:sp>
        <p:nvSpPr>
          <p:cNvPr id="137" name="文本框 119"/>
          <p:cNvSpPr txBox="1"/>
          <p:nvPr/>
        </p:nvSpPr>
        <p:spPr>
          <a:xfrm>
            <a:off x="9768744" y="4912175"/>
            <a:ext cx="2326831" cy="14198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经营主体对交易结果有异议的</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 向北京电力交易中心提出</a:t>
            </a:r>
            <a:r>
              <a:rPr lang="en-US" altLang="zh-CN"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由北京电力交易中心会同国调在</a:t>
            </a:r>
            <a:r>
              <a:rPr lang="zh-CN" altLang="en-US" sz="1600" b="1" noProof="0" dirty="0">
                <a:solidFill>
                  <a:schemeClr val="accent5"/>
                </a:solidFill>
                <a:latin typeface="黑体" panose="02010609060101010101" charset="-122"/>
                <a:ea typeface="黑体" panose="02010609060101010101" charset="-122"/>
                <a:cs typeface="微软雅黑" panose="020B0503020204020204" pitchFamily="34" charset="-122"/>
              </a:rPr>
              <a:t>1个工作日</a:t>
            </a:r>
            <a:r>
              <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rPr>
              <a:t>内给予解释。</a:t>
            </a:r>
            <a:endParaRPr lang="zh-CN" altLang="en-US" sz="1400" dirty="0">
              <a:solidFill>
                <a:schemeClr val="tx1">
                  <a:lumMod val="65000"/>
                  <a:lumOff val="35000"/>
                </a:schemeClr>
              </a:solidFill>
              <a:latin typeface="黑体" panose="02010609060101010101" charset="-122"/>
              <a:ea typeface="黑体" panose="02010609060101010101" charset="-122"/>
              <a:cs typeface="黑体" panose="02010609060101010101" charset="-122"/>
            </a:endParaRPr>
          </a:p>
        </p:txBody>
      </p:sp>
      <p:sp>
        <p:nvSpPr>
          <p:cNvPr id="5" name="文本框 4"/>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sp>
        <p:nvSpPr>
          <p:cNvPr id="8" name="文本框 7"/>
          <p:cNvSpPr txBox="1"/>
          <p:nvPr/>
        </p:nvSpPr>
        <p:spPr>
          <a:xfrm>
            <a:off x="478790" y="981075"/>
            <a:ext cx="11552555" cy="645160"/>
          </a:xfrm>
          <a:prstGeom prst="rect">
            <a:avLst/>
          </a:prstGeom>
          <a:noFill/>
        </p:spPr>
        <p:txBody>
          <a:bodyPr wrap="square" rtlCol="0">
            <a:spAutoFit/>
          </a:bodyPr>
          <a:p>
            <a:pPr marL="0" indent="0">
              <a:lnSpc>
                <a:spcPct val="150000"/>
              </a:lnSpc>
              <a:buFont typeface="+mj-lt"/>
              <a:buNone/>
            </a:pPr>
            <a:r>
              <a:rPr lang="zh-CN" altLang="en-US" sz="2400" dirty="0">
                <a:latin typeface="黑体" panose="02010609060101010101" charset="-122"/>
                <a:ea typeface="黑体" panose="02010609060101010101" charset="-122"/>
                <a:cs typeface="黑体" panose="02010609060101010101" charset="-122"/>
              </a:rPr>
              <a:t>以</a:t>
            </a:r>
            <a:r>
              <a:rPr lang="zh-CN" altLang="en-US" sz="2400" dirty="0">
                <a:latin typeface="黑体" panose="02010609060101010101" charset="-122"/>
                <a:ea typeface="黑体" panose="02010609060101010101" charset="-122"/>
                <a:cs typeface="黑体" panose="02010609060101010101" charset="-122"/>
                <a:sym typeface="+mn-ea"/>
              </a:rPr>
              <a:t>祁</a:t>
            </a:r>
            <a:r>
              <a:rPr lang="zh-CN" altLang="en-US" sz="2400" dirty="0">
                <a:latin typeface="黑体" panose="02010609060101010101" charset="-122"/>
                <a:ea typeface="黑体" panose="02010609060101010101" charset="-122"/>
                <a:cs typeface="黑体" panose="02010609060101010101" charset="-122"/>
              </a:rPr>
              <a:t>韶直流</a:t>
            </a:r>
            <a:r>
              <a:rPr lang="en-US" altLang="zh-CN" sz="2400" dirty="0">
                <a:latin typeface="黑体" panose="02010609060101010101" charset="-122"/>
                <a:ea typeface="黑体" panose="02010609060101010101" charset="-122"/>
                <a:cs typeface="黑体" panose="02010609060101010101" charset="-122"/>
              </a:rPr>
              <a:t>7</a:t>
            </a:r>
            <a:r>
              <a:rPr lang="zh-CN" altLang="en-US" sz="2400" dirty="0">
                <a:latin typeface="黑体" panose="02010609060101010101" charset="-122"/>
                <a:ea typeface="黑体" panose="02010609060101010101" charset="-122"/>
                <a:cs typeface="黑体" panose="02010609060101010101" charset="-122"/>
              </a:rPr>
              <a:t>月月度市场交易为例，直流两端省份为甘肃、湖南，交易列表如下：</a:t>
            </a:r>
            <a:endParaRPr lang="zh-CN" altLang="en-US" sz="2400" dirty="0">
              <a:latin typeface="黑体" panose="02010609060101010101" charset="-122"/>
              <a:ea typeface="黑体" panose="02010609060101010101" charset="-122"/>
              <a:cs typeface="黑体" panose="02010609060101010101" charset="-122"/>
            </a:endParaRPr>
          </a:p>
        </p:txBody>
      </p:sp>
      <p:graphicFrame>
        <p:nvGraphicFramePr>
          <p:cNvPr id="6" name="表格 5"/>
          <p:cNvGraphicFramePr/>
          <p:nvPr>
            <p:custDataLst>
              <p:tags r:id="rId1"/>
            </p:custDataLst>
          </p:nvPr>
        </p:nvGraphicFramePr>
        <p:xfrm>
          <a:off x="130810" y="1626235"/>
          <a:ext cx="11900535" cy="5126990"/>
        </p:xfrm>
        <a:graphic>
          <a:graphicData uri="http://schemas.openxmlformats.org/drawingml/2006/table">
            <a:tbl>
              <a:tblPr firstRow="1" bandRow="1">
                <a:tableStyleId>{5C22544A-7EE6-4342-B048-85BDC9FD1C3A}</a:tableStyleId>
              </a:tblPr>
              <a:tblGrid>
                <a:gridCol w="3981450"/>
                <a:gridCol w="594995"/>
                <a:gridCol w="1510665"/>
                <a:gridCol w="537210"/>
                <a:gridCol w="2028825"/>
                <a:gridCol w="1896745"/>
                <a:gridCol w="660400"/>
                <a:gridCol w="690245"/>
              </a:tblGrid>
              <a:tr h="911860">
                <a:tc>
                  <a:txBody>
                    <a:bodyPr/>
                    <a:p>
                      <a:pPr algn="ctr">
                        <a:buNone/>
                      </a:pPr>
                      <a:r>
                        <a:rPr lang="zh-CN" altLang="en-US" sz="1400">
                          <a:latin typeface="微软雅黑" panose="020B0503020204020204" pitchFamily="34" charset="-122"/>
                          <a:ea typeface="微软雅黑" panose="020B0503020204020204" pitchFamily="34" charset="-122"/>
                        </a:rPr>
                        <a:t>交易名称</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 交易周期</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B 交易类型</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 绿色电力交易</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 输电通道落点</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 电力成分</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ClrTx/>
                        <a:buSzTx/>
                        <a:buFontTx/>
                        <a:buNone/>
                      </a:pPr>
                      <a:r>
                        <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F 是否成交</a:t>
                      </a:r>
                      <a:endParaRPr lang="en-US"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tc>
                <a:tc>
                  <a:txBody>
                    <a:bodyPr/>
                    <a:p>
                      <a:pPr algn="ctr">
                        <a:buNone/>
                      </a:pPr>
                      <a:r>
                        <a:rPr lang="zh-CN" altLang="en-US" sz="1400">
                          <a:latin typeface="微软雅黑" panose="020B0503020204020204" pitchFamily="34" charset="-122"/>
                          <a:ea typeface="微软雅黑" panose="020B0503020204020204" pitchFamily="34" charset="-122"/>
                        </a:rPr>
                        <a:t>优先级编码</a:t>
                      </a:r>
                      <a:endParaRPr lang="zh-CN" altLang="en-US" sz="1400">
                        <a:latin typeface="微软雅黑" panose="020B0503020204020204" pitchFamily="34" charset="-122"/>
                        <a:ea typeface="微软雅黑" panose="020B0503020204020204" pitchFamily="34" charset="-122"/>
                      </a:endParaRPr>
                    </a:p>
                  </a:txBody>
                  <a:tcPr anchor="ctr" anchorCtr="0"/>
                </a:tc>
              </a:tr>
              <a:tr h="379095">
                <a:tc>
                  <a:txBody>
                    <a:bodyPr/>
                    <a:p>
                      <a:pPr indent="0">
                        <a:buNone/>
                      </a:pPr>
                      <a:r>
                        <a:rPr lang="zh-CN" sz="1200" b="0">
                          <a:solidFill>
                            <a:srgbClr val="000000"/>
                          </a:solidFill>
                          <a:latin typeface="Arial" panose="020B0604020202020204" pitchFamily="34" charset="0"/>
                          <a:ea typeface="宋体" panose="02010600030101010101" pitchFamily="2" charset="-122"/>
                        </a:rPr>
                        <a:t>2025年1-12月甘肃送湖南年度省间外送交易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1年度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2其他优先计划</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购售双方均为直流落点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 清洁能源与火电打捆</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122121</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2025年1-12月祁韶配套常乐电厂送湖南年度省间外送交易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1年度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1配套电源优先计划</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购售双方均为直流落点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全火电</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112131</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2025年1-12月祁韶直流配套新能源送湖南年度省间外送交易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1年度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1配套电源优先计划</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购售双方均为直流落点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全清洁能源</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112111</a:t>
                      </a:r>
                      <a:endParaRPr lang="en-US" altLang="en-US" sz="1200" b="0">
                        <a:solidFill>
                          <a:srgbClr val="000000"/>
                        </a:solidFill>
                        <a:latin typeface="宋体" panose="02010600030101010101" pitchFamily="2" charset="-122"/>
                      </a:endParaRPr>
                    </a:p>
                  </a:txBody>
                  <a:tcPr marL="12700" marR="12700" marT="12700" vert="horz" anchor="ctr" anchorCtr="0"/>
                </a:tc>
              </a:tr>
              <a:tr h="379095">
                <a:tc>
                  <a:txBody>
                    <a:bodyPr/>
                    <a:p>
                      <a:pPr indent="0">
                        <a:buNone/>
                      </a:pPr>
                      <a:r>
                        <a:rPr lang="zh-CN" sz="1200" b="0">
                          <a:solidFill>
                            <a:srgbClr val="000000"/>
                          </a:solidFill>
                          <a:latin typeface="Arial" panose="020B0604020202020204" pitchFamily="34" charset="0"/>
                          <a:ea typeface="宋体" panose="02010600030101010101" pitchFamily="2" charset="-122"/>
                        </a:rPr>
                        <a:t>2025年5-12月新疆送湖南年度省间外送交易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1年度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2其他优先计划</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 购售单方为直流落点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 清洁能源与火电打捆</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122221</a:t>
                      </a:r>
                      <a:endParaRPr lang="en-US" altLang="en-US" sz="1200" b="0">
                        <a:solidFill>
                          <a:srgbClr val="000000"/>
                        </a:solidFill>
                        <a:latin typeface="宋体" panose="02010600030101010101" pitchFamily="2" charset="-122"/>
                      </a:endParaRPr>
                    </a:p>
                  </a:txBody>
                  <a:tcPr marL="12700" marR="12700" marT="12700" vert="horz" anchor="ctr" anchorCtr="0"/>
                </a:tc>
              </a:tr>
              <a:tr h="546100">
                <a:tc>
                  <a:txBody>
                    <a:bodyPr/>
                    <a:p>
                      <a:pPr indent="0">
                        <a:buNone/>
                      </a:pPr>
                      <a:r>
                        <a:rPr lang="zh-CN" sz="1200" b="0">
                          <a:solidFill>
                            <a:srgbClr val="000000"/>
                          </a:solidFill>
                          <a:latin typeface="Arial" panose="020B0604020202020204" pitchFamily="34" charset="0"/>
                          <a:ea typeface="宋体" panose="02010600030101010101" pitchFamily="2" charset="-122"/>
                        </a:rPr>
                        <a:t>2025年7-8月祁韶配套常乐电厂送湖南月度省间外送交易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2月度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4 配套电源规划通道送消纳省超计划</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购售双方均为直流落点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全火电</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2预成交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242132</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2025年7月甘肃送湖北月度省间外送交易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2月度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5 其他市场化交易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 购售单方为直流落点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全清洁能源</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2预成交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252212</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2025年7-10月青海送湖南月度省间外送交易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2月度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5 其他市场化交易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 购售单方为直流落点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全清洁能源</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2预成交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252212</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2025年7月陕西送四川月度省间外送交易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2月度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5 其他市场化交易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购售双方均非直流落点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全火电</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2预成交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252332</a:t>
                      </a:r>
                      <a:endParaRPr lang="en-US" altLang="en-US" sz="1200" b="0">
                        <a:solidFill>
                          <a:srgbClr val="000000"/>
                        </a:solidFill>
                        <a:latin typeface="宋体" panose="02010600030101010101" pitchFamily="2" charset="-122"/>
                      </a:endParaRPr>
                    </a:p>
                  </a:txBody>
                  <a:tcPr marL="12700" marR="12700" marT="12700" vert="horz" anchor="ctr" anchorCtr="0"/>
                </a:tc>
              </a:tr>
              <a:tr h="485140">
                <a:tc>
                  <a:txBody>
                    <a:bodyPr/>
                    <a:p>
                      <a:pPr indent="0">
                        <a:buNone/>
                      </a:pPr>
                      <a:r>
                        <a:rPr lang="zh-CN" sz="1200" b="0">
                          <a:solidFill>
                            <a:srgbClr val="000000"/>
                          </a:solidFill>
                          <a:latin typeface="Arial" panose="020B0604020202020204" pitchFamily="34" charset="0"/>
                          <a:ea typeface="宋体" panose="02010600030101010101" pitchFamily="2" charset="-122"/>
                        </a:rPr>
                        <a:t>2025年7月宁夏送湖北月度省间绿色电力外送交易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2月度</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非优先计划绿电交易</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1是</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3 购售双方均非直流落点</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1 全清洁能源</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zh-CN" sz="1200" b="0">
                          <a:solidFill>
                            <a:srgbClr val="000000"/>
                          </a:solidFill>
                          <a:latin typeface="Arial" panose="020B0604020202020204" pitchFamily="34" charset="0"/>
                          <a:ea typeface="宋体" panose="02010600030101010101" pitchFamily="2" charset="-122"/>
                        </a:rPr>
                        <a:t>2预成交</a:t>
                      </a:r>
                      <a:endParaRPr lang="en-US" altLang="en-US" sz="1200" b="0">
                        <a:solidFill>
                          <a:srgbClr val="000000"/>
                        </a:solidFill>
                        <a:latin typeface="宋体" panose="02010600030101010101" pitchFamily="2" charset="-122"/>
                      </a:endParaRPr>
                    </a:p>
                  </a:txBody>
                  <a:tcPr marL="12700" marR="12700" marT="12700" vert="horz" anchor="ctr" anchorCtr="0"/>
                </a:tc>
                <a:tc>
                  <a:txBody>
                    <a:bodyPr/>
                    <a:p>
                      <a:pPr indent="0">
                        <a:buNone/>
                      </a:pPr>
                      <a:r>
                        <a:rPr lang="en-US" sz="1200" b="0">
                          <a:solidFill>
                            <a:srgbClr val="000000"/>
                          </a:solidFill>
                          <a:latin typeface="宋体" panose="02010600030101010101" pitchFamily="2" charset="-122"/>
                        </a:rPr>
                        <a:t>231312</a:t>
                      </a:r>
                      <a:endParaRPr lang="en-US" altLang="en-US" sz="1200" b="0">
                        <a:solidFill>
                          <a:srgbClr val="000000"/>
                        </a:solidFill>
                        <a:latin typeface="宋体" panose="02010600030101010101" pitchFamily="2" charset="-122"/>
                      </a:endParaRPr>
                    </a:p>
                  </a:txBody>
                  <a:tcPr marL="12700" marR="12700" marT="12700" vert="horz" anchor="ctr" anchorCtr="0"/>
                </a:tc>
              </a:tr>
            </a:tbl>
          </a:graphicData>
        </a:graphic>
      </p:graphicFrame>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1"/>
          </p:nvPr>
        </p:nvSpPr>
        <p:spPr/>
        <p:txBody>
          <a:bodyPr/>
          <a:p>
            <a:fld id="{AA3CC7E2-8005-4FB6-AC9B-1B7AC960AC3C}" type="slidenum">
              <a:rPr lang="zh-CN" altLang="en-US" smtClean="0"/>
            </a:fld>
            <a:endParaRPr lang="zh-CN" altLang="en-US"/>
          </a:p>
        </p:txBody>
      </p:sp>
      <p:graphicFrame>
        <p:nvGraphicFramePr>
          <p:cNvPr id="6" name="表格 5"/>
          <p:cNvGraphicFramePr/>
          <p:nvPr>
            <p:custDataLst>
              <p:tags r:id="rId1"/>
            </p:custDataLst>
          </p:nvPr>
        </p:nvGraphicFramePr>
        <p:xfrm>
          <a:off x="335915" y="1047115"/>
          <a:ext cx="11783695" cy="5203190"/>
        </p:xfrm>
        <a:graphic>
          <a:graphicData uri="http://schemas.openxmlformats.org/drawingml/2006/table">
            <a:tbl>
              <a:tblPr firstRow="1" bandRow="1">
                <a:tableStyleId>{5C22544A-7EE6-4342-B048-85BDC9FD1C3A}</a:tableStyleId>
              </a:tblPr>
              <a:tblGrid>
                <a:gridCol w="3702449"/>
                <a:gridCol w="898525"/>
                <a:gridCol w="643345"/>
                <a:gridCol w="1133475"/>
                <a:gridCol w="1021767"/>
                <a:gridCol w="1021715"/>
                <a:gridCol w="1186815"/>
                <a:gridCol w="1089701"/>
                <a:gridCol w="1085903"/>
              </a:tblGrid>
              <a:tr h="335280">
                <a:tc rowSpan="2">
                  <a:txBody>
                    <a:bodyPr/>
                    <a:p>
                      <a:pPr algn="ctr">
                        <a:buNone/>
                      </a:pPr>
                      <a:r>
                        <a:rPr lang="zh-CN" altLang="en-US" sz="1600"/>
                        <a:t>交易名称</a:t>
                      </a:r>
                      <a:endParaRPr lang="zh-CN" altLang="en-US" sz="1600"/>
                    </a:p>
                  </a:txBody>
                  <a:tcPr anchor="ctr" anchorCtr="0"/>
                </a:tc>
                <a:tc rowSpan="2">
                  <a:txBody>
                    <a:bodyPr/>
                    <a:p>
                      <a:pPr algn="ctr">
                        <a:buNone/>
                      </a:pPr>
                      <a:r>
                        <a:rPr lang="zh-CN" altLang="en-US" sz="1600"/>
                        <a:t>交易优先级编码</a:t>
                      </a:r>
                      <a:endParaRPr lang="zh-CN" altLang="en-US" sz="1600"/>
                    </a:p>
                  </a:txBody>
                  <a:tcPr anchor="ctr" anchorCtr="0"/>
                </a:tc>
                <a:tc rowSpan="2">
                  <a:txBody>
                    <a:bodyPr/>
                    <a:p>
                      <a:pPr algn="ctr">
                        <a:buNone/>
                      </a:pPr>
                      <a:r>
                        <a:rPr lang="zh-CN" altLang="en-US" sz="1600"/>
                        <a:t>预出清电力</a:t>
                      </a:r>
                      <a:endParaRPr lang="zh-CN" altLang="en-US" sz="1600"/>
                    </a:p>
                  </a:txBody>
                  <a:tcPr anchor="ctr" anchorCtr="0"/>
                </a:tc>
                <a:tc gridSpan="2">
                  <a:txBody>
                    <a:bodyPr/>
                    <a:p>
                      <a:pPr algn="ctr">
                        <a:buNone/>
                      </a:pPr>
                      <a:r>
                        <a:rPr lang="zh-CN" altLang="en-US" sz="1600"/>
                        <a:t>限额</a:t>
                      </a:r>
                      <a:r>
                        <a:rPr lang="en-US" altLang="zh-CN" sz="1600"/>
                        <a:t>400</a:t>
                      </a:r>
                      <a:r>
                        <a:rPr lang="zh-CN" altLang="en-US" sz="1600"/>
                        <a:t>万千瓦</a:t>
                      </a:r>
                      <a:endParaRPr lang="zh-CN" altLang="en-US" sz="1600"/>
                    </a:p>
                  </a:txBody>
                  <a:tcPr/>
                </a:tc>
                <a:tc hMerge="1">
                  <a:tcPr/>
                </a:tc>
                <a:tc gridSpan="2">
                  <a:txBody>
                    <a:bodyPr/>
                    <a:p>
                      <a:pPr algn="ctr">
                        <a:buNone/>
                      </a:pPr>
                      <a:r>
                        <a:rPr lang="zh-CN" altLang="en-US" sz="1600">
                          <a:sym typeface="+mn-ea"/>
                        </a:rPr>
                        <a:t>限额</a:t>
                      </a:r>
                      <a:r>
                        <a:rPr lang="en-US" altLang="zh-CN" sz="1600">
                          <a:sym typeface="+mn-ea"/>
                        </a:rPr>
                        <a:t>380</a:t>
                      </a:r>
                      <a:r>
                        <a:rPr lang="zh-CN" altLang="en-US" sz="1600">
                          <a:sym typeface="+mn-ea"/>
                        </a:rPr>
                        <a:t>万千瓦</a:t>
                      </a:r>
                      <a:endParaRPr lang="zh-CN" altLang="en-US" sz="1600"/>
                    </a:p>
                  </a:txBody>
                  <a:tcPr/>
                </a:tc>
                <a:tc hMerge="1">
                  <a:tcPr/>
                </a:tc>
                <a:tc gridSpan="2">
                  <a:txBody>
                    <a:bodyPr/>
                    <a:p>
                      <a:pPr algn="ctr">
                        <a:buNone/>
                      </a:pPr>
                      <a:r>
                        <a:rPr lang="zh-CN" altLang="en-US" sz="1600">
                          <a:sym typeface="+mn-ea"/>
                        </a:rPr>
                        <a:t>限额</a:t>
                      </a:r>
                      <a:r>
                        <a:rPr lang="en-US" altLang="zh-CN" sz="1600">
                          <a:sym typeface="+mn-ea"/>
                        </a:rPr>
                        <a:t>200</a:t>
                      </a:r>
                      <a:r>
                        <a:rPr lang="zh-CN" altLang="en-US" sz="1600">
                          <a:sym typeface="+mn-ea"/>
                        </a:rPr>
                        <a:t>万千瓦</a:t>
                      </a:r>
                      <a:endParaRPr lang="zh-CN" altLang="en-US" sz="1600">
                        <a:sym typeface="+mn-ea"/>
                      </a:endParaRPr>
                    </a:p>
                  </a:txBody>
                  <a:tcPr/>
                </a:tc>
                <a:tc hMerge="1">
                  <a:tcPr/>
                </a:tc>
              </a:tr>
              <a:tr h="312420">
                <a:tc vMerge="1">
                  <a:tcPr/>
                </a:tc>
                <a:tc vMerge="1">
                  <a:tcPr/>
                </a:tc>
                <a:tc vMerge="1">
                  <a:tcPr/>
                </a:tc>
                <a:tc>
                  <a:txBody>
                    <a:bodyPr/>
                    <a:p>
                      <a:pPr algn="ctr">
                        <a:buNone/>
                      </a:pPr>
                      <a:r>
                        <a:rPr lang="zh-CN" altLang="en-US" sz="1600"/>
                        <a:t>调减电力</a:t>
                      </a:r>
                      <a:endParaRPr lang="zh-CN" altLang="en-US" sz="1600"/>
                    </a:p>
                  </a:txBody>
                  <a:tcPr anchor="ctr" anchorCtr="0"/>
                </a:tc>
                <a:tc>
                  <a:txBody>
                    <a:bodyPr/>
                    <a:p>
                      <a:pPr algn="ctr">
                        <a:buNone/>
                      </a:pPr>
                      <a:r>
                        <a:rPr lang="zh-CN" altLang="en-US" sz="1600"/>
                        <a:t>出清结果</a:t>
                      </a:r>
                      <a:endParaRPr lang="zh-CN" altLang="en-US" sz="1600"/>
                    </a:p>
                  </a:txBody>
                  <a:tcPr anchor="ctr" anchorCtr="0"/>
                </a:tc>
                <a:tc>
                  <a:txBody>
                    <a:bodyPr/>
                    <a:p>
                      <a:pPr algn="ctr">
                        <a:buNone/>
                      </a:pPr>
                      <a:r>
                        <a:rPr lang="zh-CN" altLang="en-US" sz="1600"/>
                        <a:t>调减电力</a:t>
                      </a:r>
                      <a:endParaRPr lang="zh-CN" altLang="en-US" sz="1600"/>
                    </a:p>
                  </a:txBody>
                  <a:tcPr anchor="ctr" anchorCtr="0"/>
                </a:tc>
                <a:tc>
                  <a:txBody>
                    <a:bodyPr/>
                    <a:p>
                      <a:pPr algn="ctr">
                        <a:buNone/>
                      </a:pPr>
                      <a:r>
                        <a:rPr lang="zh-CN" altLang="en-US" sz="1600"/>
                        <a:t>出清结果</a:t>
                      </a:r>
                      <a:endParaRPr lang="zh-CN" altLang="en-US" sz="1600"/>
                    </a:p>
                  </a:txBody>
                  <a:tcPr anchor="ctr" anchorCtr="0"/>
                </a:tc>
                <a:tc>
                  <a:txBody>
                    <a:bodyPr/>
                    <a:p>
                      <a:pPr algn="ctr">
                        <a:buNone/>
                      </a:pPr>
                      <a:r>
                        <a:rPr lang="zh-CN" altLang="en-US" sz="1600"/>
                        <a:t>调减电力</a:t>
                      </a:r>
                      <a:endParaRPr lang="zh-CN" altLang="en-US" sz="1600"/>
                    </a:p>
                  </a:txBody>
                  <a:tcPr anchor="ctr" anchorCtr="0"/>
                </a:tc>
                <a:tc>
                  <a:txBody>
                    <a:bodyPr/>
                    <a:p>
                      <a:pPr algn="ctr">
                        <a:buNone/>
                      </a:pPr>
                      <a:r>
                        <a:rPr lang="zh-CN" altLang="en-US" sz="1600"/>
                        <a:t>出清结果</a:t>
                      </a:r>
                      <a:endParaRPr lang="zh-CN" altLang="en-US" sz="1600"/>
                    </a:p>
                  </a:txBody>
                  <a:tcPr anchor="ctr" anchorCtr="0"/>
                </a:tc>
              </a:tr>
              <a:tr h="436880">
                <a:tc>
                  <a:txBody>
                    <a:bodyPr/>
                    <a:p>
                      <a:pPr indent="0">
                        <a:buNone/>
                      </a:pPr>
                      <a:r>
                        <a:rPr lang="zh-CN" sz="1400" b="0">
                          <a:solidFill>
                            <a:srgbClr val="000000"/>
                          </a:solidFill>
                          <a:latin typeface="Arial" panose="020B0604020202020204" pitchFamily="34" charset="0"/>
                          <a:ea typeface="宋体" panose="02010600030101010101" pitchFamily="2" charset="-122"/>
                        </a:rPr>
                        <a:t>2025年1-12月祁韶直流配套新能源送湖南年度省间外送交易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112111</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65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65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65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60</a:t>
                      </a:r>
                      <a:endParaRPr lang="en-US" altLang="en-US" sz="1600" b="0">
                        <a:solidFill>
                          <a:srgbClr val="000000"/>
                        </a:solidFill>
                        <a:latin typeface="宋体" panose="02010600030101010101" pitchFamily="2" charset="-122"/>
                      </a:endParaRPr>
                    </a:p>
                  </a:txBody>
                  <a:tcPr marL="12700" marR="12700" marT="12700" vert="horz" anchor="ctr" anchorCtr="0"/>
                </a:tc>
              </a:tr>
              <a:tr h="438785">
                <a:tc>
                  <a:txBody>
                    <a:bodyPr/>
                    <a:p>
                      <a:pPr indent="0">
                        <a:buNone/>
                      </a:pPr>
                      <a:r>
                        <a:rPr lang="zh-CN" sz="1400" b="0">
                          <a:solidFill>
                            <a:srgbClr val="000000"/>
                          </a:solidFill>
                          <a:latin typeface="Arial" panose="020B0604020202020204" pitchFamily="34" charset="0"/>
                          <a:ea typeface="宋体" panose="02010600030101010101" pitchFamily="2" charset="-122"/>
                        </a:rPr>
                        <a:t>2025年1-12月祁韶配套常乐电厂送湖南年度省间外送交易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112131</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160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160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160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140</a:t>
                      </a:r>
                      <a:endParaRPr lang="en-US" altLang="en-US" sz="1600" b="0">
                        <a:solidFill>
                          <a:srgbClr val="000000"/>
                        </a:solidFill>
                        <a:latin typeface="宋体" panose="02010600030101010101" pitchFamily="2" charset="-122"/>
                      </a:endParaRPr>
                    </a:p>
                  </a:txBody>
                  <a:tcPr marL="12700" marR="12700" marT="12700" vert="horz" anchor="ctr" anchorCtr="0"/>
                </a:tc>
              </a:tr>
              <a:tr h="436880">
                <a:tc>
                  <a:txBody>
                    <a:bodyPr/>
                    <a:p>
                      <a:pPr indent="0">
                        <a:buNone/>
                      </a:pPr>
                      <a:r>
                        <a:rPr lang="zh-CN" sz="1400" b="0">
                          <a:solidFill>
                            <a:srgbClr val="000000"/>
                          </a:solidFill>
                          <a:latin typeface="Arial" panose="020B0604020202020204" pitchFamily="34" charset="0"/>
                          <a:ea typeface="宋体" panose="02010600030101010101" pitchFamily="2" charset="-122"/>
                        </a:rPr>
                        <a:t>2025年1-12月甘肃送湖南年度省间外送交易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122121</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80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80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80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-80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8785">
                <a:tc>
                  <a:txBody>
                    <a:bodyPr/>
                    <a:p>
                      <a:pPr indent="0">
                        <a:buNone/>
                      </a:pPr>
                      <a:r>
                        <a:rPr lang="zh-CN" sz="1400" b="0">
                          <a:solidFill>
                            <a:srgbClr val="000000"/>
                          </a:solidFill>
                          <a:latin typeface="Arial" panose="020B0604020202020204" pitchFamily="34" charset="0"/>
                          <a:ea typeface="宋体" panose="02010600030101010101" pitchFamily="2" charset="-122"/>
                        </a:rPr>
                        <a:t>2025年5-12月新疆送湖南年度省间外送交易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122221</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45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45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45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-45</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8785">
                <a:tc>
                  <a:txBody>
                    <a:bodyPr/>
                    <a:p>
                      <a:pPr indent="0">
                        <a:buNone/>
                      </a:pPr>
                      <a:r>
                        <a:rPr lang="zh-CN" sz="1400" b="0">
                          <a:solidFill>
                            <a:srgbClr val="000000"/>
                          </a:solidFill>
                          <a:latin typeface="Arial" panose="020B0604020202020204" pitchFamily="34" charset="0"/>
                          <a:ea typeface="宋体" panose="02010600030101010101" pitchFamily="2" charset="-122"/>
                        </a:rPr>
                        <a:t>2025年7月宁夏送湖北月度省间绿色电力外送交易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231312</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7515">
                <a:tc>
                  <a:txBody>
                    <a:bodyPr/>
                    <a:p>
                      <a:pPr indent="0">
                        <a:buNone/>
                      </a:pPr>
                      <a:r>
                        <a:rPr lang="zh-CN" sz="1400" b="0">
                          <a:solidFill>
                            <a:srgbClr val="000000"/>
                          </a:solidFill>
                          <a:latin typeface="Arial" panose="020B0604020202020204" pitchFamily="34" charset="0"/>
                          <a:ea typeface="宋体" panose="02010600030101010101" pitchFamily="2" charset="-122"/>
                        </a:rPr>
                        <a:t>2025年7-8月祁韶配套常乐电厂送湖南月度省间外送交易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242132</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8785">
                <a:tc>
                  <a:txBody>
                    <a:bodyPr/>
                    <a:p>
                      <a:pPr indent="0">
                        <a:buNone/>
                      </a:pPr>
                      <a:r>
                        <a:rPr lang="zh-CN" sz="1400" b="0">
                          <a:solidFill>
                            <a:srgbClr val="000000"/>
                          </a:solidFill>
                          <a:latin typeface="Arial" panose="020B0604020202020204" pitchFamily="34" charset="0"/>
                          <a:ea typeface="宋体" panose="02010600030101010101" pitchFamily="2" charset="-122"/>
                        </a:rPr>
                        <a:t>2025年7月甘肃送湖北月度省间外送交易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252212</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-16</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4</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8150">
                <a:tc>
                  <a:txBody>
                    <a:bodyPr/>
                    <a:p>
                      <a:pPr indent="0">
                        <a:buNone/>
                      </a:pPr>
                      <a:r>
                        <a:rPr lang="zh-CN" sz="1400" b="0">
                          <a:solidFill>
                            <a:srgbClr val="000000"/>
                          </a:solidFill>
                          <a:latin typeface="Arial" panose="020B0604020202020204" pitchFamily="34" charset="0"/>
                          <a:ea typeface="宋体" panose="02010600030101010101" pitchFamily="2" charset="-122"/>
                        </a:rPr>
                        <a:t>2025年7-10月青海送湖南月度省间外送交易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252212</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-24</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6</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-30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8150">
                <a:tc>
                  <a:txBody>
                    <a:bodyPr/>
                    <a:p>
                      <a:pPr indent="0">
                        <a:buNone/>
                      </a:pPr>
                      <a:r>
                        <a:rPr lang="zh-CN" sz="1400" b="0">
                          <a:solidFill>
                            <a:srgbClr val="000000"/>
                          </a:solidFill>
                          <a:latin typeface="Arial" panose="020B0604020202020204" pitchFamily="34" charset="0"/>
                          <a:ea typeface="宋体" panose="02010600030101010101" pitchFamily="2" charset="-122"/>
                        </a:rPr>
                        <a:t>2025年7月陕西送四川月度省间外送交易</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252332</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-10</a:t>
                      </a:r>
                      <a:endParaRPr lang="en-US" altLang="en-US" sz="1600" b="0">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0">
                          <a:solidFill>
                            <a:srgbClr val="000000"/>
                          </a:solidFill>
                          <a:latin typeface="宋体" panose="02010600030101010101" pitchFamily="2" charset="-122"/>
                        </a:rPr>
                        <a:t>0</a:t>
                      </a:r>
                      <a:endParaRPr lang="en-US" altLang="en-US" sz="1600" b="0">
                        <a:solidFill>
                          <a:srgbClr val="000000"/>
                        </a:solidFill>
                        <a:latin typeface="宋体" panose="02010600030101010101" pitchFamily="2" charset="-122"/>
                      </a:endParaRPr>
                    </a:p>
                  </a:txBody>
                  <a:tcPr marL="12700" marR="12700" marT="12700" vert="horz" anchor="ctr" anchorCtr="0"/>
                </a:tc>
              </a:tr>
              <a:tr h="437515">
                <a:tc gridSpan="2">
                  <a:txBody>
                    <a:bodyPr/>
                    <a:p>
                      <a:pPr algn="ctr">
                        <a:buClrTx/>
                        <a:buSzTx/>
                        <a:buFontTx/>
                        <a:buNone/>
                      </a:pPr>
                      <a:r>
                        <a:rPr lang="zh-CN" sz="1800" b="1">
                          <a:solidFill>
                            <a:srgbClr val="000000"/>
                          </a:solidFill>
                          <a:latin typeface="Arial" panose="020B0604020202020204" pitchFamily="34" charset="0"/>
                          <a:ea typeface="宋体" panose="02010600030101010101" pitchFamily="2" charset="-122"/>
                        </a:rPr>
                        <a:t>合计</a:t>
                      </a:r>
                      <a:endParaRPr lang="zh-CN" sz="1800" b="1">
                        <a:solidFill>
                          <a:srgbClr val="000000"/>
                        </a:solidFill>
                        <a:latin typeface="Arial" panose="020B0604020202020204" pitchFamily="34" charset="0"/>
                        <a:ea typeface="宋体" panose="02010600030101010101" pitchFamily="2" charset="-122"/>
                      </a:endParaRPr>
                    </a:p>
                  </a:txBody>
                  <a:tcPr anchor="ctr" anchorCtr="0"/>
                </a:tc>
                <a:tc hMerge="1">
                  <a:tcPr/>
                </a:tc>
                <a:tc>
                  <a:txBody>
                    <a:bodyPr/>
                    <a:p>
                      <a:pPr indent="0" algn="ctr">
                        <a:buNone/>
                      </a:pPr>
                      <a:r>
                        <a:rPr lang="en-US" sz="1600" b="1">
                          <a:solidFill>
                            <a:srgbClr val="000000"/>
                          </a:solidFill>
                          <a:latin typeface="宋体" panose="02010600030101010101" pitchFamily="2" charset="-122"/>
                        </a:rPr>
                        <a:t>450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-50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400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-70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380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-250</a:t>
                      </a:r>
                      <a:endParaRPr lang="en-US" altLang="en-US" sz="1600" b="1">
                        <a:solidFill>
                          <a:srgbClr val="000000"/>
                        </a:solidFill>
                        <a:latin typeface="宋体" panose="02010600030101010101" pitchFamily="2" charset="-122"/>
                      </a:endParaRPr>
                    </a:p>
                  </a:txBody>
                  <a:tcPr marL="12700" marR="12700" marT="12700" vert="horz" anchor="ctr" anchorCtr="0"/>
                </a:tc>
                <a:tc>
                  <a:txBody>
                    <a:bodyPr/>
                    <a:p>
                      <a:pPr indent="0" algn="ctr">
                        <a:buNone/>
                      </a:pPr>
                      <a:r>
                        <a:rPr lang="en-US" sz="1600" b="1">
                          <a:solidFill>
                            <a:srgbClr val="000000"/>
                          </a:solidFill>
                          <a:latin typeface="宋体" panose="02010600030101010101" pitchFamily="2" charset="-122"/>
                        </a:rPr>
                        <a:t>200</a:t>
                      </a:r>
                      <a:endParaRPr lang="en-US" altLang="en-US" sz="1600" b="1">
                        <a:solidFill>
                          <a:srgbClr val="000000"/>
                        </a:solidFill>
                        <a:latin typeface="宋体" panose="02010600030101010101" pitchFamily="2" charset="-122"/>
                      </a:endParaRPr>
                    </a:p>
                  </a:txBody>
                  <a:tcPr marL="12700" marR="12700" marT="12700" vert="horz" anchor="ctr" anchorCtr="0"/>
                </a:tc>
              </a:tr>
            </a:tbl>
          </a:graphicData>
        </a:graphic>
      </p:graphicFrame>
      <p:sp>
        <p:nvSpPr>
          <p:cNvPr id="16" name="文本框 15"/>
          <p:cNvSpPr txBox="1"/>
          <p:nvPr/>
        </p:nvSpPr>
        <p:spPr>
          <a:xfrm>
            <a:off x="335915" y="6438900"/>
            <a:ext cx="6591300" cy="368300"/>
          </a:xfrm>
          <a:prstGeom prst="rect">
            <a:avLst/>
          </a:prstGeom>
          <a:noFill/>
        </p:spPr>
        <p:txBody>
          <a:bodyPr wrap="none" rtlCol="0">
            <a:spAutoFit/>
          </a:bodyPr>
          <a:p>
            <a:r>
              <a:rPr lang="zh-CN" altLang="en-US"/>
              <a:t>注：假设常乐电厂</a:t>
            </a:r>
            <a:r>
              <a:rPr lang="en-US" altLang="zh-CN"/>
              <a:t>4</a:t>
            </a:r>
            <a:r>
              <a:rPr lang="zh-CN" altLang="en-US"/>
              <a:t>个</a:t>
            </a:r>
            <a:r>
              <a:rPr lang="en-US" altLang="zh-CN"/>
              <a:t>100</a:t>
            </a:r>
            <a:r>
              <a:rPr lang="zh-CN" altLang="en-US"/>
              <a:t>万千瓦机组，单机最小功率</a:t>
            </a:r>
            <a:r>
              <a:rPr lang="en-US" altLang="zh-CN"/>
              <a:t>35</a:t>
            </a:r>
            <a:r>
              <a:rPr lang="zh-CN" altLang="en-US"/>
              <a:t>万千瓦。</a:t>
            </a:r>
            <a:endParaRPr lang="zh-CN" altLang="en-US"/>
          </a:p>
        </p:txBody>
      </p:sp>
      <p:sp>
        <p:nvSpPr>
          <p:cNvPr id="17" name="文本框 16"/>
          <p:cNvSpPr txBox="1"/>
          <p:nvPr/>
        </p:nvSpPr>
        <p:spPr>
          <a:xfrm>
            <a:off x="10565130" y="678815"/>
            <a:ext cx="1554480" cy="368300"/>
          </a:xfrm>
          <a:prstGeom prst="rect">
            <a:avLst/>
          </a:prstGeom>
          <a:noFill/>
        </p:spPr>
        <p:txBody>
          <a:bodyPr wrap="none" rtlCol="0">
            <a:spAutoFit/>
          </a:bodyPr>
          <a:p>
            <a:r>
              <a:rPr lang="zh-CN"/>
              <a:t>单位：万千瓦</a:t>
            </a:r>
            <a:endParaRPr lang="zh-CN" altLang="en-US"/>
          </a:p>
        </p:txBody>
      </p:sp>
      <p:sp>
        <p:nvSpPr>
          <p:cNvPr id="2" name="文本框 1"/>
          <p:cNvSpPr txBox="1"/>
          <p:nvPr/>
        </p:nvSpPr>
        <p:spPr>
          <a:xfrm>
            <a:off x="263479" y="188730"/>
            <a:ext cx="10465163" cy="521970"/>
          </a:xfrm>
          <a:prstGeom prst="rect">
            <a:avLst/>
          </a:prstGeom>
          <a:noFill/>
        </p:spPr>
        <p:txBody>
          <a:bodyPr wrap="square" rtlCol="0">
            <a:spAutoFit/>
          </a:bodyPr>
          <a:p>
            <a:pPr algn="l">
              <a:buClrTx/>
              <a:buSzTx/>
              <a:buFontTx/>
            </a:pPr>
            <a:r>
              <a:rPr lang="zh-CN" altLang="en-US" sz="2800" b="1" dirty="0">
                <a:latin typeface="+mj-lt"/>
                <a:ea typeface="+mj-lt"/>
                <a:cs typeface="+mj-lt"/>
              </a:rPr>
              <a:t>1</a:t>
            </a:r>
            <a:r>
              <a:rPr lang="en-US" altLang="zh-CN" sz="2800" b="1" dirty="0">
                <a:latin typeface="+mj-lt"/>
                <a:ea typeface="+mj-lt"/>
                <a:cs typeface="+mj-lt"/>
              </a:rPr>
              <a:t>2</a:t>
            </a:r>
            <a:r>
              <a:rPr lang="zh-CN" altLang="en-US" sz="2800" b="1" dirty="0">
                <a:latin typeface="+mj-lt"/>
                <a:ea typeface="+mj-lt"/>
                <a:cs typeface="+mj-lt"/>
              </a:rPr>
              <a:t>.电力交易执行优先级</a:t>
            </a:r>
            <a:endParaRPr lang="zh-CN" altLang="en-US" sz="2800" b="1" dirty="0">
              <a:latin typeface="+mj-lt"/>
              <a:ea typeface="+mj-lt"/>
              <a:cs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263479" y="18873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13.</a:t>
            </a:r>
            <a:r>
              <a:rPr lang="zh-CN" altLang="en-US" sz="2800" b="1" dirty="0">
                <a:latin typeface="+mj-lt"/>
                <a:ea typeface="+mj-lt"/>
                <a:cs typeface="+mj-lt"/>
              </a:rPr>
              <a:t>省间现货市场交易组织</a:t>
            </a:r>
            <a:endParaRPr lang="zh-CN" altLang="en-US" sz="2800" b="1" dirty="0">
              <a:latin typeface="+mj-lt"/>
              <a:ea typeface="+mj-lt"/>
              <a:cs typeface="+mj-lt"/>
            </a:endParaRPr>
          </a:p>
        </p:txBody>
      </p:sp>
      <p:graphicFrame>
        <p:nvGraphicFramePr>
          <p:cNvPr id="7" name="对象 -2147482624"/>
          <p:cNvGraphicFramePr/>
          <p:nvPr/>
        </p:nvGraphicFramePr>
        <p:xfrm>
          <a:off x="942340" y="2732405"/>
          <a:ext cx="4906010" cy="1410335"/>
        </p:xfrm>
        <a:graphic>
          <a:graphicData uri="http://schemas.openxmlformats.org/presentationml/2006/ole">
            <mc:AlternateContent xmlns:mc="http://schemas.openxmlformats.org/markup-compatibility/2006">
              <mc:Choice xmlns:v="urn:schemas-microsoft-com:vml" Requires="v">
                <p:oleObj spid="_x0000_s13317" name="" r:id="rId2" imgW="9588500" imgH="2413000" progId="Visio.Drawing.15">
                  <p:embed/>
                </p:oleObj>
              </mc:Choice>
              <mc:Fallback>
                <p:oleObj name="" r:id="rId2" imgW="9588500" imgH="2413000" progId="Visio.Drawing.15">
                  <p:embed/>
                  <p:pic>
                    <p:nvPicPr>
                      <p:cNvPr id="0" name="图片 3075"/>
                      <p:cNvPicPr/>
                      <p:nvPr/>
                    </p:nvPicPr>
                    <p:blipFill>
                      <a:blip r:embed="rId3"/>
                      <a:stretch>
                        <a:fillRect/>
                      </a:stretch>
                    </p:blipFill>
                    <p:spPr>
                      <a:xfrm>
                        <a:off x="942340" y="2732405"/>
                        <a:ext cx="4906010" cy="1410335"/>
                      </a:xfrm>
                      <a:prstGeom prst="rect">
                        <a:avLst/>
                      </a:prstGeom>
                      <a:noFill/>
                      <a:ln w="38100">
                        <a:noFill/>
                        <a:miter/>
                      </a:ln>
                    </p:spPr>
                  </p:pic>
                </p:oleObj>
              </mc:Fallback>
            </mc:AlternateContent>
          </a:graphicData>
        </a:graphic>
      </p:graphicFrame>
      <p:sp>
        <p:nvSpPr>
          <p:cNvPr id="5" name="矩形 4"/>
          <p:cNvSpPr/>
          <p:nvPr/>
        </p:nvSpPr>
        <p:spPr>
          <a:xfrm>
            <a:off x="205740" y="998220"/>
            <a:ext cx="11780520" cy="1410970"/>
          </a:xfrm>
          <a:prstGeom prst="rect">
            <a:avLst/>
          </a:prstGeom>
        </p:spPr>
        <p:txBody>
          <a:bodyPr wrap="square">
            <a:spAutoFit/>
          </a:bodyPr>
          <a:lstStyle/>
          <a:p>
            <a:pPr marL="0" lvl="1" indent="0" algn="just" eaLnBrk="1" latinLnBrk="0" hangingPunct="1">
              <a:lnSpc>
                <a:spcPct val="130000"/>
              </a:lnSpc>
              <a:buClrTx/>
              <a:buSzTx/>
              <a:buFontTx/>
            </a:pPr>
            <a:r>
              <a:rPr lang="zh-CN" sz="2200" dirty="0">
                <a:latin typeface="黑体" panose="02010609060101010101" charset="-122"/>
                <a:ea typeface="黑体" panose="02010609060101010101" charset="-122"/>
                <a:cs typeface="黑体" panose="02010609060101010101" charset="-122"/>
              </a:rPr>
              <a:t>    </a:t>
            </a:r>
            <a:r>
              <a:rPr lang="en-US" altLang="zh-CN" sz="2200" dirty="0">
                <a:latin typeface="黑体" panose="02010609060101010101" charset="-122"/>
                <a:ea typeface="黑体" panose="02010609060101010101" charset="-122"/>
                <a:cs typeface="黑体" panose="02010609060101010101" charset="-122"/>
              </a:rPr>
              <a:t>2024</a:t>
            </a:r>
            <a:r>
              <a:rPr lang="zh-CN" altLang="en-US" sz="2200" dirty="0">
                <a:latin typeface="黑体" panose="02010609060101010101" charset="-122"/>
                <a:ea typeface="黑体" panose="02010609060101010101" charset="-122"/>
                <a:cs typeface="黑体" panose="02010609060101010101" charset="-122"/>
              </a:rPr>
              <a:t>年</a:t>
            </a:r>
            <a:r>
              <a:rPr lang="en-US" altLang="zh-CN" sz="2200" dirty="0">
                <a:latin typeface="黑体" panose="02010609060101010101" charset="-122"/>
                <a:ea typeface="黑体" panose="02010609060101010101" charset="-122"/>
                <a:cs typeface="黑体" panose="02010609060101010101" charset="-122"/>
              </a:rPr>
              <a:t>10</a:t>
            </a:r>
            <a:r>
              <a:rPr lang="zh-CN" altLang="en-US" sz="2200" dirty="0">
                <a:latin typeface="黑体" panose="02010609060101010101" charset="-122"/>
                <a:ea typeface="黑体" panose="02010609060101010101" charset="-122"/>
                <a:cs typeface="黑体" panose="02010609060101010101" charset="-122"/>
              </a:rPr>
              <a:t>月</a:t>
            </a:r>
            <a:r>
              <a:rPr lang="en-US" altLang="zh-CN" sz="2200" dirty="0">
                <a:latin typeface="黑体" panose="02010609060101010101" charset="-122"/>
                <a:ea typeface="黑体" panose="02010609060101010101" charset="-122"/>
                <a:cs typeface="黑体" panose="02010609060101010101" charset="-122"/>
              </a:rPr>
              <a:t>15</a:t>
            </a:r>
            <a:r>
              <a:rPr lang="zh-CN" altLang="en-US" sz="2200" dirty="0">
                <a:latin typeface="黑体" panose="02010609060101010101" charset="-122"/>
                <a:ea typeface="黑体" panose="02010609060101010101" charset="-122"/>
                <a:cs typeface="黑体" panose="02010609060101010101" charset="-122"/>
              </a:rPr>
              <a:t>日，省间现货转入正式运行，市场范围已覆盖国家电网和蒙西电网。</a:t>
            </a:r>
            <a:endParaRPr lang="zh-CN" altLang="en-US" sz="2200" dirty="0">
              <a:latin typeface="黑体" panose="02010609060101010101" charset="-122"/>
              <a:ea typeface="黑体" panose="02010609060101010101" charset="-122"/>
              <a:cs typeface="黑体" panose="02010609060101010101" charset="-122"/>
            </a:endParaRPr>
          </a:p>
          <a:p>
            <a:pPr marL="0" lvl="1" indent="0" algn="just" eaLnBrk="1" latinLnBrk="0" hangingPunct="1">
              <a:lnSpc>
                <a:spcPct val="130000"/>
              </a:lnSpc>
            </a:pPr>
            <a:r>
              <a:rPr lang="en-US" altLang="zh-CN" sz="2000" b="1" dirty="0">
                <a:solidFill>
                  <a:srgbClr val="0070C0"/>
                </a:solidFill>
                <a:latin typeface="黑体" panose="02010609060101010101" charset="-122"/>
                <a:ea typeface="黑体" panose="02010609060101010101" charset="-122"/>
                <a:cs typeface="黑体" panose="02010609060101010101" charset="-122"/>
              </a:rPr>
              <a:t>    </a:t>
            </a:r>
            <a:r>
              <a:rPr lang="zh-CN" sz="2200" dirty="0">
                <a:solidFill>
                  <a:schemeClr val="tx1"/>
                </a:solidFill>
                <a:latin typeface="黑体" panose="02010609060101010101" charset="-122"/>
                <a:ea typeface="黑体" panose="02010609060101010101" charset="-122"/>
                <a:cs typeface="黑体" panose="02010609060101010101" charset="-122"/>
              </a:rPr>
              <a:t>以中长期市场成交结果为边界，利用通道剩余空间，组织各送电省发电企业与购电省公司开展集中出清。</a:t>
            </a:r>
            <a:endParaRPr lang="zh-CN" sz="2200" dirty="0">
              <a:solidFill>
                <a:schemeClr val="tx1"/>
              </a:solidFill>
              <a:latin typeface="黑体" panose="02010609060101010101" charset="-122"/>
              <a:ea typeface="黑体" panose="02010609060101010101" charset="-122"/>
              <a:cs typeface="黑体" panose="02010609060101010101" charset="-122"/>
              <a:sym typeface="+mn-ea"/>
            </a:endParaRPr>
          </a:p>
        </p:txBody>
      </p:sp>
      <p:grpSp>
        <p:nvGrpSpPr>
          <p:cNvPr id="6" name="组合 5"/>
          <p:cNvGrpSpPr/>
          <p:nvPr/>
        </p:nvGrpSpPr>
        <p:grpSpPr>
          <a:xfrm>
            <a:off x="1408430" y="4156493"/>
            <a:ext cx="3482975" cy="1593432"/>
            <a:chOff x="2028838" y="2682845"/>
            <a:chExt cx="4878230" cy="2375692"/>
          </a:xfrm>
        </p:grpSpPr>
        <p:grpSp>
          <p:nvGrpSpPr>
            <p:cNvPr id="228361" name="组合 148"/>
            <p:cNvGrpSpPr/>
            <p:nvPr/>
          </p:nvGrpSpPr>
          <p:grpSpPr bwMode="auto">
            <a:xfrm>
              <a:off x="2028838" y="2844453"/>
              <a:ext cx="4878230" cy="2214084"/>
              <a:chOff x="4092982" y="3255955"/>
              <a:chExt cx="5020886" cy="2927455"/>
            </a:xfrm>
          </p:grpSpPr>
          <p:grpSp>
            <p:nvGrpSpPr>
              <p:cNvPr id="344" name="Group 167"/>
              <p:cNvGrpSpPr/>
              <p:nvPr/>
            </p:nvGrpSpPr>
            <p:grpSpPr bwMode="auto">
              <a:xfrm>
                <a:off x="4092982" y="4106291"/>
                <a:ext cx="5020886" cy="2077119"/>
                <a:chOff x="3558" y="2793"/>
                <a:chExt cx="11310" cy="9273"/>
              </a:xfrm>
            </p:grpSpPr>
            <p:sp>
              <p:nvSpPr>
                <p:cNvPr id="345" name="Freeform 168"/>
                <p:cNvSpPr/>
                <p:nvPr/>
              </p:nvSpPr>
              <p:spPr bwMode="auto">
                <a:xfrm>
                  <a:off x="10864" y="10146"/>
                  <a:ext cx="1789" cy="1440"/>
                </a:xfrm>
                <a:custGeom>
                  <a:avLst/>
                  <a:gdLst>
                    <a:gd name="T0" fmla="*/ 496 w 1789"/>
                    <a:gd name="T1" fmla="*/ 440 h 1442"/>
                    <a:gd name="T2" fmla="*/ 448 w 1789"/>
                    <a:gd name="T3" fmla="*/ 560 h 1442"/>
                    <a:gd name="T4" fmla="*/ 391 w 1789"/>
                    <a:gd name="T5" fmla="*/ 671 h 1442"/>
                    <a:gd name="T6" fmla="*/ 325 w 1789"/>
                    <a:gd name="T7" fmla="*/ 773 h 1442"/>
                    <a:gd name="T8" fmla="*/ 229 w 1789"/>
                    <a:gd name="T9" fmla="*/ 908 h 1442"/>
                    <a:gd name="T10" fmla="*/ 139 w 1789"/>
                    <a:gd name="T11" fmla="*/ 1004 h 1442"/>
                    <a:gd name="T12" fmla="*/ 37 w 1789"/>
                    <a:gd name="T13" fmla="*/ 1070 h 1442"/>
                    <a:gd name="T14" fmla="*/ 34 w 1789"/>
                    <a:gd name="T15" fmla="*/ 1130 h 1442"/>
                    <a:gd name="T16" fmla="*/ 31 w 1789"/>
                    <a:gd name="T17" fmla="*/ 1268 h 1442"/>
                    <a:gd name="T18" fmla="*/ 61 w 1789"/>
                    <a:gd name="T19" fmla="*/ 1403 h 1442"/>
                    <a:gd name="T20" fmla="*/ 115 w 1789"/>
                    <a:gd name="T21" fmla="*/ 1427 h 1442"/>
                    <a:gd name="T22" fmla="*/ 178 w 1789"/>
                    <a:gd name="T23" fmla="*/ 1424 h 1442"/>
                    <a:gd name="T24" fmla="*/ 253 w 1789"/>
                    <a:gd name="T25" fmla="*/ 1307 h 1442"/>
                    <a:gd name="T26" fmla="*/ 154 w 1789"/>
                    <a:gd name="T27" fmla="*/ 1190 h 1442"/>
                    <a:gd name="T28" fmla="*/ 262 w 1789"/>
                    <a:gd name="T29" fmla="*/ 1166 h 1442"/>
                    <a:gd name="T30" fmla="*/ 409 w 1789"/>
                    <a:gd name="T31" fmla="*/ 1121 h 1442"/>
                    <a:gd name="T32" fmla="*/ 541 w 1789"/>
                    <a:gd name="T33" fmla="*/ 1097 h 1442"/>
                    <a:gd name="T34" fmla="*/ 727 w 1789"/>
                    <a:gd name="T35" fmla="*/ 995 h 1442"/>
                    <a:gd name="T36" fmla="*/ 919 w 1789"/>
                    <a:gd name="T37" fmla="*/ 815 h 1442"/>
                    <a:gd name="T38" fmla="*/ 1048 w 1789"/>
                    <a:gd name="T39" fmla="*/ 845 h 1442"/>
                    <a:gd name="T40" fmla="*/ 1231 w 1789"/>
                    <a:gd name="T41" fmla="*/ 797 h 1442"/>
                    <a:gd name="T42" fmla="*/ 1399 w 1789"/>
                    <a:gd name="T43" fmla="*/ 737 h 1442"/>
                    <a:gd name="T44" fmla="*/ 1519 w 1789"/>
                    <a:gd name="T45" fmla="*/ 689 h 1442"/>
                    <a:gd name="T46" fmla="*/ 1597 w 1789"/>
                    <a:gd name="T47" fmla="*/ 665 h 1442"/>
                    <a:gd name="T48" fmla="*/ 1672 w 1789"/>
                    <a:gd name="T49" fmla="*/ 563 h 1442"/>
                    <a:gd name="T50" fmla="*/ 1735 w 1789"/>
                    <a:gd name="T51" fmla="*/ 512 h 1442"/>
                    <a:gd name="T52" fmla="*/ 1738 w 1789"/>
                    <a:gd name="T53" fmla="*/ 374 h 1442"/>
                    <a:gd name="T54" fmla="*/ 1636 w 1789"/>
                    <a:gd name="T55" fmla="*/ 137 h 1442"/>
                    <a:gd name="T56" fmla="*/ 1426 w 1789"/>
                    <a:gd name="T57" fmla="*/ 116 h 1442"/>
                    <a:gd name="T58" fmla="*/ 1360 w 1789"/>
                    <a:gd name="T59" fmla="*/ 203 h 1442"/>
                    <a:gd name="T60" fmla="*/ 1216 w 1789"/>
                    <a:gd name="T61" fmla="*/ 212 h 1442"/>
                    <a:gd name="T62" fmla="*/ 1066 w 1789"/>
                    <a:gd name="T63" fmla="*/ 182 h 1442"/>
                    <a:gd name="T64" fmla="*/ 1102 w 1789"/>
                    <a:gd name="T65" fmla="*/ 20 h 1442"/>
                    <a:gd name="T66" fmla="*/ 967 w 1789"/>
                    <a:gd name="T67" fmla="*/ 62 h 1442"/>
                    <a:gd name="T68" fmla="*/ 799 w 1789"/>
                    <a:gd name="T69" fmla="*/ 47 h 1442"/>
                    <a:gd name="T70" fmla="*/ 775 w 1789"/>
                    <a:gd name="T71" fmla="*/ 140 h 1442"/>
                    <a:gd name="T72" fmla="*/ 736 w 1789"/>
                    <a:gd name="T73" fmla="*/ 200 h 1442"/>
                    <a:gd name="T74" fmla="*/ 625 w 1789"/>
                    <a:gd name="T75" fmla="*/ 134 h 1442"/>
                    <a:gd name="T76" fmla="*/ 544 w 1789"/>
                    <a:gd name="T77" fmla="*/ 161 h 1442"/>
                    <a:gd name="T78" fmla="*/ 559 w 1789"/>
                    <a:gd name="T79" fmla="*/ 221 h 1442"/>
                    <a:gd name="T80" fmla="*/ 508 w 1789"/>
                    <a:gd name="T81" fmla="*/ 251 h 1442"/>
                    <a:gd name="T82" fmla="*/ 541 w 1789"/>
                    <a:gd name="T83" fmla="*/ 326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89" h="1442">
                      <a:moveTo>
                        <a:pt x="529" y="365"/>
                      </a:moveTo>
                      <a:cubicBezTo>
                        <a:pt x="528" y="380"/>
                        <a:pt x="498" y="425"/>
                        <a:pt x="496" y="440"/>
                      </a:cubicBezTo>
                      <a:cubicBezTo>
                        <a:pt x="495" y="451"/>
                        <a:pt x="461" y="487"/>
                        <a:pt x="457" y="497"/>
                      </a:cubicBezTo>
                      <a:cubicBezTo>
                        <a:pt x="448" y="548"/>
                        <a:pt x="457" y="515"/>
                        <a:pt x="448" y="560"/>
                      </a:cubicBezTo>
                      <a:cubicBezTo>
                        <a:pt x="435" y="585"/>
                        <a:pt x="435" y="596"/>
                        <a:pt x="418" y="620"/>
                      </a:cubicBezTo>
                      <a:cubicBezTo>
                        <a:pt x="411" y="629"/>
                        <a:pt x="391" y="671"/>
                        <a:pt x="391" y="671"/>
                      </a:cubicBezTo>
                      <a:cubicBezTo>
                        <a:pt x="382" y="705"/>
                        <a:pt x="394" y="696"/>
                        <a:pt x="382" y="725"/>
                      </a:cubicBezTo>
                      <a:cubicBezTo>
                        <a:pt x="369" y="755"/>
                        <a:pt x="348" y="747"/>
                        <a:pt x="325" y="773"/>
                      </a:cubicBezTo>
                      <a:cubicBezTo>
                        <a:pt x="315" y="785"/>
                        <a:pt x="291" y="795"/>
                        <a:pt x="280" y="806"/>
                      </a:cubicBezTo>
                      <a:cubicBezTo>
                        <a:pt x="261" y="825"/>
                        <a:pt x="254" y="892"/>
                        <a:pt x="229" y="908"/>
                      </a:cubicBezTo>
                      <a:cubicBezTo>
                        <a:pt x="216" y="926"/>
                        <a:pt x="184" y="895"/>
                        <a:pt x="169" y="911"/>
                      </a:cubicBezTo>
                      <a:cubicBezTo>
                        <a:pt x="154" y="927"/>
                        <a:pt x="152" y="992"/>
                        <a:pt x="139" y="1004"/>
                      </a:cubicBezTo>
                      <a:cubicBezTo>
                        <a:pt x="126" y="1008"/>
                        <a:pt x="91" y="986"/>
                        <a:pt x="91" y="986"/>
                      </a:cubicBezTo>
                      <a:cubicBezTo>
                        <a:pt x="36" y="1023"/>
                        <a:pt x="71" y="1019"/>
                        <a:pt x="37" y="1070"/>
                      </a:cubicBezTo>
                      <a:cubicBezTo>
                        <a:pt x="34" y="1082"/>
                        <a:pt x="31" y="1092"/>
                        <a:pt x="25" y="1103"/>
                      </a:cubicBezTo>
                      <a:cubicBezTo>
                        <a:pt x="21" y="1117"/>
                        <a:pt x="38" y="1109"/>
                        <a:pt x="34" y="1130"/>
                      </a:cubicBezTo>
                      <a:cubicBezTo>
                        <a:pt x="30" y="1151"/>
                        <a:pt x="2" y="1209"/>
                        <a:pt x="1" y="1232"/>
                      </a:cubicBezTo>
                      <a:cubicBezTo>
                        <a:pt x="0" y="1255"/>
                        <a:pt x="21" y="1253"/>
                        <a:pt x="31" y="1268"/>
                      </a:cubicBezTo>
                      <a:cubicBezTo>
                        <a:pt x="31" y="1287"/>
                        <a:pt x="68" y="1304"/>
                        <a:pt x="64" y="1325"/>
                      </a:cubicBezTo>
                      <a:cubicBezTo>
                        <a:pt x="65" y="1346"/>
                        <a:pt x="67" y="1373"/>
                        <a:pt x="61" y="1403"/>
                      </a:cubicBezTo>
                      <a:cubicBezTo>
                        <a:pt x="82" y="1424"/>
                        <a:pt x="61" y="1442"/>
                        <a:pt x="94" y="1430"/>
                      </a:cubicBezTo>
                      <a:cubicBezTo>
                        <a:pt x="98" y="1429"/>
                        <a:pt x="111" y="1428"/>
                        <a:pt x="115" y="1427"/>
                      </a:cubicBezTo>
                      <a:cubicBezTo>
                        <a:pt x="119" y="1425"/>
                        <a:pt x="129" y="1426"/>
                        <a:pt x="133" y="1424"/>
                      </a:cubicBezTo>
                      <a:cubicBezTo>
                        <a:pt x="142" y="1420"/>
                        <a:pt x="178" y="1424"/>
                        <a:pt x="178" y="1424"/>
                      </a:cubicBezTo>
                      <a:cubicBezTo>
                        <a:pt x="203" y="1428"/>
                        <a:pt x="190" y="1388"/>
                        <a:pt x="217" y="1385"/>
                      </a:cubicBezTo>
                      <a:cubicBezTo>
                        <a:pt x="223" y="1369"/>
                        <a:pt x="263" y="1329"/>
                        <a:pt x="253" y="1307"/>
                      </a:cubicBezTo>
                      <a:cubicBezTo>
                        <a:pt x="243" y="1285"/>
                        <a:pt x="170" y="1273"/>
                        <a:pt x="154" y="1253"/>
                      </a:cubicBezTo>
                      <a:cubicBezTo>
                        <a:pt x="138" y="1233"/>
                        <a:pt x="145" y="1210"/>
                        <a:pt x="154" y="1190"/>
                      </a:cubicBezTo>
                      <a:cubicBezTo>
                        <a:pt x="152" y="1154"/>
                        <a:pt x="190" y="1137"/>
                        <a:pt x="208" y="1133"/>
                      </a:cubicBezTo>
                      <a:cubicBezTo>
                        <a:pt x="226" y="1129"/>
                        <a:pt x="240" y="1170"/>
                        <a:pt x="262" y="1166"/>
                      </a:cubicBezTo>
                      <a:cubicBezTo>
                        <a:pt x="284" y="1162"/>
                        <a:pt x="316" y="1116"/>
                        <a:pt x="340" y="1109"/>
                      </a:cubicBezTo>
                      <a:cubicBezTo>
                        <a:pt x="379" y="1106"/>
                        <a:pt x="394" y="1124"/>
                        <a:pt x="409" y="1121"/>
                      </a:cubicBezTo>
                      <a:cubicBezTo>
                        <a:pt x="426" y="1118"/>
                        <a:pt x="423" y="1095"/>
                        <a:pt x="445" y="1091"/>
                      </a:cubicBezTo>
                      <a:cubicBezTo>
                        <a:pt x="505" y="1085"/>
                        <a:pt x="495" y="1103"/>
                        <a:pt x="541" y="1097"/>
                      </a:cubicBezTo>
                      <a:cubicBezTo>
                        <a:pt x="577" y="1085"/>
                        <a:pt x="579" y="1046"/>
                        <a:pt x="616" y="1037"/>
                      </a:cubicBezTo>
                      <a:cubicBezTo>
                        <a:pt x="636" y="1032"/>
                        <a:pt x="708" y="1002"/>
                        <a:pt x="727" y="995"/>
                      </a:cubicBezTo>
                      <a:cubicBezTo>
                        <a:pt x="764" y="952"/>
                        <a:pt x="797" y="1007"/>
                        <a:pt x="829" y="977"/>
                      </a:cubicBezTo>
                      <a:cubicBezTo>
                        <a:pt x="861" y="947"/>
                        <a:pt x="902" y="859"/>
                        <a:pt x="919" y="815"/>
                      </a:cubicBezTo>
                      <a:cubicBezTo>
                        <a:pt x="936" y="771"/>
                        <a:pt x="907" y="708"/>
                        <a:pt x="928" y="713"/>
                      </a:cubicBezTo>
                      <a:cubicBezTo>
                        <a:pt x="997" y="679"/>
                        <a:pt x="964" y="833"/>
                        <a:pt x="1048" y="845"/>
                      </a:cubicBezTo>
                      <a:cubicBezTo>
                        <a:pt x="1102" y="839"/>
                        <a:pt x="1096" y="851"/>
                        <a:pt x="1132" y="839"/>
                      </a:cubicBezTo>
                      <a:cubicBezTo>
                        <a:pt x="1150" y="824"/>
                        <a:pt x="1204" y="806"/>
                        <a:pt x="1231" y="797"/>
                      </a:cubicBezTo>
                      <a:cubicBezTo>
                        <a:pt x="1245" y="786"/>
                        <a:pt x="1306" y="723"/>
                        <a:pt x="1321" y="713"/>
                      </a:cubicBezTo>
                      <a:cubicBezTo>
                        <a:pt x="1339" y="687"/>
                        <a:pt x="1368" y="753"/>
                        <a:pt x="1399" y="737"/>
                      </a:cubicBezTo>
                      <a:cubicBezTo>
                        <a:pt x="1416" y="728"/>
                        <a:pt x="1417" y="713"/>
                        <a:pt x="1435" y="707"/>
                      </a:cubicBezTo>
                      <a:cubicBezTo>
                        <a:pt x="1452" y="695"/>
                        <a:pt x="1502" y="701"/>
                        <a:pt x="1519" y="689"/>
                      </a:cubicBezTo>
                      <a:cubicBezTo>
                        <a:pt x="1528" y="683"/>
                        <a:pt x="1555" y="686"/>
                        <a:pt x="1555" y="686"/>
                      </a:cubicBezTo>
                      <a:cubicBezTo>
                        <a:pt x="1564" y="672"/>
                        <a:pt x="1583" y="673"/>
                        <a:pt x="1597" y="665"/>
                      </a:cubicBezTo>
                      <a:cubicBezTo>
                        <a:pt x="1634" y="644"/>
                        <a:pt x="1594" y="639"/>
                        <a:pt x="1636" y="632"/>
                      </a:cubicBezTo>
                      <a:cubicBezTo>
                        <a:pt x="1647" y="624"/>
                        <a:pt x="1659" y="566"/>
                        <a:pt x="1672" y="563"/>
                      </a:cubicBezTo>
                      <a:cubicBezTo>
                        <a:pt x="1672" y="533"/>
                        <a:pt x="1651" y="537"/>
                        <a:pt x="1660" y="509"/>
                      </a:cubicBezTo>
                      <a:cubicBezTo>
                        <a:pt x="1659" y="503"/>
                        <a:pt x="1737" y="522"/>
                        <a:pt x="1735" y="512"/>
                      </a:cubicBezTo>
                      <a:cubicBezTo>
                        <a:pt x="1733" y="503"/>
                        <a:pt x="1789" y="452"/>
                        <a:pt x="1789" y="452"/>
                      </a:cubicBezTo>
                      <a:cubicBezTo>
                        <a:pt x="1786" y="427"/>
                        <a:pt x="1750" y="394"/>
                        <a:pt x="1738" y="374"/>
                      </a:cubicBezTo>
                      <a:cubicBezTo>
                        <a:pt x="1720" y="342"/>
                        <a:pt x="1665" y="289"/>
                        <a:pt x="1645" y="257"/>
                      </a:cubicBezTo>
                      <a:cubicBezTo>
                        <a:pt x="1626" y="227"/>
                        <a:pt x="1655" y="166"/>
                        <a:pt x="1636" y="137"/>
                      </a:cubicBezTo>
                      <a:cubicBezTo>
                        <a:pt x="1607" y="115"/>
                        <a:pt x="1557" y="167"/>
                        <a:pt x="1522" y="164"/>
                      </a:cubicBezTo>
                      <a:cubicBezTo>
                        <a:pt x="1487" y="161"/>
                        <a:pt x="1448" y="106"/>
                        <a:pt x="1426" y="116"/>
                      </a:cubicBezTo>
                      <a:cubicBezTo>
                        <a:pt x="1376" y="126"/>
                        <a:pt x="1408" y="220"/>
                        <a:pt x="1390" y="227"/>
                      </a:cubicBezTo>
                      <a:cubicBezTo>
                        <a:pt x="1379" y="241"/>
                        <a:pt x="1375" y="212"/>
                        <a:pt x="1360" y="203"/>
                      </a:cubicBezTo>
                      <a:cubicBezTo>
                        <a:pt x="1345" y="194"/>
                        <a:pt x="1321" y="169"/>
                        <a:pt x="1297" y="170"/>
                      </a:cubicBezTo>
                      <a:cubicBezTo>
                        <a:pt x="1234" y="209"/>
                        <a:pt x="1245" y="200"/>
                        <a:pt x="1216" y="212"/>
                      </a:cubicBezTo>
                      <a:cubicBezTo>
                        <a:pt x="1187" y="224"/>
                        <a:pt x="1148" y="247"/>
                        <a:pt x="1123" y="242"/>
                      </a:cubicBezTo>
                      <a:cubicBezTo>
                        <a:pt x="1077" y="269"/>
                        <a:pt x="1059" y="212"/>
                        <a:pt x="1066" y="182"/>
                      </a:cubicBezTo>
                      <a:cubicBezTo>
                        <a:pt x="1073" y="152"/>
                        <a:pt x="1156" y="89"/>
                        <a:pt x="1162" y="62"/>
                      </a:cubicBezTo>
                      <a:cubicBezTo>
                        <a:pt x="1168" y="35"/>
                        <a:pt x="1126" y="19"/>
                        <a:pt x="1102" y="20"/>
                      </a:cubicBezTo>
                      <a:cubicBezTo>
                        <a:pt x="1063" y="0"/>
                        <a:pt x="1056" y="82"/>
                        <a:pt x="1015" y="68"/>
                      </a:cubicBezTo>
                      <a:cubicBezTo>
                        <a:pt x="1003" y="69"/>
                        <a:pt x="979" y="59"/>
                        <a:pt x="967" y="62"/>
                      </a:cubicBezTo>
                      <a:cubicBezTo>
                        <a:pt x="951" y="66"/>
                        <a:pt x="908" y="73"/>
                        <a:pt x="883" y="83"/>
                      </a:cubicBezTo>
                      <a:cubicBezTo>
                        <a:pt x="880" y="84"/>
                        <a:pt x="800" y="47"/>
                        <a:pt x="799" y="47"/>
                      </a:cubicBezTo>
                      <a:cubicBezTo>
                        <a:pt x="772" y="49"/>
                        <a:pt x="730" y="83"/>
                        <a:pt x="727" y="95"/>
                      </a:cubicBezTo>
                      <a:cubicBezTo>
                        <a:pt x="766" y="131"/>
                        <a:pt x="768" y="128"/>
                        <a:pt x="775" y="140"/>
                      </a:cubicBezTo>
                      <a:cubicBezTo>
                        <a:pt x="782" y="152"/>
                        <a:pt x="776" y="157"/>
                        <a:pt x="769" y="167"/>
                      </a:cubicBezTo>
                      <a:cubicBezTo>
                        <a:pt x="753" y="175"/>
                        <a:pt x="753" y="194"/>
                        <a:pt x="736" y="200"/>
                      </a:cubicBezTo>
                      <a:cubicBezTo>
                        <a:pt x="726" y="210"/>
                        <a:pt x="669" y="140"/>
                        <a:pt x="658" y="149"/>
                      </a:cubicBezTo>
                      <a:cubicBezTo>
                        <a:pt x="645" y="160"/>
                        <a:pt x="639" y="125"/>
                        <a:pt x="625" y="134"/>
                      </a:cubicBezTo>
                      <a:cubicBezTo>
                        <a:pt x="598" y="134"/>
                        <a:pt x="596" y="133"/>
                        <a:pt x="583" y="146"/>
                      </a:cubicBezTo>
                      <a:cubicBezTo>
                        <a:pt x="579" y="159"/>
                        <a:pt x="549" y="149"/>
                        <a:pt x="544" y="161"/>
                      </a:cubicBezTo>
                      <a:cubicBezTo>
                        <a:pt x="541" y="167"/>
                        <a:pt x="561" y="179"/>
                        <a:pt x="559" y="185"/>
                      </a:cubicBezTo>
                      <a:cubicBezTo>
                        <a:pt x="558" y="188"/>
                        <a:pt x="559" y="221"/>
                        <a:pt x="559" y="221"/>
                      </a:cubicBezTo>
                      <a:cubicBezTo>
                        <a:pt x="556" y="266"/>
                        <a:pt x="548" y="227"/>
                        <a:pt x="538" y="257"/>
                      </a:cubicBezTo>
                      <a:cubicBezTo>
                        <a:pt x="531" y="267"/>
                        <a:pt x="513" y="245"/>
                        <a:pt x="508" y="251"/>
                      </a:cubicBezTo>
                      <a:cubicBezTo>
                        <a:pt x="503" y="257"/>
                        <a:pt x="503" y="284"/>
                        <a:pt x="508" y="296"/>
                      </a:cubicBezTo>
                      <a:cubicBezTo>
                        <a:pt x="510" y="308"/>
                        <a:pt x="538" y="315"/>
                        <a:pt x="541" y="326"/>
                      </a:cubicBezTo>
                      <a:cubicBezTo>
                        <a:pt x="544" y="337"/>
                        <a:pt x="532" y="357"/>
                        <a:pt x="529" y="365"/>
                      </a:cubicBezTo>
                      <a:close/>
                    </a:path>
                  </a:pathLst>
                </a:custGeom>
                <a:no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nvGrpSpPr>
                <p:cNvPr id="346" name="Group 169"/>
                <p:cNvGrpSpPr/>
                <p:nvPr/>
              </p:nvGrpSpPr>
              <p:grpSpPr bwMode="auto">
                <a:xfrm>
                  <a:off x="3558" y="2793"/>
                  <a:ext cx="11310" cy="9273"/>
                  <a:chOff x="3558" y="2793"/>
                  <a:chExt cx="11310" cy="9273"/>
                </a:xfrm>
              </p:grpSpPr>
              <p:sp>
                <p:nvSpPr>
                  <p:cNvPr id="347" name="Freeform 170"/>
                  <p:cNvSpPr/>
                  <p:nvPr/>
                </p:nvSpPr>
                <p:spPr bwMode="auto">
                  <a:xfrm>
                    <a:off x="7951" y="9308"/>
                    <a:ext cx="2109" cy="2071"/>
                  </a:xfrm>
                  <a:custGeom>
                    <a:avLst/>
                    <a:gdLst>
                      <a:gd name="T0" fmla="*/ 1005 w 2112"/>
                      <a:gd name="T1" fmla="*/ 714 h 2071"/>
                      <a:gd name="T2" fmla="*/ 1006 w 2112"/>
                      <a:gd name="T3" fmla="*/ 561 h 2071"/>
                      <a:gd name="T4" fmla="*/ 826 w 2112"/>
                      <a:gd name="T5" fmla="*/ 360 h 2071"/>
                      <a:gd name="T6" fmla="*/ 727 w 2112"/>
                      <a:gd name="T7" fmla="*/ 315 h 2071"/>
                      <a:gd name="T8" fmla="*/ 697 w 2112"/>
                      <a:gd name="T9" fmla="*/ 183 h 2071"/>
                      <a:gd name="T10" fmla="*/ 538 w 2112"/>
                      <a:gd name="T11" fmla="*/ 84 h 2071"/>
                      <a:gd name="T12" fmla="*/ 472 w 2112"/>
                      <a:gd name="T13" fmla="*/ 3 h 2071"/>
                      <a:gd name="T14" fmla="*/ 348 w 2112"/>
                      <a:gd name="T15" fmla="*/ 117 h 2071"/>
                      <a:gd name="T16" fmla="*/ 264 w 2112"/>
                      <a:gd name="T17" fmla="*/ 147 h 2071"/>
                      <a:gd name="T18" fmla="*/ 249 w 2112"/>
                      <a:gd name="T19" fmla="*/ 351 h 2071"/>
                      <a:gd name="T20" fmla="*/ 351 w 2112"/>
                      <a:gd name="T21" fmla="*/ 666 h 2071"/>
                      <a:gd name="T22" fmla="*/ 306 w 2112"/>
                      <a:gd name="T23" fmla="*/ 795 h 2071"/>
                      <a:gd name="T24" fmla="*/ 175 w 2112"/>
                      <a:gd name="T25" fmla="*/ 939 h 2071"/>
                      <a:gd name="T26" fmla="*/ 33 w 2112"/>
                      <a:gd name="T27" fmla="*/ 1110 h 2071"/>
                      <a:gd name="T28" fmla="*/ 246 w 2112"/>
                      <a:gd name="T29" fmla="*/ 1287 h 2071"/>
                      <a:gd name="T30" fmla="*/ 334 w 2112"/>
                      <a:gd name="T31" fmla="*/ 1404 h 2071"/>
                      <a:gd name="T32" fmla="*/ 477 w 2112"/>
                      <a:gd name="T33" fmla="*/ 1572 h 2071"/>
                      <a:gd name="T34" fmla="*/ 481 w 2112"/>
                      <a:gd name="T35" fmla="*/ 1812 h 2071"/>
                      <a:gd name="T36" fmla="*/ 669 w 2112"/>
                      <a:gd name="T37" fmla="*/ 1929 h 2071"/>
                      <a:gd name="T38" fmla="*/ 921 w 2112"/>
                      <a:gd name="T39" fmla="*/ 2040 h 2071"/>
                      <a:gd name="T40" fmla="*/ 1047 w 2112"/>
                      <a:gd name="T41" fmla="*/ 2034 h 2071"/>
                      <a:gd name="T42" fmla="*/ 1027 w 2112"/>
                      <a:gd name="T43" fmla="*/ 1749 h 2071"/>
                      <a:gd name="T44" fmla="*/ 1275 w 2112"/>
                      <a:gd name="T45" fmla="*/ 1662 h 2071"/>
                      <a:gd name="T46" fmla="*/ 1459 w 2112"/>
                      <a:gd name="T47" fmla="*/ 1731 h 2071"/>
                      <a:gd name="T48" fmla="*/ 1627 w 2112"/>
                      <a:gd name="T49" fmla="*/ 1647 h 2071"/>
                      <a:gd name="T50" fmla="*/ 1810 w 2112"/>
                      <a:gd name="T51" fmla="*/ 1641 h 2071"/>
                      <a:gd name="T52" fmla="*/ 1954 w 2112"/>
                      <a:gd name="T53" fmla="*/ 1536 h 2071"/>
                      <a:gd name="T54" fmla="*/ 2017 w 2112"/>
                      <a:gd name="T55" fmla="*/ 1473 h 2071"/>
                      <a:gd name="T56" fmla="*/ 2059 w 2112"/>
                      <a:gd name="T57" fmla="*/ 1458 h 2071"/>
                      <a:gd name="T58" fmla="*/ 2083 w 2112"/>
                      <a:gd name="T59" fmla="*/ 1371 h 2071"/>
                      <a:gd name="T60" fmla="*/ 1867 w 2112"/>
                      <a:gd name="T61" fmla="*/ 1305 h 2071"/>
                      <a:gd name="T62" fmla="*/ 1711 w 2112"/>
                      <a:gd name="T63" fmla="*/ 1137 h 2071"/>
                      <a:gd name="T64" fmla="*/ 1639 w 2112"/>
                      <a:gd name="T65" fmla="*/ 912 h 2071"/>
                      <a:gd name="T66" fmla="*/ 1708 w 2112"/>
                      <a:gd name="T67" fmla="*/ 732 h 2071"/>
                      <a:gd name="T68" fmla="*/ 1606 w 2112"/>
                      <a:gd name="T69" fmla="*/ 666 h 2071"/>
                      <a:gd name="T70" fmla="*/ 1618 w 2112"/>
                      <a:gd name="T71" fmla="*/ 456 h 2071"/>
                      <a:gd name="T72" fmla="*/ 1867 w 2112"/>
                      <a:gd name="T73" fmla="*/ 414 h 2071"/>
                      <a:gd name="T74" fmla="*/ 1819 w 2112"/>
                      <a:gd name="T75" fmla="*/ 291 h 2071"/>
                      <a:gd name="T76" fmla="*/ 1648 w 2112"/>
                      <a:gd name="T77" fmla="*/ 306 h 2071"/>
                      <a:gd name="T78" fmla="*/ 1629 w 2112"/>
                      <a:gd name="T79" fmla="*/ 201 h 2071"/>
                      <a:gd name="T80" fmla="*/ 1575 w 2112"/>
                      <a:gd name="T81" fmla="*/ 111 h 2071"/>
                      <a:gd name="T82" fmla="*/ 1507 w 2112"/>
                      <a:gd name="T83" fmla="*/ 219 h 2071"/>
                      <a:gd name="T84" fmla="*/ 1420 w 2112"/>
                      <a:gd name="T85" fmla="*/ 414 h 2071"/>
                      <a:gd name="T86" fmla="*/ 1312 w 2112"/>
                      <a:gd name="T87" fmla="*/ 738 h 20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2" h="2071">
                        <a:moveTo>
                          <a:pt x="1180" y="738"/>
                        </a:moveTo>
                        <a:cubicBezTo>
                          <a:pt x="1175" y="670"/>
                          <a:pt x="1094" y="821"/>
                          <a:pt x="1054" y="771"/>
                        </a:cubicBezTo>
                        <a:cubicBezTo>
                          <a:pt x="1023" y="769"/>
                          <a:pt x="1020" y="729"/>
                          <a:pt x="1005" y="714"/>
                        </a:cubicBezTo>
                        <a:cubicBezTo>
                          <a:pt x="990" y="699"/>
                          <a:pt x="969" y="693"/>
                          <a:pt x="961" y="678"/>
                        </a:cubicBezTo>
                        <a:cubicBezTo>
                          <a:pt x="953" y="663"/>
                          <a:pt x="950" y="644"/>
                          <a:pt x="957" y="624"/>
                        </a:cubicBezTo>
                        <a:cubicBezTo>
                          <a:pt x="964" y="604"/>
                          <a:pt x="1013" y="578"/>
                          <a:pt x="1006" y="561"/>
                        </a:cubicBezTo>
                        <a:cubicBezTo>
                          <a:pt x="964" y="546"/>
                          <a:pt x="931" y="541"/>
                          <a:pt x="913" y="522"/>
                        </a:cubicBezTo>
                        <a:cubicBezTo>
                          <a:pt x="891" y="504"/>
                          <a:pt x="882" y="492"/>
                          <a:pt x="873" y="450"/>
                        </a:cubicBezTo>
                        <a:cubicBezTo>
                          <a:pt x="867" y="423"/>
                          <a:pt x="836" y="382"/>
                          <a:pt x="826" y="360"/>
                        </a:cubicBezTo>
                        <a:cubicBezTo>
                          <a:pt x="816" y="338"/>
                          <a:pt x="821" y="320"/>
                          <a:pt x="811" y="318"/>
                        </a:cubicBezTo>
                        <a:cubicBezTo>
                          <a:pt x="787" y="295"/>
                          <a:pt x="780" y="348"/>
                          <a:pt x="766" y="348"/>
                        </a:cubicBezTo>
                        <a:cubicBezTo>
                          <a:pt x="752" y="348"/>
                          <a:pt x="741" y="328"/>
                          <a:pt x="727" y="315"/>
                        </a:cubicBezTo>
                        <a:cubicBezTo>
                          <a:pt x="713" y="302"/>
                          <a:pt x="690" y="285"/>
                          <a:pt x="685" y="270"/>
                        </a:cubicBezTo>
                        <a:cubicBezTo>
                          <a:pt x="680" y="255"/>
                          <a:pt x="692" y="239"/>
                          <a:pt x="694" y="225"/>
                        </a:cubicBezTo>
                        <a:cubicBezTo>
                          <a:pt x="682" y="220"/>
                          <a:pt x="697" y="183"/>
                          <a:pt x="697" y="183"/>
                        </a:cubicBezTo>
                        <a:cubicBezTo>
                          <a:pt x="673" y="166"/>
                          <a:pt x="625" y="78"/>
                          <a:pt x="625" y="78"/>
                        </a:cubicBezTo>
                        <a:cubicBezTo>
                          <a:pt x="597" y="86"/>
                          <a:pt x="612" y="53"/>
                          <a:pt x="598" y="54"/>
                        </a:cubicBezTo>
                        <a:cubicBezTo>
                          <a:pt x="584" y="55"/>
                          <a:pt x="553" y="56"/>
                          <a:pt x="538" y="84"/>
                        </a:cubicBezTo>
                        <a:cubicBezTo>
                          <a:pt x="532" y="82"/>
                          <a:pt x="511" y="222"/>
                          <a:pt x="511" y="222"/>
                        </a:cubicBezTo>
                        <a:cubicBezTo>
                          <a:pt x="491" y="243"/>
                          <a:pt x="469" y="174"/>
                          <a:pt x="463" y="138"/>
                        </a:cubicBezTo>
                        <a:cubicBezTo>
                          <a:pt x="457" y="102"/>
                          <a:pt x="479" y="19"/>
                          <a:pt x="472" y="3"/>
                        </a:cubicBezTo>
                        <a:cubicBezTo>
                          <a:pt x="436" y="0"/>
                          <a:pt x="439" y="32"/>
                          <a:pt x="420" y="39"/>
                        </a:cubicBezTo>
                        <a:cubicBezTo>
                          <a:pt x="401" y="42"/>
                          <a:pt x="372" y="8"/>
                          <a:pt x="360" y="21"/>
                        </a:cubicBezTo>
                        <a:cubicBezTo>
                          <a:pt x="351" y="34"/>
                          <a:pt x="351" y="84"/>
                          <a:pt x="348" y="117"/>
                        </a:cubicBezTo>
                        <a:cubicBezTo>
                          <a:pt x="348" y="141"/>
                          <a:pt x="364" y="151"/>
                          <a:pt x="363" y="168"/>
                        </a:cubicBezTo>
                        <a:cubicBezTo>
                          <a:pt x="362" y="185"/>
                          <a:pt x="356" y="222"/>
                          <a:pt x="340" y="219"/>
                        </a:cubicBezTo>
                        <a:cubicBezTo>
                          <a:pt x="326" y="236"/>
                          <a:pt x="277" y="129"/>
                          <a:pt x="264" y="147"/>
                        </a:cubicBezTo>
                        <a:cubicBezTo>
                          <a:pt x="243" y="176"/>
                          <a:pt x="270" y="150"/>
                          <a:pt x="256" y="183"/>
                        </a:cubicBezTo>
                        <a:cubicBezTo>
                          <a:pt x="247" y="203"/>
                          <a:pt x="250" y="224"/>
                          <a:pt x="235" y="240"/>
                        </a:cubicBezTo>
                        <a:cubicBezTo>
                          <a:pt x="204" y="274"/>
                          <a:pt x="264" y="308"/>
                          <a:pt x="249" y="351"/>
                        </a:cubicBezTo>
                        <a:cubicBezTo>
                          <a:pt x="291" y="388"/>
                          <a:pt x="335" y="379"/>
                          <a:pt x="352" y="414"/>
                        </a:cubicBezTo>
                        <a:cubicBezTo>
                          <a:pt x="369" y="449"/>
                          <a:pt x="352" y="522"/>
                          <a:pt x="352" y="564"/>
                        </a:cubicBezTo>
                        <a:cubicBezTo>
                          <a:pt x="349" y="602"/>
                          <a:pt x="358" y="640"/>
                          <a:pt x="351" y="666"/>
                        </a:cubicBezTo>
                        <a:cubicBezTo>
                          <a:pt x="344" y="692"/>
                          <a:pt x="318" y="706"/>
                          <a:pt x="312" y="723"/>
                        </a:cubicBezTo>
                        <a:cubicBezTo>
                          <a:pt x="306" y="740"/>
                          <a:pt x="313" y="756"/>
                          <a:pt x="312" y="768"/>
                        </a:cubicBezTo>
                        <a:cubicBezTo>
                          <a:pt x="311" y="780"/>
                          <a:pt x="313" y="780"/>
                          <a:pt x="306" y="795"/>
                        </a:cubicBezTo>
                        <a:cubicBezTo>
                          <a:pt x="299" y="810"/>
                          <a:pt x="283" y="843"/>
                          <a:pt x="273" y="858"/>
                        </a:cubicBezTo>
                        <a:cubicBezTo>
                          <a:pt x="263" y="873"/>
                          <a:pt x="260" y="869"/>
                          <a:pt x="244" y="882"/>
                        </a:cubicBezTo>
                        <a:cubicBezTo>
                          <a:pt x="202" y="891"/>
                          <a:pt x="189" y="880"/>
                          <a:pt x="175" y="939"/>
                        </a:cubicBezTo>
                        <a:cubicBezTo>
                          <a:pt x="170" y="959"/>
                          <a:pt x="100" y="990"/>
                          <a:pt x="100" y="990"/>
                        </a:cubicBezTo>
                        <a:cubicBezTo>
                          <a:pt x="86" y="1048"/>
                          <a:pt x="95" y="997"/>
                          <a:pt x="66" y="1056"/>
                        </a:cubicBezTo>
                        <a:cubicBezTo>
                          <a:pt x="48" y="1092"/>
                          <a:pt x="55" y="1076"/>
                          <a:pt x="33" y="1110"/>
                        </a:cubicBezTo>
                        <a:cubicBezTo>
                          <a:pt x="45" y="1155"/>
                          <a:pt x="75" y="1173"/>
                          <a:pt x="73" y="1215"/>
                        </a:cubicBezTo>
                        <a:cubicBezTo>
                          <a:pt x="69" y="1284"/>
                          <a:pt x="0" y="1239"/>
                          <a:pt x="27" y="1320"/>
                        </a:cubicBezTo>
                        <a:cubicBezTo>
                          <a:pt x="60" y="1350"/>
                          <a:pt x="204" y="1273"/>
                          <a:pt x="246" y="1287"/>
                        </a:cubicBezTo>
                        <a:cubicBezTo>
                          <a:pt x="324" y="1263"/>
                          <a:pt x="384" y="1247"/>
                          <a:pt x="396" y="1248"/>
                        </a:cubicBezTo>
                        <a:cubicBezTo>
                          <a:pt x="408" y="1249"/>
                          <a:pt x="331" y="1270"/>
                          <a:pt x="321" y="1296"/>
                        </a:cubicBezTo>
                        <a:cubicBezTo>
                          <a:pt x="311" y="1322"/>
                          <a:pt x="324" y="1370"/>
                          <a:pt x="334" y="1404"/>
                        </a:cubicBezTo>
                        <a:cubicBezTo>
                          <a:pt x="344" y="1435"/>
                          <a:pt x="362" y="1476"/>
                          <a:pt x="379" y="1503"/>
                        </a:cubicBezTo>
                        <a:cubicBezTo>
                          <a:pt x="385" y="1527"/>
                          <a:pt x="402" y="1525"/>
                          <a:pt x="420" y="1542"/>
                        </a:cubicBezTo>
                        <a:cubicBezTo>
                          <a:pt x="456" y="1554"/>
                          <a:pt x="456" y="1542"/>
                          <a:pt x="477" y="1572"/>
                        </a:cubicBezTo>
                        <a:cubicBezTo>
                          <a:pt x="489" y="1614"/>
                          <a:pt x="427" y="1722"/>
                          <a:pt x="420" y="1758"/>
                        </a:cubicBezTo>
                        <a:cubicBezTo>
                          <a:pt x="413" y="1794"/>
                          <a:pt x="426" y="1779"/>
                          <a:pt x="436" y="1788"/>
                        </a:cubicBezTo>
                        <a:cubicBezTo>
                          <a:pt x="443" y="1808"/>
                          <a:pt x="472" y="1793"/>
                          <a:pt x="481" y="1812"/>
                        </a:cubicBezTo>
                        <a:cubicBezTo>
                          <a:pt x="484" y="1819"/>
                          <a:pt x="586" y="1822"/>
                          <a:pt x="592" y="1827"/>
                        </a:cubicBezTo>
                        <a:cubicBezTo>
                          <a:pt x="630" y="1859"/>
                          <a:pt x="565" y="1880"/>
                          <a:pt x="613" y="1896"/>
                        </a:cubicBezTo>
                        <a:cubicBezTo>
                          <a:pt x="648" y="1934"/>
                          <a:pt x="613" y="1894"/>
                          <a:pt x="669" y="1929"/>
                        </a:cubicBezTo>
                        <a:cubicBezTo>
                          <a:pt x="693" y="1941"/>
                          <a:pt x="740" y="1912"/>
                          <a:pt x="771" y="1926"/>
                        </a:cubicBezTo>
                        <a:cubicBezTo>
                          <a:pt x="799" y="1938"/>
                          <a:pt x="844" y="1920"/>
                          <a:pt x="874" y="1929"/>
                        </a:cubicBezTo>
                        <a:cubicBezTo>
                          <a:pt x="912" y="1932"/>
                          <a:pt x="905" y="2018"/>
                          <a:pt x="921" y="2040"/>
                        </a:cubicBezTo>
                        <a:cubicBezTo>
                          <a:pt x="937" y="2062"/>
                          <a:pt x="956" y="2056"/>
                          <a:pt x="972" y="2061"/>
                        </a:cubicBezTo>
                        <a:cubicBezTo>
                          <a:pt x="988" y="2066"/>
                          <a:pt x="1006" y="2071"/>
                          <a:pt x="1018" y="2067"/>
                        </a:cubicBezTo>
                        <a:cubicBezTo>
                          <a:pt x="1028" y="2061"/>
                          <a:pt x="1036" y="2039"/>
                          <a:pt x="1047" y="2034"/>
                        </a:cubicBezTo>
                        <a:cubicBezTo>
                          <a:pt x="1054" y="2020"/>
                          <a:pt x="1046" y="2006"/>
                          <a:pt x="1047" y="1989"/>
                        </a:cubicBezTo>
                        <a:cubicBezTo>
                          <a:pt x="1048" y="1972"/>
                          <a:pt x="1057" y="1972"/>
                          <a:pt x="1054" y="1932"/>
                        </a:cubicBezTo>
                        <a:cubicBezTo>
                          <a:pt x="1071" y="1918"/>
                          <a:pt x="990" y="1761"/>
                          <a:pt x="1027" y="1749"/>
                        </a:cubicBezTo>
                        <a:cubicBezTo>
                          <a:pt x="1034" y="1716"/>
                          <a:pt x="1060" y="1720"/>
                          <a:pt x="1089" y="1716"/>
                        </a:cubicBezTo>
                        <a:cubicBezTo>
                          <a:pt x="1113" y="1710"/>
                          <a:pt x="1139" y="1725"/>
                          <a:pt x="1170" y="1716"/>
                        </a:cubicBezTo>
                        <a:cubicBezTo>
                          <a:pt x="1201" y="1707"/>
                          <a:pt x="1240" y="1665"/>
                          <a:pt x="1275" y="1662"/>
                        </a:cubicBezTo>
                        <a:cubicBezTo>
                          <a:pt x="1310" y="1659"/>
                          <a:pt x="1355" y="1699"/>
                          <a:pt x="1377" y="1698"/>
                        </a:cubicBezTo>
                        <a:cubicBezTo>
                          <a:pt x="1392" y="1704"/>
                          <a:pt x="1393" y="1650"/>
                          <a:pt x="1407" y="1656"/>
                        </a:cubicBezTo>
                        <a:cubicBezTo>
                          <a:pt x="1421" y="1662"/>
                          <a:pt x="1443" y="1725"/>
                          <a:pt x="1459" y="1731"/>
                        </a:cubicBezTo>
                        <a:cubicBezTo>
                          <a:pt x="1474" y="1746"/>
                          <a:pt x="1485" y="1690"/>
                          <a:pt x="1504" y="1692"/>
                        </a:cubicBezTo>
                        <a:cubicBezTo>
                          <a:pt x="1523" y="1694"/>
                          <a:pt x="1556" y="1753"/>
                          <a:pt x="1576" y="1746"/>
                        </a:cubicBezTo>
                        <a:cubicBezTo>
                          <a:pt x="1599" y="1721"/>
                          <a:pt x="1593" y="1654"/>
                          <a:pt x="1627" y="1647"/>
                        </a:cubicBezTo>
                        <a:cubicBezTo>
                          <a:pt x="1686" y="1619"/>
                          <a:pt x="1664" y="1672"/>
                          <a:pt x="1728" y="1665"/>
                        </a:cubicBezTo>
                        <a:cubicBezTo>
                          <a:pt x="1749" y="1669"/>
                          <a:pt x="1739" y="1660"/>
                          <a:pt x="1753" y="1656"/>
                        </a:cubicBezTo>
                        <a:cubicBezTo>
                          <a:pt x="1767" y="1652"/>
                          <a:pt x="1798" y="1660"/>
                          <a:pt x="1810" y="1641"/>
                        </a:cubicBezTo>
                        <a:cubicBezTo>
                          <a:pt x="1822" y="1622"/>
                          <a:pt x="1813" y="1566"/>
                          <a:pt x="1827" y="1545"/>
                        </a:cubicBezTo>
                        <a:cubicBezTo>
                          <a:pt x="1854" y="1509"/>
                          <a:pt x="1853" y="1522"/>
                          <a:pt x="1894" y="1512"/>
                        </a:cubicBezTo>
                        <a:cubicBezTo>
                          <a:pt x="1910" y="1504"/>
                          <a:pt x="1936" y="1539"/>
                          <a:pt x="1954" y="1536"/>
                        </a:cubicBezTo>
                        <a:cubicBezTo>
                          <a:pt x="1967" y="1534"/>
                          <a:pt x="1959" y="1512"/>
                          <a:pt x="1972" y="1506"/>
                        </a:cubicBezTo>
                        <a:cubicBezTo>
                          <a:pt x="1994" y="1496"/>
                          <a:pt x="1973" y="1492"/>
                          <a:pt x="1996" y="1485"/>
                        </a:cubicBezTo>
                        <a:cubicBezTo>
                          <a:pt x="2002" y="1479"/>
                          <a:pt x="2010" y="1478"/>
                          <a:pt x="2017" y="1473"/>
                        </a:cubicBezTo>
                        <a:cubicBezTo>
                          <a:pt x="2025" y="1468"/>
                          <a:pt x="2031" y="1473"/>
                          <a:pt x="2038" y="1467"/>
                        </a:cubicBezTo>
                        <a:cubicBezTo>
                          <a:pt x="2112" y="1403"/>
                          <a:pt x="1988" y="1496"/>
                          <a:pt x="2053" y="1455"/>
                        </a:cubicBezTo>
                        <a:cubicBezTo>
                          <a:pt x="2055" y="1449"/>
                          <a:pt x="2056" y="1464"/>
                          <a:pt x="2059" y="1458"/>
                        </a:cubicBezTo>
                        <a:cubicBezTo>
                          <a:pt x="2062" y="1452"/>
                          <a:pt x="2054" y="1459"/>
                          <a:pt x="2056" y="1452"/>
                        </a:cubicBezTo>
                        <a:cubicBezTo>
                          <a:pt x="2066" y="1424"/>
                          <a:pt x="2064" y="1453"/>
                          <a:pt x="2073" y="1425"/>
                        </a:cubicBezTo>
                        <a:cubicBezTo>
                          <a:pt x="2069" y="1315"/>
                          <a:pt x="2071" y="1452"/>
                          <a:pt x="2083" y="1371"/>
                        </a:cubicBezTo>
                        <a:cubicBezTo>
                          <a:pt x="2067" y="1354"/>
                          <a:pt x="2084" y="1324"/>
                          <a:pt x="2062" y="1317"/>
                        </a:cubicBezTo>
                        <a:cubicBezTo>
                          <a:pt x="2010" y="1281"/>
                          <a:pt x="2026" y="1353"/>
                          <a:pt x="1984" y="1311"/>
                        </a:cubicBezTo>
                        <a:cubicBezTo>
                          <a:pt x="1932" y="1329"/>
                          <a:pt x="1892" y="1317"/>
                          <a:pt x="1867" y="1305"/>
                        </a:cubicBezTo>
                        <a:cubicBezTo>
                          <a:pt x="1842" y="1293"/>
                          <a:pt x="1860" y="1254"/>
                          <a:pt x="1834" y="1239"/>
                        </a:cubicBezTo>
                        <a:cubicBezTo>
                          <a:pt x="1796" y="1216"/>
                          <a:pt x="1728" y="1232"/>
                          <a:pt x="1708" y="1215"/>
                        </a:cubicBezTo>
                        <a:cubicBezTo>
                          <a:pt x="1688" y="1198"/>
                          <a:pt x="1706" y="1170"/>
                          <a:pt x="1711" y="1137"/>
                        </a:cubicBezTo>
                        <a:cubicBezTo>
                          <a:pt x="1686" y="1103"/>
                          <a:pt x="1745" y="1047"/>
                          <a:pt x="1738" y="1014"/>
                        </a:cubicBezTo>
                        <a:cubicBezTo>
                          <a:pt x="1731" y="981"/>
                          <a:pt x="1682" y="956"/>
                          <a:pt x="1666" y="939"/>
                        </a:cubicBezTo>
                        <a:cubicBezTo>
                          <a:pt x="1652" y="922"/>
                          <a:pt x="1641" y="922"/>
                          <a:pt x="1639" y="912"/>
                        </a:cubicBezTo>
                        <a:cubicBezTo>
                          <a:pt x="1637" y="902"/>
                          <a:pt x="1649" y="893"/>
                          <a:pt x="1657" y="879"/>
                        </a:cubicBezTo>
                        <a:cubicBezTo>
                          <a:pt x="1665" y="865"/>
                          <a:pt x="1679" y="849"/>
                          <a:pt x="1687" y="825"/>
                        </a:cubicBezTo>
                        <a:cubicBezTo>
                          <a:pt x="1695" y="801"/>
                          <a:pt x="1707" y="759"/>
                          <a:pt x="1708" y="732"/>
                        </a:cubicBezTo>
                        <a:cubicBezTo>
                          <a:pt x="1709" y="705"/>
                          <a:pt x="1705" y="678"/>
                          <a:pt x="1696" y="663"/>
                        </a:cubicBezTo>
                        <a:cubicBezTo>
                          <a:pt x="1687" y="648"/>
                          <a:pt x="1666" y="638"/>
                          <a:pt x="1651" y="639"/>
                        </a:cubicBezTo>
                        <a:cubicBezTo>
                          <a:pt x="1636" y="640"/>
                          <a:pt x="1625" y="664"/>
                          <a:pt x="1606" y="666"/>
                        </a:cubicBezTo>
                        <a:cubicBezTo>
                          <a:pt x="1587" y="668"/>
                          <a:pt x="1551" y="672"/>
                          <a:pt x="1537" y="654"/>
                        </a:cubicBezTo>
                        <a:cubicBezTo>
                          <a:pt x="1523" y="636"/>
                          <a:pt x="1506" y="591"/>
                          <a:pt x="1519" y="558"/>
                        </a:cubicBezTo>
                        <a:cubicBezTo>
                          <a:pt x="1532" y="525"/>
                          <a:pt x="1583" y="466"/>
                          <a:pt x="1618" y="456"/>
                        </a:cubicBezTo>
                        <a:cubicBezTo>
                          <a:pt x="1653" y="446"/>
                          <a:pt x="1695" y="495"/>
                          <a:pt x="1729" y="498"/>
                        </a:cubicBezTo>
                        <a:cubicBezTo>
                          <a:pt x="1763" y="501"/>
                          <a:pt x="1802" y="491"/>
                          <a:pt x="1825" y="477"/>
                        </a:cubicBezTo>
                        <a:cubicBezTo>
                          <a:pt x="1855" y="429"/>
                          <a:pt x="1861" y="442"/>
                          <a:pt x="1867" y="414"/>
                        </a:cubicBezTo>
                        <a:cubicBezTo>
                          <a:pt x="1871" y="396"/>
                          <a:pt x="1852" y="384"/>
                          <a:pt x="1851" y="366"/>
                        </a:cubicBezTo>
                        <a:cubicBezTo>
                          <a:pt x="1850" y="348"/>
                          <a:pt x="1868" y="315"/>
                          <a:pt x="1863" y="303"/>
                        </a:cubicBezTo>
                        <a:cubicBezTo>
                          <a:pt x="1860" y="291"/>
                          <a:pt x="1841" y="288"/>
                          <a:pt x="1819" y="291"/>
                        </a:cubicBezTo>
                        <a:cubicBezTo>
                          <a:pt x="1797" y="294"/>
                          <a:pt x="1753" y="319"/>
                          <a:pt x="1728" y="324"/>
                        </a:cubicBezTo>
                        <a:cubicBezTo>
                          <a:pt x="1703" y="329"/>
                          <a:pt x="1684" y="327"/>
                          <a:pt x="1671" y="324"/>
                        </a:cubicBezTo>
                        <a:cubicBezTo>
                          <a:pt x="1658" y="321"/>
                          <a:pt x="1649" y="316"/>
                          <a:pt x="1648" y="306"/>
                        </a:cubicBezTo>
                        <a:cubicBezTo>
                          <a:pt x="1647" y="296"/>
                          <a:pt x="1662" y="272"/>
                          <a:pt x="1662" y="261"/>
                        </a:cubicBezTo>
                        <a:cubicBezTo>
                          <a:pt x="1662" y="250"/>
                          <a:pt x="1653" y="247"/>
                          <a:pt x="1648" y="237"/>
                        </a:cubicBezTo>
                        <a:cubicBezTo>
                          <a:pt x="1644" y="226"/>
                          <a:pt x="1633" y="218"/>
                          <a:pt x="1629" y="201"/>
                        </a:cubicBezTo>
                        <a:cubicBezTo>
                          <a:pt x="1625" y="184"/>
                          <a:pt x="1627" y="148"/>
                          <a:pt x="1623" y="135"/>
                        </a:cubicBezTo>
                        <a:cubicBezTo>
                          <a:pt x="1619" y="122"/>
                          <a:pt x="1613" y="124"/>
                          <a:pt x="1605" y="120"/>
                        </a:cubicBezTo>
                        <a:cubicBezTo>
                          <a:pt x="1577" y="113"/>
                          <a:pt x="1604" y="116"/>
                          <a:pt x="1575" y="111"/>
                        </a:cubicBezTo>
                        <a:cubicBezTo>
                          <a:pt x="1540" y="113"/>
                          <a:pt x="1559" y="119"/>
                          <a:pt x="1525" y="126"/>
                        </a:cubicBezTo>
                        <a:cubicBezTo>
                          <a:pt x="1490" y="133"/>
                          <a:pt x="1514" y="149"/>
                          <a:pt x="1483" y="168"/>
                        </a:cubicBezTo>
                        <a:cubicBezTo>
                          <a:pt x="1473" y="182"/>
                          <a:pt x="1517" y="205"/>
                          <a:pt x="1507" y="219"/>
                        </a:cubicBezTo>
                        <a:cubicBezTo>
                          <a:pt x="1500" y="237"/>
                          <a:pt x="1450" y="256"/>
                          <a:pt x="1441" y="273"/>
                        </a:cubicBezTo>
                        <a:cubicBezTo>
                          <a:pt x="1431" y="299"/>
                          <a:pt x="1453" y="301"/>
                          <a:pt x="1450" y="324"/>
                        </a:cubicBezTo>
                        <a:cubicBezTo>
                          <a:pt x="1447" y="347"/>
                          <a:pt x="1439" y="382"/>
                          <a:pt x="1420" y="414"/>
                        </a:cubicBezTo>
                        <a:cubicBezTo>
                          <a:pt x="1409" y="432"/>
                          <a:pt x="1336" y="516"/>
                          <a:pt x="1336" y="516"/>
                        </a:cubicBezTo>
                        <a:cubicBezTo>
                          <a:pt x="1321" y="554"/>
                          <a:pt x="1349" y="578"/>
                          <a:pt x="1345" y="615"/>
                        </a:cubicBezTo>
                        <a:cubicBezTo>
                          <a:pt x="1341" y="652"/>
                          <a:pt x="1328" y="714"/>
                          <a:pt x="1312" y="738"/>
                        </a:cubicBezTo>
                        <a:cubicBezTo>
                          <a:pt x="1300" y="779"/>
                          <a:pt x="1271" y="759"/>
                          <a:pt x="1249" y="759"/>
                        </a:cubicBezTo>
                        <a:cubicBezTo>
                          <a:pt x="1227" y="759"/>
                          <a:pt x="1194" y="742"/>
                          <a:pt x="1180" y="738"/>
                        </a:cubicBezTo>
                        <a:close/>
                      </a:path>
                    </a:pathLst>
                  </a:custGeom>
                  <a:no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48" name="Freeform 171"/>
                  <p:cNvSpPr/>
                  <p:nvPr/>
                </p:nvSpPr>
                <p:spPr bwMode="auto">
                  <a:xfrm>
                    <a:off x="9458" y="9298"/>
                    <a:ext cx="1363" cy="1186"/>
                  </a:xfrm>
                  <a:custGeom>
                    <a:avLst/>
                    <a:gdLst>
                      <a:gd name="T0" fmla="*/ 724 w 1361"/>
                      <a:gd name="T1" fmla="*/ 72 h 1186"/>
                      <a:gd name="T2" fmla="*/ 724 w 1361"/>
                      <a:gd name="T3" fmla="*/ 165 h 1186"/>
                      <a:gd name="T4" fmla="*/ 610 w 1361"/>
                      <a:gd name="T5" fmla="*/ 159 h 1186"/>
                      <a:gd name="T6" fmla="*/ 579 w 1361"/>
                      <a:gd name="T7" fmla="*/ 190 h 1186"/>
                      <a:gd name="T8" fmla="*/ 462 w 1361"/>
                      <a:gd name="T9" fmla="*/ 175 h 1186"/>
                      <a:gd name="T10" fmla="*/ 486 w 1361"/>
                      <a:gd name="T11" fmla="*/ 259 h 1186"/>
                      <a:gd name="T12" fmla="*/ 588 w 1361"/>
                      <a:gd name="T13" fmla="*/ 283 h 1186"/>
                      <a:gd name="T14" fmla="*/ 555 w 1361"/>
                      <a:gd name="T15" fmla="*/ 397 h 1186"/>
                      <a:gd name="T16" fmla="*/ 357 w 1361"/>
                      <a:gd name="T17" fmla="*/ 439 h 1186"/>
                      <a:gd name="T18" fmla="*/ 91 w 1361"/>
                      <a:gd name="T19" fmla="*/ 468 h 1186"/>
                      <a:gd name="T20" fmla="*/ 3 w 1361"/>
                      <a:gd name="T21" fmla="*/ 631 h 1186"/>
                      <a:gd name="T22" fmla="*/ 145 w 1361"/>
                      <a:gd name="T23" fmla="*/ 651 h 1186"/>
                      <a:gd name="T24" fmla="*/ 201 w 1361"/>
                      <a:gd name="T25" fmla="*/ 775 h 1186"/>
                      <a:gd name="T26" fmla="*/ 231 w 1361"/>
                      <a:gd name="T27" fmla="*/ 1018 h 1186"/>
                      <a:gd name="T28" fmla="*/ 348 w 1361"/>
                      <a:gd name="T29" fmla="*/ 1096 h 1186"/>
                      <a:gd name="T30" fmla="*/ 555 w 1361"/>
                      <a:gd name="T31" fmla="*/ 1183 h 1186"/>
                      <a:gd name="T32" fmla="*/ 651 w 1361"/>
                      <a:gd name="T33" fmla="*/ 1087 h 1186"/>
                      <a:gd name="T34" fmla="*/ 789 w 1361"/>
                      <a:gd name="T35" fmla="*/ 916 h 1186"/>
                      <a:gd name="T36" fmla="*/ 954 w 1361"/>
                      <a:gd name="T37" fmla="*/ 1033 h 1186"/>
                      <a:gd name="T38" fmla="*/ 1011 w 1361"/>
                      <a:gd name="T39" fmla="*/ 1000 h 1186"/>
                      <a:gd name="T40" fmla="*/ 1122 w 1361"/>
                      <a:gd name="T41" fmla="*/ 967 h 1186"/>
                      <a:gd name="T42" fmla="*/ 1215 w 1361"/>
                      <a:gd name="T43" fmla="*/ 916 h 1186"/>
                      <a:gd name="T44" fmla="*/ 1317 w 1361"/>
                      <a:gd name="T45" fmla="*/ 829 h 1186"/>
                      <a:gd name="T46" fmla="*/ 1296 w 1361"/>
                      <a:gd name="T47" fmla="*/ 661 h 1186"/>
                      <a:gd name="T48" fmla="*/ 1341 w 1361"/>
                      <a:gd name="T49" fmla="*/ 568 h 1186"/>
                      <a:gd name="T50" fmla="*/ 1266 w 1361"/>
                      <a:gd name="T51" fmla="*/ 505 h 1186"/>
                      <a:gd name="T52" fmla="*/ 1176 w 1361"/>
                      <a:gd name="T53" fmla="*/ 511 h 1186"/>
                      <a:gd name="T54" fmla="*/ 1260 w 1361"/>
                      <a:gd name="T55" fmla="*/ 337 h 1186"/>
                      <a:gd name="T56" fmla="*/ 1254 w 1361"/>
                      <a:gd name="T57" fmla="*/ 226 h 1186"/>
                      <a:gd name="T58" fmla="*/ 1119 w 1361"/>
                      <a:gd name="T59" fmla="*/ 202 h 1186"/>
                      <a:gd name="T60" fmla="*/ 1087 w 1361"/>
                      <a:gd name="T61" fmla="*/ 102 h 1186"/>
                      <a:gd name="T62" fmla="*/ 1029 w 1361"/>
                      <a:gd name="T63" fmla="*/ 40 h 1186"/>
                      <a:gd name="T64" fmla="*/ 865 w 1361"/>
                      <a:gd name="T65" fmla="*/ 12 h 1186"/>
                      <a:gd name="T66" fmla="*/ 822 w 1361"/>
                      <a:gd name="T67" fmla="*/ 106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61" h="1186">
                        <a:moveTo>
                          <a:pt x="822" y="106"/>
                        </a:moveTo>
                        <a:cubicBezTo>
                          <a:pt x="806" y="115"/>
                          <a:pt x="746" y="76"/>
                          <a:pt x="724" y="72"/>
                        </a:cubicBezTo>
                        <a:cubicBezTo>
                          <a:pt x="702" y="68"/>
                          <a:pt x="688" y="66"/>
                          <a:pt x="688" y="81"/>
                        </a:cubicBezTo>
                        <a:cubicBezTo>
                          <a:pt x="688" y="96"/>
                          <a:pt x="727" y="147"/>
                          <a:pt x="724" y="165"/>
                        </a:cubicBezTo>
                        <a:cubicBezTo>
                          <a:pt x="721" y="183"/>
                          <a:pt x="691" y="191"/>
                          <a:pt x="672" y="190"/>
                        </a:cubicBezTo>
                        <a:cubicBezTo>
                          <a:pt x="638" y="221"/>
                          <a:pt x="624" y="163"/>
                          <a:pt x="610" y="159"/>
                        </a:cubicBezTo>
                        <a:cubicBezTo>
                          <a:pt x="596" y="155"/>
                          <a:pt x="594" y="163"/>
                          <a:pt x="589" y="168"/>
                        </a:cubicBezTo>
                        <a:cubicBezTo>
                          <a:pt x="584" y="173"/>
                          <a:pt x="592" y="194"/>
                          <a:pt x="579" y="190"/>
                        </a:cubicBezTo>
                        <a:cubicBezTo>
                          <a:pt x="566" y="186"/>
                          <a:pt x="532" y="147"/>
                          <a:pt x="513" y="145"/>
                        </a:cubicBezTo>
                        <a:cubicBezTo>
                          <a:pt x="496" y="167"/>
                          <a:pt x="485" y="157"/>
                          <a:pt x="462" y="175"/>
                        </a:cubicBezTo>
                        <a:cubicBezTo>
                          <a:pt x="450" y="184"/>
                          <a:pt x="447" y="200"/>
                          <a:pt x="432" y="205"/>
                        </a:cubicBezTo>
                        <a:cubicBezTo>
                          <a:pt x="447" y="230"/>
                          <a:pt x="464" y="252"/>
                          <a:pt x="486" y="259"/>
                        </a:cubicBezTo>
                        <a:cubicBezTo>
                          <a:pt x="508" y="266"/>
                          <a:pt x="550" y="246"/>
                          <a:pt x="567" y="250"/>
                        </a:cubicBezTo>
                        <a:cubicBezTo>
                          <a:pt x="584" y="254"/>
                          <a:pt x="583" y="267"/>
                          <a:pt x="588" y="283"/>
                        </a:cubicBezTo>
                        <a:cubicBezTo>
                          <a:pt x="612" y="305"/>
                          <a:pt x="599" y="327"/>
                          <a:pt x="594" y="346"/>
                        </a:cubicBezTo>
                        <a:cubicBezTo>
                          <a:pt x="589" y="365"/>
                          <a:pt x="593" y="387"/>
                          <a:pt x="555" y="397"/>
                        </a:cubicBezTo>
                        <a:cubicBezTo>
                          <a:pt x="539" y="408"/>
                          <a:pt x="381" y="396"/>
                          <a:pt x="366" y="409"/>
                        </a:cubicBezTo>
                        <a:cubicBezTo>
                          <a:pt x="352" y="421"/>
                          <a:pt x="375" y="434"/>
                          <a:pt x="357" y="439"/>
                        </a:cubicBezTo>
                        <a:cubicBezTo>
                          <a:pt x="345" y="474"/>
                          <a:pt x="268" y="546"/>
                          <a:pt x="181" y="489"/>
                        </a:cubicBezTo>
                        <a:cubicBezTo>
                          <a:pt x="136" y="471"/>
                          <a:pt x="148" y="468"/>
                          <a:pt x="91" y="468"/>
                        </a:cubicBezTo>
                        <a:cubicBezTo>
                          <a:pt x="55" y="486"/>
                          <a:pt x="34" y="531"/>
                          <a:pt x="13" y="561"/>
                        </a:cubicBezTo>
                        <a:cubicBezTo>
                          <a:pt x="21" y="585"/>
                          <a:pt x="0" y="612"/>
                          <a:pt x="3" y="631"/>
                        </a:cubicBezTo>
                        <a:cubicBezTo>
                          <a:pt x="10" y="649"/>
                          <a:pt x="34" y="666"/>
                          <a:pt x="58" y="669"/>
                        </a:cubicBezTo>
                        <a:cubicBezTo>
                          <a:pt x="78" y="705"/>
                          <a:pt x="121" y="633"/>
                          <a:pt x="145" y="651"/>
                        </a:cubicBezTo>
                        <a:cubicBezTo>
                          <a:pt x="167" y="651"/>
                          <a:pt x="181" y="648"/>
                          <a:pt x="190" y="669"/>
                        </a:cubicBezTo>
                        <a:cubicBezTo>
                          <a:pt x="199" y="690"/>
                          <a:pt x="211" y="733"/>
                          <a:pt x="201" y="775"/>
                        </a:cubicBezTo>
                        <a:cubicBezTo>
                          <a:pt x="191" y="817"/>
                          <a:pt x="157" y="885"/>
                          <a:pt x="133" y="921"/>
                        </a:cubicBezTo>
                        <a:cubicBezTo>
                          <a:pt x="178" y="981"/>
                          <a:pt x="195" y="955"/>
                          <a:pt x="231" y="1018"/>
                        </a:cubicBezTo>
                        <a:cubicBezTo>
                          <a:pt x="247" y="1045"/>
                          <a:pt x="166" y="1130"/>
                          <a:pt x="192" y="1150"/>
                        </a:cubicBezTo>
                        <a:cubicBezTo>
                          <a:pt x="291" y="1132"/>
                          <a:pt x="279" y="1126"/>
                          <a:pt x="348" y="1096"/>
                        </a:cubicBezTo>
                        <a:cubicBezTo>
                          <a:pt x="383" y="1103"/>
                          <a:pt x="386" y="1151"/>
                          <a:pt x="423" y="1153"/>
                        </a:cubicBezTo>
                        <a:cubicBezTo>
                          <a:pt x="495" y="1186"/>
                          <a:pt x="541" y="1183"/>
                          <a:pt x="555" y="1183"/>
                        </a:cubicBezTo>
                        <a:cubicBezTo>
                          <a:pt x="573" y="1150"/>
                          <a:pt x="576" y="1131"/>
                          <a:pt x="591" y="1114"/>
                        </a:cubicBezTo>
                        <a:cubicBezTo>
                          <a:pt x="607" y="1098"/>
                          <a:pt x="625" y="1103"/>
                          <a:pt x="651" y="1087"/>
                        </a:cubicBezTo>
                        <a:cubicBezTo>
                          <a:pt x="687" y="1060"/>
                          <a:pt x="702" y="1057"/>
                          <a:pt x="747" y="1018"/>
                        </a:cubicBezTo>
                        <a:cubicBezTo>
                          <a:pt x="765" y="979"/>
                          <a:pt x="761" y="925"/>
                          <a:pt x="789" y="916"/>
                        </a:cubicBezTo>
                        <a:cubicBezTo>
                          <a:pt x="784" y="885"/>
                          <a:pt x="867" y="1002"/>
                          <a:pt x="894" y="1021"/>
                        </a:cubicBezTo>
                        <a:cubicBezTo>
                          <a:pt x="921" y="1040"/>
                          <a:pt x="939" y="1033"/>
                          <a:pt x="954" y="1033"/>
                        </a:cubicBezTo>
                        <a:cubicBezTo>
                          <a:pt x="976" y="1017"/>
                          <a:pt x="958" y="1033"/>
                          <a:pt x="984" y="1024"/>
                        </a:cubicBezTo>
                        <a:cubicBezTo>
                          <a:pt x="1020" y="997"/>
                          <a:pt x="977" y="1017"/>
                          <a:pt x="1011" y="1000"/>
                        </a:cubicBezTo>
                        <a:cubicBezTo>
                          <a:pt x="1041" y="985"/>
                          <a:pt x="1021" y="944"/>
                          <a:pt x="1056" y="940"/>
                        </a:cubicBezTo>
                        <a:cubicBezTo>
                          <a:pt x="1067" y="933"/>
                          <a:pt x="1111" y="973"/>
                          <a:pt x="1122" y="967"/>
                        </a:cubicBezTo>
                        <a:cubicBezTo>
                          <a:pt x="1129" y="963"/>
                          <a:pt x="1163" y="923"/>
                          <a:pt x="1170" y="919"/>
                        </a:cubicBezTo>
                        <a:cubicBezTo>
                          <a:pt x="1176" y="916"/>
                          <a:pt x="1215" y="916"/>
                          <a:pt x="1215" y="916"/>
                        </a:cubicBezTo>
                        <a:cubicBezTo>
                          <a:pt x="1224" y="907"/>
                          <a:pt x="1242" y="866"/>
                          <a:pt x="1254" y="862"/>
                        </a:cubicBezTo>
                        <a:cubicBezTo>
                          <a:pt x="1261" y="841"/>
                          <a:pt x="1301" y="845"/>
                          <a:pt x="1317" y="829"/>
                        </a:cubicBezTo>
                        <a:cubicBezTo>
                          <a:pt x="1323" y="805"/>
                          <a:pt x="1336" y="769"/>
                          <a:pt x="1350" y="745"/>
                        </a:cubicBezTo>
                        <a:cubicBezTo>
                          <a:pt x="1359" y="730"/>
                          <a:pt x="1290" y="678"/>
                          <a:pt x="1296" y="661"/>
                        </a:cubicBezTo>
                        <a:cubicBezTo>
                          <a:pt x="1288" y="621"/>
                          <a:pt x="1337" y="629"/>
                          <a:pt x="1344" y="613"/>
                        </a:cubicBezTo>
                        <a:cubicBezTo>
                          <a:pt x="1351" y="597"/>
                          <a:pt x="1348" y="583"/>
                          <a:pt x="1341" y="568"/>
                        </a:cubicBezTo>
                        <a:cubicBezTo>
                          <a:pt x="1343" y="558"/>
                          <a:pt x="1302" y="533"/>
                          <a:pt x="1305" y="523"/>
                        </a:cubicBezTo>
                        <a:cubicBezTo>
                          <a:pt x="1307" y="517"/>
                          <a:pt x="1265" y="511"/>
                          <a:pt x="1266" y="505"/>
                        </a:cubicBezTo>
                        <a:cubicBezTo>
                          <a:pt x="1270" y="487"/>
                          <a:pt x="1182" y="550"/>
                          <a:pt x="1182" y="550"/>
                        </a:cubicBezTo>
                        <a:cubicBezTo>
                          <a:pt x="1184" y="518"/>
                          <a:pt x="1172" y="542"/>
                          <a:pt x="1176" y="511"/>
                        </a:cubicBezTo>
                        <a:cubicBezTo>
                          <a:pt x="1175" y="443"/>
                          <a:pt x="1361" y="451"/>
                          <a:pt x="1323" y="394"/>
                        </a:cubicBezTo>
                        <a:cubicBezTo>
                          <a:pt x="1300" y="351"/>
                          <a:pt x="1271" y="365"/>
                          <a:pt x="1260" y="337"/>
                        </a:cubicBezTo>
                        <a:cubicBezTo>
                          <a:pt x="1255" y="313"/>
                          <a:pt x="1291" y="271"/>
                          <a:pt x="1290" y="253"/>
                        </a:cubicBezTo>
                        <a:cubicBezTo>
                          <a:pt x="1289" y="235"/>
                          <a:pt x="1276" y="227"/>
                          <a:pt x="1254" y="226"/>
                        </a:cubicBezTo>
                        <a:cubicBezTo>
                          <a:pt x="1250" y="204"/>
                          <a:pt x="1174" y="260"/>
                          <a:pt x="1158" y="244"/>
                        </a:cubicBezTo>
                        <a:cubicBezTo>
                          <a:pt x="1151" y="218"/>
                          <a:pt x="1132" y="243"/>
                          <a:pt x="1119" y="202"/>
                        </a:cubicBezTo>
                        <a:cubicBezTo>
                          <a:pt x="1090" y="180"/>
                          <a:pt x="1127" y="204"/>
                          <a:pt x="1089" y="196"/>
                        </a:cubicBezTo>
                        <a:cubicBezTo>
                          <a:pt x="1066" y="177"/>
                          <a:pt x="1099" y="162"/>
                          <a:pt x="1087" y="102"/>
                        </a:cubicBezTo>
                        <a:cubicBezTo>
                          <a:pt x="1083" y="82"/>
                          <a:pt x="1058" y="94"/>
                          <a:pt x="1048" y="84"/>
                        </a:cubicBezTo>
                        <a:cubicBezTo>
                          <a:pt x="1038" y="74"/>
                          <a:pt x="1042" y="78"/>
                          <a:pt x="1029" y="40"/>
                        </a:cubicBezTo>
                        <a:cubicBezTo>
                          <a:pt x="967" y="33"/>
                          <a:pt x="953" y="42"/>
                          <a:pt x="939" y="37"/>
                        </a:cubicBezTo>
                        <a:cubicBezTo>
                          <a:pt x="902" y="0"/>
                          <a:pt x="913" y="24"/>
                          <a:pt x="865" y="12"/>
                        </a:cubicBezTo>
                        <a:cubicBezTo>
                          <a:pt x="848" y="15"/>
                          <a:pt x="827" y="14"/>
                          <a:pt x="820" y="30"/>
                        </a:cubicBezTo>
                        <a:cubicBezTo>
                          <a:pt x="813" y="46"/>
                          <a:pt x="822" y="90"/>
                          <a:pt x="822" y="106"/>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49" name="Freeform 172"/>
                  <p:cNvSpPr/>
                  <p:nvPr/>
                </p:nvSpPr>
                <p:spPr bwMode="auto">
                  <a:xfrm>
                    <a:off x="13217" y="8423"/>
                    <a:ext cx="240" cy="226"/>
                  </a:xfrm>
                  <a:custGeom>
                    <a:avLst/>
                    <a:gdLst>
                      <a:gd name="T0" fmla="*/ 2 w 237"/>
                      <a:gd name="T1" fmla="*/ 108 h 223"/>
                      <a:gd name="T2" fmla="*/ 17 w 237"/>
                      <a:gd name="T3" fmla="*/ 129 h 223"/>
                      <a:gd name="T4" fmla="*/ 17 w 237"/>
                      <a:gd name="T5" fmla="*/ 171 h 223"/>
                      <a:gd name="T6" fmla="*/ 65 w 237"/>
                      <a:gd name="T7" fmla="*/ 204 h 223"/>
                      <a:gd name="T8" fmla="*/ 83 w 237"/>
                      <a:gd name="T9" fmla="*/ 222 h 223"/>
                      <a:gd name="T10" fmla="*/ 140 w 237"/>
                      <a:gd name="T11" fmla="*/ 198 h 223"/>
                      <a:gd name="T12" fmla="*/ 185 w 237"/>
                      <a:gd name="T13" fmla="*/ 184 h 223"/>
                      <a:gd name="T14" fmla="*/ 224 w 237"/>
                      <a:gd name="T15" fmla="*/ 172 h 223"/>
                      <a:gd name="T16" fmla="*/ 236 w 237"/>
                      <a:gd name="T17" fmla="*/ 109 h 223"/>
                      <a:gd name="T18" fmla="*/ 212 w 237"/>
                      <a:gd name="T19" fmla="*/ 81 h 223"/>
                      <a:gd name="T20" fmla="*/ 155 w 237"/>
                      <a:gd name="T21" fmla="*/ 25 h 223"/>
                      <a:gd name="T22" fmla="*/ 119 w 237"/>
                      <a:gd name="T23" fmla="*/ 16 h 223"/>
                      <a:gd name="T24" fmla="*/ 62 w 237"/>
                      <a:gd name="T25" fmla="*/ 54 h 223"/>
                      <a:gd name="T26" fmla="*/ 35 w 237"/>
                      <a:gd name="T27" fmla="*/ 69 h 223"/>
                      <a:gd name="T28" fmla="*/ 2 w 237"/>
                      <a:gd name="T29" fmla="*/ 108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7" h="223">
                        <a:moveTo>
                          <a:pt x="2" y="108"/>
                        </a:moveTo>
                        <a:cubicBezTo>
                          <a:pt x="0" y="116"/>
                          <a:pt x="18" y="121"/>
                          <a:pt x="17" y="129"/>
                        </a:cubicBezTo>
                        <a:cubicBezTo>
                          <a:pt x="22" y="139"/>
                          <a:pt x="5" y="153"/>
                          <a:pt x="17" y="171"/>
                        </a:cubicBezTo>
                        <a:cubicBezTo>
                          <a:pt x="25" y="183"/>
                          <a:pt x="54" y="196"/>
                          <a:pt x="65" y="204"/>
                        </a:cubicBezTo>
                        <a:cubicBezTo>
                          <a:pt x="76" y="212"/>
                          <a:pt x="71" y="223"/>
                          <a:pt x="83" y="222"/>
                        </a:cubicBezTo>
                        <a:cubicBezTo>
                          <a:pt x="102" y="221"/>
                          <a:pt x="121" y="201"/>
                          <a:pt x="140" y="198"/>
                        </a:cubicBezTo>
                        <a:cubicBezTo>
                          <a:pt x="157" y="196"/>
                          <a:pt x="168" y="190"/>
                          <a:pt x="185" y="184"/>
                        </a:cubicBezTo>
                        <a:cubicBezTo>
                          <a:pt x="192" y="162"/>
                          <a:pt x="208" y="188"/>
                          <a:pt x="224" y="172"/>
                        </a:cubicBezTo>
                        <a:cubicBezTo>
                          <a:pt x="226" y="166"/>
                          <a:pt x="234" y="115"/>
                          <a:pt x="236" y="109"/>
                        </a:cubicBezTo>
                        <a:cubicBezTo>
                          <a:pt x="237" y="106"/>
                          <a:pt x="212" y="81"/>
                          <a:pt x="212" y="81"/>
                        </a:cubicBezTo>
                        <a:cubicBezTo>
                          <a:pt x="185" y="39"/>
                          <a:pt x="201" y="40"/>
                          <a:pt x="155" y="25"/>
                        </a:cubicBezTo>
                        <a:cubicBezTo>
                          <a:pt x="151" y="19"/>
                          <a:pt x="123" y="22"/>
                          <a:pt x="119" y="16"/>
                        </a:cubicBezTo>
                        <a:cubicBezTo>
                          <a:pt x="109" y="0"/>
                          <a:pt x="80" y="33"/>
                          <a:pt x="62" y="54"/>
                        </a:cubicBezTo>
                        <a:cubicBezTo>
                          <a:pt x="58" y="42"/>
                          <a:pt x="46" y="76"/>
                          <a:pt x="35" y="69"/>
                        </a:cubicBezTo>
                        <a:cubicBezTo>
                          <a:pt x="26" y="87"/>
                          <a:pt x="10" y="90"/>
                          <a:pt x="2" y="108"/>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nvGrpSpPr>
                  <p:cNvPr id="350" name="Group 173"/>
                  <p:cNvGrpSpPr/>
                  <p:nvPr/>
                </p:nvGrpSpPr>
                <p:grpSpPr bwMode="auto">
                  <a:xfrm>
                    <a:off x="3558" y="2793"/>
                    <a:ext cx="11310" cy="9273"/>
                    <a:chOff x="3558" y="2793"/>
                    <a:chExt cx="11310" cy="9273"/>
                  </a:xfrm>
                </p:grpSpPr>
                <p:grpSp>
                  <p:nvGrpSpPr>
                    <p:cNvPr id="351" name="Group 174"/>
                    <p:cNvGrpSpPr/>
                    <p:nvPr/>
                  </p:nvGrpSpPr>
                  <p:grpSpPr bwMode="auto">
                    <a:xfrm>
                      <a:off x="8175" y="2953"/>
                      <a:ext cx="5059" cy="7447"/>
                      <a:chOff x="8175" y="2953"/>
                      <a:chExt cx="5059" cy="7447"/>
                    </a:xfrm>
                  </p:grpSpPr>
                  <p:sp>
                    <p:nvSpPr>
                      <p:cNvPr id="352" name="Freeform 175"/>
                      <p:cNvSpPr/>
                      <p:nvPr/>
                    </p:nvSpPr>
                    <p:spPr bwMode="auto">
                      <a:xfrm>
                        <a:off x="8175" y="2953"/>
                        <a:ext cx="5059" cy="4208"/>
                      </a:xfrm>
                      <a:custGeom>
                        <a:avLst/>
                        <a:gdLst>
                          <a:gd name="T0" fmla="*/ 123 w 5062"/>
                          <a:gd name="T1" fmla="*/ 3198 h 4209"/>
                          <a:gd name="T2" fmla="*/ 309 w 5062"/>
                          <a:gd name="T3" fmla="*/ 3423 h 4209"/>
                          <a:gd name="T4" fmla="*/ 603 w 5062"/>
                          <a:gd name="T5" fmla="*/ 3408 h 4209"/>
                          <a:gd name="T6" fmla="*/ 630 w 5062"/>
                          <a:gd name="T7" fmla="*/ 3723 h 4209"/>
                          <a:gd name="T8" fmla="*/ 807 w 5062"/>
                          <a:gd name="T9" fmla="*/ 3900 h 4209"/>
                          <a:gd name="T10" fmla="*/ 1152 w 5062"/>
                          <a:gd name="T11" fmla="*/ 3819 h 4209"/>
                          <a:gd name="T12" fmla="*/ 1374 w 5062"/>
                          <a:gd name="T13" fmla="*/ 3714 h 4209"/>
                          <a:gd name="T14" fmla="*/ 1272 w 5062"/>
                          <a:gd name="T15" fmla="*/ 3960 h 4209"/>
                          <a:gd name="T16" fmla="*/ 1416 w 5062"/>
                          <a:gd name="T17" fmla="*/ 4203 h 4209"/>
                          <a:gd name="T18" fmla="*/ 1692 w 5062"/>
                          <a:gd name="T19" fmla="*/ 4098 h 4209"/>
                          <a:gd name="T20" fmla="*/ 1962 w 5062"/>
                          <a:gd name="T21" fmla="*/ 3837 h 4209"/>
                          <a:gd name="T22" fmla="*/ 2256 w 5062"/>
                          <a:gd name="T23" fmla="*/ 4185 h 4209"/>
                          <a:gd name="T24" fmla="*/ 2547 w 5062"/>
                          <a:gd name="T25" fmla="*/ 3792 h 4209"/>
                          <a:gd name="T26" fmla="*/ 2664 w 5062"/>
                          <a:gd name="T27" fmla="*/ 3759 h 4209"/>
                          <a:gd name="T28" fmla="*/ 2889 w 5062"/>
                          <a:gd name="T29" fmla="*/ 3666 h 4209"/>
                          <a:gd name="T30" fmla="*/ 3138 w 5062"/>
                          <a:gd name="T31" fmla="*/ 3429 h 4209"/>
                          <a:gd name="T32" fmla="*/ 3249 w 5062"/>
                          <a:gd name="T33" fmla="*/ 3198 h 4209"/>
                          <a:gd name="T34" fmla="*/ 3375 w 5062"/>
                          <a:gd name="T35" fmla="*/ 2955 h 4209"/>
                          <a:gd name="T36" fmla="*/ 3582 w 5062"/>
                          <a:gd name="T37" fmla="*/ 3015 h 4209"/>
                          <a:gd name="T38" fmla="*/ 3819 w 5062"/>
                          <a:gd name="T39" fmla="*/ 2940 h 4209"/>
                          <a:gd name="T40" fmla="*/ 4005 w 5062"/>
                          <a:gd name="T41" fmla="*/ 2850 h 4209"/>
                          <a:gd name="T42" fmla="*/ 4230 w 5062"/>
                          <a:gd name="T43" fmla="*/ 3081 h 4209"/>
                          <a:gd name="T44" fmla="*/ 4314 w 5062"/>
                          <a:gd name="T45" fmla="*/ 2958 h 4209"/>
                          <a:gd name="T46" fmla="*/ 4527 w 5062"/>
                          <a:gd name="T47" fmla="*/ 2838 h 4209"/>
                          <a:gd name="T48" fmla="*/ 4836 w 5062"/>
                          <a:gd name="T49" fmla="*/ 2577 h 4209"/>
                          <a:gd name="T50" fmla="*/ 5040 w 5062"/>
                          <a:gd name="T51" fmla="*/ 2490 h 4209"/>
                          <a:gd name="T52" fmla="*/ 4869 w 5062"/>
                          <a:gd name="T53" fmla="*/ 2139 h 4209"/>
                          <a:gd name="T54" fmla="*/ 4641 w 5062"/>
                          <a:gd name="T55" fmla="*/ 1965 h 4209"/>
                          <a:gd name="T56" fmla="*/ 4614 w 5062"/>
                          <a:gd name="T57" fmla="*/ 1830 h 4209"/>
                          <a:gd name="T58" fmla="*/ 4758 w 5062"/>
                          <a:gd name="T59" fmla="*/ 1671 h 4209"/>
                          <a:gd name="T60" fmla="*/ 4830 w 5062"/>
                          <a:gd name="T61" fmla="*/ 1503 h 4209"/>
                          <a:gd name="T62" fmla="*/ 4614 w 5062"/>
                          <a:gd name="T63" fmla="*/ 1422 h 4209"/>
                          <a:gd name="T64" fmla="*/ 4851 w 5062"/>
                          <a:gd name="T65" fmla="*/ 1179 h 4209"/>
                          <a:gd name="T66" fmla="*/ 4878 w 5062"/>
                          <a:gd name="T67" fmla="*/ 564 h 4209"/>
                          <a:gd name="T68" fmla="*/ 4713 w 5062"/>
                          <a:gd name="T69" fmla="*/ 327 h 4209"/>
                          <a:gd name="T70" fmla="*/ 4359 w 5062"/>
                          <a:gd name="T71" fmla="*/ 249 h 4209"/>
                          <a:gd name="T72" fmla="*/ 4140 w 5062"/>
                          <a:gd name="T73" fmla="*/ 81 h 4209"/>
                          <a:gd name="T74" fmla="*/ 3924 w 5062"/>
                          <a:gd name="T75" fmla="*/ 165 h 4209"/>
                          <a:gd name="T76" fmla="*/ 3957 w 5062"/>
                          <a:gd name="T77" fmla="*/ 453 h 4209"/>
                          <a:gd name="T78" fmla="*/ 3720 w 5062"/>
                          <a:gd name="T79" fmla="*/ 975 h 4209"/>
                          <a:gd name="T80" fmla="*/ 3429 w 5062"/>
                          <a:gd name="T81" fmla="*/ 1101 h 4209"/>
                          <a:gd name="T82" fmla="*/ 3345 w 5062"/>
                          <a:gd name="T83" fmla="*/ 1425 h 4209"/>
                          <a:gd name="T84" fmla="*/ 3717 w 5062"/>
                          <a:gd name="T85" fmla="*/ 1485 h 4209"/>
                          <a:gd name="T86" fmla="*/ 4032 w 5062"/>
                          <a:gd name="T87" fmla="*/ 1497 h 4209"/>
                          <a:gd name="T88" fmla="*/ 4080 w 5062"/>
                          <a:gd name="T89" fmla="*/ 1698 h 4209"/>
                          <a:gd name="T90" fmla="*/ 3729 w 5062"/>
                          <a:gd name="T91" fmla="*/ 1794 h 4209"/>
                          <a:gd name="T92" fmla="*/ 3444 w 5062"/>
                          <a:gd name="T93" fmla="*/ 2097 h 4209"/>
                          <a:gd name="T94" fmla="*/ 2817 w 5062"/>
                          <a:gd name="T95" fmla="*/ 2220 h 4209"/>
                          <a:gd name="T96" fmla="*/ 2652 w 5062"/>
                          <a:gd name="T97" fmla="*/ 2664 h 4209"/>
                          <a:gd name="T98" fmla="*/ 2010 w 5062"/>
                          <a:gd name="T99" fmla="*/ 2931 h 4209"/>
                          <a:gd name="T100" fmla="*/ 1476 w 5062"/>
                          <a:gd name="T101" fmla="*/ 3135 h 4209"/>
                          <a:gd name="T102" fmla="*/ 1152 w 5062"/>
                          <a:gd name="T103" fmla="*/ 3039 h 4209"/>
                          <a:gd name="T104" fmla="*/ 672 w 5062"/>
                          <a:gd name="T105" fmla="*/ 2862 h 4209"/>
                          <a:gd name="T106" fmla="*/ 93 w 5062"/>
                          <a:gd name="T107" fmla="*/ 2805 h 4209"/>
                          <a:gd name="T108" fmla="*/ 129 w 5062"/>
                          <a:gd name="T109" fmla="*/ 2994 h 4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62" h="4209">
                            <a:moveTo>
                              <a:pt x="129" y="2994"/>
                            </a:moveTo>
                            <a:cubicBezTo>
                              <a:pt x="142" y="3023"/>
                              <a:pt x="156" y="3064"/>
                              <a:pt x="162" y="3078"/>
                            </a:cubicBezTo>
                            <a:cubicBezTo>
                              <a:pt x="168" y="3092"/>
                              <a:pt x="171" y="3055"/>
                              <a:pt x="165" y="3075"/>
                            </a:cubicBezTo>
                            <a:cubicBezTo>
                              <a:pt x="180" y="3168"/>
                              <a:pt x="111" y="3163"/>
                              <a:pt x="123" y="3198"/>
                            </a:cubicBezTo>
                            <a:cubicBezTo>
                              <a:pt x="121" y="3229"/>
                              <a:pt x="150" y="3238"/>
                              <a:pt x="168" y="3258"/>
                            </a:cubicBezTo>
                            <a:cubicBezTo>
                              <a:pt x="186" y="3278"/>
                              <a:pt x="215" y="3290"/>
                              <a:pt x="231" y="3321"/>
                            </a:cubicBezTo>
                            <a:cubicBezTo>
                              <a:pt x="244" y="3374"/>
                              <a:pt x="225" y="3407"/>
                              <a:pt x="264" y="3444"/>
                            </a:cubicBezTo>
                            <a:cubicBezTo>
                              <a:pt x="309" y="3453"/>
                              <a:pt x="297" y="3408"/>
                              <a:pt x="309" y="3423"/>
                            </a:cubicBezTo>
                            <a:cubicBezTo>
                              <a:pt x="330" y="3381"/>
                              <a:pt x="360" y="3375"/>
                              <a:pt x="459" y="3354"/>
                            </a:cubicBezTo>
                            <a:cubicBezTo>
                              <a:pt x="496" y="3343"/>
                              <a:pt x="513" y="3339"/>
                              <a:pt x="537" y="3342"/>
                            </a:cubicBezTo>
                            <a:cubicBezTo>
                              <a:pt x="561" y="3345"/>
                              <a:pt x="592" y="3364"/>
                              <a:pt x="603" y="3375"/>
                            </a:cubicBezTo>
                            <a:cubicBezTo>
                              <a:pt x="614" y="3386"/>
                              <a:pt x="606" y="3393"/>
                              <a:pt x="603" y="3408"/>
                            </a:cubicBezTo>
                            <a:cubicBezTo>
                              <a:pt x="600" y="3423"/>
                              <a:pt x="606" y="3435"/>
                              <a:pt x="585" y="3465"/>
                            </a:cubicBezTo>
                            <a:cubicBezTo>
                              <a:pt x="564" y="3495"/>
                              <a:pt x="476" y="3554"/>
                              <a:pt x="474" y="3588"/>
                            </a:cubicBezTo>
                            <a:cubicBezTo>
                              <a:pt x="499" y="3626"/>
                              <a:pt x="540" y="3644"/>
                              <a:pt x="576" y="3669"/>
                            </a:cubicBezTo>
                            <a:cubicBezTo>
                              <a:pt x="583" y="3674"/>
                              <a:pt x="622" y="3719"/>
                              <a:pt x="630" y="3723"/>
                            </a:cubicBezTo>
                            <a:cubicBezTo>
                              <a:pt x="647" y="3732"/>
                              <a:pt x="690" y="3738"/>
                              <a:pt x="690" y="3738"/>
                            </a:cubicBezTo>
                            <a:cubicBezTo>
                              <a:pt x="704" y="3750"/>
                              <a:pt x="723" y="3749"/>
                              <a:pt x="729" y="3765"/>
                            </a:cubicBezTo>
                            <a:cubicBezTo>
                              <a:pt x="735" y="3781"/>
                              <a:pt x="716" y="3814"/>
                              <a:pt x="729" y="3837"/>
                            </a:cubicBezTo>
                            <a:cubicBezTo>
                              <a:pt x="742" y="3860"/>
                              <a:pt x="781" y="3885"/>
                              <a:pt x="807" y="3900"/>
                            </a:cubicBezTo>
                            <a:cubicBezTo>
                              <a:pt x="837" y="3930"/>
                              <a:pt x="849" y="3927"/>
                              <a:pt x="885" y="3927"/>
                            </a:cubicBezTo>
                            <a:cubicBezTo>
                              <a:pt x="1020" y="3882"/>
                              <a:pt x="876" y="3832"/>
                              <a:pt x="909" y="3810"/>
                            </a:cubicBezTo>
                            <a:cubicBezTo>
                              <a:pt x="942" y="3788"/>
                              <a:pt x="1043" y="3794"/>
                              <a:pt x="1083" y="3795"/>
                            </a:cubicBezTo>
                            <a:cubicBezTo>
                              <a:pt x="1128" y="3796"/>
                              <a:pt x="1123" y="3825"/>
                              <a:pt x="1152" y="3819"/>
                            </a:cubicBezTo>
                            <a:cubicBezTo>
                              <a:pt x="1172" y="3818"/>
                              <a:pt x="1185" y="3799"/>
                              <a:pt x="1203" y="3789"/>
                            </a:cubicBezTo>
                            <a:cubicBezTo>
                              <a:pt x="1221" y="3779"/>
                              <a:pt x="1238" y="3771"/>
                              <a:pt x="1260" y="3759"/>
                            </a:cubicBezTo>
                            <a:cubicBezTo>
                              <a:pt x="1283" y="3748"/>
                              <a:pt x="1316" y="3722"/>
                              <a:pt x="1335" y="3714"/>
                            </a:cubicBezTo>
                            <a:cubicBezTo>
                              <a:pt x="1354" y="3706"/>
                              <a:pt x="1364" y="3709"/>
                              <a:pt x="1374" y="3714"/>
                            </a:cubicBezTo>
                            <a:cubicBezTo>
                              <a:pt x="1384" y="3719"/>
                              <a:pt x="1397" y="3728"/>
                              <a:pt x="1395" y="3744"/>
                            </a:cubicBezTo>
                            <a:cubicBezTo>
                              <a:pt x="1393" y="3760"/>
                              <a:pt x="1360" y="3793"/>
                              <a:pt x="1359" y="3810"/>
                            </a:cubicBezTo>
                            <a:cubicBezTo>
                              <a:pt x="1358" y="3827"/>
                              <a:pt x="1386" y="3819"/>
                              <a:pt x="1392" y="3846"/>
                            </a:cubicBezTo>
                            <a:cubicBezTo>
                              <a:pt x="1373" y="3883"/>
                              <a:pt x="1299" y="3927"/>
                              <a:pt x="1272" y="3960"/>
                            </a:cubicBezTo>
                            <a:cubicBezTo>
                              <a:pt x="1245" y="3993"/>
                              <a:pt x="1224" y="4013"/>
                              <a:pt x="1227" y="4044"/>
                            </a:cubicBezTo>
                            <a:cubicBezTo>
                              <a:pt x="1221" y="4089"/>
                              <a:pt x="1248" y="4141"/>
                              <a:pt x="1293" y="4149"/>
                            </a:cubicBezTo>
                            <a:cubicBezTo>
                              <a:pt x="1323" y="4182"/>
                              <a:pt x="1302" y="4170"/>
                              <a:pt x="1341" y="4191"/>
                            </a:cubicBezTo>
                            <a:cubicBezTo>
                              <a:pt x="1386" y="4209"/>
                              <a:pt x="1377" y="4207"/>
                              <a:pt x="1416" y="4203"/>
                            </a:cubicBezTo>
                            <a:cubicBezTo>
                              <a:pt x="1434" y="4201"/>
                              <a:pt x="1427" y="4182"/>
                              <a:pt x="1449" y="4179"/>
                            </a:cubicBezTo>
                            <a:cubicBezTo>
                              <a:pt x="1471" y="4176"/>
                              <a:pt x="1503" y="4188"/>
                              <a:pt x="1548" y="4182"/>
                            </a:cubicBezTo>
                            <a:cubicBezTo>
                              <a:pt x="1593" y="4176"/>
                              <a:pt x="1629" y="4145"/>
                              <a:pt x="1653" y="4131"/>
                            </a:cubicBezTo>
                            <a:cubicBezTo>
                              <a:pt x="1677" y="4117"/>
                              <a:pt x="1682" y="4134"/>
                              <a:pt x="1692" y="4098"/>
                            </a:cubicBezTo>
                            <a:cubicBezTo>
                              <a:pt x="1702" y="4062"/>
                              <a:pt x="1693" y="3970"/>
                              <a:pt x="1713" y="3912"/>
                            </a:cubicBezTo>
                            <a:cubicBezTo>
                              <a:pt x="1733" y="3854"/>
                              <a:pt x="1778" y="3779"/>
                              <a:pt x="1809" y="3753"/>
                            </a:cubicBezTo>
                            <a:cubicBezTo>
                              <a:pt x="1840" y="3727"/>
                              <a:pt x="1874" y="3742"/>
                              <a:pt x="1899" y="3756"/>
                            </a:cubicBezTo>
                            <a:cubicBezTo>
                              <a:pt x="1935" y="3780"/>
                              <a:pt x="1963" y="3790"/>
                              <a:pt x="1962" y="3837"/>
                            </a:cubicBezTo>
                            <a:cubicBezTo>
                              <a:pt x="1961" y="3884"/>
                              <a:pt x="1891" y="4006"/>
                              <a:pt x="1893" y="4041"/>
                            </a:cubicBezTo>
                            <a:cubicBezTo>
                              <a:pt x="1895" y="4076"/>
                              <a:pt x="1940" y="4030"/>
                              <a:pt x="1971" y="4047"/>
                            </a:cubicBezTo>
                            <a:cubicBezTo>
                              <a:pt x="2002" y="4064"/>
                              <a:pt x="2035" y="4123"/>
                              <a:pt x="2082" y="4146"/>
                            </a:cubicBezTo>
                            <a:cubicBezTo>
                              <a:pt x="2129" y="4169"/>
                              <a:pt x="2213" y="4188"/>
                              <a:pt x="2256" y="4185"/>
                            </a:cubicBezTo>
                            <a:cubicBezTo>
                              <a:pt x="2304" y="4184"/>
                              <a:pt x="2316" y="4173"/>
                              <a:pt x="2340" y="4131"/>
                            </a:cubicBezTo>
                            <a:cubicBezTo>
                              <a:pt x="2353" y="4105"/>
                              <a:pt x="2327" y="4063"/>
                              <a:pt x="2334" y="4026"/>
                            </a:cubicBezTo>
                            <a:cubicBezTo>
                              <a:pt x="2341" y="3989"/>
                              <a:pt x="2350" y="3945"/>
                              <a:pt x="2385" y="3906"/>
                            </a:cubicBezTo>
                            <a:cubicBezTo>
                              <a:pt x="2448" y="3843"/>
                              <a:pt x="2470" y="3806"/>
                              <a:pt x="2547" y="3792"/>
                            </a:cubicBezTo>
                            <a:cubicBezTo>
                              <a:pt x="2571" y="3783"/>
                              <a:pt x="2549" y="3778"/>
                              <a:pt x="2571" y="3765"/>
                            </a:cubicBezTo>
                            <a:cubicBezTo>
                              <a:pt x="2579" y="3755"/>
                              <a:pt x="2588" y="3758"/>
                              <a:pt x="2586" y="3747"/>
                            </a:cubicBezTo>
                            <a:cubicBezTo>
                              <a:pt x="2584" y="3736"/>
                              <a:pt x="2546" y="3697"/>
                              <a:pt x="2559" y="3699"/>
                            </a:cubicBezTo>
                            <a:cubicBezTo>
                              <a:pt x="2609" y="3667"/>
                              <a:pt x="2613" y="3787"/>
                              <a:pt x="2664" y="3759"/>
                            </a:cubicBezTo>
                            <a:cubicBezTo>
                              <a:pt x="2706" y="3693"/>
                              <a:pt x="2658" y="3702"/>
                              <a:pt x="2703" y="3663"/>
                            </a:cubicBezTo>
                            <a:cubicBezTo>
                              <a:pt x="2750" y="3635"/>
                              <a:pt x="2749" y="3709"/>
                              <a:pt x="2793" y="3678"/>
                            </a:cubicBezTo>
                            <a:cubicBezTo>
                              <a:pt x="2805" y="3660"/>
                              <a:pt x="2810" y="3669"/>
                              <a:pt x="2823" y="3651"/>
                            </a:cubicBezTo>
                            <a:cubicBezTo>
                              <a:pt x="2832" y="3639"/>
                              <a:pt x="2889" y="3666"/>
                              <a:pt x="2889" y="3666"/>
                            </a:cubicBezTo>
                            <a:cubicBezTo>
                              <a:pt x="2908" y="3654"/>
                              <a:pt x="2918" y="3622"/>
                              <a:pt x="2937" y="3591"/>
                            </a:cubicBezTo>
                            <a:cubicBezTo>
                              <a:pt x="2956" y="3561"/>
                              <a:pt x="2986" y="3502"/>
                              <a:pt x="3006" y="3486"/>
                            </a:cubicBezTo>
                            <a:cubicBezTo>
                              <a:pt x="3045" y="3471"/>
                              <a:pt x="3036" y="3474"/>
                              <a:pt x="3060" y="3492"/>
                            </a:cubicBezTo>
                            <a:cubicBezTo>
                              <a:pt x="3135" y="3477"/>
                              <a:pt x="3092" y="3481"/>
                              <a:pt x="3138" y="3429"/>
                            </a:cubicBezTo>
                            <a:cubicBezTo>
                              <a:pt x="3177" y="3423"/>
                              <a:pt x="3178" y="3489"/>
                              <a:pt x="3198" y="3459"/>
                            </a:cubicBezTo>
                            <a:cubicBezTo>
                              <a:pt x="3205" y="3448"/>
                              <a:pt x="3308" y="3372"/>
                              <a:pt x="3318" y="3363"/>
                            </a:cubicBezTo>
                            <a:cubicBezTo>
                              <a:pt x="3325" y="3356"/>
                              <a:pt x="3327" y="3345"/>
                              <a:pt x="3336" y="3342"/>
                            </a:cubicBezTo>
                            <a:cubicBezTo>
                              <a:pt x="3345" y="3330"/>
                              <a:pt x="3241" y="3211"/>
                              <a:pt x="3249" y="3198"/>
                            </a:cubicBezTo>
                            <a:cubicBezTo>
                              <a:pt x="3236" y="3167"/>
                              <a:pt x="3239" y="3226"/>
                              <a:pt x="3252" y="3210"/>
                            </a:cubicBezTo>
                            <a:cubicBezTo>
                              <a:pt x="3266" y="3190"/>
                              <a:pt x="3216" y="3162"/>
                              <a:pt x="3333" y="3081"/>
                            </a:cubicBezTo>
                            <a:cubicBezTo>
                              <a:pt x="3365" y="3034"/>
                              <a:pt x="3259" y="3036"/>
                              <a:pt x="3312" y="3018"/>
                            </a:cubicBezTo>
                            <a:cubicBezTo>
                              <a:pt x="3323" y="3007"/>
                              <a:pt x="3359" y="2961"/>
                              <a:pt x="3375" y="2955"/>
                            </a:cubicBezTo>
                            <a:cubicBezTo>
                              <a:pt x="3399" y="2946"/>
                              <a:pt x="3456" y="2991"/>
                              <a:pt x="3456" y="2991"/>
                            </a:cubicBezTo>
                            <a:cubicBezTo>
                              <a:pt x="3486" y="2999"/>
                              <a:pt x="3356" y="3073"/>
                              <a:pt x="3477" y="3114"/>
                            </a:cubicBezTo>
                            <a:cubicBezTo>
                              <a:pt x="3491" y="3132"/>
                              <a:pt x="3523" y="3116"/>
                              <a:pt x="3540" y="3099"/>
                            </a:cubicBezTo>
                            <a:cubicBezTo>
                              <a:pt x="3557" y="3082"/>
                              <a:pt x="3562" y="3028"/>
                              <a:pt x="3582" y="3015"/>
                            </a:cubicBezTo>
                            <a:cubicBezTo>
                              <a:pt x="3602" y="3002"/>
                              <a:pt x="3637" y="3031"/>
                              <a:pt x="3660" y="3021"/>
                            </a:cubicBezTo>
                            <a:cubicBezTo>
                              <a:pt x="3683" y="3011"/>
                              <a:pt x="3699" y="2966"/>
                              <a:pt x="3720" y="2958"/>
                            </a:cubicBezTo>
                            <a:cubicBezTo>
                              <a:pt x="3741" y="2950"/>
                              <a:pt x="3770" y="2973"/>
                              <a:pt x="3786" y="2970"/>
                            </a:cubicBezTo>
                            <a:cubicBezTo>
                              <a:pt x="3802" y="2967"/>
                              <a:pt x="3813" y="2961"/>
                              <a:pt x="3819" y="2940"/>
                            </a:cubicBezTo>
                            <a:cubicBezTo>
                              <a:pt x="3825" y="2919"/>
                              <a:pt x="3807" y="2864"/>
                              <a:pt x="3819" y="2844"/>
                            </a:cubicBezTo>
                            <a:cubicBezTo>
                              <a:pt x="3831" y="2824"/>
                              <a:pt x="3871" y="2834"/>
                              <a:pt x="3894" y="2823"/>
                            </a:cubicBezTo>
                            <a:cubicBezTo>
                              <a:pt x="3917" y="2812"/>
                              <a:pt x="3942" y="2774"/>
                              <a:pt x="3960" y="2778"/>
                            </a:cubicBezTo>
                            <a:cubicBezTo>
                              <a:pt x="3978" y="2782"/>
                              <a:pt x="3995" y="2828"/>
                              <a:pt x="4005" y="2850"/>
                            </a:cubicBezTo>
                            <a:cubicBezTo>
                              <a:pt x="4015" y="2872"/>
                              <a:pt x="4010" y="2892"/>
                              <a:pt x="4023" y="2907"/>
                            </a:cubicBezTo>
                            <a:cubicBezTo>
                              <a:pt x="4036" y="2922"/>
                              <a:pt x="4071" y="2918"/>
                              <a:pt x="4083" y="2943"/>
                            </a:cubicBezTo>
                            <a:cubicBezTo>
                              <a:pt x="4095" y="2968"/>
                              <a:pt x="4071" y="3037"/>
                              <a:pt x="4095" y="3060"/>
                            </a:cubicBezTo>
                            <a:cubicBezTo>
                              <a:pt x="4118" y="3081"/>
                              <a:pt x="4204" y="3080"/>
                              <a:pt x="4230" y="3081"/>
                            </a:cubicBezTo>
                            <a:cubicBezTo>
                              <a:pt x="4256" y="3082"/>
                              <a:pt x="4236" y="3071"/>
                              <a:pt x="4251" y="3066"/>
                            </a:cubicBezTo>
                            <a:cubicBezTo>
                              <a:pt x="4262" y="3064"/>
                              <a:pt x="4314" y="3058"/>
                              <a:pt x="4323" y="3051"/>
                            </a:cubicBezTo>
                            <a:cubicBezTo>
                              <a:pt x="4333" y="3042"/>
                              <a:pt x="4339" y="3028"/>
                              <a:pt x="4350" y="3021"/>
                            </a:cubicBezTo>
                            <a:cubicBezTo>
                              <a:pt x="4354" y="3005"/>
                              <a:pt x="4317" y="2990"/>
                              <a:pt x="4314" y="2958"/>
                            </a:cubicBezTo>
                            <a:cubicBezTo>
                              <a:pt x="4311" y="2926"/>
                              <a:pt x="4319" y="2842"/>
                              <a:pt x="4332" y="2829"/>
                            </a:cubicBezTo>
                            <a:cubicBezTo>
                              <a:pt x="4346" y="2815"/>
                              <a:pt x="4360" y="2870"/>
                              <a:pt x="4389" y="2877"/>
                            </a:cubicBezTo>
                            <a:cubicBezTo>
                              <a:pt x="4409" y="2895"/>
                              <a:pt x="4432" y="2943"/>
                              <a:pt x="4455" y="2937"/>
                            </a:cubicBezTo>
                            <a:cubicBezTo>
                              <a:pt x="4478" y="2931"/>
                              <a:pt x="4504" y="2863"/>
                              <a:pt x="4527" y="2838"/>
                            </a:cubicBezTo>
                            <a:cubicBezTo>
                              <a:pt x="4568" y="2796"/>
                              <a:pt x="4539" y="2811"/>
                              <a:pt x="4596" y="2784"/>
                            </a:cubicBezTo>
                            <a:cubicBezTo>
                              <a:pt x="4636" y="2751"/>
                              <a:pt x="4650" y="2714"/>
                              <a:pt x="4701" y="2700"/>
                            </a:cubicBezTo>
                            <a:cubicBezTo>
                              <a:pt x="4713" y="2691"/>
                              <a:pt x="4712" y="2708"/>
                              <a:pt x="4725" y="2700"/>
                            </a:cubicBezTo>
                            <a:cubicBezTo>
                              <a:pt x="4737" y="2693"/>
                              <a:pt x="4825" y="2585"/>
                              <a:pt x="4836" y="2577"/>
                            </a:cubicBezTo>
                            <a:cubicBezTo>
                              <a:pt x="4879" y="2548"/>
                              <a:pt x="4884" y="2606"/>
                              <a:pt x="4935" y="2589"/>
                            </a:cubicBezTo>
                            <a:cubicBezTo>
                              <a:pt x="4953" y="2577"/>
                              <a:pt x="4956" y="2577"/>
                              <a:pt x="4974" y="2565"/>
                            </a:cubicBezTo>
                            <a:cubicBezTo>
                              <a:pt x="4983" y="2559"/>
                              <a:pt x="4989" y="2508"/>
                              <a:pt x="4989" y="2508"/>
                            </a:cubicBezTo>
                            <a:cubicBezTo>
                              <a:pt x="4995" y="2499"/>
                              <a:pt x="5032" y="2498"/>
                              <a:pt x="5040" y="2490"/>
                            </a:cubicBezTo>
                            <a:cubicBezTo>
                              <a:pt x="5048" y="2482"/>
                              <a:pt x="5037" y="2439"/>
                              <a:pt x="5043" y="2430"/>
                            </a:cubicBezTo>
                            <a:cubicBezTo>
                              <a:pt x="5062" y="2400"/>
                              <a:pt x="4983" y="2397"/>
                              <a:pt x="4992" y="2361"/>
                            </a:cubicBezTo>
                            <a:cubicBezTo>
                              <a:pt x="4950" y="2265"/>
                              <a:pt x="4971" y="2340"/>
                              <a:pt x="4920" y="2250"/>
                            </a:cubicBezTo>
                            <a:cubicBezTo>
                              <a:pt x="4901" y="2194"/>
                              <a:pt x="4909" y="2179"/>
                              <a:pt x="4869" y="2139"/>
                            </a:cubicBezTo>
                            <a:cubicBezTo>
                              <a:pt x="4836" y="2106"/>
                              <a:pt x="4775" y="2258"/>
                              <a:pt x="4737" y="2232"/>
                            </a:cubicBezTo>
                            <a:cubicBezTo>
                              <a:pt x="4691" y="2240"/>
                              <a:pt x="4730" y="2108"/>
                              <a:pt x="4692" y="2133"/>
                            </a:cubicBezTo>
                            <a:cubicBezTo>
                              <a:pt x="4683" y="2127"/>
                              <a:pt x="4645" y="2085"/>
                              <a:pt x="4638" y="2076"/>
                            </a:cubicBezTo>
                            <a:cubicBezTo>
                              <a:pt x="4602" y="2031"/>
                              <a:pt x="4703" y="1985"/>
                              <a:pt x="4641" y="1965"/>
                            </a:cubicBezTo>
                            <a:cubicBezTo>
                              <a:pt x="4631" y="1930"/>
                              <a:pt x="4565" y="1924"/>
                              <a:pt x="4551" y="1896"/>
                            </a:cubicBezTo>
                            <a:cubicBezTo>
                              <a:pt x="4533" y="1872"/>
                              <a:pt x="4532" y="1837"/>
                              <a:pt x="4533" y="1821"/>
                            </a:cubicBezTo>
                            <a:cubicBezTo>
                              <a:pt x="4534" y="1805"/>
                              <a:pt x="4544" y="1796"/>
                              <a:pt x="4557" y="1797"/>
                            </a:cubicBezTo>
                            <a:cubicBezTo>
                              <a:pt x="4570" y="1798"/>
                              <a:pt x="4595" y="1822"/>
                              <a:pt x="4614" y="1830"/>
                            </a:cubicBezTo>
                            <a:cubicBezTo>
                              <a:pt x="4633" y="1838"/>
                              <a:pt x="4656" y="1844"/>
                              <a:pt x="4674" y="1845"/>
                            </a:cubicBezTo>
                            <a:cubicBezTo>
                              <a:pt x="4692" y="1846"/>
                              <a:pt x="4705" y="1856"/>
                              <a:pt x="4722" y="1836"/>
                            </a:cubicBezTo>
                            <a:cubicBezTo>
                              <a:pt x="4748" y="1826"/>
                              <a:pt x="4756" y="1738"/>
                              <a:pt x="4776" y="1728"/>
                            </a:cubicBezTo>
                            <a:cubicBezTo>
                              <a:pt x="4782" y="1701"/>
                              <a:pt x="4759" y="1687"/>
                              <a:pt x="4758" y="1671"/>
                            </a:cubicBezTo>
                            <a:cubicBezTo>
                              <a:pt x="4772" y="1655"/>
                              <a:pt x="4755" y="1647"/>
                              <a:pt x="4767" y="1629"/>
                            </a:cubicBezTo>
                            <a:cubicBezTo>
                              <a:pt x="4779" y="1611"/>
                              <a:pt x="4818" y="1602"/>
                              <a:pt x="4830" y="1584"/>
                            </a:cubicBezTo>
                            <a:cubicBezTo>
                              <a:pt x="4836" y="1575"/>
                              <a:pt x="4854" y="1545"/>
                              <a:pt x="4854" y="1545"/>
                            </a:cubicBezTo>
                            <a:cubicBezTo>
                              <a:pt x="4852" y="1534"/>
                              <a:pt x="4843" y="1511"/>
                              <a:pt x="4830" y="1503"/>
                            </a:cubicBezTo>
                            <a:cubicBezTo>
                              <a:pt x="4817" y="1495"/>
                              <a:pt x="4794" y="1488"/>
                              <a:pt x="4776" y="1497"/>
                            </a:cubicBezTo>
                            <a:cubicBezTo>
                              <a:pt x="4758" y="1506"/>
                              <a:pt x="4739" y="1560"/>
                              <a:pt x="4722" y="1560"/>
                            </a:cubicBezTo>
                            <a:cubicBezTo>
                              <a:pt x="4705" y="1560"/>
                              <a:pt x="4692" y="1520"/>
                              <a:pt x="4674" y="1497"/>
                            </a:cubicBezTo>
                            <a:cubicBezTo>
                              <a:pt x="4656" y="1474"/>
                              <a:pt x="4622" y="1440"/>
                              <a:pt x="4614" y="1422"/>
                            </a:cubicBezTo>
                            <a:cubicBezTo>
                              <a:pt x="4606" y="1404"/>
                              <a:pt x="4605" y="1427"/>
                              <a:pt x="4629" y="1392"/>
                            </a:cubicBezTo>
                            <a:cubicBezTo>
                              <a:pt x="4653" y="1357"/>
                              <a:pt x="4729" y="1260"/>
                              <a:pt x="4761" y="1209"/>
                            </a:cubicBezTo>
                            <a:cubicBezTo>
                              <a:pt x="4799" y="1178"/>
                              <a:pt x="4780" y="1085"/>
                              <a:pt x="4821" y="1086"/>
                            </a:cubicBezTo>
                            <a:cubicBezTo>
                              <a:pt x="4836" y="1081"/>
                              <a:pt x="4839" y="1160"/>
                              <a:pt x="4851" y="1179"/>
                            </a:cubicBezTo>
                            <a:cubicBezTo>
                              <a:pt x="4863" y="1198"/>
                              <a:pt x="4886" y="1227"/>
                              <a:pt x="4896" y="1203"/>
                            </a:cubicBezTo>
                            <a:cubicBezTo>
                              <a:pt x="4914" y="1139"/>
                              <a:pt x="4914" y="1086"/>
                              <a:pt x="4911" y="1032"/>
                            </a:cubicBezTo>
                            <a:cubicBezTo>
                              <a:pt x="4905" y="885"/>
                              <a:pt x="4903" y="967"/>
                              <a:pt x="4893" y="780"/>
                            </a:cubicBezTo>
                            <a:cubicBezTo>
                              <a:pt x="4890" y="722"/>
                              <a:pt x="4884" y="627"/>
                              <a:pt x="4878" y="564"/>
                            </a:cubicBezTo>
                            <a:cubicBezTo>
                              <a:pt x="4864" y="521"/>
                              <a:pt x="4872" y="456"/>
                              <a:pt x="4866" y="405"/>
                            </a:cubicBezTo>
                            <a:cubicBezTo>
                              <a:pt x="4844" y="337"/>
                              <a:pt x="4875" y="366"/>
                              <a:pt x="4833" y="324"/>
                            </a:cubicBezTo>
                            <a:cubicBezTo>
                              <a:pt x="4822" y="290"/>
                              <a:pt x="4806" y="297"/>
                              <a:pt x="4767" y="294"/>
                            </a:cubicBezTo>
                            <a:cubicBezTo>
                              <a:pt x="4764" y="285"/>
                              <a:pt x="4725" y="300"/>
                              <a:pt x="4713" y="327"/>
                            </a:cubicBezTo>
                            <a:cubicBezTo>
                              <a:pt x="4683" y="351"/>
                              <a:pt x="4662" y="402"/>
                              <a:pt x="4620" y="408"/>
                            </a:cubicBezTo>
                            <a:cubicBezTo>
                              <a:pt x="4536" y="411"/>
                              <a:pt x="4506" y="462"/>
                              <a:pt x="4461" y="462"/>
                            </a:cubicBezTo>
                            <a:cubicBezTo>
                              <a:pt x="4397" y="398"/>
                              <a:pt x="4449" y="420"/>
                              <a:pt x="4398" y="369"/>
                            </a:cubicBezTo>
                            <a:cubicBezTo>
                              <a:pt x="4392" y="360"/>
                              <a:pt x="4356" y="321"/>
                              <a:pt x="4359" y="249"/>
                            </a:cubicBezTo>
                            <a:cubicBezTo>
                              <a:pt x="4348" y="242"/>
                              <a:pt x="4274" y="215"/>
                              <a:pt x="4257" y="210"/>
                            </a:cubicBezTo>
                            <a:cubicBezTo>
                              <a:pt x="4215" y="192"/>
                              <a:pt x="4221" y="303"/>
                              <a:pt x="4146" y="261"/>
                            </a:cubicBezTo>
                            <a:cubicBezTo>
                              <a:pt x="4133" y="258"/>
                              <a:pt x="4102" y="226"/>
                              <a:pt x="4089" y="222"/>
                            </a:cubicBezTo>
                            <a:cubicBezTo>
                              <a:pt x="4071" y="217"/>
                              <a:pt x="4128" y="141"/>
                              <a:pt x="4140" y="81"/>
                            </a:cubicBezTo>
                            <a:cubicBezTo>
                              <a:pt x="4113" y="39"/>
                              <a:pt x="4103" y="19"/>
                              <a:pt x="4026" y="0"/>
                            </a:cubicBezTo>
                            <a:cubicBezTo>
                              <a:pt x="4005" y="1"/>
                              <a:pt x="4011" y="3"/>
                              <a:pt x="3975" y="39"/>
                            </a:cubicBezTo>
                            <a:cubicBezTo>
                              <a:pt x="3963" y="55"/>
                              <a:pt x="3947" y="57"/>
                              <a:pt x="3939" y="78"/>
                            </a:cubicBezTo>
                            <a:cubicBezTo>
                              <a:pt x="3931" y="99"/>
                              <a:pt x="3924" y="146"/>
                              <a:pt x="3924" y="165"/>
                            </a:cubicBezTo>
                            <a:cubicBezTo>
                              <a:pt x="3917" y="189"/>
                              <a:pt x="3928" y="190"/>
                              <a:pt x="3939" y="195"/>
                            </a:cubicBezTo>
                            <a:cubicBezTo>
                              <a:pt x="3950" y="200"/>
                              <a:pt x="3980" y="165"/>
                              <a:pt x="3993" y="195"/>
                            </a:cubicBezTo>
                            <a:cubicBezTo>
                              <a:pt x="3994" y="221"/>
                              <a:pt x="4023" y="332"/>
                              <a:pt x="4017" y="375"/>
                            </a:cubicBezTo>
                            <a:cubicBezTo>
                              <a:pt x="4011" y="418"/>
                              <a:pt x="3977" y="402"/>
                              <a:pt x="3957" y="453"/>
                            </a:cubicBezTo>
                            <a:cubicBezTo>
                              <a:pt x="3937" y="504"/>
                              <a:pt x="3902" y="620"/>
                              <a:pt x="3897" y="678"/>
                            </a:cubicBezTo>
                            <a:cubicBezTo>
                              <a:pt x="3878" y="707"/>
                              <a:pt x="3924" y="774"/>
                              <a:pt x="3927" y="801"/>
                            </a:cubicBezTo>
                            <a:cubicBezTo>
                              <a:pt x="3894" y="837"/>
                              <a:pt x="3850" y="871"/>
                              <a:pt x="3816" y="900"/>
                            </a:cubicBezTo>
                            <a:cubicBezTo>
                              <a:pt x="3782" y="929"/>
                              <a:pt x="3745" y="970"/>
                              <a:pt x="3720" y="975"/>
                            </a:cubicBezTo>
                            <a:cubicBezTo>
                              <a:pt x="3713" y="982"/>
                              <a:pt x="3675" y="930"/>
                              <a:pt x="3666" y="933"/>
                            </a:cubicBezTo>
                            <a:cubicBezTo>
                              <a:pt x="3621" y="980"/>
                              <a:pt x="3549" y="933"/>
                              <a:pt x="3549" y="933"/>
                            </a:cubicBezTo>
                            <a:cubicBezTo>
                              <a:pt x="3481" y="955"/>
                              <a:pt x="3483" y="963"/>
                              <a:pt x="3459" y="1017"/>
                            </a:cubicBezTo>
                            <a:cubicBezTo>
                              <a:pt x="3444" y="1101"/>
                              <a:pt x="3459" y="1020"/>
                              <a:pt x="3429" y="1101"/>
                            </a:cubicBezTo>
                            <a:cubicBezTo>
                              <a:pt x="3417" y="1152"/>
                              <a:pt x="3424" y="1185"/>
                              <a:pt x="3417" y="1197"/>
                            </a:cubicBezTo>
                            <a:cubicBezTo>
                              <a:pt x="3412" y="1206"/>
                              <a:pt x="3389" y="1275"/>
                              <a:pt x="3384" y="1284"/>
                            </a:cubicBezTo>
                            <a:cubicBezTo>
                              <a:pt x="3371" y="1308"/>
                              <a:pt x="3366" y="1353"/>
                              <a:pt x="3366" y="1353"/>
                            </a:cubicBezTo>
                            <a:cubicBezTo>
                              <a:pt x="3360" y="1377"/>
                              <a:pt x="3340" y="1404"/>
                              <a:pt x="3345" y="1425"/>
                            </a:cubicBezTo>
                            <a:cubicBezTo>
                              <a:pt x="3350" y="1446"/>
                              <a:pt x="3378" y="1464"/>
                              <a:pt x="3393" y="1482"/>
                            </a:cubicBezTo>
                            <a:cubicBezTo>
                              <a:pt x="3395" y="1511"/>
                              <a:pt x="3435" y="1533"/>
                              <a:pt x="3435" y="1533"/>
                            </a:cubicBezTo>
                            <a:cubicBezTo>
                              <a:pt x="3471" y="1536"/>
                              <a:pt x="3547" y="1463"/>
                              <a:pt x="3594" y="1455"/>
                            </a:cubicBezTo>
                            <a:cubicBezTo>
                              <a:pt x="3641" y="1447"/>
                              <a:pt x="3686" y="1491"/>
                              <a:pt x="3717" y="1485"/>
                            </a:cubicBezTo>
                            <a:cubicBezTo>
                              <a:pt x="3753" y="1483"/>
                              <a:pt x="3758" y="1435"/>
                              <a:pt x="3783" y="1419"/>
                            </a:cubicBezTo>
                            <a:cubicBezTo>
                              <a:pt x="3808" y="1403"/>
                              <a:pt x="3844" y="1388"/>
                              <a:pt x="3870" y="1389"/>
                            </a:cubicBezTo>
                            <a:cubicBezTo>
                              <a:pt x="3890" y="1392"/>
                              <a:pt x="3915" y="1410"/>
                              <a:pt x="3942" y="1428"/>
                            </a:cubicBezTo>
                            <a:cubicBezTo>
                              <a:pt x="3969" y="1446"/>
                              <a:pt x="4003" y="1475"/>
                              <a:pt x="4032" y="1497"/>
                            </a:cubicBezTo>
                            <a:cubicBezTo>
                              <a:pt x="4061" y="1519"/>
                              <a:pt x="4095" y="1539"/>
                              <a:pt x="4119" y="1560"/>
                            </a:cubicBezTo>
                            <a:cubicBezTo>
                              <a:pt x="4143" y="1581"/>
                              <a:pt x="4168" y="1604"/>
                              <a:pt x="4176" y="1623"/>
                            </a:cubicBezTo>
                            <a:cubicBezTo>
                              <a:pt x="4179" y="1641"/>
                              <a:pt x="4186" y="1665"/>
                              <a:pt x="4170" y="1677"/>
                            </a:cubicBezTo>
                            <a:cubicBezTo>
                              <a:pt x="4154" y="1689"/>
                              <a:pt x="4114" y="1698"/>
                              <a:pt x="4080" y="1698"/>
                            </a:cubicBezTo>
                            <a:cubicBezTo>
                              <a:pt x="4046" y="1698"/>
                              <a:pt x="4004" y="1666"/>
                              <a:pt x="3963" y="1674"/>
                            </a:cubicBezTo>
                            <a:cubicBezTo>
                              <a:pt x="3922" y="1682"/>
                              <a:pt x="3870" y="1730"/>
                              <a:pt x="3834" y="1743"/>
                            </a:cubicBezTo>
                            <a:cubicBezTo>
                              <a:pt x="3798" y="1756"/>
                              <a:pt x="3764" y="1747"/>
                              <a:pt x="3747" y="1755"/>
                            </a:cubicBezTo>
                            <a:cubicBezTo>
                              <a:pt x="3722" y="1762"/>
                              <a:pt x="3754" y="1780"/>
                              <a:pt x="3729" y="1794"/>
                            </a:cubicBezTo>
                            <a:cubicBezTo>
                              <a:pt x="3704" y="1808"/>
                              <a:pt x="3630" y="1808"/>
                              <a:pt x="3597" y="1842"/>
                            </a:cubicBezTo>
                            <a:cubicBezTo>
                              <a:pt x="3563" y="1872"/>
                              <a:pt x="3550" y="1962"/>
                              <a:pt x="3528" y="1998"/>
                            </a:cubicBezTo>
                            <a:cubicBezTo>
                              <a:pt x="3506" y="2034"/>
                              <a:pt x="3476" y="2045"/>
                              <a:pt x="3462" y="2061"/>
                            </a:cubicBezTo>
                            <a:cubicBezTo>
                              <a:pt x="3448" y="2077"/>
                              <a:pt x="3472" y="2091"/>
                              <a:pt x="3444" y="2097"/>
                            </a:cubicBezTo>
                            <a:cubicBezTo>
                              <a:pt x="3436" y="2105"/>
                              <a:pt x="3301" y="2096"/>
                              <a:pt x="3291" y="2100"/>
                            </a:cubicBezTo>
                            <a:cubicBezTo>
                              <a:pt x="3256" y="2114"/>
                              <a:pt x="3221" y="2298"/>
                              <a:pt x="3186" y="2310"/>
                            </a:cubicBezTo>
                            <a:cubicBezTo>
                              <a:pt x="3120" y="2322"/>
                              <a:pt x="3073" y="2283"/>
                              <a:pt x="3012" y="2268"/>
                            </a:cubicBezTo>
                            <a:cubicBezTo>
                              <a:pt x="2951" y="2253"/>
                              <a:pt x="2862" y="2212"/>
                              <a:pt x="2817" y="2220"/>
                            </a:cubicBezTo>
                            <a:cubicBezTo>
                              <a:pt x="2778" y="2233"/>
                              <a:pt x="2766" y="2271"/>
                              <a:pt x="2739" y="2319"/>
                            </a:cubicBezTo>
                            <a:cubicBezTo>
                              <a:pt x="2710" y="2339"/>
                              <a:pt x="2703" y="2418"/>
                              <a:pt x="2715" y="2460"/>
                            </a:cubicBezTo>
                            <a:cubicBezTo>
                              <a:pt x="2772" y="2562"/>
                              <a:pt x="2865" y="2575"/>
                              <a:pt x="2805" y="2604"/>
                            </a:cubicBezTo>
                            <a:cubicBezTo>
                              <a:pt x="2754" y="2681"/>
                              <a:pt x="2719" y="2605"/>
                              <a:pt x="2652" y="2664"/>
                            </a:cubicBezTo>
                            <a:cubicBezTo>
                              <a:pt x="2612" y="2700"/>
                              <a:pt x="2555" y="2832"/>
                              <a:pt x="2517" y="2871"/>
                            </a:cubicBezTo>
                            <a:cubicBezTo>
                              <a:pt x="2494" y="2894"/>
                              <a:pt x="2459" y="2862"/>
                              <a:pt x="2430" y="2880"/>
                            </a:cubicBezTo>
                            <a:cubicBezTo>
                              <a:pt x="2403" y="2901"/>
                              <a:pt x="2394" y="2886"/>
                              <a:pt x="2358" y="2928"/>
                            </a:cubicBezTo>
                            <a:cubicBezTo>
                              <a:pt x="2289" y="2939"/>
                              <a:pt x="2085" y="2926"/>
                              <a:pt x="2010" y="2931"/>
                            </a:cubicBezTo>
                            <a:cubicBezTo>
                              <a:pt x="1935" y="2936"/>
                              <a:pt x="1985" y="2927"/>
                              <a:pt x="1908" y="2961"/>
                            </a:cubicBezTo>
                            <a:cubicBezTo>
                              <a:pt x="1831" y="2995"/>
                              <a:pt x="1613" y="3112"/>
                              <a:pt x="1548" y="3135"/>
                            </a:cubicBezTo>
                            <a:cubicBezTo>
                              <a:pt x="1512" y="3102"/>
                              <a:pt x="1530" y="3102"/>
                              <a:pt x="1518" y="3102"/>
                            </a:cubicBezTo>
                            <a:cubicBezTo>
                              <a:pt x="1506" y="3102"/>
                              <a:pt x="1491" y="3139"/>
                              <a:pt x="1476" y="3135"/>
                            </a:cubicBezTo>
                            <a:cubicBezTo>
                              <a:pt x="1461" y="3131"/>
                              <a:pt x="1455" y="3081"/>
                              <a:pt x="1428" y="3078"/>
                            </a:cubicBezTo>
                            <a:cubicBezTo>
                              <a:pt x="1396" y="3065"/>
                              <a:pt x="1366" y="3126"/>
                              <a:pt x="1311" y="3117"/>
                            </a:cubicBezTo>
                            <a:cubicBezTo>
                              <a:pt x="1274" y="3116"/>
                              <a:pt x="1232" y="3082"/>
                              <a:pt x="1206" y="3069"/>
                            </a:cubicBezTo>
                            <a:cubicBezTo>
                              <a:pt x="1180" y="3056"/>
                              <a:pt x="1171" y="3052"/>
                              <a:pt x="1152" y="3039"/>
                            </a:cubicBezTo>
                            <a:cubicBezTo>
                              <a:pt x="1133" y="3026"/>
                              <a:pt x="1114" y="2996"/>
                              <a:pt x="1092" y="2991"/>
                            </a:cubicBezTo>
                            <a:cubicBezTo>
                              <a:pt x="1055" y="2988"/>
                              <a:pt x="1056" y="3019"/>
                              <a:pt x="1020" y="3009"/>
                            </a:cubicBezTo>
                            <a:cubicBezTo>
                              <a:pt x="981" y="2996"/>
                              <a:pt x="959" y="2928"/>
                              <a:pt x="891" y="2907"/>
                            </a:cubicBezTo>
                            <a:cubicBezTo>
                              <a:pt x="833" y="2883"/>
                              <a:pt x="719" y="2866"/>
                              <a:pt x="672" y="2862"/>
                            </a:cubicBezTo>
                            <a:cubicBezTo>
                              <a:pt x="625" y="2858"/>
                              <a:pt x="654" y="2880"/>
                              <a:pt x="609" y="2880"/>
                            </a:cubicBezTo>
                            <a:cubicBezTo>
                              <a:pt x="563" y="2883"/>
                              <a:pt x="485" y="2871"/>
                              <a:pt x="399" y="2859"/>
                            </a:cubicBezTo>
                            <a:cubicBezTo>
                              <a:pt x="339" y="2856"/>
                              <a:pt x="300" y="2868"/>
                              <a:pt x="249" y="2859"/>
                            </a:cubicBezTo>
                            <a:cubicBezTo>
                              <a:pt x="198" y="2850"/>
                              <a:pt x="133" y="2815"/>
                              <a:pt x="93" y="2805"/>
                            </a:cubicBezTo>
                            <a:cubicBezTo>
                              <a:pt x="75" y="2806"/>
                              <a:pt x="26" y="2793"/>
                              <a:pt x="9" y="2799"/>
                            </a:cubicBezTo>
                            <a:cubicBezTo>
                              <a:pt x="0" y="2805"/>
                              <a:pt x="39" y="2820"/>
                              <a:pt x="51" y="2835"/>
                            </a:cubicBezTo>
                            <a:cubicBezTo>
                              <a:pt x="63" y="2850"/>
                              <a:pt x="68" y="2866"/>
                              <a:pt x="81" y="2892"/>
                            </a:cubicBezTo>
                            <a:cubicBezTo>
                              <a:pt x="76" y="2910"/>
                              <a:pt x="129" y="2976"/>
                              <a:pt x="129" y="2994"/>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53" name="Freeform 176"/>
                      <p:cNvSpPr/>
                      <p:nvPr/>
                    </p:nvSpPr>
                    <p:spPr bwMode="auto">
                      <a:xfrm>
                        <a:off x="10528" y="8244"/>
                        <a:ext cx="1688" cy="1054"/>
                      </a:xfrm>
                      <a:custGeom>
                        <a:avLst/>
                        <a:gdLst>
                          <a:gd name="T0" fmla="*/ 358 w 1687"/>
                          <a:gd name="T1" fmla="*/ 32 h 1059"/>
                          <a:gd name="T2" fmla="*/ 193 w 1687"/>
                          <a:gd name="T3" fmla="*/ 35 h 1059"/>
                          <a:gd name="T4" fmla="*/ 327 w 1687"/>
                          <a:gd name="T5" fmla="*/ 153 h 1059"/>
                          <a:gd name="T6" fmla="*/ 202 w 1687"/>
                          <a:gd name="T7" fmla="*/ 209 h 1059"/>
                          <a:gd name="T8" fmla="*/ 330 w 1687"/>
                          <a:gd name="T9" fmla="*/ 450 h 1059"/>
                          <a:gd name="T10" fmla="*/ 358 w 1687"/>
                          <a:gd name="T11" fmla="*/ 578 h 1059"/>
                          <a:gd name="T12" fmla="*/ 267 w 1687"/>
                          <a:gd name="T13" fmla="*/ 627 h 1059"/>
                          <a:gd name="T14" fmla="*/ 117 w 1687"/>
                          <a:gd name="T15" fmla="*/ 699 h 1059"/>
                          <a:gd name="T16" fmla="*/ 16 w 1687"/>
                          <a:gd name="T17" fmla="*/ 683 h 1059"/>
                          <a:gd name="T18" fmla="*/ 93 w 1687"/>
                          <a:gd name="T19" fmla="*/ 990 h 1059"/>
                          <a:gd name="T20" fmla="*/ 174 w 1687"/>
                          <a:gd name="T21" fmla="*/ 1053 h 1059"/>
                          <a:gd name="T22" fmla="*/ 214 w 1687"/>
                          <a:gd name="T23" fmla="*/ 1001 h 1059"/>
                          <a:gd name="T24" fmla="*/ 331 w 1687"/>
                          <a:gd name="T25" fmla="*/ 893 h 1059"/>
                          <a:gd name="T26" fmla="*/ 481 w 1687"/>
                          <a:gd name="T27" fmla="*/ 908 h 1059"/>
                          <a:gd name="T28" fmla="*/ 496 w 1687"/>
                          <a:gd name="T29" fmla="*/ 788 h 1059"/>
                          <a:gd name="T30" fmla="*/ 742 w 1687"/>
                          <a:gd name="T31" fmla="*/ 872 h 1059"/>
                          <a:gd name="T32" fmla="*/ 991 w 1687"/>
                          <a:gd name="T33" fmla="*/ 881 h 1059"/>
                          <a:gd name="T34" fmla="*/ 1111 w 1687"/>
                          <a:gd name="T35" fmla="*/ 875 h 1059"/>
                          <a:gd name="T36" fmla="*/ 1228 w 1687"/>
                          <a:gd name="T37" fmla="*/ 1040 h 1059"/>
                          <a:gd name="T38" fmla="*/ 1324 w 1687"/>
                          <a:gd name="T39" fmla="*/ 941 h 1059"/>
                          <a:gd name="T40" fmla="*/ 1462 w 1687"/>
                          <a:gd name="T41" fmla="*/ 917 h 1059"/>
                          <a:gd name="T42" fmla="*/ 1519 w 1687"/>
                          <a:gd name="T43" fmla="*/ 827 h 1059"/>
                          <a:gd name="T44" fmla="*/ 1666 w 1687"/>
                          <a:gd name="T45" fmla="*/ 815 h 1059"/>
                          <a:gd name="T46" fmla="*/ 1644 w 1687"/>
                          <a:gd name="T47" fmla="*/ 702 h 1059"/>
                          <a:gd name="T48" fmla="*/ 1587 w 1687"/>
                          <a:gd name="T49" fmla="*/ 600 h 1059"/>
                          <a:gd name="T50" fmla="*/ 1621 w 1687"/>
                          <a:gd name="T51" fmla="*/ 473 h 1059"/>
                          <a:gd name="T52" fmla="*/ 1506 w 1687"/>
                          <a:gd name="T53" fmla="*/ 471 h 1059"/>
                          <a:gd name="T54" fmla="*/ 1465 w 1687"/>
                          <a:gd name="T55" fmla="*/ 413 h 1059"/>
                          <a:gd name="T56" fmla="*/ 1351 w 1687"/>
                          <a:gd name="T57" fmla="*/ 404 h 1059"/>
                          <a:gd name="T58" fmla="*/ 1153 w 1687"/>
                          <a:gd name="T59" fmla="*/ 335 h 1059"/>
                          <a:gd name="T60" fmla="*/ 1062 w 1687"/>
                          <a:gd name="T61" fmla="*/ 180 h 1059"/>
                          <a:gd name="T62" fmla="*/ 888 w 1687"/>
                          <a:gd name="T63" fmla="*/ 198 h 1059"/>
                          <a:gd name="T64" fmla="*/ 684 w 1687"/>
                          <a:gd name="T65" fmla="*/ 180 h 1059"/>
                          <a:gd name="T66" fmla="*/ 576 w 1687"/>
                          <a:gd name="T67" fmla="*/ 108 h 1059"/>
                          <a:gd name="T68" fmla="*/ 465 w 1687"/>
                          <a:gd name="T69" fmla="*/ 15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87" h="1059">
                            <a:moveTo>
                              <a:pt x="465" y="15"/>
                            </a:moveTo>
                            <a:cubicBezTo>
                              <a:pt x="414" y="45"/>
                              <a:pt x="432" y="29"/>
                              <a:pt x="358" y="32"/>
                            </a:cubicBezTo>
                            <a:cubicBezTo>
                              <a:pt x="316" y="34"/>
                              <a:pt x="231" y="7"/>
                              <a:pt x="193" y="20"/>
                            </a:cubicBezTo>
                            <a:cubicBezTo>
                              <a:pt x="184" y="29"/>
                              <a:pt x="203" y="28"/>
                              <a:pt x="193" y="35"/>
                            </a:cubicBezTo>
                            <a:cubicBezTo>
                              <a:pt x="208" y="50"/>
                              <a:pt x="278" y="74"/>
                              <a:pt x="301" y="92"/>
                            </a:cubicBezTo>
                            <a:cubicBezTo>
                              <a:pt x="323" y="112"/>
                              <a:pt x="332" y="140"/>
                              <a:pt x="327" y="153"/>
                            </a:cubicBezTo>
                            <a:cubicBezTo>
                              <a:pt x="316" y="168"/>
                              <a:pt x="291" y="162"/>
                              <a:pt x="270" y="171"/>
                            </a:cubicBezTo>
                            <a:cubicBezTo>
                              <a:pt x="249" y="180"/>
                              <a:pt x="213" y="169"/>
                              <a:pt x="202" y="209"/>
                            </a:cubicBezTo>
                            <a:cubicBezTo>
                              <a:pt x="191" y="249"/>
                              <a:pt x="249" y="384"/>
                              <a:pt x="204" y="414"/>
                            </a:cubicBezTo>
                            <a:cubicBezTo>
                              <a:pt x="255" y="438"/>
                              <a:pt x="303" y="431"/>
                              <a:pt x="330" y="450"/>
                            </a:cubicBezTo>
                            <a:cubicBezTo>
                              <a:pt x="357" y="469"/>
                              <a:pt x="364" y="510"/>
                              <a:pt x="369" y="531"/>
                            </a:cubicBezTo>
                            <a:cubicBezTo>
                              <a:pt x="374" y="552"/>
                              <a:pt x="366" y="562"/>
                              <a:pt x="358" y="578"/>
                            </a:cubicBezTo>
                            <a:cubicBezTo>
                              <a:pt x="354" y="607"/>
                              <a:pt x="333" y="619"/>
                              <a:pt x="318" y="627"/>
                            </a:cubicBezTo>
                            <a:cubicBezTo>
                              <a:pt x="303" y="635"/>
                              <a:pt x="286" y="617"/>
                              <a:pt x="267" y="627"/>
                            </a:cubicBezTo>
                            <a:cubicBezTo>
                              <a:pt x="248" y="637"/>
                              <a:pt x="229" y="675"/>
                              <a:pt x="204" y="687"/>
                            </a:cubicBezTo>
                            <a:cubicBezTo>
                              <a:pt x="167" y="709"/>
                              <a:pt x="139" y="696"/>
                              <a:pt x="117" y="699"/>
                            </a:cubicBezTo>
                            <a:cubicBezTo>
                              <a:pt x="95" y="702"/>
                              <a:pt x="89" y="711"/>
                              <a:pt x="72" y="708"/>
                            </a:cubicBezTo>
                            <a:cubicBezTo>
                              <a:pt x="55" y="705"/>
                              <a:pt x="28" y="653"/>
                              <a:pt x="16" y="683"/>
                            </a:cubicBezTo>
                            <a:cubicBezTo>
                              <a:pt x="6" y="770"/>
                              <a:pt x="15" y="822"/>
                              <a:pt x="0" y="891"/>
                            </a:cubicBezTo>
                            <a:cubicBezTo>
                              <a:pt x="81" y="942"/>
                              <a:pt x="71" y="983"/>
                              <a:pt x="93" y="990"/>
                            </a:cubicBezTo>
                            <a:cubicBezTo>
                              <a:pt x="109" y="1006"/>
                              <a:pt x="110" y="1001"/>
                              <a:pt x="132" y="1008"/>
                            </a:cubicBezTo>
                            <a:cubicBezTo>
                              <a:pt x="136" y="1011"/>
                              <a:pt x="171" y="1049"/>
                              <a:pt x="174" y="1053"/>
                            </a:cubicBezTo>
                            <a:cubicBezTo>
                              <a:pt x="176" y="1055"/>
                              <a:pt x="184" y="1050"/>
                              <a:pt x="187" y="1052"/>
                            </a:cubicBezTo>
                            <a:cubicBezTo>
                              <a:pt x="196" y="1059"/>
                              <a:pt x="204" y="996"/>
                              <a:pt x="214" y="1001"/>
                            </a:cubicBezTo>
                            <a:cubicBezTo>
                              <a:pt x="219" y="1004"/>
                              <a:pt x="254" y="929"/>
                              <a:pt x="259" y="932"/>
                            </a:cubicBezTo>
                            <a:cubicBezTo>
                              <a:pt x="289" y="914"/>
                              <a:pt x="313" y="888"/>
                              <a:pt x="331" y="893"/>
                            </a:cubicBezTo>
                            <a:cubicBezTo>
                              <a:pt x="337" y="895"/>
                              <a:pt x="436" y="911"/>
                              <a:pt x="436" y="911"/>
                            </a:cubicBezTo>
                            <a:cubicBezTo>
                              <a:pt x="473" y="910"/>
                              <a:pt x="444" y="914"/>
                              <a:pt x="481" y="908"/>
                            </a:cubicBezTo>
                            <a:cubicBezTo>
                              <a:pt x="489" y="907"/>
                              <a:pt x="421" y="823"/>
                              <a:pt x="427" y="818"/>
                            </a:cubicBezTo>
                            <a:cubicBezTo>
                              <a:pt x="448" y="799"/>
                              <a:pt x="468" y="791"/>
                              <a:pt x="496" y="788"/>
                            </a:cubicBezTo>
                            <a:cubicBezTo>
                              <a:pt x="536" y="770"/>
                              <a:pt x="565" y="829"/>
                              <a:pt x="610" y="827"/>
                            </a:cubicBezTo>
                            <a:cubicBezTo>
                              <a:pt x="655" y="860"/>
                              <a:pt x="711" y="875"/>
                              <a:pt x="742" y="872"/>
                            </a:cubicBezTo>
                            <a:cubicBezTo>
                              <a:pt x="808" y="902"/>
                              <a:pt x="813" y="940"/>
                              <a:pt x="880" y="950"/>
                            </a:cubicBezTo>
                            <a:cubicBezTo>
                              <a:pt x="905" y="963"/>
                              <a:pt x="963" y="877"/>
                              <a:pt x="991" y="881"/>
                            </a:cubicBezTo>
                            <a:cubicBezTo>
                              <a:pt x="1018" y="920"/>
                              <a:pt x="985" y="878"/>
                              <a:pt x="1021" y="932"/>
                            </a:cubicBezTo>
                            <a:cubicBezTo>
                              <a:pt x="1054" y="943"/>
                              <a:pt x="1076" y="873"/>
                              <a:pt x="1111" y="875"/>
                            </a:cubicBezTo>
                            <a:cubicBezTo>
                              <a:pt x="1210" y="920"/>
                              <a:pt x="1122" y="983"/>
                              <a:pt x="1141" y="1010"/>
                            </a:cubicBezTo>
                            <a:cubicBezTo>
                              <a:pt x="1160" y="1037"/>
                              <a:pt x="1205" y="1047"/>
                              <a:pt x="1228" y="1040"/>
                            </a:cubicBezTo>
                            <a:cubicBezTo>
                              <a:pt x="1243" y="1039"/>
                              <a:pt x="1266" y="970"/>
                              <a:pt x="1282" y="968"/>
                            </a:cubicBezTo>
                            <a:cubicBezTo>
                              <a:pt x="1309" y="948"/>
                              <a:pt x="1306" y="947"/>
                              <a:pt x="1324" y="941"/>
                            </a:cubicBezTo>
                            <a:cubicBezTo>
                              <a:pt x="1363" y="954"/>
                              <a:pt x="1392" y="928"/>
                              <a:pt x="1426" y="947"/>
                            </a:cubicBezTo>
                            <a:cubicBezTo>
                              <a:pt x="1449" y="943"/>
                              <a:pt x="1459" y="928"/>
                              <a:pt x="1462" y="917"/>
                            </a:cubicBezTo>
                            <a:cubicBezTo>
                              <a:pt x="1465" y="914"/>
                              <a:pt x="1444" y="884"/>
                              <a:pt x="1447" y="881"/>
                            </a:cubicBezTo>
                            <a:cubicBezTo>
                              <a:pt x="1450" y="878"/>
                              <a:pt x="1517" y="830"/>
                              <a:pt x="1519" y="827"/>
                            </a:cubicBezTo>
                            <a:cubicBezTo>
                              <a:pt x="1529" y="813"/>
                              <a:pt x="1607" y="832"/>
                              <a:pt x="1618" y="818"/>
                            </a:cubicBezTo>
                            <a:cubicBezTo>
                              <a:pt x="1627" y="807"/>
                              <a:pt x="1666" y="815"/>
                              <a:pt x="1666" y="815"/>
                            </a:cubicBezTo>
                            <a:cubicBezTo>
                              <a:pt x="1673" y="782"/>
                              <a:pt x="1637" y="797"/>
                              <a:pt x="1671" y="786"/>
                            </a:cubicBezTo>
                            <a:cubicBezTo>
                              <a:pt x="1687" y="766"/>
                              <a:pt x="1630" y="724"/>
                              <a:pt x="1644" y="702"/>
                            </a:cubicBezTo>
                            <a:cubicBezTo>
                              <a:pt x="1645" y="698"/>
                              <a:pt x="1624" y="658"/>
                              <a:pt x="1626" y="654"/>
                            </a:cubicBezTo>
                            <a:cubicBezTo>
                              <a:pt x="1628" y="649"/>
                              <a:pt x="1585" y="606"/>
                              <a:pt x="1587" y="600"/>
                            </a:cubicBezTo>
                            <a:cubicBezTo>
                              <a:pt x="1594" y="580"/>
                              <a:pt x="1537" y="566"/>
                              <a:pt x="1545" y="546"/>
                            </a:cubicBezTo>
                            <a:cubicBezTo>
                              <a:pt x="1590" y="489"/>
                              <a:pt x="1600" y="518"/>
                              <a:pt x="1621" y="473"/>
                            </a:cubicBezTo>
                            <a:cubicBezTo>
                              <a:pt x="1584" y="450"/>
                              <a:pt x="1583" y="470"/>
                              <a:pt x="1557" y="444"/>
                            </a:cubicBezTo>
                            <a:cubicBezTo>
                              <a:pt x="1543" y="430"/>
                              <a:pt x="1520" y="485"/>
                              <a:pt x="1506" y="471"/>
                            </a:cubicBezTo>
                            <a:cubicBezTo>
                              <a:pt x="1486" y="451"/>
                              <a:pt x="1509" y="447"/>
                              <a:pt x="1485" y="432"/>
                            </a:cubicBezTo>
                            <a:cubicBezTo>
                              <a:pt x="1466" y="420"/>
                              <a:pt x="1486" y="423"/>
                              <a:pt x="1465" y="413"/>
                            </a:cubicBezTo>
                            <a:cubicBezTo>
                              <a:pt x="1434" y="399"/>
                              <a:pt x="1440" y="423"/>
                              <a:pt x="1422" y="375"/>
                            </a:cubicBezTo>
                            <a:cubicBezTo>
                              <a:pt x="1394" y="379"/>
                              <a:pt x="1392" y="375"/>
                              <a:pt x="1351" y="404"/>
                            </a:cubicBezTo>
                            <a:cubicBezTo>
                              <a:pt x="1296" y="378"/>
                              <a:pt x="1314" y="408"/>
                              <a:pt x="1281" y="330"/>
                            </a:cubicBezTo>
                            <a:cubicBezTo>
                              <a:pt x="1274" y="319"/>
                              <a:pt x="1165" y="339"/>
                              <a:pt x="1153" y="335"/>
                            </a:cubicBezTo>
                            <a:cubicBezTo>
                              <a:pt x="1095" y="312"/>
                              <a:pt x="1092" y="281"/>
                              <a:pt x="1077" y="255"/>
                            </a:cubicBezTo>
                            <a:cubicBezTo>
                              <a:pt x="1062" y="229"/>
                              <a:pt x="1077" y="188"/>
                              <a:pt x="1062" y="180"/>
                            </a:cubicBezTo>
                            <a:cubicBezTo>
                              <a:pt x="1047" y="172"/>
                              <a:pt x="1013" y="204"/>
                              <a:pt x="984" y="207"/>
                            </a:cubicBezTo>
                            <a:cubicBezTo>
                              <a:pt x="955" y="210"/>
                              <a:pt x="919" y="200"/>
                              <a:pt x="888" y="198"/>
                            </a:cubicBezTo>
                            <a:cubicBezTo>
                              <a:pt x="846" y="201"/>
                              <a:pt x="832" y="198"/>
                              <a:pt x="798" y="195"/>
                            </a:cubicBezTo>
                            <a:cubicBezTo>
                              <a:pt x="764" y="192"/>
                              <a:pt x="713" y="188"/>
                              <a:pt x="684" y="180"/>
                            </a:cubicBezTo>
                            <a:cubicBezTo>
                              <a:pt x="663" y="166"/>
                              <a:pt x="645" y="148"/>
                              <a:pt x="621" y="144"/>
                            </a:cubicBezTo>
                            <a:cubicBezTo>
                              <a:pt x="611" y="134"/>
                              <a:pt x="612" y="141"/>
                              <a:pt x="576" y="108"/>
                            </a:cubicBezTo>
                            <a:cubicBezTo>
                              <a:pt x="521" y="73"/>
                              <a:pt x="549" y="72"/>
                              <a:pt x="495" y="36"/>
                            </a:cubicBezTo>
                            <a:cubicBezTo>
                              <a:pt x="471" y="0"/>
                              <a:pt x="501" y="42"/>
                              <a:pt x="465" y="15"/>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54" name="Freeform 177"/>
                      <p:cNvSpPr/>
                      <p:nvPr/>
                    </p:nvSpPr>
                    <p:spPr bwMode="auto">
                      <a:xfrm>
                        <a:off x="11710" y="8931"/>
                        <a:ext cx="1070" cy="1469"/>
                      </a:xfrm>
                      <a:custGeom>
                        <a:avLst/>
                        <a:gdLst>
                          <a:gd name="T0" fmla="*/ 434 w 1073"/>
                          <a:gd name="T1" fmla="*/ 136 h 1474"/>
                          <a:gd name="T2" fmla="*/ 392 w 1073"/>
                          <a:gd name="T3" fmla="*/ 136 h 1474"/>
                          <a:gd name="T4" fmla="*/ 347 w 1073"/>
                          <a:gd name="T5" fmla="*/ 130 h 1474"/>
                          <a:gd name="T6" fmla="*/ 269 w 1073"/>
                          <a:gd name="T7" fmla="*/ 199 h 1474"/>
                          <a:gd name="T8" fmla="*/ 275 w 1073"/>
                          <a:gd name="T9" fmla="*/ 232 h 1474"/>
                          <a:gd name="T10" fmla="*/ 266 w 1073"/>
                          <a:gd name="T11" fmla="*/ 256 h 1474"/>
                          <a:gd name="T12" fmla="*/ 218 w 1073"/>
                          <a:gd name="T13" fmla="*/ 256 h 1474"/>
                          <a:gd name="T14" fmla="*/ 119 w 1073"/>
                          <a:gd name="T15" fmla="*/ 265 h 1474"/>
                          <a:gd name="T16" fmla="*/ 86 w 1073"/>
                          <a:gd name="T17" fmla="*/ 298 h 1474"/>
                          <a:gd name="T18" fmla="*/ 56 w 1073"/>
                          <a:gd name="T19" fmla="*/ 346 h 1474"/>
                          <a:gd name="T20" fmla="*/ 122 w 1073"/>
                          <a:gd name="T21" fmla="*/ 478 h 1474"/>
                          <a:gd name="T22" fmla="*/ 5 w 1073"/>
                          <a:gd name="T23" fmla="*/ 661 h 1474"/>
                          <a:gd name="T24" fmla="*/ 50 w 1073"/>
                          <a:gd name="T25" fmla="*/ 772 h 1474"/>
                          <a:gd name="T26" fmla="*/ 56 w 1073"/>
                          <a:gd name="T27" fmla="*/ 802 h 1474"/>
                          <a:gd name="T28" fmla="*/ 74 w 1073"/>
                          <a:gd name="T29" fmla="*/ 868 h 1474"/>
                          <a:gd name="T30" fmla="*/ 128 w 1073"/>
                          <a:gd name="T31" fmla="*/ 982 h 1474"/>
                          <a:gd name="T32" fmla="*/ 101 w 1073"/>
                          <a:gd name="T33" fmla="*/ 1054 h 1474"/>
                          <a:gd name="T34" fmla="*/ 170 w 1073"/>
                          <a:gd name="T35" fmla="*/ 1057 h 1474"/>
                          <a:gd name="T36" fmla="*/ 143 w 1073"/>
                          <a:gd name="T37" fmla="*/ 1111 h 1474"/>
                          <a:gd name="T38" fmla="*/ 152 w 1073"/>
                          <a:gd name="T39" fmla="*/ 1291 h 1474"/>
                          <a:gd name="T40" fmla="*/ 248 w 1073"/>
                          <a:gd name="T41" fmla="*/ 1228 h 1474"/>
                          <a:gd name="T42" fmla="*/ 311 w 1073"/>
                          <a:gd name="T43" fmla="*/ 1279 h 1474"/>
                          <a:gd name="T44" fmla="*/ 212 w 1073"/>
                          <a:gd name="T45" fmla="*/ 1435 h 1474"/>
                          <a:gd name="T46" fmla="*/ 269 w 1073"/>
                          <a:gd name="T47" fmla="*/ 1474 h 1474"/>
                          <a:gd name="T48" fmla="*/ 542 w 1073"/>
                          <a:gd name="T49" fmla="*/ 1447 h 1474"/>
                          <a:gd name="T50" fmla="*/ 554 w 1073"/>
                          <a:gd name="T51" fmla="*/ 1357 h 1474"/>
                          <a:gd name="T52" fmla="*/ 593 w 1073"/>
                          <a:gd name="T53" fmla="*/ 1330 h 1474"/>
                          <a:gd name="T54" fmla="*/ 578 w 1073"/>
                          <a:gd name="T55" fmla="*/ 1267 h 1474"/>
                          <a:gd name="T56" fmla="*/ 614 w 1073"/>
                          <a:gd name="T57" fmla="*/ 1183 h 1474"/>
                          <a:gd name="T58" fmla="*/ 620 w 1073"/>
                          <a:gd name="T59" fmla="*/ 1099 h 1474"/>
                          <a:gd name="T60" fmla="*/ 674 w 1073"/>
                          <a:gd name="T61" fmla="*/ 1042 h 1474"/>
                          <a:gd name="T62" fmla="*/ 677 w 1073"/>
                          <a:gd name="T63" fmla="*/ 997 h 1474"/>
                          <a:gd name="T64" fmla="*/ 722 w 1073"/>
                          <a:gd name="T65" fmla="*/ 943 h 1474"/>
                          <a:gd name="T66" fmla="*/ 692 w 1073"/>
                          <a:gd name="T67" fmla="*/ 874 h 1474"/>
                          <a:gd name="T68" fmla="*/ 704 w 1073"/>
                          <a:gd name="T69" fmla="*/ 826 h 1474"/>
                          <a:gd name="T70" fmla="*/ 818 w 1073"/>
                          <a:gd name="T71" fmla="*/ 787 h 1474"/>
                          <a:gd name="T72" fmla="*/ 788 w 1073"/>
                          <a:gd name="T73" fmla="*/ 619 h 1474"/>
                          <a:gd name="T74" fmla="*/ 953 w 1073"/>
                          <a:gd name="T75" fmla="*/ 607 h 1474"/>
                          <a:gd name="T76" fmla="*/ 980 w 1073"/>
                          <a:gd name="T77" fmla="*/ 511 h 1474"/>
                          <a:gd name="T78" fmla="*/ 1043 w 1073"/>
                          <a:gd name="T79" fmla="*/ 523 h 1474"/>
                          <a:gd name="T80" fmla="*/ 1073 w 1073"/>
                          <a:gd name="T81" fmla="*/ 439 h 1474"/>
                          <a:gd name="T82" fmla="*/ 1067 w 1073"/>
                          <a:gd name="T83" fmla="*/ 364 h 1474"/>
                          <a:gd name="T84" fmla="*/ 1034 w 1073"/>
                          <a:gd name="T85" fmla="*/ 259 h 1474"/>
                          <a:gd name="T86" fmla="*/ 962 w 1073"/>
                          <a:gd name="T87" fmla="*/ 229 h 1474"/>
                          <a:gd name="T88" fmla="*/ 986 w 1073"/>
                          <a:gd name="T89" fmla="*/ 118 h 1474"/>
                          <a:gd name="T90" fmla="*/ 917 w 1073"/>
                          <a:gd name="T91" fmla="*/ 124 h 1474"/>
                          <a:gd name="T92" fmla="*/ 839 w 1073"/>
                          <a:gd name="T93" fmla="*/ 127 h 1474"/>
                          <a:gd name="T94" fmla="*/ 725 w 1073"/>
                          <a:gd name="T95" fmla="*/ 52 h 1474"/>
                          <a:gd name="T96" fmla="*/ 659 w 1073"/>
                          <a:gd name="T97" fmla="*/ 154 h 1474"/>
                          <a:gd name="T98" fmla="*/ 632 w 1073"/>
                          <a:gd name="T99" fmla="*/ 130 h 1474"/>
                          <a:gd name="T100" fmla="*/ 668 w 1073"/>
                          <a:gd name="T101" fmla="*/ 52 h 1474"/>
                          <a:gd name="T102" fmla="*/ 650 w 1073"/>
                          <a:gd name="T103" fmla="*/ 28 h 1474"/>
                          <a:gd name="T104" fmla="*/ 596 w 1073"/>
                          <a:gd name="T105" fmla="*/ 76 h 1474"/>
                          <a:gd name="T106" fmla="*/ 527 w 1073"/>
                          <a:gd name="T107" fmla="*/ 121 h 1474"/>
                          <a:gd name="T108" fmla="*/ 494 w 1073"/>
                          <a:gd name="T109" fmla="*/ 127 h 1474"/>
                          <a:gd name="T110" fmla="*/ 458 w 1073"/>
                          <a:gd name="T111" fmla="*/ 127 h 1474"/>
                          <a:gd name="T112" fmla="*/ 434 w 1073"/>
                          <a:gd name="T113" fmla="*/ 136 h 1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73" h="1474">
                            <a:moveTo>
                              <a:pt x="434" y="136"/>
                            </a:moveTo>
                            <a:cubicBezTo>
                              <a:pt x="401" y="141"/>
                              <a:pt x="425" y="134"/>
                              <a:pt x="392" y="136"/>
                            </a:cubicBezTo>
                            <a:cubicBezTo>
                              <a:pt x="373" y="141"/>
                              <a:pt x="366" y="127"/>
                              <a:pt x="347" y="130"/>
                            </a:cubicBezTo>
                            <a:cubicBezTo>
                              <a:pt x="323" y="140"/>
                              <a:pt x="293" y="189"/>
                              <a:pt x="269" y="199"/>
                            </a:cubicBezTo>
                            <a:cubicBezTo>
                              <a:pt x="255" y="216"/>
                              <a:pt x="275" y="223"/>
                              <a:pt x="275" y="232"/>
                            </a:cubicBezTo>
                            <a:cubicBezTo>
                              <a:pt x="275" y="241"/>
                              <a:pt x="275" y="252"/>
                              <a:pt x="266" y="256"/>
                            </a:cubicBezTo>
                            <a:cubicBezTo>
                              <a:pt x="257" y="260"/>
                              <a:pt x="242" y="255"/>
                              <a:pt x="218" y="256"/>
                            </a:cubicBezTo>
                            <a:cubicBezTo>
                              <a:pt x="203" y="268"/>
                              <a:pt x="188" y="244"/>
                              <a:pt x="119" y="265"/>
                            </a:cubicBezTo>
                            <a:cubicBezTo>
                              <a:pt x="111" y="280"/>
                              <a:pt x="96" y="285"/>
                              <a:pt x="86" y="298"/>
                            </a:cubicBezTo>
                            <a:cubicBezTo>
                              <a:pt x="72" y="316"/>
                              <a:pt x="73" y="329"/>
                              <a:pt x="56" y="346"/>
                            </a:cubicBezTo>
                            <a:cubicBezTo>
                              <a:pt x="107" y="397"/>
                              <a:pt x="103" y="430"/>
                              <a:pt x="122" y="478"/>
                            </a:cubicBezTo>
                            <a:cubicBezTo>
                              <a:pt x="126" y="571"/>
                              <a:pt x="56" y="584"/>
                              <a:pt x="5" y="661"/>
                            </a:cubicBezTo>
                            <a:cubicBezTo>
                              <a:pt x="0" y="679"/>
                              <a:pt x="57" y="750"/>
                              <a:pt x="50" y="772"/>
                            </a:cubicBezTo>
                            <a:cubicBezTo>
                              <a:pt x="49" y="775"/>
                              <a:pt x="56" y="802"/>
                              <a:pt x="56" y="802"/>
                            </a:cubicBezTo>
                            <a:cubicBezTo>
                              <a:pt x="60" y="853"/>
                              <a:pt x="59" y="823"/>
                              <a:pt x="74" y="868"/>
                            </a:cubicBezTo>
                            <a:cubicBezTo>
                              <a:pt x="90" y="908"/>
                              <a:pt x="123" y="953"/>
                              <a:pt x="128" y="982"/>
                            </a:cubicBezTo>
                            <a:cubicBezTo>
                              <a:pt x="132" y="1013"/>
                              <a:pt x="94" y="1042"/>
                              <a:pt x="101" y="1054"/>
                            </a:cubicBezTo>
                            <a:cubicBezTo>
                              <a:pt x="149" y="1054"/>
                              <a:pt x="163" y="1048"/>
                              <a:pt x="170" y="1057"/>
                            </a:cubicBezTo>
                            <a:cubicBezTo>
                              <a:pt x="177" y="1066"/>
                              <a:pt x="146" y="1072"/>
                              <a:pt x="143" y="1111"/>
                            </a:cubicBezTo>
                            <a:cubicBezTo>
                              <a:pt x="145" y="1135"/>
                              <a:pt x="95" y="1204"/>
                              <a:pt x="152" y="1291"/>
                            </a:cubicBezTo>
                            <a:cubicBezTo>
                              <a:pt x="176" y="1311"/>
                              <a:pt x="222" y="1230"/>
                              <a:pt x="248" y="1228"/>
                            </a:cubicBezTo>
                            <a:cubicBezTo>
                              <a:pt x="274" y="1226"/>
                              <a:pt x="317" y="1245"/>
                              <a:pt x="311" y="1279"/>
                            </a:cubicBezTo>
                            <a:cubicBezTo>
                              <a:pt x="322" y="1307"/>
                              <a:pt x="191" y="1414"/>
                              <a:pt x="212" y="1435"/>
                            </a:cubicBezTo>
                            <a:cubicBezTo>
                              <a:pt x="230" y="1453"/>
                              <a:pt x="241" y="1467"/>
                              <a:pt x="269" y="1474"/>
                            </a:cubicBezTo>
                            <a:cubicBezTo>
                              <a:pt x="479" y="1372"/>
                              <a:pt x="464" y="1375"/>
                              <a:pt x="542" y="1447"/>
                            </a:cubicBezTo>
                            <a:cubicBezTo>
                              <a:pt x="576" y="1430"/>
                              <a:pt x="527" y="1384"/>
                              <a:pt x="554" y="1357"/>
                            </a:cubicBezTo>
                            <a:cubicBezTo>
                              <a:pt x="564" y="1328"/>
                              <a:pt x="579" y="1358"/>
                              <a:pt x="593" y="1330"/>
                            </a:cubicBezTo>
                            <a:cubicBezTo>
                              <a:pt x="596" y="1310"/>
                              <a:pt x="563" y="1282"/>
                              <a:pt x="578" y="1267"/>
                            </a:cubicBezTo>
                            <a:cubicBezTo>
                              <a:pt x="586" y="1241"/>
                              <a:pt x="600" y="1206"/>
                              <a:pt x="614" y="1183"/>
                            </a:cubicBezTo>
                            <a:cubicBezTo>
                              <a:pt x="618" y="1161"/>
                              <a:pt x="606" y="1116"/>
                              <a:pt x="620" y="1099"/>
                            </a:cubicBezTo>
                            <a:cubicBezTo>
                              <a:pt x="625" y="1072"/>
                              <a:pt x="668" y="1069"/>
                              <a:pt x="674" y="1042"/>
                            </a:cubicBezTo>
                            <a:cubicBezTo>
                              <a:pt x="677" y="1028"/>
                              <a:pt x="677" y="997"/>
                              <a:pt x="677" y="997"/>
                            </a:cubicBezTo>
                            <a:cubicBezTo>
                              <a:pt x="680" y="961"/>
                              <a:pt x="706" y="976"/>
                              <a:pt x="722" y="943"/>
                            </a:cubicBezTo>
                            <a:cubicBezTo>
                              <a:pt x="726" y="916"/>
                              <a:pt x="679" y="897"/>
                              <a:pt x="692" y="874"/>
                            </a:cubicBezTo>
                            <a:cubicBezTo>
                              <a:pt x="697" y="866"/>
                              <a:pt x="704" y="826"/>
                              <a:pt x="704" y="826"/>
                            </a:cubicBezTo>
                            <a:cubicBezTo>
                              <a:pt x="767" y="811"/>
                              <a:pt x="744" y="817"/>
                              <a:pt x="818" y="787"/>
                            </a:cubicBezTo>
                            <a:cubicBezTo>
                              <a:pt x="831" y="774"/>
                              <a:pt x="770" y="624"/>
                              <a:pt x="788" y="619"/>
                            </a:cubicBezTo>
                            <a:cubicBezTo>
                              <a:pt x="805" y="596"/>
                              <a:pt x="839" y="490"/>
                              <a:pt x="953" y="607"/>
                            </a:cubicBezTo>
                            <a:cubicBezTo>
                              <a:pt x="977" y="556"/>
                              <a:pt x="965" y="525"/>
                              <a:pt x="980" y="511"/>
                            </a:cubicBezTo>
                            <a:cubicBezTo>
                              <a:pt x="995" y="497"/>
                              <a:pt x="1028" y="535"/>
                              <a:pt x="1043" y="523"/>
                            </a:cubicBezTo>
                            <a:cubicBezTo>
                              <a:pt x="1053" y="504"/>
                              <a:pt x="1057" y="459"/>
                              <a:pt x="1073" y="439"/>
                            </a:cubicBezTo>
                            <a:cubicBezTo>
                              <a:pt x="1070" y="403"/>
                              <a:pt x="1064" y="389"/>
                              <a:pt x="1067" y="364"/>
                            </a:cubicBezTo>
                            <a:cubicBezTo>
                              <a:pt x="1065" y="315"/>
                              <a:pt x="1058" y="298"/>
                              <a:pt x="1034" y="259"/>
                            </a:cubicBezTo>
                            <a:cubicBezTo>
                              <a:pt x="1032" y="242"/>
                              <a:pt x="970" y="242"/>
                              <a:pt x="962" y="229"/>
                            </a:cubicBezTo>
                            <a:cubicBezTo>
                              <a:pt x="940" y="195"/>
                              <a:pt x="1010" y="150"/>
                              <a:pt x="986" y="118"/>
                            </a:cubicBezTo>
                            <a:cubicBezTo>
                              <a:pt x="947" y="115"/>
                              <a:pt x="956" y="139"/>
                              <a:pt x="917" y="124"/>
                            </a:cubicBezTo>
                            <a:cubicBezTo>
                              <a:pt x="895" y="120"/>
                              <a:pt x="871" y="139"/>
                              <a:pt x="839" y="127"/>
                            </a:cubicBezTo>
                            <a:cubicBezTo>
                              <a:pt x="807" y="115"/>
                              <a:pt x="755" y="47"/>
                              <a:pt x="725" y="52"/>
                            </a:cubicBezTo>
                            <a:cubicBezTo>
                              <a:pt x="731" y="136"/>
                              <a:pt x="674" y="141"/>
                              <a:pt x="659" y="154"/>
                            </a:cubicBezTo>
                            <a:cubicBezTo>
                              <a:pt x="644" y="167"/>
                              <a:pt x="630" y="147"/>
                              <a:pt x="632" y="130"/>
                            </a:cubicBezTo>
                            <a:cubicBezTo>
                              <a:pt x="616" y="125"/>
                              <a:pt x="683" y="59"/>
                              <a:pt x="668" y="52"/>
                            </a:cubicBezTo>
                            <a:cubicBezTo>
                              <a:pt x="662" y="49"/>
                              <a:pt x="650" y="28"/>
                              <a:pt x="650" y="28"/>
                            </a:cubicBezTo>
                            <a:cubicBezTo>
                              <a:pt x="622" y="0"/>
                              <a:pt x="633" y="70"/>
                              <a:pt x="596" y="76"/>
                            </a:cubicBezTo>
                            <a:cubicBezTo>
                              <a:pt x="575" y="90"/>
                              <a:pt x="553" y="117"/>
                              <a:pt x="527" y="121"/>
                            </a:cubicBezTo>
                            <a:cubicBezTo>
                              <a:pt x="524" y="122"/>
                              <a:pt x="497" y="123"/>
                              <a:pt x="494" y="127"/>
                            </a:cubicBezTo>
                            <a:cubicBezTo>
                              <a:pt x="486" y="137"/>
                              <a:pt x="473" y="122"/>
                              <a:pt x="458" y="127"/>
                            </a:cubicBezTo>
                            <a:cubicBezTo>
                              <a:pt x="454" y="138"/>
                              <a:pt x="438" y="145"/>
                              <a:pt x="434" y="136"/>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grpSp>
                  <p:nvGrpSpPr>
                    <p:cNvPr id="355" name="Group 178"/>
                    <p:cNvGrpSpPr/>
                    <p:nvPr/>
                  </p:nvGrpSpPr>
                  <p:grpSpPr bwMode="auto">
                    <a:xfrm>
                      <a:off x="3558" y="2793"/>
                      <a:ext cx="11310" cy="9273"/>
                      <a:chOff x="3558" y="2793"/>
                      <a:chExt cx="11310" cy="9273"/>
                    </a:xfrm>
                  </p:grpSpPr>
                  <p:grpSp>
                    <p:nvGrpSpPr>
                      <p:cNvPr id="356" name="Group 179"/>
                      <p:cNvGrpSpPr/>
                      <p:nvPr/>
                    </p:nvGrpSpPr>
                    <p:grpSpPr bwMode="auto">
                      <a:xfrm>
                        <a:off x="3558" y="3885"/>
                        <a:ext cx="7476" cy="4773"/>
                        <a:chOff x="3558" y="3885"/>
                        <a:chExt cx="7476" cy="4773"/>
                      </a:xfrm>
                    </p:grpSpPr>
                    <p:sp>
                      <p:nvSpPr>
                        <p:cNvPr id="357" name="Freeform 180"/>
                        <p:cNvSpPr/>
                        <p:nvPr/>
                      </p:nvSpPr>
                      <p:spPr bwMode="auto">
                        <a:xfrm>
                          <a:off x="3558" y="3885"/>
                          <a:ext cx="4521" cy="3493"/>
                        </a:xfrm>
                        <a:custGeom>
                          <a:avLst/>
                          <a:gdLst>
                            <a:gd name="T0" fmla="*/ 1104 w 4521"/>
                            <a:gd name="T1" fmla="*/ 3232 h 3493"/>
                            <a:gd name="T2" fmla="*/ 1338 w 4521"/>
                            <a:gd name="T3" fmla="*/ 3355 h 3493"/>
                            <a:gd name="T4" fmla="*/ 1650 w 4521"/>
                            <a:gd name="T5" fmla="*/ 3370 h 3493"/>
                            <a:gd name="T6" fmla="*/ 1968 w 4521"/>
                            <a:gd name="T7" fmla="*/ 3385 h 3493"/>
                            <a:gd name="T8" fmla="*/ 2322 w 4521"/>
                            <a:gd name="T9" fmla="*/ 3295 h 3493"/>
                            <a:gd name="T10" fmla="*/ 2544 w 4521"/>
                            <a:gd name="T11" fmla="*/ 3313 h 3493"/>
                            <a:gd name="T12" fmla="*/ 2916 w 4521"/>
                            <a:gd name="T13" fmla="*/ 3397 h 3493"/>
                            <a:gd name="T14" fmla="*/ 3126 w 4521"/>
                            <a:gd name="T15" fmla="*/ 3439 h 3493"/>
                            <a:gd name="T16" fmla="*/ 3285 w 4521"/>
                            <a:gd name="T17" fmla="*/ 3478 h 3493"/>
                            <a:gd name="T18" fmla="*/ 3219 w 4521"/>
                            <a:gd name="T19" fmla="*/ 3037 h 3493"/>
                            <a:gd name="T20" fmla="*/ 3219 w 4521"/>
                            <a:gd name="T21" fmla="*/ 2938 h 3493"/>
                            <a:gd name="T22" fmla="*/ 3234 w 4521"/>
                            <a:gd name="T23" fmla="*/ 2842 h 3493"/>
                            <a:gd name="T24" fmla="*/ 3552 w 4521"/>
                            <a:gd name="T25" fmla="*/ 2806 h 3493"/>
                            <a:gd name="T26" fmla="*/ 3735 w 4521"/>
                            <a:gd name="T27" fmla="*/ 2581 h 3493"/>
                            <a:gd name="T28" fmla="*/ 3789 w 4521"/>
                            <a:gd name="T29" fmla="*/ 2386 h 3493"/>
                            <a:gd name="T30" fmla="*/ 4011 w 4521"/>
                            <a:gd name="T31" fmla="*/ 2296 h 3493"/>
                            <a:gd name="T32" fmla="*/ 4224 w 4521"/>
                            <a:gd name="T33" fmla="*/ 2125 h 3493"/>
                            <a:gd name="T34" fmla="*/ 4452 w 4521"/>
                            <a:gd name="T35" fmla="*/ 2083 h 3493"/>
                            <a:gd name="T36" fmla="*/ 4431 w 4521"/>
                            <a:gd name="T37" fmla="*/ 1918 h 3493"/>
                            <a:gd name="T38" fmla="*/ 4488 w 4521"/>
                            <a:gd name="T39" fmla="*/ 1747 h 3493"/>
                            <a:gd name="T40" fmla="*/ 4374 w 4521"/>
                            <a:gd name="T41" fmla="*/ 1537 h 3493"/>
                            <a:gd name="T42" fmla="*/ 4260 w 4521"/>
                            <a:gd name="T43" fmla="*/ 1432 h 3493"/>
                            <a:gd name="T44" fmla="*/ 3945 w 4521"/>
                            <a:gd name="T45" fmla="*/ 1204 h 3493"/>
                            <a:gd name="T46" fmla="*/ 3654 w 4521"/>
                            <a:gd name="T47" fmla="*/ 1174 h 3493"/>
                            <a:gd name="T48" fmla="*/ 3684 w 4521"/>
                            <a:gd name="T49" fmla="*/ 853 h 3493"/>
                            <a:gd name="T50" fmla="*/ 3621 w 4521"/>
                            <a:gd name="T51" fmla="*/ 565 h 3493"/>
                            <a:gd name="T52" fmla="*/ 3498 w 4521"/>
                            <a:gd name="T53" fmla="*/ 364 h 3493"/>
                            <a:gd name="T54" fmla="*/ 3282 w 4521"/>
                            <a:gd name="T55" fmla="*/ 220 h 3493"/>
                            <a:gd name="T56" fmla="*/ 3129 w 4521"/>
                            <a:gd name="T57" fmla="*/ 1 h 3493"/>
                            <a:gd name="T58" fmla="*/ 3033 w 4521"/>
                            <a:gd name="T59" fmla="*/ 100 h 3493"/>
                            <a:gd name="T60" fmla="*/ 2781 w 4521"/>
                            <a:gd name="T61" fmla="*/ 238 h 3493"/>
                            <a:gd name="T62" fmla="*/ 2748 w 4521"/>
                            <a:gd name="T63" fmla="*/ 490 h 3493"/>
                            <a:gd name="T64" fmla="*/ 2469 w 4521"/>
                            <a:gd name="T65" fmla="*/ 433 h 3493"/>
                            <a:gd name="T66" fmla="*/ 2280 w 4521"/>
                            <a:gd name="T67" fmla="*/ 382 h 3493"/>
                            <a:gd name="T68" fmla="*/ 2196 w 4521"/>
                            <a:gd name="T69" fmla="*/ 532 h 3493"/>
                            <a:gd name="T70" fmla="*/ 2067 w 4521"/>
                            <a:gd name="T71" fmla="*/ 847 h 3493"/>
                            <a:gd name="T72" fmla="*/ 1641 w 4521"/>
                            <a:gd name="T73" fmla="*/ 814 h 3493"/>
                            <a:gd name="T74" fmla="*/ 1629 w 4521"/>
                            <a:gd name="T75" fmla="*/ 877 h 3493"/>
                            <a:gd name="T76" fmla="*/ 1626 w 4521"/>
                            <a:gd name="T77" fmla="*/ 1132 h 3493"/>
                            <a:gd name="T78" fmla="*/ 1479 w 4521"/>
                            <a:gd name="T79" fmla="*/ 1444 h 3493"/>
                            <a:gd name="T80" fmla="*/ 1347 w 4521"/>
                            <a:gd name="T81" fmla="*/ 1582 h 3493"/>
                            <a:gd name="T82" fmla="*/ 951 w 4521"/>
                            <a:gd name="T83" fmla="*/ 1621 h 3493"/>
                            <a:gd name="T84" fmla="*/ 753 w 4521"/>
                            <a:gd name="T85" fmla="*/ 1669 h 3493"/>
                            <a:gd name="T86" fmla="*/ 588 w 4521"/>
                            <a:gd name="T87" fmla="*/ 1771 h 3493"/>
                            <a:gd name="T88" fmla="*/ 477 w 4521"/>
                            <a:gd name="T89" fmla="*/ 1699 h 3493"/>
                            <a:gd name="T90" fmla="*/ 243 w 4521"/>
                            <a:gd name="T91" fmla="*/ 1732 h 3493"/>
                            <a:gd name="T92" fmla="*/ 108 w 4521"/>
                            <a:gd name="T93" fmla="*/ 1858 h 3493"/>
                            <a:gd name="T94" fmla="*/ 36 w 4521"/>
                            <a:gd name="T95" fmla="*/ 2071 h 3493"/>
                            <a:gd name="T96" fmla="*/ 210 w 4521"/>
                            <a:gd name="T97" fmla="*/ 2128 h 3493"/>
                            <a:gd name="T98" fmla="*/ 195 w 4521"/>
                            <a:gd name="T99" fmla="*/ 2296 h 3493"/>
                            <a:gd name="T100" fmla="*/ 198 w 4521"/>
                            <a:gd name="T101" fmla="*/ 2467 h 3493"/>
                            <a:gd name="T102" fmla="*/ 90 w 4521"/>
                            <a:gd name="T103" fmla="*/ 2491 h 3493"/>
                            <a:gd name="T104" fmla="*/ 204 w 4521"/>
                            <a:gd name="T105" fmla="*/ 2584 h 3493"/>
                            <a:gd name="T106" fmla="*/ 297 w 4521"/>
                            <a:gd name="T107" fmla="*/ 2716 h 3493"/>
                            <a:gd name="T108" fmla="*/ 282 w 4521"/>
                            <a:gd name="T109" fmla="*/ 2911 h 3493"/>
                            <a:gd name="T110" fmla="*/ 444 w 4521"/>
                            <a:gd name="T111" fmla="*/ 3025 h 3493"/>
                            <a:gd name="T112" fmla="*/ 612 w 4521"/>
                            <a:gd name="T113" fmla="*/ 3202 h 3493"/>
                            <a:gd name="T114" fmla="*/ 672 w 4521"/>
                            <a:gd name="T115" fmla="*/ 3388 h 3493"/>
                            <a:gd name="T116" fmla="*/ 810 w 4521"/>
                            <a:gd name="T117" fmla="*/ 3451 h 3493"/>
                            <a:gd name="T118" fmla="*/ 936 w 4521"/>
                            <a:gd name="T119" fmla="*/ 3397 h 3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21" h="3493">
                              <a:moveTo>
                                <a:pt x="936" y="3397"/>
                              </a:moveTo>
                              <a:cubicBezTo>
                                <a:pt x="968" y="3367"/>
                                <a:pt x="1023" y="3328"/>
                                <a:pt x="1053" y="3295"/>
                              </a:cubicBezTo>
                              <a:cubicBezTo>
                                <a:pt x="1062" y="3259"/>
                                <a:pt x="1084" y="3232"/>
                                <a:pt x="1104" y="3232"/>
                              </a:cubicBezTo>
                              <a:cubicBezTo>
                                <a:pt x="1122" y="3232"/>
                                <a:pt x="1142" y="3280"/>
                                <a:pt x="1164" y="3292"/>
                              </a:cubicBezTo>
                              <a:cubicBezTo>
                                <a:pt x="1194" y="3302"/>
                                <a:pt x="1209" y="3294"/>
                                <a:pt x="1239" y="3304"/>
                              </a:cubicBezTo>
                              <a:cubicBezTo>
                                <a:pt x="1257" y="3331"/>
                                <a:pt x="1311" y="3336"/>
                                <a:pt x="1338" y="3355"/>
                              </a:cubicBezTo>
                              <a:cubicBezTo>
                                <a:pt x="1475" y="3346"/>
                                <a:pt x="1393" y="3340"/>
                                <a:pt x="1485" y="3316"/>
                              </a:cubicBezTo>
                              <a:cubicBezTo>
                                <a:pt x="1524" y="3289"/>
                                <a:pt x="1526" y="3269"/>
                                <a:pt x="1578" y="3280"/>
                              </a:cubicBezTo>
                              <a:cubicBezTo>
                                <a:pt x="1583" y="3295"/>
                                <a:pt x="1636" y="3356"/>
                                <a:pt x="1650" y="3370"/>
                              </a:cubicBezTo>
                              <a:cubicBezTo>
                                <a:pt x="1685" y="3405"/>
                                <a:pt x="1691" y="3402"/>
                                <a:pt x="1737" y="3415"/>
                              </a:cubicBezTo>
                              <a:cubicBezTo>
                                <a:pt x="1827" y="3413"/>
                                <a:pt x="1779" y="3432"/>
                                <a:pt x="1869" y="3427"/>
                              </a:cubicBezTo>
                              <a:cubicBezTo>
                                <a:pt x="1911" y="3424"/>
                                <a:pt x="1916" y="3392"/>
                                <a:pt x="1968" y="3385"/>
                              </a:cubicBezTo>
                              <a:cubicBezTo>
                                <a:pt x="2020" y="3378"/>
                                <a:pt x="2139" y="3388"/>
                                <a:pt x="2184" y="3382"/>
                              </a:cubicBezTo>
                              <a:cubicBezTo>
                                <a:pt x="2228" y="3376"/>
                                <a:pt x="2219" y="3363"/>
                                <a:pt x="2238" y="3349"/>
                              </a:cubicBezTo>
                              <a:cubicBezTo>
                                <a:pt x="2261" y="3335"/>
                                <a:pt x="2295" y="3302"/>
                                <a:pt x="2322" y="3295"/>
                              </a:cubicBezTo>
                              <a:cubicBezTo>
                                <a:pt x="2346" y="3288"/>
                                <a:pt x="2391" y="3305"/>
                                <a:pt x="2403" y="3307"/>
                              </a:cubicBezTo>
                              <a:cubicBezTo>
                                <a:pt x="2415" y="3309"/>
                                <a:pt x="2371" y="3306"/>
                                <a:pt x="2394" y="3307"/>
                              </a:cubicBezTo>
                              <a:cubicBezTo>
                                <a:pt x="2417" y="3308"/>
                                <a:pt x="2503" y="3314"/>
                                <a:pt x="2544" y="3313"/>
                              </a:cubicBezTo>
                              <a:cubicBezTo>
                                <a:pt x="2583" y="3315"/>
                                <a:pt x="2600" y="3298"/>
                                <a:pt x="2640" y="3301"/>
                              </a:cubicBezTo>
                              <a:cubicBezTo>
                                <a:pt x="2680" y="3304"/>
                                <a:pt x="2738" y="3312"/>
                                <a:pt x="2784" y="3328"/>
                              </a:cubicBezTo>
                              <a:cubicBezTo>
                                <a:pt x="2828" y="3341"/>
                                <a:pt x="2871" y="3383"/>
                                <a:pt x="2916" y="3397"/>
                              </a:cubicBezTo>
                              <a:cubicBezTo>
                                <a:pt x="2953" y="3408"/>
                                <a:pt x="3014" y="3452"/>
                                <a:pt x="3042" y="3451"/>
                              </a:cubicBezTo>
                              <a:cubicBezTo>
                                <a:pt x="3070" y="3450"/>
                                <a:pt x="3070" y="3393"/>
                                <a:pt x="3084" y="3391"/>
                              </a:cubicBezTo>
                              <a:cubicBezTo>
                                <a:pt x="3098" y="3389"/>
                                <a:pt x="3109" y="3431"/>
                                <a:pt x="3126" y="3439"/>
                              </a:cubicBezTo>
                              <a:cubicBezTo>
                                <a:pt x="3143" y="3447"/>
                                <a:pt x="3169" y="3433"/>
                                <a:pt x="3186" y="3442"/>
                              </a:cubicBezTo>
                              <a:cubicBezTo>
                                <a:pt x="3203" y="3451"/>
                                <a:pt x="3215" y="3487"/>
                                <a:pt x="3231" y="3493"/>
                              </a:cubicBezTo>
                              <a:cubicBezTo>
                                <a:pt x="3312" y="3489"/>
                                <a:pt x="3201" y="3460"/>
                                <a:pt x="3285" y="3478"/>
                              </a:cubicBezTo>
                              <a:cubicBezTo>
                                <a:pt x="3318" y="3475"/>
                                <a:pt x="3239" y="3336"/>
                                <a:pt x="3249" y="3316"/>
                              </a:cubicBezTo>
                              <a:cubicBezTo>
                                <a:pt x="3280" y="3257"/>
                                <a:pt x="3346" y="3268"/>
                                <a:pt x="3360" y="3202"/>
                              </a:cubicBezTo>
                              <a:cubicBezTo>
                                <a:pt x="3353" y="3082"/>
                                <a:pt x="3272" y="3113"/>
                                <a:pt x="3219" y="3037"/>
                              </a:cubicBezTo>
                              <a:cubicBezTo>
                                <a:pt x="3205" y="3017"/>
                                <a:pt x="3194" y="3018"/>
                                <a:pt x="3174" y="3004"/>
                              </a:cubicBezTo>
                              <a:cubicBezTo>
                                <a:pt x="3167" y="2999"/>
                                <a:pt x="3210" y="2974"/>
                                <a:pt x="3210" y="2974"/>
                              </a:cubicBezTo>
                              <a:cubicBezTo>
                                <a:pt x="3214" y="2964"/>
                                <a:pt x="3224" y="2951"/>
                                <a:pt x="3219" y="2938"/>
                              </a:cubicBezTo>
                              <a:cubicBezTo>
                                <a:pt x="3214" y="2925"/>
                                <a:pt x="3183" y="2909"/>
                                <a:pt x="3177" y="2893"/>
                              </a:cubicBezTo>
                              <a:cubicBezTo>
                                <a:pt x="3163" y="2882"/>
                                <a:pt x="3192" y="2851"/>
                                <a:pt x="3180" y="2839"/>
                              </a:cubicBezTo>
                              <a:cubicBezTo>
                                <a:pt x="3188" y="2829"/>
                                <a:pt x="3202" y="2843"/>
                                <a:pt x="3234" y="2842"/>
                              </a:cubicBezTo>
                              <a:cubicBezTo>
                                <a:pt x="3266" y="2841"/>
                                <a:pt x="3340" y="2837"/>
                                <a:pt x="3375" y="2833"/>
                              </a:cubicBezTo>
                              <a:cubicBezTo>
                                <a:pt x="3376" y="2832"/>
                                <a:pt x="3438" y="2818"/>
                                <a:pt x="3447" y="2818"/>
                              </a:cubicBezTo>
                              <a:cubicBezTo>
                                <a:pt x="3460" y="2831"/>
                                <a:pt x="3497" y="2791"/>
                                <a:pt x="3552" y="2806"/>
                              </a:cubicBezTo>
                              <a:cubicBezTo>
                                <a:pt x="3596" y="2796"/>
                                <a:pt x="3677" y="2777"/>
                                <a:pt x="3711" y="2755"/>
                              </a:cubicBezTo>
                              <a:cubicBezTo>
                                <a:pt x="3739" y="2747"/>
                                <a:pt x="3735" y="2688"/>
                                <a:pt x="3759" y="2671"/>
                              </a:cubicBezTo>
                              <a:cubicBezTo>
                                <a:pt x="3773" y="2649"/>
                                <a:pt x="3720" y="2602"/>
                                <a:pt x="3735" y="2581"/>
                              </a:cubicBezTo>
                              <a:cubicBezTo>
                                <a:pt x="3734" y="2557"/>
                                <a:pt x="3726" y="2545"/>
                                <a:pt x="3735" y="2524"/>
                              </a:cubicBezTo>
                              <a:cubicBezTo>
                                <a:pt x="3744" y="2503"/>
                                <a:pt x="3783" y="2475"/>
                                <a:pt x="3792" y="2452"/>
                              </a:cubicBezTo>
                              <a:cubicBezTo>
                                <a:pt x="3801" y="2429"/>
                                <a:pt x="3776" y="2392"/>
                                <a:pt x="3789" y="2386"/>
                              </a:cubicBezTo>
                              <a:cubicBezTo>
                                <a:pt x="3802" y="2380"/>
                                <a:pt x="3849" y="2415"/>
                                <a:pt x="3873" y="2413"/>
                              </a:cubicBezTo>
                              <a:cubicBezTo>
                                <a:pt x="3897" y="2411"/>
                                <a:pt x="3913" y="2393"/>
                                <a:pt x="3936" y="2374"/>
                              </a:cubicBezTo>
                              <a:cubicBezTo>
                                <a:pt x="3954" y="2365"/>
                                <a:pt x="3992" y="2299"/>
                                <a:pt x="4011" y="2296"/>
                              </a:cubicBezTo>
                              <a:cubicBezTo>
                                <a:pt x="4031" y="2276"/>
                                <a:pt x="4023" y="2261"/>
                                <a:pt x="4044" y="2239"/>
                              </a:cubicBezTo>
                              <a:cubicBezTo>
                                <a:pt x="4065" y="2217"/>
                                <a:pt x="4110" y="2183"/>
                                <a:pt x="4140" y="2164"/>
                              </a:cubicBezTo>
                              <a:cubicBezTo>
                                <a:pt x="4158" y="2134"/>
                                <a:pt x="4190" y="2133"/>
                                <a:pt x="4224" y="2125"/>
                              </a:cubicBezTo>
                              <a:cubicBezTo>
                                <a:pt x="4275" y="2089"/>
                                <a:pt x="4287" y="2119"/>
                                <a:pt x="4338" y="2116"/>
                              </a:cubicBezTo>
                              <a:cubicBezTo>
                                <a:pt x="4401" y="2110"/>
                                <a:pt x="4359" y="2154"/>
                                <a:pt x="4431" y="2122"/>
                              </a:cubicBezTo>
                              <a:cubicBezTo>
                                <a:pt x="4444" y="2116"/>
                                <a:pt x="4452" y="2083"/>
                                <a:pt x="4452" y="2083"/>
                              </a:cubicBezTo>
                              <a:cubicBezTo>
                                <a:pt x="4440" y="2020"/>
                                <a:pt x="4464" y="2083"/>
                                <a:pt x="4431" y="2023"/>
                              </a:cubicBezTo>
                              <a:cubicBezTo>
                                <a:pt x="4428" y="1960"/>
                                <a:pt x="4413" y="2008"/>
                                <a:pt x="4428" y="1960"/>
                              </a:cubicBezTo>
                              <a:cubicBezTo>
                                <a:pt x="4429" y="1946"/>
                                <a:pt x="4423" y="1933"/>
                                <a:pt x="4431" y="1918"/>
                              </a:cubicBezTo>
                              <a:cubicBezTo>
                                <a:pt x="4439" y="1903"/>
                                <a:pt x="4462" y="1884"/>
                                <a:pt x="4476" y="1867"/>
                              </a:cubicBezTo>
                              <a:cubicBezTo>
                                <a:pt x="4521" y="1792"/>
                                <a:pt x="4473" y="1873"/>
                                <a:pt x="4515" y="1816"/>
                              </a:cubicBezTo>
                              <a:cubicBezTo>
                                <a:pt x="4517" y="1797"/>
                                <a:pt x="4482" y="1783"/>
                                <a:pt x="4488" y="1747"/>
                              </a:cubicBezTo>
                              <a:cubicBezTo>
                                <a:pt x="4481" y="1729"/>
                                <a:pt x="4471" y="1736"/>
                                <a:pt x="4458" y="1714"/>
                              </a:cubicBezTo>
                              <a:cubicBezTo>
                                <a:pt x="4445" y="1692"/>
                                <a:pt x="4421" y="1644"/>
                                <a:pt x="4407" y="1615"/>
                              </a:cubicBezTo>
                              <a:cubicBezTo>
                                <a:pt x="4400" y="1591"/>
                                <a:pt x="4388" y="1558"/>
                                <a:pt x="4374" y="1537"/>
                              </a:cubicBezTo>
                              <a:cubicBezTo>
                                <a:pt x="4367" y="1507"/>
                                <a:pt x="4391" y="1467"/>
                                <a:pt x="4380" y="1438"/>
                              </a:cubicBezTo>
                              <a:cubicBezTo>
                                <a:pt x="4366" y="1401"/>
                                <a:pt x="4331" y="1476"/>
                                <a:pt x="4305" y="1441"/>
                              </a:cubicBezTo>
                              <a:cubicBezTo>
                                <a:pt x="4290" y="1438"/>
                                <a:pt x="4279" y="1447"/>
                                <a:pt x="4260" y="1432"/>
                              </a:cubicBezTo>
                              <a:cubicBezTo>
                                <a:pt x="4241" y="1417"/>
                                <a:pt x="4227" y="1385"/>
                                <a:pt x="4188" y="1351"/>
                              </a:cubicBezTo>
                              <a:cubicBezTo>
                                <a:pt x="4128" y="1288"/>
                                <a:pt x="4077" y="1282"/>
                                <a:pt x="4029" y="1228"/>
                              </a:cubicBezTo>
                              <a:cubicBezTo>
                                <a:pt x="3993" y="1193"/>
                                <a:pt x="3993" y="1216"/>
                                <a:pt x="3945" y="1204"/>
                              </a:cubicBezTo>
                              <a:cubicBezTo>
                                <a:pt x="3886" y="1189"/>
                                <a:pt x="3865" y="1202"/>
                                <a:pt x="3810" y="1198"/>
                              </a:cubicBezTo>
                              <a:cubicBezTo>
                                <a:pt x="3773" y="1194"/>
                                <a:pt x="3749" y="1194"/>
                                <a:pt x="3723" y="1186"/>
                              </a:cubicBezTo>
                              <a:cubicBezTo>
                                <a:pt x="3697" y="1182"/>
                                <a:pt x="3680" y="1189"/>
                                <a:pt x="3654" y="1174"/>
                              </a:cubicBezTo>
                              <a:cubicBezTo>
                                <a:pt x="3603" y="1164"/>
                                <a:pt x="3591" y="1135"/>
                                <a:pt x="3564" y="1096"/>
                              </a:cubicBezTo>
                              <a:cubicBezTo>
                                <a:pt x="3549" y="1029"/>
                                <a:pt x="3617" y="982"/>
                                <a:pt x="3639" y="919"/>
                              </a:cubicBezTo>
                              <a:cubicBezTo>
                                <a:pt x="3653" y="890"/>
                                <a:pt x="3677" y="880"/>
                                <a:pt x="3684" y="853"/>
                              </a:cubicBezTo>
                              <a:cubicBezTo>
                                <a:pt x="3691" y="826"/>
                                <a:pt x="3691" y="790"/>
                                <a:pt x="3684" y="757"/>
                              </a:cubicBezTo>
                              <a:cubicBezTo>
                                <a:pt x="3674" y="740"/>
                                <a:pt x="3652" y="669"/>
                                <a:pt x="3642" y="652"/>
                              </a:cubicBezTo>
                              <a:cubicBezTo>
                                <a:pt x="3629" y="629"/>
                                <a:pt x="3638" y="585"/>
                                <a:pt x="3621" y="565"/>
                              </a:cubicBezTo>
                              <a:cubicBezTo>
                                <a:pt x="3587" y="524"/>
                                <a:pt x="3647" y="444"/>
                                <a:pt x="3594" y="427"/>
                              </a:cubicBezTo>
                              <a:cubicBezTo>
                                <a:pt x="3587" y="425"/>
                                <a:pt x="3537" y="400"/>
                                <a:pt x="3531" y="397"/>
                              </a:cubicBezTo>
                              <a:cubicBezTo>
                                <a:pt x="3524" y="393"/>
                                <a:pt x="3506" y="367"/>
                                <a:pt x="3498" y="364"/>
                              </a:cubicBezTo>
                              <a:cubicBezTo>
                                <a:pt x="3478" y="357"/>
                                <a:pt x="3456" y="355"/>
                                <a:pt x="3456" y="355"/>
                              </a:cubicBezTo>
                              <a:cubicBezTo>
                                <a:pt x="3366" y="358"/>
                                <a:pt x="3410" y="335"/>
                                <a:pt x="3354" y="307"/>
                              </a:cubicBezTo>
                              <a:cubicBezTo>
                                <a:pt x="3334" y="297"/>
                                <a:pt x="3297" y="235"/>
                                <a:pt x="3282" y="220"/>
                              </a:cubicBezTo>
                              <a:cubicBezTo>
                                <a:pt x="3266" y="181"/>
                                <a:pt x="3286" y="91"/>
                                <a:pt x="3273" y="61"/>
                              </a:cubicBezTo>
                              <a:cubicBezTo>
                                <a:pt x="3261" y="31"/>
                                <a:pt x="3234" y="50"/>
                                <a:pt x="3210" y="40"/>
                              </a:cubicBezTo>
                              <a:cubicBezTo>
                                <a:pt x="3182" y="11"/>
                                <a:pt x="3164" y="13"/>
                                <a:pt x="3129" y="1"/>
                              </a:cubicBezTo>
                              <a:cubicBezTo>
                                <a:pt x="3104" y="0"/>
                                <a:pt x="3071" y="15"/>
                                <a:pt x="3054" y="25"/>
                              </a:cubicBezTo>
                              <a:cubicBezTo>
                                <a:pt x="3037" y="35"/>
                                <a:pt x="3030" y="46"/>
                                <a:pt x="3027" y="58"/>
                              </a:cubicBezTo>
                              <a:cubicBezTo>
                                <a:pt x="3024" y="70"/>
                                <a:pt x="3045" y="82"/>
                                <a:pt x="3033" y="100"/>
                              </a:cubicBezTo>
                              <a:cubicBezTo>
                                <a:pt x="3025" y="128"/>
                                <a:pt x="3036" y="163"/>
                                <a:pt x="2955" y="166"/>
                              </a:cubicBezTo>
                              <a:cubicBezTo>
                                <a:pt x="2921" y="214"/>
                                <a:pt x="2874" y="184"/>
                                <a:pt x="2820" y="187"/>
                              </a:cubicBezTo>
                              <a:cubicBezTo>
                                <a:pt x="2799" y="201"/>
                                <a:pt x="2805" y="231"/>
                                <a:pt x="2781" y="238"/>
                              </a:cubicBezTo>
                              <a:cubicBezTo>
                                <a:pt x="2752" y="285"/>
                                <a:pt x="2769" y="319"/>
                                <a:pt x="2754" y="355"/>
                              </a:cubicBezTo>
                              <a:cubicBezTo>
                                <a:pt x="2763" y="385"/>
                                <a:pt x="2764" y="450"/>
                                <a:pt x="2754" y="466"/>
                              </a:cubicBezTo>
                              <a:cubicBezTo>
                                <a:pt x="2749" y="491"/>
                                <a:pt x="2763" y="483"/>
                                <a:pt x="2748" y="490"/>
                              </a:cubicBezTo>
                              <a:cubicBezTo>
                                <a:pt x="2733" y="497"/>
                                <a:pt x="2691" y="507"/>
                                <a:pt x="2664" y="505"/>
                              </a:cubicBezTo>
                              <a:cubicBezTo>
                                <a:pt x="2637" y="503"/>
                                <a:pt x="2615" y="490"/>
                                <a:pt x="2583" y="478"/>
                              </a:cubicBezTo>
                              <a:cubicBezTo>
                                <a:pt x="2531" y="467"/>
                                <a:pt x="2512" y="448"/>
                                <a:pt x="2469" y="433"/>
                              </a:cubicBezTo>
                              <a:cubicBezTo>
                                <a:pt x="2440" y="403"/>
                                <a:pt x="2403" y="397"/>
                                <a:pt x="2391" y="373"/>
                              </a:cubicBezTo>
                              <a:cubicBezTo>
                                <a:pt x="2369" y="359"/>
                                <a:pt x="2355" y="345"/>
                                <a:pt x="2337" y="346"/>
                              </a:cubicBezTo>
                              <a:cubicBezTo>
                                <a:pt x="2290" y="348"/>
                                <a:pt x="2325" y="368"/>
                                <a:pt x="2280" y="382"/>
                              </a:cubicBezTo>
                              <a:cubicBezTo>
                                <a:pt x="2270" y="385"/>
                                <a:pt x="2264" y="416"/>
                                <a:pt x="2247" y="427"/>
                              </a:cubicBezTo>
                              <a:cubicBezTo>
                                <a:pt x="2243" y="436"/>
                                <a:pt x="2229" y="482"/>
                                <a:pt x="2223" y="490"/>
                              </a:cubicBezTo>
                              <a:cubicBezTo>
                                <a:pt x="2218" y="496"/>
                                <a:pt x="2201" y="525"/>
                                <a:pt x="2196" y="532"/>
                              </a:cubicBezTo>
                              <a:cubicBezTo>
                                <a:pt x="2192" y="537"/>
                                <a:pt x="2166" y="595"/>
                                <a:pt x="2163" y="601"/>
                              </a:cubicBezTo>
                              <a:cubicBezTo>
                                <a:pt x="2144" y="636"/>
                                <a:pt x="2106" y="688"/>
                                <a:pt x="2085" y="721"/>
                              </a:cubicBezTo>
                              <a:cubicBezTo>
                                <a:pt x="2065" y="740"/>
                                <a:pt x="2094" y="839"/>
                                <a:pt x="2067" y="847"/>
                              </a:cubicBezTo>
                              <a:cubicBezTo>
                                <a:pt x="2040" y="855"/>
                                <a:pt x="1976" y="777"/>
                                <a:pt x="1923" y="769"/>
                              </a:cubicBezTo>
                              <a:cubicBezTo>
                                <a:pt x="1815" y="773"/>
                                <a:pt x="1854" y="794"/>
                                <a:pt x="1746" y="796"/>
                              </a:cubicBezTo>
                              <a:cubicBezTo>
                                <a:pt x="1710" y="809"/>
                                <a:pt x="1679" y="810"/>
                                <a:pt x="1641" y="814"/>
                              </a:cubicBezTo>
                              <a:cubicBezTo>
                                <a:pt x="1616" y="816"/>
                                <a:pt x="1622" y="813"/>
                                <a:pt x="1614" y="820"/>
                              </a:cubicBezTo>
                              <a:cubicBezTo>
                                <a:pt x="1609" y="826"/>
                                <a:pt x="1606" y="841"/>
                                <a:pt x="1608" y="850"/>
                              </a:cubicBezTo>
                              <a:cubicBezTo>
                                <a:pt x="1607" y="860"/>
                                <a:pt x="1621" y="863"/>
                                <a:pt x="1629" y="877"/>
                              </a:cubicBezTo>
                              <a:cubicBezTo>
                                <a:pt x="1637" y="891"/>
                                <a:pt x="1651" y="912"/>
                                <a:pt x="1653" y="934"/>
                              </a:cubicBezTo>
                              <a:cubicBezTo>
                                <a:pt x="1655" y="956"/>
                                <a:pt x="1649" y="973"/>
                                <a:pt x="1644" y="1006"/>
                              </a:cubicBezTo>
                              <a:cubicBezTo>
                                <a:pt x="1639" y="1039"/>
                                <a:pt x="1628" y="1086"/>
                                <a:pt x="1626" y="1132"/>
                              </a:cubicBezTo>
                              <a:cubicBezTo>
                                <a:pt x="1654" y="1226"/>
                                <a:pt x="1651" y="1214"/>
                                <a:pt x="1632" y="1282"/>
                              </a:cubicBezTo>
                              <a:cubicBezTo>
                                <a:pt x="1619" y="1330"/>
                                <a:pt x="1536" y="1346"/>
                                <a:pt x="1506" y="1387"/>
                              </a:cubicBezTo>
                              <a:cubicBezTo>
                                <a:pt x="1496" y="1414"/>
                                <a:pt x="1488" y="1420"/>
                                <a:pt x="1479" y="1444"/>
                              </a:cubicBezTo>
                              <a:cubicBezTo>
                                <a:pt x="1488" y="1489"/>
                                <a:pt x="1510" y="1475"/>
                                <a:pt x="1476" y="1516"/>
                              </a:cubicBezTo>
                              <a:cubicBezTo>
                                <a:pt x="1471" y="1534"/>
                                <a:pt x="1461" y="1571"/>
                                <a:pt x="1440" y="1582"/>
                              </a:cubicBezTo>
                              <a:cubicBezTo>
                                <a:pt x="1419" y="1593"/>
                                <a:pt x="1393" y="1581"/>
                                <a:pt x="1347" y="1582"/>
                              </a:cubicBezTo>
                              <a:cubicBezTo>
                                <a:pt x="1342" y="1589"/>
                                <a:pt x="1171" y="1588"/>
                                <a:pt x="1161" y="1588"/>
                              </a:cubicBezTo>
                              <a:cubicBezTo>
                                <a:pt x="1069" y="1592"/>
                                <a:pt x="1124" y="1610"/>
                                <a:pt x="1032" y="1612"/>
                              </a:cubicBezTo>
                              <a:cubicBezTo>
                                <a:pt x="1018" y="1614"/>
                                <a:pt x="965" y="1619"/>
                                <a:pt x="951" y="1621"/>
                              </a:cubicBezTo>
                              <a:cubicBezTo>
                                <a:pt x="924" y="1625"/>
                                <a:pt x="867" y="1669"/>
                                <a:pt x="867" y="1669"/>
                              </a:cubicBezTo>
                              <a:cubicBezTo>
                                <a:pt x="839" y="1679"/>
                                <a:pt x="820" y="1631"/>
                                <a:pt x="795" y="1645"/>
                              </a:cubicBezTo>
                              <a:cubicBezTo>
                                <a:pt x="753" y="1669"/>
                                <a:pt x="800" y="1655"/>
                                <a:pt x="753" y="1669"/>
                              </a:cubicBezTo>
                              <a:cubicBezTo>
                                <a:pt x="746" y="1674"/>
                                <a:pt x="719" y="1702"/>
                                <a:pt x="714" y="1708"/>
                              </a:cubicBezTo>
                              <a:cubicBezTo>
                                <a:pt x="710" y="1714"/>
                                <a:pt x="693" y="1743"/>
                                <a:pt x="687" y="1747"/>
                              </a:cubicBezTo>
                              <a:cubicBezTo>
                                <a:pt x="674" y="1757"/>
                                <a:pt x="603" y="1766"/>
                                <a:pt x="588" y="1771"/>
                              </a:cubicBezTo>
                              <a:cubicBezTo>
                                <a:pt x="574" y="1769"/>
                                <a:pt x="547" y="1698"/>
                                <a:pt x="534" y="1693"/>
                              </a:cubicBezTo>
                              <a:cubicBezTo>
                                <a:pt x="523" y="1680"/>
                                <a:pt x="513" y="1668"/>
                                <a:pt x="504" y="1669"/>
                              </a:cubicBezTo>
                              <a:cubicBezTo>
                                <a:pt x="495" y="1670"/>
                                <a:pt x="493" y="1701"/>
                                <a:pt x="477" y="1699"/>
                              </a:cubicBezTo>
                              <a:cubicBezTo>
                                <a:pt x="438" y="1684"/>
                                <a:pt x="447" y="1665"/>
                                <a:pt x="408" y="1657"/>
                              </a:cubicBezTo>
                              <a:cubicBezTo>
                                <a:pt x="358" y="1659"/>
                                <a:pt x="375" y="1677"/>
                                <a:pt x="336" y="1708"/>
                              </a:cubicBezTo>
                              <a:cubicBezTo>
                                <a:pt x="330" y="1713"/>
                                <a:pt x="249" y="1727"/>
                                <a:pt x="243" y="1732"/>
                              </a:cubicBezTo>
                              <a:cubicBezTo>
                                <a:pt x="209" y="1762"/>
                                <a:pt x="198" y="1747"/>
                                <a:pt x="156" y="1762"/>
                              </a:cubicBezTo>
                              <a:cubicBezTo>
                                <a:pt x="131" y="1786"/>
                                <a:pt x="170" y="1776"/>
                                <a:pt x="141" y="1792"/>
                              </a:cubicBezTo>
                              <a:cubicBezTo>
                                <a:pt x="130" y="1806"/>
                                <a:pt x="122" y="1843"/>
                                <a:pt x="108" y="1858"/>
                              </a:cubicBezTo>
                              <a:cubicBezTo>
                                <a:pt x="94" y="1873"/>
                                <a:pt x="63" y="1867"/>
                                <a:pt x="57" y="1885"/>
                              </a:cubicBezTo>
                              <a:cubicBezTo>
                                <a:pt x="33" y="1920"/>
                                <a:pt x="83" y="1927"/>
                                <a:pt x="69" y="1966"/>
                              </a:cubicBezTo>
                              <a:cubicBezTo>
                                <a:pt x="45" y="1987"/>
                                <a:pt x="0" y="2012"/>
                                <a:pt x="36" y="2071"/>
                              </a:cubicBezTo>
                              <a:cubicBezTo>
                                <a:pt x="44" y="2085"/>
                                <a:pt x="87" y="2096"/>
                                <a:pt x="96" y="2110"/>
                              </a:cubicBezTo>
                              <a:cubicBezTo>
                                <a:pt x="100" y="2117"/>
                                <a:pt x="193" y="2090"/>
                                <a:pt x="201" y="2092"/>
                              </a:cubicBezTo>
                              <a:cubicBezTo>
                                <a:pt x="218" y="2093"/>
                                <a:pt x="208" y="2110"/>
                                <a:pt x="210" y="2128"/>
                              </a:cubicBezTo>
                              <a:cubicBezTo>
                                <a:pt x="212" y="2146"/>
                                <a:pt x="215" y="2183"/>
                                <a:pt x="213" y="2203"/>
                              </a:cubicBezTo>
                              <a:cubicBezTo>
                                <a:pt x="211" y="2223"/>
                                <a:pt x="198" y="2233"/>
                                <a:pt x="195" y="2248"/>
                              </a:cubicBezTo>
                              <a:cubicBezTo>
                                <a:pt x="200" y="2278"/>
                                <a:pt x="195" y="2278"/>
                                <a:pt x="195" y="2296"/>
                              </a:cubicBezTo>
                              <a:cubicBezTo>
                                <a:pt x="195" y="2314"/>
                                <a:pt x="195" y="2333"/>
                                <a:pt x="195" y="2356"/>
                              </a:cubicBezTo>
                              <a:cubicBezTo>
                                <a:pt x="191" y="2411"/>
                                <a:pt x="241" y="2410"/>
                                <a:pt x="198" y="2437"/>
                              </a:cubicBezTo>
                              <a:cubicBezTo>
                                <a:pt x="195" y="2453"/>
                                <a:pt x="205" y="2461"/>
                                <a:pt x="198" y="2467"/>
                              </a:cubicBezTo>
                              <a:cubicBezTo>
                                <a:pt x="191" y="2473"/>
                                <a:pt x="168" y="2472"/>
                                <a:pt x="156" y="2473"/>
                              </a:cubicBezTo>
                              <a:cubicBezTo>
                                <a:pt x="144" y="2474"/>
                                <a:pt x="137" y="2467"/>
                                <a:pt x="126" y="2470"/>
                              </a:cubicBezTo>
                              <a:cubicBezTo>
                                <a:pt x="121" y="2475"/>
                                <a:pt x="94" y="2485"/>
                                <a:pt x="90" y="2491"/>
                              </a:cubicBezTo>
                              <a:cubicBezTo>
                                <a:pt x="85" y="2499"/>
                                <a:pt x="85" y="2523"/>
                                <a:pt x="78" y="2530"/>
                              </a:cubicBezTo>
                              <a:cubicBezTo>
                                <a:pt x="66" y="2533"/>
                                <a:pt x="105" y="2566"/>
                                <a:pt x="126" y="2575"/>
                              </a:cubicBezTo>
                              <a:cubicBezTo>
                                <a:pt x="147" y="2584"/>
                                <a:pt x="187" y="2574"/>
                                <a:pt x="204" y="2584"/>
                              </a:cubicBezTo>
                              <a:cubicBezTo>
                                <a:pt x="200" y="2598"/>
                                <a:pt x="240" y="2614"/>
                                <a:pt x="228" y="2638"/>
                              </a:cubicBezTo>
                              <a:cubicBezTo>
                                <a:pt x="230" y="2656"/>
                                <a:pt x="280" y="2667"/>
                                <a:pt x="288" y="2683"/>
                              </a:cubicBezTo>
                              <a:cubicBezTo>
                                <a:pt x="295" y="2698"/>
                                <a:pt x="291" y="2704"/>
                                <a:pt x="297" y="2716"/>
                              </a:cubicBezTo>
                              <a:cubicBezTo>
                                <a:pt x="311" y="2725"/>
                                <a:pt x="277" y="2776"/>
                                <a:pt x="291" y="2785"/>
                              </a:cubicBezTo>
                              <a:cubicBezTo>
                                <a:pt x="298" y="2789"/>
                                <a:pt x="273" y="2848"/>
                                <a:pt x="273" y="2848"/>
                              </a:cubicBezTo>
                              <a:cubicBezTo>
                                <a:pt x="271" y="2868"/>
                                <a:pt x="275" y="2893"/>
                                <a:pt x="282" y="2911"/>
                              </a:cubicBezTo>
                              <a:cubicBezTo>
                                <a:pt x="289" y="2929"/>
                                <a:pt x="300" y="2948"/>
                                <a:pt x="318" y="2959"/>
                              </a:cubicBezTo>
                              <a:cubicBezTo>
                                <a:pt x="320" y="2966"/>
                                <a:pt x="384" y="2973"/>
                                <a:pt x="390" y="2977"/>
                              </a:cubicBezTo>
                              <a:cubicBezTo>
                                <a:pt x="402" y="2985"/>
                                <a:pt x="432" y="3017"/>
                                <a:pt x="444" y="3025"/>
                              </a:cubicBezTo>
                              <a:cubicBezTo>
                                <a:pt x="469" y="3041"/>
                                <a:pt x="463" y="3074"/>
                                <a:pt x="492" y="3082"/>
                              </a:cubicBezTo>
                              <a:cubicBezTo>
                                <a:pt x="538" y="3114"/>
                                <a:pt x="570" y="3072"/>
                                <a:pt x="609" y="3109"/>
                              </a:cubicBezTo>
                              <a:cubicBezTo>
                                <a:pt x="622" y="3152"/>
                                <a:pt x="612" y="3169"/>
                                <a:pt x="612" y="3202"/>
                              </a:cubicBezTo>
                              <a:cubicBezTo>
                                <a:pt x="622" y="3247"/>
                                <a:pt x="581" y="3279"/>
                                <a:pt x="606" y="3316"/>
                              </a:cubicBezTo>
                              <a:cubicBezTo>
                                <a:pt x="611" y="3323"/>
                                <a:pt x="643" y="3337"/>
                                <a:pt x="651" y="3340"/>
                              </a:cubicBezTo>
                              <a:cubicBezTo>
                                <a:pt x="672" y="3347"/>
                                <a:pt x="654" y="3373"/>
                                <a:pt x="672" y="3388"/>
                              </a:cubicBezTo>
                              <a:cubicBezTo>
                                <a:pt x="710" y="3420"/>
                                <a:pt x="658" y="3389"/>
                                <a:pt x="705" y="3412"/>
                              </a:cubicBezTo>
                              <a:cubicBezTo>
                                <a:pt x="707" y="3423"/>
                                <a:pt x="730" y="3427"/>
                                <a:pt x="738" y="3436"/>
                              </a:cubicBezTo>
                              <a:cubicBezTo>
                                <a:pt x="760" y="3462"/>
                                <a:pt x="796" y="3450"/>
                                <a:pt x="810" y="3451"/>
                              </a:cubicBezTo>
                              <a:cubicBezTo>
                                <a:pt x="840" y="3461"/>
                                <a:pt x="866" y="3477"/>
                                <a:pt x="897" y="3466"/>
                              </a:cubicBezTo>
                              <a:cubicBezTo>
                                <a:pt x="915" y="3463"/>
                                <a:pt x="918" y="3453"/>
                                <a:pt x="924" y="3442"/>
                              </a:cubicBezTo>
                              <a:cubicBezTo>
                                <a:pt x="930" y="3431"/>
                                <a:pt x="934" y="3406"/>
                                <a:pt x="936" y="3397"/>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58" name="Freeform 181"/>
                        <p:cNvSpPr/>
                        <p:nvPr/>
                      </p:nvSpPr>
                      <p:spPr bwMode="auto">
                        <a:xfrm>
                          <a:off x="6476" y="6625"/>
                          <a:ext cx="2827" cy="1977"/>
                        </a:xfrm>
                        <a:custGeom>
                          <a:avLst/>
                          <a:gdLst>
                            <a:gd name="T0" fmla="*/ 258 w 2824"/>
                            <a:gd name="T1" fmla="*/ 153 h 1982"/>
                            <a:gd name="T2" fmla="*/ 264 w 2824"/>
                            <a:gd name="T3" fmla="*/ 261 h 1982"/>
                            <a:gd name="T4" fmla="*/ 450 w 2824"/>
                            <a:gd name="T5" fmla="*/ 450 h 1982"/>
                            <a:gd name="T6" fmla="*/ 366 w 2824"/>
                            <a:gd name="T7" fmla="*/ 666 h 1982"/>
                            <a:gd name="T8" fmla="*/ 342 w 2824"/>
                            <a:gd name="T9" fmla="*/ 738 h 1982"/>
                            <a:gd name="T10" fmla="*/ 270 w 2824"/>
                            <a:gd name="T11" fmla="*/ 705 h 1982"/>
                            <a:gd name="T12" fmla="*/ 174 w 2824"/>
                            <a:gd name="T13" fmla="*/ 648 h 1982"/>
                            <a:gd name="T14" fmla="*/ 69 w 2824"/>
                            <a:gd name="T15" fmla="*/ 690 h 1982"/>
                            <a:gd name="T16" fmla="*/ 114 w 2824"/>
                            <a:gd name="T17" fmla="*/ 810 h 1982"/>
                            <a:gd name="T18" fmla="*/ 27 w 2824"/>
                            <a:gd name="T19" fmla="*/ 972 h 1982"/>
                            <a:gd name="T20" fmla="*/ 90 w 2824"/>
                            <a:gd name="T21" fmla="*/ 1026 h 1982"/>
                            <a:gd name="T22" fmla="*/ 66 w 2824"/>
                            <a:gd name="T23" fmla="*/ 1128 h 1982"/>
                            <a:gd name="T24" fmla="*/ 66 w 2824"/>
                            <a:gd name="T25" fmla="*/ 1281 h 1982"/>
                            <a:gd name="T26" fmla="*/ 129 w 2824"/>
                            <a:gd name="T27" fmla="*/ 1377 h 1982"/>
                            <a:gd name="T28" fmla="*/ 144 w 2824"/>
                            <a:gd name="T29" fmla="*/ 1455 h 1982"/>
                            <a:gd name="T30" fmla="*/ 219 w 2824"/>
                            <a:gd name="T31" fmla="*/ 1449 h 1982"/>
                            <a:gd name="T32" fmla="*/ 309 w 2824"/>
                            <a:gd name="T33" fmla="*/ 1443 h 1982"/>
                            <a:gd name="T34" fmla="*/ 402 w 2824"/>
                            <a:gd name="T35" fmla="*/ 1524 h 1982"/>
                            <a:gd name="T36" fmla="*/ 627 w 2824"/>
                            <a:gd name="T37" fmla="*/ 1629 h 1982"/>
                            <a:gd name="T38" fmla="*/ 786 w 2824"/>
                            <a:gd name="T39" fmla="*/ 1692 h 1982"/>
                            <a:gd name="T40" fmla="*/ 903 w 2824"/>
                            <a:gd name="T41" fmla="*/ 1725 h 1982"/>
                            <a:gd name="T42" fmla="*/ 1050 w 2824"/>
                            <a:gd name="T43" fmla="*/ 1698 h 1982"/>
                            <a:gd name="T44" fmla="*/ 1161 w 2824"/>
                            <a:gd name="T45" fmla="*/ 1779 h 1982"/>
                            <a:gd name="T46" fmla="*/ 1218 w 2824"/>
                            <a:gd name="T47" fmla="*/ 1911 h 1982"/>
                            <a:gd name="T48" fmla="*/ 1320 w 2824"/>
                            <a:gd name="T49" fmla="*/ 1974 h 1982"/>
                            <a:gd name="T50" fmla="*/ 1380 w 2824"/>
                            <a:gd name="T51" fmla="*/ 1929 h 1982"/>
                            <a:gd name="T52" fmla="*/ 1503 w 2824"/>
                            <a:gd name="T53" fmla="*/ 1953 h 1982"/>
                            <a:gd name="T54" fmla="*/ 1557 w 2824"/>
                            <a:gd name="T55" fmla="*/ 1893 h 1982"/>
                            <a:gd name="T56" fmla="*/ 1599 w 2824"/>
                            <a:gd name="T57" fmla="*/ 1791 h 1982"/>
                            <a:gd name="T58" fmla="*/ 1623 w 2824"/>
                            <a:gd name="T59" fmla="*/ 1734 h 1982"/>
                            <a:gd name="T60" fmla="*/ 1686 w 2824"/>
                            <a:gd name="T61" fmla="*/ 1644 h 1982"/>
                            <a:gd name="T62" fmla="*/ 1638 w 2824"/>
                            <a:gd name="T63" fmla="*/ 1509 h 1982"/>
                            <a:gd name="T64" fmla="*/ 1830 w 2824"/>
                            <a:gd name="T65" fmla="*/ 1458 h 1982"/>
                            <a:gd name="T66" fmla="*/ 1890 w 2824"/>
                            <a:gd name="T67" fmla="*/ 1608 h 1982"/>
                            <a:gd name="T68" fmla="*/ 2022 w 2824"/>
                            <a:gd name="T69" fmla="*/ 1722 h 1982"/>
                            <a:gd name="T70" fmla="*/ 2184 w 2824"/>
                            <a:gd name="T71" fmla="*/ 1752 h 1982"/>
                            <a:gd name="T72" fmla="*/ 2304 w 2824"/>
                            <a:gd name="T73" fmla="*/ 1839 h 1982"/>
                            <a:gd name="T74" fmla="*/ 2451 w 2824"/>
                            <a:gd name="T75" fmla="*/ 1803 h 1982"/>
                            <a:gd name="T76" fmla="*/ 2529 w 2824"/>
                            <a:gd name="T77" fmla="*/ 1665 h 1982"/>
                            <a:gd name="T78" fmla="*/ 2451 w 2824"/>
                            <a:gd name="T79" fmla="*/ 1506 h 1982"/>
                            <a:gd name="T80" fmla="*/ 2373 w 2824"/>
                            <a:gd name="T81" fmla="*/ 1410 h 1982"/>
                            <a:gd name="T82" fmla="*/ 2454 w 2824"/>
                            <a:gd name="T83" fmla="*/ 1380 h 1982"/>
                            <a:gd name="T84" fmla="*/ 2652 w 2824"/>
                            <a:gd name="T85" fmla="*/ 1374 h 1982"/>
                            <a:gd name="T86" fmla="*/ 2577 w 2824"/>
                            <a:gd name="T87" fmla="*/ 1275 h 1982"/>
                            <a:gd name="T88" fmla="*/ 2709 w 2824"/>
                            <a:gd name="T89" fmla="*/ 1068 h 1982"/>
                            <a:gd name="T90" fmla="*/ 2823 w 2824"/>
                            <a:gd name="T91" fmla="*/ 996 h 1982"/>
                            <a:gd name="T92" fmla="*/ 2799 w 2824"/>
                            <a:gd name="T93" fmla="*/ 774 h 1982"/>
                            <a:gd name="T94" fmla="*/ 2739 w 2824"/>
                            <a:gd name="T95" fmla="*/ 636 h 1982"/>
                            <a:gd name="T96" fmla="*/ 2685 w 2824"/>
                            <a:gd name="T97" fmla="*/ 501 h 1982"/>
                            <a:gd name="T98" fmla="*/ 2499 w 2824"/>
                            <a:gd name="T99" fmla="*/ 453 h 1982"/>
                            <a:gd name="T100" fmla="*/ 2316 w 2824"/>
                            <a:gd name="T101" fmla="*/ 312 h 1982"/>
                            <a:gd name="T102" fmla="*/ 2166 w 2824"/>
                            <a:gd name="T103" fmla="*/ 255 h 1982"/>
                            <a:gd name="T104" fmla="*/ 2001 w 2824"/>
                            <a:gd name="T105" fmla="*/ 174 h 1982"/>
                            <a:gd name="T106" fmla="*/ 1869 w 2824"/>
                            <a:gd name="T107" fmla="*/ 156 h 1982"/>
                            <a:gd name="T108" fmla="*/ 1713 w 2824"/>
                            <a:gd name="T109" fmla="*/ 84 h 1982"/>
                            <a:gd name="T110" fmla="*/ 1680 w 2824"/>
                            <a:gd name="T111" fmla="*/ 225 h 1982"/>
                            <a:gd name="T112" fmla="*/ 1500 w 2824"/>
                            <a:gd name="T113" fmla="*/ 189 h 1982"/>
                            <a:gd name="T114" fmla="*/ 1365 w 2824"/>
                            <a:gd name="T115" fmla="*/ 93 h 1982"/>
                            <a:gd name="T116" fmla="*/ 1176 w 2824"/>
                            <a:gd name="T117" fmla="*/ 9 h 1982"/>
                            <a:gd name="T118" fmla="*/ 882 w 2824"/>
                            <a:gd name="T119" fmla="*/ 21 h 1982"/>
                            <a:gd name="T120" fmla="*/ 558 w 2824"/>
                            <a:gd name="T121" fmla="*/ 75 h 1982"/>
                            <a:gd name="T122" fmla="*/ 339 w 2824"/>
                            <a:gd name="T123" fmla="*/ 102 h 1982"/>
                            <a:gd name="T124" fmla="*/ 273 w 2824"/>
                            <a:gd name="T125" fmla="*/ 102 h 1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24" h="1982">
                              <a:moveTo>
                                <a:pt x="273" y="102"/>
                              </a:moveTo>
                              <a:cubicBezTo>
                                <a:pt x="270" y="110"/>
                                <a:pt x="252" y="133"/>
                                <a:pt x="258" y="153"/>
                              </a:cubicBezTo>
                              <a:cubicBezTo>
                                <a:pt x="264" y="173"/>
                                <a:pt x="308" y="207"/>
                                <a:pt x="309" y="225"/>
                              </a:cubicBezTo>
                              <a:cubicBezTo>
                                <a:pt x="310" y="243"/>
                                <a:pt x="253" y="241"/>
                                <a:pt x="264" y="261"/>
                              </a:cubicBezTo>
                              <a:cubicBezTo>
                                <a:pt x="321" y="321"/>
                                <a:pt x="287" y="291"/>
                                <a:pt x="375" y="348"/>
                              </a:cubicBezTo>
                              <a:cubicBezTo>
                                <a:pt x="387" y="380"/>
                                <a:pt x="440" y="417"/>
                                <a:pt x="450" y="450"/>
                              </a:cubicBezTo>
                              <a:cubicBezTo>
                                <a:pt x="471" y="488"/>
                                <a:pt x="339" y="547"/>
                                <a:pt x="327" y="582"/>
                              </a:cubicBezTo>
                              <a:cubicBezTo>
                                <a:pt x="313" y="618"/>
                                <a:pt x="360" y="641"/>
                                <a:pt x="366" y="666"/>
                              </a:cubicBezTo>
                              <a:cubicBezTo>
                                <a:pt x="372" y="691"/>
                                <a:pt x="367" y="723"/>
                                <a:pt x="363" y="735"/>
                              </a:cubicBezTo>
                              <a:cubicBezTo>
                                <a:pt x="359" y="747"/>
                                <a:pt x="350" y="735"/>
                                <a:pt x="342" y="738"/>
                              </a:cubicBezTo>
                              <a:cubicBezTo>
                                <a:pt x="334" y="741"/>
                                <a:pt x="324" y="762"/>
                                <a:pt x="312" y="756"/>
                              </a:cubicBezTo>
                              <a:cubicBezTo>
                                <a:pt x="300" y="750"/>
                                <a:pt x="287" y="714"/>
                                <a:pt x="270" y="705"/>
                              </a:cubicBezTo>
                              <a:cubicBezTo>
                                <a:pt x="253" y="696"/>
                                <a:pt x="223" y="711"/>
                                <a:pt x="207" y="702"/>
                              </a:cubicBezTo>
                              <a:cubicBezTo>
                                <a:pt x="191" y="693"/>
                                <a:pt x="185" y="647"/>
                                <a:pt x="174" y="648"/>
                              </a:cubicBezTo>
                              <a:cubicBezTo>
                                <a:pt x="145" y="680"/>
                                <a:pt x="156" y="704"/>
                                <a:pt x="138" y="711"/>
                              </a:cubicBezTo>
                              <a:cubicBezTo>
                                <a:pt x="120" y="718"/>
                                <a:pt x="84" y="687"/>
                                <a:pt x="69" y="690"/>
                              </a:cubicBezTo>
                              <a:cubicBezTo>
                                <a:pt x="42" y="713"/>
                                <a:pt x="37" y="712"/>
                                <a:pt x="45" y="732"/>
                              </a:cubicBezTo>
                              <a:cubicBezTo>
                                <a:pt x="53" y="752"/>
                                <a:pt x="112" y="787"/>
                                <a:pt x="114" y="810"/>
                              </a:cubicBezTo>
                              <a:cubicBezTo>
                                <a:pt x="116" y="833"/>
                                <a:pt x="71" y="846"/>
                                <a:pt x="57" y="873"/>
                              </a:cubicBezTo>
                              <a:cubicBezTo>
                                <a:pt x="0" y="915"/>
                                <a:pt x="24" y="953"/>
                                <a:pt x="27" y="972"/>
                              </a:cubicBezTo>
                              <a:cubicBezTo>
                                <a:pt x="30" y="991"/>
                                <a:pt x="68" y="981"/>
                                <a:pt x="78" y="990"/>
                              </a:cubicBezTo>
                              <a:cubicBezTo>
                                <a:pt x="88" y="999"/>
                                <a:pt x="93" y="1011"/>
                                <a:pt x="90" y="1026"/>
                              </a:cubicBezTo>
                              <a:cubicBezTo>
                                <a:pt x="87" y="1041"/>
                                <a:pt x="64" y="1063"/>
                                <a:pt x="60" y="1080"/>
                              </a:cubicBezTo>
                              <a:cubicBezTo>
                                <a:pt x="69" y="1109"/>
                                <a:pt x="60" y="1101"/>
                                <a:pt x="66" y="1128"/>
                              </a:cubicBezTo>
                              <a:cubicBezTo>
                                <a:pt x="66" y="1167"/>
                                <a:pt x="27" y="1161"/>
                                <a:pt x="36" y="1206"/>
                              </a:cubicBezTo>
                              <a:cubicBezTo>
                                <a:pt x="57" y="1235"/>
                                <a:pt x="35" y="1261"/>
                                <a:pt x="66" y="1281"/>
                              </a:cubicBezTo>
                              <a:cubicBezTo>
                                <a:pt x="84" y="1309"/>
                                <a:pt x="74" y="1306"/>
                                <a:pt x="105" y="1323"/>
                              </a:cubicBezTo>
                              <a:cubicBezTo>
                                <a:pt x="121" y="1347"/>
                                <a:pt x="100" y="1368"/>
                                <a:pt x="129" y="1377"/>
                              </a:cubicBezTo>
                              <a:cubicBezTo>
                                <a:pt x="137" y="1403"/>
                                <a:pt x="119" y="1391"/>
                                <a:pt x="138" y="1410"/>
                              </a:cubicBezTo>
                              <a:cubicBezTo>
                                <a:pt x="144" y="1419"/>
                                <a:pt x="137" y="1447"/>
                                <a:pt x="144" y="1455"/>
                              </a:cubicBezTo>
                              <a:cubicBezTo>
                                <a:pt x="151" y="1463"/>
                                <a:pt x="168" y="1459"/>
                                <a:pt x="180" y="1458"/>
                              </a:cubicBezTo>
                              <a:cubicBezTo>
                                <a:pt x="183" y="1464"/>
                                <a:pt x="217" y="1443"/>
                                <a:pt x="219" y="1449"/>
                              </a:cubicBezTo>
                              <a:cubicBezTo>
                                <a:pt x="224" y="1461"/>
                                <a:pt x="272" y="1433"/>
                                <a:pt x="276" y="1446"/>
                              </a:cubicBezTo>
                              <a:cubicBezTo>
                                <a:pt x="289" y="1449"/>
                                <a:pt x="297" y="1437"/>
                                <a:pt x="309" y="1443"/>
                              </a:cubicBezTo>
                              <a:cubicBezTo>
                                <a:pt x="321" y="1449"/>
                                <a:pt x="333" y="1469"/>
                                <a:pt x="348" y="1482"/>
                              </a:cubicBezTo>
                              <a:cubicBezTo>
                                <a:pt x="358" y="1487"/>
                                <a:pt x="391" y="1522"/>
                                <a:pt x="402" y="1524"/>
                              </a:cubicBezTo>
                              <a:cubicBezTo>
                                <a:pt x="424" y="1547"/>
                                <a:pt x="477" y="1584"/>
                                <a:pt x="504" y="1596"/>
                              </a:cubicBezTo>
                              <a:cubicBezTo>
                                <a:pt x="559" y="1621"/>
                                <a:pt x="568" y="1613"/>
                                <a:pt x="627" y="1629"/>
                              </a:cubicBezTo>
                              <a:cubicBezTo>
                                <a:pt x="688" y="1620"/>
                                <a:pt x="700" y="1655"/>
                                <a:pt x="726" y="1665"/>
                              </a:cubicBezTo>
                              <a:cubicBezTo>
                                <a:pt x="752" y="1675"/>
                                <a:pt x="766" y="1690"/>
                                <a:pt x="786" y="1692"/>
                              </a:cubicBezTo>
                              <a:cubicBezTo>
                                <a:pt x="797" y="1694"/>
                                <a:pt x="838" y="1676"/>
                                <a:pt x="849" y="1677"/>
                              </a:cubicBezTo>
                              <a:cubicBezTo>
                                <a:pt x="873" y="1680"/>
                                <a:pt x="879" y="1721"/>
                                <a:pt x="903" y="1725"/>
                              </a:cubicBezTo>
                              <a:cubicBezTo>
                                <a:pt x="938" y="1731"/>
                                <a:pt x="981" y="1677"/>
                                <a:pt x="1014" y="1689"/>
                              </a:cubicBezTo>
                              <a:cubicBezTo>
                                <a:pt x="1033" y="1687"/>
                                <a:pt x="1038" y="1691"/>
                                <a:pt x="1050" y="1698"/>
                              </a:cubicBezTo>
                              <a:cubicBezTo>
                                <a:pt x="1062" y="1705"/>
                                <a:pt x="1071" y="1721"/>
                                <a:pt x="1089" y="1734"/>
                              </a:cubicBezTo>
                              <a:cubicBezTo>
                                <a:pt x="1111" y="1751"/>
                                <a:pt x="1144" y="1762"/>
                                <a:pt x="1161" y="1779"/>
                              </a:cubicBezTo>
                              <a:cubicBezTo>
                                <a:pt x="1178" y="1796"/>
                                <a:pt x="1185" y="1817"/>
                                <a:pt x="1194" y="1839"/>
                              </a:cubicBezTo>
                              <a:cubicBezTo>
                                <a:pt x="1200" y="1878"/>
                                <a:pt x="1191" y="1881"/>
                                <a:pt x="1218" y="1911"/>
                              </a:cubicBezTo>
                              <a:cubicBezTo>
                                <a:pt x="1251" y="1935"/>
                                <a:pt x="1248" y="1929"/>
                                <a:pt x="1278" y="1956"/>
                              </a:cubicBezTo>
                              <a:cubicBezTo>
                                <a:pt x="1307" y="1947"/>
                                <a:pt x="1311" y="1982"/>
                                <a:pt x="1320" y="1974"/>
                              </a:cubicBezTo>
                              <a:cubicBezTo>
                                <a:pt x="1329" y="1966"/>
                                <a:pt x="1319" y="1915"/>
                                <a:pt x="1329" y="1908"/>
                              </a:cubicBezTo>
                              <a:cubicBezTo>
                                <a:pt x="1339" y="1901"/>
                                <a:pt x="1358" y="1919"/>
                                <a:pt x="1380" y="1929"/>
                              </a:cubicBezTo>
                              <a:cubicBezTo>
                                <a:pt x="1428" y="1956"/>
                                <a:pt x="1405" y="1974"/>
                                <a:pt x="1464" y="1968"/>
                              </a:cubicBezTo>
                              <a:cubicBezTo>
                                <a:pt x="1472" y="1967"/>
                                <a:pt x="1496" y="1957"/>
                                <a:pt x="1503" y="1953"/>
                              </a:cubicBezTo>
                              <a:cubicBezTo>
                                <a:pt x="1546" y="1930"/>
                                <a:pt x="1496" y="1948"/>
                                <a:pt x="1536" y="1920"/>
                              </a:cubicBezTo>
                              <a:cubicBezTo>
                                <a:pt x="1544" y="1905"/>
                                <a:pt x="1547" y="1906"/>
                                <a:pt x="1557" y="1893"/>
                              </a:cubicBezTo>
                              <a:cubicBezTo>
                                <a:pt x="1568" y="1878"/>
                                <a:pt x="1587" y="1872"/>
                                <a:pt x="1587" y="1872"/>
                              </a:cubicBezTo>
                              <a:cubicBezTo>
                                <a:pt x="1593" y="1851"/>
                                <a:pt x="1588" y="1810"/>
                                <a:pt x="1599" y="1791"/>
                              </a:cubicBezTo>
                              <a:cubicBezTo>
                                <a:pt x="1604" y="1783"/>
                                <a:pt x="1623" y="1765"/>
                                <a:pt x="1629" y="1758"/>
                              </a:cubicBezTo>
                              <a:cubicBezTo>
                                <a:pt x="1628" y="1742"/>
                                <a:pt x="1620" y="1746"/>
                                <a:pt x="1623" y="1734"/>
                              </a:cubicBezTo>
                              <a:cubicBezTo>
                                <a:pt x="1626" y="1722"/>
                                <a:pt x="1637" y="1698"/>
                                <a:pt x="1647" y="1683"/>
                              </a:cubicBezTo>
                              <a:cubicBezTo>
                                <a:pt x="1641" y="1653"/>
                                <a:pt x="1686" y="1668"/>
                                <a:pt x="1686" y="1644"/>
                              </a:cubicBezTo>
                              <a:cubicBezTo>
                                <a:pt x="1674" y="1605"/>
                                <a:pt x="1707" y="1617"/>
                                <a:pt x="1698" y="1572"/>
                              </a:cubicBezTo>
                              <a:cubicBezTo>
                                <a:pt x="1684" y="1551"/>
                                <a:pt x="1642" y="1528"/>
                                <a:pt x="1638" y="1509"/>
                              </a:cubicBezTo>
                              <a:cubicBezTo>
                                <a:pt x="1634" y="1490"/>
                                <a:pt x="1642" y="1463"/>
                                <a:pt x="1674" y="1455"/>
                              </a:cubicBezTo>
                              <a:cubicBezTo>
                                <a:pt x="1690" y="1405"/>
                                <a:pt x="1807" y="1443"/>
                                <a:pt x="1830" y="1458"/>
                              </a:cubicBezTo>
                              <a:cubicBezTo>
                                <a:pt x="1861" y="1474"/>
                                <a:pt x="1871" y="1508"/>
                                <a:pt x="1881" y="1533"/>
                              </a:cubicBezTo>
                              <a:cubicBezTo>
                                <a:pt x="1891" y="1558"/>
                                <a:pt x="1879" y="1585"/>
                                <a:pt x="1890" y="1608"/>
                              </a:cubicBezTo>
                              <a:cubicBezTo>
                                <a:pt x="1908" y="1645"/>
                                <a:pt x="1928" y="1655"/>
                                <a:pt x="1950" y="1674"/>
                              </a:cubicBezTo>
                              <a:cubicBezTo>
                                <a:pt x="1972" y="1693"/>
                                <a:pt x="1994" y="1705"/>
                                <a:pt x="2022" y="1722"/>
                              </a:cubicBezTo>
                              <a:cubicBezTo>
                                <a:pt x="2058" y="1745"/>
                                <a:pt x="2078" y="1768"/>
                                <a:pt x="2118" y="1779"/>
                              </a:cubicBezTo>
                              <a:cubicBezTo>
                                <a:pt x="2150" y="1786"/>
                                <a:pt x="2167" y="1750"/>
                                <a:pt x="2184" y="1752"/>
                              </a:cubicBezTo>
                              <a:cubicBezTo>
                                <a:pt x="2201" y="1754"/>
                                <a:pt x="2203" y="1780"/>
                                <a:pt x="2223" y="1794"/>
                              </a:cubicBezTo>
                              <a:cubicBezTo>
                                <a:pt x="2243" y="1808"/>
                                <a:pt x="2280" y="1842"/>
                                <a:pt x="2304" y="1839"/>
                              </a:cubicBezTo>
                              <a:cubicBezTo>
                                <a:pt x="2328" y="1836"/>
                                <a:pt x="2343" y="1782"/>
                                <a:pt x="2367" y="1776"/>
                              </a:cubicBezTo>
                              <a:cubicBezTo>
                                <a:pt x="2415" y="1783"/>
                                <a:pt x="2404" y="1817"/>
                                <a:pt x="2451" y="1803"/>
                              </a:cubicBezTo>
                              <a:cubicBezTo>
                                <a:pt x="2475" y="1782"/>
                                <a:pt x="2447" y="1685"/>
                                <a:pt x="2460" y="1662"/>
                              </a:cubicBezTo>
                              <a:cubicBezTo>
                                <a:pt x="2473" y="1639"/>
                                <a:pt x="2511" y="1673"/>
                                <a:pt x="2529" y="1665"/>
                              </a:cubicBezTo>
                              <a:cubicBezTo>
                                <a:pt x="2540" y="1615"/>
                                <a:pt x="2552" y="1660"/>
                                <a:pt x="2568" y="1614"/>
                              </a:cubicBezTo>
                              <a:cubicBezTo>
                                <a:pt x="2551" y="1558"/>
                                <a:pt x="2471" y="1535"/>
                                <a:pt x="2451" y="1506"/>
                              </a:cubicBezTo>
                              <a:cubicBezTo>
                                <a:pt x="2429" y="1477"/>
                                <a:pt x="2449" y="1453"/>
                                <a:pt x="2436" y="1437"/>
                              </a:cubicBezTo>
                              <a:cubicBezTo>
                                <a:pt x="2423" y="1421"/>
                                <a:pt x="2376" y="1430"/>
                                <a:pt x="2373" y="1410"/>
                              </a:cubicBezTo>
                              <a:cubicBezTo>
                                <a:pt x="2333" y="1355"/>
                                <a:pt x="2405" y="1322"/>
                                <a:pt x="2418" y="1317"/>
                              </a:cubicBezTo>
                              <a:cubicBezTo>
                                <a:pt x="2431" y="1312"/>
                                <a:pt x="2432" y="1364"/>
                                <a:pt x="2454" y="1380"/>
                              </a:cubicBezTo>
                              <a:cubicBezTo>
                                <a:pt x="2476" y="1396"/>
                                <a:pt x="2520" y="1414"/>
                                <a:pt x="2553" y="1413"/>
                              </a:cubicBezTo>
                              <a:cubicBezTo>
                                <a:pt x="2596" y="1384"/>
                                <a:pt x="2634" y="1425"/>
                                <a:pt x="2652" y="1374"/>
                              </a:cubicBezTo>
                              <a:cubicBezTo>
                                <a:pt x="2645" y="1335"/>
                                <a:pt x="2643" y="1368"/>
                                <a:pt x="2658" y="1329"/>
                              </a:cubicBezTo>
                              <a:cubicBezTo>
                                <a:pt x="2652" y="1320"/>
                                <a:pt x="2577" y="1288"/>
                                <a:pt x="2577" y="1275"/>
                              </a:cubicBezTo>
                              <a:cubicBezTo>
                                <a:pt x="2577" y="1246"/>
                                <a:pt x="2658" y="1180"/>
                                <a:pt x="2682" y="1164"/>
                              </a:cubicBezTo>
                              <a:cubicBezTo>
                                <a:pt x="2696" y="1124"/>
                                <a:pt x="2675" y="1092"/>
                                <a:pt x="2709" y="1068"/>
                              </a:cubicBezTo>
                              <a:cubicBezTo>
                                <a:pt x="2718" y="1045"/>
                                <a:pt x="2766" y="1076"/>
                                <a:pt x="2784" y="1059"/>
                              </a:cubicBezTo>
                              <a:cubicBezTo>
                                <a:pt x="2793" y="1030"/>
                                <a:pt x="2807" y="1021"/>
                                <a:pt x="2823" y="996"/>
                              </a:cubicBezTo>
                              <a:cubicBezTo>
                                <a:pt x="2821" y="933"/>
                                <a:pt x="2824" y="942"/>
                                <a:pt x="2820" y="879"/>
                              </a:cubicBezTo>
                              <a:cubicBezTo>
                                <a:pt x="2818" y="851"/>
                                <a:pt x="2799" y="774"/>
                                <a:pt x="2799" y="774"/>
                              </a:cubicBezTo>
                              <a:cubicBezTo>
                                <a:pt x="2791" y="738"/>
                                <a:pt x="2740" y="713"/>
                                <a:pt x="2724" y="681"/>
                              </a:cubicBezTo>
                              <a:cubicBezTo>
                                <a:pt x="2718" y="669"/>
                                <a:pt x="2746" y="648"/>
                                <a:pt x="2739" y="636"/>
                              </a:cubicBezTo>
                              <a:cubicBezTo>
                                <a:pt x="2732" y="625"/>
                                <a:pt x="2699" y="598"/>
                                <a:pt x="2691" y="588"/>
                              </a:cubicBezTo>
                              <a:cubicBezTo>
                                <a:pt x="2672" y="564"/>
                                <a:pt x="2679" y="531"/>
                                <a:pt x="2685" y="501"/>
                              </a:cubicBezTo>
                              <a:cubicBezTo>
                                <a:pt x="2661" y="492"/>
                                <a:pt x="2613" y="531"/>
                                <a:pt x="2580" y="519"/>
                              </a:cubicBezTo>
                              <a:cubicBezTo>
                                <a:pt x="2546" y="513"/>
                                <a:pt x="2528" y="474"/>
                                <a:pt x="2499" y="453"/>
                              </a:cubicBezTo>
                              <a:cubicBezTo>
                                <a:pt x="2470" y="432"/>
                                <a:pt x="2437" y="416"/>
                                <a:pt x="2406" y="393"/>
                              </a:cubicBezTo>
                              <a:cubicBezTo>
                                <a:pt x="2348" y="375"/>
                                <a:pt x="2342" y="330"/>
                                <a:pt x="2316" y="312"/>
                              </a:cubicBezTo>
                              <a:cubicBezTo>
                                <a:pt x="2290" y="294"/>
                                <a:pt x="2275" y="295"/>
                                <a:pt x="2250" y="285"/>
                              </a:cubicBezTo>
                              <a:cubicBezTo>
                                <a:pt x="2195" y="254"/>
                                <a:pt x="2223" y="291"/>
                                <a:pt x="2166" y="255"/>
                              </a:cubicBezTo>
                              <a:cubicBezTo>
                                <a:pt x="2140" y="247"/>
                                <a:pt x="2067" y="180"/>
                                <a:pt x="2067" y="180"/>
                              </a:cubicBezTo>
                              <a:cubicBezTo>
                                <a:pt x="2035" y="190"/>
                                <a:pt x="2021" y="182"/>
                                <a:pt x="2001" y="174"/>
                              </a:cubicBezTo>
                              <a:cubicBezTo>
                                <a:pt x="1981" y="167"/>
                                <a:pt x="1969" y="141"/>
                                <a:pt x="1947" y="138"/>
                              </a:cubicBezTo>
                              <a:cubicBezTo>
                                <a:pt x="1908" y="124"/>
                                <a:pt x="1909" y="167"/>
                                <a:pt x="1869" y="156"/>
                              </a:cubicBezTo>
                              <a:cubicBezTo>
                                <a:pt x="1829" y="158"/>
                                <a:pt x="1820" y="138"/>
                                <a:pt x="1794" y="126"/>
                              </a:cubicBezTo>
                              <a:cubicBezTo>
                                <a:pt x="1768" y="114"/>
                                <a:pt x="1737" y="83"/>
                                <a:pt x="1713" y="84"/>
                              </a:cubicBezTo>
                              <a:cubicBezTo>
                                <a:pt x="1689" y="85"/>
                                <a:pt x="1653" y="108"/>
                                <a:pt x="1647" y="132"/>
                              </a:cubicBezTo>
                              <a:cubicBezTo>
                                <a:pt x="1641" y="156"/>
                                <a:pt x="1685" y="201"/>
                                <a:pt x="1680" y="225"/>
                              </a:cubicBezTo>
                              <a:cubicBezTo>
                                <a:pt x="1675" y="249"/>
                                <a:pt x="1647" y="285"/>
                                <a:pt x="1617" y="279"/>
                              </a:cubicBezTo>
                              <a:cubicBezTo>
                                <a:pt x="1584" y="276"/>
                                <a:pt x="1531" y="207"/>
                                <a:pt x="1500" y="189"/>
                              </a:cubicBezTo>
                              <a:cubicBezTo>
                                <a:pt x="1470" y="169"/>
                                <a:pt x="1462" y="178"/>
                                <a:pt x="1440" y="162"/>
                              </a:cubicBezTo>
                              <a:cubicBezTo>
                                <a:pt x="1418" y="146"/>
                                <a:pt x="1397" y="113"/>
                                <a:pt x="1365" y="93"/>
                              </a:cubicBezTo>
                              <a:cubicBezTo>
                                <a:pt x="1303" y="32"/>
                                <a:pt x="1341" y="51"/>
                                <a:pt x="1251" y="42"/>
                              </a:cubicBezTo>
                              <a:cubicBezTo>
                                <a:pt x="1207" y="27"/>
                                <a:pt x="1176" y="9"/>
                                <a:pt x="1176" y="9"/>
                              </a:cubicBezTo>
                              <a:cubicBezTo>
                                <a:pt x="1150" y="0"/>
                                <a:pt x="1079" y="13"/>
                                <a:pt x="1053" y="3"/>
                              </a:cubicBezTo>
                              <a:cubicBezTo>
                                <a:pt x="974" y="5"/>
                                <a:pt x="961" y="17"/>
                                <a:pt x="882" y="21"/>
                              </a:cubicBezTo>
                              <a:cubicBezTo>
                                <a:pt x="816" y="6"/>
                                <a:pt x="765" y="26"/>
                                <a:pt x="702" y="45"/>
                              </a:cubicBezTo>
                              <a:cubicBezTo>
                                <a:pt x="659" y="73"/>
                                <a:pt x="607" y="71"/>
                                <a:pt x="558" y="75"/>
                              </a:cubicBezTo>
                              <a:cubicBezTo>
                                <a:pt x="513" y="93"/>
                                <a:pt x="480" y="88"/>
                                <a:pt x="432" y="99"/>
                              </a:cubicBezTo>
                              <a:cubicBezTo>
                                <a:pt x="410" y="104"/>
                                <a:pt x="360" y="95"/>
                                <a:pt x="339" y="102"/>
                              </a:cubicBezTo>
                              <a:cubicBezTo>
                                <a:pt x="335" y="108"/>
                                <a:pt x="315" y="93"/>
                                <a:pt x="297" y="102"/>
                              </a:cubicBezTo>
                              <a:cubicBezTo>
                                <a:pt x="297" y="102"/>
                                <a:pt x="294" y="78"/>
                                <a:pt x="273" y="102"/>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59" name="Freeform 182"/>
                        <p:cNvSpPr/>
                        <p:nvPr/>
                      </p:nvSpPr>
                      <p:spPr bwMode="auto">
                        <a:xfrm>
                          <a:off x="7275" y="5721"/>
                          <a:ext cx="3222" cy="2740"/>
                        </a:xfrm>
                        <a:custGeom>
                          <a:avLst/>
                          <a:gdLst>
                            <a:gd name="T0" fmla="*/ 835 w 3219"/>
                            <a:gd name="T1" fmla="*/ 24 h 2730"/>
                            <a:gd name="T2" fmla="*/ 769 w 3219"/>
                            <a:gd name="T3" fmla="*/ 15 h 2730"/>
                            <a:gd name="T4" fmla="*/ 715 w 3219"/>
                            <a:gd name="T5" fmla="*/ 138 h 2730"/>
                            <a:gd name="T6" fmla="*/ 670 w 3219"/>
                            <a:gd name="T7" fmla="*/ 288 h 2730"/>
                            <a:gd name="T8" fmla="*/ 457 w 3219"/>
                            <a:gd name="T9" fmla="*/ 294 h 2730"/>
                            <a:gd name="T10" fmla="*/ 355 w 3219"/>
                            <a:gd name="T11" fmla="*/ 360 h 2730"/>
                            <a:gd name="T12" fmla="*/ 184 w 3219"/>
                            <a:gd name="T13" fmla="*/ 564 h 2730"/>
                            <a:gd name="T14" fmla="*/ 76 w 3219"/>
                            <a:gd name="T15" fmla="*/ 603 h 2730"/>
                            <a:gd name="T16" fmla="*/ 37 w 3219"/>
                            <a:gd name="T17" fmla="*/ 798 h 2730"/>
                            <a:gd name="T18" fmla="*/ 28 w 3219"/>
                            <a:gd name="T19" fmla="*/ 909 h 2730"/>
                            <a:gd name="T20" fmla="*/ 373 w 3219"/>
                            <a:gd name="T21" fmla="*/ 906 h 2730"/>
                            <a:gd name="T22" fmla="*/ 553 w 3219"/>
                            <a:gd name="T23" fmla="*/ 978 h 2730"/>
                            <a:gd name="T24" fmla="*/ 679 w 3219"/>
                            <a:gd name="T25" fmla="*/ 1068 h 2730"/>
                            <a:gd name="T26" fmla="*/ 766 w 3219"/>
                            <a:gd name="T27" fmla="*/ 1143 h 2730"/>
                            <a:gd name="T28" fmla="*/ 850 w 3219"/>
                            <a:gd name="T29" fmla="*/ 1032 h 2730"/>
                            <a:gd name="T30" fmla="*/ 1129 w 3219"/>
                            <a:gd name="T31" fmla="*/ 1038 h 2730"/>
                            <a:gd name="T32" fmla="*/ 1396 w 3219"/>
                            <a:gd name="T33" fmla="*/ 1167 h 2730"/>
                            <a:gd name="T34" fmla="*/ 1522 w 3219"/>
                            <a:gd name="T35" fmla="*/ 1221 h 2730"/>
                            <a:gd name="T36" fmla="*/ 1702 w 3219"/>
                            <a:gd name="T37" fmla="*/ 1350 h 2730"/>
                            <a:gd name="T38" fmla="*/ 1867 w 3219"/>
                            <a:gd name="T39" fmla="*/ 1461 h 2730"/>
                            <a:gd name="T40" fmla="*/ 1936 w 3219"/>
                            <a:gd name="T41" fmla="*/ 1578 h 2730"/>
                            <a:gd name="T42" fmla="*/ 2017 w 3219"/>
                            <a:gd name="T43" fmla="*/ 1875 h 2730"/>
                            <a:gd name="T44" fmla="*/ 1885 w 3219"/>
                            <a:gd name="T45" fmla="*/ 2010 h 2730"/>
                            <a:gd name="T46" fmla="*/ 1840 w 3219"/>
                            <a:gd name="T47" fmla="*/ 2220 h 2730"/>
                            <a:gd name="T48" fmla="*/ 1684 w 3219"/>
                            <a:gd name="T49" fmla="*/ 2292 h 2730"/>
                            <a:gd name="T50" fmla="*/ 1588 w 3219"/>
                            <a:gd name="T51" fmla="*/ 2217 h 2730"/>
                            <a:gd name="T52" fmla="*/ 1546 w 3219"/>
                            <a:gd name="T53" fmla="*/ 2268 h 2730"/>
                            <a:gd name="T54" fmla="*/ 1588 w 3219"/>
                            <a:gd name="T55" fmla="*/ 2328 h 2730"/>
                            <a:gd name="T56" fmla="*/ 1684 w 3219"/>
                            <a:gd name="T57" fmla="*/ 2436 h 2730"/>
                            <a:gd name="T58" fmla="*/ 1810 w 3219"/>
                            <a:gd name="T59" fmla="*/ 2559 h 2730"/>
                            <a:gd name="T60" fmla="*/ 1888 w 3219"/>
                            <a:gd name="T61" fmla="*/ 2442 h 2730"/>
                            <a:gd name="T62" fmla="*/ 2032 w 3219"/>
                            <a:gd name="T63" fmla="*/ 2283 h 2730"/>
                            <a:gd name="T64" fmla="*/ 2203 w 3219"/>
                            <a:gd name="T65" fmla="*/ 2412 h 2730"/>
                            <a:gd name="T66" fmla="*/ 2329 w 3219"/>
                            <a:gd name="T67" fmla="*/ 2577 h 2730"/>
                            <a:gd name="T68" fmla="*/ 2437 w 3219"/>
                            <a:gd name="T69" fmla="*/ 2721 h 2730"/>
                            <a:gd name="T70" fmla="*/ 2575 w 3219"/>
                            <a:gd name="T71" fmla="*/ 2673 h 2730"/>
                            <a:gd name="T72" fmla="*/ 2635 w 3219"/>
                            <a:gd name="T73" fmla="*/ 2520 h 2730"/>
                            <a:gd name="T74" fmla="*/ 2740 w 3219"/>
                            <a:gd name="T75" fmla="*/ 2463 h 2730"/>
                            <a:gd name="T76" fmla="*/ 2767 w 3219"/>
                            <a:gd name="T77" fmla="*/ 2259 h 2730"/>
                            <a:gd name="T78" fmla="*/ 2899 w 3219"/>
                            <a:gd name="T79" fmla="*/ 2127 h 2730"/>
                            <a:gd name="T80" fmla="*/ 3016 w 3219"/>
                            <a:gd name="T81" fmla="*/ 2037 h 2730"/>
                            <a:gd name="T82" fmla="*/ 3187 w 3219"/>
                            <a:gd name="T83" fmla="*/ 1998 h 2730"/>
                            <a:gd name="T84" fmla="*/ 3184 w 3219"/>
                            <a:gd name="T85" fmla="*/ 1866 h 2730"/>
                            <a:gd name="T86" fmla="*/ 3172 w 3219"/>
                            <a:gd name="T87" fmla="*/ 1710 h 2730"/>
                            <a:gd name="T88" fmla="*/ 2830 w 3219"/>
                            <a:gd name="T89" fmla="*/ 1517 h 2730"/>
                            <a:gd name="T90" fmla="*/ 2758 w 3219"/>
                            <a:gd name="T91" fmla="*/ 1650 h 2730"/>
                            <a:gd name="T92" fmla="*/ 2863 w 3219"/>
                            <a:gd name="T93" fmla="*/ 1782 h 2730"/>
                            <a:gd name="T94" fmla="*/ 2749 w 3219"/>
                            <a:gd name="T95" fmla="*/ 1896 h 2730"/>
                            <a:gd name="T96" fmla="*/ 2632 w 3219"/>
                            <a:gd name="T97" fmla="*/ 1959 h 2730"/>
                            <a:gd name="T98" fmla="*/ 2548 w 3219"/>
                            <a:gd name="T99" fmla="*/ 1812 h 2730"/>
                            <a:gd name="T100" fmla="*/ 2515 w 3219"/>
                            <a:gd name="T101" fmla="*/ 1635 h 2730"/>
                            <a:gd name="T102" fmla="*/ 2386 w 3219"/>
                            <a:gd name="T103" fmla="*/ 1497 h 2730"/>
                            <a:gd name="T104" fmla="*/ 2137 w 3219"/>
                            <a:gd name="T105" fmla="*/ 1329 h 2730"/>
                            <a:gd name="T106" fmla="*/ 2284 w 3219"/>
                            <a:gd name="T107" fmla="*/ 1062 h 2730"/>
                            <a:gd name="T108" fmla="*/ 2137 w 3219"/>
                            <a:gd name="T109" fmla="*/ 987 h 2730"/>
                            <a:gd name="T110" fmla="*/ 1936 w 3219"/>
                            <a:gd name="T111" fmla="*/ 1017 h 2730"/>
                            <a:gd name="T112" fmla="*/ 1759 w 3219"/>
                            <a:gd name="T113" fmla="*/ 1155 h 2730"/>
                            <a:gd name="T114" fmla="*/ 1621 w 3219"/>
                            <a:gd name="T115" fmla="*/ 978 h 2730"/>
                            <a:gd name="T116" fmla="*/ 1495 w 3219"/>
                            <a:gd name="T117" fmla="*/ 669 h 2730"/>
                            <a:gd name="T118" fmla="*/ 1243 w 3219"/>
                            <a:gd name="T119" fmla="*/ 600 h 2730"/>
                            <a:gd name="T120" fmla="*/ 1126 w 3219"/>
                            <a:gd name="T121" fmla="*/ 543 h 2730"/>
                            <a:gd name="T122" fmla="*/ 1063 w 3219"/>
                            <a:gd name="T123" fmla="*/ 369 h 2730"/>
                            <a:gd name="T124" fmla="*/ 1000 w 3219"/>
                            <a:gd name="T125" fmla="*/ 162 h 2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19" h="2730">
                              <a:moveTo>
                                <a:pt x="913" y="36"/>
                              </a:moveTo>
                              <a:cubicBezTo>
                                <a:pt x="890" y="27"/>
                                <a:pt x="902" y="31"/>
                                <a:pt x="874" y="27"/>
                              </a:cubicBezTo>
                              <a:cubicBezTo>
                                <a:pt x="869" y="25"/>
                                <a:pt x="840" y="24"/>
                                <a:pt x="835" y="24"/>
                              </a:cubicBezTo>
                              <a:cubicBezTo>
                                <a:pt x="828" y="24"/>
                                <a:pt x="832" y="19"/>
                                <a:pt x="823" y="15"/>
                              </a:cubicBezTo>
                              <a:cubicBezTo>
                                <a:pt x="814" y="11"/>
                                <a:pt x="790" y="0"/>
                                <a:pt x="781" y="0"/>
                              </a:cubicBezTo>
                              <a:cubicBezTo>
                                <a:pt x="772" y="0"/>
                                <a:pt x="778" y="7"/>
                                <a:pt x="769" y="15"/>
                              </a:cubicBezTo>
                              <a:cubicBezTo>
                                <a:pt x="767" y="15"/>
                                <a:pt x="727" y="51"/>
                                <a:pt x="727" y="51"/>
                              </a:cubicBezTo>
                              <a:cubicBezTo>
                                <a:pt x="715" y="76"/>
                                <a:pt x="725" y="87"/>
                                <a:pt x="706" y="108"/>
                              </a:cubicBezTo>
                              <a:cubicBezTo>
                                <a:pt x="703" y="123"/>
                                <a:pt x="713" y="126"/>
                                <a:pt x="715" y="138"/>
                              </a:cubicBezTo>
                              <a:cubicBezTo>
                                <a:pt x="717" y="150"/>
                                <a:pt x="718" y="162"/>
                                <a:pt x="718" y="183"/>
                              </a:cubicBezTo>
                              <a:cubicBezTo>
                                <a:pt x="725" y="211"/>
                                <a:pt x="740" y="251"/>
                                <a:pt x="718" y="267"/>
                              </a:cubicBezTo>
                              <a:cubicBezTo>
                                <a:pt x="710" y="284"/>
                                <a:pt x="689" y="288"/>
                                <a:pt x="670" y="288"/>
                              </a:cubicBezTo>
                              <a:cubicBezTo>
                                <a:pt x="651" y="288"/>
                                <a:pt x="625" y="273"/>
                                <a:pt x="604" y="270"/>
                              </a:cubicBezTo>
                              <a:cubicBezTo>
                                <a:pt x="580" y="274"/>
                                <a:pt x="568" y="266"/>
                                <a:pt x="544" y="270"/>
                              </a:cubicBezTo>
                              <a:cubicBezTo>
                                <a:pt x="523" y="278"/>
                                <a:pt x="479" y="287"/>
                                <a:pt x="457" y="294"/>
                              </a:cubicBezTo>
                              <a:cubicBezTo>
                                <a:pt x="447" y="309"/>
                                <a:pt x="424" y="312"/>
                                <a:pt x="409" y="324"/>
                              </a:cubicBezTo>
                              <a:cubicBezTo>
                                <a:pt x="401" y="331"/>
                                <a:pt x="391" y="345"/>
                                <a:pt x="382" y="351"/>
                              </a:cubicBezTo>
                              <a:cubicBezTo>
                                <a:pt x="378" y="354"/>
                                <a:pt x="355" y="360"/>
                                <a:pt x="355" y="360"/>
                              </a:cubicBezTo>
                              <a:cubicBezTo>
                                <a:pt x="344" y="377"/>
                                <a:pt x="337" y="384"/>
                                <a:pt x="322" y="399"/>
                              </a:cubicBezTo>
                              <a:cubicBezTo>
                                <a:pt x="315" y="422"/>
                                <a:pt x="298" y="465"/>
                                <a:pt x="277" y="477"/>
                              </a:cubicBezTo>
                              <a:cubicBezTo>
                                <a:pt x="223" y="508"/>
                                <a:pt x="241" y="525"/>
                                <a:pt x="184" y="564"/>
                              </a:cubicBezTo>
                              <a:cubicBezTo>
                                <a:pt x="169" y="569"/>
                                <a:pt x="130" y="554"/>
                                <a:pt x="115" y="558"/>
                              </a:cubicBezTo>
                              <a:cubicBezTo>
                                <a:pt x="102" y="572"/>
                                <a:pt x="82" y="541"/>
                                <a:pt x="67" y="552"/>
                              </a:cubicBezTo>
                              <a:cubicBezTo>
                                <a:pt x="57" y="560"/>
                                <a:pt x="81" y="588"/>
                                <a:pt x="76" y="603"/>
                              </a:cubicBezTo>
                              <a:cubicBezTo>
                                <a:pt x="72" y="618"/>
                                <a:pt x="55" y="627"/>
                                <a:pt x="43" y="645"/>
                              </a:cubicBezTo>
                              <a:cubicBezTo>
                                <a:pt x="35" y="681"/>
                                <a:pt x="11" y="677"/>
                                <a:pt x="4" y="714"/>
                              </a:cubicBezTo>
                              <a:cubicBezTo>
                                <a:pt x="11" y="745"/>
                                <a:pt x="33" y="772"/>
                                <a:pt x="37" y="798"/>
                              </a:cubicBezTo>
                              <a:cubicBezTo>
                                <a:pt x="41" y="824"/>
                                <a:pt x="31" y="852"/>
                                <a:pt x="28" y="870"/>
                              </a:cubicBezTo>
                              <a:cubicBezTo>
                                <a:pt x="29" y="893"/>
                                <a:pt x="0" y="900"/>
                                <a:pt x="19" y="906"/>
                              </a:cubicBezTo>
                              <a:cubicBezTo>
                                <a:pt x="31" y="911"/>
                                <a:pt x="21" y="908"/>
                                <a:pt x="28" y="909"/>
                              </a:cubicBezTo>
                              <a:cubicBezTo>
                                <a:pt x="35" y="910"/>
                                <a:pt x="33" y="913"/>
                                <a:pt x="64" y="912"/>
                              </a:cubicBezTo>
                              <a:cubicBezTo>
                                <a:pt x="95" y="911"/>
                                <a:pt x="163" y="904"/>
                                <a:pt x="214" y="903"/>
                              </a:cubicBezTo>
                              <a:cubicBezTo>
                                <a:pt x="271" y="896"/>
                                <a:pt x="335" y="900"/>
                                <a:pt x="373" y="906"/>
                              </a:cubicBezTo>
                              <a:cubicBezTo>
                                <a:pt x="411" y="912"/>
                                <a:pt x="417" y="930"/>
                                <a:pt x="442" y="936"/>
                              </a:cubicBezTo>
                              <a:cubicBezTo>
                                <a:pt x="481" y="946"/>
                                <a:pt x="488" y="933"/>
                                <a:pt x="526" y="945"/>
                              </a:cubicBezTo>
                              <a:cubicBezTo>
                                <a:pt x="538" y="954"/>
                                <a:pt x="544" y="966"/>
                                <a:pt x="553" y="978"/>
                              </a:cubicBezTo>
                              <a:cubicBezTo>
                                <a:pt x="574" y="1004"/>
                                <a:pt x="555" y="995"/>
                                <a:pt x="583" y="1005"/>
                              </a:cubicBezTo>
                              <a:cubicBezTo>
                                <a:pt x="606" y="1024"/>
                                <a:pt x="604" y="1030"/>
                                <a:pt x="628" y="1047"/>
                              </a:cubicBezTo>
                              <a:cubicBezTo>
                                <a:pt x="646" y="1060"/>
                                <a:pt x="660" y="1056"/>
                                <a:pt x="679" y="1068"/>
                              </a:cubicBezTo>
                              <a:cubicBezTo>
                                <a:pt x="711" y="1089"/>
                                <a:pt x="702" y="1090"/>
                                <a:pt x="727" y="1098"/>
                              </a:cubicBezTo>
                              <a:cubicBezTo>
                                <a:pt x="737" y="1101"/>
                                <a:pt x="745" y="1128"/>
                                <a:pt x="745" y="1128"/>
                              </a:cubicBezTo>
                              <a:cubicBezTo>
                                <a:pt x="751" y="1137"/>
                                <a:pt x="754" y="1135"/>
                                <a:pt x="766" y="1143"/>
                              </a:cubicBezTo>
                              <a:cubicBezTo>
                                <a:pt x="778" y="1151"/>
                                <a:pt x="799" y="1174"/>
                                <a:pt x="817" y="1176"/>
                              </a:cubicBezTo>
                              <a:cubicBezTo>
                                <a:pt x="828" y="1175"/>
                                <a:pt x="874" y="1152"/>
                                <a:pt x="874" y="1152"/>
                              </a:cubicBezTo>
                              <a:cubicBezTo>
                                <a:pt x="887" y="1118"/>
                                <a:pt x="860" y="1064"/>
                                <a:pt x="850" y="1032"/>
                              </a:cubicBezTo>
                              <a:cubicBezTo>
                                <a:pt x="854" y="1003"/>
                                <a:pt x="887" y="987"/>
                                <a:pt x="916" y="981"/>
                              </a:cubicBezTo>
                              <a:cubicBezTo>
                                <a:pt x="938" y="986"/>
                                <a:pt x="1042" y="1047"/>
                                <a:pt x="1063" y="1053"/>
                              </a:cubicBezTo>
                              <a:cubicBezTo>
                                <a:pt x="1096" y="1053"/>
                                <a:pt x="1102" y="1033"/>
                                <a:pt x="1129" y="1038"/>
                              </a:cubicBezTo>
                              <a:cubicBezTo>
                                <a:pt x="1156" y="1043"/>
                                <a:pt x="1201" y="1076"/>
                                <a:pt x="1225" y="1083"/>
                              </a:cubicBezTo>
                              <a:cubicBezTo>
                                <a:pt x="1272" y="1098"/>
                                <a:pt x="1226" y="1068"/>
                                <a:pt x="1273" y="1083"/>
                              </a:cubicBezTo>
                              <a:cubicBezTo>
                                <a:pt x="1302" y="1102"/>
                                <a:pt x="1363" y="1160"/>
                                <a:pt x="1396" y="1167"/>
                              </a:cubicBezTo>
                              <a:cubicBezTo>
                                <a:pt x="1410" y="1182"/>
                                <a:pt x="1437" y="1168"/>
                                <a:pt x="1453" y="1179"/>
                              </a:cubicBezTo>
                              <a:cubicBezTo>
                                <a:pt x="1462" y="1193"/>
                                <a:pt x="1498" y="1188"/>
                                <a:pt x="1498" y="1188"/>
                              </a:cubicBezTo>
                              <a:cubicBezTo>
                                <a:pt x="1501" y="1192"/>
                                <a:pt x="1520" y="1220"/>
                                <a:pt x="1522" y="1221"/>
                              </a:cubicBezTo>
                              <a:cubicBezTo>
                                <a:pt x="1532" y="1226"/>
                                <a:pt x="1564" y="1272"/>
                                <a:pt x="1564" y="1272"/>
                              </a:cubicBezTo>
                              <a:cubicBezTo>
                                <a:pt x="1576" y="1289"/>
                                <a:pt x="1613" y="1299"/>
                                <a:pt x="1633" y="1305"/>
                              </a:cubicBezTo>
                              <a:cubicBezTo>
                                <a:pt x="1663" y="1326"/>
                                <a:pt x="1666" y="1340"/>
                                <a:pt x="1702" y="1350"/>
                              </a:cubicBezTo>
                              <a:cubicBezTo>
                                <a:pt x="1726" y="1369"/>
                                <a:pt x="1759" y="1415"/>
                                <a:pt x="1789" y="1422"/>
                              </a:cubicBezTo>
                              <a:cubicBezTo>
                                <a:pt x="1806" y="1437"/>
                                <a:pt x="1851" y="1390"/>
                                <a:pt x="1873" y="1395"/>
                              </a:cubicBezTo>
                              <a:cubicBezTo>
                                <a:pt x="1898" y="1394"/>
                                <a:pt x="1862" y="1443"/>
                                <a:pt x="1867" y="1461"/>
                              </a:cubicBezTo>
                              <a:cubicBezTo>
                                <a:pt x="1872" y="1479"/>
                                <a:pt x="1893" y="1491"/>
                                <a:pt x="1906" y="1503"/>
                              </a:cubicBezTo>
                              <a:cubicBezTo>
                                <a:pt x="1919" y="1515"/>
                                <a:pt x="1940" y="1521"/>
                                <a:pt x="1945" y="1533"/>
                              </a:cubicBezTo>
                              <a:cubicBezTo>
                                <a:pt x="1950" y="1550"/>
                                <a:pt x="1920" y="1566"/>
                                <a:pt x="1936" y="1578"/>
                              </a:cubicBezTo>
                              <a:cubicBezTo>
                                <a:pt x="1945" y="1585"/>
                                <a:pt x="1978" y="1638"/>
                                <a:pt x="1978" y="1638"/>
                              </a:cubicBezTo>
                              <a:cubicBezTo>
                                <a:pt x="1977" y="1672"/>
                                <a:pt x="2032" y="1722"/>
                                <a:pt x="2017" y="1788"/>
                              </a:cubicBezTo>
                              <a:cubicBezTo>
                                <a:pt x="2006" y="1805"/>
                                <a:pt x="2035" y="1869"/>
                                <a:pt x="2017" y="1875"/>
                              </a:cubicBezTo>
                              <a:cubicBezTo>
                                <a:pt x="2007" y="1909"/>
                                <a:pt x="1999" y="1926"/>
                                <a:pt x="1975" y="1956"/>
                              </a:cubicBezTo>
                              <a:cubicBezTo>
                                <a:pt x="1972" y="1960"/>
                                <a:pt x="1903" y="1946"/>
                                <a:pt x="1900" y="1950"/>
                              </a:cubicBezTo>
                              <a:cubicBezTo>
                                <a:pt x="1889" y="1964"/>
                                <a:pt x="1901" y="2000"/>
                                <a:pt x="1885" y="2010"/>
                              </a:cubicBezTo>
                              <a:cubicBezTo>
                                <a:pt x="1860" y="2046"/>
                                <a:pt x="1883" y="2054"/>
                                <a:pt x="1858" y="2070"/>
                              </a:cubicBezTo>
                              <a:cubicBezTo>
                                <a:pt x="1846" y="2132"/>
                                <a:pt x="1810" y="2109"/>
                                <a:pt x="1780" y="2163"/>
                              </a:cubicBezTo>
                              <a:cubicBezTo>
                                <a:pt x="1794" y="2191"/>
                                <a:pt x="1818" y="2187"/>
                                <a:pt x="1840" y="2220"/>
                              </a:cubicBezTo>
                              <a:cubicBezTo>
                                <a:pt x="1843" y="2224"/>
                                <a:pt x="1833" y="2294"/>
                                <a:pt x="1828" y="2295"/>
                              </a:cubicBezTo>
                              <a:cubicBezTo>
                                <a:pt x="1826" y="2307"/>
                                <a:pt x="1782" y="2311"/>
                                <a:pt x="1756" y="2313"/>
                              </a:cubicBezTo>
                              <a:cubicBezTo>
                                <a:pt x="1732" y="2312"/>
                                <a:pt x="1703" y="2297"/>
                                <a:pt x="1684" y="2292"/>
                              </a:cubicBezTo>
                              <a:cubicBezTo>
                                <a:pt x="1665" y="2287"/>
                                <a:pt x="1649" y="2292"/>
                                <a:pt x="1639" y="2280"/>
                              </a:cubicBezTo>
                              <a:cubicBezTo>
                                <a:pt x="1607" y="2258"/>
                                <a:pt x="1660" y="2230"/>
                                <a:pt x="1624" y="2217"/>
                              </a:cubicBezTo>
                              <a:cubicBezTo>
                                <a:pt x="1605" y="2211"/>
                                <a:pt x="1597" y="2216"/>
                                <a:pt x="1588" y="2217"/>
                              </a:cubicBezTo>
                              <a:cubicBezTo>
                                <a:pt x="1579" y="2218"/>
                                <a:pt x="1574" y="2222"/>
                                <a:pt x="1570" y="2226"/>
                              </a:cubicBezTo>
                              <a:cubicBezTo>
                                <a:pt x="1569" y="2237"/>
                                <a:pt x="1566" y="2230"/>
                                <a:pt x="1564" y="2241"/>
                              </a:cubicBezTo>
                              <a:cubicBezTo>
                                <a:pt x="1563" y="2246"/>
                                <a:pt x="1545" y="2263"/>
                                <a:pt x="1546" y="2268"/>
                              </a:cubicBezTo>
                              <a:cubicBezTo>
                                <a:pt x="1548" y="2281"/>
                                <a:pt x="1549" y="2280"/>
                                <a:pt x="1552" y="2292"/>
                              </a:cubicBezTo>
                              <a:cubicBezTo>
                                <a:pt x="1555" y="2282"/>
                                <a:pt x="1554" y="2303"/>
                                <a:pt x="1564" y="2307"/>
                              </a:cubicBezTo>
                              <a:cubicBezTo>
                                <a:pt x="1574" y="2311"/>
                                <a:pt x="1582" y="2319"/>
                                <a:pt x="1588" y="2328"/>
                              </a:cubicBezTo>
                              <a:cubicBezTo>
                                <a:pt x="1591" y="2333"/>
                                <a:pt x="1633" y="2337"/>
                                <a:pt x="1633" y="2337"/>
                              </a:cubicBezTo>
                              <a:cubicBezTo>
                                <a:pt x="1642" y="2367"/>
                                <a:pt x="1612" y="2380"/>
                                <a:pt x="1639" y="2391"/>
                              </a:cubicBezTo>
                              <a:cubicBezTo>
                                <a:pt x="1660" y="2412"/>
                                <a:pt x="1657" y="2418"/>
                                <a:pt x="1684" y="2436"/>
                              </a:cubicBezTo>
                              <a:cubicBezTo>
                                <a:pt x="1689" y="2453"/>
                                <a:pt x="1735" y="2444"/>
                                <a:pt x="1747" y="2457"/>
                              </a:cubicBezTo>
                              <a:cubicBezTo>
                                <a:pt x="1754" y="2480"/>
                                <a:pt x="1752" y="2531"/>
                                <a:pt x="1774" y="2538"/>
                              </a:cubicBezTo>
                              <a:cubicBezTo>
                                <a:pt x="1790" y="2548"/>
                                <a:pt x="1792" y="2554"/>
                                <a:pt x="1810" y="2559"/>
                              </a:cubicBezTo>
                              <a:cubicBezTo>
                                <a:pt x="1838" y="2578"/>
                                <a:pt x="1811" y="2556"/>
                                <a:pt x="1843" y="2565"/>
                              </a:cubicBezTo>
                              <a:cubicBezTo>
                                <a:pt x="1884" y="2552"/>
                                <a:pt x="1865" y="2527"/>
                                <a:pt x="1897" y="2505"/>
                              </a:cubicBezTo>
                              <a:cubicBezTo>
                                <a:pt x="1902" y="2485"/>
                                <a:pt x="1892" y="2460"/>
                                <a:pt x="1888" y="2442"/>
                              </a:cubicBezTo>
                              <a:cubicBezTo>
                                <a:pt x="1884" y="2424"/>
                                <a:pt x="1857" y="2424"/>
                                <a:pt x="1873" y="2397"/>
                              </a:cubicBezTo>
                              <a:cubicBezTo>
                                <a:pt x="1889" y="2370"/>
                                <a:pt x="1955" y="2299"/>
                                <a:pt x="1981" y="2280"/>
                              </a:cubicBezTo>
                              <a:cubicBezTo>
                                <a:pt x="2007" y="2261"/>
                                <a:pt x="2024" y="2267"/>
                                <a:pt x="2032" y="2283"/>
                              </a:cubicBezTo>
                              <a:cubicBezTo>
                                <a:pt x="2038" y="2278"/>
                                <a:pt x="2024" y="2382"/>
                                <a:pt x="2032" y="2379"/>
                              </a:cubicBezTo>
                              <a:cubicBezTo>
                                <a:pt x="2060" y="2387"/>
                                <a:pt x="2095" y="2389"/>
                                <a:pt x="2122" y="2397"/>
                              </a:cubicBezTo>
                              <a:cubicBezTo>
                                <a:pt x="2131" y="2403"/>
                                <a:pt x="2194" y="2406"/>
                                <a:pt x="2203" y="2412"/>
                              </a:cubicBezTo>
                              <a:cubicBezTo>
                                <a:pt x="2208" y="2415"/>
                                <a:pt x="2260" y="2445"/>
                                <a:pt x="2260" y="2445"/>
                              </a:cubicBezTo>
                              <a:cubicBezTo>
                                <a:pt x="2266" y="2470"/>
                                <a:pt x="2278" y="2478"/>
                                <a:pt x="2296" y="2496"/>
                              </a:cubicBezTo>
                              <a:cubicBezTo>
                                <a:pt x="2304" y="2522"/>
                                <a:pt x="2310" y="2560"/>
                                <a:pt x="2329" y="2577"/>
                              </a:cubicBezTo>
                              <a:cubicBezTo>
                                <a:pt x="2350" y="2619"/>
                                <a:pt x="2305" y="2592"/>
                                <a:pt x="2308" y="2640"/>
                              </a:cubicBezTo>
                              <a:cubicBezTo>
                                <a:pt x="2337" y="2646"/>
                                <a:pt x="2348" y="2692"/>
                                <a:pt x="2377" y="2697"/>
                              </a:cubicBezTo>
                              <a:cubicBezTo>
                                <a:pt x="2409" y="2708"/>
                                <a:pt x="2385" y="2711"/>
                                <a:pt x="2437" y="2721"/>
                              </a:cubicBezTo>
                              <a:cubicBezTo>
                                <a:pt x="2463" y="2726"/>
                                <a:pt x="2468" y="2723"/>
                                <a:pt x="2494" y="2730"/>
                              </a:cubicBezTo>
                              <a:cubicBezTo>
                                <a:pt x="2535" y="2727"/>
                                <a:pt x="2503" y="2720"/>
                                <a:pt x="2539" y="2712"/>
                              </a:cubicBezTo>
                              <a:cubicBezTo>
                                <a:pt x="2549" y="2696"/>
                                <a:pt x="2563" y="2688"/>
                                <a:pt x="2575" y="2673"/>
                              </a:cubicBezTo>
                              <a:cubicBezTo>
                                <a:pt x="2590" y="2654"/>
                                <a:pt x="2596" y="2631"/>
                                <a:pt x="2635" y="2625"/>
                              </a:cubicBezTo>
                              <a:cubicBezTo>
                                <a:pt x="2654" y="2603"/>
                                <a:pt x="2680" y="2592"/>
                                <a:pt x="2701" y="2571"/>
                              </a:cubicBezTo>
                              <a:cubicBezTo>
                                <a:pt x="2697" y="2546"/>
                                <a:pt x="2642" y="2534"/>
                                <a:pt x="2635" y="2520"/>
                              </a:cubicBezTo>
                              <a:cubicBezTo>
                                <a:pt x="2628" y="2502"/>
                                <a:pt x="2646" y="2472"/>
                                <a:pt x="2656" y="2460"/>
                              </a:cubicBezTo>
                              <a:cubicBezTo>
                                <a:pt x="2701" y="2436"/>
                                <a:pt x="2653" y="2479"/>
                                <a:pt x="2695" y="2445"/>
                              </a:cubicBezTo>
                              <a:cubicBezTo>
                                <a:pt x="2700" y="2441"/>
                                <a:pt x="2736" y="2468"/>
                                <a:pt x="2740" y="2463"/>
                              </a:cubicBezTo>
                              <a:cubicBezTo>
                                <a:pt x="2743" y="2459"/>
                                <a:pt x="2781" y="2466"/>
                                <a:pt x="2785" y="2463"/>
                              </a:cubicBezTo>
                              <a:cubicBezTo>
                                <a:pt x="2791" y="2446"/>
                                <a:pt x="2791" y="2445"/>
                                <a:pt x="2803" y="2430"/>
                              </a:cubicBezTo>
                              <a:cubicBezTo>
                                <a:pt x="2798" y="2397"/>
                                <a:pt x="2776" y="2300"/>
                                <a:pt x="2767" y="2259"/>
                              </a:cubicBezTo>
                              <a:cubicBezTo>
                                <a:pt x="2758" y="2218"/>
                                <a:pt x="2739" y="2212"/>
                                <a:pt x="2746" y="2181"/>
                              </a:cubicBezTo>
                              <a:cubicBezTo>
                                <a:pt x="2757" y="2152"/>
                                <a:pt x="2781" y="2111"/>
                                <a:pt x="2812" y="2073"/>
                              </a:cubicBezTo>
                              <a:cubicBezTo>
                                <a:pt x="2811" y="2030"/>
                                <a:pt x="2870" y="2117"/>
                                <a:pt x="2899" y="2127"/>
                              </a:cubicBezTo>
                              <a:cubicBezTo>
                                <a:pt x="2928" y="2137"/>
                                <a:pt x="2965" y="2137"/>
                                <a:pt x="2989" y="2133"/>
                              </a:cubicBezTo>
                              <a:cubicBezTo>
                                <a:pt x="3002" y="2112"/>
                                <a:pt x="3027" y="2121"/>
                                <a:pt x="3043" y="2100"/>
                              </a:cubicBezTo>
                              <a:cubicBezTo>
                                <a:pt x="3059" y="2074"/>
                                <a:pt x="3006" y="2057"/>
                                <a:pt x="3016" y="2037"/>
                              </a:cubicBezTo>
                              <a:cubicBezTo>
                                <a:pt x="3026" y="2017"/>
                                <a:pt x="3082" y="1983"/>
                                <a:pt x="3106" y="1980"/>
                              </a:cubicBezTo>
                              <a:cubicBezTo>
                                <a:pt x="3130" y="1977"/>
                                <a:pt x="3147" y="2013"/>
                                <a:pt x="3160" y="2016"/>
                              </a:cubicBezTo>
                              <a:cubicBezTo>
                                <a:pt x="3161" y="2012"/>
                                <a:pt x="3184" y="2002"/>
                                <a:pt x="3187" y="1998"/>
                              </a:cubicBezTo>
                              <a:cubicBezTo>
                                <a:pt x="3191" y="1993"/>
                                <a:pt x="3188" y="1980"/>
                                <a:pt x="3190" y="1974"/>
                              </a:cubicBezTo>
                              <a:cubicBezTo>
                                <a:pt x="3194" y="1963"/>
                                <a:pt x="3194" y="1932"/>
                                <a:pt x="3196" y="1920"/>
                              </a:cubicBezTo>
                              <a:cubicBezTo>
                                <a:pt x="3197" y="1915"/>
                                <a:pt x="3182" y="1870"/>
                                <a:pt x="3184" y="1866"/>
                              </a:cubicBezTo>
                              <a:cubicBezTo>
                                <a:pt x="3190" y="1783"/>
                                <a:pt x="3163" y="1896"/>
                                <a:pt x="3211" y="1791"/>
                              </a:cubicBezTo>
                              <a:cubicBezTo>
                                <a:pt x="3210" y="1775"/>
                                <a:pt x="3219" y="1761"/>
                                <a:pt x="3211" y="1749"/>
                              </a:cubicBezTo>
                              <a:cubicBezTo>
                                <a:pt x="3204" y="1738"/>
                                <a:pt x="3178" y="1722"/>
                                <a:pt x="3172" y="1710"/>
                              </a:cubicBezTo>
                              <a:cubicBezTo>
                                <a:pt x="3168" y="1703"/>
                                <a:pt x="3121" y="1683"/>
                                <a:pt x="3112" y="1680"/>
                              </a:cubicBezTo>
                              <a:cubicBezTo>
                                <a:pt x="3064" y="1663"/>
                                <a:pt x="2952" y="1629"/>
                                <a:pt x="2905" y="1602"/>
                              </a:cubicBezTo>
                              <a:cubicBezTo>
                                <a:pt x="2858" y="1575"/>
                                <a:pt x="2848" y="1526"/>
                                <a:pt x="2830" y="1517"/>
                              </a:cubicBezTo>
                              <a:cubicBezTo>
                                <a:pt x="2800" y="1525"/>
                                <a:pt x="2819" y="1529"/>
                                <a:pt x="2794" y="1545"/>
                              </a:cubicBezTo>
                              <a:cubicBezTo>
                                <a:pt x="2784" y="1560"/>
                                <a:pt x="2797" y="1615"/>
                                <a:pt x="2791" y="1632"/>
                              </a:cubicBezTo>
                              <a:cubicBezTo>
                                <a:pt x="2785" y="1649"/>
                                <a:pt x="2764" y="1630"/>
                                <a:pt x="2758" y="1650"/>
                              </a:cubicBezTo>
                              <a:cubicBezTo>
                                <a:pt x="2753" y="1696"/>
                                <a:pt x="2734" y="1698"/>
                                <a:pt x="2758" y="1752"/>
                              </a:cubicBezTo>
                              <a:cubicBezTo>
                                <a:pt x="2765" y="1776"/>
                                <a:pt x="2804" y="1744"/>
                                <a:pt x="2821" y="1749"/>
                              </a:cubicBezTo>
                              <a:cubicBezTo>
                                <a:pt x="2838" y="1754"/>
                                <a:pt x="2857" y="1765"/>
                                <a:pt x="2863" y="1782"/>
                              </a:cubicBezTo>
                              <a:cubicBezTo>
                                <a:pt x="2869" y="1799"/>
                                <a:pt x="2866" y="1831"/>
                                <a:pt x="2860" y="1851"/>
                              </a:cubicBezTo>
                              <a:cubicBezTo>
                                <a:pt x="2854" y="1871"/>
                                <a:pt x="2845" y="1898"/>
                                <a:pt x="2827" y="1905"/>
                              </a:cubicBezTo>
                              <a:cubicBezTo>
                                <a:pt x="2809" y="1912"/>
                                <a:pt x="2760" y="1883"/>
                                <a:pt x="2749" y="1896"/>
                              </a:cubicBezTo>
                              <a:cubicBezTo>
                                <a:pt x="2738" y="1909"/>
                                <a:pt x="2766" y="1966"/>
                                <a:pt x="2761" y="1986"/>
                              </a:cubicBezTo>
                              <a:cubicBezTo>
                                <a:pt x="2756" y="2006"/>
                                <a:pt x="2738" y="2023"/>
                                <a:pt x="2716" y="2019"/>
                              </a:cubicBezTo>
                              <a:cubicBezTo>
                                <a:pt x="2702" y="2048"/>
                                <a:pt x="2650" y="1977"/>
                                <a:pt x="2632" y="1959"/>
                              </a:cubicBezTo>
                              <a:cubicBezTo>
                                <a:pt x="2614" y="1941"/>
                                <a:pt x="2622" y="1919"/>
                                <a:pt x="2605" y="1908"/>
                              </a:cubicBezTo>
                              <a:cubicBezTo>
                                <a:pt x="2588" y="1897"/>
                                <a:pt x="2542" y="1906"/>
                                <a:pt x="2533" y="1890"/>
                              </a:cubicBezTo>
                              <a:cubicBezTo>
                                <a:pt x="2525" y="1860"/>
                                <a:pt x="2539" y="1842"/>
                                <a:pt x="2548" y="1812"/>
                              </a:cubicBezTo>
                              <a:cubicBezTo>
                                <a:pt x="2542" y="1796"/>
                                <a:pt x="2542" y="1771"/>
                                <a:pt x="2536" y="1755"/>
                              </a:cubicBezTo>
                              <a:cubicBezTo>
                                <a:pt x="2533" y="1736"/>
                                <a:pt x="2507" y="1719"/>
                                <a:pt x="2500" y="1701"/>
                              </a:cubicBezTo>
                              <a:cubicBezTo>
                                <a:pt x="2491" y="1641"/>
                                <a:pt x="2503" y="1686"/>
                                <a:pt x="2515" y="1635"/>
                              </a:cubicBezTo>
                              <a:cubicBezTo>
                                <a:pt x="2502" y="1620"/>
                                <a:pt x="2499" y="1596"/>
                                <a:pt x="2482" y="1584"/>
                              </a:cubicBezTo>
                              <a:cubicBezTo>
                                <a:pt x="2477" y="1580"/>
                                <a:pt x="2442" y="1537"/>
                                <a:pt x="2437" y="1533"/>
                              </a:cubicBezTo>
                              <a:cubicBezTo>
                                <a:pt x="2416" y="1516"/>
                                <a:pt x="2407" y="1512"/>
                                <a:pt x="2386" y="1497"/>
                              </a:cubicBezTo>
                              <a:cubicBezTo>
                                <a:pt x="2365" y="1465"/>
                                <a:pt x="2310" y="1506"/>
                                <a:pt x="2287" y="1491"/>
                              </a:cubicBezTo>
                              <a:cubicBezTo>
                                <a:pt x="2258" y="1475"/>
                                <a:pt x="2258" y="1446"/>
                                <a:pt x="2233" y="1419"/>
                              </a:cubicBezTo>
                              <a:cubicBezTo>
                                <a:pt x="2208" y="1392"/>
                                <a:pt x="2151" y="1365"/>
                                <a:pt x="2137" y="1329"/>
                              </a:cubicBezTo>
                              <a:cubicBezTo>
                                <a:pt x="2111" y="1299"/>
                                <a:pt x="2121" y="1245"/>
                                <a:pt x="2146" y="1203"/>
                              </a:cubicBezTo>
                              <a:cubicBezTo>
                                <a:pt x="2171" y="1161"/>
                                <a:pt x="2264" y="1101"/>
                                <a:pt x="2287" y="1077"/>
                              </a:cubicBezTo>
                              <a:cubicBezTo>
                                <a:pt x="2310" y="1053"/>
                                <a:pt x="2290" y="1071"/>
                                <a:pt x="2284" y="1062"/>
                              </a:cubicBezTo>
                              <a:cubicBezTo>
                                <a:pt x="2278" y="1053"/>
                                <a:pt x="2254" y="1041"/>
                                <a:pt x="2254" y="1023"/>
                              </a:cubicBezTo>
                              <a:cubicBezTo>
                                <a:pt x="2254" y="1005"/>
                                <a:pt x="2303" y="957"/>
                                <a:pt x="2284" y="951"/>
                              </a:cubicBezTo>
                              <a:cubicBezTo>
                                <a:pt x="2248" y="886"/>
                                <a:pt x="2177" y="972"/>
                                <a:pt x="2137" y="987"/>
                              </a:cubicBezTo>
                              <a:cubicBezTo>
                                <a:pt x="2097" y="1002"/>
                                <a:pt x="2065" y="1038"/>
                                <a:pt x="2041" y="1044"/>
                              </a:cubicBezTo>
                              <a:cubicBezTo>
                                <a:pt x="2017" y="1050"/>
                                <a:pt x="2010" y="1030"/>
                                <a:pt x="1993" y="1026"/>
                              </a:cubicBezTo>
                              <a:cubicBezTo>
                                <a:pt x="1976" y="1022"/>
                                <a:pt x="1966" y="1017"/>
                                <a:pt x="1936" y="1017"/>
                              </a:cubicBezTo>
                              <a:cubicBezTo>
                                <a:pt x="1912" y="1032"/>
                                <a:pt x="1837" y="1019"/>
                                <a:pt x="1810" y="1029"/>
                              </a:cubicBezTo>
                              <a:cubicBezTo>
                                <a:pt x="1787" y="1059"/>
                                <a:pt x="1848" y="1097"/>
                                <a:pt x="1840" y="1116"/>
                              </a:cubicBezTo>
                              <a:cubicBezTo>
                                <a:pt x="1832" y="1137"/>
                                <a:pt x="1783" y="1155"/>
                                <a:pt x="1759" y="1155"/>
                              </a:cubicBezTo>
                              <a:cubicBezTo>
                                <a:pt x="1735" y="1155"/>
                                <a:pt x="1718" y="1135"/>
                                <a:pt x="1696" y="1119"/>
                              </a:cubicBezTo>
                              <a:cubicBezTo>
                                <a:pt x="1674" y="1103"/>
                                <a:pt x="1639" y="1085"/>
                                <a:pt x="1627" y="1062"/>
                              </a:cubicBezTo>
                              <a:cubicBezTo>
                                <a:pt x="1615" y="1039"/>
                                <a:pt x="1635" y="998"/>
                                <a:pt x="1621" y="978"/>
                              </a:cubicBezTo>
                              <a:cubicBezTo>
                                <a:pt x="1577" y="944"/>
                                <a:pt x="1603" y="966"/>
                                <a:pt x="1540" y="942"/>
                              </a:cubicBezTo>
                              <a:cubicBezTo>
                                <a:pt x="1508" y="930"/>
                                <a:pt x="1411" y="835"/>
                                <a:pt x="1384" y="816"/>
                              </a:cubicBezTo>
                              <a:cubicBezTo>
                                <a:pt x="1366" y="770"/>
                                <a:pt x="1486" y="716"/>
                                <a:pt x="1495" y="669"/>
                              </a:cubicBezTo>
                              <a:cubicBezTo>
                                <a:pt x="1493" y="630"/>
                                <a:pt x="1511" y="644"/>
                                <a:pt x="1504" y="606"/>
                              </a:cubicBezTo>
                              <a:cubicBezTo>
                                <a:pt x="1502" y="593"/>
                                <a:pt x="1474" y="577"/>
                                <a:pt x="1462" y="570"/>
                              </a:cubicBezTo>
                              <a:cubicBezTo>
                                <a:pt x="1396" y="528"/>
                                <a:pt x="1319" y="603"/>
                                <a:pt x="1243" y="600"/>
                              </a:cubicBezTo>
                              <a:cubicBezTo>
                                <a:pt x="1187" y="618"/>
                                <a:pt x="1202" y="657"/>
                                <a:pt x="1186" y="666"/>
                              </a:cubicBezTo>
                              <a:cubicBezTo>
                                <a:pt x="1170" y="675"/>
                                <a:pt x="1154" y="674"/>
                                <a:pt x="1144" y="654"/>
                              </a:cubicBezTo>
                              <a:cubicBezTo>
                                <a:pt x="1138" y="637"/>
                                <a:pt x="1136" y="558"/>
                                <a:pt x="1126" y="543"/>
                              </a:cubicBezTo>
                              <a:cubicBezTo>
                                <a:pt x="1114" y="513"/>
                                <a:pt x="1079" y="498"/>
                                <a:pt x="1063" y="480"/>
                              </a:cubicBezTo>
                              <a:cubicBezTo>
                                <a:pt x="1047" y="462"/>
                                <a:pt x="1030" y="450"/>
                                <a:pt x="1030" y="432"/>
                              </a:cubicBezTo>
                              <a:cubicBezTo>
                                <a:pt x="1023" y="401"/>
                                <a:pt x="1042" y="390"/>
                                <a:pt x="1063" y="369"/>
                              </a:cubicBezTo>
                              <a:cubicBezTo>
                                <a:pt x="1057" y="358"/>
                                <a:pt x="1073" y="310"/>
                                <a:pt x="1066" y="300"/>
                              </a:cubicBezTo>
                              <a:cubicBezTo>
                                <a:pt x="1054" y="282"/>
                                <a:pt x="1051" y="238"/>
                                <a:pt x="1033" y="225"/>
                              </a:cubicBezTo>
                              <a:cubicBezTo>
                                <a:pt x="1022" y="210"/>
                                <a:pt x="1018" y="168"/>
                                <a:pt x="1000" y="162"/>
                              </a:cubicBezTo>
                              <a:cubicBezTo>
                                <a:pt x="988" y="144"/>
                                <a:pt x="992" y="114"/>
                                <a:pt x="973" y="102"/>
                              </a:cubicBezTo>
                              <a:cubicBezTo>
                                <a:pt x="955" y="65"/>
                                <a:pt x="948" y="52"/>
                                <a:pt x="913" y="36"/>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60" name="Freeform 183"/>
                        <p:cNvSpPr/>
                        <p:nvPr/>
                      </p:nvSpPr>
                      <p:spPr bwMode="auto">
                        <a:xfrm>
                          <a:off x="9506" y="6672"/>
                          <a:ext cx="740" cy="1073"/>
                        </a:xfrm>
                        <a:custGeom>
                          <a:avLst/>
                          <a:gdLst>
                            <a:gd name="T0" fmla="*/ 381 w 744"/>
                            <a:gd name="T1" fmla="*/ 159 h 1071"/>
                            <a:gd name="T2" fmla="*/ 372 w 744"/>
                            <a:gd name="T3" fmla="*/ 240 h 1071"/>
                            <a:gd name="T4" fmla="*/ 369 w 744"/>
                            <a:gd name="T5" fmla="*/ 342 h 1071"/>
                            <a:gd name="T6" fmla="*/ 345 w 744"/>
                            <a:gd name="T7" fmla="*/ 405 h 1071"/>
                            <a:gd name="T8" fmla="*/ 282 w 744"/>
                            <a:gd name="T9" fmla="*/ 411 h 1071"/>
                            <a:gd name="T10" fmla="*/ 207 w 744"/>
                            <a:gd name="T11" fmla="*/ 462 h 1071"/>
                            <a:gd name="T12" fmla="*/ 123 w 744"/>
                            <a:gd name="T13" fmla="*/ 447 h 1071"/>
                            <a:gd name="T14" fmla="*/ 63 w 744"/>
                            <a:gd name="T15" fmla="*/ 480 h 1071"/>
                            <a:gd name="T16" fmla="*/ 6 w 744"/>
                            <a:gd name="T17" fmla="*/ 468 h 1071"/>
                            <a:gd name="T18" fmla="*/ 9 w 744"/>
                            <a:gd name="T19" fmla="*/ 492 h 1071"/>
                            <a:gd name="T20" fmla="*/ 24 w 744"/>
                            <a:gd name="T21" fmla="*/ 519 h 1071"/>
                            <a:gd name="T22" fmla="*/ 51 w 744"/>
                            <a:gd name="T23" fmla="*/ 540 h 1071"/>
                            <a:gd name="T24" fmla="*/ 81 w 744"/>
                            <a:gd name="T25" fmla="*/ 549 h 1071"/>
                            <a:gd name="T26" fmla="*/ 174 w 744"/>
                            <a:gd name="T27" fmla="*/ 564 h 1071"/>
                            <a:gd name="T28" fmla="*/ 231 w 744"/>
                            <a:gd name="T29" fmla="*/ 618 h 1071"/>
                            <a:gd name="T30" fmla="*/ 282 w 744"/>
                            <a:gd name="T31" fmla="*/ 687 h 1071"/>
                            <a:gd name="T32" fmla="*/ 270 w 744"/>
                            <a:gd name="T33" fmla="*/ 750 h 1071"/>
                            <a:gd name="T34" fmla="*/ 303 w 744"/>
                            <a:gd name="T35" fmla="*/ 792 h 1071"/>
                            <a:gd name="T36" fmla="*/ 315 w 744"/>
                            <a:gd name="T37" fmla="*/ 855 h 1071"/>
                            <a:gd name="T38" fmla="*/ 300 w 744"/>
                            <a:gd name="T39" fmla="*/ 930 h 1071"/>
                            <a:gd name="T40" fmla="*/ 318 w 744"/>
                            <a:gd name="T41" fmla="*/ 954 h 1071"/>
                            <a:gd name="T42" fmla="*/ 372 w 744"/>
                            <a:gd name="T43" fmla="*/ 966 h 1071"/>
                            <a:gd name="T44" fmla="*/ 411 w 744"/>
                            <a:gd name="T45" fmla="*/ 1023 h 1071"/>
                            <a:gd name="T46" fmla="*/ 477 w 744"/>
                            <a:gd name="T47" fmla="*/ 1071 h 1071"/>
                            <a:gd name="T48" fmla="*/ 513 w 744"/>
                            <a:gd name="T49" fmla="*/ 1065 h 1071"/>
                            <a:gd name="T50" fmla="*/ 534 w 744"/>
                            <a:gd name="T51" fmla="*/ 1035 h 1071"/>
                            <a:gd name="T52" fmla="*/ 522 w 744"/>
                            <a:gd name="T53" fmla="*/ 951 h 1071"/>
                            <a:gd name="T54" fmla="*/ 591 w 744"/>
                            <a:gd name="T55" fmla="*/ 960 h 1071"/>
                            <a:gd name="T56" fmla="*/ 621 w 744"/>
                            <a:gd name="T57" fmla="*/ 933 h 1071"/>
                            <a:gd name="T58" fmla="*/ 633 w 744"/>
                            <a:gd name="T59" fmla="*/ 831 h 1071"/>
                            <a:gd name="T60" fmla="*/ 594 w 744"/>
                            <a:gd name="T61" fmla="*/ 801 h 1071"/>
                            <a:gd name="T62" fmla="*/ 546 w 744"/>
                            <a:gd name="T63" fmla="*/ 816 h 1071"/>
                            <a:gd name="T64" fmla="*/ 519 w 744"/>
                            <a:gd name="T65" fmla="*/ 798 h 1071"/>
                            <a:gd name="T66" fmla="*/ 519 w 744"/>
                            <a:gd name="T67" fmla="*/ 738 h 1071"/>
                            <a:gd name="T68" fmla="*/ 522 w 744"/>
                            <a:gd name="T69" fmla="*/ 693 h 1071"/>
                            <a:gd name="T70" fmla="*/ 564 w 744"/>
                            <a:gd name="T71" fmla="*/ 681 h 1071"/>
                            <a:gd name="T72" fmla="*/ 579 w 744"/>
                            <a:gd name="T73" fmla="*/ 594 h 1071"/>
                            <a:gd name="T74" fmla="*/ 609 w 744"/>
                            <a:gd name="T75" fmla="*/ 573 h 1071"/>
                            <a:gd name="T76" fmla="*/ 681 w 744"/>
                            <a:gd name="T77" fmla="*/ 657 h 1071"/>
                            <a:gd name="T78" fmla="*/ 699 w 744"/>
                            <a:gd name="T79" fmla="*/ 633 h 1071"/>
                            <a:gd name="T80" fmla="*/ 705 w 744"/>
                            <a:gd name="T81" fmla="*/ 549 h 1071"/>
                            <a:gd name="T82" fmla="*/ 702 w 744"/>
                            <a:gd name="T83" fmla="*/ 483 h 1071"/>
                            <a:gd name="T84" fmla="*/ 744 w 744"/>
                            <a:gd name="T85" fmla="*/ 429 h 1071"/>
                            <a:gd name="T86" fmla="*/ 648 w 744"/>
                            <a:gd name="T87" fmla="*/ 327 h 1071"/>
                            <a:gd name="T88" fmla="*/ 609 w 744"/>
                            <a:gd name="T89" fmla="*/ 321 h 1071"/>
                            <a:gd name="T90" fmla="*/ 570 w 744"/>
                            <a:gd name="T91" fmla="*/ 327 h 1071"/>
                            <a:gd name="T92" fmla="*/ 570 w 744"/>
                            <a:gd name="T93" fmla="*/ 276 h 1071"/>
                            <a:gd name="T94" fmla="*/ 600 w 744"/>
                            <a:gd name="T95" fmla="*/ 192 h 1071"/>
                            <a:gd name="T96" fmla="*/ 627 w 744"/>
                            <a:gd name="T97" fmla="*/ 135 h 1071"/>
                            <a:gd name="T98" fmla="*/ 630 w 744"/>
                            <a:gd name="T99" fmla="*/ 84 h 1071"/>
                            <a:gd name="T100" fmla="*/ 561 w 744"/>
                            <a:gd name="T101" fmla="*/ 33 h 1071"/>
                            <a:gd name="T102" fmla="*/ 453 w 744"/>
                            <a:gd name="T103" fmla="*/ 42 h 1071"/>
                            <a:gd name="T104" fmla="*/ 417 w 744"/>
                            <a:gd name="T105" fmla="*/ 96 h 1071"/>
                            <a:gd name="T106" fmla="*/ 408 w 744"/>
                            <a:gd name="T107" fmla="*/ 120 h 1071"/>
                            <a:gd name="T108" fmla="*/ 381 w 744"/>
                            <a:gd name="T109" fmla="*/ 159 h 10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4" h="1071">
                              <a:moveTo>
                                <a:pt x="381" y="159"/>
                              </a:moveTo>
                              <a:cubicBezTo>
                                <a:pt x="376" y="221"/>
                                <a:pt x="387" y="183"/>
                                <a:pt x="372" y="240"/>
                              </a:cubicBezTo>
                              <a:cubicBezTo>
                                <a:pt x="384" y="267"/>
                                <a:pt x="373" y="315"/>
                                <a:pt x="369" y="342"/>
                              </a:cubicBezTo>
                              <a:cubicBezTo>
                                <a:pt x="365" y="369"/>
                                <a:pt x="359" y="394"/>
                                <a:pt x="345" y="405"/>
                              </a:cubicBezTo>
                              <a:cubicBezTo>
                                <a:pt x="337" y="435"/>
                                <a:pt x="303" y="387"/>
                                <a:pt x="282" y="411"/>
                              </a:cubicBezTo>
                              <a:cubicBezTo>
                                <a:pt x="263" y="433"/>
                                <a:pt x="232" y="450"/>
                                <a:pt x="207" y="462"/>
                              </a:cubicBezTo>
                              <a:cubicBezTo>
                                <a:pt x="166" y="482"/>
                                <a:pt x="167" y="435"/>
                                <a:pt x="123" y="447"/>
                              </a:cubicBezTo>
                              <a:cubicBezTo>
                                <a:pt x="106" y="458"/>
                                <a:pt x="81" y="473"/>
                                <a:pt x="63" y="480"/>
                              </a:cubicBezTo>
                              <a:cubicBezTo>
                                <a:pt x="57" y="496"/>
                                <a:pt x="20" y="449"/>
                                <a:pt x="6" y="468"/>
                              </a:cubicBezTo>
                              <a:cubicBezTo>
                                <a:pt x="10" y="513"/>
                                <a:pt x="0" y="465"/>
                                <a:pt x="9" y="492"/>
                              </a:cubicBezTo>
                              <a:cubicBezTo>
                                <a:pt x="26" y="511"/>
                                <a:pt x="12" y="495"/>
                                <a:pt x="24" y="519"/>
                              </a:cubicBezTo>
                              <a:cubicBezTo>
                                <a:pt x="39" y="524"/>
                                <a:pt x="35" y="534"/>
                                <a:pt x="51" y="540"/>
                              </a:cubicBezTo>
                              <a:cubicBezTo>
                                <a:pt x="60" y="548"/>
                                <a:pt x="71" y="542"/>
                                <a:pt x="81" y="549"/>
                              </a:cubicBezTo>
                              <a:cubicBezTo>
                                <a:pt x="138" y="540"/>
                                <a:pt x="150" y="543"/>
                                <a:pt x="174" y="564"/>
                              </a:cubicBezTo>
                              <a:cubicBezTo>
                                <a:pt x="190" y="578"/>
                                <a:pt x="215" y="604"/>
                                <a:pt x="231" y="618"/>
                              </a:cubicBezTo>
                              <a:cubicBezTo>
                                <a:pt x="236" y="632"/>
                                <a:pt x="274" y="675"/>
                                <a:pt x="282" y="687"/>
                              </a:cubicBezTo>
                              <a:cubicBezTo>
                                <a:pt x="288" y="696"/>
                                <a:pt x="270" y="750"/>
                                <a:pt x="270" y="750"/>
                              </a:cubicBezTo>
                              <a:cubicBezTo>
                                <a:pt x="273" y="761"/>
                                <a:pt x="294" y="784"/>
                                <a:pt x="303" y="792"/>
                              </a:cubicBezTo>
                              <a:cubicBezTo>
                                <a:pt x="309" y="815"/>
                                <a:pt x="299" y="839"/>
                                <a:pt x="315" y="855"/>
                              </a:cubicBezTo>
                              <a:cubicBezTo>
                                <a:pt x="323" y="866"/>
                                <a:pt x="302" y="913"/>
                                <a:pt x="300" y="930"/>
                              </a:cubicBezTo>
                              <a:cubicBezTo>
                                <a:pt x="300" y="946"/>
                                <a:pt x="306" y="948"/>
                                <a:pt x="318" y="954"/>
                              </a:cubicBezTo>
                              <a:cubicBezTo>
                                <a:pt x="322" y="969"/>
                                <a:pt x="363" y="954"/>
                                <a:pt x="372" y="966"/>
                              </a:cubicBezTo>
                              <a:cubicBezTo>
                                <a:pt x="377" y="986"/>
                                <a:pt x="391" y="1016"/>
                                <a:pt x="411" y="1023"/>
                              </a:cubicBezTo>
                              <a:cubicBezTo>
                                <a:pt x="423" y="1042"/>
                                <a:pt x="456" y="1069"/>
                                <a:pt x="477" y="1071"/>
                              </a:cubicBezTo>
                              <a:cubicBezTo>
                                <a:pt x="518" y="1070"/>
                                <a:pt x="472" y="1068"/>
                                <a:pt x="513" y="1065"/>
                              </a:cubicBezTo>
                              <a:cubicBezTo>
                                <a:pt x="517" y="1065"/>
                                <a:pt x="531" y="1037"/>
                                <a:pt x="534" y="1035"/>
                              </a:cubicBezTo>
                              <a:cubicBezTo>
                                <a:pt x="537" y="1033"/>
                                <a:pt x="518" y="952"/>
                                <a:pt x="522" y="951"/>
                              </a:cubicBezTo>
                              <a:cubicBezTo>
                                <a:pt x="527" y="937"/>
                                <a:pt x="585" y="974"/>
                                <a:pt x="591" y="960"/>
                              </a:cubicBezTo>
                              <a:cubicBezTo>
                                <a:pt x="615" y="954"/>
                                <a:pt x="608" y="953"/>
                                <a:pt x="621" y="933"/>
                              </a:cubicBezTo>
                              <a:cubicBezTo>
                                <a:pt x="626" y="912"/>
                                <a:pt x="637" y="853"/>
                                <a:pt x="633" y="831"/>
                              </a:cubicBezTo>
                              <a:cubicBezTo>
                                <a:pt x="629" y="809"/>
                                <a:pt x="608" y="803"/>
                                <a:pt x="594" y="801"/>
                              </a:cubicBezTo>
                              <a:cubicBezTo>
                                <a:pt x="591" y="796"/>
                                <a:pt x="550" y="820"/>
                                <a:pt x="546" y="816"/>
                              </a:cubicBezTo>
                              <a:cubicBezTo>
                                <a:pt x="535" y="810"/>
                                <a:pt x="523" y="811"/>
                                <a:pt x="519" y="798"/>
                              </a:cubicBezTo>
                              <a:cubicBezTo>
                                <a:pt x="515" y="785"/>
                                <a:pt x="519" y="755"/>
                                <a:pt x="519" y="738"/>
                              </a:cubicBezTo>
                              <a:cubicBezTo>
                                <a:pt x="522" y="723"/>
                                <a:pt x="514" y="702"/>
                                <a:pt x="522" y="693"/>
                              </a:cubicBezTo>
                              <a:cubicBezTo>
                                <a:pt x="530" y="684"/>
                                <a:pt x="554" y="698"/>
                                <a:pt x="564" y="681"/>
                              </a:cubicBezTo>
                              <a:cubicBezTo>
                                <a:pt x="568" y="624"/>
                                <a:pt x="552" y="615"/>
                                <a:pt x="579" y="594"/>
                              </a:cubicBezTo>
                              <a:cubicBezTo>
                                <a:pt x="587" y="583"/>
                                <a:pt x="589" y="563"/>
                                <a:pt x="609" y="573"/>
                              </a:cubicBezTo>
                              <a:cubicBezTo>
                                <a:pt x="626" y="583"/>
                                <a:pt x="639" y="618"/>
                                <a:pt x="681" y="657"/>
                              </a:cubicBezTo>
                              <a:cubicBezTo>
                                <a:pt x="693" y="647"/>
                                <a:pt x="691" y="647"/>
                                <a:pt x="699" y="633"/>
                              </a:cubicBezTo>
                              <a:cubicBezTo>
                                <a:pt x="700" y="628"/>
                                <a:pt x="703" y="553"/>
                                <a:pt x="705" y="549"/>
                              </a:cubicBezTo>
                              <a:cubicBezTo>
                                <a:pt x="707" y="546"/>
                                <a:pt x="701" y="486"/>
                                <a:pt x="702" y="483"/>
                              </a:cubicBezTo>
                              <a:cubicBezTo>
                                <a:pt x="712" y="454"/>
                                <a:pt x="729" y="457"/>
                                <a:pt x="744" y="429"/>
                              </a:cubicBezTo>
                              <a:cubicBezTo>
                                <a:pt x="690" y="366"/>
                                <a:pt x="701" y="380"/>
                                <a:pt x="648" y="327"/>
                              </a:cubicBezTo>
                              <a:cubicBezTo>
                                <a:pt x="642" y="304"/>
                                <a:pt x="642" y="321"/>
                                <a:pt x="609" y="321"/>
                              </a:cubicBezTo>
                              <a:cubicBezTo>
                                <a:pt x="595" y="319"/>
                                <a:pt x="576" y="334"/>
                                <a:pt x="570" y="327"/>
                              </a:cubicBezTo>
                              <a:cubicBezTo>
                                <a:pt x="564" y="320"/>
                                <a:pt x="565" y="298"/>
                                <a:pt x="570" y="276"/>
                              </a:cubicBezTo>
                              <a:cubicBezTo>
                                <a:pt x="574" y="254"/>
                                <a:pt x="591" y="215"/>
                                <a:pt x="600" y="192"/>
                              </a:cubicBezTo>
                              <a:cubicBezTo>
                                <a:pt x="609" y="169"/>
                                <a:pt x="622" y="153"/>
                                <a:pt x="627" y="135"/>
                              </a:cubicBezTo>
                              <a:cubicBezTo>
                                <a:pt x="628" y="99"/>
                                <a:pt x="627" y="120"/>
                                <a:pt x="630" y="84"/>
                              </a:cubicBezTo>
                              <a:cubicBezTo>
                                <a:pt x="630" y="79"/>
                                <a:pt x="561" y="38"/>
                                <a:pt x="561" y="33"/>
                              </a:cubicBezTo>
                              <a:cubicBezTo>
                                <a:pt x="489" y="3"/>
                                <a:pt x="519" y="0"/>
                                <a:pt x="453" y="42"/>
                              </a:cubicBezTo>
                              <a:cubicBezTo>
                                <a:pt x="441" y="66"/>
                                <a:pt x="424" y="83"/>
                                <a:pt x="417" y="96"/>
                              </a:cubicBezTo>
                              <a:cubicBezTo>
                                <a:pt x="410" y="109"/>
                                <a:pt x="414" y="110"/>
                                <a:pt x="408" y="120"/>
                              </a:cubicBezTo>
                              <a:cubicBezTo>
                                <a:pt x="399" y="117"/>
                                <a:pt x="408" y="117"/>
                                <a:pt x="381" y="159"/>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61" name="Freeform 184"/>
                        <p:cNvSpPr/>
                        <p:nvPr/>
                      </p:nvSpPr>
                      <p:spPr bwMode="auto">
                        <a:xfrm>
                          <a:off x="9847" y="6596"/>
                          <a:ext cx="1187" cy="2062"/>
                        </a:xfrm>
                        <a:custGeom>
                          <a:avLst/>
                          <a:gdLst>
                            <a:gd name="T0" fmla="*/ 911 w 1190"/>
                            <a:gd name="T1" fmla="*/ 57 h 2064"/>
                            <a:gd name="T2" fmla="*/ 839 w 1190"/>
                            <a:gd name="T3" fmla="*/ 156 h 2064"/>
                            <a:gd name="T4" fmla="*/ 776 w 1190"/>
                            <a:gd name="T5" fmla="*/ 207 h 2064"/>
                            <a:gd name="T6" fmla="*/ 704 w 1190"/>
                            <a:gd name="T7" fmla="*/ 276 h 2064"/>
                            <a:gd name="T8" fmla="*/ 662 w 1190"/>
                            <a:gd name="T9" fmla="*/ 366 h 2064"/>
                            <a:gd name="T10" fmla="*/ 659 w 1190"/>
                            <a:gd name="T11" fmla="*/ 510 h 2064"/>
                            <a:gd name="T12" fmla="*/ 494 w 1190"/>
                            <a:gd name="T13" fmla="*/ 522 h 2064"/>
                            <a:gd name="T14" fmla="*/ 362 w 1190"/>
                            <a:gd name="T15" fmla="*/ 567 h 2064"/>
                            <a:gd name="T16" fmla="*/ 359 w 1190"/>
                            <a:gd name="T17" fmla="*/ 660 h 2064"/>
                            <a:gd name="T18" fmla="*/ 407 w 1190"/>
                            <a:gd name="T19" fmla="*/ 761 h 2064"/>
                            <a:gd name="T20" fmla="*/ 629 w 1190"/>
                            <a:gd name="T21" fmla="*/ 855 h 2064"/>
                            <a:gd name="T22" fmla="*/ 614 w 1190"/>
                            <a:gd name="T23" fmla="*/ 1014 h 2064"/>
                            <a:gd name="T24" fmla="*/ 629 w 1190"/>
                            <a:gd name="T25" fmla="*/ 1088 h 2064"/>
                            <a:gd name="T26" fmla="*/ 548 w 1190"/>
                            <a:gd name="T27" fmla="*/ 1118 h 2064"/>
                            <a:gd name="T28" fmla="*/ 452 w 1190"/>
                            <a:gd name="T29" fmla="*/ 1178 h 2064"/>
                            <a:gd name="T30" fmla="*/ 395 w 1190"/>
                            <a:gd name="T31" fmla="*/ 1268 h 2064"/>
                            <a:gd name="T32" fmla="*/ 251 w 1190"/>
                            <a:gd name="T33" fmla="*/ 1197 h 2064"/>
                            <a:gd name="T34" fmla="*/ 173 w 1190"/>
                            <a:gd name="T35" fmla="*/ 1307 h 2064"/>
                            <a:gd name="T36" fmla="*/ 236 w 1190"/>
                            <a:gd name="T37" fmla="*/ 1517 h 2064"/>
                            <a:gd name="T38" fmla="*/ 134 w 1190"/>
                            <a:gd name="T39" fmla="*/ 1586 h 2064"/>
                            <a:gd name="T40" fmla="*/ 68 w 1190"/>
                            <a:gd name="T41" fmla="*/ 1620 h 2064"/>
                            <a:gd name="T42" fmla="*/ 134 w 1190"/>
                            <a:gd name="T43" fmla="*/ 1703 h 2064"/>
                            <a:gd name="T44" fmla="*/ 17 w 1190"/>
                            <a:gd name="T45" fmla="*/ 1784 h 2064"/>
                            <a:gd name="T46" fmla="*/ 23 w 1190"/>
                            <a:gd name="T47" fmla="*/ 1835 h 2064"/>
                            <a:gd name="T48" fmla="*/ 188 w 1190"/>
                            <a:gd name="T49" fmla="*/ 1814 h 2064"/>
                            <a:gd name="T50" fmla="*/ 272 w 1190"/>
                            <a:gd name="T51" fmla="*/ 1811 h 2064"/>
                            <a:gd name="T52" fmla="*/ 362 w 1190"/>
                            <a:gd name="T53" fmla="*/ 1884 h 2064"/>
                            <a:gd name="T54" fmla="*/ 515 w 1190"/>
                            <a:gd name="T55" fmla="*/ 1938 h 2064"/>
                            <a:gd name="T56" fmla="*/ 671 w 1190"/>
                            <a:gd name="T57" fmla="*/ 1932 h 2064"/>
                            <a:gd name="T58" fmla="*/ 875 w 1190"/>
                            <a:gd name="T59" fmla="*/ 2064 h 2064"/>
                            <a:gd name="T60" fmla="*/ 881 w 1190"/>
                            <a:gd name="T61" fmla="*/ 1872 h 2064"/>
                            <a:gd name="T62" fmla="*/ 977 w 1190"/>
                            <a:gd name="T63" fmla="*/ 1812 h 2064"/>
                            <a:gd name="T64" fmla="*/ 887 w 1190"/>
                            <a:gd name="T65" fmla="*/ 1665 h 2064"/>
                            <a:gd name="T66" fmla="*/ 1190 w 1190"/>
                            <a:gd name="T67" fmla="*/ 1596 h 2064"/>
                            <a:gd name="T68" fmla="*/ 1064 w 1190"/>
                            <a:gd name="T69" fmla="*/ 1436 h 2064"/>
                            <a:gd name="T70" fmla="*/ 1055 w 1190"/>
                            <a:gd name="T71" fmla="*/ 1362 h 2064"/>
                            <a:gd name="T72" fmla="*/ 1043 w 1190"/>
                            <a:gd name="T73" fmla="*/ 1299 h 2064"/>
                            <a:gd name="T74" fmla="*/ 986 w 1190"/>
                            <a:gd name="T75" fmla="*/ 1206 h 2064"/>
                            <a:gd name="T76" fmla="*/ 1037 w 1190"/>
                            <a:gd name="T77" fmla="*/ 1110 h 2064"/>
                            <a:gd name="T78" fmla="*/ 1028 w 1190"/>
                            <a:gd name="T79" fmla="*/ 978 h 2064"/>
                            <a:gd name="T80" fmla="*/ 965 w 1190"/>
                            <a:gd name="T81" fmla="*/ 876 h 2064"/>
                            <a:gd name="T82" fmla="*/ 956 w 1190"/>
                            <a:gd name="T83" fmla="*/ 750 h 2064"/>
                            <a:gd name="T84" fmla="*/ 1064 w 1190"/>
                            <a:gd name="T85" fmla="*/ 588 h 2064"/>
                            <a:gd name="T86" fmla="*/ 1052 w 1190"/>
                            <a:gd name="T87" fmla="*/ 339 h 2064"/>
                            <a:gd name="T88" fmla="*/ 1076 w 1190"/>
                            <a:gd name="T89" fmla="*/ 129 h 2064"/>
                            <a:gd name="T90" fmla="*/ 1091 w 1190"/>
                            <a:gd name="T91" fmla="*/ 38 h 2064"/>
                            <a:gd name="T92" fmla="*/ 1025 w 1190"/>
                            <a:gd name="T93" fmla="*/ 26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90" h="2064">
                              <a:moveTo>
                                <a:pt x="986" y="117"/>
                              </a:moveTo>
                              <a:cubicBezTo>
                                <a:pt x="978" y="138"/>
                                <a:pt x="933" y="53"/>
                                <a:pt x="911" y="57"/>
                              </a:cubicBezTo>
                              <a:cubicBezTo>
                                <a:pt x="868" y="54"/>
                                <a:pt x="939" y="131"/>
                                <a:pt x="896" y="135"/>
                              </a:cubicBezTo>
                              <a:cubicBezTo>
                                <a:pt x="881" y="139"/>
                                <a:pt x="852" y="147"/>
                                <a:pt x="839" y="156"/>
                              </a:cubicBezTo>
                              <a:cubicBezTo>
                                <a:pt x="829" y="172"/>
                                <a:pt x="820" y="170"/>
                                <a:pt x="809" y="186"/>
                              </a:cubicBezTo>
                              <a:cubicBezTo>
                                <a:pt x="803" y="194"/>
                                <a:pt x="782" y="199"/>
                                <a:pt x="776" y="207"/>
                              </a:cubicBezTo>
                              <a:cubicBezTo>
                                <a:pt x="769" y="216"/>
                                <a:pt x="746" y="231"/>
                                <a:pt x="746" y="231"/>
                              </a:cubicBezTo>
                              <a:cubicBezTo>
                                <a:pt x="738" y="247"/>
                                <a:pt x="720" y="267"/>
                                <a:pt x="704" y="276"/>
                              </a:cubicBezTo>
                              <a:cubicBezTo>
                                <a:pt x="690" y="300"/>
                                <a:pt x="697" y="302"/>
                                <a:pt x="674" y="318"/>
                              </a:cubicBezTo>
                              <a:cubicBezTo>
                                <a:pt x="669" y="333"/>
                                <a:pt x="671" y="352"/>
                                <a:pt x="662" y="366"/>
                              </a:cubicBezTo>
                              <a:cubicBezTo>
                                <a:pt x="654" y="399"/>
                                <a:pt x="695" y="456"/>
                                <a:pt x="674" y="483"/>
                              </a:cubicBezTo>
                              <a:cubicBezTo>
                                <a:pt x="671" y="505"/>
                                <a:pt x="670" y="502"/>
                                <a:pt x="659" y="510"/>
                              </a:cubicBezTo>
                              <a:cubicBezTo>
                                <a:pt x="648" y="518"/>
                                <a:pt x="632" y="529"/>
                                <a:pt x="605" y="531"/>
                              </a:cubicBezTo>
                              <a:cubicBezTo>
                                <a:pt x="587" y="550"/>
                                <a:pt x="533" y="543"/>
                                <a:pt x="494" y="522"/>
                              </a:cubicBezTo>
                              <a:cubicBezTo>
                                <a:pt x="432" y="529"/>
                                <a:pt x="416" y="477"/>
                                <a:pt x="377" y="531"/>
                              </a:cubicBezTo>
                              <a:cubicBezTo>
                                <a:pt x="376" y="535"/>
                                <a:pt x="363" y="563"/>
                                <a:pt x="362" y="567"/>
                              </a:cubicBezTo>
                              <a:cubicBezTo>
                                <a:pt x="361" y="572"/>
                                <a:pt x="366" y="618"/>
                                <a:pt x="365" y="623"/>
                              </a:cubicBezTo>
                              <a:cubicBezTo>
                                <a:pt x="363" y="631"/>
                                <a:pt x="359" y="660"/>
                                <a:pt x="359" y="660"/>
                              </a:cubicBezTo>
                              <a:cubicBezTo>
                                <a:pt x="359" y="675"/>
                                <a:pt x="346" y="712"/>
                                <a:pt x="356" y="728"/>
                              </a:cubicBezTo>
                              <a:cubicBezTo>
                                <a:pt x="364" y="745"/>
                                <a:pt x="383" y="750"/>
                                <a:pt x="407" y="761"/>
                              </a:cubicBezTo>
                              <a:cubicBezTo>
                                <a:pt x="413" y="776"/>
                                <a:pt x="490" y="786"/>
                                <a:pt x="503" y="795"/>
                              </a:cubicBezTo>
                              <a:cubicBezTo>
                                <a:pt x="536" y="813"/>
                                <a:pt x="593" y="814"/>
                                <a:pt x="629" y="855"/>
                              </a:cubicBezTo>
                              <a:cubicBezTo>
                                <a:pt x="649" y="877"/>
                                <a:pt x="649" y="895"/>
                                <a:pt x="647" y="921"/>
                              </a:cubicBezTo>
                              <a:cubicBezTo>
                                <a:pt x="645" y="947"/>
                                <a:pt x="618" y="994"/>
                                <a:pt x="614" y="1014"/>
                              </a:cubicBezTo>
                              <a:cubicBezTo>
                                <a:pt x="609" y="1035"/>
                                <a:pt x="618" y="1031"/>
                                <a:pt x="620" y="1043"/>
                              </a:cubicBezTo>
                              <a:cubicBezTo>
                                <a:pt x="622" y="1055"/>
                                <a:pt x="633" y="1072"/>
                                <a:pt x="629" y="1088"/>
                              </a:cubicBezTo>
                              <a:cubicBezTo>
                                <a:pt x="625" y="1104"/>
                                <a:pt x="609" y="1134"/>
                                <a:pt x="596" y="1139"/>
                              </a:cubicBezTo>
                              <a:cubicBezTo>
                                <a:pt x="583" y="1144"/>
                                <a:pt x="566" y="1119"/>
                                <a:pt x="548" y="1118"/>
                              </a:cubicBezTo>
                              <a:cubicBezTo>
                                <a:pt x="530" y="1117"/>
                                <a:pt x="501" y="1120"/>
                                <a:pt x="485" y="1130"/>
                              </a:cubicBezTo>
                              <a:cubicBezTo>
                                <a:pt x="478" y="1142"/>
                                <a:pt x="455" y="1160"/>
                                <a:pt x="452" y="1178"/>
                              </a:cubicBezTo>
                              <a:cubicBezTo>
                                <a:pt x="449" y="1196"/>
                                <a:pt x="476" y="1221"/>
                                <a:pt x="467" y="1236"/>
                              </a:cubicBezTo>
                              <a:cubicBezTo>
                                <a:pt x="458" y="1251"/>
                                <a:pt x="417" y="1264"/>
                                <a:pt x="395" y="1268"/>
                              </a:cubicBezTo>
                              <a:cubicBezTo>
                                <a:pt x="373" y="1272"/>
                                <a:pt x="377" y="1265"/>
                                <a:pt x="335" y="1259"/>
                              </a:cubicBezTo>
                              <a:cubicBezTo>
                                <a:pt x="296" y="1235"/>
                                <a:pt x="280" y="1180"/>
                                <a:pt x="251" y="1197"/>
                              </a:cubicBezTo>
                              <a:cubicBezTo>
                                <a:pt x="216" y="1218"/>
                                <a:pt x="237" y="1236"/>
                                <a:pt x="212" y="1244"/>
                              </a:cubicBezTo>
                              <a:cubicBezTo>
                                <a:pt x="197" y="1257"/>
                                <a:pt x="190" y="1297"/>
                                <a:pt x="173" y="1307"/>
                              </a:cubicBezTo>
                              <a:cubicBezTo>
                                <a:pt x="182" y="1355"/>
                                <a:pt x="197" y="1376"/>
                                <a:pt x="206" y="1415"/>
                              </a:cubicBezTo>
                              <a:cubicBezTo>
                                <a:pt x="230" y="1448"/>
                                <a:pt x="227" y="1487"/>
                                <a:pt x="236" y="1517"/>
                              </a:cubicBezTo>
                              <a:cubicBezTo>
                                <a:pt x="221" y="1544"/>
                                <a:pt x="234" y="1583"/>
                                <a:pt x="215" y="1592"/>
                              </a:cubicBezTo>
                              <a:cubicBezTo>
                                <a:pt x="198" y="1603"/>
                                <a:pt x="154" y="1587"/>
                                <a:pt x="134" y="1586"/>
                              </a:cubicBezTo>
                              <a:cubicBezTo>
                                <a:pt x="115" y="1587"/>
                                <a:pt x="103" y="1580"/>
                                <a:pt x="92" y="1586"/>
                              </a:cubicBezTo>
                              <a:cubicBezTo>
                                <a:pt x="81" y="1592"/>
                                <a:pt x="73" y="1609"/>
                                <a:pt x="68" y="1620"/>
                              </a:cubicBezTo>
                              <a:cubicBezTo>
                                <a:pt x="63" y="1628"/>
                                <a:pt x="66" y="1643"/>
                                <a:pt x="62" y="1652"/>
                              </a:cubicBezTo>
                              <a:cubicBezTo>
                                <a:pt x="104" y="1676"/>
                                <a:pt x="158" y="1696"/>
                                <a:pt x="134" y="1703"/>
                              </a:cubicBezTo>
                              <a:cubicBezTo>
                                <a:pt x="130" y="1724"/>
                                <a:pt x="111" y="1717"/>
                                <a:pt x="104" y="1737"/>
                              </a:cubicBezTo>
                              <a:cubicBezTo>
                                <a:pt x="101" y="1761"/>
                                <a:pt x="25" y="1761"/>
                                <a:pt x="17" y="1784"/>
                              </a:cubicBezTo>
                              <a:cubicBezTo>
                                <a:pt x="0" y="1795"/>
                                <a:pt x="2" y="1815"/>
                                <a:pt x="2" y="1824"/>
                              </a:cubicBezTo>
                              <a:cubicBezTo>
                                <a:pt x="3" y="1832"/>
                                <a:pt x="1" y="1836"/>
                                <a:pt x="23" y="1835"/>
                              </a:cubicBezTo>
                              <a:cubicBezTo>
                                <a:pt x="119" y="1814"/>
                                <a:pt x="109" y="1816"/>
                                <a:pt x="134" y="1817"/>
                              </a:cubicBezTo>
                              <a:cubicBezTo>
                                <a:pt x="156" y="1823"/>
                                <a:pt x="167" y="1811"/>
                                <a:pt x="188" y="1814"/>
                              </a:cubicBezTo>
                              <a:cubicBezTo>
                                <a:pt x="203" y="1814"/>
                                <a:pt x="202" y="1827"/>
                                <a:pt x="224" y="1829"/>
                              </a:cubicBezTo>
                              <a:cubicBezTo>
                                <a:pt x="238" y="1828"/>
                                <a:pt x="256" y="1812"/>
                                <a:pt x="272" y="1811"/>
                              </a:cubicBezTo>
                              <a:cubicBezTo>
                                <a:pt x="288" y="1810"/>
                                <a:pt x="305" y="1812"/>
                                <a:pt x="320" y="1824"/>
                              </a:cubicBezTo>
                              <a:cubicBezTo>
                                <a:pt x="349" y="1853"/>
                                <a:pt x="323" y="1880"/>
                                <a:pt x="362" y="1884"/>
                              </a:cubicBezTo>
                              <a:cubicBezTo>
                                <a:pt x="378" y="1894"/>
                                <a:pt x="400" y="1862"/>
                                <a:pt x="425" y="1871"/>
                              </a:cubicBezTo>
                              <a:cubicBezTo>
                                <a:pt x="450" y="1880"/>
                                <a:pt x="488" y="1925"/>
                                <a:pt x="515" y="1938"/>
                              </a:cubicBezTo>
                              <a:cubicBezTo>
                                <a:pt x="550" y="1945"/>
                                <a:pt x="570" y="1948"/>
                                <a:pt x="590" y="1947"/>
                              </a:cubicBezTo>
                              <a:cubicBezTo>
                                <a:pt x="616" y="1946"/>
                                <a:pt x="635" y="1916"/>
                                <a:pt x="671" y="1932"/>
                              </a:cubicBezTo>
                              <a:cubicBezTo>
                                <a:pt x="707" y="1948"/>
                                <a:pt x="772" y="2018"/>
                                <a:pt x="806" y="2040"/>
                              </a:cubicBezTo>
                              <a:cubicBezTo>
                                <a:pt x="840" y="2062"/>
                                <a:pt x="857" y="2063"/>
                                <a:pt x="875" y="2064"/>
                              </a:cubicBezTo>
                              <a:cubicBezTo>
                                <a:pt x="905" y="2047"/>
                                <a:pt x="886" y="2062"/>
                                <a:pt x="914" y="2043"/>
                              </a:cubicBezTo>
                              <a:cubicBezTo>
                                <a:pt x="917" y="2039"/>
                                <a:pt x="878" y="1875"/>
                                <a:pt x="881" y="1872"/>
                              </a:cubicBezTo>
                              <a:cubicBezTo>
                                <a:pt x="884" y="1869"/>
                                <a:pt x="905" y="1828"/>
                                <a:pt x="908" y="1824"/>
                              </a:cubicBezTo>
                              <a:cubicBezTo>
                                <a:pt x="916" y="1812"/>
                                <a:pt x="969" y="1824"/>
                                <a:pt x="977" y="1812"/>
                              </a:cubicBezTo>
                              <a:cubicBezTo>
                                <a:pt x="1013" y="1800"/>
                                <a:pt x="1011" y="1812"/>
                                <a:pt x="1019" y="1788"/>
                              </a:cubicBezTo>
                              <a:cubicBezTo>
                                <a:pt x="1022" y="1712"/>
                                <a:pt x="808" y="1694"/>
                                <a:pt x="887" y="1665"/>
                              </a:cubicBezTo>
                              <a:cubicBezTo>
                                <a:pt x="898" y="1649"/>
                                <a:pt x="1132" y="1687"/>
                                <a:pt x="1145" y="1671"/>
                              </a:cubicBezTo>
                              <a:cubicBezTo>
                                <a:pt x="1162" y="1649"/>
                                <a:pt x="1181" y="1622"/>
                                <a:pt x="1190" y="1596"/>
                              </a:cubicBezTo>
                              <a:cubicBezTo>
                                <a:pt x="1157" y="1515"/>
                                <a:pt x="1131" y="1520"/>
                                <a:pt x="1091" y="1467"/>
                              </a:cubicBezTo>
                              <a:cubicBezTo>
                                <a:pt x="1082" y="1442"/>
                                <a:pt x="1081" y="1455"/>
                                <a:pt x="1064" y="1436"/>
                              </a:cubicBezTo>
                              <a:cubicBezTo>
                                <a:pt x="1061" y="1428"/>
                                <a:pt x="1066" y="1405"/>
                                <a:pt x="1061" y="1398"/>
                              </a:cubicBezTo>
                              <a:cubicBezTo>
                                <a:pt x="1056" y="1390"/>
                                <a:pt x="1055" y="1362"/>
                                <a:pt x="1055" y="1362"/>
                              </a:cubicBezTo>
                              <a:cubicBezTo>
                                <a:pt x="1046" y="1334"/>
                                <a:pt x="1059" y="1360"/>
                                <a:pt x="1049" y="1332"/>
                              </a:cubicBezTo>
                              <a:cubicBezTo>
                                <a:pt x="1046" y="1308"/>
                                <a:pt x="1056" y="1318"/>
                                <a:pt x="1043" y="1299"/>
                              </a:cubicBezTo>
                              <a:cubicBezTo>
                                <a:pt x="1016" y="1284"/>
                                <a:pt x="973" y="1292"/>
                                <a:pt x="983" y="1236"/>
                              </a:cubicBezTo>
                              <a:cubicBezTo>
                                <a:pt x="981" y="1202"/>
                                <a:pt x="1002" y="1236"/>
                                <a:pt x="986" y="1206"/>
                              </a:cubicBezTo>
                              <a:cubicBezTo>
                                <a:pt x="977" y="1189"/>
                                <a:pt x="1024" y="1180"/>
                                <a:pt x="1013" y="1164"/>
                              </a:cubicBezTo>
                              <a:cubicBezTo>
                                <a:pt x="1010" y="1160"/>
                                <a:pt x="1037" y="1110"/>
                                <a:pt x="1037" y="1110"/>
                              </a:cubicBezTo>
                              <a:cubicBezTo>
                                <a:pt x="1036" y="1108"/>
                                <a:pt x="1047" y="1072"/>
                                <a:pt x="1046" y="1050"/>
                              </a:cubicBezTo>
                              <a:cubicBezTo>
                                <a:pt x="1045" y="1028"/>
                                <a:pt x="1038" y="999"/>
                                <a:pt x="1028" y="978"/>
                              </a:cubicBezTo>
                              <a:cubicBezTo>
                                <a:pt x="1029" y="947"/>
                                <a:pt x="1007" y="948"/>
                                <a:pt x="986" y="921"/>
                              </a:cubicBezTo>
                              <a:cubicBezTo>
                                <a:pt x="987" y="915"/>
                                <a:pt x="963" y="882"/>
                                <a:pt x="965" y="876"/>
                              </a:cubicBezTo>
                              <a:cubicBezTo>
                                <a:pt x="967" y="869"/>
                                <a:pt x="969" y="820"/>
                                <a:pt x="971" y="813"/>
                              </a:cubicBezTo>
                              <a:cubicBezTo>
                                <a:pt x="973" y="808"/>
                                <a:pt x="954" y="755"/>
                                <a:pt x="956" y="750"/>
                              </a:cubicBezTo>
                              <a:cubicBezTo>
                                <a:pt x="959" y="742"/>
                                <a:pt x="986" y="675"/>
                                <a:pt x="986" y="675"/>
                              </a:cubicBezTo>
                              <a:cubicBezTo>
                                <a:pt x="992" y="638"/>
                                <a:pt x="1032" y="607"/>
                                <a:pt x="1064" y="588"/>
                              </a:cubicBezTo>
                              <a:cubicBezTo>
                                <a:pt x="1088" y="521"/>
                                <a:pt x="1055" y="492"/>
                                <a:pt x="1019" y="438"/>
                              </a:cubicBezTo>
                              <a:cubicBezTo>
                                <a:pt x="1020" y="414"/>
                                <a:pt x="1048" y="363"/>
                                <a:pt x="1052" y="339"/>
                              </a:cubicBezTo>
                              <a:cubicBezTo>
                                <a:pt x="1055" y="320"/>
                                <a:pt x="1087" y="307"/>
                                <a:pt x="1097" y="279"/>
                              </a:cubicBezTo>
                              <a:cubicBezTo>
                                <a:pt x="1098" y="231"/>
                                <a:pt x="1073" y="177"/>
                                <a:pt x="1076" y="129"/>
                              </a:cubicBezTo>
                              <a:cubicBezTo>
                                <a:pt x="1077" y="112"/>
                                <a:pt x="1124" y="71"/>
                                <a:pt x="1130" y="54"/>
                              </a:cubicBezTo>
                              <a:cubicBezTo>
                                <a:pt x="1136" y="17"/>
                                <a:pt x="1131" y="46"/>
                                <a:pt x="1091" y="38"/>
                              </a:cubicBezTo>
                              <a:cubicBezTo>
                                <a:pt x="1083" y="14"/>
                                <a:pt x="1074" y="6"/>
                                <a:pt x="1052" y="2"/>
                              </a:cubicBezTo>
                              <a:cubicBezTo>
                                <a:pt x="1039" y="0"/>
                                <a:pt x="1025" y="26"/>
                                <a:pt x="1025" y="26"/>
                              </a:cubicBezTo>
                              <a:cubicBezTo>
                                <a:pt x="1001" y="41"/>
                                <a:pt x="1007" y="109"/>
                                <a:pt x="986" y="117"/>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grpSp>
                    <p:nvGrpSpPr>
                      <p:cNvPr id="362" name="Group 185"/>
                      <p:cNvGrpSpPr/>
                      <p:nvPr/>
                    </p:nvGrpSpPr>
                    <p:grpSpPr bwMode="auto">
                      <a:xfrm>
                        <a:off x="4064" y="7124"/>
                        <a:ext cx="6848" cy="2965"/>
                        <a:chOff x="4064" y="7124"/>
                        <a:chExt cx="6848" cy="2965"/>
                      </a:xfrm>
                    </p:grpSpPr>
                    <p:sp>
                      <p:nvSpPr>
                        <p:cNvPr id="363" name="Freeform 186"/>
                        <p:cNvSpPr/>
                        <p:nvPr/>
                      </p:nvSpPr>
                      <p:spPr bwMode="auto">
                        <a:xfrm>
                          <a:off x="4064" y="7124"/>
                          <a:ext cx="4372" cy="2702"/>
                        </a:xfrm>
                        <a:custGeom>
                          <a:avLst/>
                          <a:gdLst>
                            <a:gd name="T0" fmla="*/ 127 w 4371"/>
                            <a:gd name="T1" fmla="*/ 327 h 2697"/>
                            <a:gd name="T2" fmla="*/ 151 w 4371"/>
                            <a:gd name="T3" fmla="*/ 660 h 2697"/>
                            <a:gd name="T4" fmla="*/ 22 w 4371"/>
                            <a:gd name="T5" fmla="*/ 741 h 2697"/>
                            <a:gd name="T6" fmla="*/ 160 w 4371"/>
                            <a:gd name="T7" fmla="*/ 1110 h 2697"/>
                            <a:gd name="T8" fmla="*/ 364 w 4371"/>
                            <a:gd name="T9" fmla="*/ 1335 h 2697"/>
                            <a:gd name="T10" fmla="*/ 514 w 4371"/>
                            <a:gd name="T11" fmla="*/ 1377 h 2697"/>
                            <a:gd name="T12" fmla="*/ 682 w 4371"/>
                            <a:gd name="T13" fmla="*/ 1428 h 2697"/>
                            <a:gd name="T14" fmla="*/ 847 w 4371"/>
                            <a:gd name="T15" fmla="*/ 1608 h 2697"/>
                            <a:gd name="T16" fmla="*/ 1027 w 4371"/>
                            <a:gd name="T17" fmla="*/ 1728 h 2697"/>
                            <a:gd name="T18" fmla="*/ 1138 w 4371"/>
                            <a:gd name="T19" fmla="*/ 1953 h 2697"/>
                            <a:gd name="T20" fmla="*/ 1336 w 4371"/>
                            <a:gd name="T21" fmla="*/ 2079 h 2697"/>
                            <a:gd name="T22" fmla="*/ 1480 w 4371"/>
                            <a:gd name="T23" fmla="*/ 2208 h 2697"/>
                            <a:gd name="T24" fmla="*/ 1723 w 4371"/>
                            <a:gd name="T25" fmla="*/ 2238 h 2697"/>
                            <a:gd name="T26" fmla="*/ 1996 w 4371"/>
                            <a:gd name="T27" fmla="*/ 2232 h 2697"/>
                            <a:gd name="T28" fmla="*/ 2122 w 4371"/>
                            <a:gd name="T29" fmla="*/ 2403 h 2697"/>
                            <a:gd name="T30" fmla="*/ 2263 w 4371"/>
                            <a:gd name="T31" fmla="*/ 2220 h 2697"/>
                            <a:gd name="T32" fmla="*/ 2362 w 4371"/>
                            <a:gd name="T33" fmla="*/ 2205 h 2697"/>
                            <a:gd name="T34" fmla="*/ 2509 w 4371"/>
                            <a:gd name="T35" fmla="*/ 2307 h 2697"/>
                            <a:gd name="T36" fmla="*/ 2731 w 4371"/>
                            <a:gd name="T37" fmla="*/ 2502 h 2697"/>
                            <a:gd name="T38" fmla="*/ 2743 w 4371"/>
                            <a:gd name="T39" fmla="*/ 2640 h 2697"/>
                            <a:gd name="T40" fmla="*/ 3142 w 4371"/>
                            <a:gd name="T41" fmla="*/ 2616 h 2697"/>
                            <a:gd name="T42" fmla="*/ 3286 w 4371"/>
                            <a:gd name="T43" fmla="*/ 2517 h 2697"/>
                            <a:gd name="T44" fmla="*/ 3694 w 4371"/>
                            <a:gd name="T45" fmla="*/ 2397 h 2697"/>
                            <a:gd name="T46" fmla="*/ 3874 w 4371"/>
                            <a:gd name="T47" fmla="*/ 2484 h 2697"/>
                            <a:gd name="T48" fmla="*/ 3973 w 4371"/>
                            <a:gd name="T49" fmla="*/ 2373 h 2697"/>
                            <a:gd name="T50" fmla="*/ 4111 w 4371"/>
                            <a:gd name="T51" fmla="*/ 2394 h 2697"/>
                            <a:gd name="T52" fmla="*/ 4222 w 4371"/>
                            <a:gd name="T53" fmla="*/ 2400 h 2697"/>
                            <a:gd name="T54" fmla="*/ 4243 w 4371"/>
                            <a:gd name="T55" fmla="*/ 2196 h 2697"/>
                            <a:gd name="T56" fmla="*/ 4351 w 4371"/>
                            <a:gd name="T57" fmla="*/ 2064 h 2697"/>
                            <a:gd name="T58" fmla="*/ 4318 w 4371"/>
                            <a:gd name="T59" fmla="*/ 1761 h 2697"/>
                            <a:gd name="T60" fmla="*/ 4279 w 4371"/>
                            <a:gd name="T61" fmla="*/ 1569 h 2697"/>
                            <a:gd name="T62" fmla="*/ 4129 w 4371"/>
                            <a:gd name="T63" fmla="*/ 1317 h 2697"/>
                            <a:gd name="T64" fmla="*/ 3958 w 4371"/>
                            <a:gd name="T65" fmla="*/ 1410 h 2697"/>
                            <a:gd name="T66" fmla="*/ 3727 w 4371"/>
                            <a:gd name="T67" fmla="*/ 1464 h 2697"/>
                            <a:gd name="T68" fmla="*/ 3538 w 4371"/>
                            <a:gd name="T69" fmla="*/ 1266 h 2697"/>
                            <a:gd name="T70" fmla="*/ 3316 w 4371"/>
                            <a:gd name="T71" fmla="*/ 1230 h 2697"/>
                            <a:gd name="T72" fmla="*/ 3097 w 4371"/>
                            <a:gd name="T73" fmla="*/ 1131 h 2697"/>
                            <a:gd name="T74" fmla="*/ 2833 w 4371"/>
                            <a:gd name="T75" fmla="*/ 1044 h 2697"/>
                            <a:gd name="T76" fmla="*/ 2638 w 4371"/>
                            <a:gd name="T77" fmla="*/ 957 h 2697"/>
                            <a:gd name="T78" fmla="*/ 2509 w 4371"/>
                            <a:gd name="T79" fmla="*/ 822 h 2697"/>
                            <a:gd name="T80" fmla="*/ 2485 w 4371"/>
                            <a:gd name="T81" fmla="*/ 594 h 2697"/>
                            <a:gd name="T82" fmla="*/ 2440 w 4371"/>
                            <a:gd name="T83" fmla="*/ 402 h 2697"/>
                            <a:gd name="T84" fmla="*/ 2458 w 4371"/>
                            <a:gd name="T85" fmla="*/ 222 h 2697"/>
                            <a:gd name="T86" fmla="*/ 2419 w 4371"/>
                            <a:gd name="T87" fmla="*/ 171 h 2697"/>
                            <a:gd name="T88" fmla="*/ 2161 w 4371"/>
                            <a:gd name="T89" fmla="*/ 63 h 2697"/>
                            <a:gd name="T90" fmla="*/ 1684 w 4371"/>
                            <a:gd name="T91" fmla="*/ 147 h 2697"/>
                            <a:gd name="T92" fmla="*/ 1297 w 4371"/>
                            <a:gd name="T93" fmla="*/ 186 h 2697"/>
                            <a:gd name="T94" fmla="*/ 1063 w 4371"/>
                            <a:gd name="T95" fmla="*/ 30 h 2697"/>
                            <a:gd name="T96" fmla="*/ 823 w 4371"/>
                            <a:gd name="T97" fmla="*/ 114 h 2697"/>
                            <a:gd name="T98" fmla="*/ 664 w 4371"/>
                            <a:gd name="T99" fmla="*/ 57 h 2697"/>
                            <a:gd name="T100" fmla="*/ 514 w 4371"/>
                            <a:gd name="T101" fmla="*/ 84 h 2697"/>
                            <a:gd name="T102" fmla="*/ 430 w 4371"/>
                            <a:gd name="T103" fmla="*/ 156 h 2697"/>
                            <a:gd name="T104" fmla="*/ 238 w 4371"/>
                            <a:gd name="T105" fmla="*/ 228 h 2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371" h="2697">
                              <a:moveTo>
                                <a:pt x="196" y="246"/>
                              </a:moveTo>
                              <a:cubicBezTo>
                                <a:pt x="190" y="250"/>
                                <a:pt x="138" y="273"/>
                                <a:pt x="133" y="279"/>
                              </a:cubicBezTo>
                              <a:cubicBezTo>
                                <a:pt x="123" y="290"/>
                                <a:pt x="127" y="327"/>
                                <a:pt x="127" y="327"/>
                              </a:cubicBezTo>
                              <a:cubicBezTo>
                                <a:pt x="131" y="434"/>
                                <a:pt x="123" y="404"/>
                                <a:pt x="166" y="486"/>
                              </a:cubicBezTo>
                              <a:cubicBezTo>
                                <a:pt x="173" y="523"/>
                                <a:pt x="188" y="619"/>
                                <a:pt x="193" y="657"/>
                              </a:cubicBezTo>
                              <a:cubicBezTo>
                                <a:pt x="191" y="665"/>
                                <a:pt x="172" y="678"/>
                                <a:pt x="151" y="660"/>
                              </a:cubicBezTo>
                              <a:cubicBezTo>
                                <a:pt x="132" y="671"/>
                                <a:pt x="90" y="618"/>
                                <a:pt x="76" y="609"/>
                              </a:cubicBezTo>
                              <a:cubicBezTo>
                                <a:pt x="25" y="645"/>
                                <a:pt x="40" y="631"/>
                                <a:pt x="10" y="663"/>
                              </a:cubicBezTo>
                              <a:cubicBezTo>
                                <a:pt x="0" y="698"/>
                                <a:pt x="33" y="706"/>
                                <a:pt x="22" y="741"/>
                              </a:cubicBezTo>
                              <a:cubicBezTo>
                                <a:pt x="14" y="806"/>
                                <a:pt x="28" y="819"/>
                                <a:pt x="13" y="882"/>
                              </a:cubicBezTo>
                              <a:cubicBezTo>
                                <a:pt x="18" y="1018"/>
                                <a:pt x="1" y="963"/>
                                <a:pt x="76" y="1062"/>
                              </a:cubicBezTo>
                              <a:cubicBezTo>
                                <a:pt x="91" y="1084"/>
                                <a:pt x="138" y="1095"/>
                                <a:pt x="160" y="1110"/>
                              </a:cubicBezTo>
                              <a:cubicBezTo>
                                <a:pt x="173" y="1119"/>
                                <a:pt x="232" y="1173"/>
                                <a:pt x="232" y="1173"/>
                              </a:cubicBezTo>
                              <a:cubicBezTo>
                                <a:pt x="251" y="1201"/>
                                <a:pt x="259" y="1214"/>
                                <a:pt x="289" y="1233"/>
                              </a:cubicBezTo>
                              <a:cubicBezTo>
                                <a:pt x="337" y="1257"/>
                                <a:pt x="327" y="1323"/>
                                <a:pt x="364" y="1335"/>
                              </a:cubicBezTo>
                              <a:cubicBezTo>
                                <a:pt x="380" y="1352"/>
                                <a:pt x="390" y="1392"/>
                                <a:pt x="409" y="1404"/>
                              </a:cubicBezTo>
                              <a:cubicBezTo>
                                <a:pt x="443" y="1426"/>
                                <a:pt x="445" y="1409"/>
                                <a:pt x="481" y="1422"/>
                              </a:cubicBezTo>
                              <a:cubicBezTo>
                                <a:pt x="501" y="1418"/>
                                <a:pt x="499" y="1388"/>
                                <a:pt x="514" y="1377"/>
                              </a:cubicBezTo>
                              <a:cubicBezTo>
                                <a:pt x="529" y="1366"/>
                                <a:pt x="550" y="1354"/>
                                <a:pt x="571" y="1353"/>
                              </a:cubicBezTo>
                              <a:cubicBezTo>
                                <a:pt x="592" y="1352"/>
                                <a:pt x="622" y="1359"/>
                                <a:pt x="640" y="1371"/>
                              </a:cubicBezTo>
                              <a:cubicBezTo>
                                <a:pt x="648" y="1373"/>
                                <a:pt x="678" y="1421"/>
                                <a:pt x="682" y="1428"/>
                              </a:cubicBezTo>
                              <a:cubicBezTo>
                                <a:pt x="700" y="1458"/>
                                <a:pt x="687" y="1462"/>
                                <a:pt x="700" y="1488"/>
                              </a:cubicBezTo>
                              <a:cubicBezTo>
                                <a:pt x="708" y="1504"/>
                                <a:pt x="750" y="1526"/>
                                <a:pt x="763" y="1539"/>
                              </a:cubicBezTo>
                              <a:cubicBezTo>
                                <a:pt x="817" y="1548"/>
                                <a:pt x="829" y="1581"/>
                                <a:pt x="847" y="1608"/>
                              </a:cubicBezTo>
                              <a:cubicBezTo>
                                <a:pt x="870" y="1676"/>
                                <a:pt x="871" y="1644"/>
                                <a:pt x="886" y="1710"/>
                              </a:cubicBezTo>
                              <a:cubicBezTo>
                                <a:pt x="899" y="1763"/>
                                <a:pt x="915" y="1721"/>
                                <a:pt x="946" y="1746"/>
                              </a:cubicBezTo>
                              <a:cubicBezTo>
                                <a:pt x="952" y="1751"/>
                                <a:pt x="1022" y="1722"/>
                                <a:pt x="1027" y="1728"/>
                              </a:cubicBezTo>
                              <a:cubicBezTo>
                                <a:pt x="1042" y="1782"/>
                                <a:pt x="1039" y="1749"/>
                                <a:pt x="1033" y="1791"/>
                              </a:cubicBezTo>
                              <a:cubicBezTo>
                                <a:pt x="1091" y="1842"/>
                                <a:pt x="997" y="1876"/>
                                <a:pt x="1045" y="1899"/>
                              </a:cubicBezTo>
                              <a:cubicBezTo>
                                <a:pt x="1070" y="1938"/>
                                <a:pt x="1102" y="1924"/>
                                <a:pt x="1138" y="1953"/>
                              </a:cubicBezTo>
                              <a:cubicBezTo>
                                <a:pt x="1157" y="1969"/>
                                <a:pt x="1207" y="1950"/>
                                <a:pt x="1231" y="1962"/>
                              </a:cubicBezTo>
                              <a:cubicBezTo>
                                <a:pt x="1249" y="1971"/>
                                <a:pt x="1207" y="2045"/>
                                <a:pt x="1225" y="2052"/>
                              </a:cubicBezTo>
                              <a:cubicBezTo>
                                <a:pt x="1266" y="2106"/>
                                <a:pt x="1279" y="2051"/>
                                <a:pt x="1336" y="2079"/>
                              </a:cubicBezTo>
                              <a:cubicBezTo>
                                <a:pt x="1375" y="2098"/>
                                <a:pt x="1335" y="2176"/>
                                <a:pt x="1378" y="2184"/>
                              </a:cubicBezTo>
                              <a:cubicBezTo>
                                <a:pt x="1406" y="2193"/>
                                <a:pt x="1421" y="2150"/>
                                <a:pt x="1438" y="2154"/>
                              </a:cubicBezTo>
                              <a:cubicBezTo>
                                <a:pt x="1455" y="2158"/>
                                <a:pt x="1463" y="2204"/>
                                <a:pt x="1480" y="2208"/>
                              </a:cubicBezTo>
                              <a:cubicBezTo>
                                <a:pt x="1513" y="2211"/>
                                <a:pt x="1521" y="2178"/>
                                <a:pt x="1543" y="2178"/>
                              </a:cubicBezTo>
                              <a:cubicBezTo>
                                <a:pt x="1565" y="2178"/>
                                <a:pt x="1585" y="2195"/>
                                <a:pt x="1615" y="2205"/>
                              </a:cubicBezTo>
                              <a:cubicBezTo>
                                <a:pt x="1668" y="2222"/>
                                <a:pt x="1668" y="2233"/>
                                <a:pt x="1723" y="2238"/>
                              </a:cubicBezTo>
                              <a:cubicBezTo>
                                <a:pt x="1743" y="2252"/>
                                <a:pt x="1789" y="2240"/>
                                <a:pt x="1810" y="2253"/>
                              </a:cubicBezTo>
                              <a:cubicBezTo>
                                <a:pt x="1837" y="2265"/>
                                <a:pt x="1877" y="2249"/>
                                <a:pt x="1912" y="2244"/>
                              </a:cubicBezTo>
                              <a:cubicBezTo>
                                <a:pt x="1943" y="2241"/>
                                <a:pt x="1980" y="2213"/>
                                <a:pt x="1996" y="2232"/>
                              </a:cubicBezTo>
                              <a:cubicBezTo>
                                <a:pt x="2021" y="2235"/>
                                <a:pt x="2002" y="2340"/>
                                <a:pt x="2011" y="2358"/>
                              </a:cubicBezTo>
                              <a:cubicBezTo>
                                <a:pt x="2035" y="2385"/>
                                <a:pt x="2013" y="2413"/>
                                <a:pt x="2065" y="2418"/>
                              </a:cubicBezTo>
                              <a:cubicBezTo>
                                <a:pt x="2094" y="2416"/>
                                <a:pt x="2093" y="2408"/>
                                <a:pt x="2122" y="2403"/>
                              </a:cubicBezTo>
                              <a:cubicBezTo>
                                <a:pt x="2130" y="2402"/>
                                <a:pt x="2139" y="2319"/>
                                <a:pt x="2146" y="2316"/>
                              </a:cubicBezTo>
                              <a:cubicBezTo>
                                <a:pt x="2158" y="2311"/>
                                <a:pt x="2215" y="2241"/>
                                <a:pt x="2215" y="2241"/>
                              </a:cubicBezTo>
                              <a:cubicBezTo>
                                <a:pt x="2233" y="2223"/>
                                <a:pt x="2248" y="2227"/>
                                <a:pt x="2263" y="2220"/>
                              </a:cubicBezTo>
                              <a:cubicBezTo>
                                <a:pt x="2278" y="2213"/>
                                <a:pt x="2298" y="2202"/>
                                <a:pt x="2308" y="2199"/>
                              </a:cubicBezTo>
                              <a:cubicBezTo>
                                <a:pt x="2326" y="2190"/>
                                <a:pt x="2313" y="2206"/>
                                <a:pt x="2323" y="2205"/>
                              </a:cubicBezTo>
                              <a:cubicBezTo>
                                <a:pt x="2332" y="2206"/>
                                <a:pt x="2348" y="2192"/>
                                <a:pt x="2362" y="2205"/>
                              </a:cubicBezTo>
                              <a:cubicBezTo>
                                <a:pt x="2381" y="2216"/>
                                <a:pt x="2390" y="2270"/>
                                <a:pt x="2407" y="2286"/>
                              </a:cubicBezTo>
                              <a:cubicBezTo>
                                <a:pt x="2424" y="2302"/>
                                <a:pt x="2444" y="2298"/>
                                <a:pt x="2461" y="2301"/>
                              </a:cubicBezTo>
                              <a:cubicBezTo>
                                <a:pt x="2475" y="2307"/>
                                <a:pt x="2481" y="2302"/>
                                <a:pt x="2509" y="2307"/>
                              </a:cubicBezTo>
                              <a:cubicBezTo>
                                <a:pt x="2537" y="2312"/>
                                <a:pt x="2607" y="2311"/>
                                <a:pt x="2629" y="2331"/>
                              </a:cubicBezTo>
                              <a:cubicBezTo>
                                <a:pt x="2637" y="2356"/>
                                <a:pt x="2620" y="2415"/>
                                <a:pt x="2641" y="2430"/>
                              </a:cubicBezTo>
                              <a:cubicBezTo>
                                <a:pt x="2653" y="2461"/>
                                <a:pt x="2700" y="2496"/>
                                <a:pt x="2731" y="2502"/>
                              </a:cubicBezTo>
                              <a:cubicBezTo>
                                <a:pt x="2741" y="2528"/>
                                <a:pt x="2737" y="2580"/>
                                <a:pt x="2734" y="2595"/>
                              </a:cubicBezTo>
                              <a:cubicBezTo>
                                <a:pt x="2731" y="2610"/>
                                <a:pt x="2712" y="2588"/>
                                <a:pt x="2713" y="2595"/>
                              </a:cubicBezTo>
                              <a:cubicBezTo>
                                <a:pt x="2714" y="2605"/>
                                <a:pt x="2732" y="2628"/>
                                <a:pt x="2743" y="2640"/>
                              </a:cubicBezTo>
                              <a:cubicBezTo>
                                <a:pt x="2760" y="2653"/>
                                <a:pt x="2771" y="2671"/>
                                <a:pt x="2818" y="2673"/>
                              </a:cubicBezTo>
                              <a:cubicBezTo>
                                <a:pt x="2986" y="2666"/>
                                <a:pt x="2904" y="2697"/>
                                <a:pt x="3025" y="2652"/>
                              </a:cubicBezTo>
                              <a:cubicBezTo>
                                <a:pt x="3053" y="2631"/>
                                <a:pt x="3107" y="2623"/>
                                <a:pt x="3142" y="2616"/>
                              </a:cubicBezTo>
                              <a:cubicBezTo>
                                <a:pt x="3150" y="2612"/>
                                <a:pt x="3170" y="2588"/>
                                <a:pt x="3175" y="2580"/>
                              </a:cubicBezTo>
                              <a:cubicBezTo>
                                <a:pt x="3185" y="2566"/>
                                <a:pt x="3196" y="2550"/>
                                <a:pt x="3208" y="2538"/>
                              </a:cubicBezTo>
                              <a:cubicBezTo>
                                <a:pt x="3220" y="2526"/>
                                <a:pt x="3270" y="2521"/>
                                <a:pt x="3286" y="2517"/>
                              </a:cubicBezTo>
                              <a:cubicBezTo>
                                <a:pt x="3331" y="2523"/>
                                <a:pt x="3349" y="2517"/>
                                <a:pt x="3424" y="2427"/>
                              </a:cubicBezTo>
                              <a:cubicBezTo>
                                <a:pt x="3457" y="2370"/>
                                <a:pt x="3543" y="2353"/>
                                <a:pt x="3607" y="2361"/>
                              </a:cubicBezTo>
                              <a:cubicBezTo>
                                <a:pt x="3634" y="2364"/>
                                <a:pt x="3667" y="2395"/>
                                <a:pt x="3694" y="2397"/>
                              </a:cubicBezTo>
                              <a:cubicBezTo>
                                <a:pt x="3721" y="2409"/>
                                <a:pt x="3762" y="2426"/>
                                <a:pt x="3784" y="2439"/>
                              </a:cubicBezTo>
                              <a:cubicBezTo>
                                <a:pt x="3806" y="2452"/>
                                <a:pt x="3811" y="2468"/>
                                <a:pt x="3826" y="2475"/>
                              </a:cubicBezTo>
                              <a:cubicBezTo>
                                <a:pt x="3838" y="2481"/>
                                <a:pt x="3861" y="2482"/>
                                <a:pt x="3874" y="2484"/>
                              </a:cubicBezTo>
                              <a:cubicBezTo>
                                <a:pt x="3887" y="2486"/>
                                <a:pt x="3896" y="2495"/>
                                <a:pt x="3907" y="2490"/>
                              </a:cubicBezTo>
                              <a:cubicBezTo>
                                <a:pt x="3950" y="2447"/>
                                <a:pt x="3909" y="2476"/>
                                <a:pt x="3943" y="2454"/>
                              </a:cubicBezTo>
                              <a:cubicBezTo>
                                <a:pt x="3953" y="2427"/>
                                <a:pt x="3960" y="2390"/>
                                <a:pt x="3973" y="2373"/>
                              </a:cubicBezTo>
                              <a:cubicBezTo>
                                <a:pt x="3988" y="2354"/>
                                <a:pt x="4017" y="2340"/>
                                <a:pt x="4033" y="2337"/>
                              </a:cubicBezTo>
                              <a:cubicBezTo>
                                <a:pt x="4047" y="2335"/>
                                <a:pt x="4056" y="2346"/>
                                <a:pt x="4069" y="2355"/>
                              </a:cubicBezTo>
                              <a:cubicBezTo>
                                <a:pt x="4082" y="2364"/>
                                <a:pt x="4102" y="2387"/>
                                <a:pt x="4111" y="2394"/>
                              </a:cubicBezTo>
                              <a:cubicBezTo>
                                <a:pt x="4120" y="2401"/>
                                <a:pt x="4117" y="2407"/>
                                <a:pt x="4123" y="2397"/>
                              </a:cubicBezTo>
                              <a:cubicBezTo>
                                <a:pt x="4152" y="2387"/>
                                <a:pt x="4131" y="2331"/>
                                <a:pt x="4147" y="2331"/>
                              </a:cubicBezTo>
                              <a:cubicBezTo>
                                <a:pt x="4163" y="2331"/>
                                <a:pt x="4205" y="2395"/>
                                <a:pt x="4222" y="2400"/>
                              </a:cubicBezTo>
                              <a:cubicBezTo>
                                <a:pt x="4245" y="2377"/>
                                <a:pt x="4237" y="2390"/>
                                <a:pt x="4249" y="2361"/>
                              </a:cubicBezTo>
                              <a:cubicBezTo>
                                <a:pt x="4260" y="2335"/>
                                <a:pt x="4220" y="2305"/>
                                <a:pt x="4237" y="2283"/>
                              </a:cubicBezTo>
                              <a:cubicBezTo>
                                <a:pt x="4242" y="2268"/>
                                <a:pt x="4233" y="2208"/>
                                <a:pt x="4243" y="2196"/>
                              </a:cubicBezTo>
                              <a:cubicBezTo>
                                <a:pt x="4254" y="2182"/>
                                <a:pt x="4315" y="2229"/>
                                <a:pt x="4315" y="2229"/>
                              </a:cubicBezTo>
                              <a:cubicBezTo>
                                <a:pt x="4323" y="2199"/>
                                <a:pt x="4316" y="2210"/>
                                <a:pt x="4342" y="2193"/>
                              </a:cubicBezTo>
                              <a:cubicBezTo>
                                <a:pt x="4371" y="2147"/>
                                <a:pt x="4343" y="2117"/>
                                <a:pt x="4351" y="2064"/>
                              </a:cubicBezTo>
                              <a:cubicBezTo>
                                <a:pt x="4349" y="1972"/>
                                <a:pt x="4337" y="2009"/>
                                <a:pt x="4333" y="1917"/>
                              </a:cubicBezTo>
                              <a:cubicBezTo>
                                <a:pt x="4332" y="1881"/>
                                <a:pt x="4350" y="1863"/>
                                <a:pt x="4330" y="1833"/>
                              </a:cubicBezTo>
                              <a:cubicBezTo>
                                <a:pt x="4322" y="1800"/>
                                <a:pt x="4330" y="1793"/>
                                <a:pt x="4318" y="1761"/>
                              </a:cubicBezTo>
                              <a:cubicBezTo>
                                <a:pt x="4316" y="1739"/>
                                <a:pt x="4290" y="1720"/>
                                <a:pt x="4288" y="1707"/>
                              </a:cubicBezTo>
                              <a:cubicBezTo>
                                <a:pt x="4284" y="1692"/>
                                <a:pt x="4292" y="1691"/>
                                <a:pt x="4291" y="1668"/>
                              </a:cubicBezTo>
                              <a:cubicBezTo>
                                <a:pt x="4280" y="1639"/>
                                <a:pt x="4296" y="1595"/>
                                <a:pt x="4279" y="1569"/>
                              </a:cubicBezTo>
                              <a:cubicBezTo>
                                <a:pt x="4263" y="1511"/>
                                <a:pt x="4259" y="1543"/>
                                <a:pt x="4228" y="1503"/>
                              </a:cubicBezTo>
                              <a:cubicBezTo>
                                <a:pt x="4219" y="1491"/>
                                <a:pt x="4200" y="1416"/>
                                <a:pt x="4192" y="1404"/>
                              </a:cubicBezTo>
                              <a:cubicBezTo>
                                <a:pt x="4170" y="1371"/>
                                <a:pt x="4150" y="1353"/>
                                <a:pt x="4129" y="1317"/>
                              </a:cubicBezTo>
                              <a:cubicBezTo>
                                <a:pt x="4089" y="1296"/>
                                <a:pt x="4075" y="1274"/>
                                <a:pt x="4030" y="1269"/>
                              </a:cubicBezTo>
                              <a:cubicBezTo>
                                <a:pt x="4007" y="1271"/>
                                <a:pt x="4006" y="1350"/>
                                <a:pt x="3997" y="1368"/>
                              </a:cubicBezTo>
                              <a:cubicBezTo>
                                <a:pt x="3982" y="1372"/>
                                <a:pt x="3972" y="1405"/>
                                <a:pt x="3958" y="1410"/>
                              </a:cubicBezTo>
                              <a:cubicBezTo>
                                <a:pt x="3941" y="1438"/>
                                <a:pt x="3903" y="1450"/>
                                <a:pt x="3871" y="1461"/>
                              </a:cubicBezTo>
                              <a:cubicBezTo>
                                <a:pt x="3839" y="1483"/>
                                <a:pt x="3784" y="1402"/>
                                <a:pt x="3748" y="1413"/>
                              </a:cubicBezTo>
                              <a:cubicBezTo>
                                <a:pt x="3731" y="1411"/>
                                <a:pt x="3742" y="1485"/>
                                <a:pt x="3727" y="1464"/>
                              </a:cubicBezTo>
                              <a:cubicBezTo>
                                <a:pt x="3719" y="1461"/>
                                <a:pt x="3626" y="1415"/>
                                <a:pt x="3619" y="1410"/>
                              </a:cubicBezTo>
                              <a:cubicBezTo>
                                <a:pt x="3613" y="1406"/>
                                <a:pt x="3601" y="1331"/>
                                <a:pt x="3595" y="1329"/>
                              </a:cubicBezTo>
                              <a:cubicBezTo>
                                <a:pt x="3567" y="1288"/>
                                <a:pt x="3582" y="1283"/>
                                <a:pt x="3538" y="1266"/>
                              </a:cubicBezTo>
                              <a:cubicBezTo>
                                <a:pt x="3472" y="1240"/>
                                <a:pt x="3508" y="1196"/>
                                <a:pt x="3439" y="1185"/>
                              </a:cubicBezTo>
                              <a:cubicBezTo>
                                <a:pt x="3403" y="1178"/>
                                <a:pt x="3412" y="1186"/>
                                <a:pt x="3385" y="1185"/>
                              </a:cubicBezTo>
                              <a:cubicBezTo>
                                <a:pt x="3365" y="1192"/>
                                <a:pt x="3334" y="1231"/>
                                <a:pt x="3316" y="1230"/>
                              </a:cubicBezTo>
                              <a:cubicBezTo>
                                <a:pt x="3298" y="1229"/>
                                <a:pt x="3299" y="1187"/>
                                <a:pt x="3274" y="1179"/>
                              </a:cubicBezTo>
                              <a:cubicBezTo>
                                <a:pt x="3240" y="1156"/>
                                <a:pt x="3229" y="1203"/>
                                <a:pt x="3166" y="1182"/>
                              </a:cubicBezTo>
                              <a:cubicBezTo>
                                <a:pt x="3160" y="1180"/>
                                <a:pt x="3097" y="1131"/>
                                <a:pt x="3097" y="1131"/>
                              </a:cubicBezTo>
                              <a:cubicBezTo>
                                <a:pt x="3073" y="1119"/>
                                <a:pt x="3059" y="1135"/>
                                <a:pt x="3031" y="1131"/>
                              </a:cubicBezTo>
                              <a:cubicBezTo>
                                <a:pt x="3003" y="1127"/>
                                <a:pt x="2962" y="1121"/>
                                <a:pt x="2929" y="1107"/>
                              </a:cubicBezTo>
                              <a:cubicBezTo>
                                <a:pt x="2891" y="1089"/>
                                <a:pt x="2857" y="1061"/>
                                <a:pt x="2833" y="1044"/>
                              </a:cubicBezTo>
                              <a:cubicBezTo>
                                <a:pt x="2809" y="1027"/>
                                <a:pt x="2803" y="1022"/>
                                <a:pt x="2785" y="1005"/>
                              </a:cubicBezTo>
                              <a:cubicBezTo>
                                <a:pt x="2756" y="1000"/>
                                <a:pt x="2750" y="948"/>
                                <a:pt x="2722" y="939"/>
                              </a:cubicBezTo>
                              <a:cubicBezTo>
                                <a:pt x="2695" y="948"/>
                                <a:pt x="2666" y="956"/>
                                <a:pt x="2638" y="957"/>
                              </a:cubicBezTo>
                              <a:cubicBezTo>
                                <a:pt x="2610" y="958"/>
                                <a:pt x="2569" y="954"/>
                                <a:pt x="2554" y="942"/>
                              </a:cubicBezTo>
                              <a:cubicBezTo>
                                <a:pt x="2537" y="931"/>
                                <a:pt x="2556" y="905"/>
                                <a:pt x="2548" y="885"/>
                              </a:cubicBezTo>
                              <a:cubicBezTo>
                                <a:pt x="2540" y="865"/>
                                <a:pt x="2524" y="843"/>
                                <a:pt x="2509" y="822"/>
                              </a:cubicBezTo>
                              <a:cubicBezTo>
                                <a:pt x="2496" y="790"/>
                                <a:pt x="2467" y="777"/>
                                <a:pt x="2458" y="759"/>
                              </a:cubicBezTo>
                              <a:cubicBezTo>
                                <a:pt x="2449" y="741"/>
                                <a:pt x="2448" y="738"/>
                                <a:pt x="2452" y="711"/>
                              </a:cubicBezTo>
                              <a:cubicBezTo>
                                <a:pt x="2444" y="686"/>
                                <a:pt x="2494" y="619"/>
                                <a:pt x="2485" y="594"/>
                              </a:cubicBezTo>
                              <a:cubicBezTo>
                                <a:pt x="2463" y="569"/>
                                <a:pt x="2502" y="531"/>
                                <a:pt x="2494" y="510"/>
                              </a:cubicBezTo>
                              <a:cubicBezTo>
                                <a:pt x="2486" y="489"/>
                                <a:pt x="2443" y="486"/>
                                <a:pt x="2434" y="468"/>
                              </a:cubicBezTo>
                              <a:cubicBezTo>
                                <a:pt x="2429" y="452"/>
                                <a:pt x="2425" y="428"/>
                                <a:pt x="2440" y="402"/>
                              </a:cubicBezTo>
                              <a:cubicBezTo>
                                <a:pt x="2455" y="376"/>
                                <a:pt x="2521" y="337"/>
                                <a:pt x="2524" y="309"/>
                              </a:cubicBezTo>
                              <a:cubicBezTo>
                                <a:pt x="2517" y="288"/>
                                <a:pt x="2470" y="253"/>
                                <a:pt x="2458" y="234"/>
                              </a:cubicBezTo>
                              <a:cubicBezTo>
                                <a:pt x="2449" y="220"/>
                                <a:pt x="2457" y="226"/>
                                <a:pt x="2458" y="222"/>
                              </a:cubicBezTo>
                              <a:cubicBezTo>
                                <a:pt x="2459" y="218"/>
                                <a:pt x="2468" y="215"/>
                                <a:pt x="2467" y="207"/>
                              </a:cubicBezTo>
                              <a:cubicBezTo>
                                <a:pt x="2463" y="201"/>
                                <a:pt x="2452" y="180"/>
                                <a:pt x="2449" y="174"/>
                              </a:cubicBezTo>
                              <a:cubicBezTo>
                                <a:pt x="2443" y="166"/>
                                <a:pt x="2433" y="176"/>
                                <a:pt x="2419" y="171"/>
                              </a:cubicBezTo>
                              <a:cubicBezTo>
                                <a:pt x="2405" y="166"/>
                                <a:pt x="2388" y="155"/>
                                <a:pt x="2365" y="141"/>
                              </a:cubicBezTo>
                              <a:cubicBezTo>
                                <a:pt x="2331" y="118"/>
                                <a:pt x="2318" y="95"/>
                                <a:pt x="2278" y="84"/>
                              </a:cubicBezTo>
                              <a:cubicBezTo>
                                <a:pt x="2230" y="71"/>
                                <a:pt x="2208" y="78"/>
                                <a:pt x="2161" y="63"/>
                              </a:cubicBezTo>
                              <a:cubicBezTo>
                                <a:pt x="2111" y="66"/>
                                <a:pt x="2044" y="87"/>
                                <a:pt x="1981" y="87"/>
                              </a:cubicBezTo>
                              <a:cubicBezTo>
                                <a:pt x="1918" y="87"/>
                                <a:pt x="1829" y="50"/>
                                <a:pt x="1780" y="60"/>
                              </a:cubicBezTo>
                              <a:cubicBezTo>
                                <a:pt x="1737" y="87"/>
                                <a:pt x="1759" y="124"/>
                                <a:pt x="1684" y="147"/>
                              </a:cubicBezTo>
                              <a:cubicBezTo>
                                <a:pt x="1677" y="149"/>
                                <a:pt x="1643" y="139"/>
                                <a:pt x="1636" y="141"/>
                              </a:cubicBezTo>
                              <a:cubicBezTo>
                                <a:pt x="1586" y="159"/>
                                <a:pt x="1530" y="138"/>
                                <a:pt x="1477" y="144"/>
                              </a:cubicBezTo>
                              <a:cubicBezTo>
                                <a:pt x="1392" y="168"/>
                                <a:pt x="1439" y="192"/>
                                <a:pt x="1297" y="186"/>
                              </a:cubicBezTo>
                              <a:cubicBezTo>
                                <a:pt x="1255" y="180"/>
                                <a:pt x="1225" y="177"/>
                                <a:pt x="1186" y="168"/>
                              </a:cubicBezTo>
                              <a:cubicBezTo>
                                <a:pt x="1133" y="133"/>
                                <a:pt x="1150" y="130"/>
                                <a:pt x="1102" y="81"/>
                              </a:cubicBezTo>
                              <a:cubicBezTo>
                                <a:pt x="1080" y="63"/>
                                <a:pt x="1077" y="34"/>
                                <a:pt x="1063" y="30"/>
                              </a:cubicBezTo>
                              <a:cubicBezTo>
                                <a:pt x="1049" y="26"/>
                                <a:pt x="1039" y="45"/>
                                <a:pt x="1015" y="57"/>
                              </a:cubicBezTo>
                              <a:cubicBezTo>
                                <a:pt x="971" y="59"/>
                                <a:pt x="963" y="93"/>
                                <a:pt x="919" y="99"/>
                              </a:cubicBezTo>
                              <a:cubicBezTo>
                                <a:pt x="880" y="129"/>
                                <a:pt x="846" y="107"/>
                                <a:pt x="823" y="114"/>
                              </a:cubicBezTo>
                              <a:cubicBezTo>
                                <a:pt x="803" y="135"/>
                                <a:pt x="792" y="97"/>
                                <a:pt x="775" y="87"/>
                              </a:cubicBezTo>
                              <a:cubicBezTo>
                                <a:pt x="758" y="77"/>
                                <a:pt x="739" y="59"/>
                                <a:pt x="721" y="54"/>
                              </a:cubicBezTo>
                              <a:cubicBezTo>
                                <a:pt x="703" y="49"/>
                                <a:pt x="685" y="66"/>
                                <a:pt x="664" y="57"/>
                              </a:cubicBezTo>
                              <a:cubicBezTo>
                                <a:pt x="629" y="62"/>
                                <a:pt x="619" y="0"/>
                                <a:pt x="598" y="0"/>
                              </a:cubicBezTo>
                              <a:cubicBezTo>
                                <a:pt x="577" y="0"/>
                                <a:pt x="552" y="40"/>
                                <a:pt x="538" y="54"/>
                              </a:cubicBezTo>
                              <a:cubicBezTo>
                                <a:pt x="532" y="60"/>
                                <a:pt x="521" y="79"/>
                                <a:pt x="514" y="84"/>
                              </a:cubicBezTo>
                              <a:cubicBezTo>
                                <a:pt x="508" y="88"/>
                                <a:pt x="498" y="100"/>
                                <a:pt x="493" y="105"/>
                              </a:cubicBezTo>
                              <a:cubicBezTo>
                                <a:pt x="487" y="112"/>
                                <a:pt x="476" y="122"/>
                                <a:pt x="469" y="129"/>
                              </a:cubicBezTo>
                              <a:cubicBezTo>
                                <a:pt x="464" y="134"/>
                                <a:pt x="436" y="153"/>
                                <a:pt x="430" y="156"/>
                              </a:cubicBezTo>
                              <a:cubicBezTo>
                                <a:pt x="405" y="169"/>
                                <a:pt x="422" y="220"/>
                                <a:pt x="397" y="234"/>
                              </a:cubicBezTo>
                              <a:cubicBezTo>
                                <a:pt x="370" y="249"/>
                                <a:pt x="345" y="206"/>
                                <a:pt x="316" y="216"/>
                              </a:cubicBezTo>
                              <a:cubicBezTo>
                                <a:pt x="279" y="229"/>
                                <a:pt x="273" y="213"/>
                                <a:pt x="238" y="228"/>
                              </a:cubicBezTo>
                              <a:cubicBezTo>
                                <a:pt x="200" y="245"/>
                                <a:pt x="187" y="255"/>
                                <a:pt x="196" y="246"/>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64" name="Freeform 187"/>
                        <p:cNvSpPr/>
                        <p:nvPr/>
                      </p:nvSpPr>
                      <p:spPr bwMode="auto">
                        <a:xfrm>
                          <a:off x="8089" y="7990"/>
                          <a:ext cx="2359" cy="2099"/>
                        </a:xfrm>
                        <a:custGeom>
                          <a:avLst/>
                          <a:gdLst>
                            <a:gd name="T0" fmla="*/ 394 w 2362"/>
                            <a:gd name="T1" fmla="*/ 339 h 2094"/>
                            <a:gd name="T2" fmla="*/ 277 w 2362"/>
                            <a:gd name="T3" fmla="*/ 168 h 2094"/>
                            <a:gd name="T4" fmla="*/ 53 w 2362"/>
                            <a:gd name="T5" fmla="*/ 84 h 2094"/>
                            <a:gd name="T6" fmla="*/ 76 w 2362"/>
                            <a:gd name="T7" fmla="*/ 198 h 2094"/>
                            <a:gd name="T8" fmla="*/ 17 w 2362"/>
                            <a:gd name="T9" fmla="*/ 333 h 2094"/>
                            <a:gd name="T10" fmla="*/ 142 w 2362"/>
                            <a:gd name="T11" fmla="*/ 495 h 2094"/>
                            <a:gd name="T12" fmla="*/ 238 w 2362"/>
                            <a:gd name="T13" fmla="*/ 666 h 2094"/>
                            <a:gd name="T14" fmla="*/ 293 w 2362"/>
                            <a:gd name="T15" fmla="*/ 900 h 2094"/>
                            <a:gd name="T16" fmla="*/ 317 w 2362"/>
                            <a:gd name="T17" fmla="*/ 1125 h 2094"/>
                            <a:gd name="T18" fmla="*/ 325 w 2362"/>
                            <a:gd name="T19" fmla="*/ 1341 h 2094"/>
                            <a:gd name="T20" fmla="*/ 370 w 2362"/>
                            <a:gd name="T21" fmla="*/ 1536 h 2094"/>
                            <a:gd name="T22" fmla="*/ 535 w 2362"/>
                            <a:gd name="T23" fmla="*/ 1464 h 2094"/>
                            <a:gd name="T24" fmla="*/ 616 w 2362"/>
                            <a:gd name="T25" fmla="*/ 1644 h 2094"/>
                            <a:gd name="T26" fmla="*/ 727 w 2362"/>
                            <a:gd name="T27" fmla="*/ 1731 h 2094"/>
                            <a:gd name="T28" fmla="*/ 814 w 2362"/>
                            <a:gd name="T29" fmla="*/ 1968 h 2094"/>
                            <a:gd name="T30" fmla="*/ 1012 w 2362"/>
                            <a:gd name="T31" fmla="*/ 2040 h 2094"/>
                            <a:gd name="T32" fmla="*/ 1105 w 2362"/>
                            <a:gd name="T33" fmla="*/ 2052 h 2094"/>
                            <a:gd name="T34" fmla="*/ 1207 w 2362"/>
                            <a:gd name="T35" fmla="*/ 2004 h 2094"/>
                            <a:gd name="T36" fmla="*/ 1288 w 2362"/>
                            <a:gd name="T37" fmla="*/ 1698 h 2094"/>
                            <a:gd name="T38" fmla="*/ 1381 w 2362"/>
                            <a:gd name="T39" fmla="*/ 1524 h 2094"/>
                            <a:gd name="T40" fmla="*/ 1480 w 2362"/>
                            <a:gd name="T41" fmla="*/ 1437 h 2094"/>
                            <a:gd name="T42" fmla="*/ 1504 w 2362"/>
                            <a:gd name="T43" fmla="*/ 1605 h 2094"/>
                            <a:gd name="T44" fmla="*/ 1708 w 2362"/>
                            <a:gd name="T45" fmla="*/ 1593 h 2094"/>
                            <a:gd name="T46" fmla="*/ 1960 w 2362"/>
                            <a:gd name="T47" fmla="*/ 1662 h 2094"/>
                            <a:gd name="T48" fmla="*/ 1837 w 2362"/>
                            <a:gd name="T49" fmla="*/ 1548 h 2094"/>
                            <a:gd name="T50" fmla="*/ 1924 w 2362"/>
                            <a:gd name="T51" fmla="*/ 1491 h 2094"/>
                            <a:gd name="T52" fmla="*/ 1897 w 2362"/>
                            <a:gd name="T53" fmla="*/ 1350 h 2094"/>
                            <a:gd name="T54" fmla="*/ 1780 w 2362"/>
                            <a:gd name="T55" fmla="*/ 1197 h 2094"/>
                            <a:gd name="T56" fmla="*/ 2029 w 2362"/>
                            <a:gd name="T57" fmla="*/ 1038 h 2094"/>
                            <a:gd name="T58" fmla="*/ 2203 w 2362"/>
                            <a:gd name="T59" fmla="*/ 987 h 2094"/>
                            <a:gd name="T60" fmla="*/ 2284 w 2362"/>
                            <a:gd name="T61" fmla="*/ 837 h 2094"/>
                            <a:gd name="T62" fmla="*/ 2350 w 2362"/>
                            <a:gd name="T63" fmla="*/ 558 h 2094"/>
                            <a:gd name="T64" fmla="*/ 2110 w 2362"/>
                            <a:gd name="T65" fmla="*/ 480 h 2094"/>
                            <a:gd name="T66" fmla="*/ 1984 w 2362"/>
                            <a:gd name="T67" fmla="*/ 438 h 2094"/>
                            <a:gd name="T68" fmla="*/ 1601 w 2362"/>
                            <a:gd name="T69" fmla="*/ 441 h 2094"/>
                            <a:gd name="T70" fmla="*/ 1477 w 2362"/>
                            <a:gd name="T71" fmla="*/ 225 h 2094"/>
                            <a:gd name="T72" fmla="*/ 1223 w 2362"/>
                            <a:gd name="T73" fmla="*/ 102 h 2094"/>
                            <a:gd name="T74" fmla="*/ 1052 w 2362"/>
                            <a:gd name="T75" fmla="*/ 135 h 2094"/>
                            <a:gd name="T76" fmla="*/ 1037 w 2362"/>
                            <a:gd name="T77" fmla="*/ 294 h 2094"/>
                            <a:gd name="T78" fmla="*/ 908 w 2362"/>
                            <a:gd name="T79" fmla="*/ 291 h 2094"/>
                            <a:gd name="T80" fmla="*/ 830 w 2362"/>
                            <a:gd name="T81" fmla="*/ 435 h 2094"/>
                            <a:gd name="T82" fmla="*/ 631 w 2362"/>
                            <a:gd name="T83" fmla="*/ 429 h 2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2" h="2094">
                              <a:moveTo>
                                <a:pt x="515" y="390"/>
                              </a:moveTo>
                              <a:cubicBezTo>
                                <a:pt x="507" y="345"/>
                                <a:pt x="513" y="444"/>
                                <a:pt x="479" y="414"/>
                              </a:cubicBezTo>
                              <a:cubicBezTo>
                                <a:pt x="469" y="377"/>
                                <a:pt x="424" y="359"/>
                                <a:pt x="394" y="339"/>
                              </a:cubicBezTo>
                              <a:cubicBezTo>
                                <a:pt x="356" y="315"/>
                                <a:pt x="354" y="295"/>
                                <a:pt x="319" y="285"/>
                              </a:cubicBezTo>
                              <a:cubicBezTo>
                                <a:pt x="309" y="302"/>
                                <a:pt x="281" y="268"/>
                                <a:pt x="274" y="249"/>
                              </a:cubicBezTo>
                              <a:cubicBezTo>
                                <a:pt x="267" y="230"/>
                                <a:pt x="284" y="195"/>
                                <a:pt x="277" y="168"/>
                              </a:cubicBezTo>
                              <a:cubicBezTo>
                                <a:pt x="242" y="146"/>
                                <a:pt x="232" y="111"/>
                                <a:pt x="229" y="84"/>
                              </a:cubicBezTo>
                              <a:cubicBezTo>
                                <a:pt x="112" y="54"/>
                                <a:pt x="217" y="66"/>
                                <a:pt x="106" y="57"/>
                              </a:cubicBezTo>
                              <a:cubicBezTo>
                                <a:pt x="95" y="74"/>
                                <a:pt x="64" y="67"/>
                                <a:pt x="53" y="84"/>
                              </a:cubicBezTo>
                              <a:cubicBezTo>
                                <a:pt x="51" y="92"/>
                                <a:pt x="28" y="100"/>
                                <a:pt x="26" y="108"/>
                              </a:cubicBezTo>
                              <a:cubicBezTo>
                                <a:pt x="26" y="113"/>
                                <a:pt x="12" y="120"/>
                                <a:pt x="20" y="135"/>
                              </a:cubicBezTo>
                              <a:cubicBezTo>
                                <a:pt x="28" y="150"/>
                                <a:pt x="67" y="178"/>
                                <a:pt x="76" y="198"/>
                              </a:cubicBezTo>
                              <a:cubicBezTo>
                                <a:pt x="85" y="218"/>
                                <a:pt x="77" y="242"/>
                                <a:pt x="73" y="258"/>
                              </a:cubicBezTo>
                              <a:cubicBezTo>
                                <a:pt x="100" y="272"/>
                                <a:pt x="63" y="281"/>
                                <a:pt x="49" y="294"/>
                              </a:cubicBezTo>
                              <a:cubicBezTo>
                                <a:pt x="40" y="306"/>
                                <a:pt x="23" y="317"/>
                                <a:pt x="17" y="333"/>
                              </a:cubicBezTo>
                              <a:cubicBezTo>
                                <a:pt x="11" y="349"/>
                                <a:pt x="0" y="376"/>
                                <a:pt x="13" y="393"/>
                              </a:cubicBezTo>
                              <a:cubicBezTo>
                                <a:pt x="21" y="406"/>
                                <a:pt x="85" y="424"/>
                                <a:pt x="97" y="435"/>
                              </a:cubicBezTo>
                              <a:cubicBezTo>
                                <a:pt x="111" y="464"/>
                                <a:pt x="124" y="470"/>
                                <a:pt x="142" y="495"/>
                              </a:cubicBezTo>
                              <a:cubicBezTo>
                                <a:pt x="170" y="534"/>
                                <a:pt x="154" y="522"/>
                                <a:pt x="181" y="549"/>
                              </a:cubicBezTo>
                              <a:cubicBezTo>
                                <a:pt x="186" y="565"/>
                                <a:pt x="188" y="610"/>
                                <a:pt x="197" y="624"/>
                              </a:cubicBezTo>
                              <a:cubicBezTo>
                                <a:pt x="205" y="653"/>
                                <a:pt x="230" y="638"/>
                                <a:pt x="238" y="666"/>
                              </a:cubicBezTo>
                              <a:cubicBezTo>
                                <a:pt x="243" y="704"/>
                                <a:pt x="259" y="697"/>
                                <a:pt x="266" y="735"/>
                              </a:cubicBezTo>
                              <a:cubicBezTo>
                                <a:pt x="266" y="753"/>
                                <a:pt x="259" y="825"/>
                                <a:pt x="274" y="840"/>
                              </a:cubicBezTo>
                              <a:cubicBezTo>
                                <a:pt x="276" y="880"/>
                                <a:pt x="285" y="866"/>
                                <a:pt x="293" y="900"/>
                              </a:cubicBezTo>
                              <a:cubicBezTo>
                                <a:pt x="296" y="911"/>
                                <a:pt x="316" y="972"/>
                                <a:pt x="316" y="972"/>
                              </a:cubicBezTo>
                              <a:cubicBezTo>
                                <a:pt x="318" y="990"/>
                                <a:pt x="294" y="1039"/>
                                <a:pt x="304" y="1059"/>
                              </a:cubicBezTo>
                              <a:cubicBezTo>
                                <a:pt x="309" y="1069"/>
                                <a:pt x="314" y="1114"/>
                                <a:pt x="317" y="1125"/>
                              </a:cubicBezTo>
                              <a:cubicBezTo>
                                <a:pt x="327" y="1167"/>
                                <a:pt x="315" y="1179"/>
                                <a:pt x="326" y="1221"/>
                              </a:cubicBezTo>
                              <a:cubicBezTo>
                                <a:pt x="327" y="1235"/>
                                <a:pt x="323" y="1270"/>
                                <a:pt x="326" y="1284"/>
                              </a:cubicBezTo>
                              <a:cubicBezTo>
                                <a:pt x="328" y="1294"/>
                                <a:pt x="325" y="1341"/>
                                <a:pt x="325" y="1341"/>
                              </a:cubicBezTo>
                              <a:cubicBezTo>
                                <a:pt x="331" y="1375"/>
                                <a:pt x="318" y="1371"/>
                                <a:pt x="331" y="1407"/>
                              </a:cubicBezTo>
                              <a:cubicBezTo>
                                <a:pt x="333" y="1412"/>
                                <a:pt x="328" y="1467"/>
                                <a:pt x="328" y="1467"/>
                              </a:cubicBezTo>
                              <a:cubicBezTo>
                                <a:pt x="337" y="1517"/>
                                <a:pt x="342" y="1493"/>
                                <a:pt x="370" y="1536"/>
                              </a:cubicBezTo>
                              <a:cubicBezTo>
                                <a:pt x="391" y="1535"/>
                                <a:pt x="376" y="1473"/>
                                <a:pt x="388" y="1446"/>
                              </a:cubicBezTo>
                              <a:cubicBezTo>
                                <a:pt x="400" y="1419"/>
                                <a:pt x="421" y="1368"/>
                                <a:pt x="445" y="1371"/>
                              </a:cubicBezTo>
                              <a:cubicBezTo>
                                <a:pt x="477" y="1352"/>
                                <a:pt x="517" y="1439"/>
                                <a:pt x="535" y="1464"/>
                              </a:cubicBezTo>
                              <a:cubicBezTo>
                                <a:pt x="553" y="1489"/>
                                <a:pt x="557" y="1505"/>
                                <a:pt x="556" y="1521"/>
                              </a:cubicBezTo>
                              <a:cubicBezTo>
                                <a:pt x="568" y="1521"/>
                                <a:pt x="522" y="1540"/>
                                <a:pt x="532" y="1560"/>
                              </a:cubicBezTo>
                              <a:cubicBezTo>
                                <a:pt x="542" y="1580"/>
                                <a:pt x="590" y="1636"/>
                                <a:pt x="616" y="1644"/>
                              </a:cubicBezTo>
                              <a:cubicBezTo>
                                <a:pt x="642" y="1652"/>
                                <a:pt x="675" y="1607"/>
                                <a:pt x="688" y="1611"/>
                              </a:cubicBezTo>
                              <a:cubicBezTo>
                                <a:pt x="691" y="1621"/>
                                <a:pt x="688" y="1658"/>
                                <a:pt x="691" y="1668"/>
                              </a:cubicBezTo>
                              <a:cubicBezTo>
                                <a:pt x="693" y="1673"/>
                                <a:pt x="727" y="1731"/>
                                <a:pt x="727" y="1731"/>
                              </a:cubicBezTo>
                              <a:cubicBezTo>
                                <a:pt x="735" y="1790"/>
                                <a:pt x="733" y="1769"/>
                                <a:pt x="760" y="1821"/>
                              </a:cubicBezTo>
                              <a:cubicBezTo>
                                <a:pt x="764" y="1839"/>
                                <a:pt x="845" y="1853"/>
                                <a:pt x="859" y="1866"/>
                              </a:cubicBezTo>
                              <a:cubicBezTo>
                                <a:pt x="864" y="1884"/>
                                <a:pt x="800" y="1956"/>
                                <a:pt x="814" y="1968"/>
                              </a:cubicBezTo>
                              <a:cubicBezTo>
                                <a:pt x="822" y="1990"/>
                                <a:pt x="843" y="2003"/>
                                <a:pt x="859" y="2019"/>
                              </a:cubicBezTo>
                              <a:cubicBezTo>
                                <a:pt x="892" y="2053"/>
                                <a:pt x="885" y="2088"/>
                                <a:pt x="910" y="2091"/>
                              </a:cubicBezTo>
                              <a:cubicBezTo>
                                <a:pt x="935" y="2094"/>
                                <a:pt x="987" y="2049"/>
                                <a:pt x="1012" y="2040"/>
                              </a:cubicBezTo>
                              <a:cubicBezTo>
                                <a:pt x="1034" y="2039"/>
                                <a:pt x="1045" y="2035"/>
                                <a:pt x="1057" y="2037"/>
                              </a:cubicBezTo>
                              <a:cubicBezTo>
                                <a:pt x="1069" y="2039"/>
                                <a:pt x="1079" y="2050"/>
                                <a:pt x="1087" y="2052"/>
                              </a:cubicBezTo>
                              <a:cubicBezTo>
                                <a:pt x="1094" y="2051"/>
                                <a:pt x="1098" y="2050"/>
                                <a:pt x="1105" y="2052"/>
                              </a:cubicBezTo>
                              <a:cubicBezTo>
                                <a:pt x="1112" y="2054"/>
                                <a:pt x="1123" y="2063"/>
                                <a:pt x="1132" y="2064"/>
                              </a:cubicBezTo>
                              <a:cubicBezTo>
                                <a:pt x="1137" y="2059"/>
                                <a:pt x="1158" y="2063"/>
                                <a:pt x="1162" y="2058"/>
                              </a:cubicBezTo>
                              <a:cubicBezTo>
                                <a:pt x="1166" y="2054"/>
                                <a:pt x="1202" y="2007"/>
                                <a:pt x="1207" y="2004"/>
                              </a:cubicBezTo>
                              <a:cubicBezTo>
                                <a:pt x="1216" y="1991"/>
                                <a:pt x="1192" y="1819"/>
                                <a:pt x="1201" y="1806"/>
                              </a:cubicBezTo>
                              <a:cubicBezTo>
                                <a:pt x="1231" y="1779"/>
                                <a:pt x="1244" y="1767"/>
                                <a:pt x="1258" y="1749"/>
                              </a:cubicBezTo>
                              <a:cubicBezTo>
                                <a:pt x="1272" y="1731"/>
                                <a:pt x="1280" y="1714"/>
                                <a:pt x="1288" y="1698"/>
                              </a:cubicBezTo>
                              <a:cubicBezTo>
                                <a:pt x="1306" y="1671"/>
                                <a:pt x="1305" y="1674"/>
                                <a:pt x="1309" y="1653"/>
                              </a:cubicBezTo>
                              <a:cubicBezTo>
                                <a:pt x="1313" y="1632"/>
                                <a:pt x="1300" y="1590"/>
                                <a:pt x="1312" y="1569"/>
                              </a:cubicBezTo>
                              <a:cubicBezTo>
                                <a:pt x="1324" y="1548"/>
                                <a:pt x="1374" y="1537"/>
                                <a:pt x="1381" y="1524"/>
                              </a:cubicBezTo>
                              <a:cubicBezTo>
                                <a:pt x="1388" y="1511"/>
                                <a:pt x="1357" y="1504"/>
                                <a:pt x="1357" y="1491"/>
                              </a:cubicBezTo>
                              <a:cubicBezTo>
                                <a:pt x="1357" y="1478"/>
                                <a:pt x="1357" y="1455"/>
                                <a:pt x="1378" y="1446"/>
                              </a:cubicBezTo>
                              <a:cubicBezTo>
                                <a:pt x="1400" y="1410"/>
                                <a:pt x="1456" y="1417"/>
                                <a:pt x="1480" y="1437"/>
                              </a:cubicBezTo>
                              <a:cubicBezTo>
                                <a:pt x="1498" y="1448"/>
                                <a:pt x="1479" y="1488"/>
                                <a:pt x="1486" y="1509"/>
                              </a:cubicBezTo>
                              <a:cubicBezTo>
                                <a:pt x="1493" y="1530"/>
                                <a:pt x="1522" y="1550"/>
                                <a:pt x="1525" y="1566"/>
                              </a:cubicBezTo>
                              <a:cubicBezTo>
                                <a:pt x="1528" y="1582"/>
                                <a:pt x="1503" y="1593"/>
                                <a:pt x="1504" y="1605"/>
                              </a:cubicBezTo>
                              <a:cubicBezTo>
                                <a:pt x="1521" y="1607"/>
                                <a:pt x="1514" y="1633"/>
                                <a:pt x="1531" y="1638"/>
                              </a:cubicBezTo>
                              <a:cubicBezTo>
                                <a:pt x="1545" y="1642"/>
                                <a:pt x="1595" y="1620"/>
                                <a:pt x="1609" y="1626"/>
                              </a:cubicBezTo>
                              <a:cubicBezTo>
                                <a:pt x="1641" y="1640"/>
                                <a:pt x="1682" y="1587"/>
                                <a:pt x="1708" y="1593"/>
                              </a:cubicBezTo>
                              <a:cubicBezTo>
                                <a:pt x="1731" y="1609"/>
                                <a:pt x="1695" y="1691"/>
                                <a:pt x="1723" y="1695"/>
                              </a:cubicBezTo>
                              <a:cubicBezTo>
                                <a:pt x="2007" y="1688"/>
                                <a:pt x="1856" y="1698"/>
                                <a:pt x="1913" y="1695"/>
                              </a:cubicBezTo>
                              <a:cubicBezTo>
                                <a:pt x="1949" y="1686"/>
                                <a:pt x="1946" y="1675"/>
                                <a:pt x="1960" y="1662"/>
                              </a:cubicBezTo>
                              <a:cubicBezTo>
                                <a:pt x="1965" y="1638"/>
                                <a:pt x="1959" y="1608"/>
                                <a:pt x="1975" y="1590"/>
                              </a:cubicBezTo>
                              <a:cubicBezTo>
                                <a:pt x="1957" y="1567"/>
                                <a:pt x="1941" y="1558"/>
                                <a:pt x="1918" y="1551"/>
                              </a:cubicBezTo>
                              <a:cubicBezTo>
                                <a:pt x="1895" y="1544"/>
                                <a:pt x="1854" y="1555"/>
                                <a:pt x="1837" y="1548"/>
                              </a:cubicBezTo>
                              <a:cubicBezTo>
                                <a:pt x="1820" y="1541"/>
                                <a:pt x="1808" y="1524"/>
                                <a:pt x="1816" y="1506"/>
                              </a:cubicBezTo>
                              <a:cubicBezTo>
                                <a:pt x="1787" y="1477"/>
                                <a:pt x="1860" y="1445"/>
                                <a:pt x="1885" y="1437"/>
                              </a:cubicBezTo>
                              <a:cubicBezTo>
                                <a:pt x="1903" y="1435"/>
                                <a:pt x="1910" y="1488"/>
                                <a:pt x="1924" y="1491"/>
                              </a:cubicBezTo>
                              <a:cubicBezTo>
                                <a:pt x="1938" y="1494"/>
                                <a:pt x="1965" y="1477"/>
                                <a:pt x="1969" y="1458"/>
                              </a:cubicBezTo>
                              <a:cubicBezTo>
                                <a:pt x="1968" y="1452"/>
                                <a:pt x="1954" y="1382"/>
                                <a:pt x="1951" y="1377"/>
                              </a:cubicBezTo>
                              <a:cubicBezTo>
                                <a:pt x="1948" y="1372"/>
                                <a:pt x="1901" y="1354"/>
                                <a:pt x="1897" y="1350"/>
                              </a:cubicBezTo>
                              <a:cubicBezTo>
                                <a:pt x="1881" y="1334"/>
                                <a:pt x="1878" y="1306"/>
                                <a:pt x="1855" y="1299"/>
                              </a:cubicBezTo>
                              <a:cubicBezTo>
                                <a:pt x="1836" y="1280"/>
                                <a:pt x="1786" y="1281"/>
                                <a:pt x="1768" y="1263"/>
                              </a:cubicBezTo>
                              <a:cubicBezTo>
                                <a:pt x="1769" y="1252"/>
                                <a:pt x="1772" y="1204"/>
                                <a:pt x="1780" y="1197"/>
                              </a:cubicBezTo>
                              <a:cubicBezTo>
                                <a:pt x="1790" y="1172"/>
                                <a:pt x="1867" y="1140"/>
                                <a:pt x="1885" y="1113"/>
                              </a:cubicBezTo>
                              <a:cubicBezTo>
                                <a:pt x="1901" y="1086"/>
                                <a:pt x="1849" y="1044"/>
                                <a:pt x="1873" y="1032"/>
                              </a:cubicBezTo>
                              <a:cubicBezTo>
                                <a:pt x="1954" y="1026"/>
                                <a:pt x="1959" y="1041"/>
                                <a:pt x="2029" y="1038"/>
                              </a:cubicBezTo>
                              <a:cubicBezTo>
                                <a:pt x="2050" y="1032"/>
                                <a:pt x="2079" y="1078"/>
                                <a:pt x="2104" y="1074"/>
                              </a:cubicBezTo>
                              <a:cubicBezTo>
                                <a:pt x="2132" y="1055"/>
                                <a:pt x="2140" y="1063"/>
                                <a:pt x="2164" y="1041"/>
                              </a:cubicBezTo>
                              <a:cubicBezTo>
                                <a:pt x="2174" y="1032"/>
                                <a:pt x="2193" y="997"/>
                                <a:pt x="2203" y="987"/>
                              </a:cubicBezTo>
                              <a:cubicBezTo>
                                <a:pt x="2217" y="973"/>
                                <a:pt x="2187" y="943"/>
                                <a:pt x="2203" y="933"/>
                              </a:cubicBezTo>
                              <a:cubicBezTo>
                                <a:pt x="2209" y="910"/>
                                <a:pt x="2223" y="905"/>
                                <a:pt x="2239" y="888"/>
                              </a:cubicBezTo>
                              <a:cubicBezTo>
                                <a:pt x="2244" y="858"/>
                                <a:pt x="2279" y="867"/>
                                <a:pt x="2284" y="837"/>
                              </a:cubicBezTo>
                              <a:cubicBezTo>
                                <a:pt x="2286" y="738"/>
                                <a:pt x="2308" y="729"/>
                                <a:pt x="2344" y="693"/>
                              </a:cubicBezTo>
                              <a:cubicBezTo>
                                <a:pt x="2342" y="675"/>
                                <a:pt x="2362" y="613"/>
                                <a:pt x="2353" y="597"/>
                              </a:cubicBezTo>
                              <a:cubicBezTo>
                                <a:pt x="2347" y="587"/>
                                <a:pt x="2350" y="558"/>
                                <a:pt x="2350" y="558"/>
                              </a:cubicBezTo>
                              <a:cubicBezTo>
                                <a:pt x="2344" y="540"/>
                                <a:pt x="2290" y="545"/>
                                <a:pt x="2263" y="531"/>
                              </a:cubicBezTo>
                              <a:cubicBezTo>
                                <a:pt x="2236" y="517"/>
                                <a:pt x="2213" y="482"/>
                                <a:pt x="2188" y="474"/>
                              </a:cubicBezTo>
                              <a:cubicBezTo>
                                <a:pt x="2135" y="461"/>
                                <a:pt x="2165" y="485"/>
                                <a:pt x="2110" y="480"/>
                              </a:cubicBezTo>
                              <a:cubicBezTo>
                                <a:pt x="2104" y="478"/>
                                <a:pt x="2080" y="430"/>
                                <a:pt x="2074" y="429"/>
                              </a:cubicBezTo>
                              <a:cubicBezTo>
                                <a:pt x="2068" y="427"/>
                                <a:pt x="2038" y="416"/>
                                <a:pt x="2032" y="414"/>
                              </a:cubicBezTo>
                              <a:cubicBezTo>
                                <a:pt x="2016" y="410"/>
                                <a:pt x="1984" y="438"/>
                                <a:pt x="1984" y="438"/>
                              </a:cubicBezTo>
                              <a:cubicBezTo>
                                <a:pt x="1970" y="423"/>
                                <a:pt x="1959" y="416"/>
                                <a:pt x="1939" y="411"/>
                              </a:cubicBezTo>
                              <a:cubicBezTo>
                                <a:pt x="1881" y="414"/>
                                <a:pt x="1861" y="420"/>
                                <a:pt x="1783" y="426"/>
                              </a:cubicBezTo>
                              <a:cubicBezTo>
                                <a:pt x="1669" y="477"/>
                                <a:pt x="1648" y="450"/>
                                <a:pt x="1601" y="441"/>
                              </a:cubicBezTo>
                              <a:cubicBezTo>
                                <a:pt x="1554" y="432"/>
                                <a:pt x="1511" y="392"/>
                                <a:pt x="1498" y="369"/>
                              </a:cubicBezTo>
                              <a:cubicBezTo>
                                <a:pt x="1483" y="349"/>
                                <a:pt x="1543" y="320"/>
                                <a:pt x="1522" y="306"/>
                              </a:cubicBezTo>
                              <a:cubicBezTo>
                                <a:pt x="1517" y="290"/>
                                <a:pt x="1493" y="235"/>
                                <a:pt x="1477" y="225"/>
                              </a:cubicBezTo>
                              <a:cubicBezTo>
                                <a:pt x="1464" y="189"/>
                                <a:pt x="1440" y="172"/>
                                <a:pt x="1405" y="153"/>
                              </a:cubicBezTo>
                              <a:cubicBezTo>
                                <a:pt x="1388" y="144"/>
                                <a:pt x="1351" y="143"/>
                                <a:pt x="1334" y="135"/>
                              </a:cubicBezTo>
                              <a:cubicBezTo>
                                <a:pt x="1297" y="117"/>
                                <a:pt x="1244" y="138"/>
                                <a:pt x="1223" y="102"/>
                              </a:cubicBezTo>
                              <a:cubicBezTo>
                                <a:pt x="1204" y="83"/>
                                <a:pt x="1238" y="9"/>
                                <a:pt x="1213" y="0"/>
                              </a:cubicBezTo>
                              <a:cubicBezTo>
                                <a:pt x="1146" y="4"/>
                                <a:pt x="1178" y="18"/>
                                <a:pt x="1130" y="39"/>
                              </a:cubicBezTo>
                              <a:cubicBezTo>
                                <a:pt x="1110" y="57"/>
                                <a:pt x="1082" y="111"/>
                                <a:pt x="1052" y="135"/>
                              </a:cubicBezTo>
                              <a:cubicBezTo>
                                <a:pt x="1042" y="157"/>
                                <a:pt x="1081" y="164"/>
                                <a:pt x="1085" y="180"/>
                              </a:cubicBezTo>
                              <a:cubicBezTo>
                                <a:pt x="1089" y="196"/>
                                <a:pt x="1087" y="215"/>
                                <a:pt x="1079" y="234"/>
                              </a:cubicBezTo>
                              <a:cubicBezTo>
                                <a:pt x="1070" y="250"/>
                                <a:pt x="1051" y="285"/>
                                <a:pt x="1037" y="294"/>
                              </a:cubicBezTo>
                              <a:cubicBezTo>
                                <a:pt x="1023" y="303"/>
                                <a:pt x="1009" y="298"/>
                                <a:pt x="995" y="288"/>
                              </a:cubicBezTo>
                              <a:cubicBezTo>
                                <a:pt x="990" y="294"/>
                                <a:pt x="958" y="252"/>
                                <a:pt x="952" y="234"/>
                              </a:cubicBezTo>
                              <a:cubicBezTo>
                                <a:pt x="948" y="237"/>
                                <a:pt x="912" y="288"/>
                                <a:pt x="908" y="291"/>
                              </a:cubicBezTo>
                              <a:cubicBezTo>
                                <a:pt x="903" y="294"/>
                                <a:pt x="852" y="284"/>
                                <a:pt x="848" y="288"/>
                              </a:cubicBezTo>
                              <a:cubicBezTo>
                                <a:pt x="844" y="292"/>
                                <a:pt x="847" y="417"/>
                                <a:pt x="842" y="420"/>
                              </a:cubicBezTo>
                              <a:cubicBezTo>
                                <a:pt x="839" y="445"/>
                                <a:pt x="845" y="440"/>
                                <a:pt x="830" y="435"/>
                              </a:cubicBezTo>
                              <a:cubicBezTo>
                                <a:pt x="815" y="430"/>
                                <a:pt x="777" y="385"/>
                                <a:pt x="751" y="390"/>
                              </a:cubicBezTo>
                              <a:cubicBezTo>
                                <a:pt x="740" y="423"/>
                                <a:pt x="698" y="468"/>
                                <a:pt x="671" y="465"/>
                              </a:cubicBezTo>
                              <a:cubicBezTo>
                                <a:pt x="661" y="477"/>
                                <a:pt x="646" y="419"/>
                                <a:pt x="631" y="429"/>
                              </a:cubicBezTo>
                              <a:cubicBezTo>
                                <a:pt x="591" y="455"/>
                                <a:pt x="614" y="382"/>
                                <a:pt x="568" y="387"/>
                              </a:cubicBezTo>
                              <a:cubicBezTo>
                                <a:pt x="527" y="392"/>
                                <a:pt x="557" y="390"/>
                                <a:pt x="515" y="390"/>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65" name="Freeform 188"/>
                        <p:cNvSpPr/>
                        <p:nvPr/>
                      </p:nvSpPr>
                      <p:spPr bwMode="auto">
                        <a:xfrm>
                          <a:off x="9847" y="8517"/>
                          <a:ext cx="1065" cy="1026"/>
                        </a:xfrm>
                        <a:custGeom>
                          <a:avLst/>
                          <a:gdLst>
                            <a:gd name="T0" fmla="*/ 596 w 1067"/>
                            <a:gd name="T1" fmla="*/ 72 h 1026"/>
                            <a:gd name="T2" fmla="*/ 590 w 1067"/>
                            <a:gd name="T3" fmla="*/ 150 h 1026"/>
                            <a:gd name="T4" fmla="*/ 554 w 1067"/>
                            <a:gd name="T5" fmla="*/ 201 h 1026"/>
                            <a:gd name="T6" fmla="*/ 527 w 1067"/>
                            <a:gd name="T7" fmla="*/ 300 h 1026"/>
                            <a:gd name="T8" fmla="*/ 488 w 1067"/>
                            <a:gd name="T9" fmla="*/ 354 h 1026"/>
                            <a:gd name="T10" fmla="*/ 473 w 1067"/>
                            <a:gd name="T11" fmla="*/ 375 h 1026"/>
                            <a:gd name="T12" fmla="*/ 452 w 1067"/>
                            <a:gd name="T13" fmla="*/ 396 h 1026"/>
                            <a:gd name="T14" fmla="*/ 443 w 1067"/>
                            <a:gd name="T15" fmla="*/ 483 h 1026"/>
                            <a:gd name="T16" fmla="*/ 326 w 1067"/>
                            <a:gd name="T17" fmla="*/ 549 h 1026"/>
                            <a:gd name="T18" fmla="*/ 203 w 1067"/>
                            <a:gd name="T19" fmla="*/ 516 h 1026"/>
                            <a:gd name="T20" fmla="*/ 131 w 1067"/>
                            <a:gd name="T21" fmla="*/ 510 h 1026"/>
                            <a:gd name="T22" fmla="*/ 113 w 1067"/>
                            <a:gd name="T23" fmla="*/ 519 h 1026"/>
                            <a:gd name="T24" fmla="*/ 110 w 1067"/>
                            <a:gd name="T25" fmla="*/ 555 h 1026"/>
                            <a:gd name="T26" fmla="*/ 113 w 1067"/>
                            <a:gd name="T27" fmla="*/ 567 h 1026"/>
                            <a:gd name="T28" fmla="*/ 122 w 1067"/>
                            <a:gd name="T29" fmla="*/ 597 h 1026"/>
                            <a:gd name="T30" fmla="*/ 86 w 1067"/>
                            <a:gd name="T31" fmla="*/ 615 h 1026"/>
                            <a:gd name="T32" fmla="*/ 23 w 1067"/>
                            <a:gd name="T33" fmla="*/ 669 h 1026"/>
                            <a:gd name="T34" fmla="*/ 38 w 1067"/>
                            <a:gd name="T35" fmla="*/ 756 h 1026"/>
                            <a:gd name="T36" fmla="*/ 74 w 1067"/>
                            <a:gd name="T37" fmla="*/ 774 h 1026"/>
                            <a:gd name="T38" fmla="*/ 128 w 1067"/>
                            <a:gd name="T39" fmla="*/ 801 h 1026"/>
                            <a:gd name="T40" fmla="*/ 200 w 1067"/>
                            <a:gd name="T41" fmla="*/ 849 h 1026"/>
                            <a:gd name="T42" fmla="*/ 206 w 1067"/>
                            <a:gd name="T43" fmla="*/ 903 h 1026"/>
                            <a:gd name="T44" fmla="*/ 230 w 1067"/>
                            <a:gd name="T45" fmla="*/ 945 h 1026"/>
                            <a:gd name="T46" fmla="*/ 275 w 1067"/>
                            <a:gd name="T47" fmla="*/ 972 h 1026"/>
                            <a:gd name="T48" fmla="*/ 341 w 1067"/>
                            <a:gd name="T49" fmla="*/ 945 h 1026"/>
                            <a:gd name="T50" fmla="*/ 299 w 1067"/>
                            <a:gd name="T51" fmla="*/ 873 h 1026"/>
                            <a:gd name="T52" fmla="*/ 335 w 1067"/>
                            <a:gd name="T53" fmla="*/ 855 h 1026"/>
                            <a:gd name="T54" fmla="*/ 434 w 1067"/>
                            <a:gd name="T55" fmla="*/ 879 h 1026"/>
                            <a:gd name="T56" fmla="*/ 431 w 1067"/>
                            <a:gd name="T57" fmla="*/ 825 h 1026"/>
                            <a:gd name="T58" fmla="*/ 467 w 1067"/>
                            <a:gd name="T59" fmla="*/ 786 h 1026"/>
                            <a:gd name="T60" fmla="*/ 566 w 1067"/>
                            <a:gd name="T61" fmla="*/ 807 h 1026"/>
                            <a:gd name="T62" fmla="*/ 626 w 1067"/>
                            <a:gd name="T63" fmla="*/ 813 h 1026"/>
                            <a:gd name="T64" fmla="*/ 674 w 1067"/>
                            <a:gd name="T65" fmla="*/ 870 h 1026"/>
                            <a:gd name="T66" fmla="*/ 710 w 1067"/>
                            <a:gd name="T67" fmla="*/ 975 h 1026"/>
                            <a:gd name="T68" fmla="*/ 761 w 1067"/>
                            <a:gd name="T69" fmla="*/ 1017 h 1026"/>
                            <a:gd name="T70" fmla="*/ 809 w 1067"/>
                            <a:gd name="T71" fmla="*/ 1023 h 1026"/>
                            <a:gd name="T72" fmla="*/ 869 w 1067"/>
                            <a:gd name="T73" fmla="*/ 948 h 1026"/>
                            <a:gd name="T74" fmla="*/ 860 w 1067"/>
                            <a:gd name="T75" fmla="*/ 804 h 1026"/>
                            <a:gd name="T76" fmla="*/ 830 w 1067"/>
                            <a:gd name="T77" fmla="*/ 750 h 1026"/>
                            <a:gd name="T78" fmla="*/ 770 w 1067"/>
                            <a:gd name="T79" fmla="*/ 717 h 1026"/>
                            <a:gd name="T80" fmla="*/ 731 w 1067"/>
                            <a:gd name="T81" fmla="*/ 654 h 1026"/>
                            <a:gd name="T82" fmla="*/ 680 w 1067"/>
                            <a:gd name="T83" fmla="*/ 615 h 1026"/>
                            <a:gd name="T84" fmla="*/ 701 w 1067"/>
                            <a:gd name="T85" fmla="*/ 417 h 1026"/>
                            <a:gd name="T86" fmla="*/ 758 w 1067"/>
                            <a:gd name="T87" fmla="*/ 435 h 1026"/>
                            <a:gd name="T88" fmla="*/ 860 w 1067"/>
                            <a:gd name="T89" fmla="*/ 429 h 1026"/>
                            <a:gd name="T90" fmla="*/ 890 w 1067"/>
                            <a:gd name="T91" fmla="*/ 408 h 1026"/>
                            <a:gd name="T92" fmla="*/ 950 w 1067"/>
                            <a:gd name="T93" fmla="*/ 354 h 1026"/>
                            <a:gd name="T94" fmla="*/ 1004 w 1067"/>
                            <a:gd name="T95" fmla="*/ 354 h 1026"/>
                            <a:gd name="T96" fmla="*/ 1022 w 1067"/>
                            <a:gd name="T97" fmla="*/ 330 h 1026"/>
                            <a:gd name="T98" fmla="*/ 1049 w 1067"/>
                            <a:gd name="T99" fmla="*/ 294 h 1026"/>
                            <a:gd name="T100" fmla="*/ 1043 w 1067"/>
                            <a:gd name="T101" fmla="*/ 243 h 1026"/>
                            <a:gd name="T102" fmla="*/ 1028 w 1067"/>
                            <a:gd name="T103" fmla="*/ 201 h 1026"/>
                            <a:gd name="T104" fmla="*/ 989 w 1067"/>
                            <a:gd name="T105" fmla="*/ 168 h 1026"/>
                            <a:gd name="T106" fmla="*/ 941 w 1067"/>
                            <a:gd name="T107" fmla="*/ 159 h 1026"/>
                            <a:gd name="T108" fmla="*/ 869 w 1067"/>
                            <a:gd name="T109" fmla="*/ 144 h 1026"/>
                            <a:gd name="T110" fmla="*/ 830 w 1067"/>
                            <a:gd name="T111" fmla="*/ 138 h 1026"/>
                            <a:gd name="T112" fmla="*/ 692 w 1067"/>
                            <a:gd name="T113" fmla="*/ 27 h 1026"/>
                            <a:gd name="T114" fmla="*/ 656 w 1067"/>
                            <a:gd name="T115" fmla="*/ 0 h 1026"/>
                            <a:gd name="T116" fmla="*/ 617 w 1067"/>
                            <a:gd name="T117" fmla="*/ 24 h 1026"/>
                            <a:gd name="T118" fmla="*/ 596 w 1067"/>
                            <a:gd name="T119" fmla="*/ 33 h 1026"/>
                            <a:gd name="T120" fmla="*/ 596 w 1067"/>
                            <a:gd name="T121" fmla="*/ 72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67" h="1026">
                              <a:moveTo>
                                <a:pt x="596" y="72"/>
                              </a:moveTo>
                              <a:cubicBezTo>
                                <a:pt x="593" y="126"/>
                                <a:pt x="601" y="117"/>
                                <a:pt x="590" y="150"/>
                              </a:cubicBezTo>
                              <a:cubicBezTo>
                                <a:pt x="585" y="165"/>
                                <a:pt x="554" y="201"/>
                                <a:pt x="554" y="201"/>
                              </a:cubicBezTo>
                              <a:cubicBezTo>
                                <a:pt x="541" y="250"/>
                                <a:pt x="530" y="246"/>
                                <a:pt x="527" y="300"/>
                              </a:cubicBezTo>
                              <a:cubicBezTo>
                                <a:pt x="524" y="330"/>
                                <a:pt x="492" y="343"/>
                                <a:pt x="488" y="354"/>
                              </a:cubicBezTo>
                              <a:cubicBezTo>
                                <a:pt x="479" y="366"/>
                                <a:pt x="479" y="368"/>
                                <a:pt x="473" y="375"/>
                              </a:cubicBezTo>
                              <a:cubicBezTo>
                                <a:pt x="471" y="379"/>
                                <a:pt x="454" y="392"/>
                                <a:pt x="452" y="396"/>
                              </a:cubicBezTo>
                              <a:cubicBezTo>
                                <a:pt x="441" y="425"/>
                                <a:pt x="465" y="461"/>
                                <a:pt x="443" y="483"/>
                              </a:cubicBezTo>
                              <a:cubicBezTo>
                                <a:pt x="431" y="516"/>
                                <a:pt x="355" y="546"/>
                                <a:pt x="326" y="549"/>
                              </a:cubicBezTo>
                              <a:cubicBezTo>
                                <a:pt x="278" y="513"/>
                                <a:pt x="259" y="511"/>
                                <a:pt x="203" y="516"/>
                              </a:cubicBezTo>
                              <a:cubicBezTo>
                                <a:pt x="176" y="516"/>
                                <a:pt x="157" y="501"/>
                                <a:pt x="131" y="510"/>
                              </a:cubicBezTo>
                              <a:cubicBezTo>
                                <a:pt x="127" y="515"/>
                                <a:pt x="118" y="515"/>
                                <a:pt x="113" y="519"/>
                              </a:cubicBezTo>
                              <a:cubicBezTo>
                                <a:pt x="110" y="522"/>
                                <a:pt x="113" y="552"/>
                                <a:pt x="110" y="555"/>
                              </a:cubicBezTo>
                              <a:cubicBezTo>
                                <a:pt x="98" y="565"/>
                                <a:pt x="123" y="554"/>
                                <a:pt x="113" y="567"/>
                              </a:cubicBezTo>
                              <a:cubicBezTo>
                                <a:pt x="108" y="574"/>
                                <a:pt x="126" y="589"/>
                                <a:pt x="122" y="597"/>
                              </a:cubicBezTo>
                              <a:cubicBezTo>
                                <a:pt x="118" y="605"/>
                                <a:pt x="102" y="603"/>
                                <a:pt x="86" y="615"/>
                              </a:cubicBezTo>
                              <a:cubicBezTo>
                                <a:pt x="78" y="645"/>
                                <a:pt x="40" y="644"/>
                                <a:pt x="23" y="669"/>
                              </a:cubicBezTo>
                              <a:cubicBezTo>
                                <a:pt x="15" y="708"/>
                                <a:pt x="0" y="730"/>
                                <a:pt x="38" y="756"/>
                              </a:cubicBezTo>
                              <a:cubicBezTo>
                                <a:pt x="68" y="777"/>
                                <a:pt x="42" y="758"/>
                                <a:pt x="74" y="774"/>
                              </a:cubicBezTo>
                              <a:cubicBezTo>
                                <a:pt x="103" y="788"/>
                                <a:pt x="104" y="774"/>
                                <a:pt x="128" y="801"/>
                              </a:cubicBezTo>
                              <a:cubicBezTo>
                                <a:pt x="137" y="831"/>
                                <a:pt x="143" y="828"/>
                                <a:pt x="200" y="849"/>
                              </a:cubicBezTo>
                              <a:cubicBezTo>
                                <a:pt x="205" y="851"/>
                                <a:pt x="201" y="900"/>
                                <a:pt x="206" y="903"/>
                              </a:cubicBezTo>
                              <a:cubicBezTo>
                                <a:pt x="212" y="906"/>
                                <a:pt x="224" y="942"/>
                                <a:pt x="230" y="945"/>
                              </a:cubicBezTo>
                              <a:cubicBezTo>
                                <a:pt x="263" y="960"/>
                                <a:pt x="243" y="970"/>
                                <a:pt x="275" y="972"/>
                              </a:cubicBezTo>
                              <a:cubicBezTo>
                                <a:pt x="323" y="960"/>
                                <a:pt x="293" y="961"/>
                                <a:pt x="341" y="945"/>
                              </a:cubicBezTo>
                              <a:cubicBezTo>
                                <a:pt x="347" y="928"/>
                                <a:pt x="288" y="887"/>
                                <a:pt x="299" y="873"/>
                              </a:cubicBezTo>
                              <a:cubicBezTo>
                                <a:pt x="299" y="861"/>
                                <a:pt x="313" y="854"/>
                                <a:pt x="335" y="855"/>
                              </a:cubicBezTo>
                              <a:cubicBezTo>
                                <a:pt x="357" y="856"/>
                                <a:pt x="418" y="884"/>
                                <a:pt x="434" y="879"/>
                              </a:cubicBezTo>
                              <a:cubicBezTo>
                                <a:pt x="432" y="856"/>
                                <a:pt x="426" y="840"/>
                                <a:pt x="431" y="825"/>
                              </a:cubicBezTo>
                              <a:cubicBezTo>
                                <a:pt x="436" y="810"/>
                                <a:pt x="445" y="789"/>
                                <a:pt x="467" y="786"/>
                              </a:cubicBezTo>
                              <a:cubicBezTo>
                                <a:pt x="491" y="794"/>
                                <a:pt x="536" y="810"/>
                                <a:pt x="566" y="807"/>
                              </a:cubicBezTo>
                              <a:cubicBezTo>
                                <a:pt x="575" y="828"/>
                                <a:pt x="611" y="799"/>
                                <a:pt x="626" y="813"/>
                              </a:cubicBezTo>
                              <a:cubicBezTo>
                                <a:pt x="631" y="824"/>
                                <a:pt x="663" y="865"/>
                                <a:pt x="674" y="870"/>
                              </a:cubicBezTo>
                              <a:cubicBezTo>
                                <a:pt x="713" y="889"/>
                                <a:pt x="686" y="912"/>
                                <a:pt x="710" y="975"/>
                              </a:cubicBezTo>
                              <a:cubicBezTo>
                                <a:pt x="741" y="993"/>
                                <a:pt x="727" y="1006"/>
                                <a:pt x="761" y="1017"/>
                              </a:cubicBezTo>
                              <a:cubicBezTo>
                                <a:pt x="779" y="1016"/>
                                <a:pt x="791" y="1026"/>
                                <a:pt x="809" y="1023"/>
                              </a:cubicBezTo>
                              <a:cubicBezTo>
                                <a:pt x="838" y="1018"/>
                                <a:pt x="861" y="973"/>
                                <a:pt x="869" y="948"/>
                              </a:cubicBezTo>
                              <a:cubicBezTo>
                                <a:pt x="873" y="870"/>
                                <a:pt x="868" y="886"/>
                                <a:pt x="860" y="804"/>
                              </a:cubicBezTo>
                              <a:cubicBezTo>
                                <a:pt x="858" y="779"/>
                                <a:pt x="849" y="760"/>
                                <a:pt x="830" y="750"/>
                              </a:cubicBezTo>
                              <a:cubicBezTo>
                                <a:pt x="810" y="723"/>
                                <a:pt x="805" y="748"/>
                                <a:pt x="770" y="717"/>
                              </a:cubicBezTo>
                              <a:cubicBezTo>
                                <a:pt x="755" y="703"/>
                                <a:pt x="749" y="666"/>
                                <a:pt x="731" y="654"/>
                              </a:cubicBezTo>
                              <a:cubicBezTo>
                                <a:pt x="726" y="639"/>
                                <a:pt x="688" y="629"/>
                                <a:pt x="680" y="615"/>
                              </a:cubicBezTo>
                              <a:cubicBezTo>
                                <a:pt x="704" y="555"/>
                                <a:pt x="680" y="437"/>
                                <a:pt x="701" y="417"/>
                              </a:cubicBezTo>
                              <a:cubicBezTo>
                                <a:pt x="720" y="399"/>
                                <a:pt x="734" y="443"/>
                                <a:pt x="758" y="435"/>
                              </a:cubicBezTo>
                              <a:cubicBezTo>
                                <a:pt x="776" y="408"/>
                                <a:pt x="830" y="439"/>
                                <a:pt x="860" y="429"/>
                              </a:cubicBezTo>
                              <a:cubicBezTo>
                                <a:pt x="882" y="421"/>
                                <a:pt x="875" y="424"/>
                                <a:pt x="890" y="408"/>
                              </a:cubicBezTo>
                              <a:cubicBezTo>
                                <a:pt x="909" y="389"/>
                                <a:pt x="933" y="377"/>
                                <a:pt x="950" y="354"/>
                              </a:cubicBezTo>
                              <a:cubicBezTo>
                                <a:pt x="953" y="343"/>
                                <a:pt x="998" y="362"/>
                                <a:pt x="1004" y="354"/>
                              </a:cubicBezTo>
                              <a:cubicBezTo>
                                <a:pt x="1009" y="346"/>
                                <a:pt x="1022" y="330"/>
                                <a:pt x="1022" y="330"/>
                              </a:cubicBezTo>
                              <a:cubicBezTo>
                                <a:pt x="1026" y="312"/>
                                <a:pt x="1045" y="312"/>
                                <a:pt x="1049" y="294"/>
                              </a:cubicBezTo>
                              <a:cubicBezTo>
                                <a:pt x="1044" y="265"/>
                                <a:pt x="1067" y="257"/>
                                <a:pt x="1043" y="243"/>
                              </a:cubicBezTo>
                              <a:cubicBezTo>
                                <a:pt x="1033" y="219"/>
                                <a:pt x="1054" y="210"/>
                                <a:pt x="1028" y="201"/>
                              </a:cubicBezTo>
                              <a:cubicBezTo>
                                <a:pt x="1009" y="183"/>
                                <a:pt x="1010" y="185"/>
                                <a:pt x="989" y="168"/>
                              </a:cubicBezTo>
                              <a:cubicBezTo>
                                <a:pt x="985" y="165"/>
                                <a:pt x="944" y="162"/>
                                <a:pt x="941" y="159"/>
                              </a:cubicBezTo>
                              <a:cubicBezTo>
                                <a:pt x="938" y="156"/>
                                <a:pt x="873" y="147"/>
                                <a:pt x="869" y="144"/>
                              </a:cubicBezTo>
                              <a:cubicBezTo>
                                <a:pt x="839" y="159"/>
                                <a:pt x="874" y="147"/>
                                <a:pt x="830" y="138"/>
                              </a:cubicBezTo>
                              <a:cubicBezTo>
                                <a:pt x="783" y="114"/>
                                <a:pt x="749" y="72"/>
                                <a:pt x="692" y="27"/>
                              </a:cubicBezTo>
                              <a:cubicBezTo>
                                <a:pt x="662" y="11"/>
                                <a:pt x="668" y="0"/>
                                <a:pt x="656" y="0"/>
                              </a:cubicBezTo>
                              <a:cubicBezTo>
                                <a:pt x="644" y="0"/>
                                <a:pt x="627" y="19"/>
                                <a:pt x="617" y="24"/>
                              </a:cubicBezTo>
                              <a:cubicBezTo>
                                <a:pt x="607" y="39"/>
                                <a:pt x="602" y="16"/>
                                <a:pt x="596" y="33"/>
                              </a:cubicBezTo>
                              <a:cubicBezTo>
                                <a:pt x="600" y="72"/>
                                <a:pt x="593" y="51"/>
                                <a:pt x="596" y="72"/>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sp>
                    <p:nvSpPr>
                      <p:cNvPr id="366" name="Freeform 189"/>
                      <p:cNvSpPr/>
                      <p:nvPr/>
                    </p:nvSpPr>
                    <p:spPr bwMode="auto">
                      <a:xfrm>
                        <a:off x="9644" y="9995"/>
                        <a:ext cx="1784" cy="1299"/>
                      </a:xfrm>
                      <a:custGeom>
                        <a:avLst/>
                        <a:gdLst>
                          <a:gd name="T0" fmla="*/ 146 w 1784"/>
                          <a:gd name="T1" fmla="*/ 390 h 1300"/>
                          <a:gd name="T2" fmla="*/ 77 w 1784"/>
                          <a:gd name="T3" fmla="*/ 432 h 1300"/>
                          <a:gd name="T4" fmla="*/ 14 w 1784"/>
                          <a:gd name="T5" fmla="*/ 531 h 1300"/>
                          <a:gd name="T6" fmla="*/ 164 w 1784"/>
                          <a:gd name="T7" fmla="*/ 618 h 1300"/>
                          <a:gd name="T8" fmla="*/ 302 w 1784"/>
                          <a:gd name="T9" fmla="*/ 630 h 1300"/>
                          <a:gd name="T10" fmla="*/ 386 w 1784"/>
                          <a:gd name="T11" fmla="*/ 648 h 1300"/>
                          <a:gd name="T12" fmla="*/ 326 w 1784"/>
                          <a:gd name="T13" fmla="*/ 780 h 1300"/>
                          <a:gd name="T14" fmla="*/ 272 w 1784"/>
                          <a:gd name="T15" fmla="*/ 816 h 1300"/>
                          <a:gd name="T16" fmla="*/ 290 w 1784"/>
                          <a:gd name="T17" fmla="*/ 897 h 1300"/>
                          <a:gd name="T18" fmla="*/ 482 w 1784"/>
                          <a:gd name="T19" fmla="*/ 918 h 1300"/>
                          <a:gd name="T20" fmla="*/ 476 w 1784"/>
                          <a:gd name="T21" fmla="*/ 1098 h 1300"/>
                          <a:gd name="T22" fmla="*/ 578 w 1784"/>
                          <a:gd name="T23" fmla="*/ 1197 h 1300"/>
                          <a:gd name="T24" fmla="*/ 740 w 1784"/>
                          <a:gd name="T25" fmla="*/ 1257 h 1300"/>
                          <a:gd name="T26" fmla="*/ 947 w 1784"/>
                          <a:gd name="T27" fmla="*/ 1212 h 1300"/>
                          <a:gd name="T28" fmla="*/ 1085 w 1784"/>
                          <a:gd name="T29" fmla="*/ 1287 h 1300"/>
                          <a:gd name="T30" fmla="*/ 1139 w 1784"/>
                          <a:gd name="T31" fmla="*/ 1275 h 1300"/>
                          <a:gd name="T32" fmla="*/ 1235 w 1784"/>
                          <a:gd name="T33" fmla="*/ 1266 h 1300"/>
                          <a:gd name="T34" fmla="*/ 1340 w 1784"/>
                          <a:gd name="T35" fmla="*/ 1161 h 1300"/>
                          <a:gd name="T36" fmla="*/ 1370 w 1784"/>
                          <a:gd name="T37" fmla="*/ 1077 h 1300"/>
                          <a:gd name="T38" fmla="*/ 1442 w 1784"/>
                          <a:gd name="T39" fmla="*/ 1053 h 1300"/>
                          <a:gd name="T40" fmla="*/ 1523 w 1784"/>
                          <a:gd name="T41" fmla="*/ 951 h 1300"/>
                          <a:gd name="T42" fmla="*/ 1607 w 1784"/>
                          <a:gd name="T43" fmla="*/ 825 h 1300"/>
                          <a:gd name="T44" fmla="*/ 1670 w 1784"/>
                          <a:gd name="T45" fmla="*/ 675 h 1300"/>
                          <a:gd name="T46" fmla="*/ 1724 w 1784"/>
                          <a:gd name="T47" fmla="*/ 450 h 1300"/>
                          <a:gd name="T48" fmla="*/ 1613 w 1784"/>
                          <a:gd name="T49" fmla="*/ 420 h 1300"/>
                          <a:gd name="T50" fmla="*/ 1553 w 1784"/>
                          <a:gd name="T51" fmla="*/ 300 h 1300"/>
                          <a:gd name="T52" fmla="*/ 1466 w 1784"/>
                          <a:gd name="T53" fmla="*/ 324 h 1300"/>
                          <a:gd name="T54" fmla="*/ 1511 w 1784"/>
                          <a:gd name="T55" fmla="*/ 99 h 1300"/>
                          <a:gd name="T56" fmla="*/ 1418 w 1784"/>
                          <a:gd name="T57" fmla="*/ 30 h 1300"/>
                          <a:gd name="T58" fmla="*/ 1301 w 1784"/>
                          <a:gd name="T59" fmla="*/ 99 h 1300"/>
                          <a:gd name="T60" fmla="*/ 1181 w 1784"/>
                          <a:gd name="T61" fmla="*/ 114 h 1300"/>
                          <a:gd name="T62" fmla="*/ 1073 w 1784"/>
                          <a:gd name="T63" fmla="*/ 147 h 1300"/>
                          <a:gd name="T64" fmla="*/ 971 w 1784"/>
                          <a:gd name="T65" fmla="*/ 219 h 1300"/>
                          <a:gd name="T66" fmla="*/ 863 w 1784"/>
                          <a:gd name="T67" fmla="*/ 246 h 1300"/>
                          <a:gd name="T68" fmla="*/ 770 w 1784"/>
                          <a:gd name="T69" fmla="*/ 333 h 1300"/>
                          <a:gd name="T70" fmla="*/ 668 w 1784"/>
                          <a:gd name="T71" fmla="*/ 282 h 1300"/>
                          <a:gd name="T72" fmla="*/ 581 w 1784"/>
                          <a:gd name="T73" fmla="*/ 219 h 1300"/>
                          <a:gd name="T74" fmla="*/ 521 w 1784"/>
                          <a:gd name="T75" fmla="*/ 351 h 1300"/>
                          <a:gd name="T76" fmla="*/ 359 w 1784"/>
                          <a:gd name="T77" fmla="*/ 483 h 1300"/>
                          <a:gd name="T78" fmla="*/ 281 w 1784"/>
                          <a:gd name="T79" fmla="*/ 47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84" h="1300">
                            <a:moveTo>
                              <a:pt x="227" y="453"/>
                            </a:moveTo>
                            <a:cubicBezTo>
                              <a:pt x="213" y="443"/>
                              <a:pt x="162" y="399"/>
                              <a:pt x="146" y="390"/>
                            </a:cubicBezTo>
                            <a:cubicBezTo>
                              <a:pt x="130" y="381"/>
                              <a:pt x="142" y="392"/>
                              <a:pt x="131" y="399"/>
                            </a:cubicBezTo>
                            <a:cubicBezTo>
                              <a:pt x="105" y="421"/>
                              <a:pt x="113" y="414"/>
                              <a:pt x="77" y="432"/>
                            </a:cubicBezTo>
                            <a:cubicBezTo>
                              <a:pt x="65" y="450"/>
                              <a:pt x="24" y="442"/>
                              <a:pt x="8" y="471"/>
                            </a:cubicBezTo>
                            <a:cubicBezTo>
                              <a:pt x="0" y="486"/>
                              <a:pt x="23" y="517"/>
                              <a:pt x="14" y="531"/>
                            </a:cubicBezTo>
                            <a:cubicBezTo>
                              <a:pt x="32" y="540"/>
                              <a:pt x="103" y="528"/>
                              <a:pt x="125" y="543"/>
                            </a:cubicBezTo>
                            <a:cubicBezTo>
                              <a:pt x="150" y="557"/>
                              <a:pt x="145" y="602"/>
                              <a:pt x="164" y="618"/>
                            </a:cubicBezTo>
                            <a:cubicBezTo>
                              <a:pt x="167" y="634"/>
                              <a:pt x="227" y="627"/>
                              <a:pt x="239" y="639"/>
                            </a:cubicBezTo>
                            <a:cubicBezTo>
                              <a:pt x="296" y="627"/>
                              <a:pt x="284" y="634"/>
                              <a:pt x="302" y="630"/>
                            </a:cubicBezTo>
                            <a:cubicBezTo>
                              <a:pt x="320" y="626"/>
                              <a:pt x="336" y="609"/>
                              <a:pt x="350" y="612"/>
                            </a:cubicBezTo>
                            <a:cubicBezTo>
                              <a:pt x="364" y="615"/>
                              <a:pt x="384" y="626"/>
                              <a:pt x="386" y="648"/>
                            </a:cubicBezTo>
                            <a:cubicBezTo>
                              <a:pt x="388" y="670"/>
                              <a:pt x="375" y="722"/>
                              <a:pt x="365" y="744"/>
                            </a:cubicBezTo>
                            <a:cubicBezTo>
                              <a:pt x="362" y="762"/>
                              <a:pt x="359" y="750"/>
                              <a:pt x="326" y="780"/>
                            </a:cubicBezTo>
                            <a:cubicBezTo>
                              <a:pt x="302" y="783"/>
                              <a:pt x="326" y="798"/>
                              <a:pt x="308" y="795"/>
                            </a:cubicBezTo>
                            <a:cubicBezTo>
                              <a:pt x="278" y="798"/>
                              <a:pt x="272" y="816"/>
                              <a:pt x="272" y="816"/>
                            </a:cubicBezTo>
                            <a:cubicBezTo>
                              <a:pt x="278" y="834"/>
                              <a:pt x="240" y="838"/>
                              <a:pt x="260" y="852"/>
                            </a:cubicBezTo>
                            <a:cubicBezTo>
                              <a:pt x="274" y="861"/>
                              <a:pt x="277" y="887"/>
                              <a:pt x="290" y="897"/>
                            </a:cubicBezTo>
                            <a:cubicBezTo>
                              <a:pt x="347" y="927"/>
                              <a:pt x="348" y="933"/>
                              <a:pt x="380" y="936"/>
                            </a:cubicBezTo>
                            <a:cubicBezTo>
                              <a:pt x="412" y="939"/>
                              <a:pt x="461" y="933"/>
                              <a:pt x="482" y="918"/>
                            </a:cubicBezTo>
                            <a:cubicBezTo>
                              <a:pt x="490" y="930"/>
                              <a:pt x="497" y="957"/>
                              <a:pt x="509" y="963"/>
                            </a:cubicBezTo>
                            <a:cubicBezTo>
                              <a:pt x="518" y="976"/>
                              <a:pt x="470" y="1029"/>
                              <a:pt x="476" y="1098"/>
                            </a:cubicBezTo>
                            <a:cubicBezTo>
                              <a:pt x="516" y="1122"/>
                              <a:pt x="483" y="1127"/>
                              <a:pt x="521" y="1152"/>
                            </a:cubicBezTo>
                            <a:cubicBezTo>
                              <a:pt x="531" y="1167"/>
                              <a:pt x="561" y="1191"/>
                              <a:pt x="578" y="1197"/>
                            </a:cubicBezTo>
                            <a:cubicBezTo>
                              <a:pt x="592" y="1207"/>
                              <a:pt x="627" y="1227"/>
                              <a:pt x="644" y="1230"/>
                            </a:cubicBezTo>
                            <a:cubicBezTo>
                              <a:pt x="653" y="1237"/>
                              <a:pt x="740" y="1257"/>
                              <a:pt x="740" y="1257"/>
                            </a:cubicBezTo>
                            <a:cubicBezTo>
                              <a:pt x="800" y="1275"/>
                              <a:pt x="803" y="1269"/>
                              <a:pt x="866" y="1284"/>
                            </a:cubicBezTo>
                            <a:cubicBezTo>
                              <a:pt x="890" y="1292"/>
                              <a:pt x="947" y="1212"/>
                              <a:pt x="947" y="1212"/>
                            </a:cubicBezTo>
                            <a:cubicBezTo>
                              <a:pt x="973" y="1201"/>
                              <a:pt x="996" y="1238"/>
                              <a:pt x="1019" y="1251"/>
                            </a:cubicBezTo>
                            <a:cubicBezTo>
                              <a:pt x="1042" y="1264"/>
                              <a:pt x="1069" y="1280"/>
                              <a:pt x="1085" y="1287"/>
                            </a:cubicBezTo>
                            <a:cubicBezTo>
                              <a:pt x="1118" y="1286"/>
                              <a:pt x="1081" y="1300"/>
                              <a:pt x="1115" y="1296"/>
                            </a:cubicBezTo>
                            <a:cubicBezTo>
                              <a:pt x="1129" y="1290"/>
                              <a:pt x="1125" y="1281"/>
                              <a:pt x="1139" y="1275"/>
                            </a:cubicBezTo>
                            <a:cubicBezTo>
                              <a:pt x="1148" y="1271"/>
                              <a:pt x="1175" y="1272"/>
                              <a:pt x="1175" y="1272"/>
                            </a:cubicBezTo>
                            <a:cubicBezTo>
                              <a:pt x="1181" y="1267"/>
                              <a:pt x="1229" y="1271"/>
                              <a:pt x="1235" y="1266"/>
                            </a:cubicBezTo>
                            <a:cubicBezTo>
                              <a:pt x="1249" y="1255"/>
                              <a:pt x="1272" y="1151"/>
                              <a:pt x="1289" y="1143"/>
                            </a:cubicBezTo>
                            <a:cubicBezTo>
                              <a:pt x="1310" y="1117"/>
                              <a:pt x="1308" y="1172"/>
                              <a:pt x="1340" y="1161"/>
                            </a:cubicBezTo>
                            <a:cubicBezTo>
                              <a:pt x="1355" y="1143"/>
                              <a:pt x="1352" y="1144"/>
                              <a:pt x="1373" y="1134"/>
                            </a:cubicBezTo>
                            <a:cubicBezTo>
                              <a:pt x="1392" y="1117"/>
                              <a:pt x="1362" y="1088"/>
                              <a:pt x="1370" y="1077"/>
                            </a:cubicBezTo>
                            <a:cubicBezTo>
                              <a:pt x="1378" y="1066"/>
                              <a:pt x="1409" y="1069"/>
                              <a:pt x="1421" y="1065"/>
                            </a:cubicBezTo>
                            <a:cubicBezTo>
                              <a:pt x="1434" y="1040"/>
                              <a:pt x="1421" y="1074"/>
                              <a:pt x="1442" y="1053"/>
                            </a:cubicBezTo>
                            <a:cubicBezTo>
                              <a:pt x="1447" y="1041"/>
                              <a:pt x="1479" y="988"/>
                              <a:pt x="1484" y="975"/>
                            </a:cubicBezTo>
                            <a:cubicBezTo>
                              <a:pt x="1491" y="958"/>
                              <a:pt x="1506" y="962"/>
                              <a:pt x="1523" y="951"/>
                            </a:cubicBezTo>
                            <a:cubicBezTo>
                              <a:pt x="1527" y="930"/>
                              <a:pt x="1597" y="883"/>
                              <a:pt x="1607" y="864"/>
                            </a:cubicBezTo>
                            <a:cubicBezTo>
                              <a:pt x="1613" y="852"/>
                              <a:pt x="1601" y="838"/>
                              <a:pt x="1607" y="825"/>
                            </a:cubicBezTo>
                            <a:cubicBezTo>
                              <a:pt x="1615" y="807"/>
                              <a:pt x="1626" y="791"/>
                              <a:pt x="1637" y="774"/>
                            </a:cubicBezTo>
                            <a:cubicBezTo>
                              <a:pt x="1642" y="757"/>
                              <a:pt x="1663" y="692"/>
                              <a:pt x="1670" y="675"/>
                            </a:cubicBezTo>
                            <a:cubicBezTo>
                              <a:pt x="1672" y="644"/>
                              <a:pt x="1717" y="610"/>
                              <a:pt x="1721" y="579"/>
                            </a:cubicBezTo>
                            <a:cubicBezTo>
                              <a:pt x="1784" y="432"/>
                              <a:pt x="1726" y="483"/>
                              <a:pt x="1724" y="450"/>
                            </a:cubicBezTo>
                            <a:cubicBezTo>
                              <a:pt x="1722" y="417"/>
                              <a:pt x="1727" y="383"/>
                              <a:pt x="1709" y="378"/>
                            </a:cubicBezTo>
                            <a:cubicBezTo>
                              <a:pt x="1691" y="373"/>
                              <a:pt x="1631" y="426"/>
                              <a:pt x="1613" y="420"/>
                            </a:cubicBezTo>
                            <a:cubicBezTo>
                              <a:pt x="1595" y="414"/>
                              <a:pt x="1608" y="359"/>
                              <a:pt x="1598" y="339"/>
                            </a:cubicBezTo>
                            <a:cubicBezTo>
                              <a:pt x="1588" y="319"/>
                              <a:pt x="1572" y="298"/>
                              <a:pt x="1553" y="300"/>
                            </a:cubicBezTo>
                            <a:cubicBezTo>
                              <a:pt x="1549" y="263"/>
                              <a:pt x="1505" y="385"/>
                              <a:pt x="1484" y="354"/>
                            </a:cubicBezTo>
                            <a:cubicBezTo>
                              <a:pt x="1475" y="356"/>
                              <a:pt x="1450" y="361"/>
                              <a:pt x="1466" y="324"/>
                            </a:cubicBezTo>
                            <a:cubicBezTo>
                              <a:pt x="1482" y="287"/>
                              <a:pt x="1573" y="166"/>
                              <a:pt x="1580" y="129"/>
                            </a:cubicBezTo>
                            <a:cubicBezTo>
                              <a:pt x="1547" y="83"/>
                              <a:pt x="1567" y="121"/>
                              <a:pt x="1511" y="99"/>
                            </a:cubicBezTo>
                            <a:cubicBezTo>
                              <a:pt x="1491" y="72"/>
                              <a:pt x="1519" y="11"/>
                              <a:pt x="1487" y="0"/>
                            </a:cubicBezTo>
                            <a:cubicBezTo>
                              <a:pt x="1456" y="2"/>
                              <a:pt x="1443" y="25"/>
                              <a:pt x="1418" y="30"/>
                            </a:cubicBezTo>
                            <a:cubicBezTo>
                              <a:pt x="1393" y="35"/>
                              <a:pt x="1356" y="19"/>
                              <a:pt x="1337" y="30"/>
                            </a:cubicBezTo>
                            <a:cubicBezTo>
                              <a:pt x="1305" y="31"/>
                              <a:pt x="1333" y="97"/>
                              <a:pt x="1301" y="99"/>
                            </a:cubicBezTo>
                            <a:cubicBezTo>
                              <a:pt x="1277" y="100"/>
                              <a:pt x="1266" y="46"/>
                              <a:pt x="1241" y="48"/>
                            </a:cubicBezTo>
                            <a:cubicBezTo>
                              <a:pt x="1215" y="57"/>
                              <a:pt x="1208" y="109"/>
                              <a:pt x="1181" y="114"/>
                            </a:cubicBezTo>
                            <a:cubicBezTo>
                              <a:pt x="1136" y="137"/>
                              <a:pt x="1194" y="84"/>
                              <a:pt x="1145" y="96"/>
                            </a:cubicBezTo>
                            <a:cubicBezTo>
                              <a:pt x="1109" y="144"/>
                              <a:pt x="1132" y="140"/>
                              <a:pt x="1073" y="147"/>
                            </a:cubicBezTo>
                            <a:cubicBezTo>
                              <a:pt x="1057" y="153"/>
                              <a:pt x="1030" y="222"/>
                              <a:pt x="1013" y="225"/>
                            </a:cubicBezTo>
                            <a:cubicBezTo>
                              <a:pt x="986" y="236"/>
                              <a:pt x="999" y="211"/>
                              <a:pt x="971" y="219"/>
                            </a:cubicBezTo>
                            <a:cubicBezTo>
                              <a:pt x="956" y="229"/>
                              <a:pt x="945" y="269"/>
                              <a:pt x="929" y="273"/>
                            </a:cubicBezTo>
                            <a:cubicBezTo>
                              <a:pt x="910" y="287"/>
                              <a:pt x="885" y="239"/>
                              <a:pt x="863" y="246"/>
                            </a:cubicBezTo>
                            <a:cubicBezTo>
                              <a:pt x="846" y="246"/>
                              <a:pt x="848" y="267"/>
                              <a:pt x="833" y="282"/>
                            </a:cubicBezTo>
                            <a:cubicBezTo>
                              <a:pt x="818" y="297"/>
                              <a:pt x="790" y="325"/>
                              <a:pt x="770" y="333"/>
                            </a:cubicBezTo>
                            <a:cubicBezTo>
                              <a:pt x="750" y="341"/>
                              <a:pt x="730" y="335"/>
                              <a:pt x="713" y="327"/>
                            </a:cubicBezTo>
                            <a:cubicBezTo>
                              <a:pt x="696" y="319"/>
                              <a:pt x="687" y="301"/>
                              <a:pt x="668" y="282"/>
                            </a:cubicBezTo>
                            <a:cubicBezTo>
                              <a:pt x="649" y="263"/>
                              <a:pt x="613" y="223"/>
                              <a:pt x="599" y="213"/>
                            </a:cubicBezTo>
                            <a:cubicBezTo>
                              <a:pt x="602" y="219"/>
                              <a:pt x="606" y="210"/>
                              <a:pt x="581" y="219"/>
                            </a:cubicBezTo>
                            <a:cubicBezTo>
                              <a:pt x="573" y="222"/>
                              <a:pt x="560" y="327"/>
                              <a:pt x="560" y="327"/>
                            </a:cubicBezTo>
                            <a:cubicBezTo>
                              <a:pt x="542" y="341"/>
                              <a:pt x="543" y="347"/>
                              <a:pt x="521" y="351"/>
                            </a:cubicBezTo>
                            <a:cubicBezTo>
                              <a:pt x="506" y="371"/>
                              <a:pt x="429" y="397"/>
                              <a:pt x="404" y="405"/>
                            </a:cubicBezTo>
                            <a:cubicBezTo>
                              <a:pt x="367" y="417"/>
                              <a:pt x="392" y="461"/>
                              <a:pt x="359" y="483"/>
                            </a:cubicBezTo>
                            <a:cubicBezTo>
                              <a:pt x="345" y="501"/>
                              <a:pt x="378" y="485"/>
                              <a:pt x="365" y="483"/>
                            </a:cubicBezTo>
                            <a:cubicBezTo>
                              <a:pt x="352" y="481"/>
                              <a:pt x="304" y="476"/>
                              <a:pt x="281" y="471"/>
                            </a:cubicBezTo>
                            <a:cubicBezTo>
                              <a:pt x="258" y="466"/>
                              <a:pt x="236" y="457"/>
                              <a:pt x="224" y="453"/>
                            </a:cubicBezTo>
                          </a:path>
                        </a:pathLst>
                      </a:custGeom>
                      <a:no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67" name="Freeform 190"/>
                      <p:cNvSpPr/>
                      <p:nvPr/>
                    </p:nvSpPr>
                    <p:spPr bwMode="auto">
                      <a:xfrm>
                        <a:off x="10597" y="9035"/>
                        <a:ext cx="1283" cy="1393"/>
                      </a:xfrm>
                      <a:custGeom>
                        <a:avLst/>
                        <a:gdLst>
                          <a:gd name="T0" fmla="*/ 954 w 1284"/>
                          <a:gd name="T1" fmla="*/ 135 h 1391"/>
                          <a:gd name="T2" fmla="*/ 795 w 1284"/>
                          <a:gd name="T3" fmla="*/ 159 h 1391"/>
                          <a:gd name="T4" fmla="*/ 570 w 1284"/>
                          <a:gd name="T5" fmla="*/ 57 h 1391"/>
                          <a:gd name="T6" fmla="*/ 351 w 1284"/>
                          <a:gd name="T7" fmla="*/ 24 h 1391"/>
                          <a:gd name="T8" fmla="*/ 369 w 1284"/>
                          <a:gd name="T9" fmla="*/ 123 h 1391"/>
                          <a:gd name="T10" fmla="*/ 201 w 1284"/>
                          <a:gd name="T11" fmla="*/ 120 h 1391"/>
                          <a:gd name="T12" fmla="*/ 129 w 1284"/>
                          <a:gd name="T13" fmla="*/ 213 h 1391"/>
                          <a:gd name="T14" fmla="*/ 111 w 1284"/>
                          <a:gd name="T15" fmla="*/ 309 h 1391"/>
                          <a:gd name="T16" fmla="*/ 105 w 1284"/>
                          <a:gd name="T17" fmla="*/ 471 h 1391"/>
                          <a:gd name="T18" fmla="*/ 117 w 1284"/>
                          <a:gd name="T19" fmla="*/ 579 h 1391"/>
                          <a:gd name="T20" fmla="*/ 39 w 1284"/>
                          <a:gd name="T21" fmla="*/ 783 h 1391"/>
                          <a:gd name="T22" fmla="*/ 138 w 1284"/>
                          <a:gd name="T23" fmla="*/ 774 h 1391"/>
                          <a:gd name="T24" fmla="*/ 204 w 1284"/>
                          <a:gd name="T25" fmla="*/ 873 h 1391"/>
                          <a:gd name="T26" fmla="*/ 192 w 1284"/>
                          <a:gd name="T27" fmla="*/ 978 h 1391"/>
                          <a:gd name="T28" fmla="*/ 216 w 1284"/>
                          <a:gd name="T29" fmla="*/ 1065 h 1391"/>
                          <a:gd name="T30" fmla="*/ 348 w 1284"/>
                          <a:gd name="T31" fmla="*/ 1047 h 1391"/>
                          <a:gd name="T32" fmla="*/ 465 w 1284"/>
                          <a:gd name="T33" fmla="*/ 981 h 1391"/>
                          <a:gd name="T34" fmla="*/ 558 w 1284"/>
                          <a:gd name="T35" fmla="*/ 1044 h 1391"/>
                          <a:gd name="T36" fmla="*/ 507 w 1284"/>
                          <a:gd name="T37" fmla="*/ 1296 h 1391"/>
                          <a:gd name="T38" fmla="*/ 600 w 1284"/>
                          <a:gd name="T39" fmla="*/ 1248 h 1391"/>
                          <a:gd name="T40" fmla="*/ 660 w 1284"/>
                          <a:gd name="T41" fmla="*/ 1380 h 1391"/>
                          <a:gd name="T42" fmla="*/ 807 w 1284"/>
                          <a:gd name="T43" fmla="*/ 1362 h 1391"/>
                          <a:gd name="T44" fmla="*/ 999 w 1284"/>
                          <a:gd name="T45" fmla="*/ 1311 h 1391"/>
                          <a:gd name="T46" fmla="*/ 990 w 1284"/>
                          <a:gd name="T47" fmla="*/ 1200 h 1391"/>
                          <a:gd name="T48" fmla="*/ 1158 w 1284"/>
                          <a:gd name="T49" fmla="*/ 1191 h 1391"/>
                          <a:gd name="T50" fmla="*/ 1242 w 1284"/>
                          <a:gd name="T51" fmla="*/ 1026 h 1391"/>
                          <a:gd name="T52" fmla="*/ 1215 w 1284"/>
                          <a:gd name="T53" fmla="*/ 951 h 1391"/>
                          <a:gd name="T54" fmla="*/ 1167 w 1284"/>
                          <a:gd name="T55" fmla="*/ 723 h 1391"/>
                          <a:gd name="T56" fmla="*/ 1122 w 1284"/>
                          <a:gd name="T57" fmla="*/ 555 h 1391"/>
                          <a:gd name="T58" fmla="*/ 1221 w 1284"/>
                          <a:gd name="T59" fmla="*/ 333 h 1391"/>
                          <a:gd name="T60" fmla="*/ 1170 w 1284"/>
                          <a:gd name="T61" fmla="*/ 252 h 1391"/>
                          <a:gd name="T62" fmla="*/ 1089 w 1284"/>
                          <a:gd name="T63" fmla="*/ 135 h 1391"/>
                          <a:gd name="T64" fmla="*/ 1035 w 1284"/>
                          <a:gd name="T65" fmla="*/ 78 h 1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4" h="1391">
                            <a:moveTo>
                              <a:pt x="1035" y="78"/>
                            </a:moveTo>
                            <a:cubicBezTo>
                              <a:pt x="1018" y="77"/>
                              <a:pt x="972" y="133"/>
                              <a:pt x="954" y="135"/>
                            </a:cubicBezTo>
                            <a:cubicBezTo>
                              <a:pt x="936" y="137"/>
                              <a:pt x="942" y="126"/>
                              <a:pt x="924" y="90"/>
                            </a:cubicBezTo>
                            <a:cubicBezTo>
                              <a:pt x="878" y="82"/>
                              <a:pt x="841" y="168"/>
                              <a:pt x="795" y="159"/>
                            </a:cubicBezTo>
                            <a:cubicBezTo>
                              <a:pt x="780" y="156"/>
                              <a:pt x="696" y="79"/>
                              <a:pt x="681" y="78"/>
                            </a:cubicBezTo>
                            <a:cubicBezTo>
                              <a:pt x="645" y="75"/>
                              <a:pt x="570" y="57"/>
                              <a:pt x="570" y="57"/>
                            </a:cubicBezTo>
                            <a:cubicBezTo>
                              <a:pt x="531" y="51"/>
                              <a:pt x="501" y="2"/>
                              <a:pt x="462" y="0"/>
                            </a:cubicBezTo>
                            <a:cubicBezTo>
                              <a:pt x="395" y="3"/>
                              <a:pt x="411" y="9"/>
                              <a:pt x="351" y="24"/>
                            </a:cubicBezTo>
                            <a:cubicBezTo>
                              <a:pt x="335" y="34"/>
                              <a:pt x="423" y="102"/>
                              <a:pt x="405" y="108"/>
                            </a:cubicBezTo>
                            <a:cubicBezTo>
                              <a:pt x="402" y="111"/>
                              <a:pt x="373" y="121"/>
                              <a:pt x="369" y="123"/>
                            </a:cubicBezTo>
                            <a:cubicBezTo>
                              <a:pt x="366" y="125"/>
                              <a:pt x="269" y="91"/>
                              <a:pt x="267" y="93"/>
                            </a:cubicBezTo>
                            <a:cubicBezTo>
                              <a:pt x="253" y="104"/>
                              <a:pt x="219" y="115"/>
                              <a:pt x="201" y="120"/>
                            </a:cubicBezTo>
                            <a:cubicBezTo>
                              <a:pt x="190" y="131"/>
                              <a:pt x="183" y="145"/>
                              <a:pt x="168" y="150"/>
                            </a:cubicBezTo>
                            <a:cubicBezTo>
                              <a:pt x="157" y="166"/>
                              <a:pt x="147" y="201"/>
                              <a:pt x="129" y="213"/>
                            </a:cubicBezTo>
                            <a:cubicBezTo>
                              <a:pt x="123" y="232"/>
                              <a:pt x="122" y="235"/>
                              <a:pt x="111" y="252"/>
                            </a:cubicBezTo>
                            <a:cubicBezTo>
                              <a:pt x="102" y="267"/>
                              <a:pt x="121" y="294"/>
                              <a:pt x="111" y="309"/>
                            </a:cubicBezTo>
                            <a:cubicBezTo>
                              <a:pt x="117" y="345"/>
                              <a:pt x="124" y="357"/>
                              <a:pt x="114" y="387"/>
                            </a:cubicBezTo>
                            <a:cubicBezTo>
                              <a:pt x="112" y="403"/>
                              <a:pt x="108" y="455"/>
                              <a:pt x="105" y="471"/>
                            </a:cubicBezTo>
                            <a:cubicBezTo>
                              <a:pt x="106" y="492"/>
                              <a:pt x="148" y="480"/>
                              <a:pt x="150" y="498"/>
                            </a:cubicBezTo>
                            <a:cubicBezTo>
                              <a:pt x="152" y="516"/>
                              <a:pt x="111" y="553"/>
                              <a:pt x="117" y="579"/>
                            </a:cubicBezTo>
                            <a:cubicBezTo>
                              <a:pt x="114" y="614"/>
                              <a:pt x="188" y="621"/>
                              <a:pt x="186" y="657"/>
                            </a:cubicBezTo>
                            <a:cubicBezTo>
                              <a:pt x="187" y="716"/>
                              <a:pt x="0" y="731"/>
                              <a:pt x="39" y="783"/>
                            </a:cubicBezTo>
                            <a:cubicBezTo>
                              <a:pt x="45" y="813"/>
                              <a:pt x="33" y="782"/>
                              <a:pt x="48" y="807"/>
                            </a:cubicBezTo>
                            <a:cubicBezTo>
                              <a:pt x="117" y="780"/>
                              <a:pt x="98" y="744"/>
                              <a:pt x="138" y="774"/>
                            </a:cubicBezTo>
                            <a:cubicBezTo>
                              <a:pt x="161" y="780"/>
                              <a:pt x="190" y="817"/>
                              <a:pt x="201" y="834"/>
                            </a:cubicBezTo>
                            <a:cubicBezTo>
                              <a:pt x="212" y="851"/>
                              <a:pt x="212" y="862"/>
                              <a:pt x="204" y="873"/>
                            </a:cubicBezTo>
                            <a:cubicBezTo>
                              <a:pt x="211" y="889"/>
                              <a:pt x="143" y="888"/>
                              <a:pt x="153" y="903"/>
                            </a:cubicBezTo>
                            <a:cubicBezTo>
                              <a:pt x="158" y="922"/>
                              <a:pt x="178" y="957"/>
                              <a:pt x="192" y="978"/>
                            </a:cubicBezTo>
                            <a:cubicBezTo>
                              <a:pt x="192" y="978"/>
                              <a:pt x="208" y="1033"/>
                              <a:pt x="210" y="1038"/>
                            </a:cubicBezTo>
                            <a:cubicBezTo>
                              <a:pt x="213" y="1047"/>
                              <a:pt x="207" y="1059"/>
                              <a:pt x="216" y="1065"/>
                            </a:cubicBezTo>
                            <a:cubicBezTo>
                              <a:pt x="233" y="1090"/>
                              <a:pt x="276" y="990"/>
                              <a:pt x="300" y="1008"/>
                            </a:cubicBezTo>
                            <a:cubicBezTo>
                              <a:pt x="322" y="1025"/>
                              <a:pt x="325" y="1041"/>
                              <a:pt x="348" y="1047"/>
                            </a:cubicBezTo>
                            <a:cubicBezTo>
                              <a:pt x="372" y="1071"/>
                              <a:pt x="352" y="972"/>
                              <a:pt x="378" y="993"/>
                            </a:cubicBezTo>
                            <a:cubicBezTo>
                              <a:pt x="420" y="975"/>
                              <a:pt x="439" y="972"/>
                              <a:pt x="465" y="981"/>
                            </a:cubicBezTo>
                            <a:cubicBezTo>
                              <a:pt x="486" y="978"/>
                              <a:pt x="503" y="929"/>
                              <a:pt x="525" y="948"/>
                            </a:cubicBezTo>
                            <a:cubicBezTo>
                              <a:pt x="555" y="966"/>
                              <a:pt x="546" y="1041"/>
                              <a:pt x="558" y="1044"/>
                            </a:cubicBezTo>
                            <a:cubicBezTo>
                              <a:pt x="561" y="1074"/>
                              <a:pt x="638" y="1041"/>
                              <a:pt x="630" y="1083"/>
                            </a:cubicBezTo>
                            <a:cubicBezTo>
                              <a:pt x="622" y="1125"/>
                              <a:pt x="520" y="1258"/>
                              <a:pt x="507" y="1296"/>
                            </a:cubicBezTo>
                            <a:cubicBezTo>
                              <a:pt x="492" y="1329"/>
                              <a:pt x="534" y="1323"/>
                              <a:pt x="552" y="1314"/>
                            </a:cubicBezTo>
                            <a:cubicBezTo>
                              <a:pt x="567" y="1306"/>
                              <a:pt x="583" y="1249"/>
                              <a:pt x="600" y="1248"/>
                            </a:cubicBezTo>
                            <a:cubicBezTo>
                              <a:pt x="617" y="1247"/>
                              <a:pt x="644" y="1283"/>
                              <a:pt x="654" y="1305"/>
                            </a:cubicBezTo>
                            <a:cubicBezTo>
                              <a:pt x="664" y="1327"/>
                              <a:pt x="646" y="1376"/>
                              <a:pt x="660" y="1380"/>
                            </a:cubicBezTo>
                            <a:cubicBezTo>
                              <a:pt x="676" y="1391"/>
                              <a:pt x="717" y="1335"/>
                              <a:pt x="741" y="1332"/>
                            </a:cubicBezTo>
                            <a:cubicBezTo>
                              <a:pt x="765" y="1329"/>
                              <a:pt x="782" y="1377"/>
                              <a:pt x="807" y="1362"/>
                            </a:cubicBezTo>
                            <a:cubicBezTo>
                              <a:pt x="828" y="1245"/>
                              <a:pt x="791" y="1259"/>
                              <a:pt x="891" y="1242"/>
                            </a:cubicBezTo>
                            <a:cubicBezTo>
                              <a:pt x="922" y="1229"/>
                              <a:pt x="966" y="1316"/>
                              <a:pt x="999" y="1311"/>
                            </a:cubicBezTo>
                            <a:cubicBezTo>
                              <a:pt x="1019" y="1303"/>
                              <a:pt x="1016" y="1261"/>
                              <a:pt x="1038" y="1257"/>
                            </a:cubicBezTo>
                            <a:cubicBezTo>
                              <a:pt x="1057" y="1248"/>
                              <a:pt x="973" y="1213"/>
                              <a:pt x="990" y="1200"/>
                            </a:cubicBezTo>
                            <a:cubicBezTo>
                              <a:pt x="994" y="1189"/>
                              <a:pt x="1031" y="1154"/>
                              <a:pt x="1059" y="1152"/>
                            </a:cubicBezTo>
                            <a:cubicBezTo>
                              <a:pt x="1087" y="1150"/>
                              <a:pt x="1129" y="1190"/>
                              <a:pt x="1158" y="1191"/>
                            </a:cubicBezTo>
                            <a:cubicBezTo>
                              <a:pt x="1206" y="1188"/>
                              <a:pt x="1218" y="1186"/>
                              <a:pt x="1236" y="1158"/>
                            </a:cubicBezTo>
                            <a:cubicBezTo>
                              <a:pt x="1241" y="1139"/>
                              <a:pt x="1236" y="1045"/>
                              <a:pt x="1242" y="1026"/>
                            </a:cubicBezTo>
                            <a:cubicBezTo>
                              <a:pt x="1243" y="995"/>
                              <a:pt x="1284" y="999"/>
                              <a:pt x="1272" y="939"/>
                            </a:cubicBezTo>
                            <a:cubicBezTo>
                              <a:pt x="1268" y="927"/>
                              <a:pt x="1220" y="961"/>
                              <a:pt x="1215" y="951"/>
                            </a:cubicBezTo>
                            <a:cubicBezTo>
                              <a:pt x="1210" y="941"/>
                              <a:pt x="1247" y="914"/>
                              <a:pt x="1239" y="876"/>
                            </a:cubicBezTo>
                            <a:cubicBezTo>
                              <a:pt x="1231" y="838"/>
                              <a:pt x="1178" y="758"/>
                              <a:pt x="1167" y="723"/>
                            </a:cubicBezTo>
                            <a:cubicBezTo>
                              <a:pt x="1153" y="688"/>
                              <a:pt x="1178" y="686"/>
                              <a:pt x="1170" y="663"/>
                            </a:cubicBezTo>
                            <a:cubicBezTo>
                              <a:pt x="1162" y="635"/>
                              <a:pt x="1114" y="593"/>
                              <a:pt x="1122" y="555"/>
                            </a:cubicBezTo>
                            <a:cubicBezTo>
                              <a:pt x="1119" y="534"/>
                              <a:pt x="1234" y="447"/>
                              <a:pt x="1215" y="435"/>
                            </a:cubicBezTo>
                            <a:cubicBezTo>
                              <a:pt x="1210" y="416"/>
                              <a:pt x="1232" y="349"/>
                              <a:pt x="1221" y="333"/>
                            </a:cubicBezTo>
                            <a:cubicBezTo>
                              <a:pt x="1212" y="320"/>
                              <a:pt x="1202" y="278"/>
                              <a:pt x="1194" y="264"/>
                            </a:cubicBezTo>
                            <a:cubicBezTo>
                              <a:pt x="1184" y="246"/>
                              <a:pt x="1181" y="269"/>
                              <a:pt x="1170" y="252"/>
                            </a:cubicBezTo>
                            <a:cubicBezTo>
                              <a:pt x="1166" y="238"/>
                              <a:pt x="1121" y="252"/>
                              <a:pt x="1113" y="240"/>
                            </a:cubicBezTo>
                            <a:cubicBezTo>
                              <a:pt x="1065" y="228"/>
                              <a:pt x="1065" y="222"/>
                              <a:pt x="1089" y="135"/>
                            </a:cubicBezTo>
                            <a:cubicBezTo>
                              <a:pt x="1074" y="130"/>
                              <a:pt x="1086" y="101"/>
                              <a:pt x="1071" y="96"/>
                            </a:cubicBezTo>
                            <a:cubicBezTo>
                              <a:pt x="1070" y="95"/>
                              <a:pt x="1026" y="60"/>
                              <a:pt x="1035" y="78"/>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nvGrpSpPr>
                      <p:cNvPr id="368" name="Group 191"/>
                      <p:cNvGrpSpPr/>
                      <p:nvPr/>
                    </p:nvGrpSpPr>
                    <p:grpSpPr bwMode="auto">
                      <a:xfrm>
                        <a:off x="12163" y="2793"/>
                        <a:ext cx="2705" cy="3841"/>
                        <a:chOff x="12163" y="2793"/>
                        <a:chExt cx="2705" cy="3841"/>
                      </a:xfrm>
                    </p:grpSpPr>
                    <p:sp>
                      <p:nvSpPr>
                        <p:cNvPr id="369" name="Freeform 192"/>
                        <p:cNvSpPr/>
                        <p:nvPr/>
                      </p:nvSpPr>
                      <p:spPr bwMode="auto">
                        <a:xfrm>
                          <a:off x="12163" y="2793"/>
                          <a:ext cx="2705" cy="2335"/>
                        </a:xfrm>
                        <a:custGeom>
                          <a:avLst/>
                          <a:gdLst>
                            <a:gd name="T0" fmla="*/ 198 w 2706"/>
                            <a:gd name="T1" fmla="*/ 87 h 2331"/>
                            <a:gd name="T2" fmla="*/ 84 w 2706"/>
                            <a:gd name="T3" fmla="*/ 105 h 2331"/>
                            <a:gd name="T4" fmla="*/ 114 w 2706"/>
                            <a:gd name="T5" fmla="*/ 195 h 2331"/>
                            <a:gd name="T6" fmla="*/ 111 w 2706"/>
                            <a:gd name="T7" fmla="*/ 327 h 2331"/>
                            <a:gd name="T8" fmla="*/ 102 w 2706"/>
                            <a:gd name="T9" fmla="*/ 390 h 2331"/>
                            <a:gd name="T10" fmla="*/ 174 w 2706"/>
                            <a:gd name="T11" fmla="*/ 417 h 2331"/>
                            <a:gd name="T12" fmla="*/ 246 w 2706"/>
                            <a:gd name="T13" fmla="*/ 363 h 2331"/>
                            <a:gd name="T14" fmla="*/ 363 w 2706"/>
                            <a:gd name="T15" fmla="*/ 402 h 2331"/>
                            <a:gd name="T16" fmla="*/ 414 w 2706"/>
                            <a:gd name="T17" fmla="*/ 528 h 2331"/>
                            <a:gd name="T18" fmla="*/ 600 w 2706"/>
                            <a:gd name="T19" fmla="*/ 570 h 2331"/>
                            <a:gd name="T20" fmla="*/ 777 w 2706"/>
                            <a:gd name="T21" fmla="*/ 450 h 2331"/>
                            <a:gd name="T22" fmla="*/ 867 w 2706"/>
                            <a:gd name="T23" fmla="*/ 519 h 2331"/>
                            <a:gd name="T24" fmla="*/ 900 w 2706"/>
                            <a:gd name="T25" fmla="*/ 963 h 2331"/>
                            <a:gd name="T26" fmla="*/ 894 w 2706"/>
                            <a:gd name="T27" fmla="*/ 1359 h 2331"/>
                            <a:gd name="T28" fmla="*/ 828 w 2706"/>
                            <a:gd name="T29" fmla="*/ 1242 h 2331"/>
                            <a:gd name="T30" fmla="*/ 630 w 2706"/>
                            <a:gd name="T31" fmla="*/ 1548 h 2331"/>
                            <a:gd name="T32" fmla="*/ 729 w 2706"/>
                            <a:gd name="T33" fmla="*/ 1725 h 2331"/>
                            <a:gd name="T34" fmla="*/ 864 w 2706"/>
                            <a:gd name="T35" fmla="*/ 1704 h 2331"/>
                            <a:gd name="T36" fmla="*/ 801 w 2706"/>
                            <a:gd name="T37" fmla="*/ 1875 h 2331"/>
                            <a:gd name="T38" fmla="*/ 1047 w 2706"/>
                            <a:gd name="T39" fmla="*/ 1965 h 2331"/>
                            <a:gd name="T40" fmla="*/ 1251 w 2706"/>
                            <a:gd name="T41" fmla="*/ 1908 h 2331"/>
                            <a:gd name="T42" fmla="*/ 1476 w 2706"/>
                            <a:gd name="T43" fmla="*/ 2010 h 2331"/>
                            <a:gd name="T44" fmla="*/ 1644 w 2706"/>
                            <a:gd name="T45" fmla="*/ 2097 h 2331"/>
                            <a:gd name="T46" fmla="*/ 1752 w 2706"/>
                            <a:gd name="T47" fmla="*/ 2241 h 2331"/>
                            <a:gd name="T48" fmla="*/ 1776 w 2706"/>
                            <a:gd name="T49" fmla="*/ 2130 h 2331"/>
                            <a:gd name="T50" fmla="*/ 1842 w 2706"/>
                            <a:gd name="T51" fmla="*/ 2163 h 2331"/>
                            <a:gd name="T52" fmla="*/ 1920 w 2706"/>
                            <a:gd name="T53" fmla="*/ 2256 h 2331"/>
                            <a:gd name="T54" fmla="*/ 1995 w 2706"/>
                            <a:gd name="T55" fmla="*/ 2316 h 2331"/>
                            <a:gd name="T56" fmla="*/ 2073 w 2706"/>
                            <a:gd name="T57" fmla="*/ 2217 h 2331"/>
                            <a:gd name="T58" fmla="*/ 2151 w 2706"/>
                            <a:gd name="T59" fmla="*/ 2193 h 2331"/>
                            <a:gd name="T60" fmla="*/ 2244 w 2706"/>
                            <a:gd name="T61" fmla="*/ 2229 h 2331"/>
                            <a:gd name="T62" fmla="*/ 2418 w 2706"/>
                            <a:gd name="T63" fmla="*/ 2184 h 2331"/>
                            <a:gd name="T64" fmla="*/ 2316 w 2706"/>
                            <a:gd name="T65" fmla="*/ 1893 h 2331"/>
                            <a:gd name="T66" fmla="*/ 2394 w 2706"/>
                            <a:gd name="T67" fmla="*/ 1776 h 2331"/>
                            <a:gd name="T68" fmla="*/ 2664 w 2706"/>
                            <a:gd name="T69" fmla="*/ 1497 h 2331"/>
                            <a:gd name="T70" fmla="*/ 2616 w 2706"/>
                            <a:gd name="T71" fmla="*/ 1185 h 2331"/>
                            <a:gd name="T72" fmla="*/ 2643 w 2706"/>
                            <a:gd name="T73" fmla="*/ 999 h 2331"/>
                            <a:gd name="T74" fmla="*/ 2613 w 2706"/>
                            <a:gd name="T75" fmla="*/ 768 h 2331"/>
                            <a:gd name="T76" fmla="*/ 2436 w 2706"/>
                            <a:gd name="T77" fmla="*/ 891 h 2331"/>
                            <a:gd name="T78" fmla="*/ 2277 w 2706"/>
                            <a:gd name="T79" fmla="*/ 1077 h 2331"/>
                            <a:gd name="T80" fmla="*/ 1959 w 2706"/>
                            <a:gd name="T81" fmla="*/ 1023 h 2331"/>
                            <a:gd name="T82" fmla="*/ 1806 w 2706"/>
                            <a:gd name="T83" fmla="*/ 909 h 2331"/>
                            <a:gd name="T84" fmla="*/ 1524 w 2706"/>
                            <a:gd name="T85" fmla="*/ 828 h 2331"/>
                            <a:gd name="T86" fmla="*/ 1257 w 2706"/>
                            <a:gd name="T87" fmla="*/ 699 h 2331"/>
                            <a:gd name="T88" fmla="*/ 1065 w 2706"/>
                            <a:gd name="T89" fmla="*/ 444 h 2331"/>
                            <a:gd name="T90" fmla="*/ 1008 w 2706"/>
                            <a:gd name="T91" fmla="*/ 348 h 2331"/>
                            <a:gd name="T92" fmla="*/ 960 w 2706"/>
                            <a:gd name="T93" fmla="*/ 252 h 2331"/>
                            <a:gd name="T94" fmla="*/ 867 w 2706"/>
                            <a:gd name="T95" fmla="*/ 126 h 2331"/>
                            <a:gd name="T96" fmla="*/ 684 w 2706"/>
                            <a:gd name="T97" fmla="*/ 48 h 2331"/>
                            <a:gd name="T98" fmla="*/ 516 w 2706"/>
                            <a:gd name="T99" fmla="*/ 33 h 2331"/>
                            <a:gd name="T100" fmla="*/ 357 w 2706"/>
                            <a:gd name="T101" fmla="*/ 27 h 2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06" h="2331">
                              <a:moveTo>
                                <a:pt x="279" y="69"/>
                              </a:moveTo>
                              <a:cubicBezTo>
                                <a:pt x="189" y="72"/>
                                <a:pt x="258" y="76"/>
                                <a:pt x="198" y="87"/>
                              </a:cubicBezTo>
                              <a:cubicBezTo>
                                <a:pt x="184" y="97"/>
                                <a:pt x="163" y="87"/>
                                <a:pt x="147" y="93"/>
                              </a:cubicBezTo>
                              <a:cubicBezTo>
                                <a:pt x="125" y="113"/>
                                <a:pt x="113" y="99"/>
                                <a:pt x="84" y="105"/>
                              </a:cubicBezTo>
                              <a:cubicBezTo>
                                <a:pt x="63" y="119"/>
                                <a:pt x="45" y="134"/>
                                <a:pt x="24" y="141"/>
                              </a:cubicBezTo>
                              <a:cubicBezTo>
                                <a:pt x="0" y="178"/>
                                <a:pt x="69" y="144"/>
                                <a:pt x="114" y="195"/>
                              </a:cubicBezTo>
                              <a:cubicBezTo>
                                <a:pt x="141" y="228"/>
                                <a:pt x="159" y="252"/>
                                <a:pt x="150" y="264"/>
                              </a:cubicBezTo>
                              <a:cubicBezTo>
                                <a:pt x="141" y="294"/>
                                <a:pt x="126" y="277"/>
                                <a:pt x="111" y="327"/>
                              </a:cubicBezTo>
                              <a:cubicBezTo>
                                <a:pt x="110" y="331"/>
                                <a:pt x="87" y="360"/>
                                <a:pt x="87" y="360"/>
                              </a:cubicBezTo>
                              <a:cubicBezTo>
                                <a:pt x="91" y="419"/>
                                <a:pt x="64" y="340"/>
                                <a:pt x="102" y="390"/>
                              </a:cubicBezTo>
                              <a:cubicBezTo>
                                <a:pt x="110" y="411"/>
                                <a:pt x="122" y="374"/>
                                <a:pt x="138" y="390"/>
                              </a:cubicBezTo>
                              <a:cubicBezTo>
                                <a:pt x="141" y="397"/>
                                <a:pt x="169" y="411"/>
                                <a:pt x="174" y="417"/>
                              </a:cubicBezTo>
                              <a:cubicBezTo>
                                <a:pt x="181" y="425"/>
                                <a:pt x="198" y="420"/>
                                <a:pt x="207" y="426"/>
                              </a:cubicBezTo>
                              <a:cubicBezTo>
                                <a:pt x="225" y="439"/>
                                <a:pt x="225" y="352"/>
                                <a:pt x="246" y="363"/>
                              </a:cubicBezTo>
                              <a:cubicBezTo>
                                <a:pt x="306" y="360"/>
                                <a:pt x="279" y="369"/>
                                <a:pt x="321" y="378"/>
                              </a:cubicBezTo>
                              <a:cubicBezTo>
                                <a:pt x="330" y="384"/>
                                <a:pt x="355" y="396"/>
                                <a:pt x="363" y="402"/>
                              </a:cubicBezTo>
                              <a:cubicBezTo>
                                <a:pt x="368" y="406"/>
                                <a:pt x="372" y="474"/>
                                <a:pt x="378" y="477"/>
                              </a:cubicBezTo>
                              <a:cubicBezTo>
                                <a:pt x="395" y="503"/>
                                <a:pt x="384" y="489"/>
                                <a:pt x="414" y="528"/>
                              </a:cubicBezTo>
                              <a:cubicBezTo>
                                <a:pt x="432" y="546"/>
                                <a:pt x="435" y="606"/>
                                <a:pt x="471" y="615"/>
                              </a:cubicBezTo>
                              <a:cubicBezTo>
                                <a:pt x="513" y="625"/>
                                <a:pt x="558" y="561"/>
                                <a:pt x="600" y="570"/>
                              </a:cubicBezTo>
                              <a:cubicBezTo>
                                <a:pt x="622" y="586"/>
                                <a:pt x="630" y="549"/>
                                <a:pt x="660" y="552"/>
                              </a:cubicBezTo>
                              <a:cubicBezTo>
                                <a:pt x="711" y="564"/>
                                <a:pt x="735" y="421"/>
                                <a:pt x="777" y="450"/>
                              </a:cubicBezTo>
                              <a:cubicBezTo>
                                <a:pt x="810" y="440"/>
                                <a:pt x="834" y="459"/>
                                <a:pt x="849" y="468"/>
                              </a:cubicBezTo>
                              <a:cubicBezTo>
                                <a:pt x="864" y="480"/>
                                <a:pt x="849" y="465"/>
                                <a:pt x="867" y="519"/>
                              </a:cubicBezTo>
                              <a:cubicBezTo>
                                <a:pt x="867" y="582"/>
                                <a:pt x="886" y="727"/>
                                <a:pt x="891" y="801"/>
                              </a:cubicBezTo>
                              <a:cubicBezTo>
                                <a:pt x="896" y="875"/>
                                <a:pt x="897" y="905"/>
                                <a:pt x="900" y="963"/>
                              </a:cubicBezTo>
                              <a:cubicBezTo>
                                <a:pt x="921" y="1101"/>
                                <a:pt x="903" y="1065"/>
                                <a:pt x="912" y="1152"/>
                              </a:cubicBezTo>
                              <a:cubicBezTo>
                                <a:pt x="900" y="1194"/>
                                <a:pt x="960" y="1314"/>
                                <a:pt x="894" y="1359"/>
                              </a:cubicBezTo>
                              <a:cubicBezTo>
                                <a:pt x="887" y="1385"/>
                                <a:pt x="875" y="1364"/>
                                <a:pt x="864" y="1341"/>
                              </a:cubicBezTo>
                              <a:cubicBezTo>
                                <a:pt x="853" y="1322"/>
                                <a:pt x="853" y="1225"/>
                                <a:pt x="828" y="1242"/>
                              </a:cubicBezTo>
                              <a:cubicBezTo>
                                <a:pt x="771" y="1248"/>
                                <a:pt x="825" y="1326"/>
                                <a:pt x="714" y="1440"/>
                              </a:cubicBezTo>
                              <a:cubicBezTo>
                                <a:pt x="710" y="1462"/>
                                <a:pt x="632" y="1528"/>
                                <a:pt x="630" y="1548"/>
                              </a:cubicBezTo>
                              <a:cubicBezTo>
                                <a:pt x="632" y="1602"/>
                                <a:pt x="637" y="1597"/>
                                <a:pt x="684" y="1644"/>
                              </a:cubicBezTo>
                              <a:cubicBezTo>
                                <a:pt x="689" y="1672"/>
                                <a:pt x="711" y="1703"/>
                                <a:pt x="729" y="1725"/>
                              </a:cubicBezTo>
                              <a:cubicBezTo>
                                <a:pt x="743" y="1769"/>
                                <a:pt x="780" y="1612"/>
                                <a:pt x="804" y="1650"/>
                              </a:cubicBezTo>
                              <a:cubicBezTo>
                                <a:pt x="855" y="1641"/>
                                <a:pt x="871" y="1680"/>
                                <a:pt x="864" y="1704"/>
                              </a:cubicBezTo>
                              <a:cubicBezTo>
                                <a:pt x="858" y="1728"/>
                                <a:pt x="779" y="1768"/>
                                <a:pt x="768" y="1797"/>
                              </a:cubicBezTo>
                              <a:cubicBezTo>
                                <a:pt x="757" y="1826"/>
                                <a:pt x="766" y="1853"/>
                                <a:pt x="801" y="1875"/>
                              </a:cubicBezTo>
                              <a:cubicBezTo>
                                <a:pt x="1008" y="1725"/>
                                <a:pt x="903" y="1903"/>
                                <a:pt x="981" y="1929"/>
                              </a:cubicBezTo>
                              <a:cubicBezTo>
                                <a:pt x="1003" y="1952"/>
                                <a:pt x="1018" y="1957"/>
                                <a:pt x="1047" y="1965"/>
                              </a:cubicBezTo>
                              <a:cubicBezTo>
                                <a:pt x="1101" y="1980"/>
                                <a:pt x="1126" y="1963"/>
                                <a:pt x="1182" y="1968"/>
                              </a:cubicBezTo>
                              <a:cubicBezTo>
                                <a:pt x="1226" y="1983"/>
                                <a:pt x="1201" y="1905"/>
                                <a:pt x="1251" y="1908"/>
                              </a:cubicBezTo>
                              <a:cubicBezTo>
                                <a:pt x="1282" y="1910"/>
                                <a:pt x="1280" y="2007"/>
                                <a:pt x="1326" y="2037"/>
                              </a:cubicBezTo>
                              <a:cubicBezTo>
                                <a:pt x="1363" y="2054"/>
                                <a:pt x="1436" y="1995"/>
                                <a:pt x="1476" y="2010"/>
                              </a:cubicBezTo>
                              <a:cubicBezTo>
                                <a:pt x="1548" y="2028"/>
                                <a:pt x="1518" y="2121"/>
                                <a:pt x="1569" y="2127"/>
                              </a:cubicBezTo>
                              <a:cubicBezTo>
                                <a:pt x="1596" y="2149"/>
                                <a:pt x="1611" y="2092"/>
                                <a:pt x="1644" y="2097"/>
                              </a:cubicBezTo>
                              <a:cubicBezTo>
                                <a:pt x="1663" y="2108"/>
                                <a:pt x="1665" y="2172"/>
                                <a:pt x="1683" y="2196"/>
                              </a:cubicBezTo>
                              <a:cubicBezTo>
                                <a:pt x="1700" y="2212"/>
                                <a:pt x="1729" y="2244"/>
                                <a:pt x="1752" y="2241"/>
                              </a:cubicBezTo>
                              <a:cubicBezTo>
                                <a:pt x="1764" y="2237"/>
                                <a:pt x="1751" y="2190"/>
                                <a:pt x="1755" y="2172"/>
                              </a:cubicBezTo>
                              <a:cubicBezTo>
                                <a:pt x="1759" y="2154"/>
                                <a:pt x="1769" y="2139"/>
                                <a:pt x="1776" y="2130"/>
                              </a:cubicBezTo>
                              <a:cubicBezTo>
                                <a:pt x="1802" y="2149"/>
                                <a:pt x="1767" y="2108"/>
                                <a:pt x="1797" y="2118"/>
                              </a:cubicBezTo>
                              <a:cubicBezTo>
                                <a:pt x="1805" y="2124"/>
                                <a:pt x="1833" y="2144"/>
                                <a:pt x="1842" y="2163"/>
                              </a:cubicBezTo>
                              <a:cubicBezTo>
                                <a:pt x="1851" y="2182"/>
                                <a:pt x="1841" y="2216"/>
                                <a:pt x="1854" y="2232"/>
                              </a:cubicBezTo>
                              <a:cubicBezTo>
                                <a:pt x="1891" y="2256"/>
                                <a:pt x="1877" y="2250"/>
                                <a:pt x="1920" y="2256"/>
                              </a:cubicBezTo>
                              <a:cubicBezTo>
                                <a:pt x="1939" y="2264"/>
                                <a:pt x="1924" y="2300"/>
                                <a:pt x="1944" y="2307"/>
                              </a:cubicBezTo>
                              <a:cubicBezTo>
                                <a:pt x="1956" y="2312"/>
                                <a:pt x="1974" y="2331"/>
                                <a:pt x="1995" y="2316"/>
                              </a:cubicBezTo>
                              <a:cubicBezTo>
                                <a:pt x="2005" y="2302"/>
                                <a:pt x="1994" y="2237"/>
                                <a:pt x="2007" y="2220"/>
                              </a:cubicBezTo>
                              <a:cubicBezTo>
                                <a:pt x="2020" y="2203"/>
                                <a:pt x="2055" y="2227"/>
                                <a:pt x="2073" y="2217"/>
                              </a:cubicBezTo>
                              <a:cubicBezTo>
                                <a:pt x="2091" y="2207"/>
                                <a:pt x="2102" y="2164"/>
                                <a:pt x="2115" y="2160"/>
                              </a:cubicBezTo>
                              <a:cubicBezTo>
                                <a:pt x="2128" y="2156"/>
                                <a:pt x="2140" y="2196"/>
                                <a:pt x="2151" y="2193"/>
                              </a:cubicBezTo>
                              <a:cubicBezTo>
                                <a:pt x="2162" y="2190"/>
                                <a:pt x="2169" y="2136"/>
                                <a:pt x="2184" y="2142"/>
                              </a:cubicBezTo>
                              <a:cubicBezTo>
                                <a:pt x="2199" y="2148"/>
                                <a:pt x="2206" y="2210"/>
                                <a:pt x="2244" y="2229"/>
                              </a:cubicBezTo>
                              <a:cubicBezTo>
                                <a:pt x="2298" y="2262"/>
                                <a:pt x="2346" y="2241"/>
                                <a:pt x="2415" y="2256"/>
                              </a:cubicBezTo>
                              <a:cubicBezTo>
                                <a:pt x="2446" y="2249"/>
                                <a:pt x="2420" y="2215"/>
                                <a:pt x="2418" y="2184"/>
                              </a:cubicBezTo>
                              <a:cubicBezTo>
                                <a:pt x="2416" y="2153"/>
                                <a:pt x="2417" y="2116"/>
                                <a:pt x="2400" y="2067"/>
                              </a:cubicBezTo>
                              <a:cubicBezTo>
                                <a:pt x="2383" y="2018"/>
                                <a:pt x="2317" y="1936"/>
                                <a:pt x="2316" y="1893"/>
                              </a:cubicBezTo>
                              <a:cubicBezTo>
                                <a:pt x="2358" y="1845"/>
                                <a:pt x="2381" y="1828"/>
                                <a:pt x="2394" y="1809"/>
                              </a:cubicBezTo>
                              <a:cubicBezTo>
                                <a:pt x="2407" y="1790"/>
                                <a:pt x="2356" y="1785"/>
                                <a:pt x="2394" y="1776"/>
                              </a:cubicBezTo>
                              <a:cubicBezTo>
                                <a:pt x="2508" y="1803"/>
                                <a:pt x="2625" y="1755"/>
                                <a:pt x="2625" y="1755"/>
                              </a:cubicBezTo>
                              <a:cubicBezTo>
                                <a:pt x="2670" y="1638"/>
                                <a:pt x="2655" y="1606"/>
                                <a:pt x="2664" y="1497"/>
                              </a:cubicBezTo>
                              <a:cubicBezTo>
                                <a:pt x="2665" y="1462"/>
                                <a:pt x="2664" y="1352"/>
                                <a:pt x="2664" y="1317"/>
                              </a:cubicBezTo>
                              <a:cubicBezTo>
                                <a:pt x="2660" y="1265"/>
                                <a:pt x="2623" y="1224"/>
                                <a:pt x="2616" y="1185"/>
                              </a:cubicBezTo>
                              <a:cubicBezTo>
                                <a:pt x="2609" y="1146"/>
                                <a:pt x="2618" y="1117"/>
                                <a:pt x="2622" y="1086"/>
                              </a:cubicBezTo>
                              <a:cubicBezTo>
                                <a:pt x="2626" y="1055"/>
                                <a:pt x="2636" y="1055"/>
                                <a:pt x="2643" y="999"/>
                              </a:cubicBezTo>
                              <a:cubicBezTo>
                                <a:pt x="2538" y="894"/>
                                <a:pt x="2706" y="810"/>
                                <a:pt x="2661" y="750"/>
                              </a:cubicBezTo>
                              <a:cubicBezTo>
                                <a:pt x="2643" y="747"/>
                                <a:pt x="2630" y="754"/>
                                <a:pt x="2613" y="768"/>
                              </a:cubicBezTo>
                              <a:cubicBezTo>
                                <a:pt x="2596" y="782"/>
                                <a:pt x="2588" y="816"/>
                                <a:pt x="2559" y="837"/>
                              </a:cubicBezTo>
                              <a:cubicBezTo>
                                <a:pt x="2530" y="858"/>
                                <a:pt x="2472" y="870"/>
                                <a:pt x="2436" y="891"/>
                              </a:cubicBezTo>
                              <a:cubicBezTo>
                                <a:pt x="2407" y="899"/>
                                <a:pt x="2367" y="930"/>
                                <a:pt x="2346" y="963"/>
                              </a:cubicBezTo>
                              <a:cubicBezTo>
                                <a:pt x="2322" y="1005"/>
                                <a:pt x="2313" y="1047"/>
                                <a:pt x="2277" y="1077"/>
                              </a:cubicBezTo>
                              <a:cubicBezTo>
                                <a:pt x="2247" y="1128"/>
                                <a:pt x="2232" y="1146"/>
                                <a:pt x="2124" y="1149"/>
                              </a:cubicBezTo>
                              <a:cubicBezTo>
                                <a:pt x="2034" y="1167"/>
                                <a:pt x="1959" y="1161"/>
                                <a:pt x="1959" y="1023"/>
                              </a:cubicBezTo>
                              <a:cubicBezTo>
                                <a:pt x="1902" y="960"/>
                                <a:pt x="1917" y="896"/>
                                <a:pt x="1890" y="891"/>
                              </a:cubicBezTo>
                              <a:cubicBezTo>
                                <a:pt x="1874" y="888"/>
                                <a:pt x="1806" y="909"/>
                                <a:pt x="1806" y="909"/>
                              </a:cubicBezTo>
                              <a:cubicBezTo>
                                <a:pt x="1769" y="887"/>
                                <a:pt x="1704" y="872"/>
                                <a:pt x="1662" y="861"/>
                              </a:cubicBezTo>
                              <a:cubicBezTo>
                                <a:pt x="1629" y="843"/>
                                <a:pt x="1564" y="833"/>
                                <a:pt x="1524" y="828"/>
                              </a:cubicBezTo>
                              <a:cubicBezTo>
                                <a:pt x="1512" y="820"/>
                                <a:pt x="1395" y="866"/>
                                <a:pt x="1383" y="858"/>
                              </a:cubicBezTo>
                              <a:cubicBezTo>
                                <a:pt x="1368" y="849"/>
                                <a:pt x="1305" y="771"/>
                                <a:pt x="1257" y="699"/>
                              </a:cubicBezTo>
                              <a:cubicBezTo>
                                <a:pt x="1204" y="679"/>
                                <a:pt x="1180" y="486"/>
                                <a:pt x="1128" y="465"/>
                              </a:cubicBezTo>
                              <a:cubicBezTo>
                                <a:pt x="1112" y="443"/>
                                <a:pt x="1090" y="454"/>
                                <a:pt x="1065" y="444"/>
                              </a:cubicBezTo>
                              <a:cubicBezTo>
                                <a:pt x="1045" y="424"/>
                                <a:pt x="1044" y="390"/>
                                <a:pt x="1035" y="378"/>
                              </a:cubicBezTo>
                              <a:cubicBezTo>
                                <a:pt x="1026" y="362"/>
                                <a:pt x="1016" y="359"/>
                                <a:pt x="1008" y="348"/>
                              </a:cubicBezTo>
                              <a:cubicBezTo>
                                <a:pt x="986" y="304"/>
                                <a:pt x="1032" y="366"/>
                                <a:pt x="987" y="312"/>
                              </a:cubicBezTo>
                              <a:cubicBezTo>
                                <a:pt x="981" y="304"/>
                                <a:pt x="966" y="260"/>
                                <a:pt x="960" y="252"/>
                              </a:cubicBezTo>
                              <a:cubicBezTo>
                                <a:pt x="928" y="211"/>
                                <a:pt x="911" y="221"/>
                                <a:pt x="873" y="186"/>
                              </a:cubicBezTo>
                              <a:cubicBezTo>
                                <a:pt x="850" y="165"/>
                                <a:pt x="885" y="152"/>
                                <a:pt x="867" y="126"/>
                              </a:cubicBezTo>
                              <a:cubicBezTo>
                                <a:pt x="856" y="111"/>
                                <a:pt x="813" y="78"/>
                                <a:pt x="798" y="66"/>
                              </a:cubicBezTo>
                              <a:cubicBezTo>
                                <a:pt x="750" y="51"/>
                                <a:pt x="747" y="66"/>
                                <a:pt x="684" y="48"/>
                              </a:cubicBezTo>
                              <a:cubicBezTo>
                                <a:pt x="615" y="39"/>
                                <a:pt x="630" y="33"/>
                                <a:pt x="579" y="48"/>
                              </a:cubicBezTo>
                              <a:cubicBezTo>
                                <a:pt x="558" y="48"/>
                                <a:pt x="541" y="40"/>
                                <a:pt x="516" y="33"/>
                              </a:cubicBezTo>
                              <a:cubicBezTo>
                                <a:pt x="491" y="26"/>
                                <a:pt x="455" y="4"/>
                                <a:pt x="429" y="3"/>
                              </a:cubicBezTo>
                              <a:cubicBezTo>
                                <a:pt x="360" y="1"/>
                                <a:pt x="414" y="0"/>
                                <a:pt x="357" y="27"/>
                              </a:cubicBezTo>
                              <a:cubicBezTo>
                                <a:pt x="333" y="32"/>
                                <a:pt x="270" y="60"/>
                                <a:pt x="279" y="69"/>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0" name="Freeform 193"/>
                        <p:cNvSpPr/>
                        <p:nvPr/>
                      </p:nvSpPr>
                      <p:spPr bwMode="auto">
                        <a:xfrm>
                          <a:off x="12701" y="4601"/>
                          <a:ext cx="1906" cy="1318"/>
                        </a:xfrm>
                        <a:custGeom>
                          <a:avLst/>
                          <a:gdLst>
                            <a:gd name="T0" fmla="*/ 285 w 1905"/>
                            <a:gd name="T1" fmla="*/ 45 h 1311"/>
                            <a:gd name="T2" fmla="*/ 174 w 1905"/>
                            <a:gd name="T3" fmla="*/ 189 h 1311"/>
                            <a:gd name="T4" fmla="*/ 27 w 1905"/>
                            <a:gd name="T5" fmla="*/ 135 h 1311"/>
                            <a:gd name="T6" fmla="*/ 12 w 1905"/>
                            <a:gd name="T7" fmla="*/ 216 h 1311"/>
                            <a:gd name="T8" fmla="*/ 108 w 1905"/>
                            <a:gd name="T9" fmla="*/ 426 h 1311"/>
                            <a:gd name="T10" fmla="*/ 201 w 1905"/>
                            <a:gd name="T11" fmla="*/ 591 h 1311"/>
                            <a:gd name="T12" fmla="*/ 378 w 1905"/>
                            <a:gd name="T13" fmla="*/ 546 h 1311"/>
                            <a:gd name="T14" fmla="*/ 432 w 1905"/>
                            <a:gd name="T15" fmla="*/ 657 h 1311"/>
                            <a:gd name="T16" fmla="*/ 507 w 1905"/>
                            <a:gd name="T17" fmla="*/ 711 h 1311"/>
                            <a:gd name="T18" fmla="*/ 615 w 1905"/>
                            <a:gd name="T19" fmla="*/ 765 h 1311"/>
                            <a:gd name="T20" fmla="*/ 666 w 1905"/>
                            <a:gd name="T21" fmla="*/ 849 h 1311"/>
                            <a:gd name="T22" fmla="*/ 708 w 1905"/>
                            <a:gd name="T23" fmla="*/ 762 h 1311"/>
                            <a:gd name="T24" fmla="*/ 780 w 1905"/>
                            <a:gd name="T25" fmla="*/ 900 h 1311"/>
                            <a:gd name="T26" fmla="*/ 879 w 1905"/>
                            <a:gd name="T27" fmla="*/ 1101 h 1311"/>
                            <a:gd name="T28" fmla="*/ 1077 w 1905"/>
                            <a:gd name="T29" fmla="*/ 1284 h 1311"/>
                            <a:gd name="T30" fmla="*/ 1254 w 1905"/>
                            <a:gd name="T31" fmla="*/ 1116 h 1311"/>
                            <a:gd name="T32" fmla="*/ 1470 w 1905"/>
                            <a:gd name="T33" fmla="*/ 1083 h 1311"/>
                            <a:gd name="T34" fmla="*/ 1536 w 1905"/>
                            <a:gd name="T35" fmla="*/ 918 h 1311"/>
                            <a:gd name="T36" fmla="*/ 1662 w 1905"/>
                            <a:gd name="T37" fmla="*/ 669 h 1311"/>
                            <a:gd name="T38" fmla="*/ 1830 w 1905"/>
                            <a:gd name="T39" fmla="*/ 723 h 1311"/>
                            <a:gd name="T40" fmla="*/ 1902 w 1905"/>
                            <a:gd name="T41" fmla="*/ 549 h 1311"/>
                            <a:gd name="T42" fmla="*/ 1770 w 1905"/>
                            <a:gd name="T43" fmla="*/ 438 h 1311"/>
                            <a:gd name="T44" fmla="*/ 1659 w 1905"/>
                            <a:gd name="T45" fmla="*/ 333 h 1311"/>
                            <a:gd name="T46" fmla="*/ 1608 w 1905"/>
                            <a:gd name="T47" fmla="*/ 387 h 1311"/>
                            <a:gd name="T48" fmla="*/ 1545 w 1905"/>
                            <a:gd name="T49" fmla="*/ 411 h 1311"/>
                            <a:gd name="T50" fmla="*/ 1446 w 1905"/>
                            <a:gd name="T51" fmla="*/ 501 h 1311"/>
                            <a:gd name="T52" fmla="*/ 1392 w 1905"/>
                            <a:gd name="T53" fmla="*/ 483 h 1311"/>
                            <a:gd name="T54" fmla="*/ 1311 w 1905"/>
                            <a:gd name="T55" fmla="*/ 426 h 1311"/>
                            <a:gd name="T56" fmla="*/ 1245 w 1905"/>
                            <a:gd name="T57" fmla="*/ 303 h 1311"/>
                            <a:gd name="T58" fmla="*/ 1155 w 1905"/>
                            <a:gd name="T59" fmla="*/ 405 h 1311"/>
                            <a:gd name="T60" fmla="*/ 1026 w 1905"/>
                            <a:gd name="T61" fmla="*/ 312 h 1311"/>
                            <a:gd name="T62" fmla="*/ 840 w 1905"/>
                            <a:gd name="T63" fmla="*/ 225 h 1311"/>
                            <a:gd name="T64" fmla="*/ 759 w 1905"/>
                            <a:gd name="T65" fmla="*/ 180 h 1311"/>
                            <a:gd name="T66" fmla="*/ 693 w 1905"/>
                            <a:gd name="T67" fmla="*/ 102 h 1311"/>
                            <a:gd name="T68" fmla="*/ 597 w 1905"/>
                            <a:gd name="T69" fmla="*/ 159 h 1311"/>
                            <a:gd name="T70" fmla="*/ 480 w 1905"/>
                            <a:gd name="T71" fmla="*/ 150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05" h="1311">
                              <a:moveTo>
                                <a:pt x="378" y="0"/>
                              </a:moveTo>
                              <a:cubicBezTo>
                                <a:pt x="356" y="0"/>
                                <a:pt x="342" y="12"/>
                                <a:pt x="285" y="45"/>
                              </a:cubicBezTo>
                              <a:cubicBezTo>
                                <a:pt x="265" y="48"/>
                                <a:pt x="256" y="85"/>
                                <a:pt x="237" y="90"/>
                              </a:cubicBezTo>
                              <a:cubicBezTo>
                                <a:pt x="219" y="102"/>
                                <a:pt x="222" y="162"/>
                                <a:pt x="174" y="189"/>
                              </a:cubicBezTo>
                              <a:cubicBezTo>
                                <a:pt x="162" y="197"/>
                                <a:pt x="90" y="169"/>
                                <a:pt x="78" y="177"/>
                              </a:cubicBezTo>
                              <a:cubicBezTo>
                                <a:pt x="61" y="188"/>
                                <a:pt x="45" y="126"/>
                                <a:pt x="27" y="135"/>
                              </a:cubicBezTo>
                              <a:cubicBezTo>
                                <a:pt x="17" y="148"/>
                                <a:pt x="18" y="159"/>
                                <a:pt x="6" y="171"/>
                              </a:cubicBezTo>
                              <a:cubicBezTo>
                                <a:pt x="0" y="189"/>
                                <a:pt x="22" y="200"/>
                                <a:pt x="12" y="216"/>
                              </a:cubicBezTo>
                              <a:cubicBezTo>
                                <a:pt x="6" y="250"/>
                                <a:pt x="134" y="288"/>
                                <a:pt x="126" y="321"/>
                              </a:cubicBezTo>
                              <a:cubicBezTo>
                                <a:pt x="105" y="381"/>
                                <a:pt x="111" y="363"/>
                                <a:pt x="108" y="426"/>
                              </a:cubicBezTo>
                              <a:cubicBezTo>
                                <a:pt x="121" y="447"/>
                                <a:pt x="152" y="475"/>
                                <a:pt x="174" y="486"/>
                              </a:cubicBezTo>
                              <a:cubicBezTo>
                                <a:pt x="186" y="521"/>
                                <a:pt x="178" y="563"/>
                                <a:pt x="201" y="591"/>
                              </a:cubicBezTo>
                              <a:cubicBezTo>
                                <a:pt x="206" y="610"/>
                                <a:pt x="311" y="462"/>
                                <a:pt x="327" y="474"/>
                              </a:cubicBezTo>
                              <a:cubicBezTo>
                                <a:pt x="353" y="469"/>
                                <a:pt x="368" y="522"/>
                                <a:pt x="378" y="546"/>
                              </a:cubicBezTo>
                              <a:cubicBezTo>
                                <a:pt x="390" y="570"/>
                                <a:pt x="387" y="600"/>
                                <a:pt x="396" y="618"/>
                              </a:cubicBezTo>
                              <a:cubicBezTo>
                                <a:pt x="410" y="646"/>
                                <a:pt x="420" y="640"/>
                                <a:pt x="432" y="657"/>
                              </a:cubicBezTo>
                              <a:cubicBezTo>
                                <a:pt x="444" y="674"/>
                                <a:pt x="459" y="708"/>
                                <a:pt x="471" y="717"/>
                              </a:cubicBezTo>
                              <a:cubicBezTo>
                                <a:pt x="485" y="727"/>
                                <a:pt x="491" y="705"/>
                                <a:pt x="507" y="711"/>
                              </a:cubicBezTo>
                              <a:cubicBezTo>
                                <a:pt x="528" y="720"/>
                                <a:pt x="554" y="743"/>
                                <a:pt x="573" y="756"/>
                              </a:cubicBezTo>
                              <a:cubicBezTo>
                                <a:pt x="603" y="777"/>
                                <a:pt x="586" y="742"/>
                                <a:pt x="615" y="765"/>
                              </a:cubicBezTo>
                              <a:cubicBezTo>
                                <a:pt x="632" y="778"/>
                                <a:pt x="606" y="813"/>
                                <a:pt x="624" y="828"/>
                              </a:cubicBezTo>
                              <a:cubicBezTo>
                                <a:pt x="653" y="847"/>
                                <a:pt x="657" y="855"/>
                                <a:pt x="666" y="849"/>
                              </a:cubicBezTo>
                              <a:cubicBezTo>
                                <a:pt x="675" y="843"/>
                                <a:pt x="671" y="809"/>
                                <a:pt x="678" y="795"/>
                              </a:cubicBezTo>
                              <a:cubicBezTo>
                                <a:pt x="685" y="781"/>
                                <a:pt x="697" y="763"/>
                                <a:pt x="708" y="762"/>
                              </a:cubicBezTo>
                              <a:cubicBezTo>
                                <a:pt x="719" y="761"/>
                                <a:pt x="735" y="763"/>
                                <a:pt x="747" y="786"/>
                              </a:cubicBezTo>
                              <a:cubicBezTo>
                                <a:pt x="759" y="809"/>
                                <a:pt x="758" y="866"/>
                                <a:pt x="780" y="900"/>
                              </a:cubicBezTo>
                              <a:cubicBezTo>
                                <a:pt x="844" y="938"/>
                                <a:pt x="821" y="953"/>
                                <a:pt x="879" y="993"/>
                              </a:cubicBezTo>
                              <a:cubicBezTo>
                                <a:pt x="929" y="994"/>
                                <a:pt x="863" y="1063"/>
                                <a:pt x="879" y="1101"/>
                              </a:cubicBezTo>
                              <a:cubicBezTo>
                                <a:pt x="895" y="1139"/>
                                <a:pt x="945" y="1191"/>
                                <a:pt x="978" y="1221"/>
                              </a:cubicBezTo>
                              <a:cubicBezTo>
                                <a:pt x="1011" y="1251"/>
                                <a:pt x="1041" y="1311"/>
                                <a:pt x="1077" y="1284"/>
                              </a:cubicBezTo>
                              <a:cubicBezTo>
                                <a:pt x="1143" y="1182"/>
                                <a:pt x="1125" y="1057"/>
                                <a:pt x="1197" y="1056"/>
                              </a:cubicBezTo>
                              <a:cubicBezTo>
                                <a:pt x="1239" y="1029"/>
                                <a:pt x="1227" y="1102"/>
                                <a:pt x="1254" y="1116"/>
                              </a:cubicBezTo>
                              <a:cubicBezTo>
                                <a:pt x="1281" y="1130"/>
                                <a:pt x="1323" y="1143"/>
                                <a:pt x="1359" y="1137"/>
                              </a:cubicBezTo>
                              <a:cubicBezTo>
                                <a:pt x="1382" y="1118"/>
                                <a:pt x="1437" y="1107"/>
                                <a:pt x="1470" y="1083"/>
                              </a:cubicBezTo>
                              <a:cubicBezTo>
                                <a:pt x="1490" y="1041"/>
                                <a:pt x="1411" y="987"/>
                                <a:pt x="1422" y="960"/>
                              </a:cubicBezTo>
                              <a:cubicBezTo>
                                <a:pt x="1433" y="933"/>
                                <a:pt x="1495" y="947"/>
                                <a:pt x="1536" y="918"/>
                              </a:cubicBezTo>
                              <a:cubicBezTo>
                                <a:pt x="1578" y="837"/>
                                <a:pt x="1599" y="825"/>
                                <a:pt x="1665" y="786"/>
                              </a:cubicBezTo>
                              <a:cubicBezTo>
                                <a:pt x="1686" y="713"/>
                                <a:pt x="1658" y="692"/>
                                <a:pt x="1662" y="669"/>
                              </a:cubicBezTo>
                              <a:cubicBezTo>
                                <a:pt x="1666" y="646"/>
                                <a:pt x="1664" y="636"/>
                                <a:pt x="1692" y="645"/>
                              </a:cubicBezTo>
                              <a:cubicBezTo>
                                <a:pt x="1737" y="600"/>
                                <a:pt x="1770" y="753"/>
                                <a:pt x="1830" y="723"/>
                              </a:cubicBezTo>
                              <a:cubicBezTo>
                                <a:pt x="1841" y="709"/>
                                <a:pt x="1821" y="659"/>
                                <a:pt x="1836" y="651"/>
                              </a:cubicBezTo>
                              <a:cubicBezTo>
                                <a:pt x="1853" y="617"/>
                                <a:pt x="1885" y="582"/>
                                <a:pt x="1902" y="549"/>
                              </a:cubicBezTo>
                              <a:cubicBezTo>
                                <a:pt x="1895" y="459"/>
                                <a:pt x="1905" y="534"/>
                                <a:pt x="1878" y="441"/>
                              </a:cubicBezTo>
                              <a:cubicBezTo>
                                <a:pt x="1875" y="427"/>
                                <a:pt x="1781" y="449"/>
                                <a:pt x="1770" y="438"/>
                              </a:cubicBezTo>
                              <a:cubicBezTo>
                                <a:pt x="1754" y="422"/>
                                <a:pt x="1710" y="425"/>
                                <a:pt x="1692" y="411"/>
                              </a:cubicBezTo>
                              <a:cubicBezTo>
                                <a:pt x="1672" y="395"/>
                                <a:pt x="1669" y="346"/>
                                <a:pt x="1659" y="333"/>
                              </a:cubicBezTo>
                              <a:cubicBezTo>
                                <a:pt x="1649" y="320"/>
                                <a:pt x="1637" y="324"/>
                                <a:pt x="1629" y="333"/>
                              </a:cubicBezTo>
                              <a:cubicBezTo>
                                <a:pt x="1621" y="342"/>
                                <a:pt x="1614" y="383"/>
                                <a:pt x="1608" y="387"/>
                              </a:cubicBezTo>
                              <a:cubicBezTo>
                                <a:pt x="1602" y="391"/>
                                <a:pt x="1600" y="353"/>
                                <a:pt x="1590" y="357"/>
                              </a:cubicBezTo>
                              <a:cubicBezTo>
                                <a:pt x="1542" y="366"/>
                                <a:pt x="1564" y="401"/>
                                <a:pt x="1545" y="411"/>
                              </a:cubicBezTo>
                              <a:cubicBezTo>
                                <a:pt x="1526" y="419"/>
                                <a:pt x="1489" y="393"/>
                                <a:pt x="1473" y="408"/>
                              </a:cubicBezTo>
                              <a:cubicBezTo>
                                <a:pt x="1448" y="425"/>
                                <a:pt x="1455" y="485"/>
                                <a:pt x="1446" y="501"/>
                              </a:cubicBezTo>
                              <a:cubicBezTo>
                                <a:pt x="1437" y="517"/>
                                <a:pt x="1425" y="507"/>
                                <a:pt x="1416" y="504"/>
                              </a:cubicBezTo>
                              <a:cubicBezTo>
                                <a:pt x="1407" y="501"/>
                                <a:pt x="1397" y="491"/>
                                <a:pt x="1392" y="483"/>
                              </a:cubicBezTo>
                              <a:cubicBezTo>
                                <a:pt x="1387" y="475"/>
                                <a:pt x="1400" y="462"/>
                                <a:pt x="1386" y="453"/>
                              </a:cubicBezTo>
                              <a:cubicBezTo>
                                <a:pt x="1372" y="444"/>
                                <a:pt x="1326" y="445"/>
                                <a:pt x="1311" y="426"/>
                              </a:cubicBezTo>
                              <a:cubicBezTo>
                                <a:pt x="1296" y="407"/>
                                <a:pt x="1307" y="359"/>
                                <a:pt x="1296" y="339"/>
                              </a:cubicBezTo>
                              <a:cubicBezTo>
                                <a:pt x="1257" y="326"/>
                                <a:pt x="1286" y="307"/>
                                <a:pt x="1245" y="303"/>
                              </a:cubicBezTo>
                              <a:cubicBezTo>
                                <a:pt x="1193" y="326"/>
                                <a:pt x="1230" y="409"/>
                                <a:pt x="1215" y="426"/>
                              </a:cubicBezTo>
                              <a:cubicBezTo>
                                <a:pt x="1200" y="443"/>
                                <a:pt x="1173" y="427"/>
                                <a:pt x="1155" y="405"/>
                              </a:cubicBezTo>
                              <a:cubicBezTo>
                                <a:pt x="1125" y="395"/>
                                <a:pt x="1139" y="297"/>
                                <a:pt x="1107" y="294"/>
                              </a:cubicBezTo>
                              <a:cubicBezTo>
                                <a:pt x="1056" y="284"/>
                                <a:pt x="1076" y="325"/>
                                <a:pt x="1026" y="312"/>
                              </a:cubicBezTo>
                              <a:cubicBezTo>
                                <a:pt x="974" y="298"/>
                                <a:pt x="1001" y="214"/>
                                <a:pt x="948" y="201"/>
                              </a:cubicBezTo>
                              <a:cubicBezTo>
                                <a:pt x="911" y="192"/>
                                <a:pt x="885" y="207"/>
                                <a:pt x="840" y="225"/>
                              </a:cubicBezTo>
                              <a:cubicBezTo>
                                <a:pt x="822" y="225"/>
                                <a:pt x="800" y="231"/>
                                <a:pt x="780" y="228"/>
                              </a:cubicBezTo>
                              <a:cubicBezTo>
                                <a:pt x="774" y="226"/>
                                <a:pt x="765" y="181"/>
                                <a:pt x="759" y="180"/>
                              </a:cubicBezTo>
                              <a:cubicBezTo>
                                <a:pt x="746" y="177"/>
                                <a:pt x="730" y="105"/>
                                <a:pt x="717" y="102"/>
                              </a:cubicBezTo>
                              <a:cubicBezTo>
                                <a:pt x="696" y="97"/>
                                <a:pt x="715" y="106"/>
                                <a:pt x="693" y="102"/>
                              </a:cubicBezTo>
                              <a:cubicBezTo>
                                <a:pt x="673" y="89"/>
                                <a:pt x="684" y="144"/>
                                <a:pt x="660" y="156"/>
                              </a:cubicBezTo>
                              <a:cubicBezTo>
                                <a:pt x="630" y="165"/>
                                <a:pt x="642" y="141"/>
                                <a:pt x="597" y="159"/>
                              </a:cubicBezTo>
                              <a:cubicBezTo>
                                <a:pt x="591" y="157"/>
                                <a:pt x="546" y="162"/>
                                <a:pt x="546" y="162"/>
                              </a:cubicBezTo>
                              <a:cubicBezTo>
                                <a:pt x="544" y="159"/>
                                <a:pt x="484" y="150"/>
                                <a:pt x="480" y="150"/>
                              </a:cubicBezTo>
                              <a:cubicBezTo>
                                <a:pt x="399" y="126"/>
                                <a:pt x="414" y="0"/>
                                <a:pt x="378" y="0"/>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1" name="Freeform 194"/>
                        <p:cNvSpPr/>
                        <p:nvPr/>
                      </p:nvSpPr>
                      <p:spPr bwMode="auto">
                        <a:xfrm>
                          <a:off x="12397" y="5316"/>
                          <a:ext cx="1363" cy="1318"/>
                        </a:xfrm>
                        <a:custGeom>
                          <a:avLst/>
                          <a:gdLst>
                            <a:gd name="T0" fmla="*/ 821 w 1367"/>
                            <a:gd name="T1" fmla="*/ 42 h 1319"/>
                            <a:gd name="T2" fmla="*/ 827 w 1367"/>
                            <a:gd name="T3" fmla="*/ 124 h 1319"/>
                            <a:gd name="T4" fmla="*/ 704 w 1367"/>
                            <a:gd name="T5" fmla="*/ 222 h 1319"/>
                            <a:gd name="T6" fmla="*/ 557 w 1367"/>
                            <a:gd name="T7" fmla="*/ 273 h 1319"/>
                            <a:gd name="T8" fmla="*/ 458 w 1367"/>
                            <a:gd name="T9" fmla="*/ 343 h 1319"/>
                            <a:gd name="T10" fmla="*/ 299 w 1367"/>
                            <a:gd name="T11" fmla="*/ 475 h 1319"/>
                            <a:gd name="T12" fmla="*/ 230 w 1367"/>
                            <a:gd name="T13" fmla="*/ 574 h 1319"/>
                            <a:gd name="T14" fmla="*/ 95 w 1367"/>
                            <a:gd name="T15" fmla="*/ 517 h 1319"/>
                            <a:gd name="T16" fmla="*/ 119 w 1367"/>
                            <a:gd name="T17" fmla="*/ 646 h 1319"/>
                            <a:gd name="T18" fmla="*/ 14 w 1367"/>
                            <a:gd name="T19" fmla="*/ 850 h 1319"/>
                            <a:gd name="T20" fmla="*/ 59 w 1367"/>
                            <a:gd name="T21" fmla="*/ 889 h 1319"/>
                            <a:gd name="T22" fmla="*/ 170 w 1367"/>
                            <a:gd name="T23" fmla="*/ 928 h 1319"/>
                            <a:gd name="T24" fmla="*/ 338 w 1367"/>
                            <a:gd name="T25" fmla="*/ 1012 h 1319"/>
                            <a:gd name="T26" fmla="*/ 545 w 1367"/>
                            <a:gd name="T27" fmla="*/ 772 h 1319"/>
                            <a:gd name="T28" fmla="*/ 614 w 1367"/>
                            <a:gd name="T29" fmla="*/ 781 h 1319"/>
                            <a:gd name="T30" fmla="*/ 629 w 1367"/>
                            <a:gd name="T31" fmla="*/ 925 h 1319"/>
                            <a:gd name="T32" fmla="*/ 572 w 1367"/>
                            <a:gd name="T33" fmla="*/ 1095 h 1319"/>
                            <a:gd name="T34" fmla="*/ 623 w 1367"/>
                            <a:gd name="T35" fmla="*/ 1207 h 1319"/>
                            <a:gd name="T36" fmla="*/ 566 w 1367"/>
                            <a:gd name="T37" fmla="*/ 1311 h 1319"/>
                            <a:gd name="T38" fmla="*/ 887 w 1367"/>
                            <a:gd name="T39" fmla="*/ 1039 h 1319"/>
                            <a:gd name="T40" fmla="*/ 1073 w 1367"/>
                            <a:gd name="T41" fmla="*/ 954 h 1319"/>
                            <a:gd name="T42" fmla="*/ 1133 w 1367"/>
                            <a:gd name="T43" fmla="*/ 846 h 1319"/>
                            <a:gd name="T44" fmla="*/ 1190 w 1367"/>
                            <a:gd name="T45" fmla="*/ 763 h 1319"/>
                            <a:gd name="T46" fmla="*/ 1238 w 1367"/>
                            <a:gd name="T47" fmla="*/ 715 h 1319"/>
                            <a:gd name="T48" fmla="*/ 1346 w 1367"/>
                            <a:gd name="T49" fmla="*/ 615 h 1319"/>
                            <a:gd name="T50" fmla="*/ 1289 w 1367"/>
                            <a:gd name="T51" fmla="*/ 505 h 1319"/>
                            <a:gd name="T52" fmla="*/ 1187 w 1367"/>
                            <a:gd name="T53" fmla="*/ 381 h 1319"/>
                            <a:gd name="T54" fmla="*/ 1100 w 1367"/>
                            <a:gd name="T55" fmla="*/ 192 h 1319"/>
                            <a:gd name="T56" fmla="*/ 1052 w 1367"/>
                            <a:gd name="T57" fmla="*/ 64 h 1319"/>
                            <a:gd name="T58" fmla="*/ 1004 w 1367"/>
                            <a:gd name="T59" fmla="*/ 51 h 1319"/>
                            <a:gd name="T60" fmla="*/ 932 w 1367"/>
                            <a:gd name="T61" fmla="*/ 103 h 1319"/>
                            <a:gd name="T62" fmla="*/ 914 w 1367"/>
                            <a:gd name="T63" fmla="*/ 36 h 1319"/>
                            <a:gd name="T64" fmla="*/ 782 w 1367"/>
                            <a:gd name="T65" fmla="*/ 3 h 1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67" h="1319">
                              <a:moveTo>
                                <a:pt x="782" y="3"/>
                              </a:moveTo>
                              <a:cubicBezTo>
                                <a:pt x="769" y="6"/>
                                <a:pt x="815" y="29"/>
                                <a:pt x="821" y="42"/>
                              </a:cubicBezTo>
                              <a:cubicBezTo>
                                <a:pt x="827" y="55"/>
                                <a:pt x="817" y="67"/>
                                <a:pt x="818" y="81"/>
                              </a:cubicBezTo>
                              <a:cubicBezTo>
                                <a:pt x="819" y="95"/>
                                <a:pt x="837" y="114"/>
                                <a:pt x="827" y="124"/>
                              </a:cubicBezTo>
                              <a:cubicBezTo>
                                <a:pt x="815" y="132"/>
                                <a:pt x="769" y="135"/>
                                <a:pt x="755" y="142"/>
                              </a:cubicBezTo>
                              <a:cubicBezTo>
                                <a:pt x="773" y="193"/>
                                <a:pt x="726" y="210"/>
                                <a:pt x="704" y="222"/>
                              </a:cubicBezTo>
                              <a:cubicBezTo>
                                <a:pt x="682" y="234"/>
                                <a:pt x="647" y="203"/>
                                <a:pt x="623" y="211"/>
                              </a:cubicBezTo>
                              <a:cubicBezTo>
                                <a:pt x="593" y="224"/>
                                <a:pt x="575" y="253"/>
                                <a:pt x="557" y="273"/>
                              </a:cubicBezTo>
                              <a:cubicBezTo>
                                <a:pt x="539" y="293"/>
                                <a:pt x="532" y="316"/>
                                <a:pt x="515" y="328"/>
                              </a:cubicBezTo>
                              <a:cubicBezTo>
                                <a:pt x="472" y="337"/>
                                <a:pt x="458" y="343"/>
                                <a:pt x="458" y="343"/>
                              </a:cubicBezTo>
                              <a:cubicBezTo>
                                <a:pt x="418" y="351"/>
                                <a:pt x="419" y="385"/>
                                <a:pt x="371" y="415"/>
                              </a:cubicBezTo>
                              <a:cubicBezTo>
                                <a:pt x="363" y="430"/>
                                <a:pt x="309" y="461"/>
                                <a:pt x="299" y="475"/>
                              </a:cubicBezTo>
                              <a:cubicBezTo>
                                <a:pt x="283" y="496"/>
                                <a:pt x="275" y="512"/>
                                <a:pt x="263" y="529"/>
                              </a:cubicBezTo>
                              <a:cubicBezTo>
                                <a:pt x="251" y="546"/>
                                <a:pt x="254" y="550"/>
                                <a:pt x="230" y="574"/>
                              </a:cubicBezTo>
                              <a:cubicBezTo>
                                <a:pt x="197" y="574"/>
                                <a:pt x="134" y="442"/>
                                <a:pt x="101" y="466"/>
                              </a:cubicBezTo>
                              <a:cubicBezTo>
                                <a:pt x="97" y="478"/>
                                <a:pt x="95" y="517"/>
                                <a:pt x="95" y="517"/>
                              </a:cubicBezTo>
                              <a:cubicBezTo>
                                <a:pt x="98" y="540"/>
                                <a:pt x="88" y="576"/>
                                <a:pt x="92" y="597"/>
                              </a:cubicBezTo>
                              <a:cubicBezTo>
                                <a:pt x="96" y="618"/>
                                <a:pt x="134" y="608"/>
                                <a:pt x="119" y="646"/>
                              </a:cubicBezTo>
                              <a:cubicBezTo>
                                <a:pt x="92" y="739"/>
                                <a:pt x="17" y="721"/>
                                <a:pt x="2" y="823"/>
                              </a:cubicBezTo>
                              <a:cubicBezTo>
                                <a:pt x="7" y="863"/>
                                <a:pt x="0" y="812"/>
                                <a:pt x="14" y="850"/>
                              </a:cubicBezTo>
                              <a:cubicBezTo>
                                <a:pt x="20" y="867"/>
                                <a:pt x="26" y="865"/>
                                <a:pt x="26" y="865"/>
                              </a:cubicBezTo>
                              <a:cubicBezTo>
                                <a:pt x="62" y="883"/>
                                <a:pt x="17" y="869"/>
                                <a:pt x="59" y="889"/>
                              </a:cubicBezTo>
                              <a:cubicBezTo>
                                <a:pt x="67" y="901"/>
                                <a:pt x="89" y="895"/>
                                <a:pt x="89" y="895"/>
                              </a:cubicBezTo>
                              <a:cubicBezTo>
                                <a:pt x="102" y="866"/>
                                <a:pt x="134" y="907"/>
                                <a:pt x="170" y="928"/>
                              </a:cubicBezTo>
                              <a:cubicBezTo>
                                <a:pt x="212" y="970"/>
                                <a:pt x="233" y="976"/>
                                <a:pt x="257" y="1003"/>
                              </a:cubicBezTo>
                              <a:cubicBezTo>
                                <a:pt x="365" y="1009"/>
                                <a:pt x="268" y="1017"/>
                                <a:pt x="338" y="1012"/>
                              </a:cubicBezTo>
                              <a:cubicBezTo>
                                <a:pt x="376" y="974"/>
                                <a:pt x="442" y="821"/>
                                <a:pt x="476" y="781"/>
                              </a:cubicBezTo>
                              <a:cubicBezTo>
                                <a:pt x="510" y="741"/>
                                <a:pt x="528" y="778"/>
                                <a:pt x="545" y="772"/>
                              </a:cubicBezTo>
                              <a:cubicBezTo>
                                <a:pt x="562" y="766"/>
                                <a:pt x="567" y="744"/>
                                <a:pt x="578" y="745"/>
                              </a:cubicBezTo>
                              <a:cubicBezTo>
                                <a:pt x="589" y="746"/>
                                <a:pt x="599" y="764"/>
                                <a:pt x="614" y="781"/>
                              </a:cubicBezTo>
                              <a:cubicBezTo>
                                <a:pt x="642" y="759"/>
                                <a:pt x="673" y="797"/>
                                <a:pt x="668" y="850"/>
                              </a:cubicBezTo>
                              <a:cubicBezTo>
                                <a:pt x="671" y="874"/>
                                <a:pt x="639" y="901"/>
                                <a:pt x="629" y="925"/>
                              </a:cubicBezTo>
                              <a:cubicBezTo>
                                <a:pt x="619" y="949"/>
                                <a:pt x="617" y="968"/>
                                <a:pt x="608" y="996"/>
                              </a:cubicBezTo>
                              <a:cubicBezTo>
                                <a:pt x="599" y="1024"/>
                                <a:pt x="577" y="1070"/>
                                <a:pt x="572" y="1095"/>
                              </a:cubicBezTo>
                              <a:cubicBezTo>
                                <a:pt x="570" y="1119"/>
                                <a:pt x="570" y="1127"/>
                                <a:pt x="578" y="1146"/>
                              </a:cubicBezTo>
                              <a:cubicBezTo>
                                <a:pt x="586" y="1165"/>
                                <a:pt x="629" y="1185"/>
                                <a:pt x="623" y="1207"/>
                              </a:cubicBezTo>
                              <a:cubicBezTo>
                                <a:pt x="617" y="1229"/>
                                <a:pt x="548" y="1262"/>
                                <a:pt x="539" y="1279"/>
                              </a:cubicBezTo>
                              <a:cubicBezTo>
                                <a:pt x="530" y="1296"/>
                                <a:pt x="539" y="1319"/>
                                <a:pt x="566" y="1311"/>
                              </a:cubicBezTo>
                              <a:cubicBezTo>
                                <a:pt x="618" y="1307"/>
                                <a:pt x="677" y="1275"/>
                                <a:pt x="701" y="1230"/>
                              </a:cubicBezTo>
                              <a:cubicBezTo>
                                <a:pt x="785" y="1113"/>
                                <a:pt x="788" y="1138"/>
                                <a:pt x="887" y="1039"/>
                              </a:cubicBezTo>
                              <a:cubicBezTo>
                                <a:pt x="912" y="1014"/>
                                <a:pt x="928" y="1010"/>
                                <a:pt x="953" y="985"/>
                              </a:cubicBezTo>
                              <a:cubicBezTo>
                                <a:pt x="992" y="946"/>
                                <a:pt x="1025" y="975"/>
                                <a:pt x="1073" y="954"/>
                              </a:cubicBezTo>
                              <a:cubicBezTo>
                                <a:pt x="1097" y="942"/>
                                <a:pt x="1090" y="942"/>
                                <a:pt x="1100" y="924"/>
                              </a:cubicBezTo>
                              <a:cubicBezTo>
                                <a:pt x="1110" y="906"/>
                                <a:pt x="1121" y="866"/>
                                <a:pt x="1133" y="846"/>
                              </a:cubicBezTo>
                              <a:cubicBezTo>
                                <a:pt x="1141" y="844"/>
                                <a:pt x="1175" y="802"/>
                                <a:pt x="1175" y="802"/>
                              </a:cubicBezTo>
                              <a:cubicBezTo>
                                <a:pt x="1189" y="791"/>
                                <a:pt x="1178" y="775"/>
                                <a:pt x="1190" y="763"/>
                              </a:cubicBezTo>
                              <a:cubicBezTo>
                                <a:pt x="1195" y="749"/>
                                <a:pt x="1197" y="753"/>
                                <a:pt x="1205" y="742"/>
                              </a:cubicBezTo>
                              <a:cubicBezTo>
                                <a:pt x="1218" y="725"/>
                                <a:pt x="1223" y="730"/>
                                <a:pt x="1238" y="715"/>
                              </a:cubicBezTo>
                              <a:cubicBezTo>
                                <a:pt x="1243" y="696"/>
                                <a:pt x="1282" y="679"/>
                                <a:pt x="1295" y="664"/>
                              </a:cubicBezTo>
                              <a:cubicBezTo>
                                <a:pt x="1325" y="637"/>
                                <a:pt x="1326" y="637"/>
                                <a:pt x="1346" y="615"/>
                              </a:cubicBezTo>
                              <a:cubicBezTo>
                                <a:pt x="1353" y="597"/>
                                <a:pt x="1362" y="599"/>
                                <a:pt x="1367" y="579"/>
                              </a:cubicBezTo>
                              <a:cubicBezTo>
                                <a:pt x="1334" y="561"/>
                                <a:pt x="1317" y="529"/>
                                <a:pt x="1289" y="505"/>
                              </a:cubicBezTo>
                              <a:cubicBezTo>
                                <a:pt x="1250" y="481"/>
                                <a:pt x="1236" y="441"/>
                                <a:pt x="1214" y="433"/>
                              </a:cubicBezTo>
                              <a:cubicBezTo>
                                <a:pt x="1199" y="412"/>
                                <a:pt x="1190" y="403"/>
                                <a:pt x="1187" y="381"/>
                              </a:cubicBezTo>
                              <a:cubicBezTo>
                                <a:pt x="1184" y="359"/>
                                <a:pt x="1214" y="335"/>
                                <a:pt x="1199" y="304"/>
                              </a:cubicBezTo>
                              <a:cubicBezTo>
                                <a:pt x="1169" y="250"/>
                                <a:pt x="1172" y="282"/>
                                <a:pt x="1100" y="192"/>
                              </a:cubicBezTo>
                              <a:cubicBezTo>
                                <a:pt x="1079" y="177"/>
                                <a:pt x="1116" y="168"/>
                                <a:pt x="1076" y="162"/>
                              </a:cubicBezTo>
                              <a:cubicBezTo>
                                <a:pt x="1046" y="157"/>
                                <a:pt x="1082" y="71"/>
                                <a:pt x="1052" y="64"/>
                              </a:cubicBezTo>
                              <a:cubicBezTo>
                                <a:pt x="1031" y="59"/>
                                <a:pt x="1054" y="53"/>
                                <a:pt x="1034" y="49"/>
                              </a:cubicBezTo>
                              <a:cubicBezTo>
                                <a:pt x="1026" y="53"/>
                                <a:pt x="1014" y="36"/>
                                <a:pt x="1004" y="51"/>
                              </a:cubicBezTo>
                              <a:cubicBezTo>
                                <a:pt x="994" y="66"/>
                                <a:pt x="983" y="133"/>
                                <a:pt x="971" y="142"/>
                              </a:cubicBezTo>
                              <a:cubicBezTo>
                                <a:pt x="955" y="143"/>
                                <a:pt x="952" y="123"/>
                                <a:pt x="932" y="103"/>
                              </a:cubicBezTo>
                              <a:cubicBezTo>
                                <a:pt x="924" y="89"/>
                                <a:pt x="929" y="71"/>
                                <a:pt x="926" y="60"/>
                              </a:cubicBezTo>
                              <a:cubicBezTo>
                                <a:pt x="923" y="49"/>
                                <a:pt x="921" y="38"/>
                                <a:pt x="914" y="36"/>
                              </a:cubicBezTo>
                              <a:cubicBezTo>
                                <a:pt x="905" y="30"/>
                                <a:pt x="906" y="51"/>
                                <a:pt x="884" y="46"/>
                              </a:cubicBezTo>
                              <a:cubicBezTo>
                                <a:pt x="862" y="41"/>
                                <a:pt x="795" y="0"/>
                                <a:pt x="782" y="3"/>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grpSp>
                    <p:nvGrpSpPr>
                      <p:cNvPr id="372" name="Group 195"/>
                      <p:cNvGrpSpPr/>
                      <p:nvPr/>
                    </p:nvGrpSpPr>
                    <p:grpSpPr bwMode="auto">
                      <a:xfrm>
                        <a:off x="11859" y="7547"/>
                        <a:ext cx="1668" cy="3051"/>
                        <a:chOff x="11859" y="7547"/>
                        <a:chExt cx="1668" cy="3051"/>
                      </a:xfrm>
                    </p:grpSpPr>
                    <p:sp>
                      <p:nvSpPr>
                        <p:cNvPr id="373" name="Freeform 196"/>
                        <p:cNvSpPr/>
                        <p:nvPr/>
                      </p:nvSpPr>
                      <p:spPr bwMode="auto">
                        <a:xfrm>
                          <a:off x="11859" y="7792"/>
                          <a:ext cx="1065" cy="1290"/>
                        </a:xfrm>
                        <a:custGeom>
                          <a:avLst/>
                          <a:gdLst>
                            <a:gd name="T0" fmla="*/ 140 w 1067"/>
                            <a:gd name="T1" fmla="*/ 141 h 1282"/>
                            <a:gd name="T2" fmla="*/ 143 w 1067"/>
                            <a:gd name="T3" fmla="*/ 264 h 1282"/>
                            <a:gd name="T4" fmla="*/ 98 w 1067"/>
                            <a:gd name="T5" fmla="*/ 372 h 1282"/>
                            <a:gd name="T6" fmla="*/ 35 w 1067"/>
                            <a:gd name="T7" fmla="*/ 459 h 1282"/>
                            <a:gd name="T8" fmla="*/ 101 w 1067"/>
                            <a:gd name="T9" fmla="*/ 549 h 1282"/>
                            <a:gd name="T10" fmla="*/ 215 w 1067"/>
                            <a:gd name="T11" fmla="*/ 540 h 1282"/>
                            <a:gd name="T12" fmla="*/ 251 w 1067"/>
                            <a:gd name="T13" fmla="*/ 732 h 1282"/>
                            <a:gd name="T14" fmla="*/ 137 w 1067"/>
                            <a:gd name="T15" fmla="*/ 876 h 1282"/>
                            <a:gd name="T16" fmla="*/ 230 w 1067"/>
                            <a:gd name="T17" fmla="*/ 894 h 1282"/>
                            <a:gd name="T18" fmla="*/ 221 w 1067"/>
                            <a:gd name="T19" fmla="*/ 996 h 1282"/>
                            <a:gd name="T20" fmla="*/ 359 w 1067"/>
                            <a:gd name="T21" fmla="*/ 1263 h 1282"/>
                            <a:gd name="T22" fmla="*/ 530 w 1067"/>
                            <a:gd name="T23" fmla="*/ 1185 h 1282"/>
                            <a:gd name="T24" fmla="*/ 512 w 1067"/>
                            <a:gd name="T25" fmla="*/ 1281 h 1282"/>
                            <a:gd name="T26" fmla="*/ 566 w 1067"/>
                            <a:gd name="T27" fmla="*/ 1212 h 1282"/>
                            <a:gd name="T28" fmla="*/ 698 w 1067"/>
                            <a:gd name="T29" fmla="*/ 1263 h 1282"/>
                            <a:gd name="T30" fmla="*/ 839 w 1067"/>
                            <a:gd name="T31" fmla="*/ 1245 h 1282"/>
                            <a:gd name="T32" fmla="*/ 974 w 1067"/>
                            <a:gd name="T33" fmla="*/ 1083 h 1282"/>
                            <a:gd name="T34" fmla="*/ 1016 w 1067"/>
                            <a:gd name="T35" fmla="*/ 1041 h 1282"/>
                            <a:gd name="T36" fmla="*/ 989 w 1067"/>
                            <a:gd name="T37" fmla="*/ 957 h 1282"/>
                            <a:gd name="T38" fmla="*/ 989 w 1067"/>
                            <a:gd name="T39" fmla="*/ 804 h 1282"/>
                            <a:gd name="T40" fmla="*/ 905 w 1067"/>
                            <a:gd name="T41" fmla="*/ 717 h 1282"/>
                            <a:gd name="T42" fmla="*/ 776 w 1067"/>
                            <a:gd name="T43" fmla="*/ 597 h 1282"/>
                            <a:gd name="T44" fmla="*/ 794 w 1067"/>
                            <a:gd name="T45" fmla="*/ 501 h 1282"/>
                            <a:gd name="T46" fmla="*/ 800 w 1067"/>
                            <a:gd name="T47" fmla="*/ 450 h 1282"/>
                            <a:gd name="T48" fmla="*/ 722 w 1067"/>
                            <a:gd name="T49" fmla="*/ 420 h 1282"/>
                            <a:gd name="T50" fmla="*/ 635 w 1067"/>
                            <a:gd name="T51" fmla="*/ 294 h 1282"/>
                            <a:gd name="T52" fmla="*/ 659 w 1067"/>
                            <a:gd name="T53" fmla="*/ 204 h 1282"/>
                            <a:gd name="T54" fmla="*/ 527 w 1067"/>
                            <a:gd name="T55" fmla="*/ 156 h 1282"/>
                            <a:gd name="T56" fmla="*/ 416 w 1067"/>
                            <a:gd name="T57" fmla="*/ 138 h 1282"/>
                            <a:gd name="T58" fmla="*/ 275 w 1067"/>
                            <a:gd name="T59" fmla="*/ 0 h 1282"/>
                            <a:gd name="T60" fmla="*/ 347 w 1067"/>
                            <a:gd name="T61" fmla="*/ 135 h 1282"/>
                            <a:gd name="T62" fmla="*/ 170 w 1067"/>
                            <a:gd name="T63" fmla="*/ 162 h 1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7" h="1282">
                              <a:moveTo>
                                <a:pt x="170" y="162"/>
                              </a:moveTo>
                              <a:cubicBezTo>
                                <a:pt x="154" y="163"/>
                                <a:pt x="156" y="139"/>
                                <a:pt x="140" y="141"/>
                              </a:cubicBezTo>
                              <a:cubicBezTo>
                                <a:pt x="120" y="144"/>
                                <a:pt x="124" y="163"/>
                                <a:pt x="104" y="168"/>
                              </a:cubicBezTo>
                              <a:cubicBezTo>
                                <a:pt x="90" y="187"/>
                                <a:pt x="160" y="247"/>
                                <a:pt x="143" y="264"/>
                              </a:cubicBezTo>
                              <a:cubicBezTo>
                                <a:pt x="131" y="276"/>
                                <a:pt x="90" y="300"/>
                                <a:pt x="83" y="321"/>
                              </a:cubicBezTo>
                              <a:cubicBezTo>
                                <a:pt x="75" y="345"/>
                                <a:pt x="102" y="345"/>
                                <a:pt x="98" y="372"/>
                              </a:cubicBezTo>
                              <a:cubicBezTo>
                                <a:pt x="99" y="427"/>
                                <a:pt x="47" y="420"/>
                                <a:pt x="5" y="423"/>
                              </a:cubicBezTo>
                              <a:cubicBezTo>
                                <a:pt x="0" y="444"/>
                                <a:pt x="19" y="446"/>
                                <a:pt x="35" y="459"/>
                              </a:cubicBezTo>
                              <a:cubicBezTo>
                                <a:pt x="51" y="472"/>
                                <a:pt x="90" y="486"/>
                                <a:pt x="101" y="501"/>
                              </a:cubicBezTo>
                              <a:cubicBezTo>
                                <a:pt x="112" y="516"/>
                                <a:pt x="94" y="541"/>
                                <a:pt x="101" y="549"/>
                              </a:cubicBezTo>
                              <a:cubicBezTo>
                                <a:pt x="103" y="558"/>
                                <a:pt x="140" y="546"/>
                                <a:pt x="146" y="549"/>
                              </a:cubicBezTo>
                              <a:cubicBezTo>
                                <a:pt x="147" y="590"/>
                                <a:pt x="206" y="499"/>
                                <a:pt x="215" y="540"/>
                              </a:cubicBezTo>
                              <a:cubicBezTo>
                                <a:pt x="218" y="555"/>
                                <a:pt x="242" y="635"/>
                                <a:pt x="251" y="648"/>
                              </a:cubicBezTo>
                              <a:cubicBezTo>
                                <a:pt x="257" y="656"/>
                                <a:pt x="263" y="744"/>
                                <a:pt x="251" y="732"/>
                              </a:cubicBezTo>
                              <a:cubicBezTo>
                                <a:pt x="255" y="747"/>
                                <a:pt x="173" y="730"/>
                                <a:pt x="188" y="735"/>
                              </a:cubicBezTo>
                              <a:cubicBezTo>
                                <a:pt x="198" y="760"/>
                                <a:pt x="121" y="854"/>
                                <a:pt x="137" y="876"/>
                              </a:cubicBezTo>
                              <a:cubicBezTo>
                                <a:pt x="146" y="903"/>
                                <a:pt x="167" y="891"/>
                                <a:pt x="176" y="918"/>
                              </a:cubicBezTo>
                              <a:cubicBezTo>
                                <a:pt x="180" y="955"/>
                                <a:pt x="209" y="862"/>
                                <a:pt x="230" y="894"/>
                              </a:cubicBezTo>
                              <a:cubicBezTo>
                                <a:pt x="237" y="924"/>
                                <a:pt x="274" y="903"/>
                                <a:pt x="287" y="930"/>
                              </a:cubicBezTo>
                              <a:cubicBezTo>
                                <a:pt x="293" y="943"/>
                                <a:pt x="209" y="988"/>
                                <a:pt x="221" y="996"/>
                              </a:cubicBezTo>
                              <a:cubicBezTo>
                                <a:pt x="229" y="1012"/>
                                <a:pt x="266" y="1081"/>
                                <a:pt x="281" y="1089"/>
                              </a:cubicBezTo>
                              <a:cubicBezTo>
                                <a:pt x="331" y="1164"/>
                                <a:pt x="317" y="1170"/>
                                <a:pt x="359" y="1263"/>
                              </a:cubicBezTo>
                              <a:cubicBezTo>
                                <a:pt x="413" y="1261"/>
                                <a:pt x="458" y="1188"/>
                                <a:pt x="494" y="1152"/>
                              </a:cubicBezTo>
                              <a:cubicBezTo>
                                <a:pt x="517" y="1144"/>
                                <a:pt x="479" y="1155"/>
                                <a:pt x="530" y="1185"/>
                              </a:cubicBezTo>
                              <a:cubicBezTo>
                                <a:pt x="555" y="1173"/>
                                <a:pt x="470" y="1272"/>
                                <a:pt x="479" y="1251"/>
                              </a:cubicBezTo>
                              <a:cubicBezTo>
                                <a:pt x="481" y="1258"/>
                                <a:pt x="497" y="1280"/>
                                <a:pt x="512" y="1281"/>
                              </a:cubicBezTo>
                              <a:cubicBezTo>
                                <a:pt x="527" y="1282"/>
                                <a:pt x="563" y="1271"/>
                                <a:pt x="572" y="1260"/>
                              </a:cubicBezTo>
                              <a:cubicBezTo>
                                <a:pt x="593" y="1239"/>
                                <a:pt x="572" y="1248"/>
                                <a:pt x="566" y="1212"/>
                              </a:cubicBezTo>
                              <a:cubicBezTo>
                                <a:pt x="571" y="1207"/>
                                <a:pt x="567" y="1177"/>
                                <a:pt x="587" y="1188"/>
                              </a:cubicBezTo>
                              <a:cubicBezTo>
                                <a:pt x="609" y="1197"/>
                                <a:pt x="677" y="1250"/>
                                <a:pt x="698" y="1263"/>
                              </a:cubicBezTo>
                              <a:cubicBezTo>
                                <a:pt x="719" y="1276"/>
                                <a:pt x="687" y="1269"/>
                                <a:pt x="710" y="1266"/>
                              </a:cubicBezTo>
                              <a:cubicBezTo>
                                <a:pt x="770" y="1257"/>
                                <a:pt x="816" y="1253"/>
                                <a:pt x="839" y="1245"/>
                              </a:cubicBezTo>
                              <a:cubicBezTo>
                                <a:pt x="849" y="1235"/>
                                <a:pt x="933" y="1159"/>
                                <a:pt x="944" y="1152"/>
                              </a:cubicBezTo>
                              <a:cubicBezTo>
                                <a:pt x="963" y="1124"/>
                                <a:pt x="976" y="1104"/>
                                <a:pt x="974" y="1083"/>
                              </a:cubicBezTo>
                              <a:cubicBezTo>
                                <a:pt x="972" y="1062"/>
                                <a:pt x="922" y="1033"/>
                                <a:pt x="929" y="1026"/>
                              </a:cubicBezTo>
                              <a:cubicBezTo>
                                <a:pt x="936" y="1019"/>
                                <a:pt x="996" y="1046"/>
                                <a:pt x="1016" y="1041"/>
                              </a:cubicBezTo>
                              <a:cubicBezTo>
                                <a:pt x="1036" y="1036"/>
                                <a:pt x="1054" y="1010"/>
                                <a:pt x="1049" y="996"/>
                              </a:cubicBezTo>
                              <a:cubicBezTo>
                                <a:pt x="1034" y="969"/>
                                <a:pt x="1025" y="987"/>
                                <a:pt x="989" y="957"/>
                              </a:cubicBezTo>
                              <a:cubicBezTo>
                                <a:pt x="992" y="937"/>
                                <a:pt x="1064" y="896"/>
                                <a:pt x="1067" y="876"/>
                              </a:cubicBezTo>
                              <a:cubicBezTo>
                                <a:pt x="1025" y="813"/>
                                <a:pt x="1055" y="831"/>
                                <a:pt x="989" y="804"/>
                              </a:cubicBezTo>
                              <a:cubicBezTo>
                                <a:pt x="983" y="780"/>
                                <a:pt x="927" y="830"/>
                                <a:pt x="911" y="810"/>
                              </a:cubicBezTo>
                              <a:cubicBezTo>
                                <a:pt x="884" y="776"/>
                                <a:pt x="930" y="745"/>
                                <a:pt x="905" y="717"/>
                              </a:cubicBezTo>
                              <a:cubicBezTo>
                                <a:pt x="880" y="689"/>
                                <a:pt x="786" y="662"/>
                                <a:pt x="764" y="642"/>
                              </a:cubicBezTo>
                              <a:cubicBezTo>
                                <a:pt x="751" y="625"/>
                                <a:pt x="767" y="621"/>
                                <a:pt x="776" y="597"/>
                              </a:cubicBezTo>
                              <a:cubicBezTo>
                                <a:pt x="791" y="567"/>
                                <a:pt x="837" y="573"/>
                                <a:pt x="815" y="543"/>
                              </a:cubicBezTo>
                              <a:cubicBezTo>
                                <a:pt x="813" y="537"/>
                                <a:pt x="798" y="506"/>
                                <a:pt x="794" y="501"/>
                              </a:cubicBezTo>
                              <a:cubicBezTo>
                                <a:pt x="791" y="497"/>
                                <a:pt x="823" y="457"/>
                                <a:pt x="821" y="453"/>
                              </a:cubicBezTo>
                              <a:cubicBezTo>
                                <a:pt x="815" y="444"/>
                                <a:pt x="805" y="459"/>
                                <a:pt x="800" y="450"/>
                              </a:cubicBezTo>
                              <a:cubicBezTo>
                                <a:pt x="794" y="439"/>
                                <a:pt x="763" y="460"/>
                                <a:pt x="755" y="450"/>
                              </a:cubicBezTo>
                              <a:cubicBezTo>
                                <a:pt x="749" y="426"/>
                                <a:pt x="739" y="441"/>
                                <a:pt x="722" y="420"/>
                              </a:cubicBezTo>
                              <a:cubicBezTo>
                                <a:pt x="719" y="416"/>
                                <a:pt x="682" y="364"/>
                                <a:pt x="680" y="360"/>
                              </a:cubicBezTo>
                              <a:cubicBezTo>
                                <a:pt x="677" y="355"/>
                                <a:pt x="638" y="298"/>
                                <a:pt x="635" y="294"/>
                              </a:cubicBezTo>
                              <a:cubicBezTo>
                                <a:pt x="628" y="285"/>
                                <a:pt x="674" y="237"/>
                                <a:pt x="674" y="237"/>
                              </a:cubicBezTo>
                              <a:cubicBezTo>
                                <a:pt x="666" y="212"/>
                                <a:pt x="686" y="244"/>
                                <a:pt x="659" y="204"/>
                              </a:cubicBezTo>
                              <a:cubicBezTo>
                                <a:pt x="605" y="210"/>
                                <a:pt x="622" y="226"/>
                                <a:pt x="590" y="210"/>
                              </a:cubicBezTo>
                              <a:cubicBezTo>
                                <a:pt x="578" y="194"/>
                                <a:pt x="542" y="167"/>
                                <a:pt x="527" y="156"/>
                              </a:cubicBezTo>
                              <a:cubicBezTo>
                                <a:pt x="506" y="141"/>
                                <a:pt x="516" y="152"/>
                                <a:pt x="491" y="144"/>
                              </a:cubicBezTo>
                              <a:cubicBezTo>
                                <a:pt x="466" y="124"/>
                                <a:pt x="448" y="142"/>
                                <a:pt x="416" y="138"/>
                              </a:cubicBezTo>
                              <a:cubicBezTo>
                                <a:pt x="383" y="127"/>
                                <a:pt x="402" y="71"/>
                                <a:pt x="365" y="66"/>
                              </a:cubicBezTo>
                              <a:cubicBezTo>
                                <a:pt x="348" y="60"/>
                                <a:pt x="293" y="4"/>
                                <a:pt x="275" y="0"/>
                              </a:cubicBezTo>
                              <a:cubicBezTo>
                                <a:pt x="258" y="6"/>
                                <a:pt x="233" y="22"/>
                                <a:pt x="245" y="45"/>
                              </a:cubicBezTo>
                              <a:cubicBezTo>
                                <a:pt x="257" y="67"/>
                                <a:pt x="346" y="103"/>
                                <a:pt x="347" y="135"/>
                              </a:cubicBezTo>
                              <a:cubicBezTo>
                                <a:pt x="339" y="160"/>
                                <a:pt x="305" y="249"/>
                                <a:pt x="251" y="240"/>
                              </a:cubicBezTo>
                              <a:cubicBezTo>
                                <a:pt x="249" y="245"/>
                                <a:pt x="173" y="157"/>
                                <a:pt x="170" y="162"/>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4" name="Freeform 197"/>
                        <p:cNvSpPr/>
                        <p:nvPr/>
                      </p:nvSpPr>
                      <p:spPr bwMode="auto">
                        <a:xfrm>
                          <a:off x="12110" y="7547"/>
                          <a:ext cx="1310" cy="1167"/>
                        </a:xfrm>
                        <a:custGeom>
                          <a:avLst/>
                          <a:gdLst>
                            <a:gd name="T0" fmla="*/ 534 w 1308"/>
                            <a:gd name="T1" fmla="*/ 53 h 1169"/>
                            <a:gd name="T2" fmla="*/ 447 w 1308"/>
                            <a:gd name="T3" fmla="*/ 167 h 1169"/>
                            <a:gd name="T4" fmla="*/ 441 w 1308"/>
                            <a:gd name="T5" fmla="*/ 236 h 1169"/>
                            <a:gd name="T6" fmla="*/ 366 w 1308"/>
                            <a:gd name="T7" fmla="*/ 197 h 1169"/>
                            <a:gd name="T8" fmla="*/ 327 w 1308"/>
                            <a:gd name="T9" fmla="*/ 182 h 1169"/>
                            <a:gd name="T10" fmla="*/ 291 w 1308"/>
                            <a:gd name="T11" fmla="*/ 239 h 1169"/>
                            <a:gd name="T12" fmla="*/ 183 w 1308"/>
                            <a:gd name="T13" fmla="*/ 242 h 1169"/>
                            <a:gd name="T14" fmla="*/ 90 w 1308"/>
                            <a:gd name="T15" fmla="*/ 161 h 1169"/>
                            <a:gd name="T16" fmla="*/ 27 w 1308"/>
                            <a:gd name="T17" fmla="*/ 158 h 1169"/>
                            <a:gd name="T18" fmla="*/ 12 w 1308"/>
                            <a:gd name="T19" fmla="*/ 230 h 1169"/>
                            <a:gd name="T20" fmla="*/ 123 w 1308"/>
                            <a:gd name="T21" fmla="*/ 326 h 1169"/>
                            <a:gd name="T22" fmla="*/ 162 w 1308"/>
                            <a:gd name="T23" fmla="*/ 383 h 1169"/>
                            <a:gd name="T24" fmla="*/ 291 w 1308"/>
                            <a:gd name="T25" fmla="*/ 398 h 1169"/>
                            <a:gd name="T26" fmla="*/ 351 w 1308"/>
                            <a:gd name="T27" fmla="*/ 458 h 1169"/>
                            <a:gd name="T28" fmla="*/ 414 w 1308"/>
                            <a:gd name="T29" fmla="*/ 458 h 1169"/>
                            <a:gd name="T30" fmla="*/ 384 w 1308"/>
                            <a:gd name="T31" fmla="*/ 545 h 1169"/>
                            <a:gd name="T32" fmla="*/ 432 w 1308"/>
                            <a:gd name="T33" fmla="*/ 608 h 1169"/>
                            <a:gd name="T34" fmla="*/ 495 w 1308"/>
                            <a:gd name="T35" fmla="*/ 689 h 1169"/>
                            <a:gd name="T36" fmla="*/ 582 w 1308"/>
                            <a:gd name="T37" fmla="*/ 701 h 1169"/>
                            <a:gd name="T38" fmla="*/ 537 w 1308"/>
                            <a:gd name="T39" fmla="*/ 755 h 1169"/>
                            <a:gd name="T40" fmla="*/ 570 w 1308"/>
                            <a:gd name="T41" fmla="*/ 797 h 1169"/>
                            <a:gd name="T42" fmla="*/ 510 w 1308"/>
                            <a:gd name="T43" fmla="*/ 860 h 1169"/>
                            <a:gd name="T44" fmla="*/ 534 w 1308"/>
                            <a:gd name="T45" fmla="*/ 902 h 1169"/>
                            <a:gd name="T46" fmla="*/ 657 w 1308"/>
                            <a:gd name="T47" fmla="*/ 968 h 1169"/>
                            <a:gd name="T48" fmla="*/ 663 w 1308"/>
                            <a:gd name="T49" fmla="*/ 1061 h 1169"/>
                            <a:gd name="T50" fmla="*/ 729 w 1308"/>
                            <a:gd name="T51" fmla="*/ 1046 h 1169"/>
                            <a:gd name="T52" fmla="*/ 891 w 1308"/>
                            <a:gd name="T53" fmla="*/ 1058 h 1169"/>
                            <a:gd name="T54" fmla="*/ 1050 w 1308"/>
                            <a:gd name="T55" fmla="*/ 1127 h 1169"/>
                            <a:gd name="T56" fmla="*/ 1128 w 1308"/>
                            <a:gd name="T57" fmla="*/ 1037 h 1169"/>
                            <a:gd name="T58" fmla="*/ 1113 w 1308"/>
                            <a:gd name="T59" fmla="*/ 980 h 1169"/>
                            <a:gd name="T60" fmla="*/ 1215 w 1308"/>
                            <a:gd name="T61" fmla="*/ 893 h 1169"/>
                            <a:gd name="T62" fmla="*/ 1059 w 1308"/>
                            <a:gd name="T63" fmla="*/ 830 h 1169"/>
                            <a:gd name="T64" fmla="*/ 1290 w 1308"/>
                            <a:gd name="T65" fmla="*/ 839 h 1169"/>
                            <a:gd name="T66" fmla="*/ 1290 w 1308"/>
                            <a:gd name="T67" fmla="*/ 785 h 1169"/>
                            <a:gd name="T68" fmla="*/ 1260 w 1308"/>
                            <a:gd name="T69" fmla="*/ 749 h 1169"/>
                            <a:gd name="T70" fmla="*/ 1182 w 1308"/>
                            <a:gd name="T71" fmla="*/ 701 h 1169"/>
                            <a:gd name="T72" fmla="*/ 1143 w 1308"/>
                            <a:gd name="T73" fmla="*/ 641 h 1169"/>
                            <a:gd name="T74" fmla="*/ 1059 w 1308"/>
                            <a:gd name="T75" fmla="*/ 575 h 1169"/>
                            <a:gd name="T76" fmla="*/ 1062 w 1308"/>
                            <a:gd name="T77" fmla="*/ 554 h 1169"/>
                            <a:gd name="T78" fmla="*/ 1035 w 1308"/>
                            <a:gd name="T79" fmla="*/ 521 h 1169"/>
                            <a:gd name="T80" fmla="*/ 1014 w 1308"/>
                            <a:gd name="T81" fmla="*/ 488 h 1169"/>
                            <a:gd name="T82" fmla="*/ 993 w 1308"/>
                            <a:gd name="T83" fmla="*/ 470 h 1169"/>
                            <a:gd name="T84" fmla="*/ 960 w 1308"/>
                            <a:gd name="T85" fmla="*/ 422 h 1169"/>
                            <a:gd name="T86" fmla="*/ 936 w 1308"/>
                            <a:gd name="T87" fmla="*/ 359 h 1169"/>
                            <a:gd name="T88" fmla="*/ 891 w 1308"/>
                            <a:gd name="T89" fmla="*/ 266 h 1169"/>
                            <a:gd name="T90" fmla="*/ 849 w 1308"/>
                            <a:gd name="T91" fmla="*/ 200 h 1169"/>
                            <a:gd name="T92" fmla="*/ 771 w 1308"/>
                            <a:gd name="T93" fmla="*/ 170 h 1169"/>
                            <a:gd name="T94" fmla="*/ 669 w 1308"/>
                            <a:gd name="T95" fmla="*/ 131 h 1169"/>
                            <a:gd name="T96" fmla="*/ 666 w 1308"/>
                            <a:gd name="T97" fmla="*/ 47 h 1169"/>
                            <a:gd name="T98" fmla="*/ 606 w 1308"/>
                            <a:gd name="T99" fmla="*/ 2 h 1169"/>
                            <a:gd name="T100" fmla="*/ 534 w 1308"/>
                            <a:gd name="T101" fmla="*/ 5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08" h="1169">
                              <a:moveTo>
                                <a:pt x="534" y="53"/>
                              </a:moveTo>
                              <a:cubicBezTo>
                                <a:pt x="500" y="62"/>
                                <a:pt x="540" y="173"/>
                                <a:pt x="447" y="167"/>
                              </a:cubicBezTo>
                              <a:cubicBezTo>
                                <a:pt x="417" y="177"/>
                                <a:pt x="447" y="185"/>
                                <a:pt x="441" y="236"/>
                              </a:cubicBezTo>
                              <a:cubicBezTo>
                                <a:pt x="415" y="254"/>
                                <a:pt x="417" y="236"/>
                                <a:pt x="366" y="197"/>
                              </a:cubicBezTo>
                              <a:cubicBezTo>
                                <a:pt x="345" y="164"/>
                                <a:pt x="339" y="175"/>
                                <a:pt x="327" y="182"/>
                              </a:cubicBezTo>
                              <a:cubicBezTo>
                                <a:pt x="315" y="189"/>
                                <a:pt x="315" y="229"/>
                                <a:pt x="291" y="239"/>
                              </a:cubicBezTo>
                              <a:cubicBezTo>
                                <a:pt x="267" y="249"/>
                                <a:pt x="216" y="255"/>
                                <a:pt x="183" y="242"/>
                              </a:cubicBezTo>
                              <a:cubicBezTo>
                                <a:pt x="155" y="258"/>
                                <a:pt x="122" y="157"/>
                                <a:pt x="90" y="161"/>
                              </a:cubicBezTo>
                              <a:cubicBezTo>
                                <a:pt x="0" y="158"/>
                                <a:pt x="114" y="153"/>
                                <a:pt x="27" y="158"/>
                              </a:cubicBezTo>
                              <a:cubicBezTo>
                                <a:pt x="7" y="171"/>
                                <a:pt x="18" y="194"/>
                                <a:pt x="12" y="230"/>
                              </a:cubicBezTo>
                              <a:cubicBezTo>
                                <a:pt x="54" y="290"/>
                                <a:pt x="88" y="277"/>
                                <a:pt x="123" y="326"/>
                              </a:cubicBezTo>
                              <a:cubicBezTo>
                                <a:pt x="156" y="374"/>
                                <a:pt x="144" y="347"/>
                                <a:pt x="162" y="383"/>
                              </a:cubicBezTo>
                              <a:cubicBezTo>
                                <a:pt x="213" y="383"/>
                                <a:pt x="268" y="385"/>
                                <a:pt x="291" y="398"/>
                              </a:cubicBezTo>
                              <a:cubicBezTo>
                                <a:pt x="294" y="403"/>
                                <a:pt x="347" y="454"/>
                                <a:pt x="351" y="458"/>
                              </a:cubicBezTo>
                              <a:cubicBezTo>
                                <a:pt x="355" y="461"/>
                                <a:pt x="411" y="454"/>
                                <a:pt x="414" y="458"/>
                              </a:cubicBezTo>
                              <a:cubicBezTo>
                                <a:pt x="438" y="509"/>
                                <a:pt x="381" y="535"/>
                                <a:pt x="384" y="545"/>
                              </a:cubicBezTo>
                              <a:cubicBezTo>
                                <a:pt x="394" y="573"/>
                                <a:pt x="407" y="590"/>
                                <a:pt x="432" y="608"/>
                              </a:cubicBezTo>
                              <a:cubicBezTo>
                                <a:pt x="439" y="646"/>
                                <a:pt x="470" y="657"/>
                                <a:pt x="495" y="689"/>
                              </a:cubicBezTo>
                              <a:cubicBezTo>
                                <a:pt x="509" y="709"/>
                                <a:pt x="570" y="683"/>
                                <a:pt x="582" y="701"/>
                              </a:cubicBezTo>
                              <a:cubicBezTo>
                                <a:pt x="589" y="712"/>
                                <a:pt x="539" y="739"/>
                                <a:pt x="537" y="755"/>
                              </a:cubicBezTo>
                              <a:cubicBezTo>
                                <a:pt x="535" y="771"/>
                                <a:pt x="574" y="780"/>
                                <a:pt x="570" y="797"/>
                              </a:cubicBezTo>
                              <a:cubicBezTo>
                                <a:pt x="566" y="814"/>
                                <a:pt x="516" y="843"/>
                                <a:pt x="510" y="860"/>
                              </a:cubicBezTo>
                              <a:cubicBezTo>
                                <a:pt x="504" y="877"/>
                                <a:pt x="510" y="884"/>
                                <a:pt x="534" y="902"/>
                              </a:cubicBezTo>
                              <a:cubicBezTo>
                                <a:pt x="600" y="929"/>
                                <a:pt x="612" y="955"/>
                                <a:pt x="657" y="968"/>
                              </a:cubicBezTo>
                              <a:cubicBezTo>
                                <a:pt x="669" y="1055"/>
                                <a:pt x="623" y="1032"/>
                                <a:pt x="663" y="1061"/>
                              </a:cubicBezTo>
                              <a:cubicBezTo>
                                <a:pt x="679" y="1073"/>
                                <a:pt x="710" y="1041"/>
                                <a:pt x="729" y="1046"/>
                              </a:cubicBezTo>
                              <a:cubicBezTo>
                                <a:pt x="810" y="1112"/>
                                <a:pt x="856" y="1048"/>
                                <a:pt x="891" y="1058"/>
                              </a:cubicBezTo>
                              <a:cubicBezTo>
                                <a:pt x="1017" y="1169"/>
                                <a:pt x="1008" y="1124"/>
                                <a:pt x="1050" y="1127"/>
                              </a:cubicBezTo>
                              <a:cubicBezTo>
                                <a:pt x="1128" y="1058"/>
                                <a:pt x="1068" y="1109"/>
                                <a:pt x="1128" y="1037"/>
                              </a:cubicBezTo>
                              <a:cubicBezTo>
                                <a:pt x="1155" y="1027"/>
                                <a:pt x="1092" y="1002"/>
                                <a:pt x="1113" y="980"/>
                              </a:cubicBezTo>
                              <a:cubicBezTo>
                                <a:pt x="1139" y="953"/>
                                <a:pt x="1188" y="920"/>
                                <a:pt x="1215" y="893"/>
                              </a:cubicBezTo>
                              <a:cubicBezTo>
                                <a:pt x="1221" y="874"/>
                                <a:pt x="1161" y="881"/>
                                <a:pt x="1059" y="830"/>
                              </a:cubicBezTo>
                              <a:cubicBezTo>
                                <a:pt x="1080" y="752"/>
                                <a:pt x="1307" y="884"/>
                                <a:pt x="1290" y="839"/>
                              </a:cubicBezTo>
                              <a:cubicBezTo>
                                <a:pt x="1273" y="792"/>
                                <a:pt x="1308" y="803"/>
                                <a:pt x="1290" y="785"/>
                              </a:cubicBezTo>
                              <a:cubicBezTo>
                                <a:pt x="1276" y="771"/>
                                <a:pt x="1275" y="761"/>
                                <a:pt x="1260" y="749"/>
                              </a:cubicBezTo>
                              <a:cubicBezTo>
                                <a:pt x="1245" y="733"/>
                                <a:pt x="1202" y="719"/>
                                <a:pt x="1182" y="701"/>
                              </a:cubicBezTo>
                              <a:cubicBezTo>
                                <a:pt x="1162" y="683"/>
                                <a:pt x="1163" y="662"/>
                                <a:pt x="1143" y="641"/>
                              </a:cubicBezTo>
                              <a:cubicBezTo>
                                <a:pt x="1120" y="606"/>
                                <a:pt x="1020" y="785"/>
                                <a:pt x="1059" y="575"/>
                              </a:cubicBezTo>
                              <a:cubicBezTo>
                                <a:pt x="1042" y="558"/>
                                <a:pt x="1079" y="571"/>
                                <a:pt x="1062" y="554"/>
                              </a:cubicBezTo>
                              <a:cubicBezTo>
                                <a:pt x="1053" y="527"/>
                                <a:pt x="1053" y="544"/>
                                <a:pt x="1035" y="521"/>
                              </a:cubicBezTo>
                              <a:cubicBezTo>
                                <a:pt x="1027" y="511"/>
                                <a:pt x="1014" y="488"/>
                                <a:pt x="1014" y="488"/>
                              </a:cubicBezTo>
                              <a:cubicBezTo>
                                <a:pt x="1006" y="466"/>
                                <a:pt x="1012" y="484"/>
                                <a:pt x="993" y="470"/>
                              </a:cubicBezTo>
                              <a:cubicBezTo>
                                <a:pt x="972" y="443"/>
                                <a:pt x="975" y="467"/>
                                <a:pt x="960" y="422"/>
                              </a:cubicBezTo>
                              <a:cubicBezTo>
                                <a:pt x="951" y="390"/>
                                <a:pt x="954" y="407"/>
                                <a:pt x="936" y="359"/>
                              </a:cubicBezTo>
                              <a:cubicBezTo>
                                <a:pt x="918" y="317"/>
                                <a:pt x="920" y="276"/>
                                <a:pt x="891" y="266"/>
                              </a:cubicBezTo>
                              <a:cubicBezTo>
                                <a:pt x="864" y="229"/>
                                <a:pt x="882" y="232"/>
                                <a:pt x="849" y="200"/>
                              </a:cubicBezTo>
                              <a:cubicBezTo>
                                <a:pt x="832" y="182"/>
                                <a:pt x="802" y="176"/>
                                <a:pt x="771" y="170"/>
                              </a:cubicBezTo>
                              <a:cubicBezTo>
                                <a:pt x="741" y="159"/>
                                <a:pt x="686" y="151"/>
                                <a:pt x="669" y="131"/>
                              </a:cubicBezTo>
                              <a:cubicBezTo>
                                <a:pt x="653" y="104"/>
                                <a:pt x="627" y="143"/>
                                <a:pt x="666" y="47"/>
                              </a:cubicBezTo>
                              <a:cubicBezTo>
                                <a:pt x="644" y="39"/>
                                <a:pt x="629" y="6"/>
                                <a:pt x="606" y="2"/>
                              </a:cubicBezTo>
                              <a:cubicBezTo>
                                <a:pt x="595" y="0"/>
                                <a:pt x="582" y="11"/>
                                <a:pt x="534" y="53"/>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5" name="Freeform 198"/>
                        <p:cNvSpPr/>
                        <p:nvPr/>
                      </p:nvSpPr>
                      <p:spPr bwMode="auto">
                        <a:xfrm>
                          <a:off x="12664" y="8583"/>
                          <a:ext cx="863" cy="1026"/>
                        </a:xfrm>
                        <a:custGeom>
                          <a:avLst/>
                          <a:gdLst>
                            <a:gd name="T0" fmla="*/ 414 w 861"/>
                            <a:gd name="T1" fmla="*/ 74 h 1023"/>
                            <a:gd name="T2" fmla="*/ 318 w 861"/>
                            <a:gd name="T3" fmla="*/ 19 h 1023"/>
                            <a:gd name="T4" fmla="*/ 282 w 861"/>
                            <a:gd name="T5" fmla="*/ 34 h 1023"/>
                            <a:gd name="T6" fmla="*/ 240 w 861"/>
                            <a:gd name="T7" fmla="*/ 38 h 1023"/>
                            <a:gd name="T8" fmla="*/ 258 w 861"/>
                            <a:gd name="T9" fmla="*/ 83 h 1023"/>
                            <a:gd name="T10" fmla="*/ 240 w 861"/>
                            <a:gd name="T11" fmla="*/ 115 h 1023"/>
                            <a:gd name="T12" fmla="*/ 201 w 861"/>
                            <a:gd name="T13" fmla="*/ 140 h 1023"/>
                            <a:gd name="T14" fmla="*/ 183 w 861"/>
                            <a:gd name="T15" fmla="*/ 160 h 1023"/>
                            <a:gd name="T16" fmla="*/ 249 w 861"/>
                            <a:gd name="T17" fmla="*/ 196 h 1023"/>
                            <a:gd name="T18" fmla="*/ 243 w 861"/>
                            <a:gd name="T19" fmla="*/ 226 h 1023"/>
                            <a:gd name="T20" fmla="*/ 123 w 861"/>
                            <a:gd name="T21" fmla="*/ 251 h 1023"/>
                            <a:gd name="T22" fmla="*/ 126 w 861"/>
                            <a:gd name="T23" fmla="*/ 241 h 1023"/>
                            <a:gd name="T24" fmla="*/ 177 w 861"/>
                            <a:gd name="T25" fmla="*/ 310 h 1023"/>
                            <a:gd name="T26" fmla="*/ 147 w 861"/>
                            <a:gd name="T27" fmla="*/ 343 h 1023"/>
                            <a:gd name="T28" fmla="*/ 111 w 861"/>
                            <a:gd name="T29" fmla="*/ 382 h 1023"/>
                            <a:gd name="T30" fmla="*/ 39 w 861"/>
                            <a:gd name="T31" fmla="*/ 455 h 1023"/>
                            <a:gd name="T32" fmla="*/ 15 w 861"/>
                            <a:gd name="T33" fmla="*/ 494 h 1023"/>
                            <a:gd name="T34" fmla="*/ 0 w 861"/>
                            <a:gd name="T35" fmla="*/ 575 h 1023"/>
                            <a:gd name="T36" fmla="*/ 78 w 861"/>
                            <a:gd name="T37" fmla="*/ 596 h 1023"/>
                            <a:gd name="T38" fmla="*/ 108 w 861"/>
                            <a:gd name="T39" fmla="*/ 683 h 1023"/>
                            <a:gd name="T40" fmla="*/ 126 w 861"/>
                            <a:gd name="T41" fmla="*/ 788 h 1023"/>
                            <a:gd name="T42" fmla="*/ 168 w 861"/>
                            <a:gd name="T43" fmla="*/ 805 h 1023"/>
                            <a:gd name="T44" fmla="*/ 174 w 861"/>
                            <a:gd name="T45" fmla="*/ 865 h 1023"/>
                            <a:gd name="T46" fmla="*/ 228 w 861"/>
                            <a:gd name="T47" fmla="*/ 976 h 1023"/>
                            <a:gd name="T48" fmla="*/ 276 w 861"/>
                            <a:gd name="T49" fmla="*/ 964 h 1023"/>
                            <a:gd name="T50" fmla="*/ 303 w 861"/>
                            <a:gd name="T51" fmla="*/ 964 h 1023"/>
                            <a:gd name="T52" fmla="*/ 369 w 861"/>
                            <a:gd name="T53" fmla="*/ 922 h 1023"/>
                            <a:gd name="T54" fmla="*/ 408 w 861"/>
                            <a:gd name="T55" fmla="*/ 988 h 1023"/>
                            <a:gd name="T56" fmla="*/ 432 w 861"/>
                            <a:gd name="T57" fmla="*/ 994 h 1023"/>
                            <a:gd name="T58" fmla="*/ 594 w 861"/>
                            <a:gd name="T59" fmla="*/ 1021 h 1023"/>
                            <a:gd name="T60" fmla="*/ 618 w 861"/>
                            <a:gd name="T61" fmla="*/ 985 h 1023"/>
                            <a:gd name="T62" fmla="*/ 597 w 861"/>
                            <a:gd name="T63" fmla="*/ 872 h 1023"/>
                            <a:gd name="T64" fmla="*/ 666 w 861"/>
                            <a:gd name="T65" fmla="*/ 800 h 1023"/>
                            <a:gd name="T66" fmla="*/ 699 w 861"/>
                            <a:gd name="T67" fmla="*/ 688 h 1023"/>
                            <a:gd name="T68" fmla="*/ 738 w 861"/>
                            <a:gd name="T69" fmla="*/ 763 h 1023"/>
                            <a:gd name="T70" fmla="*/ 801 w 861"/>
                            <a:gd name="T71" fmla="*/ 692 h 1023"/>
                            <a:gd name="T72" fmla="*/ 804 w 861"/>
                            <a:gd name="T73" fmla="*/ 605 h 1023"/>
                            <a:gd name="T74" fmla="*/ 819 w 861"/>
                            <a:gd name="T75" fmla="*/ 551 h 1023"/>
                            <a:gd name="T76" fmla="*/ 747 w 861"/>
                            <a:gd name="T77" fmla="*/ 464 h 1023"/>
                            <a:gd name="T78" fmla="*/ 846 w 861"/>
                            <a:gd name="T79" fmla="*/ 461 h 1023"/>
                            <a:gd name="T80" fmla="*/ 861 w 861"/>
                            <a:gd name="T81" fmla="*/ 395 h 1023"/>
                            <a:gd name="T82" fmla="*/ 843 w 861"/>
                            <a:gd name="T83" fmla="*/ 347 h 1023"/>
                            <a:gd name="T84" fmla="*/ 750 w 861"/>
                            <a:gd name="T85" fmla="*/ 359 h 1023"/>
                            <a:gd name="T86" fmla="*/ 825 w 861"/>
                            <a:gd name="T87" fmla="*/ 227 h 1023"/>
                            <a:gd name="T88" fmla="*/ 792 w 861"/>
                            <a:gd name="T89" fmla="*/ 230 h 1023"/>
                            <a:gd name="T90" fmla="*/ 738 w 861"/>
                            <a:gd name="T91" fmla="*/ 227 h 1023"/>
                            <a:gd name="T92" fmla="*/ 690 w 861"/>
                            <a:gd name="T93" fmla="*/ 155 h 1023"/>
                            <a:gd name="T94" fmla="*/ 567 w 861"/>
                            <a:gd name="T95" fmla="*/ 218 h 1023"/>
                            <a:gd name="T96" fmla="*/ 435 w 861"/>
                            <a:gd name="T97" fmla="*/ 203 h 1023"/>
                            <a:gd name="T98" fmla="*/ 456 w 861"/>
                            <a:gd name="T99" fmla="*/ 176 h 1023"/>
                            <a:gd name="T100" fmla="*/ 549 w 861"/>
                            <a:gd name="T101" fmla="*/ 172 h 1023"/>
                            <a:gd name="T102" fmla="*/ 630 w 861"/>
                            <a:gd name="T103" fmla="*/ 73 h 1023"/>
                            <a:gd name="T104" fmla="*/ 564 w 861"/>
                            <a:gd name="T105" fmla="*/ 10 h 1023"/>
                            <a:gd name="T106" fmla="*/ 504 w 861"/>
                            <a:gd name="T107" fmla="*/ 80 h 1023"/>
                            <a:gd name="T108" fmla="*/ 447 w 861"/>
                            <a:gd name="T109" fmla="*/ 98 h 1023"/>
                            <a:gd name="T110" fmla="*/ 414 w 861"/>
                            <a:gd name="T111" fmla="*/ 74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61" h="1023">
                              <a:moveTo>
                                <a:pt x="414" y="74"/>
                              </a:moveTo>
                              <a:cubicBezTo>
                                <a:pt x="380" y="81"/>
                                <a:pt x="353" y="16"/>
                                <a:pt x="318" y="19"/>
                              </a:cubicBezTo>
                              <a:cubicBezTo>
                                <a:pt x="305" y="23"/>
                                <a:pt x="294" y="28"/>
                                <a:pt x="282" y="34"/>
                              </a:cubicBezTo>
                              <a:cubicBezTo>
                                <a:pt x="273" y="40"/>
                                <a:pt x="247" y="25"/>
                                <a:pt x="240" y="38"/>
                              </a:cubicBezTo>
                              <a:cubicBezTo>
                                <a:pt x="236" y="46"/>
                                <a:pt x="258" y="70"/>
                                <a:pt x="258" y="83"/>
                              </a:cubicBezTo>
                              <a:cubicBezTo>
                                <a:pt x="258" y="96"/>
                                <a:pt x="249" y="106"/>
                                <a:pt x="240" y="115"/>
                              </a:cubicBezTo>
                              <a:cubicBezTo>
                                <a:pt x="222" y="142"/>
                                <a:pt x="211" y="132"/>
                                <a:pt x="201" y="140"/>
                              </a:cubicBezTo>
                              <a:cubicBezTo>
                                <a:pt x="191" y="148"/>
                                <a:pt x="175" y="151"/>
                                <a:pt x="183" y="160"/>
                              </a:cubicBezTo>
                              <a:cubicBezTo>
                                <a:pt x="191" y="169"/>
                                <a:pt x="239" y="185"/>
                                <a:pt x="249" y="196"/>
                              </a:cubicBezTo>
                              <a:cubicBezTo>
                                <a:pt x="259" y="207"/>
                                <a:pt x="264" y="217"/>
                                <a:pt x="243" y="226"/>
                              </a:cubicBezTo>
                              <a:cubicBezTo>
                                <a:pt x="221" y="262"/>
                                <a:pt x="142" y="249"/>
                                <a:pt x="123" y="251"/>
                              </a:cubicBezTo>
                              <a:cubicBezTo>
                                <a:pt x="104" y="253"/>
                                <a:pt x="117" y="231"/>
                                <a:pt x="126" y="241"/>
                              </a:cubicBezTo>
                              <a:cubicBezTo>
                                <a:pt x="119" y="269"/>
                                <a:pt x="187" y="291"/>
                                <a:pt x="177" y="310"/>
                              </a:cubicBezTo>
                              <a:cubicBezTo>
                                <a:pt x="174" y="326"/>
                                <a:pt x="153" y="329"/>
                                <a:pt x="147" y="343"/>
                              </a:cubicBezTo>
                              <a:cubicBezTo>
                                <a:pt x="136" y="369"/>
                                <a:pt x="125" y="344"/>
                                <a:pt x="111" y="382"/>
                              </a:cubicBezTo>
                              <a:cubicBezTo>
                                <a:pt x="95" y="424"/>
                                <a:pt x="64" y="417"/>
                                <a:pt x="39" y="455"/>
                              </a:cubicBezTo>
                              <a:cubicBezTo>
                                <a:pt x="34" y="476"/>
                                <a:pt x="45" y="465"/>
                                <a:pt x="15" y="494"/>
                              </a:cubicBezTo>
                              <a:cubicBezTo>
                                <a:pt x="21" y="504"/>
                                <a:pt x="3" y="554"/>
                                <a:pt x="0" y="575"/>
                              </a:cubicBezTo>
                              <a:cubicBezTo>
                                <a:pt x="6" y="594"/>
                                <a:pt x="61" y="579"/>
                                <a:pt x="78" y="596"/>
                              </a:cubicBezTo>
                              <a:cubicBezTo>
                                <a:pt x="96" y="614"/>
                                <a:pt x="100" y="651"/>
                                <a:pt x="108" y="683"/>
                              </a:cubicBezTo>
                              <a:cubicBezTo>
                                <a:pt x="111" y="703"/>
                                <a:pt x="115" y="772"/>
                                <a:pt x="126" y="788"/>
                              </a:cubicBezTo>
                              <a:cubicBezTo>
                                <a:pt x="145" y="817"/>
                                <a:pt x="146" y="779"/>
                                <a:pt x="168" y="805"/>
                              </a:cubicBezTo>
                              <a:cubicBezTo>
                                <a:pt x="186" y="827"/>
                                <a:pt x="154" y="845"/>
                                <a:pt x="174" y="865"/>
                              </a:cubicBezTo>
                              <a:cubicBezTo>
                                <a:pt x="225" y="892"/>
                                <a:pt x="201" y="967"/>
                                <a:pt x="228" y="976"/>
                              </a:cubicBezTo>
                              <a:cubicBezTo>
                                <a:pt x="240" y="985"/>
                                <a:pt x="261" y="960"/>
                                <a:pt x="276" y="964"/>
                              </a:cubicBezTo>
                              <a:cubicBezTo>
                                <a:pt x="288" y="962"/>
                                <a:pt x="281" y="960"/>
                                <a:pt x="303" y="964"/>
                              </a:cubicBezTo>
                              <a:cubicBezTo>
                                <a:pt x="318" y="957"/>
                                <a:pt x="352" y="918"/>
                                <a:pt x="369" y="922"/>
                              </a:cubicBezTo>
                              <a:cubicBezTo>
                                <a:pt x="386" y="926"/>
                                <a:pt x="398" y="976"/>
                                <a:pt x="408" y="988"/>
                              </a:cubicBezTo>
                              <a:cubicBezTo>
                                <a:pt x="418" y="1000"/>
                                <a:pt x="401" y="989"/>
                                <a:pt x="432" y="994"/>
                              </a:cubicBezTo>
                              <a:cubicBezTo>
                                <a:pt x="558" y="892"/>
                                <a:pt x="563" y="1023"/>
                                <a:pt x="594" y="1021"/>
                              </a:cubicBezTo>
                              <a:cubicBezTo>
                                <a:pt x="625" y="1019"/>
                                <a:pt x="618" y="1010"/>
                                <a:pt x="618" y="985"/>
                              </a:cubicBezTo>
                              <a:cubicBezTo>
                                <a:pt x="621" y="986"/>
                                <a:pt x="594" y="870"/>
                                <a:pt x="597" y="872"/>
                              </a:cubicBezTo>
                              <a:cubicBezTo>
                                <a:pt x="605" y="877"/>
                                <a:pt x="666" y="800"/>
                                <a:pt x="666" y="800"/>
                              </a:cubicBezTo>
                              <a:cubicBezTo>
                                <a:pt x="690" y="755"/>
                                <a:pt x="687" y="716"/>
                                <a:pt x="699" y="688"/>
                              </a:cubicBezTo>
                              <a:cubicBezTo>
                                <a:pt x="707" y="687"/>
                                <a:pt x="750" y="763"/>
                                <a:pt x="738" y="763"/>
                              </a:cubicBezTo>
                              <a:cubicBezTo>
                                <a:pt x="756" y="750"/>
                                <a:pt x="783" y="705"/>
                                <a:pt x="801" y="692"/>
                              </a:cubicBezTo>
                              <a:cubicBezTo>
                                <a:pt x="820" y="678"/>
                                <a:pt x="793" y="625"/>
                                <a:pt x="804" y="605"/>
                              </a:cubicBezTo>
                              <a:cubicBezTo>
                                <a:pt x="810" y="575"/>
                                <a:pt x="804" y="593"/>
                                <a:pt x="819" y="551"/>
                              </a:cubicBezTo>
                              <a:cubicBezTo>
                                <a:pt x="829" y="513"/>
                                <a:pt x="789" y="497"/>
                                <a:pt x="747" y="464"/>
                              </a:cubicBezTo>
                              <a:cubicBezTo>
                                <a:pt x="750" y="467"/>
                                <a:pt x="841" y="471"/>
                                <a:pt x="846" y="461"/>
                              </a:cubicBezTo>
                              <a:cubicBezTo>
                                <a:pt x="849" y="455"/>
                                <a:pt x="861" y="395"/>
                                <a:pt x="861" y="395"/>
                              </a:cubicBezTo>
                              <a:cubicBezTo>
                                <a:pt x="852" y="344"/>
                                <a:pt x="852" y="387"/>
                                <a:pt x="843" y="347"/>
                              </a:cubicBezTo>
                              <a:cubicBezTo>
                                <a:pt x="838" y="307"/>
                                <a:pt x="753" y="379"/>
                                <a:pt x="750" y="359"/>
                              </a:cubicBezTo>
                              <a:cubicBezTo>
                                <a:pt x="747" y="339"/>
                                <a:pt x="818" y="248"/>
                                <a:pt x="825" y="227"/>
                              </a:cubicBezTo>
                              <a:cubicBezTo>
                                <a:pt x="832" y="206"/>
                                <a:pt x="806" y="230"/>
                                <a:pt x="792" y="230"/>
                              </a:cubicBezTo>
                              <a:cubicBezTo>
                                <a:pt x="782" y="213"/>
                                <a:pt x="749" y="244"/>
                                <a:pt x="738" y="227"/>
                              </a:cubicBezTo>
                              <a:cubicBezTo>
                                <a:pt x="724" y="206"/>
                                <a:pt x="705" y="175"/>
                                <a:pt x="690" y="155"/>
                              </a:cubicBezTo>
                              <a:cubicBezTo>
                                <a:pt x="650" y="147"/>
                                <a:pt x="609" y="210"/>
                                <a:pt x="567" y="218"/>
                              </a:cubicBezTo>
                              <a:cubicBezTo>
                                <a:pt x="525" y="226"/>
                                <a:pt x="453" y="210"/>
                                <a:pt x="435" y="203"/>
                              </a:cubicBezTo>
                              <a:cubicBezTo>
                                <a:pt x="417" y="196"/>
                                <a:pt x="437" y="181"/>
                                <a:pt x="456" y="176"/>
                              </a:cubicBezTo>
                              <a:cubicBezTo>
                                <a:pt x="475" y="171"/>
                                <a:pt x="520" y="189"/>
                                <a:pt x="549" y="172"/>
                              </a:cubicBezTo>
                              <a:cubicBezTo>
                                <a:pt x="597" y="127"/>
                                <a:pt x="658" y="92"/>
                                <a:pt x="630" y="73"/>
                              </a:cubicBezTo>
                              <a:cubicBezTo>
                                <a:pt x="615" y="31"/>
                                <a:pt x="600" y="58"/>
                                <a:pt x="564" y="10"/>
                              </a:cubicBezTo>
                              <a:cubicBezTo>
                                <a:pt x="549" y="0"/>
                                <a:pt x="521" y="86"/>
                                <a:pt x="504" y="80"/>
                              </a:cubicBezTo>
                              <a:cubicBezTo>
                                <a:pt x="485" y="91"/>
                                <a:pt x="462" y="100"/>
                                <a:pt x="447" y="98"/>
                              </a:cubicBezTo>
                              <a:cubicBezTo>
                                <a:pt x="432" y="97"/>
                                <a:pt x="421" y="80"/>
                                <a:pt x="414" y="74"/>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6" name="Freeform 199"/>
                        <p:cNvSpPr/>
                        <p:nvPr/>
                      </p:nvSpPr>
                      <p:spPr bwMode="auto">
                        <a:xfrm>
                          <a:off x="12285" y="9355"/>
                          <a:ext cx="980" cy="1243"/>
                        </a:xfrm>
                        <a:custGeom>
                          <a:avLst/>
                          <a:gdLst>
                            <a:gd name="T0" fmla="*/ 507 w 979"/>
                            <a:gd name="T1" fmla="*/ 4 h 1240"/>
                            <a:gd name="T2" fmla="*/ 464 w 979"/>
                            <a:gd name="T3" fmla="*/ 91 h 1240"/>
                            <a:gd name="T4" fmla="*/ 413 w 979"/>
                            <a:gd name="T5" fmla="*/ 82 h 1240"/>
                            <a:gd name="T6" fmla="*/ 380 w 979"/>
                            <a:gd name="T7" fmla="*/ 163 h 1240"/>
                            <a:gd name="T8" fmla="*/ 285 w 979"/>
                            <a:gd name="T9" fmla="*/ 127 h 1240"/>
                            <a:gd name="T10" fmla="*/ 234 w 979"/>
                            <a:gd name="T11" fmla="*/ 154 h 1240"/>
                            <a:gd name="T12" fmla="*/ 207 w 979"/>
                            <a:gd name="T13" fmla="*/ 196 h 1240"/>
                            <a:gd name="T14" fmla="*/ 239 w 979"/>
                            <a:gd name="T15" fmla="*/ 349 h 1240"/>
                            <a:gd name="T16" fmla="*/ 123 w 979"/>
                            <a:gd name="T17" fmla="*/ 403 h 1240"/>
                            <a:gd name="T18" fmla="*/ 113 w 979"/>
                            <a:gd name="T19" fmla="*/ 451 h 1240"/>
                            <a:gd name="T20" fmla="*/ 147 w 979"/>
                            <a:gd name="T21" fmla="*/ 514 h 1240"/>
                            <a:gd name="T22" fmla="*/ 87 w 979"/>
                            <a:gd name="T23" fmla="*/ 565 h 1240"/>
                            <a:gd name="T24" fmla="*/ 108 w 979"/>
                            <a:gd name="T25" fmla="*/ 607 h 1240"/>
                            <a:gd name="T26" fmla="*/ 39 w 979"/>
                            <a:gd name="T27" fmla="*/ 673 h 1240"/>
                            <a:gd name="T28" fmla="*/ 38 w 979"/>
                            <a:gd name="T29" fmla="*/ 748 h 1240"/>
                            <a:gd name="T30" fmla="*/ 15 w 979"/>
                            <a:gd name="T31" fmla="*/ 808 h 1240"/>
                            <a:gd name="T32" fmla="*/ 0 w 979"/>
                            <a:gd name="T33" fmla="*/ 859 h 1240"/>
                            <a:gd name="T34" fmla="*/ 23 w 979"/>
                            <a:gd name="T35" fmla="*/ 907 h 1240"/>
                            <a:gd name="T36" fmla="*/ 99 w 979"/>
                            <a:gd name="T37" fmla="*/ 961 h 1240"/>
                            <a:gd name="T38" fmla="*/ 206 w 979"/>
                            <a:gd name="T39" fmla="*/ 925 h 1240"/>
                            <a:gd name="T40" fmla="*/ 216 w 979"/>
                            <a:gd name="T41" fmla="*/ 1060 h 1240"/>
                            <a:gd name="T42" fmla="*/ 246 w 979"/>
                            <a:gd name="T43" fmla="*/ 1084 h 1240"/>
                            <a:gd name="T44" fmla="*/ 276 w 979"/>
                            <a:gd name="T45" fmla="*/ 1120 h 1240"/>
                            <a:gd name="T46" fmla="*/ 315 w 979"/>
                            <a:gd name="T47" fmla="*/ 1168 h 1240"/>
                            <a:gd name="T48" fmla="*/ 389 w 979"/>
                            <a:gd name="T49" fmla="*/ 1237 h 1240"/>
                            <a:gd name="T50" fmla="*/ 447 w 979"/>
                            <a:gd name="T51" fmla="*/ 1222 h 1240"/>
                            <a:gd name="T52" fmla="*/ 465 w 979"/>
                            <a:gd name="T53" fmla="*/ 1198 h 1240"/>
                            <a:gd name="T54" fmla="*/ 500 w 979"/>
                            <a:gd name="T55" fmla="*/ 1117 h 1240"/>
                            <a:gd name="T56" fmla="*/ 518 w 979"/>
                            <a:gd name="T57" fmla="*/ 1069 h 1240"/>
                            <a:gd name="T58" fmla="*/ 567 w 979"/>
                            <a:gd name="T59" fmla="*/ 1018 h 1240"/>
                            <a:gd name="T60" fmla="*/ 497 w 979"/>
                            <a:gd name="T61" fmla="*/ 946 h 1240"/>
                            <a:gd name="T62" fmla="*/ 540 w 979"/>
                            <a:gd name="T63" fmla="*/ 946 h 1240"/>
                            <a:gd name="T64" fmla="*/ 624 w 979"/>
                            <a:gd name="T65" fmla="*/ 973 h 1240"/>
                            <a:gd name="T66" fmla="*/ 648 w 979"/>
                            <a:gd name="T67" fmla="*/ 883 h 1240"/>
                            <a:gd name="T68" fmla="*/ 704 w 979"/>
                            <a:gd name="T69" fmla="*/ 856 h 1240"/>
                            <a:gd name="T70" fmla="*/ 720 w 979"/>
                            <a:gd name="T71" fmla="*/ 814 h 1240"/>
                            <a:gd name="T72" fmla="*/ 768 w 979"/>
                            <a:gd name="T73" fmla="*/ 793 h 1240"/>
                            <a:gd name="T74" fmla="*/ 852 w 979"/>
                            <a:gd name="T75" fmla="*/ 736 h 1240"/>
                            <a:gd name="T76" fmla="*/ 816 w 979"/>
                            <a:gd name="T77" fmla="*/ 676 h 1240"/>
                            <a:gd name="T78" fmla="*/ 822 w 979"/>
                            <a:gd name="T79" fmla="*/ 529 h 1240"/>
                            <a:gd name="T80" fmla="*/ 864 w 979"/>
                            <a:gd name="T81" fmla="*/ 475 h 1240"/>
                            <a:gd name="T82" fmla="*/ 777 w 979"/>
                            <a:gd name="T83" fmla="*/ 394 h 1240"/>
                            <a:gd name="T84" fmla="*/ 798 w 979"/>
                            <a:gd name="T85" fmla="*/ 358 h 1240"/>
                            <a:gd name="T86" fmla="*/ 867 w 979"/>
                            <a:gd name="T87" fmla="*/ 415 h 1240"/>
                            <a:gd name="T88" fmla="*/ 906 w 979"/>
                            <a:gd name="T89" fmla="*/ 409 h 1240"/>
                            <a:gd name="T90" fmla="*/ 900 w 979"/>
                            <a:gd name="T91" fmla="*/ 331 h 1240"/>
                            <a:gd name="T92" fmla="*/ 977 w 979"/>
                            <a:gd name="T93" fmla="*/ 259 h 1240"/>
                            <a:gd name="T94" fmla="*/ 936 w 979"/>
                            <a:gd name="T95" fmla="*/ 202 h 1240"/>
                            <a:gd name="T96" fmla="*/ 897 w 979"/>
                            <a:gd name="T97" fmla="*/ 178 h 1240"/>
                            <a:gd name="T98" fmla="*/ 791 w 979"/>
                            <a:gd name="T99" fmla="*/ 214 h 1240"/>
                            <a:gd name="T100" fmla="*/ 752 w 979"/>
                            <a:gd name="T101" fmla="*/ 130 h 1240"/>
                            <a:gd name="T102" fmla="*/ 741 w 979"/>
                            <a:gd name="T103" fmla="*/ 133 h 1240"/>
                            <a:gd name="T104" fmla="*/ 702 w 979"/>
                            <a:gd name="T105" fmla="*/ 193 h 1240"/>
                            <a:gd name="T106" fmla="*/ 596 w 979"/>
                            <a:gd name="T107" fmla="*/ 193 h 1240"/>
                            <a:gd name="T108" fmla="*/ 581 w 979"/>
                            <a:gd name="T109" fmla="*/ 124 h 1240"/>
                            <a:gd name="T110" fmla="*/ 545 w 979"/>
                            <a:gd name="T111" fmla="*/ 76 h 1240"/>
                            <a:gd name="T112" fmla="*/ 567 w 979"/>
                            <a:gd name="T113" fmla="*/ 28 h 1240"/>
                            <a:gd name="T114" fmla="*/ 507 w 979"/>
                            <a:gd name="T115" fmla="*/ 4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79" h="1240">
                              <a:moveTo>
                                <a:pt x="507" y="4"/>
                              </a:moveTo>
                              <a:cubicBezTo>
                                <a:pt x="459" y="7"/>
                                <a:pt x="512" y="88"/>
                                <a:pt x="464" y="91"/>
                              </a:cubicBezTo>
                              <a:cubicBezTo>
                                <a:pt x="440" y="97"/>
                                <a:pt x="437" y="76"/>
                                <a:pt x="413" y="82"/>
                              </a:cubicBezTo>
                              <a:cubicBezTo>
                                <a:pt x="399" y="91"/>
                                <a:pt x="395" y="158"/>
                                <a:pt x="380" y="163"/>
                              </a:cubicBezTo>
                              <a:cubicBezTo>
                                <a:pt x="360" y="178"/>
                                <a:pt x="306" y="115"/>
                                <a:pt x="285" y="127"/>
                              </a:cubicBezTo>
                              <a:cubicBezTo>
                                <a:pt x="271" y="135"/>
                                <a:pt x="248" y="147"/>
                                <a:pt x="234" y="154"/>
                              </a:cubicBezTo>
                              <a:cubicBezTo>
                                <a:pt x="223" y="176"/>
                                <a:pt x="217" y="174"/>
                                <a:pt x="207" y="196"/>
                              </a:cubicBezTo>
                              <a:cubicBezTo>
                                <a:pt x="198" y="217"/>
                                <a:pt x="252" y="330"/>
                                <a:pt x="239" y="349"/>
                              </a:cubicBezTo>
                              <a:cubicBezTo>
                                <a:pt x="234" y="380"/>
                                <a:pt x="137" y="375"/>
                                <a:pt x="123" y="403"/>
                              </a:cubicBezTo>
                              <a:cubicBezTo>
                                <a:pt x="111" y="461"/>
                                <a:pt x="135" y="396"/>
                                <a:pt x="113" y="451"/>
                              </a:cubicBezTo>
                              <a:cubicBezTo>
                                <a:pt x="112" y="458"/>
                                <a:pt x="149" y="507"/>
                                <a:pt x="147" y="514"/>
                              </a:cubicBezTo>
                              <a:cubicBezTo>
                                <a:pt x="145" y="519"/>
                                <a:pt x="89" y="560"/>
                                <a:pt x="87" y="565"/>
                              </a:cubicBezTo>
                              <a:cubicBezTo>
                                <a:pt x="81" y="579"/>
                                <a:pt x="113" y="592"/>
                                <a:pt x="108" y="607"/>
                              </a:cubicBezTo>
                              <a:cubicBezTo>
                                <a:pt x="98" y="638"/>
                                <a:pt x="57" y="646"/>
                                <a:pt x="39" y="673"/>
                              </a:cubicBezTo>
                              <a:cubicBezTo>
                                <a:pt x="32" y="701"/>
                                <a:pt x="46" y="694"/>
                                <a:pt x="38" y="748"/>
                              </a:cubicBezTo>
                              <a:cubicBezTo>
                                <a:pt x="37" y="756"/>
                                <a:pt x="16" y="800"/>
                                <a:pt x="15" y="808"/>
                              </a:cubicBezTo>
                              <a:cubicBezTo>
                                <a:pt x="13" y="816"/>
                                <a:pt x="0" y="859"/>
                                <a:pt x="0" y="859"/>
                              </a:cubicBezTo>
                              <a:cubicBezTo>
                                <a:pt x="2" y="888"/>
                                <a:pt x="13" y="871"/>
                                <a:pt x="23" y="907"/>
                              </a:cubicBezTo>
                              <a:cubicBezTo>
                                <a:pt x="83" y="943"/>
                                <a:pt x="57" y="940"/>
                                <a:pt x="99" y="961"/>
                              </a:cubicBezTo>
                              <a:cubicBezTo>
                                <a:pt x="168" y="940"/>
                                <a:pt x="187" y="909"/>
                                <a:pt x="206" y="925"/>
                              </a:cubicBezTo>
                              <a:cubicBezTo>
                                <a:pt x="225" y="941"/>
                                <a:pt x="209" y="1034"/>
                                <a:pt x="216" y="1060"/>
                              </a:cubicBezTo>
                              <a:cubicBezTo>
                                <a:pt x="225" y="1067"/>
                                <a:pt x="238" y="1076"/>
                                <a:pt x="246" y="1084"/>
                              </a:cubicBezTo>
                              <a:cubicBezTo>
                                <a:pt x="254" y="1092"/>
                                <a:pt x="266" y="1114"/>
                                <a:pt x="276" y="1120"/>
                              </a:cubicBezTo>
                              <a:cubicBezTo>
                                <a:pt x="294" y="1132"/>
                                <a:pt x="296" y="1156"/>
                                <a:pt x="315" y="1168"/>
                              </a:cubicBezTo>
                              <a:cubicBezTo>
                                <a:pt x="334" y="1196"/>
                                <a:pt x="358" y="1227"/>
                                <a:pt x="389" y="1237"/>
                              </a:cubicBezTo>
                              <a:cubicBezTo>
                                <a:pt x="413" y="1234"/>
                                <a:pt x="429" y="1240"/>
                                <a:pt x="447" y="1222"/>
                              </a:cubicBezTo>
                              <a:cubicBezTo>
                                <a:pt x="461" y="1208"/>
                                <a:pt x="451" y="1203"/>
                                <a:pt x="465" y="1198"/>
                              </a:cubicBezTo>
                              <a:cubicBezTo>
                                <a:pt x="473" y="1185"/>
                                <a:pt x="486" y="1122"/>
                                <a:pt x="500" y="1117"/>
                              </a:cubicBezTo>
                              <a:cubicBezTo>
                                <a:pt x="508" y="1105"/>
                                <a:pt x="504" y="1074"/>
                                <a:pt x="518" y="1069"/>
                              </a:cubicBezTo>
                              <a:cubicBezTo>
                                <a:pt x="534" y="1057"/>
                                <a:pt x="557" y="1034"/>
                                <a:pt x="567" y="1018"/>
                              </a:cubicBezTo>
                              <a:cubicBezTo>
                                <a:pt x="572" y="1010"/>
                                <a:pt x="560" y="958"/>
                                <a:pt x="497" y="946"/>
                              </a:cubicBezTo>
                              <a:cubicBezTo>
                                <a:pt x="493" y="938"/>
                                <a:pt x="519" y="941"/>
                                <a:pt x="540" y="946"/>
                              </a:cubicBezTo>
                              <a:cubicBezTo>
                                <a:pt x="561" y="951"/>
                                <a:pt x="606" y="984"/>
                                <a:pt x="624" y="973"/>
                              </a:cubicBezTo>
                              <a:cubicBezTo>
                                <a:pt x="631" y="959"/>
                                <a:pt x="639" y="896"/>
                                <a:pt x="648" y="883"/>
                              </a:cubicBezTo>
                              <a:cubicBezTo>
                                <a:pt x="654" y="875"/>
                                <a:pt x="704" y="856"/>
                                <a:pt x="704" y="856"/>
                              </a:cubicBezTo>
                              <a:cubicBezTo>
                                <a:pt x="714" y="825"/>
                                <a:pt x="692" y="832"/>
                                <a:pt x="720" y="814"/>
                              </a:cubicBezTo>
                              <a:cubicBezTo>
                                <a:pt x="728" y="800"/>
                                <a:pt x="746" y="806"/>
                                <a:pt x="768" y="793"/>
                              </a:cubicBezTo>
                              <a:cubicBezTo>
                                <a:pt x="790" y="780"/>
                                <a:pt x="844" y="756"/>
                                <a:pt x="852" y="736"/>
                              </a:cubicBezTo>
                              <a:cubicBezTo>
                                <a:pt x="867" y="713"/>
                                <a:pt x="798" y="698"/>
                                <a:pt x="816" y="676"/>
                              </a:cubicBezTo>
                              <a:cubicBezTo>
                                <a:pt x="820" y="643"/>
                                <a:pt x="854" y="670"/>
                                <a:pt x="822" y="529"/>
                              </a:cubicBezTo>
                              <a:cubicBezTo>
                                <a:pt x="827" y="511"/>
                                <a:pt x="853" y="491"/>
                                <a:pt x="864" y="475"/>
                              </a:cubicBezTo>
                              <a:cubicBezTo>
                                <a:pt x="874" y="460"/>
                                <a:pt x="763" y="414"/>
                                <a:pt x="777" y="394"/>
                              </a:cubicBezTo>
                              <a:cubicBezTo>
                                <a:pt x="766" y="374"/>
                                <a:pt x="783" y="354"/>
                                <a:pt x="798" y="358"/>
                              </a:cubicBezTo>
                              <a:cubicBezTo>
                                <a:pt x="813" y="362"/>
                                <a:pt x="849" y="406"/>
                                <a:pt x="867" y="415"/>
                              </a:cubicBezTo>
                              <a:cubicBezTo>
                                <a:pt x="884" y="418"/>
                                <a:pt x="890" y="428"/>
                                <a:pt x="906" y="409"/>
                              </a:cubicBezTo>
                              <a:cubicBezTo>
                                <a:pt x="911" y="395"/>
                                <a:pt x="888" y="356"/>
                                <a:pt x="900" y="331"/>
                              </a:cubicBezTo>
                              <a:cubicBezTo>
                                <a:pt x="901" y="325"/>
                                <a:pt x="968" y="271"/>
                                <a:pt x="977" y="259"/>
                              </a:cubicBezTo>
                              <a:cubicBezTo>
                                <a:pt x="979" y="238"/>
                                <a:pt x="954" y="220"/>
                                <a:pt x="936" y="202"/>
                              </a:cubicBezTo>
                              <a:cubicBezTo>
                                <a:pt x="930" y="196"/>
                                <a:pt x="906" y="179"/>
                                <a:pt x="897" y="178"/>
                              </a:cubicBezTo>
                              <a:cubicBezTo>
                                <a:pt x="857" y="166"/>
                                <a:pt x="839" y="217"/>
                                <a:pt x="791" y="214"/>
                              </a:cubicBezTo>
                              <a:cubicBezTo>
                                <a:pt x="780" y="211"/>
                                <a:pt x="762" y="135"/>
                                <a:pt x="752" y="130"/>
                              </a:cubicBezTo>
                              <a:cubicBezTo>
                                <a:pt x="742" y="117"/>
                                <a:pt x="749" y="123"/>
                                <a:pt x="741" y="133"/>
                              </a:cubicBezTo>
                              <a:cubicBezTo>
                                <a:pt x="733" y="143"/>
                                <a:pt x="726" y="183"/>
                                <a:pt x="702" y="193"/>
                              </a:cubicBezTo>
                              <a:cubicBezTo>
                                <a:pt x="688" y="187"/>
                                <a:pt x="609" y="202"/>
                                <a:pt x="596" y="193"/>
                              </a:cubicBezTo>
                              <a:cubicBezTo>
                                <a:pt x="592" y="180"/>
                                <a:pt x="593" y="132"/>
                                <a:pt x="581" y="124"/>
                              </a:cubicBezTo>
                              <a:cubicBezTo>
                                <a:pt x="571" y="108"/>
                                <a:pt x="559" y="88"/>
                                <a:pt x="545" y="76"/>
                              </a:cubicBezTo>
                              <a:cubicBezTo>
                                <a:pt x="540" y="71"/>
                                <a:pt x="567" y="28"/>
                                <a:pt x="567" y="28"/>
                              </a:cubicBezTo>
                              <a:cubicBezTo>
                                <a:pt x="548" y="0"/>
                                <a:pt x="526" y="23"/>
                                <a:pt x="507" y="4"/>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sp>
                    <p:nvSpPr>
                      <p:cNvPr id="377" name="Freeform 200"/>
                      <p:cNvSpPr/>
                      <p:nvPr/>
                    </p:nvSpPr>
                    <p:spPr bwMode="auto">
                      <a:xfrm>
                        <a:off x="10741" y="11586"/>
                        <a:ext cx="591" cy="480"/>
                      </a:xfrm>
                      <a:custGeom>
                        <a:avLst/>
                        <a:gdLst>
                          <a:gd name="T0" fmla="*/ 324 w 591"/>
                          <a:gd name="T1" fmla="*/ 456 h 477"/>
                          <a:gd name="T2" fmla="*/ 336 w 591"/>
                          <a:gd name="T3" fmla="*/ 444 h 477"/>
                          <a:gd name="T4" fmla="*/ 354 w 591"/>
                          <a:gd name="T5" fmla="*/ 423 h 477"/>
                          <a:gd name="T6" fmla="*/ 378 w 591"/>
                          <a:gd name="T7" fmla="*/ 402 h 477"/>
                          <a:gd name="T8" fmla="*/ 429 w 591"/>
                          <a:gd name="T9" fmla="*/ 369 h 477"/>
                          <a:gd name="T10" fmla="*/ 462 w 591"/>
                          <a:gd name="T11" fmla="*/ 348 h 477"/>
                          <a:gd name="T12" fmla="*/ 483 w 591"/>
                          <a:gd name="T13" fmla="*/ 303 h 477"/>
                          <a:gd name="T14" fmla="*/ 531 w 591"/>
                          <a:gd name="T15" fmla="*/ 165 h 477"/>
                          <a:gd name="T16" fmla="*/ 555 w 591"/>
                          <a:gd name="T17" fmla="*/ 123 h 477"/>
                          <a:gd name="T18" fmla="*/ 579 w 591"/>
                          <a:gd name="T19" fmla="*/ 93 h 477"/>
                          <a:gd name="T20" fmla="*/ 591 w 591"/>
                          <a:gd name="T21" fmla="*/ 66 h 477"/>
                          <a:gd name="T22" fmla="*/ 570 w 591"/>
                          <a:gd name="T23" fmla="*/ 27 h 477"/>
                          <a:gd name="T24" fmla="*/ 549 w 591"/>
                          <a:gd name="T25" fmla="*/ 6 h 477"/>
                          <a:gd name="T26" fmla="*/ 540 w 591"/>
                          <a:gd name="T27" fmla="*/ 0 h 477"/>
                          <a:gd name="T28" fmla="*/ 480 w 591"/>
                          <a:gd name="T29" fmla="*/ 9 h 477"/>
                          <a:gd name="T30" fmla="*/ 450 w 591"/>
                          <a:gd name="T31" fmla="*/ 18 h 477"/>
                          <a:gd name="T32" fmla="*/ 258 w 591"/>
                          <a:gd name="T33" fmla="*/ 15 h 477"/>
                          <a:gd name="T34" fmla="*/ 225 w 591"/>
                          <a:gd name="T35" fmla="*/ 39 h 477"/>
                          <a:gd name="T36" fmla="*/ 129 w 591"/>
                          <a:gd name="T37" fmla="*/ 60 h 477"/>
                          <a:gd name="T38" fmla="*/ 93 w 591"/>
                          <a:gd name="T39" fmla="*/ 111 h 477"/>
                          <a:gd name="T40" fmla="*/ 63 w 591"/>
                          <a:gd name="T41" fmla="*/ 135 h 477"/>
                          <a:gd name="T42" fmla="*/ 51 w 591"/>
                          <a:gd name="T43" fmla="*/ 150 h 477"/>
                          <a:gd name="T44" fmla="*/ 42 w 591"/>
                          <a:gd name="T45" fmla="*/ 168 h 477"/>
                          <a:gd name="T46" fmla="*/ 15 w 591"/>
                          <a:gd name="T47" fmla="*/ 189 h 477"/>
                          <a:gd name="T48" fmla="*/ 6 w 591"/>
                          <a:gd name="T49" fmla="*/ 243 h 477"/>
                          <a:gd name="T50" fmla="*/ 15 w 591"/>
                          <a:gd name="T51" fmla="*/ 345 h 477"/>
                          <a:gd name="T52" fmla="*/ 27 w 591"/>
                          <a:gd name="T53" fmla="*/ 372 h 477"/>
                          <a:gd name="T54" fmla="*/ 39 w 591"/>
                          <a:gd name="T55" fmla="*/ 390 h 477"/>
                          <a:gd name="T56" fmla="*/ 54 w 591"/>
                          <a:gd name="T57" fmla="*/ 423 h 477"/>
                          <a:gd name="T58" fmla="*/ 105 w 591"/>
                          <a:gd name="T59" fmla="*/ 456 h 477"/>
                          <a:gd name="T60" fmla="*/ 234 w 591"/>
                          <a:gd name="T61" fmla="*/ 477 h 477"/>
                          <a:gd name="T62" fmla="*/ 285 w 591"/>
                          <a:gd name="T63" fmla="*/ 474 h 477"/>
                          <a:gd name="T64" fmla="*/ 324 w 591"/>
                          <a:gd name="T65" fmla="*/ 456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1" h="477">
                            <a:moveTo>
                              <a:pt x="324" y="456"/>
                            </a:moveTo>
                            <a:cubicBezTo>
                              <a:pt x="332" y="432"/>
                              <a:pt x="320" y="460"/>
                              <a:pt x="336" y="444"/>
                            </a:cubicBezTo>
                            <a:cubicBezTo>
                              <a:pt x="345" y="435"/>
                              <a:pt x="339" y="428"/>
                              <a:pt x="354" y="423"/>
                            </a:cubicBezTo>
                            <a:cubicBezTo>
                              <a:pt x="360" y="414"/>
                              <a:pt x="378" y="402"/>
                              <a:pt x="378" y="402"/>
                            </a:cubicBezTo>
                            <a:cubicBezTo>
                              <a:pt x="387" y="376"/>
                              <a:pt x="404" y="372"/>
                              <a:pt x="429" y="369"/>
                            </a:cubicBezTo>
                            <a:cubicBezTo>
                              <a:pt x="450" y="362"/>
                              <a:pt x="445" y="359"/>
                              <a:pt x="462" y="348"/>
                            </a:cubicBezTo>
                            <a:cubicBezTo>
                              <a:pt x="468" y="331"/>
                              <a:pt x="476" y="319"/>
                              <a:pt x="483" y="303"/>
                            </a:cubicBezTo>
                            <a:cubicBezTo>
                              <a:pt x="503" y="259"/>
                              <a:pt x="511" y="209"/>
                              <a:pt x="531" y="165"/>
                            </a:cubicBezTo>
                            <a:cubicBezTo>
                              <a:pt x="539" y="146"/>
                              <a:pt x="537" y="135"/>
                              <a:pt x="555" y="123"/>
                            </a:cubicBezTo>
                            <a:cubicBezTo>
                              <a:pt x="559" y="112"/>
                              <a:pt x="570" y="107"/>
                              <a:pt x="579" y="93"/>
                            </a:cubicBezTo>
                            <a:cubicBezTo>
                              <a:pt x="584" y="85"/>
                              <a:pt x="591" y="66"/>
                              <a:pt x="591" y="66"/>
                            </a:cubicBezTo>
                            <a:cubicBezTo>
                              <a:pt x="587" y="49"/>
                              <a:pt x="583" y="40"/>
                              <a:pt x="570" y="27"/>
                            </a:cubicBezTo>
                            <a:cubicBezTo>
                              <a:pt x="565" y="11"/>
                              <a:pt x="570" y="20"/>
                              <a:pt x="549" y="6"/>
                            </a:cubicBezTo>
                            <a:cubicBezTo>
                              <a:pt x="546" y="4"/>
                              <a:pt x="540" y="0"/>
                              <a:pt x="540" y="0"/>
                            </a:cubicBezTo>
                            <a:cubicBezTo>
                              <a:pt x="518" y="4"/>
                              <a:pt x="503" y="7"/>
                              <a:pt x="480" y="9"/>
                            </a:cubicBezTo>
                            <a:cubicBezTo>
                              <a:pt x="458" y="16"/>
                              <a:pt x="468" y="13"/>
                              <a:pt x="450" y="18"/>
                            </a:cubicBezTo>
                            <a:cubicBezTo>
                              <a:pt x="364" y="15"/>
                              <a:pt x="345" y="12"/>
                              <a:pt x="258" y="15"/>
                            </a:cubicBezTo>
                            <a:cubicBezTo>
                              <a:pt x="245" y="19"/>
                              <a:pt x="237" y="31"/>
                              <a:pt x="225" y="39"/>
                            </a:cubicBezTo>
                            <a:cubicBezTo>
                              <a:pt x="200" y="56"/>
                              <a:pt x="156" y="58"/>
                              <a:pt x="129" y="60"/>
                            </a:cubicBezTo>
                            <a:cubicBezTo>
                              <a:pt x="119" y="74"/>
                              <a:pt x="107" y="101"/>
                              <a:pt x="93" y="111"/>
                            </a:cubicBezTo>
                            <a:cubicBezTo>
                              <a:pt x="88" y="126"/>
                              <a:pt x="76" y="131"/>
                              <a:pt x="63" y="135"/>
                            </a:cubicBezTo>
                            <a:cubicBezTo>
                              <a:pt x="55" y="158"/>
                              <a:pt x="67" y="131"/>
                              <a:pt x="51" y="150"/>
                            </a:cubicBezTo>
                            <a:cubicBezTo>
                              <a:pt x="31" y="174"/>
                              <a:pt x="67" y="143"/>
                              <a:pt x="42" y="168"/>
                            </a:cubicBezTo>
                            <a:cubicBezTo>
                              <a:pt x="34" y="176"/>
                              <a:pt x="24" y="183"/>
                              <a:pt x="15" y="189"/>
                            </a:cubicBezTo>
                            <a:cubicBezTo>
                              <a:pt x="5" y="218"/>
                              <a:pt x="10" y="201"/>
                              <a:pt x="6" y="243"/>
                            </a:cubicBezTo>
                            <a:cubicBezTo>
                              <a:pt x="9" y="333"/>
                              <a:pt x="0" y="300"/>
                              <a:pt x="15" y="345"/>
                            </a:cubicBezTo>
                            <a:cubicBezTo>
                              <a:pt x="18" y="354"/>
                              <a:pt x="22" y="364"/>
                              <a:pt x="27" y="372"/>
                            </a:cubicBezTo>
                            <a:cubicBezTo>
                              <a:pt x="31" y="378"/>
                              <a:pt x="39" y="390"/>
                              <a:pt x="39" y="390"/>
                            </a:cubicBezTo>
                            <a:cubicBezTo>
                              <a:pt x="41" y="407"/>
                              <a:pt x="38" y="418"/>
                              <a:pt x="54" y="423"/>
                            </a:cubicBezTo>
                            <a:cubicBezTo>
                              <a:pt x="60" y="441"/>
                              <a:pt x="87" y="451"/>
                              <a:pt x="105" y="456"/>
                            </a:cubicBezTo>
                            <a:cubicBezTo>
                              <a:pt x="150" y="469"/>
                              <a:pt x="187" y="475"/>
                              <a:pt x="234" y="477"/>
                            </a:cubicBezTo>
                            <a:cubicBezTo>
                              <a:pt x="251" y="476"/>
                              <a:pt x="268" y="476"/>
                              <a:pt x="285" y="474"/>
                            </a:cubicBezTo>
                            <a:cubicBezTo>
                              <a:pt x="299" y="473"/>
                              <a:pt x="311" y="456"/>
                              <a:pt x="324" y="456"/>
                            </a:cubicBezTo>
                            <a:close/>
                          </a:path>
                        </a:pathLst>
                      </a:custGeom>
                      <a:no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78" name="Freeform 201"/>
                      <p:cNvSpPr/>
                      <p:nvPr/>
                    </p:nvSpPr>
                    <p:spPr bwMode="auto">
                      <a:xfrm>
                        <a:off x="13414" y="10033"/>
                        <a:ext cx="378" cy="894"/>
                      </a:xfrm>
                      <a:custGeom>
                        <a:avLst/>
                        <a:gdLst>
                          <a:gd name="T0" fmla="*/ 120 w 379"/>
                          <a:gd name="T1" fmla="*/ 123 h 896"/>
                          <a:gd name="T2" fmla="*/ 102 w 379"/>
                          <a:gd name="T3" fmla="*/ 195 h 896"/>
                          <a:gd name="T4" fmla="*/ 78 w 379"/>
                          <a:gd name="T5" fmla="*/ 231 h 896"/>
                          <a:gd name="T6" fmla="*/ 45 w 379"/>
                          <a:gd name="T7" fmla="*/ 345 h 896"/>
                          <a:gd name="T8" fmla="*/ 24 w 379"/>
                          <a:gd name="T9" fmla="*/ 408 h 896"/>
                          <a:gd name="T10" fmla="*/ 12 w 379"/>
                          <a:gd name="T11" fmla="*/ 426 h 896"/>
                          <a:gd name="T12" fmla="*/ 6 w 379"/>
                          <a:gd name="T13" fmla="*/ 444 h 896"/>
                          <a:gd name="T14" fmla="*/ 0 w 379"/>
                          <a:gd name="T15" fmla="*/ 552 h 896"/>
                          <a:gd name="T16" fmla="*/ 3 w 379"/>
                          <a:gd name="T17" fmla="*/ 585 h 896"/>
                          <a:gd name="T18" fmla="*/ 9 w 379"/>
                          <a:gd name="T19" fmla="*/ 603 h 896"/>
                          <a:gd name="T20" fmla="*/ 42 w 379"/>
                          <a:gd name="T21" fmla="*/ 681 h 896"/>
                          <a:gd name="T22" fmla="*/ 66 w 379"/>
                          <a:gd name="T23" fmla="*/ 726 h 896"/>
                          <a:gd name="T24" fmla="*/ 84 w 379"/>
                          <a:gd name="T25" fmla="*/ 753 h 896"/>
                          <a:gd name="T26" fmla="*/ 102 w 379"/>
                          <a:gd name="T27" fmla="*/ 765 h 896"/>
                          <a:gd name="T28" fmla="*/ 138 w 379"/>
                          <a:gd name="T29" fmla="*/ 804 h 896"/>
                          <a:gd name="T30" fmla="*/ 168 w 379"/>
                          <a:gd name="T31" fmla="*/ 885 h 896"/>
                          <a:gd name="T32" fmla="*/ 195 w 379"/>
                          <a:gd name="T33" fmla="*/ 894 h 896"/>
                          <a:gd name="T34" fmla="*/ 219 w 379"/>
                          <a:gd name="T35" fmla="*/ 891 h 896"/>
                          <a:gd name="T36" fmla="*/ 231 w 379"/>
                          <a:gd name="T37" fmla="*/ 846 h 896"/>
                          <a:gd name="T38" fmla="*/ 240 w 379"/>
                          <a:gd name="T39" fmla="*/ 780 h 896"/>
                          <a:gd name="T40" fmla="*/ 255 w 379"/>
                          <a:gd name="T41" fmla="*/ 633 h 896"/>
                          <a:gd name="T42" fmla="*/ 285 w 379"/>
                          <a:gd name="T43" fmla="*/ 600 h 896"/>
                          <a:gd name="T44" fmla="*/ 303 w 379"/>
                          <a:gd name="T45" fmla="*/ 588 h 896"/>
                          <a:gd name="T46" fmla="*/ 342 w 379"/>
                          <a:gd name="T47" fmla="*/ 441 h 896"/>
                          <a:gd name="T48" fmla="*/ 342 w 379"/>
                          <a:gd name="T49" fmla="*/ 249 h 896"/>
                          <a:gd name="T50" fmla="*/ 348 w 379"/>
                          <a:gd name="T51" fmla="*/ 231 h 896"/>
                          <a:gd name="T52" fmla="*/ 366 w 379"/>
                          <a:gd name="T53" fmla="*/ 120 h 896"/>
                          <a:gd name="T54" fmla="*/ 351 w 379"/>
                          <a:gd name="T55" fmla="*/ 27 h 896"/>
                          <a:gd name="T56" fmla="*/ 321 w 379"/>
                          <a:gd name="T57" fmla="*/ 6 h 896"/>
                          <a:gd name="T58" fmla="*/ 303 w 379"/>
                          <a:gd name="T59" fmla="*/ 0 h 896"/>
                          <a:gd name="T60" fmla="*/ 267 w 379"/>
                          <a:gd name="T61" fmla="*/ 6 h 896"/>
                          <a:gd name="T62" fmla="*/ 204 w 379"/>
                          <a:gd name="T63" fmla="*/ 45 h 896"/>
                          <a:gd name="T64" fmla="*/ 174 w 379"/>
                          <a:gd name="T65" fmla="*/ 72 h 896"/>
                          <a:gd name="T66" fmla="*/ 168 w 379"/>
                          <a:gd name="T67" fmla="*/ 81 h 896"/>
                          <a:gd name="T68" fmla="*/ 159 w 379"/>
                          <a:gd name="T69" fmla="*/ 84 h 896"/>
                          <a:gd name="T70" fmla="*/ 138 w 379"/>
                          <a:gd name="T71" fmla="*/ 105 h 896"/>
                          <a:gd name="T72" fmla="*/ 120 w 379"/>
                          <a:gd name="T73" fmla="*/ 123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79" h="896">
                            <a:moveTo>
                              <a:pt x="120" y="123"/>
                            </a:moveTo>
                            <a:cubicBezTo>
                              <a:pt x="114" y="147"/>
                              <a:pt x="110" y="171"/>
                              <a:pt x="102" y="195"/>
                            </a:cubicBezTo>
                            <a:cubicBezTo>
                              <a:pt x="98" y="208"/>
                              <a:pt x="82" y="218"/>
                              <a:pt x="78" y="231"/>
                            </a:cubicBezTo>
                            <a:cubicBezTo>
                              <a:pt x="65" y="269"/>
                              <a:pt x="57" y="308"/>
                              <a:pt x="45" y="345"/>
                            </a:cubicBezTo>
                            <a:cubicBezTo>
                              <a:pt x="38" y="367"/>
                              <a:pt x="35" y="388"/>
                              <a:pt x="24" y="408"/>
                            </a:cubicBezTo>
                            <a:cubicBezTo>
                              <a:pt x="20" y="414"/>
                              <a:pt x="14" y="419"/>
                              <a:pt x="12" y="426"/>
                            </a:cubicBezTo>
                            <a:cubicBezTo>
                              <a:pt x="10" y="432"/>
                              <a:pt x="6" y="444"/>
                              <a:pt x="6" y="444"/>
                            </a:cubicBezTo>
                            <a:cubicBezTo>
                              <a:pt x="4" y="480"/>
                              <a:pt x="0" y="516"/>
                              <a:pt x="0" y="552"/>
                            </a:cubicBezTo>
                            <a:cubicBezTo>
                              <a:pt x="0" y="563"/>
                              <a:pt x="1" y="574"/>
                              <a:pt x="3" y="585"/>
                            </a:cubicBezTo>
                            <a:cubicBezTo>
                              <a:pt x="4" y="591"/>
                              <a:pt x="9" y="603"/>
                              <a:pt x="9" y="603"/>
                            </a:cubicBezTo>
                            <a:cubicBezTo>
                              <a:pt x="12" y="630"/>
                              <a:pt x="22" y="661"/>
                              <a:pt x="42" y="681"/>
                            </a:cubicBezTo>
                            <a:cubicBezTo>
                              <a:pt x="47" y="696"/>
                              <a:pt x="53" y="717"/>
                              <a:pt x="66" y="726"/>
                            </a:cubicBezTo>
                            <a:cubicBezTo>
                              <a:pt x="72" y="735"/>
                              <a:pt x="78" y="744"/>
                              <a:pt x="84" y="753"/>
                            </a:cubicBezTo>
                            <a:cubicBezTo>
                              <a:pt x="88" y="759"/>
                              <a:pt x="102" y="765"/>
                              <a:pt x="102" y="765"/>
                            </a:cubicBezTo>
                            <a:cubicBezTo>
                              <a:pt x="110" y="778"/>
                              <a:pt x="125" y="795"/>
                              <a:pt x="138" y="804"/>
                            </a:cubicBezTo>
                            <a:cubicBezTo>
                              <a:pt x="153" y="827"/>
                              <a:pt x="159" y="859"/>
                              <a:pt x="168" y="885"/>
                            </a:cubicBezTo>
                            <a:cubicBezTo>
                              <a:pt x="171" y="894"/>
                              <a:pt x="195" y="894"/>
                              <a:pt x="195" y="894"/>
                            </a:cubicBezTo>
                            <a:cubicBezTo>
                              <a:pt x="203" y="893"/>
                              <a:pt x="212" y="896"/>
                              <a:pt x="219" y="891"/>
                            </a:cubicBezTo>
                            <a:cubicBezTo>
                              <a:pt x="227" y="886"/>
                              <a:pt x="228" y="854"/>
                              <a:pt x="231" y="846"/>
                            </a:cubicBezTo>
                            <a:cubicBezTo>
                              <a:pt x="233" y="818"/>
                              <a:pt x="232" y="803"/>
                              <a:pt x="240" y="780"/>
                            </a:cubicBezTo>
                            <a:cubicBezTo>
                              <a:pt x="241" y="759"/>
                              <a:pt x="237" y="672"/>
                              <a:pt x="255" y="633"/>
                            </a:cubicBezTo>
                            <a:cubicBezTo>
                              <a:pt x="262" y="619"/>
                              <a:pt x="273" y="609"/>
                              <a:pt x="285" y="600"/>
                            </a:cubicBezTo>
                            <a:cubicBezTo>
                              <a:pt x="291" y="596"/>
                              <a:pt x="303" y="588"/>
                              <a:pt x="303" y="588"/>
                            </a:cubicBezTo>
                            <a:cubicBezTo>
                              <a:pt x="330" y="547"/>
                              <a:pt x="336" y="489"/>
                              <a:pt x="342" y="441"/>
                            </a:cubicBezTo>
                            <a:cubicBezTo>
                              <a:pt x="338" y="361"/>
                              <a:pt x="336" y="347"/>
                              <a:pt x="342" y="249"/>
                            </a:cubicBezTo>
                            <a:cubicBezTo>
                              <a:pt x="342" y="243"/>
                              <a:pt x="348" y="231"/>
                              <a:pt x="348" y="231"/>
                            </a:cubicBezTo>
                            <a:cubicBezTo>
                              <a:pt x="351" y="201"/>
                              <a:pt x="357" y="146"/>
                              <a:pt x="366" y="120"/>
                            </a:cubicBezTo>
                            <a:cubicBezTo>
                              <a:pt x="365" y="91"/>
                              <a:pt x="379" y="46"/>
                              <a:pt x="351" y="27"/>
                            </a:cubicBezTo>
                            <a:cubicBezTo>
                              <a:pt x="346" y="11"/>
                              <a:pt x="337" y="11"/>
                              <a:pt x="321" y="6"/>
                            </a:cubicBezTo>
                            <a:cubicBezTo>
                              <a:pt x="315" y="4"/>
                              <a:pt x="303" y="0"/>
                              <a:pt x="303" y="0"/>
                            </a:cubicBezTo>
                            <a:cubicBezTo>
                              <a:pt x="291" y="3"/>
                              <a:pt x="278" y="2"/>
                              <a:pt x="267" y="6"/>
                            </a:cubicBezTo>
                            <a:cubicBezTo>
                              <a:pt x="248" y="13"/>
                              <a:pt x="221" y="33"/>
                              <a:pt x="204" y="45"/>
                            </a:cubicBezTo>
                            <a:cubicBezTo>
                              <a:pt x="197" y="56"/>
                              <a:pt x="186" y="68"/>
                              <a:pt x="174" y="72"/>
                            </a:cubicBezTo>
                            <a:cubicBezTo>
                              <a:pt x="172" y="75"/>
                              <a:pt x="171" y="79"/>
                              <a:pt x="168" y="81"/>
                            </a:cubicBezTo>
                            <a:cubicBezTo>
                              <a:pt x="166" y="83"/>
                              <a:pt x="161" y="82"/>
                              <a:pt x="159" y="84"/>
                            </a:cubicBezTo>
                            <a:cubicBezTo>
                              <a:pt x="135" y="108"/>
                              <a:pt x="158" y="98"/>
                              <a:pt x="138" y="105"/>
                            </a:cubicBezTo>
                            <a:cubicBezTo>
                              <a:pt x="132" y="115"/>
                              <a:pt x="125" y="114"/>
                              <a:pt x="120" y="123"/>
                            </a:cubicBezTo>
                            <a:close/>
                          </a:path>
                        </a:pathLst>
                      </a:custGeom>
                      <a:noFill/>
                      <a:ln w="6350" cap="flat" cmpd="sng" algn="ctr">
                        <a:solidFill>
                          <a:srgbClr val="4472C4"/>
                        </a:solidFill>
                        <a:prstDash val="solid"/>
                        <a:miter lim="800000"/>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nvGrpSpPr>
                      <p:cNvPr id="379" name="Group 202"/>
                      <p:cNvGrpSpPr/>
                      <p:nvPr/>
                    </p:nvGrpSpPr>
                    <p:grpSpPr bwMode="auto">
                      <a:xfrm>
                        <a:off x="10794" y="5711"/>
                        <a:ext cx="2557" cy="2966"/>
                        <a:chOff x="10794" y="5711"/>
                        <a:chExt cx="2557" cy="2966"/>
                      </a:xfrm>
                    </p:grpSpPr>
                    <p:sp>
                      <p:nvSpPr>
                        <p:cNvPr id="380" name="Freeform 203"/>
                        <p:cNvSpPr/>
                        <p:nvPr/>
                      </p:nvSpPr>
                      <p:spPr bwMode="auto">
                        <a:xfrm>
                          <a:off x="10794" y="6314"/>
                          <a:ext cx="831" cy="1591"/>
                        </a:xfrm>
                        <a:custGeom>
                          <a:avLst/>
                          <a:gdLst>
                            <a:gd name="T0" fmla="*/ 732 w 829"/>
                            <a:gd name="T1" fmla="*/ 3 h 1597"/>
                            <a:gd name="T2" fmla="*/ 687 w 829"/>
                            <a:gd name="T3" fmla="*/ 6 h 1597"/>
                            <a:gd name="T4" fmla="*/ 651 w 829"/>
                            <a:gd name="T5" fmla="*/ 39 h 1597"/>
                            <a:gd name="T6" fmla="*/ 621 w 829"/>
                            <a:gd name="T7" fmla="*/ 69 h 1597"/>
                            <a:gd name="T8" fmla="*/ 576 w 829"/>
                            <a:gd name="T9" fmla="*/ 102 h 1597"/>
                            <a:gd name="T10" fmla="*/ 516 w 829"/>
                            <a:gd name="T11" fmla="*/ 72 h 1597"/>
                            <a:gd name="T12" fmla="*/ 456 w 829"/>
                            <a:gd name="T13" fmla="*/ 132 h 1597"/>
                            <a:gd name="T14" fmla="*/ 375 w 829"/>
                            <a:gd name="T15" fmla="*/ 126 h 1597"/>
                            <a:gd name="T16" fmla="*/ 339 w 829"/>
                            <a:gd name="T17" fmla="*/ 204 h 1597"/>
                            <a:gd name="T18" fmla="*/ 309 w 829"/>
                            <a:gd name="T19" fmla="*/ 249 h 1597"/>
                            <a:gd name="T20" fmla="*/ 261 w 829"/>
                            <a:gd name="T21" fmla="*/ 300 h 1597"/>
                            <a:gd name="T22" fmla="*/ 243 w 829"/>
                            <a:gd name="T23" fmla="*/ 303 h 1597"/>
                            <a:gd name="T24" fmla="*/ 210 w 829"/>
                            <a:gd name="T25" fmla="*/ 300 h 1597"/>
                            <a:gd name="T26" fmla="*/ 180 w 829"/>
                            <a:gd name="T27" fmla="*/ 321 h 1597"/>
                            <a:gd name="T28" fmla="*/ 162 w 829"/>
                            <a:gd name="T29" fmla="*/ 363 h 1597"/>
                            <a:gd name="T30" fmla="*/ 120 w 829"/>
                            <a:gd name="T31" fmla="*/ 411 h 1597"/>
                            <a:gd name="T32" fmla="*/ 135 w 829"/>
                            <a:gd name="T33" fmla="*/ 492 h 1597"/>
                            <a:gd name="T34" fmla="*/ 147 w 829"/>
                            <a:gd name="T35" fmla="*/ 558 h 1597"/>
                            <a:gd name="T36" fmla="*/ 78 w 829"/>
                            <a:gd name="T37" fmla="*/ 666 h 1597"/>
                            <a:gd name="T38" fmla="*/ 72 w 829"/>
                            <a:gd name="T39" fmla="*/ 720 h 1597"/>
                            <a:gd name="T40" fmla="*/ 117 w 829"/>
                            <a:gd name="T41" fmla="*/ 834 h 1597"/>
                            <a:gd name="T42" fmla="*/ 21 w 829"/>
                            <a:gd name="T43" fmla="*/ 969 h 1597"/>
                            <a:gd name="T44" fmla="*/ 12 w 829"/>
                            <a:gd name="T45" fmla="*/ 1104 h 1597"/>
                            <a:gd name="T46" fmla="*/ 27 w 829"/>
                            <a:gd name="T47" fmla="*/ 1200 h 1597"/>
                            <a:gd name="T48" fmla="*/ 78 w 829"/>
                            <a:gd name="T49" fmla="*/ 1245 h 1597"/>
                            <a:gd name="T50" fmla="*/ 96 w 829"/>
                            <a:gd name="T51" fmla="*/ 1299 h 1597"/>
                            <a:gd name="T52" fmla="*/ 48 w 829"/>
                            <a:gd name="T53" fmla="*/ 1476 h 1597"/>
                            <a:gd name="T54" fmla="*/ 36 w 829"/>
                            <a:gd name="T55" fmla="*/ 1554 h 1597"/>
                            <a:gd name="T56" fmla="*/ 102 w 829"/>
                            <a:gd name="T57" fmla="*/ 1578 h 1597"/>
                            <a:gd name="T58" fmla="*/ 192 w 829"/>
                            <a:gd name="T59" fmla="*/ 1548 h 1597"/>
                            <a:gd name="T60" fmla="*/ 321 w 829"/>
                            <a:gd name="T61" fmla="*/ 1500 h 1597"/>
                            <a:gd name="T62" fmla="*/ 381 w 829"/>
                            <a:gd name="T63" fmla="*/ 1443 h 1597"/>
                            <a:gd name="T64" fmla="*/ 423 w 829"/>
                            <a:gd name="T65" fmla="*/ 1464 h 1597"/>
                            <a:gd name="T66" fmla="*/ 465 w 829"/>
                            <a:gd name="T67" fmla="*/ 1389 h 1597"/>
                            <a:gd name="T68" fmla="*/ 513 w 829"/>
                            <a:gd name="T69" fmla="*/ 1413 h 1597"/>
                            <a:gd name="T70" fmla="*/ 585 w 829"/>
                            <a:gd name="T71" fmla="*/ 1377 h 1597"/>
                            <a:gd name="T72" fmla="*/ 621 w 829"/>
                            <a:gd name="T73" fmla="*/ 1353 h 1597"/>
                            <a:gd name="T74" fmla="*/ 663 w 829"/>
                            <a:gd name="T75" fmla="*/ 1320 h 1597"/>
                            <a:gd name="T76" fmla="*/ 684 w 829"/>
                            <a:gd name="T77" fmla="*/ 1305 h 1597"/>
                            <a:gd name="T78" fmla="*/ 699 w 829"/>
                            <a:gd name="T79" fmla="*/ 1287 h 1597"/>
                            <a:gd name="T80" fmla="*/ 711 w 829"/>
                            <a:gd name="T81" fmla="*/ 1284 h 1597"/>
                            <a:gd name="T82" fmla="*/ 705 w 829"/>
                            <a:gd name="T83" fmla="*/ 1266 h 1597"/>
                            <a:gd name="T84" fmla="*/ 717 w 829"/>
                            <a:gd name="T85" fmla="*/ 1254 h 1597"/>
                            <a:gd name="T86" fmla="*/ 720 w 829"/>
                            <a:gd name="T87" fmla="*/ 1248 h 1597"/>
                            <a:gd name="T88" fmla="*/ 726 w 829"/>
                            <a:gd name="T89" fmla="*/ 1239 h 1597"/>
                            <a:gd name="T90" fmla="*/ 723 w 829"/>
                            <a:gd name="T91" fmla="*/ 1101 h 1597"/>
                            <a:gd name="T92" fmla="*/ 660 w 829"/>
                            <a:gd name="T93" fmla="*/ 996 h 1597"/>
                            <a:gd name="T94" fmla="*/ 723 w 829"/>
                            <a:gd name="T95" fmla="*/ 948 h 1597"/>
                            <a:gd name="T96" fmla="*/ 732 w 829"/>
                            <a:gd name="T97" fmla="*/ 858 h 1597"/>
                            <a:gd name="T98" fmla="*/ 795 w 829"/>
                            <a:gd name="T99" fmla="*/ 747 h 1597"/>
                            <a:gd name="T100" fmla="*/ 792 w 829"/>
                            <a:gd name="T101" fmla="*/ 714 h 1597"/>
                            <a:gd name="T102" fmla="*/ 648 w 829"/>
                            <a:gd name="T103" fmla="*/ 573 h 1597"/>
                            <a:gd name="T104" fmla="*/ 654 w 829"/>
                            <a:gd name="T105" fmla="*/ 537 h 1597"/>
                            <a:gd name="T106" fmla="*/ 678 w 829"/>
                            <a:gd name="T107" fmla="*/ 471 h 1597"/>
                            <a:gd name="T108" fmla="*/ 708 w 829"/>
                            <a:gd name="T109" fmla="*/ 396 h 1597"/>
                            <a:gd name="T110" fmla="*/ 801 w 829"/>
                            <a:gd name="T111" fmla="*/ 351 h 1597"/>
                            <a:gd name="T112" fmla="*/ 789 w 829"/>
                            <a:gd name="T113" fmla="*/ 246 h 1597"/>
                            <a:gd name="T114" fmla="*/ 684 w 829"/>
                            <a:gd name="T115" fmla="*/ 153 h 1597"/>
                            <a:gd name="T116" fmla="*/ 765 w 829"/>
                            <a:gd name="T117" fmla="*/ 42 h 1597"/>
                            <a:gd name="T118" fmla="*/ 732 w 829"/>
                            <a:gd name="T119" fmla="*/ 3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9" h="1597">
                              <a:moveTo>
                                <a:pt x="732" y="3"/>
                              </a:moveTo>
                              <a:cubicBezTo>
                                <a:pt x="699" y="19"/>
                                <a:pt x="723" y="0"/>
                                <a:pt x="687" y="6"/>
                              </a:cubicBezTo>
                              <a:cubicBezTo>
                                <a:pt x="670" y="19"/>
                                <a:pt x="674" y="36"/>
                                <a:pt x="651" y="39"/>
                              </a:cubicBezTo>
                              <a:cubicBezTo>
                                <a:pt x="633" y="48"/>
                                <a:pt x="643" y="62"/>
                                <a:pt x="621" y="69"/>
                              </a:cubicBezTo>
                              <a:cubicBezTo>
                                <a:pt x="609" y="73"/>
                                <a:pt x="576" y="102"/>
                                <a:pt x="576" y="102"/>
                              </a:cubicBezTo>
                              <a:cubicBezTo>
                                <a:pt x="562" y="111"/>
                                <a:pt x="531" y="65"/>
                                <a:pt x="516" y="72"/>
                              </a:cubicBezTo>
                              <a:cubicBezTo>
                                <a:pt x="505" y="89"/>
                                <a:pt x="478" y="125"/>
                                <a:pt x="456" y="132"/>
                              </a:cubicBezTo>
                              <a:cubicBezTo>
                                <a:pt x="425" y="163"/>
                                <a:pt x="410" y="101"/>
                                <a:pt x="375" y="126"/>
                              </a:cubicBezTo>
                              <a:cubicBezTo>
                                <a:pt x="354" y="141"/>
                                <a:pt x="360" y="190"/>
                                <a:pt x="339" y="204"/>
                              </a:cubicBezTo>
                              <a:cubicBezTo>
                                <a:pt x="332" y="215"/>
                                <a:pt x="322" y="245"/>
                                <a:pt x="309" y="249"/>
                              </a:cubicBezTo>
                              <a:cubicBezTo>
                                <a:pt x="295" y="263"/>
                                <a:pt x="274" y="287"/>
                                <a:pt x="261" y="300"/>
                              </a:cubicBezTo>
                              <a:cubicBezTo>
                                <a:pt x="258" y="310"/>
                                <a:pt x="243" y="303"/>
                                <a:pt x="243" y="303"/>
                              </a:cubicBezTo>
                              <a:cubicBezTo>
                                <a:pt x="239" y="319"/>
                                <a:pt x="218" y="284"/>
                                <a:pt x="210" y="300"/>
                              </a:cubicBezTo>
                              <a:cubicBezTo>
                                <a:pt x="201" y="318"/>
                                <a:pt x="194" y="307"/>
                                <a:pt x="180" y="321"/>
                              </a:cubicBezTo>
                              <a:cubicBezTo>
                                <a:pt x="175" y="341"/>
                                <a:pt x="176" y="349"/>
                                <a:pt x="162" y="363"/>
                              </a:cubicBezTo>
                              <a:cubicBezTo>
                                <a:pt x="159" y="382"/>
                                <a:pt x="131" y="396"/>
                                <a:pt x="120" y="411"/>
                              </a:cubicBezTo>
                              <a:cubicBezTo>
                                <a:pt x="117" y="431"/>
                                <a:pt x="131" y="468"/>
                                <a:pt x="135" y="492"/>
                              </a:cubicBezTo>
                              <a:cubicBezTo>
                                <a:pt x="139" y="516"/>
                                <a:pt x="156" y="529"/>
                                <a:pt x="147" y="558"/>
                              </a:cubicBezTo>
                              <a:cubicBezTo>
                                <a:pt x="144" y="574"/>
                                <a:pt x="83" y="650"/>
                                <a:pt x="78" y="666"/>
                              </a:cubicBezTo>
                              <a:cubicBezTo>
                                <a:pt x="67" y="690"/>
                                <a:pt x="65" y="692"/>
                                <a:pt x="72" y="720"/>
                              </a:cubicBezTo>
                              <a:cubicBezTo>
                                <a:pt x="79" y="748"/>
                                <a:pt x="125" y="793"/>
                                <a:pt x="117" y="834"/>
                              </a:cubicBezTo>
                              <a:cubicBezTo>
                                <a:pt x="114" y="879"/>
                                <a:pt x="42" y="928"/>
                                <a:pt x="21" y="969"/>
                              </a:cubicBezTo>
                              <a:cubicBezTo>
                                <a:pt x="11" y="1039"/>
                                <a:pt x="0" y="1035"/>
                                <a:pt x="12" y="1104"/>
                              </a:cubicBezTo>
                              <a:cubicBezTo>
                                <a:pt x="18" y="1140"/>
                                <a:pt x="16" y="1177"/>
                                <a:pt x="27" y="1200"/>
                              </a:cubicBezTo>
                              <a:cubicBezTo>
                                <a:pt x="38" y="1223"/>
                                <a:pt x="67" y="1228"/>
                                <a:pt x="78" y="1245"/>
                              </a:cubicBezTo>
                              <a:cubicBezTo>
                                <a:pt x="89" y="1262"/>
                                <a:pt x="84" y="1260"/>
                                <a:pt x="96" y="1299"/>
                              </a:cubicBezTo>
                              <a:cubicBezTo>
                                <a:pt x="105" y="1326"/>
                                <a:pt x="54" y="1431"/>
                                <a:pt x="48" y="1476"/>
                              </a:cubicBezTo>
                              <a:cubicBezTo>
                                <a:pt x="30" y="1494"/>
                                <a:pt x="34" y="1549"/>
                                <a:pt x="36" y="1554"/>
                              </a:cubicBezTo>
                              <a:cubicBezTo>
                                <a:pt x="43" y="1568"/>
                                <a:pt x="87" y="1574"/>
                                <a:pt x="102" y="1578"/>
                              </a:cubicBezTo>
                              <a:cubicBezTo>
                                <a:pt x="115" y="1597"/>
                                <a:pt x="180" y="1566"/>
                                <a:pt x="192" y="1548"/>
                              </a:cubicBezTo>
                              <a:cubicBezTo>
                                <a:pt x="264" y="1545"/>
                                <a:pt x="252" y="1509"/>
                                <a:pt x="321" y="1500"/>
                              </a:cubicBezTo>
                              <a:cubicBezTo>
                                <a:pt x="341" y="1492"/>
                                <a:pt x="355" y="1446"/>
                                <a:pt x="381" y="1443"/>
                              </a:cubicBezTo>
                              <a:cubicBezTo>
                                <a:pt x="402" y="1440"/>
                                <a:pt x="423" y="1464"/>
                                <a:pt x="423" y="1464"/>
                              </a:cubicBezTo>
                              <a:cubicBezTo>
                                <a:pt x="437" y="1459"/>
                                <a:pt x="450" y="1393"/>
                                <a:pt x="465" y="1389"/>
                              </a:cubicBezTo>
                              <a:cubicBezTo>
                                <a:pt x="487" y="1367"/>
                                <a:pt x="484" y="1419"/>
                                <a:pt x="513" y="1413"/>
                              </a:cubicBezTo>
                              <a:cubicBezTo>
                                <a:pt x="531" y="1401"/>
                                <a:pt x="566" y="1389"/>
                                <a:pt x="585" y="1377"/>
                              </a:cubicBezTo>
                              <a:cubicBezTo>
                                <a:pt x="597" y="1360"/>
                                <a:pt x="607" y="1369"/>
                                <a:pt x="621" y="1353"/>
                              </a:cubicBezTo>
                              <a:cubicBezTo>
                                <a:pt x="656" y="1316"/>
                                <a:pt x="639" y="1328"/>
                                <a:pt x="663" y="1320"/>
                              </a:cubicBezTo>
                              <a:cubicBezTo>
                                <a:pt x="677" y="1306"/>
                                <a:pt x="666" y="1311"/>
                                <a:pt x="684" y="1305"/>
                              </a:cubicBezTo>
                              <a:cubicBezTo>
                                <a:pt x="689" y="1298"/>
                                <a:pt x="695" y="1294"/>
                                <a:pt x="699" y="1287"/>
                              </a:cubicBezTo>
                              <a:cubicBezTo>
                                <a:pt x="702" y="1283"/>
                                <a:pt x="709" y="1289"/>
                                <a:pt x="711" y="1284"/>
                              </a:cubicBezTo>
                              <a:cubicBezTo>
                                <a:pt x="725" y="1253"/>
                                <a:pt x="695" y="1299"/>
                                <a:pt x="705" y="1266"/>
                              </a:cubicBezTo>
                              <a:cubicBezTo>
                                <a:pt x="711" y="1247"/>
                                <a:pt x="713" y="1273"/>
                                <a:pt x="717" y="1254"/>
                              </a:cubicBezTo>
                              <a:cubicBezTo>
                                <a:pt x="719" y="1246"/>
                                <a:pt x="720" y="1248"/>
                                <a:pt x="720" y="1248"/>
                              </a:cubicBezTo>
                              <a:cubicBezTo>
                                <a:pt x="721" y="1220"/>
                                <a:pt x="717" y="1267"/>
                                <a:pt x="726" y="1239"/>
                              </a:cubicBezTo>
                              <a:cubicBezTo>
                                <a:pt x="777" y="1110"/>
                                <a:pt x="747" y="1167"/>
                                <a:pt x="723" y="1101"/>
                              </a:cubicBezTo>
                              <a:cubicBezTo>
                                <a:pt x="728" y="1057"/>
                                <a:pt x="653" y="1040"/>
                                <a:pt x="660" y="996"/>
                              </a:cubicBezTo>
                              <a:cubicBezTo>
                                <a:pt x="664" y="972"/>
                                <a:pt x="712" y="970"/>
                                <a:pt x="723" y="948"/>
                              </a:cubicBezTo>
                              <a:cubicBezTo>
                                <a:pt x="727" y="923"/>
                                <a:pt x="728" y="883"/>
                                <a:pt x="732" y="858"/>
                              </a:cubicBezTo>
                              <a:cubicBezTo>
                                <a:pt x="730" y="816"/>
                                <a:pt x="829" y="770"/>
                                <a:pt x="795" y="747"/>
                              </a:cubicBezTo>
                              <a:cubicBezTo>
                                <a:pt x="784" y="731"/>
                                <a:pt x="802" y="730"/>
                                <a:pt x="792" y="714"/>
                              </a:cubicBezTo>
                              <a:cubicBezTo>
                                <a:pt x="785" y="671"/>
                                <a:pt x="623" y="611"/>
                                <a:pt x="648" y="573"/>
                              </a:cubicBezTo>
                              <a:cubicBezTo>
                                <a:pt x="652" y="556"/>
                                <a:pt x="645" y="551"/>
                                <a:pt x="654" y="537"/>
                              </a:cubicBezTo>
                              <a:cubicBezTo>
                                <a:pt x="657" y="524"/>
                                <a:pt x="674" y="484"/>
                                <a:pt x="678" y="471"/>
                              </a:cubicBezTo>
                              <a:cubicBezTo>
                                <a:pt x="680" y="465"/>
                                <a:pt x="708" y="396"/>
                                <a:pt x="708" y="396"/>
                              </a:cubicBezTo>
                              <a:cubicBezTo>
                                <a:pt x="711" y="374"/>
                                <a:pt x="796" y="372"/>
                                <a:pt x="801" y="351"/>
                              </a:cubicBezTo>
                              <a:cubicBezTo>
                                <a:pt x="800" y="324"/>
                                <a:pt x="798" y="272"/>
                                <a:pt x="789" y="246"/>
                              </a:cubicBezTo>
                              <a:cubicBezTo>
                                <a:pt x="764" y="170"/>
                                <a:pt x="722" y="222"/>
                                <a:pt x="684" y="153"/>
                              </a:cubicBezTo>
                              <a:cubicBezTo>
                                <a:pt x="670" y="128"/>
                                <a:pt x="789" y="55"/>
                                <a:pt x="765" y="42"/>
                              </a:cubicBezTo>
                              <a:cubicBezTo>
                                <a:pt x="744" y="30"/>
                                <a:pt x="727" y="18"/>
                                <a:pt x="732" y="3"/>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81" name="Freeform 204"/>
                        <p:cNvSpPr/>
                        <p:nvPr/>
                      </p:nvSpPr>
                      <p:spPr bwMode="auto">
                        <a:xfrm>
                          <a:off x="10885" y="7378"/>
                          <a:ext cx="1353" cy="1299"/>
                        </a:xfrm>
                        <a:custGeom>
                          <a:avLst/>
                          <a:gdLst>
                            <a:gd name="T0" fmla="*/ 772 w 1349"/>
                            <a:gd name="T1" fmla="*/ 60 h 1304"/>
                            <a:gd name="T2" fmla="*/ 634 w 1349"/>
                            <a:gd name="T3" fmla="*/ 24 h 1304"/>
                            <a:gd name="T4" fmla="*/ 660 w 1349"/>
                            <a:gd name="T5" fmla="*/ 84 h 1304"/>
                            <a:gd name="T6" fmla="*/ 618 w 1349"/>
                            <a:gd name="T7" fmla="*/ 219 h 1304"/>
                            <a:gd name="T8" fmla="*/ 544 w 1349"/>
                            <a:gd name="T9" fmla="*/ 270 h 1304"/>
                            <a:gd name="T10" fmla="*/ 415 w 1349"/>
                            <a:gd name="T11" fmla="*/ 348 h 1304"/>
                            <a:gd name="T12" fmla="*/ 330 w 1349"/>
                            <a:gd name="T13" fmla="*/ 393 h 1304"/>
                            <a:gd name="T14" fmla="*/ 244 w 1349"/>
                            <a:gd name="T15" fmla="*/ 417 h 1304"/>
                            <a:gd name="T16" fmla="*/ 138 w 1349"/>
                            <a:gd name="T17" fmla="*/ 477 h 1304"/>
                            <a:gd name="T18" fmla="*/ 6 w 1349"/>
                            <a:gd name="T19" fmla="*/ 525 h 1304"/>
                            <a:gd name="T20" fmla="*/ 81 w 1349"/>
                            <a:gd name="T21" fmla="*/ 723 h 1304"/>
                            <a:gd name="T22" fmla="*/ 118 w 1349"/>
                            <a:gd name="T23" fmla="*/ 897 h 1304"/>
                            <a:gd name="T24" fmla="*/ 340 w 1349"/>
                            <a:gd name="T25" fmla="*/ 1056 h 1304"/>
                            <a:gd name="T26" fmla="*/ 613 w 1349"/>
                            <a:gd name="T27" fmla="*/ 1077 h 1304"/>
                            <a:gd name="T28" fmla="*/ 724 w 1349"/>
                            <a:gd name="T29" fmla="*/ 1161 h 1304"/>
                            <a:gd name="T30" fmla="*/ 910 w 1349"/>
                            <a:gd name="T31" fmla="*/ 1200 h 1304"/>
                            <a:gd name="T32" fmla="*/ 979 w 1349"/>
                            <a:gd name="T33" fmla="*/ 1278 h 1304"/>
                            <a:gd name="T34" fmla="*/ 1066 w 1349"/>
                            <a:gd name="T35" fmla="*/ 1266 h 1304"/>
                            <a:gd name="T36" fmla="*/ 1138 w 1349"/>
                            <a:gd name="T37" fmla="*/ 1200 h 1304"/>
                            <a:gd name="T38" fmla="*/ 1225 w 1349"/>
                            <a:gd name="T39" fmla="*/ 1158 h 1304"/>
                            <a:gd name="T40" fmla="*/ 1177 w 1349"/>
                            <a:gd name="T41" fmla="*/ 945 h 1304"/>
                            <a:gd name="T42" fmla="*/ 970 w 1349"/>
                            <a:gd name="T43" fmla="*/ 843 h 1304"/>
                            <a:gd name="T44" fmla="*/ 1066 w 1349"/>
                            <a:gd name="T45" fmla="*/ 804 h 1304"/>
                            <a:gd name="T46" fmla="*/ 1117 w 1349"/>
                            <a:gd name="T47" fmla="*/ 684 h 1304"/>
                            <a:gd name="T48" fmla="*/ 1117 w 1349"/>
                            <a:gd name="T49" fmla="*/ 558 h 1304"/>
                            <a:gd name="T50" fmla="*/ 1240 w 1349"/>
                            <a:gd name="T51" fmla="*/ 669 h 1304"/>
                            <a:gd name="T52" fmla="*/ 1306 w 1349"/>
                            <a:gd name="T53" fmla="*/ 543 h 1304"/>
                            <a:gd name="T54" fmla="*/ 1189 w 1349"/>
                            <a:gd name="T55" fmla="*/ 453 h 1304"/>
                            <a:gd name="T56" fmla="*/ 1015 w 1349"/>
                            <a:gd name="T57" fmla="*/ 429 h 1304"/>
                            <a:gd name="T58" fmla="*/ 907 w 1349"/>
                            <a:gd name="T59" fmla="*/ 324 h 1304"/>
                            <a:gd name="T60" fmla="*/ 991 w 1349"/>
                            <a:gd name="T61" fmla="*/ 228 h 1304"/>
                            <a:gd name="T62" fmla="*/ 1075 w 1349"/>
                            <a:gd name="T63" fmla="*/ 75 h 1304"/>
                            <a:gd name="T64" fmla="*/ 973 w 1349"/>
                            <a:gd name="T65" fmla="*/ 117 h 1304"/>
                            <a:gd name="T66" fmla="*/ 943 w 1349"/>
                            <a:gd name="T67" fmla="*/ 54 h 1304"/>
                            <a:gd name="T68" fmla="*/ 841 w 1349"/>
                            <a:gd name="T69" fmla="*/ 69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9" h="1304">
                              <a:moveTo>
                                <a:pt x="841" y="69"/>
                              </a:moveTo>
                              <a:cubicBezTo>
                                <a:pt x="808" y="77"/>
                                <a:pt x="806" y="64"/>
                                <a:pt x="772" y="60"/>
                              </a:cubicBezTo>
                              <a:cubicBezTo>
                                <a:pt x="758" y="55"/>
                                <a:pt x="732" y="50"/>
                                <a:pt x="718" y="48"/>
                              </a:cubicBezTo>
                              <a:cubicBezTo>
                                <a:pt x="675" y="58"/>
                                <a:pt x="670" y="0"/>
                                <a:pt x="634" y="24"/>
                              </a:cubicBezTo>
                              <a:cubicBezTo>
                                <a:pt x="617" y="34"/>
                                <a:pt x="628" y="22"/>
                                <a:pt x="628" y="36"/>
                              </a:cubicBezTo>
                              <a:cubicBezTo>
                                <a:pt x="632" y="46"/>
                                <a:pt x="660" y="61"/>
                                <a:pt x="660" y="84"/>
                              </a:cubicBezTo>
                              <a:cubicBezTo>
                                <a:pt x="650" y="99"/>
                                <a:pt x="648" y="172"/>
                                <a:pt x="631" y="174"/>
                              </a:cubicBezTo>
                              <a:cubicBezTo>
                                <a:pt x="622" y="195"/>
                                <a:pt x="626" y="210"/>
                                <a:pt x="618" y="219"/>
                              </a:cubicBezTo>
                              <a:cubicBezTo>
                                <a:pt x="609" y="229"/>
                                <a:pt x="591" y="229"/>
                                <a:pt x="579" y="237"/>
                              </a:cubicBezTo>
                              <a:cubicBezTo>
                                <a:pt x="561" y="249"/>
                                <a:pt x="565" y="263"/>
                                <a:pt x="544" y="270"/>
                              </a:cubicBezTo>
                              <a:cubicBezTo>
                                <a:pt x="530" y="275"/>
                                <a:pt x="495" y="302"/>
                                <a:pt x="480" y="306"/>
                              </a:cubicBezTo>
                              <a:cubicBezTo>
                                <a:pt x="469" y="323"/>
                                <a:pt x="431" y="339"/>
                                <a:pt x="415" y="348"/>
                              </a:cubicBezTo>
                              <a:cubicBezTo>
                                <a:pt x="399" y="358"/>
                                <a:pt x="389" y="311"/>
                                <a:pt x="375" y="318"/>
                              </a:cubicBezTo>
                              <a:cubicBezTo>
                                <a:pt x="361" y="325"/>
                                <a:pt x="345" y="383"/>
                                <a:pt x="330" y="393"/>
                              </a:cubicBezTo>
                              <a:cubicBezTo>
                                <a:pt x="309" y="404"/>
                                <a:pt x="308" y="372"/>
                                <a:pt x="285" y="378"/>
                              </a:cubicBezTo>
                              <a:cubicBezTo>
                                <a:pt x="264" y="383"/>
                                <a:pt x="264" y="408"/>
                                <a:pt x="244" y="417"/>
                              </a:cubicBezTo>
                              <a:cubicBezTo>
                                <a:pt x="231" y="423"/>
                                <a:pt x="210" y="428"/>
                                <a:pt x="196" y="432"/>
                              </a:cubicBezTo>
                              <a:cubicBezTo>
                                <a:pt x="189" y="443"/>
                                <a:pt x="171" y="471"/>
                                <a:pt x="138" y="477"/>
                              </a:cubicBezTo>
                              <a:cubicBezTo>
                                <a:pt x="111" y="486"/>
                                <a:pt x="103" y="474"/>
                                <a:pt x="88" y="489"/>
                              </a:cubicBezTo>
                              <a:cubicBezTo>
                                <a:pt x="49" y="510"/>
                                <a:pt x="27" y="525"/>
                                <a:pt x="6" y="525"/>
                              </a:cubicBezTo>
                              <a:cubicBezTo>
                                <a:pt x="4" y="554"/>
                                <a:pt x="8" y="553"/>
                                <a:pt x="4" y="582"/>
                              </a:cubicBezTo>
                              <a:cubicBezTo>
                                <a:pt x="0" y="653"/>
                                <a:pt x="63" y="705"/>
                                <a:pt x="81" y="723"/>
                              </a:cubicBezTo>
                              <a:cubicBezTo>
                                <a:pt x="89" y="747"/>
                                <a:pt x="120" y="759"/>
                                <a:pt x="138" y="810"/>
                              </a:cubicBezTo>
                              <a:cubicBezTo>
                                <a:pt x="147" y="838"/>
                                <a:pt x="96" y="879"/>
                                <a:pt x="118" y="897"/>
                              </a:cubicBezTo>
                              <a:cubicBezTo>
                                <a:pt x="146" y="921"/>
                                <a:pt x="178" y="956"/>
                                <a:pt x="208" y="978"/>
                              </a:cubicBezTo>
                              <a:cubicBezTo>
                                <a:pt x="253" y="1011"/>
                                <a:pt x="288" y="1039"/>
                                <a:pt x="340" y="1056"/>
                              </a:cubicBezTo>
                              <a:cubicBezTo>
                                <a:pt x="371" y="1066"/>
                                <a:pt x="434" y="1063"/>
                                <a:pt x="466" y="1068"/>
                              </a:cubicBezTo>
                              <a:cubicBezTo>
                                <a:pt x="501" y="1081"/>
                                <a:pt x="576" y="1072"/>
                                <a:pt x="613" y="1077"/>
                              </a:cubicBezTo>
                              <a:cubicBezTo>
                                <a:pt x="640" y="1086"/>
                                <a:pt x="676" y="1046"/>
                                <a:pt x="703" y="1053"/>
                              </a:cubicBezTo>
                              <a:cubicBezTo>
                                <a:pt x="720" y="1057"/>
                                <a:pt x="707" y="1157"/>
                                <a:pt x="724" y="1161"/>
                              </a:cubicBezTo>
                              <a:cubicBezTo>
                                <a:pt x="739" y="1176"/>
                                <a:pt x="757" y="1196"/>
                                <a:pt x="778" y="1200"/>
                              </a:cubicBezTo>
                              <a:cubicBezTo>
                                <a:pt x="815" y="1204"/>
                                <a:pt x="885" y="1192"/>
                                <a:pt x="910" y="1200"/>
                              </a:cubicBezTo>
                              <a:cubicBezTo>
                                <a:pt x="935" y="1208"/>
                                <a:pt x="920" y="1238"/>
                                <a:pt x="931" y="1251"/>
                              </a:cubicBezTo>
                              <a:cubicBezTo>
                                <a:pt x="956" y="1254"/>
                                <a:pt x="979" y="1278"/>
                                <a:pt x="979" y="1278"/>
                              </a:cubicBezTo>
                              <a:cubicBezTo>
                                <a:pt x="1015" y="1245"/>
                                <a:pt x="1021" y="1260"/>
                                <a:pt x="1048" y="1242"/>
                              </a:cubicBezTo>
                              <a:cubicBezTo>
                                <a:pt x="1065" y="1238"/>
                                <a:pt x="1056" y="1258"/>
                                <a:pt x="1066" y="1266"/>
                              </a:cubicBezTo>
                              <a:cubicBezTo>
                                <a:pt x="1076" y="1274"/>
                                <a:pt x="1096" y="1304"/>
                                <a:pt x="1108" y="1293"/>
                              </a:cubicBezTo>
                              <a:cubicBezTo>
                                <a:pt x="1126" y="1262"/>
                                <a:pt x="1122" y="1232"/>
                                <a:pt x="1138" y="1200"/>
                              </a:cubicBezTo>
                              <a:cubicBezTo>
                                <a:pt x="1147" y="1182"/>
                                <a:pt x="1152" y="1182"/>
                                <a:pt x="1165" y="1158"/>
                              </a:cubicBezTo>
                              <a:cubicBezTo>
                                <a:pt x="1179" y="1151"/>
                                <a:pt x="1216" y="1175"/>
                                <a:pt x="1225" y="1158"/>
                              </a:cubicBezTo>
                              <a:cubicBezTo>
                                <a:pt x="1234" y="1141"/>
                                <a:pt x="1227" y="1088"/>
                                <a:pt x="1219" y="1053"/>
                              </a:cubicBezTo>
                              <a:cubicBezTo>
                                <a:pt x="1221" y="1041"/>
                                <a:pt x="1175" y="957"/>
                                <a:pt x="1177" y="945"/>
                              </a:cubicBezTo>
                              <a:cubicBezTo>
                                <a:pt x="982" y="1038"/>
                                <a:pt x="1120" y="917"/>
                                <a:pt x="1051" y="915"/>
                              </a:cubicBezTo>
                              <a:cubicBezTo>
                                <a:pt x="1004" y="895"/>
                                <a:pt x="968" y="861"/>
                                <a:pt x="970" y="843"/>
                              </a:cubicBezTo>
                              <a:cubicBezTo>
                                <a:pt x="964" y="831"/>
                                <a:pt x="1002" y="850"/>
                                <a:pt x="1018" y="843"/>
                              </a:cubicBezTo>
                              <a:cubicBezTo>
                                <a:pt x="1034" y="836"/>
                                <a:pt x="1062" y="820"/>
                                <a:pt x="1066" y="804"/>
                              </a:cubicBezTo>
                              <a:cubicBezTo>
                                <a:pt x="1069" y="776"/>
                                <a:pt x="1038" y="770"/>
                                <a:pt x="1045" y="747"/>
                              </a:cubicBezTo>
                              <a:cubicBezTo>
                                <a:pt x="1054" y="727"/>
                                <a:pt x="1113" y="707"/>
                                <a:pt x="1117" y="684"/>
                              </a:cubicBezTo>
                              <a:cubicBezTo>
                                <a:pt x="1121" y="661"/>
                                <a:pt x="1069" y="627"/>
                                <a:pt x="1069" y="606"/>
                              </a:cubicBezTo>
                              <a:cubicBezTo>
                                <a:pt x="1069" y="585"/>
                                <a:pt x="1100" y="555"/>
                                <a:pt x="1117" y="558"/>
                              </a:cubicBezTo>
                              <a:cubicBezTo>
                                <a:pt x="1159" y="591"/>
                                <a:pt x="1150" y="605"/>
                                <a:pt x="1171" y="624"/>
                              </a:cubicBezTo>
                              <a:cubicBezTo>
                                <a:pt x="1192" y="643"/>
                                <a:pt x="1222" y="669"/>
                                <a:pt x="1240" y="669"/>
                              </a:cubicBezTo>
                              <a:cubicBezTo>
                                <a:pt x="1245" y="655"/>
                                <a:pt x="1274" y="633"/>
                                <a:pt x="1282" y="621"/>
                              </a:cubicBezTo>
                              <a:cubicBezTo>
                                <a:pt x="1288" y="576"/>
                                <a:pt x="1349" y="572"/>
                                <a:pt x="1306" y="543"/>
                              </a:cubicBezTo>
                              <a:cubicBezTo>
                                <a:pt x="1286" y="519"/>
                                <a:pt x="1256" y="507"/>
                                <a:pt x="1237" y="492"/>
                              </a:cubicBezTo>
                              <a:cubicBezTo>
                                <a:pt x="1218" y="477"/>
                                <a:pt x="1214" y="457"/>
                                <a:pt x="1189" y="453"/>
                              </a:cubicBezTo>
                              <a:cubicBezTo>
                                <a:pt x="1138" y="435"/>
                                <a:pt x="1161" y="472"/>
                                <a:pt x="1087" y="468"/>
                              </a:cubicBezTo>
                              <a:cubicBezTo>
                                <a:pt x="1060" y="460"/>
                                <a:pt x="1033" y="448"/>
                                <a:pt x="1015" y="429"/>
                              </a:cubicBezTo>
                              <a:cubicBezTo>
                                <a:pt x="997" y="410"/>
                                <a:pt x="997" y="374"/>
                                <a:pt x="979" y="357"/>
                              </a:cubicBezTo>
                              <a:cubicBezTo>
                                <a:pt x="971" y="333"/>
                                <a:pt x="877" y="334"/>
                                <a:pt x="907" y="324"/>
                              </a:cubicBezTo>
                              <a:cubicBezTo>
                                <a:pt x="926" y="296"/>
                                <a:pt x="927" y="271"/>
                                <a:pt x="955" y="249"/>
                              </a:cubicBezTo>
                              <a:cubicBezTo>
                                <a:pt x="957" y="247"/>
                                <a:pt x="989" y="230"/>
                                <a:pt x="991" y="228"/>
                              </a:cubicBezTo>
                              <a:cubicBezTo>
                                <a:pt x="994" y="225"/>
                                <a:pt x="1020" y="204"/>
                                <a:pt x="1024" y="201"/>
                              </a:cubicBezTo>
                              <a:cubicBezTo>
                                <a:pt x="1046" y="185"/>
                                <a:pt x="1069" y="101"/>
                                <a:pt x="1075" y="75"/>
                              </a:cubicBezTo>
                              <a:cubicBezTo>
                                <a:pt x="1064" y="42"/>
                                <a:pt x="1009" y="143"/>
                                <a:pt x="997" y="138"/>
                              </a:cubicBezTo>
                              <a:cubicBezTo>
                                <a:pt x="980" y="145"/>
                                <a:pt x="973" y="132"/>
                                <a:pt x="973" y="117"/>
                              </a:cubicBezTo>
                              <a:cubicBezTo>
                                <a:pt x="973" y="102"/>
                                <a:pt x="1005" y="55"/>
                                <a:pt x="1000" y="45"/>
                              </a:cubicBezTo>
                              <a:cubicBezTo>
                                <a:pt x="955" y="54"/>
                                <a:pt x="982" y="56"/>
                                <a:pt x="943" y="54"/>
                              </a:cubicBezTo>
                              <a:cubicBezTo>
                                <a:pt x="919" y="51"/>
                                <a:pt x="907" y="72"/>
                                <a:pt x="883" y="69"/>
                              </a:cubicBezTo>
                              <a:cubicBezTo>
                                <a:pt x="849" y="61"/>
                                <a:pt x="877" y="72"/>
                                <a:pt x="841" y="69"/>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82" name="Freeform 205"/>
                        <p:cNvSpPr/>
                        <p:nvPr/>
                      </p:nvSpPr>
                      <p:spPr bwMode="auto">
                        <a:xfrm>
                          <a:off x="11412" y="5711"/>
                          <a:ext cx="1294" cy="1742"/>
                        </a:xfrm>
                        <a:custGeom>
                          <a:avLst/>
                          <a:gdLst>
                            <a:gd name="T0" fmla="*/ 596 w 1295"/>
                            <a:gd name="T1" fmla="*/ 66 h 1740"/>
                            <a:gd name="T2" fmla="*/ 472 w 1295"/>
                            <a:gd name="T3" fmla="*/ 201 h 1740"/>
                            <a:gd name="T4" fmla="*/ 285 w 1295"/>
                            <a:gd name="T5" fmla="*/ 342 h 1740"/>
                            <a:gd name="T6" fmla="*/ 214 w 1295"/>
                            <a:gd name="T7" fmla="*/ 238 h 1740"/>
                            <a:gd name="T8" fmla="*/ 64 w 1295"/>
                            <a:gd name="T9" fmla="*/ 262 h 1740"/>
                            <a:gd name="T10" fmla="*/ 6 w 1295"/>
                            <a:gd name="T11" fmla="*/ 428 h 1740"/>
                            <a:gd name="T12" fmla="*/ 92 w 1295"/>
                            <a:gd name="T13" fmla="*/ 599 h 1740"/>
                            <a:gd name="T14" fmla="*/ 71 w 1295"/>
                            <a:gd name="T15" fmla="*/ 744 h 1740"/>
                            <a:gd name="T16" fmla="*/ 155 w 1295"/>
                            <a:gd name="T17" fmla="*/ 798 h 1740"/>
                            <a:gd name="T18" fmla="*/ 104 w 1295"/>
                            <a:gd name="T19" fmla="*/ 990 h 1740"/>
                            <a:gd name="T20" fmla="*/ 38 w 1295"/>
                            <a:gd name="T21" fmla="*/ 1194 h 1740"/>
                            <a:gd name="T22" fmla="*/ 187 w 1295"/>
                            <a:gd name="T23" fmla="*/ 1344 h 1740"/>
                            <a:gd name="T24" fmla="*/ 101 w 1295"/>
                            <a:gd name="T25" fmla="*/ 1543 h 1740"/>
                            <a:gd name="T26" fmla="*/ 190 w 1295"/>
                            <a:gd name="T27" fmla="*/ 1715 h 1740"/>
                            <a:gd name="T28" fmla="*/ 294 w 1295"/>
                            <a:gd name="T29" fmla="*/ 1736 h 1740"/>
                            <a:gd name="T30" fmla="*/ 446 w 1295"/>
                            <a:gd name="T31" fmla="*/ 1713 h 1740"/>
                            <a:gd name="T32" fmla="*/ 507 w 1295"/>
                            <a:gd name="T33" fmla="*/ 1521 h 1740"/>
                            <a:gd name="T34" fmla="*/ 682 w 1295"/>
                            <a:gd name="T35" fmla="*/ 1325 h 1740"/>
                            <a:gd name="T36" fmla="*/ 785 w 1295"/>
                            <a:gd name="T37" fmla="*/ 1239 h 1740"/>
                            <a:gd name="T38" fmla="*/ 854 w 1295"/>
                            <a:gd name="T39" fmla="*/ 1154 h 1740"/>
                            <a:gd name="T40" fmla="*/ 854 w 1295"/>
                            <a:gd name="T41" fmla="*/ 1031 h 1740"/>
                            <a:gd name="T42" fmla="*/ 740 w 1295"/>
                            <a:gd name="T43" fmla="*/ 966 h 1740"/>
                            <a:gd name="T44" fmla="*/ 621 w 1295"/>
                            <a:gd name="T45" fmla="*/ 848 h 1740"/>
                            <a:gd name="T46" fmla="*/ 470 w 1295"/>
                            <a:gd name="T47" fmla="*/ 823 h 1740"/>
                            <a:gd name="T48" fmla="*/ 368 w 1295"/>
                            <a:gd name="T49" fmla="*/ 721 h 1740"/>
                            <a:gd name="T50" fmla="*/ 431 w 1295"/>
                            <a:gd name="T51" fmla="*/ 618 h 1740"/>
                            <a:gd name="T52" fmla="*/ 503 w 1295"/>
                            <a:gd name="T53" fmla="*/ 525 h 1740"/>
                            <a:gd name="T54" fmla="*/ 656 w 1295"/>
                            <a:gd name="T55" fmla="*/ 480 h 1740"/>
                            <a:gd name="T56" fmla="*/ 716 w 1295"/>
                            <a:gd name="T57" fmla="*/ 588 h 1740"/>
                            <a:gd name="T58" fmla="*/ 806 w 1295"/>
                            <a:gd name="T59" fmla="*/ 786 h 1740"/>
                            <a:gd name="T60" fmla="*/ 953 w 1295"/>
                            <a:gd name="T61" fmla="*/ 855 h 1740"/>
                            <a:gd name="T62" fmla="*/ 1054 w 1295"/>
                            <a:gd name="T63" fmla="*/ 887 h 1740"/>
                            <a:gd name="T64" fmla="*/ 1196 w 1295"/>
                            <a:gd name="T65" fmla="*/ 738 h 1740"/>
                            <a:gd name="T66" fmla="*/ 1295 w 1295"/>
                            <a:gd name="T67" fmla="*/ 624 h 1740"/>
                            <a:gd name="T68" fmla="*/ 1106 w 1295"/>
                            <a:gd name="T69" fmla="*/ 501 h 1740"/>
                            <a:gd name="T70" fmla="*/ 983 w 1295"/>
                            <a:gd name="T71" fmla="*/ 443 h 1740"/>
                            <a:gd name="T72" fmla="*/ 1078 w 1295"/>
                            <a:gd name="T73" fmla="*/ 290 h 1740"/>
                            <a:gd name="T74" fmla="*/ 908 w 1295"/>
                            <a:gd name="T75" fmla="*/ 312 h 1740"/>
                            <a:gd name="T76" fmla="*/ 848 w 1295"/>
                            <a:gd name="T77" fmla="*/ 180 h 1740"/>
                            <a:gd name="T78" fmla="*/ 757 w 1295"/>
                            <a:gd name="T79" fmla="*/ 69 h 1740"/>
                            <a:gd name="T80" fmla="*/ 711 w 1295"/>
                            <a:gd name="T81" fmla="*/ 11 h 1740"/>
                            <a:gd name="T82" fmla="*/ 659 w 1295"/>
                            <a:gd name="T83" fmla="*/ 51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95" h="1740">
                              <a:moveTo>
                                <a:pt x="632" y="63"/>
                              </a:moveTo>
                              <a:cubicBezTo>
                                <a:pt x="601" y="73"/>
                                <a:pt x="629" y="64"/>
                                <a:pt x="596" y="66"/>
                              </a:cubicBezTo>
                              <a:cubicBezTo>
                                <a:pt x="566" y="117"/>
                                <a:pt x="621" y="194"/>
                                <a:pt x="557" y="207"/>
                              </a:cubicBezTo>
                              <a:cubicBezTo>
                                <a:pt x="500" y="230"/>
                                <a:pt x="533" y="196"/>
                                <a:pt x="472" y="201"/>
                              </a:cubicBezTo>
                              <a:cubicBezTo>
                                <a:pt x="430" y="221"/>
                                <a:pt x="481" y="277"/>
                                <a:pt x="352" y="247"/>
                              </a:cubicBezTo>
                              <a:cubicBezTo>
                                <a:pt x="315" y="270"/>
                                <a:pt x="310" y="327"/>
                                <a:pt x="285" y="342"/>
                              </a:cubicBezTo>
                              <a:cubicBezTo>
                                <a:pt x="260" y="357"/>
                                <a:pt x="214" y="356"/>
                                <a:pt x="202" y="339"/>
                              </a:cubicBezTo>
                              <a:cubicBezTo>
                                <a:pt x="142" y="306"/>
                                <a:pt x="232" y="223"/>
                                <a:pt x="214" y="238"/>
                              </a:cubicBezTo>
                              <a:cubicBezTo>
                                <a:pt x="204" y="246"/>
                                <a:pt x="219" y="198"/>
                                <a:pt x="138" y="186"/>
                              </a:cubicBezTo>
                              <a:cubicBezTo>
                                <a:pt x="113" y="195"/>
                                <a:pt x="70" y="243"/>
                                <a:pt x="64" y="262"/>
                              </a:cubicBezTo>
                              <a:cubicBezTo>
                                <a:pt x="58" y="281"/>
                                <a:pt x="111" y="271"/>
                                <a:pt x="101" y="299"/>
                              </a:cubicBezTo>
                              <a:cubicBezTo>
                                <a:pt x="58" y="339"/>
                                <a:pt x="19" y="390"/>
                                <a:pt x="6" y="428"/>
                              </a:cubicBezTo>
                              <a:cubicBezTo>
                                <a:pt x="0" y="468"/>
                                <a:pt x="78" y="541"/>
                                <a:pt x="92" y="569"/>
                              </a:cubicBezTo>
                              <a:cubicBezTo>
                                <a:pt x="106" y="597"/>
                                <a:pt x="82" y="587"/>
                                <a:pt x="92" y="599"/>
                              </a:cubicBezTo>
                              <a:cubicBezTo>
                                <a:pt x="102" y="611"/>
                                <a:pt x="132" y="618"/>
                                <a:pt x="150" y="642"/>
                              </a:cubicBezTo>
                              <a:cubicBezTo>
                                <a:pt x="132" y="691"/>
                                <a:pt x="80" y="719"/>
                                <a:pt x="71" y="744"/>
                              </a:cubicBezTo>
                              <a:cubicBezTo>
                                <a:pt x="62" y="769"/>
                                <a:pt x="81" y="783"/>
                                <a:pt x="95" y="792"/>
                              </a:cubicBezTo>
                              <a:cubicBezTo>
                                <a:pt x="109" y="801"/>
                                <a:pt x="139" y="774"/>
                                <a:pt x="155" y="798"/>
                              </a:cubicBezTo>
                              <a:cubicBezTo>
                                <a:pt x="171" y="822"/>
                                <a:pt x="198" y="901"/>
                                <a:pt x="190" y="933"/>
                              </a:cubicBezTo>
                              <a:cubicBezTo>
                                <a:pt x="182" y="965"/>
                                <a:pt x="123" y="970"/>
                                <a:pt x="104" y="990"/>
                              </a:cubicBezTo>
                              <a:cubicBezTo>
                                <a:pt x="85" y="1010"/>
                                <a:pt x="85" y="1019"/>
                                <a:pt x="74" y="1053"/>
                              </a:cubicBezTo>
                              <a:cubicBezTo>
                                <a:pt x="63" y="1087"/>
                                <a:pt x="24" y="1155"/>
                                <a:pt x="38" y="1194"/>
                              </a:cubicBezTo>
                              <a:cubicBezTo>
                                <a:pt x="52" y="1233"/>
                                <a:pt x="134" y="1264"/>
                                <a:pt x="159" y="1289"/>
                              </a:cubicBezTo>
                              <a:cubicBezTo>
                                <a:pt x="184" y="1314"/>
                                <a:pt x="193" y="1321"/>
                                <a:pt x="187" y="1344"/>
                              </a:cubicBezTo>
                              <a:cubicBezTo>
                                <a:pt x="181" y="1367"/>
                                <a:pt x="139" y="1395"/>
                                <a:pt x="125" y="1428"/>
                              </a:cubicBezTo>
                              <a:cubicBezTo>
                                <a:pt x="111" y="1461"/>
                                <a:pt x="114" y="1514"/>
                                <a:pt x="101" y="1543"/>
                              </a:cubicBezTo>
                              <a:cubicBezTo>
                                <a:pt x="101" y="1568"/>
                                <a:pt x="27" y="1584"/>
                                <a:pt x="46" y="1601"/>
                              </a:cubicBezTo>
                              <a:cubicBezTo>
                                <a:pt x="66" y="1667"/>
                                <a:pt x="132" y="1687"/>
                                <a:pt x="190" y="1715"/>
                              </a:cubicBezTo>
                              <a:cubicBezTo>
                                <a:pt x="222" y="1740"/>
                                <a:pt x="205" y="1713"/>
                                <a:pt x="239" y="1715"/>
                              </a:cubicBezTo>
                              <a:cubicBezTo>
                                <a:pt x="256" y="1718"/>
                                <a:pt x="268" y="1734"/>
                                <a:pt x="294" y="1736"/>
                              </a:cubicBezTo>
                              <a:cubicBezTo>
                                <a:pt x="320" y="1738"/>
                                <a:pt x="372" y="1733"/>
                                <a:pt x="397" y="1729"/>
                              </a:cubicBezTo>
                              <a:cubicBezTo>
                                <a:pt x="429" y="1704"/>
                                <a:pt x="405" y="1717"/>
                                <a:pt x="446" y="1713"/>
                              </a:cubicBezTo>
                              <a:cubicBezTo>
                                <a:pt x="484" y="1690"/>
                                <a:pt x="495" y="1722"/>
                                <a:pt x="515" y="1684"/>
                              </a:cubicBezTo>
                              <a:cubicBezTo>
                                <a:pt x="458" y="1607"/>
                                <a:pt x="479" y="1557"/>
                                <a:pt x="507" y="1521"/>
                              </a:cubicBezTo>
                              <a:cubicBezTo>
                                <a:pt x="552" y="1464"/>
                                <a:pt x="553" y="1482"/>
                                <a:pt x="601" y="1427"/>
                              </a:cubicBezTo>
                              <a:cubicBezTo>
                                <a:pt x="670" y="1347"/>
                                <a:pt x="612" y="1395"/>
                                <a:pt x="682" y="1325"/>
                              </a:cubicBezTo>
                              <a:cubicBezTo>
                                <a:pt x="689" y="1318"/>
                                <a:pt x="719" y="1281"/>
                                <a:pt x="727" y="1276"/>
                              </a:cubicBezTo>
                              <a:cubicBezTo>
                                <a:pt x="731" y="1273"/>
                                <a:pt x="785" y="1239"/>
                                <a:pt x="785" y="1239"/>
                              </a:cubicBezTo>
                              <a:cubicBezTo>
                                <a:pt x="833" y="1194"/>
                                <a:pt x="818" y="1227"/>
                                <a:pt x="830" y="1203"/>
                              </a:cubicBezTo>
                              <a:cubicBezTo>
                                <a:pt x="838" y="1169"/>
                                <a:pt x="839" y="1185"/>
                                <a:pt x="854" y="1154"/>
                              </a:cubicBezTo>
                              <a:cubicBezTo>
                                <a:pt x="895" y="1129"/>
                                <a:pt x="858" y="1154"/>
                                <a:pt x="899" y="1129"/>
                              </a:cubicBezTo>
                              <a:cubicBezTo>
                                <a:pt x="874" y="1064"/>
                                <a:pt x="882" y="1087"/>
                                <a:pt x="854" y="1031"/>
                              </a:cubicBezTo>
                              <a:cubicBezTo>
                                <a:pt x="851" y="1016"/>
                                <a:pt x="779" y="1062"/>
                                <a:pt x="772" y="1048"/>
                              </a:cubicBezTo>
                              <a:cubicBezTo>
                                <a:pt x="768" y="1040"/>
                                <a:pt x="753" y="995"/>
                                <a:pt x="740" y="966"/>
                              </a:cubicBezTo>
                              <a:cubicBezTo>
                                <a:pt x="727" y="937"/>
                                <a:pt x="711" y="896"/>
                                <a:pt x="691" y="876"/>
                              </a:cubicBezTo>
                              <a:cubicBezTo>
                                <a:pt x="680" y="869"/>
                                <a:pt x="621" y="848"/>
                                <a:pt x="621" y="848"/>
                              </a:cubicBezTo>
                              <a:cubicBezTo>
                                <a:pt x="593" y="783"/>
                                <a:pt x="625" y="827"/>
                                <a:pt x="597" y="778"/>
                              </a:cubicBezTo>
                              <a:cubicBezTo>
                                <a:pt x="550" y="771"/>
                                <a:pt x="506" y="820"/>
                                <a:pt x="470" y="823"/>
                              </a:cubicBezTo>
                              <a:cubicBezTo>
                                <a:pt x="434" y="826"/>
                                <a:pt x="398" y="816"/>
                                <a:pt x="381" y="799"/>
                              </a:cubicBezTo>
                              <a:cubicBezTo>
                                <a:pt x="350" y="796"/>
                                <a:pt x="350" y="741"/>
                                <a:pt x="368" y="721"/>
                              </a:cubicBezTo>
                              <a:cubicBezTo>
                                <a:pt x="386" y="701"/>
                                <a:pt x="477" y="693"/>
                                <a:pt x="487" y="676"/>
                              </a:cubicBezTo>
                              <a:cubicBezTo>
                                <a:pt x="501" y="656"/>
                                <a:pt x="440" y="637"/>
                                <a:pt x="431" y="618"/>
                              </a:cubicBezTo>
                              <a:cubicBezTo>
                                <a:pt x="422" y="599"/>
                                <a:pt x="422" y="577"/>
                                <a:pt x="434" y="562"/>
                              </a:cubicBezTo>
                              <a:cubicBezTo>
                                <a:pt x="447" y="547"/>
                                <a:pt x="484" y="519"/>
                                <a:pt x="503" y="525"/>
                              </a:cubicBezTo>
                              <a:cubicBezTo>
                                <a:pt x="507" y="526"/>
                                <a:pt x="557" y="423"/>
                                <a:pt x="557" y="423"/>
                              </a:cubicBezTo>
                              <a:cubicBezTo>
                                <a:pt x="605" y="420"/>
                                <a:pt x="640" y="467"/>
                                <a:pt x="656" y="480"/>
                              </a:cubicBezTo>
                              <a:cubicBezTo>
                                <a:pt x="676" y="496"/>
                                <a:pt x="720" y="448"/>
                                <a:pt x="743" y="462"/>
                              </a:cubicBezTo>
                              <a:cubicBezTo>
                                <a:pt x="761" y="491"/>
                                <a:pt x="685" y="578"/>
                                <a:pt x="716" y="588"/>
                              </a:cubicBezTo>
                              <a:cubicBezTo>
                                <a:pt x="733" y="607"/>
                                <a:pt x="746" y="628"/>
                                <a:pt x="770" y="636"/>
                              </a:cubicBezTo>
                              <a:cubicBezTo>
                                <a:pt x="851" y="681"/>
                                <a:pt x="780" y="760"/>
                                <a:pt x="806" y="786"/>
                              </a:cubicBezTo>
                              <a:cubicBezTo>
                                <a:pt x="875" y="804"/>
                                <a:pt x="860" y="794"/>
                                <a:pt x="902" y="840"/>
                              </a:cubicBezTo>
                              <a:cubicBezTo>
                                <a:pt x="918" y="858"/>
                                <a:pt x="930" y="841"/>
                                <a:pt x="953" y="855"/>
                              </a:cubicBezTo>
                              <a:cubicBezTo>
                                <a:pt x="971" y="879"/>
                                <a:pt x="969" y="909"/>
                                <a:pt x="992" y="927"/>
                              </a:cubicBezTo>
                              <a:cubicBezTo>
                                <a:pt x="1014" y="926"/>
                                <a:pt x="1033" y="892"/>
                                <a:pt x="1054" y="887"/>
                              </a:cubicBezTo>
                              <a:cubicBezTo>
                                <a:pt x="1114" y="860"/>
                                <a:pt x="1103" y="894"/>
                                <a:pt x="1149" y="854"/>
                              </a:cubicBezTo>
                              <a:cubicBezTo>
                                <a:pt x="1166" y="840"/>
                                <a:pt x="1178" y="750"/>
                                <a:pt x="1196" y="738"/>
                              </a:cubicBezTo>
                              <a:cubicBezTo>
                                <a:pt x="1217" y="693"/>
                                <a:pt x="1221" y="712"/>
                                <a:pt x="1241" y="666"/>
                              </a:cubicBezTo>
                              <a:cubicBezTo>
                                <a:pt x="1246" y="637"/>
                                <a:pt x="1262" y="648"/>
                                <a:pt x="1295" y="624"/>
                              </a:cubicBezTo>
                              <a:cubicBezTo>
                                <a:pt x="1244" y="609"/>
                                <a:pt x="1219" y="596"/>
                                <a:pt x="1164" y="554"/>
                              </a:cubicBezTo>
                              <a:cubicBezTo>
                                <a:pt x="1158" y="560"/>
                                <a:pt x="1116" y="510"/>
                                <a:pt x="1106" y="501"/>
                              </a:cubicBezTo>
                              <a:cubicBezTo>
                                <a:pt x="1082" y="480"/>
                                <a:pt x="1056" y="526"/>
                                <a:pt x="1035" y="501"/>
                              </a:cubicBezTo>
                              <a:cubicBezTo>
                                <a:pt x="1017" y="491"/>
                                <a:pt x="990" y="459"/>
                                <a:pt x="983" y="443"/>
                              </a:cubicBezTo>
                              <a:cubicBezTo>
                                <a:pt x="976" y="427"/>
                                <a:pt x="979" y="427"/>
                                <a:pt x="995" y="402"/>
                              </a:cubicBezTo>
                              <a:cubicBezTo>
                                <a:pt x="1011" y="377"/>
                                <a:pt x="1078" y="306"/>
                                <a:pt x="1078" y="290"/>
                              </a:cubicBezTo>
                              <a:cubicBezTo>
                                <a:pt x="1067" y="275"/>
                                <a:pt x="1010" y="305"/>
                                <a:pt x="992" y="308"/>
                              </a:cubicBezTo>
                              <a:cubicBezTo>
                                <a:pt x="959" y="311"/>
                                <a:pt x="929" y="331"/>
                                <a:pt x="908" y="312"/>
                              </a:cubicBezTo>
                              <a:cubicBezTo>
                                <a:pt x="887" y="312"/>
                                <a:pt x="875" y="294"/>
                                <a:pt x="852" y="287"/>
                              </a:cubicBezTo>
                              <a:cubicBezTo>
                                <a:pt x="840" y="269"/>
                                <a:pt x="856" y="203"/>
                                <a:pt x="848" y="180"/>
                              </a:cubicBezTo>
                              <a:cubicBezTo>
                                <a:pt x="800" y="153"/>
                                <a:pt x="793" y="158"/>
                                <a:pt x="778" y="140"/>
                              </a:cubicBezTo>
                              <a:cubicBezTo>
                                <a:pt x="763" y="122"/>
                                <a:pt x="763" y="87"/>
                                <a:pt x="757" y="69"/>
                              </a:cubicBezTo>
                              <a:cubicBezTo>
                                <a:pt x="755" y="67"/>
                                <a:pt x="742" y="30"/>
                                <a:pt x="741" y="30"/>
                              </a:cubicBezTo>
                              <a:cubicBezTo>
                                <a:pt x="727" y="16"/>
                                <a:pt x="727" y="21"/>
                                <a:pt x="711" y="11"/>
                              </a:cubicBezTo>
                              <a:cubicBezTo>
                                <a:pt x="693" y="0"/>
                                <a:pt x="710" y="30"/>
                                <a:pt x="692" y="18"/>
                              </a:cubicBezTo>
                              <a:cubicBezTo>
                                <a:pt x="683" y="12"/>
                                <a:pt x="668" y="57"/>
                                <a:pt x="659" y="51"/>
                              </a:cubicBezTo>
                              <a:cubicBezTo>
                                <a:pt x="644" y="41"/>
                                <a:pt x="650" y="65"/>
                                <a:pt x="632" y="63"/>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83" name="Freeform 206"/>
                        <p:cNvSpPr/>
                        <p:nvPr/>
                      </p:nvSpPr>
                      <p:spPr bwMode="auto">
                        <a:xfrm>
                          <a:off x="11796" y="6822"/>
                          <a:ext cx="1555" cy="1017"/>
                        </a:xfrm>
                        <a:custGeom>
                          <a:avLst/>
                          <a:gdLst>
                            <a:gd name="T0" fmla="*/ 518 w 1556"/>
                            <a:gd name="T1" fmla="*/ 28 h 1020"/>
                            <a:gd name="T2" fmla="*/ 444 w 1556"/>
                            <a:gd name="T3" fmla="*/ 92 h 1020"/>
                            <a:gd name="T4" fmla="*/ 366 w 1556"/>
                            <a:gd name="T5" fmla="*/ 149 h 1020"/>
                            <a:gd name="T6" fmla="*/ 303 w 1556"/>
                            <a:gd name="T7" fmla="*/ 202 h 1020"/>
                            <a:gd name="T8" fmla="*/ 239 w 1556"/>
                            <a:gd name="T9" fmla="*/ 291 h 1020"/>
                            <a:gd name="T10" fmla="*/ 181 w 1556"/>
                            <a:gd name="T11" fmla="*/ 343 h 1020"/>
                            <a:gd name="T12" fmla="*/ 101 w 1556"/>
                            <a:gd name="T13" fmla="*/ 444 h 1020"/>
                            <a:gd name="T14" fmla="*/ 135 w 1556"/>
                            <a:gd name="T15" fmla="*/ 564 h 1020"/>
                            <a:gd name="T16" fmla="*/ 82 w 1556"/>
                            <a:gd name="T17" fmla="*/ 701 h 1020"/>
                            <a:gd name="T18" fmla="*/ 165 w 1556"/>
                            <a:gd name="T19" fmla="*/ 619 h 1020"/>
                            <a:gd name="T20" fmla="*/ 70 w 1556"/>
                            <a:gd name="T21" fmla="*/ 793 h 1020"/>
                            <a:gd name="T22" fmla="*/ 55 w 1556"/>
                            <a:gd name="T23" fmla="*/ 907 h 1020"/>
                            <a:gd name="T24" fmla="*/ 153 w 1556"/>
                            <a:gd name="T25" fmla="*/ 1005 h 1020"/>
                            <a:gd name="T26" fmla="*/ 312 w 1556"/>
                            <a:gd name="T27" fmla="*/ 992 h 1020"/>
                            <a:gd name="T28" fmla="*/ 426 w 1556"/>
                            <a:gd name="T29" fmla="*/ 898 h 1020"/>
                            <a:gd name="T30" fmla="*/ 597 w 1556"/>
                            <a:gd name="T31" fmla="*/ 971 h 1020"/>
                            <a:gd name="T32" fmla="*/ 744 w 1556"/>
                            <a:gd name="T33" fmla="*/ 959 h 1020"/>
                            <a:gd name="T34" fmla="*/ 802 w 1556"/>
                            <a:gd name="T35" fmla="*/ 888 h 1020"/>
                            <a:gd name="T36" fmla="*/ 910 w 1556"/>
                            <a:gd name="T37" fmla="*/ 735 h 1020"/>
                            <a:gd name="T38" fmla="*/ 992 w 1556"/>
                            <a:gd name="T39" fmla="*/ 732 h 1020"/>
                            <a:gd name="T40" fmla="*/ 1103 w 1556"/>
                            <a:gd name="T41" fmla="*/ 570 h 1020"/>
                            <a:gd name="T42" fmla="*/ 1097 w 1556"/>
                            <a:gd name="T43" fmla="*/ 496 h 1020"/>
                            <a:gd name="T44" fmla="*/ 1179 w 1556"/>
                            <a:gd name="T45" fmla="*/ 484 h 1020"/>
                            <a:gd name="T46" fmla="*/ 1290 w 1556"/>
                            <a:gd name="T47" fmla="*/ 337 h 1020"/>
                            <a:gd name="T48" fmla="*/ 1372 w 1556"/>
                            <a:gd name="T49" fmla="*/ 264 h 1020"/>
                            <a:gd name="T50" fmla="*/ 1519 w 1556"/>
                            <a:gd name="T51" fmla="*/ 221 h 1020"/>
                            <a:gd name="T52" fmla="*/ 1504 w 1556"/>
                            <a:gd name="T53" fmla="*/ 64 h 1020"/>
                            <a:gd name="T54" fmla="*/ 1130 w 1556"/>
                            <a:gd name="T55" fmla="*/ 12 h 1020"/>
                            <a:gd name="T56" fmla="*/ 1075 w 1556"/>
                            <a:gd name="T57" fmla="*/ 49 h 1020"/>
                            <a:gd name="T58" fmla="*/ 1005 w 1556"/>
                            <a:gd name="T59" fmla="*/ 138 h 1020"/>
                            <a:gd name="T60" fmla="*/ 913 w 1556"/>
                            <a:gd name="T61" fmla="*/ 248 h 1020"/>
                            <a:gd name="T62" fmla="*/ 802 w 1556"/>
                            <a:gd name="T63" fmla="*/ 80 h 1020"/>
                            <a:gd name="T64" fmla="*/ 548 w 1556"/>
                            <a:gd name="T65" fmla="*/ 15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56" h="1020">
                              <a:moveTo>
                                <a:pt x="548" y="15"/>
                              </a:moveTo>
                              <a:cubicBezTo>
                                <a:pt x="508" y="0"/>
                                <a:pt x="533" y="22"/>
                                <a:pt x="518" y="28"/>
                              </a:cubicBezTo>
                              <a:cubicBezTo>
                                <a:pt x="503" y="34"/>
                                <a:pt x="471" y="41"/>
                                <a:pt x="459" y="52"/>
                              </a:cubicBezTo>
                              <a:cubicBezTo>
                                <a:pt x="453" y="79"/>
                                <a:pt x="463" y="86"/>
                                <a:pt x="444" y="92"/>
                              </a:cubicBezTo>
                              <a:cubicBezTo>
                                <a:pt x="430" y="102"/>
                                <a:pt x="436" y="123"/>
                                <a:pt x="411" y="116"/>
                              </a:cubicBezTo>
                              <a:cubicBezTo>
                                <a:pt x="400" y="124"/>
                                <a:pt x="373" y="137"/>
                                <a:pt x="366" y="149"/>
                              </a:cubicBezTo>
                              <a:cubicBezTo>
                                <a:pt x="363" y="154"/>
                                <a:pt x="333" y="172"/>
                                <a:pt x="328" y="175"/>
                              </a:cubicBezTo>
                              <a:cubicBezTo>
                                <a:pt x="324" y="178"/>
                                <a:pt x="308" y="201"/>
                                <a:pt x="303" y="202"/>
                              </a:cubicBezTo>
                              <a:cubicBezTo>
                                <a:pt x="293" y="222"/>
                                <a:pt x="292" y="225"/>
                                <a:pt x="272" y="233"/>
                              </a:cubicBezTo>
                              <a:cubicBezTo>
                                <a:pt x="247" y="262"/>
                                <a:pt x="260" y="258"/>
                                <a:pt x="239" y="291"/>
                              </a:cubicBezTo>
                              <a:cubicBezTo>
                                <a:pt x="199" y="352"/>
                                <a:pt x="230" y="295"/>
                                <a:pt x="205" y="325"/>
                              </a:cubicBezTo>
                              <a:cubicBezTo>
                                <a:pt x="201" y="337"/>
                                <a:pt x="188" y="332"/>
                                <a:pt x="181" y="343"/>
                              </a:cubicBezTo>
                              <a:cubicBezTo>
                                <a:pt x="173" y="373"/>
                                <a:pt x="165" y="368"/>
                                <a:pt x="131" y="402"/>
                              </a:cubicBezTo>
                              <a:cubicBezTo>
                                <a:pt x="125" y="417"/>
                                <a:pt x="110" y="430"/>
                                <a:pt x="101" y="444"/>
                              </a:cubicBezTo>
                              <a:cubicBezTo>
                                <a:pt x="94" y="473"/>
                                <a:pt x="108" y="471"/>
                                <a:pt x="101" y="500"/>
                              </a:cubicBezTo>
                              <a:cubicBezTo>
                                <a:pt x="97" y="514"/>
                                <a:pt x="135" y="564"/>
                                <a:pt x="135" y="564"/>
                              </a:cubicBezTo>
                              <a:cubicBezTo>
                                <a:pt x="134" y="577"/>
                                <a:pt x="74" y="638"/>
                                <a:pt x="70" y="652"/>
                              </a:cubicBezTo>
                              <a:cubicBezTo>
                                <a:pt x="68" y="661"/>
                                <a:pt x="82" y="701"/>
                                <a:pt x="82" y="701"/>
                              </a:cubicBezTo>
                              <a:cubicBezTo>
                                <a:pt x="106" y="723"/>
                                <a:pt x="139" y="616"/>
                                <a:pt x="147" y="622"/>
                              </a:cubicBezTo>
                              <a:cubicBezTo>
                                <a:pt x="161" y="608"/>
                                <a:pt x="168" y="600"/>
                                <a:pt x="165" y="619"/>
                              </a:cubicBezTo>
                              <a:cubicBezTo>
                                <a:pt x="162" y="638"/>
                                <a:pt x="144" y="709"/>
                                <a:pt x="128" y="738"/>
                              </a:cubicBezTo>
                              <a:cubicBezTo>
                                <a:pt x="107" y="766"/>
                                <a:pt x="94" y="771"/>
                                <a:pt x="70" y="793"/>
                              </a:cubicBezTo>
                              <a:cubicBezTo>
                                <a:pt x="49" y="816"/>
                                <a:pt x="2" y="857"/>
                                <a:pt x="0" y="876"/>
                              </a:cubicBezTo>
                              <a:cubicBezTo>
                                <a:pt x="46" y="910"/>
                                <a:pt x="39" y="893"/>
                                <a:pt x="55" y="907"/>
                              </a:cubicBezTo>
                              <a:cubicBezTo>
                                <a:pt x="71" y="921"/>
                                <a:pt x="82" y="946"/>
                                <a:pt x="98" y="962"/>
                              </a:cubicBezTo>
                              <a:cubicBezTo>
                                <a:pt x="107" y="990"/>
                                <a:pt x="126" y="995"/>
                                <a:pt x="153" y="1005"/>
                              </a:cubicBezTo>
                              <a:cubicBezTo>
                                <a:pt x="170" y="1011"/>
                                <a:pt x="205" y="1019"/>
                                <a:pt x="214" y="1020"/>
                              </a:cubicBezTo>
                              <a:cubicBezTo>
                                <a:pt x="242" y="1001"/>
                                <a:pt x="292" y="1013"/>
                                <a:pt x="312" y="992"/>
                              </a:cubicBezTo>
                              <a:cubicBezTo>
                                <a:pt x="332" y="971"/>
                                <a:pt x="312" y="910"/>
                                <a:pt x="331" y="894"/>
                              </a:cubicBezTo>
                              <a:cubicBezTo>
                                <a:pt x="350" y="878"/>
                                <a:pt x="402" y="884"/>
                                <a:pt x="426" y="898"/>
                              </a:cubicBezTo>
                              <a:cubicBezTo>
                                <a:pt x="443" y="895"/>
                                <a:pt x="458" y="979"/>
                                <a:pt x="475" y="977"/>
                              </a:cubicBezTo>
                              <a:cubicBezTo>
                                <a:pt x="511" y="953"/>
                                <a:pt x="556" y="979"/>
                                <a:pt x="597" y="971"/>
                              </a:cubicBezTo>
                              <a:cubicBezTo>
                                <a:pt x="614" y="962"/>
                                <a:pt x="630" y="920"/>
                                <a:pt x="649" y="916"/>
                              </a:cubicBezTo>
                              <a:cubicBezTo>
                                <a:pt x="670" y="902"/>
                                <a:pt x="720" y="962"/>
                                <a:pt x="744" y="959"/>
                              </a:cubicBezTo>
                              <a:cubicBezTo>
                                <a:pt x="756" y="951"/>
                                <a:pt x="740" y="899"/>
                                <a:pt x="753" y="894"/>
                              </a:cubicBezTo>
                              <a:cubicBezTo>
                                <a:pt x="765" y="884"/>
                                <a:pt x="788" y="896"/>
                                <a:pt x="802" y="888"/>
                              </a:cubicBezTo>
                              <a:cubicBezTo>
                                <a:pt x="845" y="863"/>
                                <a:pt x="817" y="796"/>
                                <a:pt x="848" y="775"/>
                              </a:cubicBezTo>
                              <a:cubicBezTo>
                                <a:pt x="874" y="757"/>
                                <a:pt x="880" y="746"/>
                                <a:pt x="910" y="735"/>
                              </a:cubicBezTo>
                              <a:cubicBezTo>
                                <a:pt x="920" y="720"/>
                                <a:pt x="955" y="771"/>
                                <a:pt x="971" y="763"/>
                              </a:cubicBezTo>
                              <a:cubicBezTo>
                                <a:pt x="983" y="747"/>
                                <a:pt x="973" y="738"/>
                                <a:pt x="992" y="732"/>
                              </a:cubicBezTo>
                              <a:cubicBezTo>
                                <a:pt x="996" y="715"/>
                                <a:pt x="1019" y="676"/>
                                <a:pt x="1035" y="665"/>
                              </a:cubicBezTo>
                              <a:cubicBezTo>
                                <a:pt x="1043" y="649"/>
                                <a:pt x="1087" y="578"/>
                                <a:pt x="1103" y="570"/>
                              </a:cubicBezTo>
                              <a:cubicBezTo>
                                <a:pt x="1111" y="546"/>
                                <a:pt x="1055" y="513"/>
                                <a:pt x="1078" y="490"/>
                              </a:cubicBezTo>
                              <a:cubicBezTo>
                                <a:pt x="1082" y="486"/>
                                <a:pt x="1094" y="500"/>
                                <a:pt x="1097" y="496"/>
                              </a:cubicBezTo>
                              <a:cubicBezTo>
                                <a:pt x="1116" y="471"/>
                                <a:pt x="1126" y="556"/>
                                <a:pt x="1146" y="530"/>
                              </a:cubicBezTo>
                              <a:cubicBezTo>
                                <a:pt x="1174" y="493"/>
                                <a:pt x="1149" y="518"/>
                                <a:pt x="1179" y="484"/>
                              </a:cubicBezTo>
                              <a:cubicBezTo>
                                <a:pt x="1210" y="449"/>
                                <a:pt x="1210" y="407"/>
                                <a:pt x="1253" y="386"/>
                              </a:cubicBezTo>
                              <a:cubicBezTo>
                                <a:pt x="1269" y="362"/>
                                <a:pt x="1264" y="359"/>
                                <a:pt x="1290" y="337"/>
                              </a:cubicBezTo>
                              <a:cubicBezTo>
                                <a:pt x="1298" y="330"/>
                                <a:pt x="1316" y="323"/>
                                <a:pt x="1323" y="315"/>
                              </a:cubicBezTo>
                              <a:cubicBezTo>
                                <a:pt x="1338" y="299"/>
                                <a:pt x="1354" y="276"/>
                                <a:pt x="1372" y="264"/>
                              </a:cubicBezTo>
                              <a:cubicBezTo>
                                <a:pt x="1399" y="219"/>
                                <a:pt x="1421" y="248"/>
                                <a:pt x="1489" y="254"/>
                              </a:cubicBezTo>
                              <a:cubicBezTo>
                                <a:pt x="1497" y="244"/>
                                <a:pt x="1513" y="232"/>
                                <a:pt x="1519" y="221"/>
                              </a:cubicBezTo>
                              <a:cubicBezTo>
                                <a:pt x="1538" y="159"/>
                                <a:pt x="1529" y="205"/>
                                <a:pt x="1544" y="128"/>
                              </a:cubicBezTo>
                              <a:cubicBezTo>
                                <a:pt x="1556" y="77"/>
                                <a:pt x="1552" y="76"/>
                                <a:pt x="1504" y="64"/>
                              </a:cubicBezTo>
                              <a:cubicBezTo>
                                <a:pt x="1320" y="73"/>
                                <a:pt x="1342" y="74"/>
                                <a:pt x="1293" y="61"/>
                              </a:cubicBezTo>
                              <a:cubicBezTo>
                                <a:pt x="1284" y="77"/>
                                <a:pt x="1147" y="5"/>
                                <a:pt x="1130" y="12"/>
                              </a:cubicBezTo>
                              <a:cubicBezTo>
                                <a:pt x="1122" y="24"/>
                                <a:pt x="1113" y="19"/>
                                <a:pt x="1100" y="25"/>
                              </a:cubicBezTo>
                              <a:cubicBezTo>
                                <a:pt x="1095" y="31"/>
                                <a:pt x="1080" y="43"/>
                                <a:pt x="1075" y="49"/>
                              </a:cubicBezTo>
                              <a:cubicBezTo>
                                <a:pt x="1063" y="63"/>
                                <a:pt x="1066" y="80"/>
                                <a:pt x="1048" y="89"/>
                              </a:cubicBezTo>
                              <a:cubicBezTo>
                                <a:pt x="1039" y="104"/>
                                <a:pt x="1022" y="132"/>
                                <a:pt x="1005" y="138"/>
                              </a:cubicBezTo>
                              <a:cubicBezTo>
                                <a:pt x="995" y="153"/>
                                <a:pt x="961" y="167"/>
                                <a:pt x="950" y="181"/>
                              </a:cubicBezTo>
                              <a:cubicBezTo>
                                <a:pt x="953" y="218"/>
                                <a:pt x="929" y="240"/>
                                <a:pt x="913" y="248"/>
                              </a:cubicBezTo>
                              <a:cubicBezTo>
                                <a:pt x="908" y="265"/>
                                <a:pt x="800" y="238"/>
                                <a:pt x="793" y="227"/>
                              </a:cubicBezTo>
                              <a:cubicBezTo>
                                <a:pt x="785" y="189"/>
                                <a:pt x="777" y="208"/>
                                <a:pt x="802" y="80"/>
                              </a:cubicBezTo>
                              <a:cubicBezTo>
                                <a:pt x="793" y="37"/>
                                <a:pt x="768" y="29"/>
                                <a:pt x="741" y="28"/>
                              </a:cubicBezTo>
                              <a:cubicBezTo>
                                <a:pt x="612" y="22"/>
                                <a:pt x="573" y="52"/>
                                <a:pt x="548" y="15"/>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84" name="Freeform 207"/>
                        <p:cNvSpPr/>
                        <p:nvPr/>
                      </p:nvSpPr>
                      <p:spPr bwMode="auto">
                        <a:xfrm>
                          <a:off x="11769" y="6135"/>
                          <a:ext cx="394" cy="395"/>
                        </a:xfrm>
                        <a:custGeom>
                          <a:avLst/>
                          <a:gdLst>
                            <a:gd name="T0" fmla="*/ 147 w 390"/>
                            <a:gd name="T1" fmla="*/ 90 h 400"/>
                            <a:gd name="T2" fmla="*/ 87 w 390"/>
                            <a:gd name="T3" fmla="*/ 126 h 400"/>
                            <a:gd name="T4" fmla="*/ 72 w 390"/>
                            <a:gd name="T5" fmla="*/ 153 h 400"/>
                            <a:gd name="T6" fmla="*/ 93 w 390"/>
                            <a:gd name="T7" fmla="*/ 213 h 400"/>
                            <a:gd name="T8" fmla="*/ 125 w 390"/>
                            <a:gd name="T9" fmla="*/ 240 h 400"/>
                            <a:gd name="T10" fmla="*/ 119 w 390"/>
                            <a:gd name="T11" fmla="*/ 258 h 400"/>
                            <a:gd name="T12" fmla="*/ 63 w 390"/>
                            <a:gd name="T13" fmla="*/ 276 h 400"/>
                            <a:gd name="T14" fmla="*/ 21 w 390"/>
                            <a:gd name="T15" fmla="*/ 291 h 400"/>
                            <a:gd name="T16" fmla="*/ 6 w 390"/>
                            <a:gd name="T17" fmla="*/ 306 h 400"/>
                            <a:gd name="T18" fmla="*/ 0 w 390"/>
                            <a:gd name="T19" fmla="*/ 324 h 400"/>
                            <a:gd name="T20" fmla="*/ 72 w 390"/>
                            <a:gd name="T21" fmla="*/ 399 h 400"/>
                            <a:gd name="T22" fmla="*/ 123 w 390"/>
                            <a:gd name="T23" fmla="*/ 396 h 400"/>
                            <a:gd name="T24" fmla="*/ 159 w 390"/>
                            <a:gd name="T25" fmla="*/ 372 h 400"/>
                            <a:gd name="T26" fmla="*/ 225 w 390"/>
                            <a:gd name="T27" fmla="*/ 354 h 400"/>
                            <a:gd name="T28" fmla="*/ 246 w 390"/>
                            <a:gd name="T29" fmla="*/ 333 h 400"/>
                            <a:gd name="T30" fmla="*/ 306 w 390"/>
                            <a:gd name="T31" fmla="*/ 297 h 400"/>
                            <a:gd name="T32" fmla="*/ 312 w 390"/>
                            <a:gd name="T33" fmla="*/ 288 h 400"/>
                            <a:gd name="T34" fmla="*/ 321 w 390"/>
                            <a:gd name="T35" fmla="*/ 282 h 400"/>
                            <a:gd name="T36" fmla="*/ 354 w 390"/>
                            <a:gd name="T37" fmla="*/ 240 h 400"/>
                            <a:gd name="T38" fmla="*/ 353 w 390"/>
                            <a:gd name="T39" fmla="*/ 162 h 400"/>
                            <a:gd name="T40" fmla="*/ 360 w 390"/>
                            <a:gd name="T41" fmla="*/ 111 h 400"/>
                            <a:gd name="T42" fmla="*/ 377 w 390"/>
                            <a:gd name="T43" fmla="*/ 63 h 400"/>
                            <a:gd name="T44" fmla="*/ 377 w 390"/>
                            <a:gd name="T45" fmla="*/ 36 h 400"/>
                            <a:gd name="T46" fmla="*/ 339 w 390"/>
                            <a:gd name="T47" fmla="*/ 51 h 400"/>
                            <a:gd name="T48" fmla="*/ 294 w 390"/>
                            <a:gd name="T49" fmla="*/ 48 h 400"/>
                            <a:gd name="T50" fmla="*/ 276 w 390"/>
                            <a:gd name="T51" fmla="*/ 36 h 400"/>
                            <a:gd name="T52" fmla="*/ 216 w 390"/>
                            <a:gd name="T53" fmla="*/ 0 h 400"/>
                            <a:gd name="T54" fmla="*/ 173 w 390"/>
                            <a:gd name="T55" fmla="*/ 18 h 400"/>
                            <a:gd name="T56" fmla="*/ 147 w 390"/>
                            <a:gd name="T57" fmla="*/ 9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0" h="400">
                              <a:moveTo>
                                <a:pt x="147" y="90"/>
                              </a:moveTo>
                              <a:cubicBezTo>
                                <a:pt x="140" y="100"/>
                                <a:pt x="101" y="121"/>
                                <a:pt x="87" y="126"/>
                              </a:cubicBezTo>
                              <a:cubicBezTo>
                                <a:pt x="84" y="136"/>
                                <a:pt x="72" y="153"/>
                                <a:pt x="72" y="153"/>
                              </a:cubicBezTo>
                              <a:cubicBezTo>
                                <a:pt x="74" y="180"/>
                                <a:pt x="71" y="198"/>
                                <a:pt x="93" y="213"/>
                              </a:cubicBezTo>
                              <a:cubicBezTo>
                                <a:pt x="98" y="228"/>
                                <a:pt x="130" y="230"/>
                                <a:pt x="125" y="240"/>
                              </a:cubicBezTo>
                              <a:cubicBezTo>
                                <a:pt x="129" y="247"/>
                                <a:pt x="129" y="252"/>
                                <a:pt x="119" y="258"/>
                              </a:cubicBezTo>
                              <a:cubicBezTo>
                                <a:pt x="109" y="264"/>
                                <a:pt x="79" y="271"/>
                                <a:pt x="63" y="276"/>
                              </a:cubicBezTo>
                              <a:cubicBezTo>
                                <a:pt x="50" y="285"/>
                                <a:pt x="36" y="286"/>
                                <a:pt x="21" y="291"/>
                              </a:cubicBezTo>
                              <a:cubicBezTo>
                                <a:pt x="17" y="297"/>
                                <a:pt x="10" y="300"/>
                                <a:pt x="6" y="306"/>
                              </a:cubicBezTo>
                              <a:cubicBezTo>
                                <a:pt x="3" y="311"/>
                                <a:pt x="0" y="324"/>
                                <a:pt x="0" y="324"/>
                              </a:cubicBezTo>
                              <a:cubicBezTo>
                                <a:pt x="6" y="374"/>
                                <a:pt x="22" y="392"/>
                                <a:pt x="72" y="399"/>
                              </a:cubicBezTo>
                              <a:cubicBezTo>
                                <a:pt x="89" y="398"/>
                                <a:pt x="106" y="400"/>
                                <a:pt x="123" y="396"/>
                              </a:cubicBezTo>
                              <a:cubicBezTo>
                                <a:pt x="132" y="394"/>
                                <a:pt x="150" y="378"/>
                                <a:pt x="159" y="372"/>
                              </a:cubicBezTo>
                              <a:cubicBezTo>
                                <a:pt x="176" y="361"/>
                                <a:pt x="205" y="359"/>
                                <a:pt x="225" y="354"/>
                              </a:cubicBezTo>
                              <a:cubicBezTo>
                                <a:pt x="239" y="333"/>
                                <a:pt x="230" y="338"/>
                                <a:pt x="246" y="333"/>
                              </a:cubicBezTo>
                              <a:cubicBezTo>
                                <a:pt x="258" y="316"/>
                                <a:pt x="286" y="304"/>
                                <a:pt x="306" y="297"/>
                              </a:cubicBezTo>
                              <a:cubicBezTo>
                                <a:pt x="308" y="294"/>
                                <a:pt x="309" y="291"/>
                                <a:pt x="312" y="288"/>
                              </a:cubicBezTo>
                              <a:cubicBezTo>
                                <a:pt x="315" y="285"/>
                                <a:pt x="319" y="285"/>
                                <a:pt x="321" y="282"/>
                              </a:cubicBezTo>
                              <a:cubicBezTo>
                                <a:pt x="334" y="268"/>
                                <a:pt x="338" y="251"/>
                                <a:pt x="354" y="240"/>
                              </a:cubicBezTo>
                              <a:cubicBezTo>
                                <a:pt x="368" y="220"/>
                                <a:pt x="374" y="176"/>
                                <a:pt x="353" y="162"/>
                              </a:cubicBezTo>
                              <a:cubicBezTo>
                                <a:pt x="340" y="143"/>
                                <a:pt x="348" y="128"/>
                                <a:pt x="360" y="111"/>
                              </a:cubicBezTo>
                              <a:cubicBezTo>
                                <a:pt x="364" y="94"/>
                                <a:pt x="375" y="82"/>
                                <a:pt x="377" y="63"/>
                              </a:cubicBezTo>
                              <a:cubicBezTo>
                                <a:pt x="375" y="55"/>
                                <a:pt x="390" y="35"/>
                                <a:pt x="377" y="36"/>
                              </a:cubicBezTo>
                              <a:cubicBezTo>
                                <a:pt x="371" y="37"/>
                                <a:pt x="339" y="51"/>
                                <a:pt x="339" y="51"/>
                              </a:cubicBezTo>
                              <a:cubicBezTo>
                                <a:pt x="324" y="50"/>
                                <a:pt x="309" y="51"/>
                                <a:pt x="294" y="48"/>
                              </a:cubicBezTo>
                              <a:cubicBezTo>
                                <a:pt x="287" y="46"/>
                                <a:pt x="276" y="36"/>
                                <a:pt x="276" y="36"/>
                              </a:cubicBezTo>
                              <a:cubicBezTo>
                                <a:pt x="263" y="10"/>
                                <a:pt x="245" y="4"/>
                                <a:pt x="216" y="0"/>
                              </a:cubicBezTo>
                              <a:cubicBezTo>
                                <a:pt x="189" y="3"/>
                                <a:pt x="193" y="4"/>
                                <a:pt x="173" y="18"/>
                              </a:cubicBezTo>
                              <a:cubicBezTo>
                                <a:pt x="167" y="37"/>
                                <a:pt x="161" y="76"/>
                                <a:pt x="147" y="90"/>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sp>
                      <p:nvSpPr>
                        <p:cNvPr id="385" name="Freeform 208"/>
                        <p:cNvSpPr/>
                        <p:nvPr/>
                      </p:nvSpPr>
                      <p:spPr bwMode="auto">
                        <a:xfrm>
                          <a:off x="12009" y="6342"/>
                          <a:ext cx="389" cy="414"/>
                        </a:xfrm>
                        <a:custGeom>
                          <a:avLst/>
                          <a:gdLst>
                            <a:gd name="T0" fmla="*/ 136 w 390"/>
                            <a:gd name="T1" fmla="*/ 0 h 413"/>
                            <a:gd name="T2" fmla="*/ 106 w 390"/>
                            <a:gd name="T3" fmla="*/ 42 h 413"/>
                            <a:gd name="T4" fmla="*/ 58 w 390"/>
                            <a:gd name="T5" fmla="*/ 81 h 413"/>
                            <a:gd name="T6" fmla="*/ 34 w 390"/>
                            <a:gd name="T7" fmla="*/ 102 h 413"/>
                            <a:gd name="T8" fmla="*/ 7 w 390"/>
                            <a:gd name="T9" fmla="*/ 147 h 413"/>
                            <a:gd name="T10" fmla="*/ 7 w 390"/>
                            <a:gd name="T11" fmla="*/ 203 h 413"/>
                            <a:gd name="T12" fmla="*/ 52 w 390"/>
                            <a:gd name="T13" fmla="*/ 225 h 413"/>
                            <a:gd name="T14" fmla="*/ 88 w 390"/>
                            <a:gd name="T15" fmla="*/ 239 h 413"/>
                            <a:gd name="T16" fmla="*/ 130 w 390"/>
                            <a:gd name="T17" fmla="*/ 293 h 413"/>
                            <a:gd name="T18" fmla="*/ 148 w 390"/>
                            <a:gd name="T19" fmla="*/ 350 h 413"/>
                            <a:gd name="T20" fmla="*/ 163 w 390"/>
                            <a:gd name="T21" fmla="*/ 390 h 413"/>
                            <a:gd name="T22" fmla="*/ 184 w 390"/>
                            <a:gd name="T23" fmla="*/ 411 h 413"/>
                            <a:gd name="T24" fmla="*/ 244 w 390"/>
                            <a:gd name="T25" fmla="*/ 399 h 413"/>
                            <a:gd name="T26" fmla="*/ 271 w 390"/>
                            <a:gd name="T27" fmla="*/ 317 h 413"/>
                            <a:gd name="T28" fmla="*/ 292 w 390"/>
                            <a:gd name="T29" fmla="*/ 287 h 413"/>
                            <a:gd name="T30" fmla="*/ 289 w 390"/>
                            <a:gd name="T31" fmla="*/ 287 h 413"/>
                            <a:gd name="T32" fmla="*/ 313 w 390"/>
                            <a:gd name="T33" fmla="*/ 275 h 413"/>
                            <a:gd name="T34" fmla="*/ 382 w 390"/>
                            <a:gd name="T35" fmla="*/ 293 h 413"/>
                            <a:gd name="T36" fmla="*/ 361 w 390"/>
                            <a:gd name="T37" fmla="*/ 236 h 413"/>
                            <a:gd name="T38" fmla="*/ 331 w 390"/>
                            <a:gd name="T39" fmla="*/ 222 h 413"/>
                            <a:gd name="T40" fmla="*/ 301 w 390"/>
                            <a:gd name="T41" fmla="*/ 213 h 413"/>
                            <a:gd name="T42" fmla="*/ 238 w 390"/>
                            <a:gd name="T43" fmla="*/ 156 h 413"/>
                            <a:gd name="T44" fmla="*/ 220 w 390"/>
                            <a:gd name="T45" fmla="*/ 150 h 413"/>
                            <a:gd name="T46" fmla="*/ 202 w 390"/>
                            <a:gd name="T47" fmla="*/ 138 h 413"/>
                            <a:gd name="T48" fmla="*/ 205 w 390"/>
                            <a:gd name="T49" fmla="*/ 59 h 413"/>
                            <a:gd name="T50" fmla="*/ 136 w 390"/>
                            <a:gd name="T51"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90" h="413">
                              <a:moveTo>
                                <a:pt x="136" y="0"/>
                              </a:moveTo>
                              <a:cubicBezTo>
                                <a:pt x="130" y="17"/>
                                <a:pt x="121" y="32"/>
                                <a:pt x="106" y="42"/>
                              </a:cubicBezTo>
                              <a:cubicBezTo>
                                <a:pt x="95" y="59"/>
                                <a:pt x="78" y="74"/>
                                <a:pt x="58" y="81"/>
                              </a:cubicBezTo>
                              <a:cubicBezTo>
                                <a:pt x="52" y="90"/>
                                <a:pt x="34" y="102"/>
                                <a:pt x="34" y="102"/>
                              </a:cubicBezTo>
                              <a:cubicBezTo>
                                <a:pt x="24" y="117"/>
                                <a:pt x="13" y="129"/>
                                <a:pt x="7" y="147"/>
                              </a:cubicBezTo>
                              <a:cubicBezTo>
                                <a:pt x="5" y="166"/>
                                <a:pt x="0" y="190"/>
                                <a:pt x="7" y="203"/>
                              </a:cubicBezTo>
                              <a:cubicBezTo>
                                <a:pt x="14" y="216"/>
                                <a:pt x="39" y="219"/>
                                <a:pt x="52" y="225"/>
                              </a:cubicBezTo>
                              <a:cubicBezTo>
                                <a:pt x="59" y="235"/>
                                <a:pt x="77" y="235"/>
                                <a:pt x="88" y="239"/>
                              </a:cubicBezTo>
                              <a:cubicBezTo>
                                <a:pt x="95" y="259"/>
                                <a:pt x="123" y="273"/>
                                <a:pt x="130" y="293"/>
                              </a:cubicBezTo>
                              <a:cubicBezTo>
                                <a:pt x="136" y="312"/>
                                <a:pt x="137" y="333"/>
                                <a:pt x="148" y="350"/>
                              </a:cubicBezTo>
                              <a:cubicBezTo>
                                <a:pt x="156" y="363"/>
                                <a:pt x="147" y="385"/>
                                <a:pt x="163" y="390"/>
                              </a:cubicBezTo>
                              <a:cubicBezTo>
                                <a:pt x="177" y="411"/>
                                <a:pt x="168" y="406"/>
                                <a:pt x="184" y="411"/>
                              </a:cubicBezTo>
                              <a:cubicBezTo>
                                <a:pt x="213" y="409"/>
                                <a:pt x="223" y="413"/>
                                <a:pt x="244" y="399"/>
                              </a:cubicBezTo>
                              <a:cubicBezTo>
                                <a:pt x="251" y="370"/>
                                <a:pt x="242" y="336"/>
                                <a:pt x="271" y="317"/>
                              </a:cubicBezTo>
                              <a:cubicBezTo>
                                <a:pt x="273" y="314"/>
                                <a:pt x="289" y="290"/>
                                <a:pt x="292" y="287"/>
                              </a:cubicBezTo>
                              <a:cubicBezTo>
                                <a:pt x="295" y="284"/>
                                <a:pt x="287" y="290"/>
                                <a:pt x="289" y="287"/>
                              </a:cubicBezTo>
                              <a:cubicBezTo>
                                <a:pt x="299" y="275"/>
                                <a:pt x="299" y="286"/>
                                <a:pt x="313" y="275"/>
                              </a:cubicBezTo>
                              <a:cubicBezTo>
                                <a:pt x="320" y="270"/>
                                <a:pt x="377" y="297"/>
                                <a:pt x="382" y="293"/>
                              </a:cubicBezTo>
                              <a:cubicBezTo>
                                <a:pt x="390" y="286"/>
                                <a:pt x="369" y="248"/>
                                <a:pt x="361" y="236"/>
                              </a:cubicBezTo>
                              <a:cubicBezTo>
                                <a:pt x="380" y="223"/>
                                <a:pt x="345" y="231"/>
                                <a:pt x="331" y="222"/>
                              </a:cubicBezTo>
                              <a:cubicBezTo>
                                <a:pt x="322" y="216"/>
                                <a:pt x="301" y="213"/>
                                <a:pt x="301" y="213"/>
                              </a:cubicBezTo>
                              <a:cubicBezTo>
                                <a:pt x="287" y="172"/>
                                <a:pt x="278" y="169"/>
                                <a:pt x="238" y="156"/>
                              </a:cubicBezTo>
                              <a:cubicBezTo>
                                <a:pt x="232" y="154"/>
                                <a:pt x="225" y="154"/>
                                <a:pt x="220" y="150"/>
                              </a:cubicBezTo>
                              <a:cubicBezTo>
                                <a:pt x="214" y="146"/>
                                <a:pt x="202" y="138"/>
                                <a:pt x="202" y="138"/>
                              </a:cubicBezTo>
                              <a:cubicBezTo>
                                <a:pt x="186" y="114"/>
                                <a:pt x="205" y="118"/>
                                <a:pt x="205" y="59"/>
                              </a:cubicBezTo>
                              <a:cubicBezTo>
                                <a:pt x="205" y="23"/>
                                <a:pt x="176" y="0"/>
                                <a:pt x="136" y="0"/>
                              </a:cubicBezTo>
                              <a:close/>
                            </a:path>
                          </a:pathLst>
                        </a:cu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type="none" w="med" len="med"/>
                          <a:tailEnd type="none" w="med" len="med"/>
                        </a:ln>
                        <a:effec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fontAlgn="auto">
                            <a:spcBef>
                              <a:spcPts val="0"/>
                            </a:spcBef>
                            <a:spcAft>
                              <a:spcPts val="0"/>
                            </a:spcAft>
                            <a:defRPr/>
                          </a:pPr>
                          <a:endParaRPr lang="zh-CN" altLang="en-US" sz="1350" kern="0" dirty="0">
                            <a:solidFill>
                              <a:prstClr val="black"/>
                            </a:solidFill>
                            <a:latin typeface="Arial" panose="020B0604020202020204"/>
                            <a:ea typeface="微软雅黑" panose="020B0503020204020204" pitchFamily="34" charset="-122"/>
                          </a:endParaRPr>
                        </a:p>
                      </p:txBody>
                    </p:sp>
                  </p:grpSp>
                </p:grpSp>
              </p:grpSp>
            </p:grpSp>
          </p:grpSp>
          <p:sp>
            <p:nvSpPr>
              <p:cNvPr id="386" name="等腰三角形 385"/>
              <p:cNvSpPr/>
              <p:nvPr/>
            </p:nvSpPr>
            <p:spPr>
              <a:xfrm flipH="1" flipV="1">
                <a:off x="7811367" y="3852464"/>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87" name="等腰三角形 386"/>
              <p:cNvSpPr/>
              <p:nvPr/>
            </p:nvSpPr>
            <p:spPr>
              <a:xfrm flipH="1" flipV="1">
                <a:off x="7657716" y="3930488"/>
                <a:ext cx="78007"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88" name="等腰三角形 387"/>
              <p:cNvSpPr/>
              <p:nvPr/>
            </p:nvSpPr>
            <p:spPr>
              <a:xfrm flipH="1" flipV="1">
                <a:off x="8085578" y="4296353"/>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89" name="等腰三角形 388"/>
              <p:cNvSpPr/>
              <p:nvPr/>
            </p:nvSpPr>
            <p:spPr>
              <a:xfrm flipH="1" flipV="1">
                <a:off x="8314875" y="4237309"/>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0" name="等腰三角形 389"/>
              <p:cNvSpPr/>
              <p:nvPr/>
            </p:nvSpPr>
            <p:spPr>
              <a:xfrm flipH="1" flipV="1">
                <a:off x="7144754" y="4160340"/>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2" name="等腰三角形 391"/>
              <p:cNvSpPr/>
              <p:nvPr/>
            </p:nvSpPr>
            <p:spPr>
              <a:xfrm flipH="1" flipV="1">
                <a:off x="6858724" y="4035924"/>
                <a:ext cx="78007"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3" name="等腰三角形 392"/>
              <p:cNvSpPr/>
              <p:nvPr/>
            </p:nvSpPr>
            <p:spPr>
              <a:xfrm flipH="1" flipV="1">
                <a:off x="6591604" y="4006402"/>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4" name="等腰三角形 393"/>
              <p:cNvSpPr/>
              <p:nvPr/>
            </p:nvSpPr>
            <p:spPr>
              <a:xfrm flipH="1" flipV="1">
                <a:off x="7352774" y="3719615"/>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5" name="等腰三角形 394"/>
              <p:cNvSpPr/>
              <p:nvPr/>
            </p:nvSpPr>
            <p:spPr>
              <a:xfrm flipH="1" flipV="1">
                <a:off x="6719254" y="4442908"/>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6" name="等腰三角形 395"/>
              <p:cNvSpPr/>
              <p:nvPr/>
            </p:nvSpPr>
            <p:spPr>
              <a:xfrm flipH="1" flipV="1">
                <a:off x="6296120" y="4166667"/>
                <a:ext cx="78007"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7" name="等腰三角形 396"/>
              <p:cNvSpPr/>
              <p:nvPr/>
            </p:nvSpPr>
            <p:spPr>
              <a:xfrm flipH="1" flipV="1">
                <a:off x="7494607" y="4354342"/>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398" name="等腰三角形 397"/>
              <p:cNvSpPr/>
              <p:nvPr/>
            </p:nvSpPr>
            <p:spPr>
              <a:xfrm flipH="1" flipV="1">
                <a:off x="6440316" y="4470324"/>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00" name="流程图: 联系 147"/>
              <p:cNvSpPr/>
              <p:nvPr/>
            </p:nvSpPr>
            <p:spPr>
              <a:xfrm>
                <a:off x="6426133" y="3771469"/>
                <a:ext cx="99283" cy="557930"/>
              </a:xfrm>
              <a:prstGeom prst="flowChartConnector">
                <a:avLst/>
              </a:prstGeom>
              <a:solidFill>
                <a:srgbClr val="FFC000"/>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03" name="流程图: 联系 150"/>
              <p:cNvSpPr/>
              <p:nvPr/>
            </p:nvSpPr>
            <p:spPr>
              <a:xfrm>
                <a:off x="6844540" y="3324418"/>
                <a:ext cx="99283" cy="557930"/>
              </a:xfrm>
              <a:prstGeom prst="flowChartConnector">
                <a:avLst/>
              </a:prstGeom>
              <a:solidFill>
                <a:srgbClr val="FFC000"/>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04" name="流程图: 联系 151"/>
              <p:cNvSpPr/>
              <p:nvPr/>
            </p:nvSpPr>
            <p:spPr>
              <a:xfrm>
                <a:off x="7128206" y="3409823"/>
                <a:ext cx="101646" cy="557930"/>
              </a:xfrm>
              <a:prstGeom prst="flowChartConnector">
                <a:avLst/>
              </a:prstGeom>
              <a:solidFill>
                <a:srgbClr val="ED7D31"/>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07" name="流程图: 联系 154"/>
              <p:cNvSpPr/>
              <p:nvPr/>
            </p:nvSpPr>
            <p:spPr>
              <a:xfrm>
                <a:off x="8078487" y="3516314"/>
                <a:ext cx="101646" cy="557930"/>
              </a:xfrm>
              <a:prstGeom prst="flowChartConnector">
                <a:avLst/>
              </a:prstGeom>
              <a:solidFill>
                <a:srgbClr val="FFC000"/>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0" name="流程图: 联系 157"/>
              <p:cNvSpPr/>
              <p:nvPr/>
            </p:nvSpPr>
            <p:spPr>
              <a:xfrm>
                <a:off x="7489879" y="3610153"/>
                <a:ext cx="101648" cy="557930"/>
              </a:xfrm>
              <a:prstGeom prst="flowChartConnector">
                <a:avLst/>
              </a:prstGeom>
              <a:solidFill>
                <a:srgbClr val="ED7D31"/>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1" name="流程图: 联系 158"/>
              <p:cNvSpPr/>
              <p:nvPr/>
            </p:nvSpPr>
            <p:spPr>
              <a:xfrm>
                <a:off x="8300692" y="3459377"/>
                <a:ext cx="101646" cy="557930"/>
              </a:xfrm>
              <a:prstGeom prst="flowChartConnector">
                <a:avLst/>
              </a:prstGeom>
              <a:solidFill>
                <a:srgbClr val="ED7D31"/>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2" name="流程图: 联系 159"/>
              <p:cNvSpPr/>
              <p:nvPr/>
            </p:nvSpPr>
            <p:spPr>
              <a:xfrm>
                <a:off x="6697980" y="3744057"/>
                <a:ext cx="101646" cy="557930"/>
              </a:xfrm>
              <a:prstGeom prst="flowChartConnector">
                <a:avLst/>
              </a:prstGeom>
              <a:solidFill>
                <a:srgbClr val="5B9BD5"/>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3" name="等腰三角形 412"/>
              <p:cNvSpPr/>
              <p:nvPr/>
            </p:nvSpPr>
            <p:spPr>
              <a:xfrm flipH="1" flipV="1">
                <a:off x="5570407" y="4470323"/>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14" name="流程图: 联系 161"/>
              <p:cNvSpPr/>
              <p:nvPr/>
            </p:nvSpPr>
            <p:spPr>
              <a:xfrm>
                <a:off x="5556224" y="3761980"/>
                <a:ext cx="101648" cy="557930"/>
              </a:xfrm>
              <a:prstGeom prst="flowChartConnector">
                <a:avLst/>
              </a:prstGeom>
              <a:solidFill>
                <a:srgbClr val="FFC000"/>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5" name="等腰三角形 414"/>
              <p:cNvSpPr/>
              <p:nvPr/>
            </p:nvSpPr>
            <p:spPr>
              <a:xfrm flipH="1" flipV="1">
                <a:off x="5045626" y="4327984"/>
                <a:ext cx="7800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16" name="流程图: 联系 163"/>
              <p:cNvSpPr/>
              <p:nvPr/>
            </p:nvSpPr>
            <p:spPr>
              <a:xfrm>
                <a:off x="5033807" y="3610153"/>
                <a:ext cx="101646" cy="557930"/>
              </a:xfrm>
              <a:prstGeom prst="flowChartConnector">
                <a:avLst/>
              </a:prstGeom>
              <a:solidFill>
                <a:srgbClr val="5B9BD5"/>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7" name="等腰三角形 416"/>
              <p:cNvSpPr/>
              <p:nvPr/>
            </p:nvSpPr>
            <p:spPr>
              <a:xfrm flipH="1" flipV="1">
                <a:off x="6976918" y="4356452"/>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18" name="流程图: 联系 165"/>
              <p:cNvSpPr/>
              <p:nvPr/>
            </p:nvSpPr>
            <p:spPr>
              <a:xfrm>
                <a:off x="6967462" y="3625966"/>
                <a:ext cx="101646" cy="557930"/>
              </a:xfrm>
              <a:prstGeom prst="flowChartConnector">
                <a:avLst/>
              </a:prstGeom>
              <a:solidFill>
                <a:srgbClr val="70AD47"/>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19" name="任意多边形 418"/>
              <p:cNvSpPr/>
              <p:nvPr/>
            </p:nvSpPr>
            <p:spPr>
              <a:xfrm>
                <a:off x="5099996" y="3811093"/>
                <a:ext cx="484595" cy="196111"/>
              </a:xfrm>
              <a:custGeom>
                <a:avLst/>
                <a:gdLst>
                  <a:gd name="connsiteX0" fmla="*/ 0 w 485775"/>
                  <a:gd name="connsiteY0" fmla="*/ 80500 h 194800"/>
                  <a:gd name="connsiteX1" fmla="*/ 304800 w 485775"/>
                  <a:gd name="connsiteY1" fmla="*/ 4300 h 194800"/>
                  <a:gd name="connsiteX2" fmla="*/ 485775 w 485775"/>
                  <a:gd name="connsiteY2" fmla="*/ 194800 h 194800"/>
                  <a:gd name="connsiteX3" fmla="*/ 485775 w 485775"/>
                  <a:gd name="connsiteY3" fmla="*/ 194800 h 194800"/>
                </a:gdLst>
                <a:ahLst/>
                <a:cxnLst>
                  <a:cxn ang="0">
                    <a:pos x="connsiteX0" y="connsiteY0"/>
                  </a:cxn>
                  <a:cxn ang="0">
                    <a:pos x="connsiteX1" y="connsiteY1"/>
                  </a:cxn>
                  <a:cxn ang="0">
                    <a:pos x="connsiteX2" y="connsiteY2"/>
                  </a:cxn>
                  <a:cxn ang="0">
                    <a:pos x="connsiteX3" y="connsiteY3"/>
                  </a:cxn>
                </a:cxnLst>
                <a:rect l="l" t="t" r="r" b="b"/>
                <a:pathLst>
                  <a:path w="485775" h="194800">
                    <a:moveTo>
                      <a:pt x="0" y="80500"/>
                    </a:moveTo>
                    <a:cubicBezTo>
                      <a:pt x="111919" y="32875"/>
                      <a:pt x="223838" y="-14750"/>
                      <a:pt x="304800" y="4300"/>
                    </a:cubicBezTo>
                    <a:cubicBezTo>
                      <a:pt x="385762" y="23350"/>
                      <a:pt x="485775" y="194800"/>
                      <a:pt x="485775" y="194800"/>
                    </a:cubicBezTo>
                    <a:lnTo>
                      <a:pt x="485775" y="194800"/>
                    </a:ln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21" name="任意多边形 420"/>
              <p:cNvSpPr/>
              <p:nvPr/>
            </p:nvSpPr>
            <p:spPr>
              <a:xfrm>
                <a:off x="6901274" y="3598111"/>
                <a:ext cx="274210" cy="65371"/>
              </a:xfrm>
              <a:custGeom>
                <a:avLst/>
                <a:gdLst>
                  <a:gd name="connsiteX0" fmla="*/ 0 w 276225"/>
                  <a:gd name="connsiteY0" fmla="*/ 0 h 66675"/>
                  <a:gd name="connsiteX1" fmla="*/ 276225 w 276225"/>
                  <a:gd name="connsiteY1" fmla="*/ 66675 h 66675"/>
                </a:gdLst>
                <a:ahLst/>
                <a:cxnLst>
                  <a:cxn ang="0">
                    <a:pos x="connsiteX0" y="connsiteY0"/>
                  </a:cxn>
                  <a:cxn ang="0">
                    <a:pos x="connsiteX1" y="connsiteY1"/>
                  </a:cxn>
                </a:cxnLst>
                <a:rect l="l" t="t" r="r" b="b"/>
                <a:pathLst>
                  <a:path w="276225" h="66675">
                    <a:moveTo>
                      <a:pt x="0" y="0"/>
                    </a:moveTo>
                    <a:lnTo>
                      <a:pt x="276225" y="66675"/>
                    </a:ln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24" name="任意多边形 423"/>
              <p:cNvSpPr/>
              <p:nvPr/>
            </p:nvSpPr>
            <p:spPr>
              <a:xfrm>
                <a:off x="6766532" y="3895442"/>
                <a:ext cx="200931" cy="105437"/>
              </a:xfrm>
              <a:custGeom>
                <a:avLst/>
                <a:gdLst>
                  <a:gd name="connsiteX0" fmla="*/ 200435 w 200435"/>
                  <a:gd name="connsiteY0" fmla="*/ 15182 h 103499"/>
                  <a:gd name="connsiteX1" fmla="*/ 67085 w 200435"/>
                  <a:gd name="connsiteY1" fmla="*/ 5657 h 103499"/>
                  <a:gd name="connsiteX2" fmla="*/ 9935 w 200435"/>
                  <a:gd name="connsiteY2" fmla="*/ 91382 h 103499"/>
                  <a:gd name="connsiteX3" fmla="*/ 410 w 200435"/>
                  <a:gd name="connsiteY3" fmla="*/ 100907 h 103499"/>
                </a:gdLst>
                <a:ahLst/>
                <a:cxnLst>
                  <a:cxn ang="0">
                    <a:pos x="connsiteX0" y="connsiteY0"/>
                  </a:cxn>
                  <a:cxn ang="0">
                    <a:pos x="connsiteX1" y="connsiteY1"/>
                  </a:cxn>
                  <a:cxn ang="0">
                    <a:pos x="connsiteX2" y="connsiteY2"/>
                  </a:cxn>
                  <a:cxn ang="0">
                    <a:pos x="connsiteX3" y="connsiteY3"/>
                  </a:cxn>
                </a:cxnLst>
                <a:rect l="l" t="t" r="r" b="b"/>
                <a:pathLst>
                  <a:path w="200435" h="103499">
                    <a:moveTo>
                      <a:pt x="200435" y="15182"/>
                    </a:moveTo>
                    <a:cubicBezTo>
                      <a:pt x="149635" y="4069"/>
                      <a:pt x="98835" y="-7043"/>
                      <a:pt x="67085" y="5657"/>
                    </a:cubicBezTo>
                    <a:cubicBezTo>
                      <a:pt x="35335" y="18357"/>
                      <a:pt x="21047" y="75507"/>
                      <a:pt x="9935" y="91382"/>
                    </a:cubicBezTo>
                    <a:cubicBezTo>
                      <a:pt x="-1178" y="107257"/>
                      <a:pt x="-384" y="104082"/>
                      <a:pt x="410" y="100907"/>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25" name="任意多边形 424"/>
              <p:cNvSpPr/>
              <p:nvPr/>
            </p:nvSpPr>
            <p:spPr>
              <a:xfrm>
                <a:off x="6499414" y="3931290"/>
                <a:ext cx="238751" cy="103328"/>
              </a:xfrm>
              <a:custGeom>
                <a:avLst/>
                <a:gdLst>
                  <a:gd name="connsiteX0" fmla="*/ 238125 w 238125"/>
                  <a:gd name="connsiteY0" fmla="*/ 85885 h 104935"/>
                  <a:gd name="connsiteX1" fmla="*/ 95250 w 238125"/>
                  <a:gd name="connsiteY1" fmla="*/ 160 h 104935"/>
                  <a:gd name="connsiteX2" fmla="*/ 0 w 238125"/>
                  <a:gd name="connsiteY2" fmla="*/ 104935 h 104935"/>
                </a:gdLst>
                <a:ahLst/>
                <a:cxnLst>
                  <a:cxn ang="0">
                    <a:pos x="connsiteX0" y="connsiteY0"/>
                  </a:cxn>
                  <a:cxn ang="0">
                    <a:pos x="connsiteX1" y="connsiteY1"/>
                  </a:cxn>
                  <a:cxn ang="0">
                    <a:pos x="connsiteX2" y="connsiteY2"/>
                  </a:cxn>
                </a:cxnLst>
                <a:rect l="l" t="t" r="r" b="b"/>
                <a:pathLst>
                  <a:path w="238125" h="104935">
                    <a:moveTo>
                      <a:pt x="238125" y="85885"/>
                    </a:moveTo>
                    <a:cubicBezTo>
                      <a:pt x="186531" y="41435"/>
                      <a:pt x="134937" y="-3015"/>
                      <a:pt x="95250" y="160"/>
                    </a:cubicBezTo>
                    <a:cubicBezTo>
                      <a:pt x="55563" y="3335"/>
                      <a:pt x="27781" y="54135"/>
                      <a:pt x="0" y="104935"/>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26" name="任意多边形 425"/>
              <p:cNvSpPr/>
              <p:nvPr/>
            </p:nvSpPr>
            <p:spPr>
              <a:xfrm>
                <a:off x="6480503" y="3716200"/>
                <a:ext cx="1037743" cy="309984"/>
              </a:xfrm>
              <a:custGeom>
                <a:avLst/>
                <a:gdLst>
                  <a:gd name="connsiteX0" fmla="*/ 0 w 1038225"/>
                  <a:gd name="connsiteY0" fmla="*/ 309896 h 309896"/>
                  <a:gd name="connsiteX1" fmla="*/ 333375 w 1038225"/>
                  <a:gd name="connsiteY1" fmla="*/ 5096 h 309896"/>
                  <a:gd name="connsiteX2" fmla="*/ 1038225 w 1038225"/>
                  <a:gd name="connsiteY2" fmla="*/ 147971 h 309896"/>
                </a:gdLst>
                <a:ahLst/>
                <a:cxnLst>
                  <a:cxn ang="0">
                    <a:pos x="connsiteX0" y="connsiteY0"/>
                  </a:cxn>
                  <a:cxn ang="0">
                    <a:pos x="connsiteX1" y="connsiteY1"/>
                  </a:cxn>
                  <a:cxn ang="0">
                    <a:pos x="connsiteX2" y="connsiteY2"/>
                  </a:cxn>
                </a:cxnLst>
                <a:rect l="l" t="t" r="r" b="b"/>
                <a:pathLst>
                  <a:path w="1038225" h="309896">
                    <a:moveTo>
                      <a:pt x="0" y="309896"/>
                    </a:moveTo>
                    <a:cubicBezTo>
                      <a:pt x="80169" y="170989"/>
                      <a:pt x="160338" y="32083"/>
                      <a:pt x="333375" y="5096"/>
                    </a:cubicBezTo>
                    <a:cubicBezTo>
                      <a:pt x="506412" y="-21891"/>
                      <a:pt x="772318" y="63040"/>
                      <a:pt x="1038225" y="147971"/>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29" name="等腰三角形 428"/>
              <p:cNvSpPr/>
              <p:nvPr/>
            </p:nvSpPr>
            <p:spPr>
              <a:xfrm flipH="1" flipV="1">
                <a:off x="8381064" y="3732268"/>
                <a:ext cx="78007"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34" name="任意多边形 433"/>
              <p:cNvSpPr/>
              <p:nvPr/>
            </p:nvSpPr>
            <p:spPr>
              <a:xfrm>
                <a:off x="8137583" y="3699330"/>
                <a:ext cx="182020" cy="69589"/>
              </a:xfrm>
              <a:custGeom>
                <a:avLst/>
                <a:gdLst>
                  <a:gd name="connsiteX0" fmla="*/ 0 w 180975"/>
                  <a:gd name="connsiteY0" fmla="*/ 69039 h 69039"/>
                  <a:gd name="connsiteX1" fmla="*/ 66675 w 180975"/>
                  <a:gd name="connsiteY1" fmla="*/ 2364 h 69039"/>
                  <a:gd name="connsiteX2" fmla="*/ 180975 w 180975"/>
                  <a:gd name="connsiteY2" fmla="*/ 21414 h 69039"/>
                </a:gdLst>
                <a:ahLst/>
                <a:cxnLst>
                  <a:cxn ang="0">
                    <a:pos x="connsiteX0" y="connsiteY0"/>
                  </a:cxn>
                  <a:cxn ang="0">
                    <a:pos x="connsiteX1" y="connsiteY1"/>
                  </a:cxn>
                  <a:cxn ang="0">
                    <a:pos x="connsiteX2" y="connsiteY2"/>
                  </a:cxn>
                </a:cxnLst>
                <a:rect l="l" t="t" r="r" b="b"/>
                <a:pathLst>
                  <a:path w="180975" h="69039">
                    <a:moveTo>
                      <a:pt x="0" y="69039"/>
                    </a:moveTo>
                    <a:cubicBezTo>
                      <a:pt x="18256" y="39670"/>
                      <a:pt x="36512" y="10302"/>
                      <a:pt x="66675" y="2364"/>
                    </a:cubicBezTo>
                    <a:cubicBezTo>
                      <a:pt x="96838" y="-5574"/>
                      <a:pt x="138906" y="7920"/>
                      <a:pt x="180975" y="21414"/>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35" name="流程图: 联系 182"/>
              <p:cNvSpPr/>
              <p:nvPr/>
            </p:nvSpPr>
            <p:spPr>
              <a:xfrm>
                <a:off x="7692528" y="3255955"/>
                <a:ext cx="101646" cy="557930"/>
              </a:xfrm>
              <a:prstGeom prst="flowChartConnector">
                <a:avLst/>
              </a:prstGeom>
              <a:solidFill>
                <a:srgbClr val="ED7D31"/>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36" name="任意多边形 435"/>
              <p:cNvSpPr/>
              <p:nvPr/>
            </p:nvSpPr>
            <p:spPr>
              <a:xfrm>
                <a:off x="7756999" y="3454717"/>
                <a:ext cx="47278" cy="56936"/>
              </a:xfrm>
              <a:custGeom>
                <a:avLst/>
                <a:gdLst>
                  <a:gd name="connsiteX0" fmla="*/ 0 w 47625"/>
                  <a:gd name="connsiteY0" fmla="*/ 57150 h 57150"/>
                  <a:gd name="connsiteX1" fmla="*/ 47625 w 47625"/>
                  <a:gd name="connsiteY1" fmla="*/ 0 h 57150"/>
                </a:gdLst>
                <a:ahLst/>
                <a:cxnLst>
                  <a:cxn ang="0">
                    <a:pos x="connsiteX0" y="connsiteY0"/>
                  </a:cxn>
                  <a:cxn ang="0">
                    <a:pos x="connsiteX1" y="connsiteY1"/>
                  </a:cxn>
                </a:cxnLst>
                <a:rect l="l" t="t" r="r" b="b"/>
                <a:pathLst>
                  <a:path w="47625" h="57150">
                    <a:moveTo>
                      <a:pt x="0" y="57150"/>
                    </a:moveTo>
                    <a:lnTo>
                      <a:pt x="47625" y="0"/>
                    </a:ln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37" name="等腰三角形 436"/>
              <p:cNvSpPr/>
              <p:nvPr/>
            </p:nvSpPr>
            <p:spPr>
              <a:xfrm flipH="1" flipV="1">
                <a:off x="6229931" y="4472432"/>
                <a:ext cx="59096"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38" name="流程图: 联系 185"/>
              <p:cNvSpPr/>
              <p:nvPr/>
            </p:nvSpPr>
            <p:spPr>
              <a:xfrm>
                <a:off x="6206292" y="3934896"/>
                <a:ext cx="99283" cy="557930"/>
              </a:xfrm>
              <a:prstGeom prst="flowChartConnector">
                <a:avLst/>
              </a:prstGeom>
              <a:solidFill>
                <a:srgbClr val="ED7D31"/>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39" name="任意多边形 438"/>
              <p:cNvSpPr/>
              <p:nvPr/>
            </p:nvSpPr>
            <p:spPr>
              <a:xfrm>
                <a:off x="6253570" y="4032509"/>
                <a:ext cx="189111" cy="145503"/>
              </a:xfrm>
              <a:custGeom>
                <a:avLst/>
                <a:gdLst>
                  <a:gd name="connsiteX0" fmla="*/ 0 w 190500"/>
                  <a:gd name="connsiteY0" fmla="*/ 146181 h 146181"/>
                  <a:gd name="connsiteX1" fmla="*/ 57150 w 190500"/>
                  <a:gd name="connsiteY1" fmla="*/ 12831 h 146181"/>
                  <a:gd name="connsiteX2" fmla="*/ 190500 w 190500"/>
                  <a:gd name="connsiteY2" fmla="*/ 12831 h 146181"/>
                </a:gdLst>
                <a:ahLst/>
                <a:cxnLst>
                  <a:cxn ang="0">
                    <a:pos x="connsiteX0" y="connsiteY0"/>
                  </a:cxn>
                  <a:cxn ang="0">
                    <a:pos x="connsiteX1" y="connsiteY1"/>
                  </a:cxn>
                  <a:cxn ang="0">
                    <a:pos x="connsiteX2" y="connsiteY2"/>
                  </a:cxn>
                </a:cxnLst>
                <a:rect l="l" t="t" r="r" b="b"/>
                <a:pathLst>
                  <a:path w="190500" h="146181">
                    <a:moveTo>
                      <a:pt x="0" y="146181"/>
                    </a:moveTo>
                    <a:cubicBezTo>
                      <a:pt x="12700" y="90618"/>
                      <a:pt x="25400" y="35056"/>
                      <a:pt x="57150" y="12831"/>
                    </a:cubicBezTo>
                    <a:cubicBezTo>
                      <a:pt x="88900" y="-9394"/>
                      <a:pt x="139700" y="1718"/>
                      <a:pt x="190500" y="12831"/>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0" name="任意多边形 439"/>
              <p:cNvSpPr/>
              <p:nvPr/>
            </p:nvSpPr>
            <p:spPr>
              <a:xfrm>
                <a:off x="5643688" y="3977682"/>
                <a:ext cx="619337" cy="210873"/>
              </a:xfrm>
              <a:custGeom>
                <a:avLst/>
                <a:gdLst>
                  <a:gd name="connsiteX0" fmla="*/ 0 w 619125"/>
                  <a:gd name="connsiteY0" fmla="*/ 48123 h 210048"/>
                  <a:gd name="connsiteX1" fmla="*/ 352425 w 619125"/>
                  <a:gd name="connsiteY1" fmla="*/ 10023 h 210048"/>
                  <a:gd name="connsiteX2" fmla="*/ 619125 w 619125"/>
                  <a:gd name="connsiteY2" fmla="*/ 210048 h 210048"/>
                </a:gdLst>
                <a:ahLst/>
                <a:cxnLst>
                  <a:cxn ang="0">
                    <a:pos x="connsiteX0" y="connsiteY0"/>
                  </a:cxn>
                  <a:cxn ang="0">
                    <a:pos x="connsiteX1" y="connsiteY1"/>
                  </a:cxn>
                  <a:cxn ang="0">
                    <a:pos x="connsiteX2" y="connsiteY2"/>
                  </a:cxn>
                </a:cxnLst>
                <a:rect l="l" t="t" r="r" b="b"/>
                <a:pathLst>
                  <a:path w="619125" h="210048">
                    <a:moveTo>
                      <a:pt x="0" y="48123"/>
                    </a:moveTo>
                    <a:cubicBezTo>
                      <a:pt x="124619" y="15579"/>
                      <a:pt x="249238" y="-16964"/>
                      <a:pt x="352425" y="10023"/>
                    </a:cubicBezTo>
                    <a:cubicBezTo>
                      <a:pt x="455612" y="37010"/>
                      <a:pt x="537368" y="123529"/>
                      <a:pt x="619125" y="210048"/>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1" name="等腰三角形 440"/>
              <p:cNvSpPr/>
              <p:nvPr/>
            </p:nvSpPr>
            <p:spPr>
              <a:xfrm flipH="1" flipV="1">
                <a:off x="7924834" y="4315330"/>
                <a:ext cx="75644"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42" name="流程图: 联系 189"/>
              <p:cNvSpPr/>
              <p:nvPr/>
            </p:nvSpPr>
            <p:spPr>
              <a:xfrm>
                <a:off x="7917743" y="3572195"/>
                <a:ext cx="101646" cy="557930"/>
              </a:xfrm>
              <a:prstGeom prst="flowChartConnector">
                <a:avLst/>
              </a:prstGeom>
              <a:solidFill>
                <a:srgbClr val="5B9BD5"/>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43" name="任意多边形 442"/>
              <p:cNvSpPr/>
              <p:nvPr/>
            </p:nvSpPr>
            <p:spPr>
              <a:xfrm>
                <a:off x="7988659" y="3796332"/>
                <a:ext cx="111102" cy="63262"/>
              </a:xfrm>
              <a:custGeom>
                <a:avLst/>
                <a:gdLst>
                  <a:gd name="connsiteX0" fmla="*/ 112183 w 112183"/>
                  <a:gd name="connsiteY0" fmla="*/ 0 h 62649"/>
                  <a:gd name="connsiteX1" fmla="*/ 7408 w 112183"/>
                  <a:gd name="connsiteY1" fmla="*/ 57150 h 62649"/>
                  <a:gd name="connsiteX2" fmla="*/ 16933 w 112183"/>
                  <a:gd name="connsiteY2" fmla="*/ 57150 h 62649"/>
                </a:gdLst>
                <a:ahLst/>
                <a:cxnLst>
                  <a:cxn ang="0">
                    <a:pos x="connsiteX0" y="connsiteY0"/>
                  </a:cxn>
                  <a:cxn ang="0">
                    <a:pos x="connsiteX1" y="connsiteY1"/>
                  </a:cxn>
                  <a:cxn ang="0">
                    <a:pos x="connsiteX2" y="connsiteY2"/>
                  </a:cxn>
                </a:cxnLst>
                <a:rect l="l" t="t" r="r" b="b"/>
                <a:pathLst>
                  <a:path w="112183" h="62649">
                    <a:moveTo>
                      <a:pt x="112183" y="0"/>
                    </a:moveTo>
                    <a:lnTo>
                      <a:pt x="7408" y="57150"/>
                    </a:lnTo>
                    <a:cubicBezTo>
                      <a:pt x="-8467" y="66675"/>
                      <a:pt x="4233" y="61912"/>
                      <a:pt x="16933" y="57150"/>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6" name="任意多边形 445"/>
              <p:cNvSpPr/>
              <p:nvPr/>
            </p:nvSpPr>
            <p:spPr>
              <a:xfrm>
                <a:off x="5615322" y="3844833"/>
                <a:ext cx="846270" cy="181351"/>
              </a:xfrm>
              <a:custGeom>
                <a:avLst/>
                <a:gdLst>
                  <a:gd name="connsiteX0" fmla="*/ 0 w 847725"/>
                  <a:gd name="connsiteY0" fmla="*/ 162013 h 181063"/>
                  <a:gd name="connsiteX1" fmla="*/ 428625 w 847725"/>
                  <a:gd name="connsiteY1" fmla="*/ 88 h 181063"/>
                  <a:gd name="connsiteX2" fmla="*/ 847725 w 847725"/>
                  <a:gd name="connsiteY2" fmla="*/ 181063 h 181063"/>
                </a:gdLst>
                <a:ahLst/>
                <a:cxnLst>
                  <a:cxn ang="0">
                    <a:pos x="connsiteX0" y="connsiteY0"/>
                  </a:cxn>
                  <a:cxn ang="0">
                    <a:pos x="connsiteX1" y="connsiteY1"/>
                  </a:cxn>
                  <a:cxn ang="0">
                    <a:pos x="connsiteX2" y="connsiteY2"/>
                  </a:cxn>
                </a:cxnLst>
                <a:rect l="l" t="t" r="r" b="b"/>
                <a:pathLst>
                  <a:path w="847725" h="181063">
                    <a:moveTo>
                      <a:pt x="0" y="162013"/>
                    </a:moveTo>
                    <a:cubicBezTo>
                      <a:pt x="143669" y="79463"/>
                      <a:pt x="287338" y="-3087"/>
                      <a:pt x="428625" y="88"/>
                    </a:cubicBezTo>
                    <a:cubicBezTo>
                      <a:pt x="569912" y="3263"/>
                      <a:pt x="708818" y="92163"/>
                      <a:pt x="847725" y="181063"/>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7" name="任意多边形 446"/>
              <p:cNvSpPr/>
              <p:nvPr/>
            </p:nvSpPr>
            <p:spPr>
              <a:xfrm>
                <a:off x="6244114" y="3648720"/>
                <a:ext cx="893547" cy="491335"/>
              </a:xfrm>
              <a:custGeom>
                <a:avLst/>
                <a:gdLst>
                  <a:gd name="connsiteX0" fmla="*/ 0 w 895350"/>
                  <a:gd name="connsiteY0" fmla="*/ 490752 h 490752"/>
                  <a:gd name="connsiteX1" fmla="*/ 295275 w 895350"/>
                  <a:gd name="connsiteY1" fmla="*/ 43077 h 490752"/>
                  <a:gd name="connsiteX2" fmla="*/ 895350 w 895350"/>
                  <a:gd name="connsiteY2" fmla="*/ 43077 h 490752"/>
                </a:gdLst>
                <a:ahLst/>
                <a:cxnLst>
                  <a:cxn ang="0">
                    <a:pos x="connsiteX0" y="connsiteY0"/>
                  </a:cxn>
                  <a:cxn ang="0">
                    <a:pos x="connsiteX1" y="connsiteY1"/>
                  </a:cxn>
                  <a:cxn ang="0">
                    <a:pos x="connsiteX2" y="connsiteY2"/>
                  </a:cxn>
                </a:cxnLst>
                <a:rect l="l" t="t" r="r" b="b"/>
                <a:pathLst>
                  <a:path w="895350" h="490752">
                    <a:moveTo>
                      <a:pt x="0" y="490752"/>
                    </a:moveTo>
                    <a:cubicBezTo>
                      <a:pt x="73025" y="304220"/>
                      <a:pt x="146050" y="117689"/>
                      <a:pt x="295275" y="43077"/>
                    </a:cubicBezTo>
                    <a:cubicBezTo>
                      <a:pt x="444500" y="-31535"/>
                      <a:pt x="669925" y="5771"/>
                      <a:pt x="895350" y="43077"/>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8" name="任意多边形 447"/>
              <p:cNvSpPr/>
              <p:nvPr/>
            </p:nvSpPr>
            <p:spPr>
              <a:xfrm>
                <a:off x="7548977" y="3579133"/>
                <a:ext cx="122922" cy="295222"/>
              </a:xfrm>
              <a:custGeom>
                <a:avLst/>
                <a:gdLst>
                  <a:gd name="connsiteX0" fmla="*/ 123825 w 123825"/>
                  <a:gd name="connsiteY0" fmla="*/ 0 h 295275"/>
                  <a:gd name="connsiteX1" fmla="*/ 66675 w 123825"/>
                  <a:gd name="connsiteY1" fmla="*/ 85725 h 295275"/>
                  <a:gd name="connsiteX2" fmla="*/ 0 w 123825"/>
                  <a:gd name="connsiteY2" fmla="*/ 295275 h 295275"/>
                </a:gdLst>
                <a:ahLst/>
                <a:cxnLst>
                  <a:cxn ang="0">
                    <a:pos x="connsiteX0" y="connsiteY0"/>
                  </a:cxn>
                  <a:cxn ang="0">
                    <a:pos x="connsiteX1" y="connsiteY1"/>
                  </a:cxn>
                  <a:cxn ang="0">
                    <a:pos x="connsiteX2" y="connsiteY2"/>
                  </a:cxn>
                </a:cxnLst>
                <a:rect l="l" t="t" r="r" b="b"/>
                <a:pathLst>
                  <a:path w="123825" h="295275">
                    <a:moveTo>
                      <a:pt x="123825" y="0"/>
                    </a:moveTo>
                    <a:cubicBezTo>
                      <a:pt x="105568" y="18256"/>
                      <a:pt x="87312" y="36513"/>
                      <a:pt x="66675" y="85725"/>
                    </a:cubicBezTo>
                    <a:cubicBezTo>
                      <a:pt x="46038" y="134937"/>
                      <a:pt x="23019" y="215106"/>
                      <a:pt x="0" y="295275"/>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49" name="任意多边形 448"/>
              <p:cNvSpPr/>
              <p:nvPr/>
            </p:nvSpPr>
            <p:spPr>
              <a:xfrm>
                <a:off x="7728632" y="3499001"/>
                <a:ext cx="609882" cy="194003"/>
              </a:xfrm>
              <a:custGeom>
                <a:avLst/>
                <a:gdLst>
                  <a:gd name="connsiteX0" fmla="*/ 609600 w 609600"/>
                  <a:gd name="connsiteY0" fmla="*/ 193160 h 193160"/>
                  <a:gd name="connsiteX1" fmla="*/ 381000 w 609600"/>
                  <a:gd name="connsiteY1" fmla="*/ 12185 h 193160"/>
                  <a:gd name="connsiteX2" fmla="*/ 0 w 609600"/>
                  <a:gd name="connsiteY2" fmla="*/ 31235 h 193160"/>
                </a:gdLst>
                <a:ahLst/>
                <a:cxnLst>
                  <a:cxn ang="0">
                    <a:pos x="connsiteX0" y="connsiteY0"/>
                  </a:cxn>
                  <a:cxn ang="0">
                    <a:pos x="connsiteX1" y="connsiteY1"/>
                  </a:cxn>
                  <a:cxn ang="0">
                    <a:pos x="connsiteX2" y="connsiteY2"/>
                  </a:cxn>
                </a:cxnLst>
                <a:rect l="l" t="t" r="r" b="b"/>
                <a:pathLst>
                  <a:path w="609600" h="193160">
                    <a:moveTo>
                      <a:pt x="609600" y="193160"/>
                    </a:moveTo>
                    <a:cubicBezTo>
                      <a:pt x="546100" y="116166"/>
                      <a:pt x="482600" y="39173"/>
                      <a:pt x="381000" y="12185"/>
                    </a:cubicBezTo>
                    <a:cubicBezTo>
                      <a:pt x="279400" y="-14803"/>
                      <a:pt x="139700" y="8216"/>
                      <a:pt x="0" y="31235"/>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52" name="等腰三角形 451"/>
              <p:cNvSpPr/>
              <p:nvPr/>
            </p:nvSpPr>
            <p:spPr>
              <a:xfrm flipH="1" flipV="1">
                <a:off x="7593890" y="4500899"/>
                <a:ext cx="66189"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53" name="等腰三角形 452"/>
              <p:cNvSpPr/>
              <p:nvPr/>
            </p:nvSpPr>
            <p:spPr>
              <a:xfrm flipH="1" flipV="1">
                <a:off x="7307861" y="4581031"/>
                <a:ext cx="87463"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54" name="流程图: 联系 201"/>
              <p:cNvSpPr/>
              <p:nvPr/>
            </p:nvSpPr>
            <p:spPr>
              <a:xfrm>
                <a:off x="7577345" y="3970745"/>
                <a:ext cx="101646" cy="557930"/>
              </a:xfrm>
              <a:prstGeom prst="flowChartConnector">
                <a:avLst/>
              </a:prstGeom>
              <a:solidFill>
                <a:srgbClr val="FFC000"/>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55" name="流程图: 联系 202"/>
              <p:cNvSpPr/>
              <p:nvPr/>
            </p:nvSpPr>
            <p:spPr>
              <a:xfrm>
                <a:off x="7288951" y="4151042"/>
                <a:ext cx="101646" cy="557930"/>
              </a:xfrm>
              <a:prstGeom prst="flowChartConnector">
                <a:avLst/>
              </a:prstGeom>
              <a:solidFill>
                <a:srgbClr val="5B9BD5"/>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56" name="任意多边形 455"/>
              <p:cNvSpPr/>
              <p:nvPr/>
            </p:nvSpPr>
            <p:spPr>
              <a:xfrm>
                <a:off x="7194395" y="3661373"/>
                <a:ext cx="345127" cy="221417"/>
              </a:xfrm>
              <a:custGeom>
                <a:avLst/>
                <a:gdLst>
                  <a:gd name="connsiteX0" fmla="*/ 0 w 342900"/>
                  <a:gd name="connsiteY0" fmla="*/ 13116 h 222666"/>
                  <a:gd name="connsiteX1" fmla="*/ 238125 w 342900"/>
                  <a:gd name="connsiteY1" fmla="*/ 22641 h 222666"/>
                  <a:gd name="connsiteX2" fmla="*/ 342900 w 342900"/>
                  <a:gd name="connsiteY2" fmla="*/ 222666 h 222666"/>
                </a:gdLst>
                <a:ahLst/>
                <a:cxnLst>
                  <a:cxn ang="0">
                    <a:pos x="connsiteX0" y="connsiteY0"/>
                  </a:cxn>
                  <a:cxn ang="0">
                    <a:pos x="connsiteX1" y="connsiteY1"/>
                  </a:cxn>
                  <a:cxn ang="0">
                    <a:pos x="connsiteX2" y="connsiteY2"/>
                  </a:cxn>
                </a:cxnLst>
                <a:rect l="l" t="t" r="r" b="b"/>
                <a:pathLst>
                  <a:path w="342900" h="222666">
                    <a:moveTo>
                      <a:pt x="0" y="13116"/>
                    </a:moveTo>
                    <a:cubicBezTo>
                      <a:pt x="90487" y="416"/>
                      <a:pt x="180975" y="-12284"/>
                      <a:pt x="238125" y="22641"/>
                    </a:cubicBezTo>
                    <a:cubicBezTo>
                      <a:pt x="295275" y="57566"/>
                      <a:pt x="319087" y="140116"/>
                      <a:pt x="342900" y="222666"/>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57" name="任意多边形 456"/>
              <p:cNvSpPr/>
              <p:nvPr/>
            </p:nvSpPr>
            <p:spPr>
              <a:xfrm>
                <a:off x="7194395" y="3503219"/>
                <a:ext cx="468049" cy="151829"/>
              </a:xfrm>
              <a:custGeom>
                <a:avLst/>
                <a:gdLst>
                  <a:gd name="connsiteX0" fmla="*/ 466725 w 466725"/>
                  <a:gd name="connsiteY0" fmla="*/ 27787 h 151612"/>
                  <a:gd name="connsiteX1" fmla="*/ 257175 w 466725"/>
                  <a:gd name="connsiteY1" fmla="*/ 8737 h 151612"/>
                  <a:gd name="connsiteX2" fmla="*/ 0 w 466725"/>
                  <a:gd name="connsiteY2" fmla="*/ 151612 h 151612"/>
                </a:gdLst>
                <a:ahLst/>
                <a:cxnLst>
                  <a:cxn ang="0">
                    <a:pos x="connsiteX0" y="connsiteY0"/>
                  </a:cxn>
                  <a:cxn ang="0">
                    <a:pos x="connsiteX1" y="connsiteY1"/>
                  </a:cxn>
                  <a:cxn ang="0">
                    <a:pos x="connsiteX2" y="connsiteY2"/>
                  </a:cxn>
                </a:cxnLst>
                <a:rect l="l" t="t" r="r" b="b"/>
                <a:pathLst>
                  <a:path w="466725" h="151612">
                    <a:moveTo>
                      <a:pt x="466725" y="27787"/>
                    </a:moveTo>
                    <a:cubicBezTo>
                      <a:pt x="400843" y="7943"/>
                      <a:pt x="334962" y="-11901"/>
                      <a:pt x="257175" y="8737"/>
                    </a:cubicBezTo>
                    <a:cubicBezTo>
                      <a:pt x="179387" y="29375"/>
                      <a:pt x="89693" y="90493"/>
                      <a:pt x="0" y="151612"/>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58" name="任意多边形 457"/>
              <p:cNvSpPr/>
              <p:nvPr/>
            </p:nvSpPr>
            <p:spPr>
              <a:xfrm>
                <a:off x="7539522" y="3598111"/>
                <a:ext cx="780081" cy="257265"/>
              </a:xfrm>
              <a:custGeom>
                <a:avLst/>
                <a:gdLst>
                  <a:gd name="connsiteX0" fmla="*/ 781050 w 781050"/>
                  <a:gd name="connsiteY0" fmla="*/ 76013 h 256988"/>
                  <a:gd name="connsiteX1" fmla="*/ 400050 w 781050"/>
                  <a:gd name="connsiteY1" fmla="*/ 9338 h 256988"/>
                  <a:gd name="connsiteX2" fmla="*/ 0 w 781050"/>
                  <a:gd name="connsiteY2" fmla="*/ 256988 h 256988"/>
                </a:gdLst>
                <a:ahLst/>
                <a:cxnLst>
                  <a:cxn ang="0">
                    <a:pos x="connsiteX0" y="connsiteY0"/>
                  </a:cxn>
                  <a:cxn ang="0">
                    <a:pos x="connsiteX1" y="connsiteY1"/>
                  </a:cxn>
                  <a:cxn ang="0">
                    <a:pos x="connsiteX2" y="connsiteY2"/>
                  </a:cxn>
                </a:cxnLst>
                <a:rect l="l" t="t" r="r" b="b"/>
                <a:pathLst>
                  <a:path w="781050" h="256988">
                    <a:moveTo>
                      <a:pt x="781050" y="76013"/>
                    </a:moveTo>
                    <a:cubicBezTo>
                      <a:pt x="655637" y="27594"/>
                      <a:pt x="530225" y="-20825"/>
                      <a:pt x="400050" y="9338"/>
                    </a:cubicBezTo>
                    <a:cubicBezTo>
                      <a:pt x="269875" y="39500"/>
                      <a:pt x="134937" y="148244"/>
                      <a:pt x="0" y="256988"/>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59" name="任意多边形 458"/>
              <p:cNvSpPr/>
              <p:nvPr/>
            </p:nvSpPr>
            <p:spPr>
              <a:xfrm>
                <a:off x="7577344" y="3893333"/>
                <a:ext cx="68552" cy="322636"/>
              </a:xfrm>
              <a:custGeom>
                <a:avLst/>
                <a:gdLst>
                  <a:gd name="connsiteX0" fmla="*/ 0 w 70620"/>
                  <a:gd name="connsiteY0" fmla="*/ 0 h 323850"/>
                  <a:gd name="connsiteX1" fmla="*/ 66675 w 70620"/>
                  <a:gd name="connsiteY1" fmla="*/ 152400 h 323850"/>
                  <a:gd name="connsiteX2" fmla="*/ 57150 w 70620"/>
                  <a:gd name="connsiteY2" fmla="*/ 323850 h 323850"/>
                </a:gdLst>
                <a:ahLst/>
                <a:cxnLst>
                  <a:cxn ang="0">
                    <a:pos x="connsiteX0" y="connsiteY0"/>
                  </a:cxn>
                  <a:cxn ang="0">
                    <a:pos x="connsiteX1" y="connsiteY1"/>
                  </a:cxn>
                  <a:cxn ang="0">
                    <a:pos x="connsiteX2" y="connsiteY2"/>
                  </a:cxn>
                </a:cxnLst>
                <a:rect l="l" t="t" r="r" b="b"/>
                <a:pathLst>
                  <a:path w="70620" h="323850">
                    <a:moveTo>
                      <a:pt x="0" y="0"/>
                    </a:moveTo>
                    <a:cubicBezTo>
                      <a:pt x="28575" y="49212"/>
                      <a:pt x="57150" y="98425"/>
                      <a:pt x="66675" y="152400"/>
                    </a:cubicBezTo>
                    <a:cubicBezTo>
                      <a:pt x="76200" y="206375"/>
                      <a:pt x="66675" y="265112"/>
                      <a:pt x="57150" y="323850"/>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60" name="任意多边形 459"/>
              <p:cNvSpPr/>
              <p:nvPr/>
            </p:nvSpPr>
            <p:spPr>
              <a:xfrm>
                <a:off x="7348047" y="4243382"/>
                <a:ext cx="229297" cy="134959"/>
              </a:xfrm>
              <a:custGeom>
                <a:avLst/>
                <a:gdLst>
                  <a:gd name="connsiteX0" fmla="*/ 228600 w 228600"/>
                  <a:gd name="connsiteY0" fmla="*/ 11914 h 135739"/>
                  <a:gd name="connsiteX1" fmla="*/ 85725 w 228600"/>
                  <a:gd name="connsiteY1" fmla="*/ 11914 h 135739"/>
                  <a:gd name="connsiteX2" fmla="*/ 0 w 228600"/>
                  <a:gd name="connsiteY2" fmla="*/ 135739 h 135739"/>
                </a:gdLst>
                <a:ahLst/>
                <a:cxnLst>
                  <a:cxn ang="0">
                    <a:pos x="connsiteX0" y="connsiteY0"/>
                  </a:cxn>
                  <a:cxn ang="0">
                    <a:pos x="connsiteX1" y="connsiteY1"/>
                  </a:cxn>
                  <a:cxn ang="0">
                    <a:pos x="connsiteX2" y="connsiteY2"/>
                  </a:cxn>
                </a:cxnLst>
                <a:rect l="l" t="t" r="r" b="b"/>
                <a:pathLst>
                  <a:path w="228600" h="135739">
                    <a:moveTo>
                      <a:pt x="228600" y="11914"/>
                    </a:moveTo>
                    <a:cubicBezTo>
                      <a:pt x="176212" y="1595"/>
                      <a:pt x="123825" y="-8723"/>
                      <a:pt x="85725" y="11914"/>
                    </a:cubicBezTo>
                    <a:cubicBezTo>
                      <a:pt x="47625" y="32551"/>
                      <a:pt x="23812" y="84145"/>
                      <a:pt x="0" y="135739"/>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sp>
            <p:nvSpPr>
              <p:cNvPr id="461" name="流程图: 联系 208"/>
              <p:cNvSpPr/>
              <p:nvPr/>
            </p:nvSpPr>
            <p:spPr>
              <a:xfrm>
                <a:off x="7442602" y="4338719"/>
                <a:ext cx="101648" cy="557930"/>
              </a:xfrm>
              <a:prstGeom prst="flowChartConnector">
                <a:avLst/>
              </a:prstGeom>
              <a:solidFill>
                <a:srgbClr val="70AD47"/>
              </a:solidFill>
              <a:ln w="19050" cap="flat" cmpd="sng" algn="ctr">
                <a:solidFill>
                  <a:sysClr val="window" lastClr="FFFFFF"/>
                </a:solid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white"/>
                  </a:solidFill>
                  <a:latin typeface="微软雅黑" panose="020B0503020204020204" pitchFamily="34" charset="-122"/>
                  <a:ea typeface="微软雅黑" panose="020B0503020204020204" pitchFamily="34" charset="-122"/>
                </a:endParaRPr>
              </a:p>
            </p:txBody>
          </p:sp>
          <p:sp>
            <p:nvSpPr>
              <p:cNvPr id="462" name="等腰三角形 461"/>
              <p:cNvSpPr/>
              <p:nvPr/>
            </p:nvSpPr>
            <p:spPr>
              <a:xfrm flipH="1" flipV="1">
                <a:off x="7461513" y="4694902"/>
                <a:ext cx="54370" cy="788163"/>
              </a:xfrm>
              <a:prstGeom prst="triangle">
                <a:avLst/>
              </a:prstGeom>
              <a:gradFill rotWithShape="1">
                <a:gsLst>
                  <a:gs pos="0">
                    <a:srgbClr val="0033CC"/>
                  </a:gs>
                  <a:gs pos="50000">
                    <a:srgbClr val="5B9BD5">
                      <a:lumMod val="75000"/>
                    </a:srgbClr>
                  </a:gs>
                  <a:gs pos="100000">
                    <a:srgbClr val="D1E3F3"/>
                  </a:gs>
                </a:gsLst>
                <a:lin ang="5400000" scaled="0"/>
              </a:gradFill>
              <a:ln w="6350" cap="rnd" cmpd="sng" algn="ctr">
                <a:noFill/>
                <a:prstDash val="solid"/>
                <a:miter lim="800000"/>
              </a:ln>
              <a:effectLst/>
            </p:spPr>
            <p:txBody>
              <a:bodyPr anchor="ct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buSzPct val="75000"/>
                  <a:defRPr/>
                </a:pPr>
                <a:endParaRPr lang="zh-CN" altLang="en-US" sz="1350" kern="0" dirty="0">
                  <a:solidFill>
                    <a:prstClr val="black"/>
                  </a:solidFill>
                  <a:latin typeface="微软雅黑" panose="020B0503020204020204" pitchFamily="34" charset="-122"/>
                  <a:ea typeface="微软雅黑" panose="020B0503020204020204" pitchFamily="34" charset="-122"/>
                </a:endParaRPr>
              </a:p>
            </p:txBody>
          </p:sp>
          <p:sp>
            <p:nvSpPr>
              <p:cNvPr id="463" name="任意多边形 462"/>
              <p:cNvSpPr/>
              <p:nvPr/>
            </p:nvSpPr>
            <p:spPr>
              <a:xfrm>
                <a:off x="7366958" y="4426842"/>
                <a:ext cx="132377" cy="151829"/>
              </a:xfrm>
              <a:custGeom>
                <a:avLst/>
                <a:gdLst>
                  <a:gd name="connsiteX0" fmla="*/ 0 w 133350"/>
                  <a:gd name="connsiteY0" fmla="*/ 0 h 152400"/>
                  <a:gd name="connsiteX1" fmla="*/ 104775 w 133350"/>
                  <a:gd name="connsiteY1" fmla="*/ 38100 h 152400"/>
                  <a:gd name="connsiteX2" fmla="*/ 133350 w 133350"/>
                  <a:gd name="connsiteY2" fmla="*/ 152400 h 152400"/>
                </a:gdLst>
                <a:ahLst/>
                <a:cxnLst>
                  <a:cxn ang="0">
                    <a:pos x="connsiteX0" y="connsiteY0"/>
                  </a:cxn>
                  <a:cxn ang="0">
                    <a:pos x="connsiteX1" y="connsiteY1"/>
                  </a:cxn>
                  <a:cxn ang="0">
                    <a:pos x="connsiteX2" y="connsiteY2"/>
                  </a:cxn>
                </a:cxnLst>
                <a:rect l="l" t="t" r="r" b="b"/>
                <a:pathLst>
                  <a:path w="133350" h="152400">
                    <a:moveTo>
                      <a:pt x="0" y="0"/>
                    </a:moveTo>
                    <a:cubicBezTo>
                      <a:pt x="41275" y="6350"/>
                      <a:pt x="82550" y="12700"/>
                      <a:pt x="104775" y="38100"/>
                    </a:cubicBezTo>
                    <a:cubicBezTo>
                      <a:pt x="127000" y="63500"/>
                      <a:pt x="130175" y="107950"/>
                      <a:pt x="133350" y="152400"/>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grpSp>
        <p:grpSp>
          <p:nvGrpSpPr>
            <p:cNvPr id="316" name="组合 315"/>
            <p:cNvGrpSpPr/>
            <p:nvPr/>
          </p:nvGrpSpPr>
          <p:grpSpPr>
            <a:xfrm>
              <a:off x="4333041" y="3919333"/>
              <a:ext cx="276945" cy="469106"/>
              <a:chOff x="2232" y="5621"/>
              <a:chExt cx="776" cy="2393"/>
            </a:xfrm>
          </p:grpSpPr>
          <p:sp>
            <p:nvSpPr>
              <p:cNvPr id="17" name="流程图: 直接访问存储器 16"/>
              <p:cNvSpPr/>
              <p:nvPr/>
            </p:nvSpPr>
            <p:spPr>
              <a:xfrm rot="16200000">
                <a:off x="1883" y="5970"/>
                <a:ext cx="1474" cy="776"/>
              </a:xfrm>
              <a:prstGeom prst="flowChartMagneticDrum">
                <a:avLst/>
              </a:prstGeom>
              <a:no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16" name="流程图: 直接访问存储器 15"/>
              <p:cNvSpPr/>
              <p:nvPr/>
            </p:nvSpPr>
            <p:spPr>
              <a:xfrm rot="16200000">
                <a:off x="1883" y="6889"/>
                <a:ext cx="1474" cy="776"/>
              </a:xfrm>
              <a:prstGeom prst="flowChartMagneticDrum">
                <a:avLst/>
              </a:prstGeom>
              <a:solidFill>
                <a:srgbClr val="92D050"/>
              </a:solid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grpSp>
          <p:nvGrpSpPr>
            <p:cNvPr id="329" name="组合 328"/>
            <p:cNvGrpSpPr/>
            <p:nvPr/>
          </p:nvGrpSpPr>
          <p:grpSpPr>
            <a:xfrm>
              <a:off x="5063391" y="4245424"/>
              <a:ext cx="276950" cy="454819"/>
              <a:chOff x="2244" y="5620"/>
              <a:chExt cx="752" cy="2393"/>
            </a:xfrm>
          </p:grpSpPr>
          <p:sp>
            <p:nvSpPr>
              <p:cNvPr id="330" name="流程图: 直接访问存储器 329"/>
              <p:cNvSpPr/>
              <p:nvPr/>
            </p:nvSpPr>
            <p:spPr>
              <a:xfrm rot="16200000">
                <a:off x="1883" y="5981"/>
                <a:ext cx="1474" cy="752"/>
              </a:xfrm>
              <a:prstGeom prst="flowChartMagneticDrum">
                <a:avLst/>
              </a:prstGeom>
              <a:no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331" name="流程图: 直接访问存储器 330"/>
              <p:cNvSpPr/>
              <p:nvPr/>
            </p:nvSpPr>
            <p:spPr>
              <a:xfrm rot="16200000">
                <a:off x="1883" y="6900"/>
                <a:ext cx="1474" cy="752"/>
              </a:xfrm>
              <a:prstGeom prst="flowChartMagneticDrum">
                <a:avLst/>
              </a:prstGeom>
              <a:solidFill>
                <a:srgbClr val="FFCD33"/>
              </a:solid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grpSp>
          <p:nvGrpSpPr>
            <p:cNvPr id="336" name="组合 335"/>
            <p:cNvGrpSpPr/>
            <p:nvPr/>
          </p:nvGrpSpPr>
          <p:grpSpPr>
            <a:xfrm>
              <a:off x="5472931" y="4042775"/>
              <a:ext cx="276950" cy="454819"/>
              <a:chOff x="2244" y="5620"/>
              <a:chExt cx="752" cy="2393"/>
            </a:xfrm>
          </p:grpSpPr>
          <p:sp>
            <p:nvSpPr>
              <p:cNvPr id="337" name="流程图: 直接访问存储器 336"/>
              <p:cNvSpPr/>
              <p:nvPr/>
            </p:nvSpPr>
            <p:spPr>
              <a:xfrm rot="16200000">
                <a:off x="1883" y="5981"/>
                <a:ext cx="1474" cy="752"/>
              </a:xfrm>
              <a:prstGeom prst="flowChartMagneticDrum">
                <a:avLst/>
              </a:prstGeom>
              <a:no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338" name="流程图: 直接访问存储器 337"/>
              <p:cNvSpPr/>
              <p:nvPr/>
            </p:nvSpPr>
            <p:spPr>
              <a:xfrm rot="16200000">
                <a:off x="1883" y="6900"/>
                <a:ext cx="1474" cy="752"/>
              </a:xfrm>
              <a:prstGeom prst="flowChartMagneticDrum">
                <a:avLst/>
              </a:prstGeom>
              <a:solidFill>
                <a:srgbClr val="FFCD33"/>
              </a:solid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grpSp>
          <p:nvGrpSpPr>
            <p:cNvPr id="339" name="组合 338"/>
            <p:cNvGrpSpPr/>
            <p:nvPr/>
          </p:nvGrpSpPr>
          <p:grpSpPr>
            <a:xfrm>
              <a:off x="5970478" y="4260276"/>
              <a:ext cx="276950" cy="454819"/>
              <a:chOff x="2244" y="5620"/>
              <a:chExt cx="752" cy="2393"/>
            </a:xfrm>
          </p:grpSpPr>
          <p:sp>
            <p:nvSpPr>
              <p:cNvPr id="340" name="流程图: 直接访问存储器 339"/>
              <p:cNvSpPr/>
              <p:nvPr/>
            </p:nvSpPr>
            <p:spPr>
              <a:xfrm rot="16200000">
                <a:off x="1883" y="5981"/>
                <a:ext cx="1474" cy="752"/>
              </a:xfrm>
              <a:prstGeom prst="flowChartMagneticDrum">
                <a:avLst/>
              </a:prstGeom>
              <a:no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341" name="流程图: 直接访问存储器 340"/>
              <p:cNvSpPr/>
              <p:nvPr/>
            </p:nvSpPr>
            <p:spPr>
              <a:xfrm rot="16200000">
                <a:off x="1883" y="6900"/>
                <a:ext cx="1474" cy="752"/>
              </a:xfrm>
              <a:prstGeom prst="flowChartMagneticDrum">
                <a:avLst/>
              </a:prstGeom>
              <a:solidFill>
                <a:srgbClr val="FFCD33"/>
              </a:solidFill>
              <a:ln w="28575" cap="flat" cmpd="sng" algn="ctr">
                <a:solidFill>
                  <a:srgbClr val="FFC00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grpSp>
          <p:nvGrpSpPr>
            <p:cNvPr id="464" name="组合 463"/>
            <p:cNvGrpSpPr/>
            <p:nvPr/>
          </p:nvGrpSpPr>
          <p:grpSpPr>
            <a:xfrm>
              <a:off x="3176189" y="3739902"/>
              <a:ext cx="276945" cy="469106"/>
              <a:chOff x="2232" y="5621"/>
              <a:chExt cx="776" cy="2393"/>
            </a:xfrm>
          </p:grpSpPr>
          <p:sp>
            <p:nvSpPr>
              <p:cNvPr id="465" name="流程图: 直接访问存储器 464"/>
              <p:cNvSpPr/>
              <p:nvPr/>
            </p:nvSpPr>
            <p:spPr>
              <a:xfrm rot="16200000">
                <a:off x="1883" y="5970"/>
                <a:ext cx="1474" cy="776"/>
              </a:xfrm>
              <a:prstGeom prst="flowChartMagneticDrum">
                <a:avLst/>
              </a:prstGeom>
              <a:no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466" name="流程图: 直接访问存储器 465"/>
              <p:cNvSpPr/>
              <p:nvPr/>
            </p:nvSpPr>
            <p:spPr>
              <a:xfrm rot="16200000">
                <a:off x="1883" y="6889"/>
                <a:ext cx="1474" cy="776"/>
              </a:xfrm>
              <a:prstGeom prst="flowChartMagneticDrum">
                <a:avLst/>
              </a:prstGeom>
              <a:solidFill>
                <a:srgbClr val="92D050"/>
              </a:solid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grpSp>
          <p:nvGrpSpPr>
            <p:cNvPr id="467" name="组合 466"/>
            <p:cNvGrpSpPr/>
            <p:nvPr/>
          </p:nvGrpSpPr>
          <p:grpSpPr>
            <a:xfrm>
              <a:off x="6190701" y="3516221"/>
              <a:ext cx="276945" cy="469106"/>
              <a:chOff x="2232" y="5621"/>
              <a:chExt cx="776" cy="2393"/>
            </a:xfrm>
          </p:grpSpPr>
          <p:sp>
            <p:nvSpPr>
              <p:cNvPr id="468" name="流程图: 直接访问存储器 467"/>
              <p:cNvSpPr/>
              <p:nvPr/>
            </p:nvSpPr>
            <p:spPr>
              <a:xfrm rot="16200000">
                <a:off x="1883" y="5970"/>
                <a:ext cx="1474" cy="776"/>
              </a:xfrm>
              <a:prstGeom prst="flowChartMagneticDrum">
                <a:avLst/>
              </a:prstGeom>
              <a:no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sp>
            <p:nvSpPr>
              <p:cNvPr id="469" name="流程图: 直接访问存储器 468"/>
              <p:cNvSpPr/>
              <p:nvPr/>
            </p:nvSpPr>
            <p:spPr>
              <a:xfrm rot="16200000">
                <a:off x="1883" y="6889"/>
                <a:ext cx="1474" cy="776"/>
              </a:xfrm>
              <a:prstGeom prst="flowChartMagneticDrum">
                <a:avLst/>
              </a:prstGeom>
              <a:solidFill>
                <a:srgbClr val="92D050"/>
              </a:solidFill>
              <a:ln w="28575" cap="flat" cmpd="sng" algn="ctr">
                <a:solidFill>
                  <a:srgbClr val="00B050"/>
                </a:solidFill>
                <a:prstDash val="solid"/>
                <a:round/>
                <a:headEnd type="none" w="med" len="med"/>
                <a:tailEnd type="none" w="med" len="med"/>
              </a:ln>
            </p:spPr>
            <p:txBody>
              <a:bodyPr vert="horz" wrap="square" lIns="68580" tIns="34290" rIns="68580" bIns="34290" numCol="1" anchor="t" anchorCtr="0" compatLnSpc="1">
                <a:spAutoFit/>
              </a:bodyPr>
              <a:lstStyle/>
              <a:p>
                <a:pPr defTabSz="685800" fontAlgn="base">
                  <a:spcBef>
                    <a:spcPct val="0"/>
                  </a:spcBef>
                  <a:spcAft>
                    <a:spcPct val="0"/>
                  </a:spcAft>
                </a:pPr>
                <a:endParaRPr lang="zh-CN" altLang="en-US" sz="1350">
                  <a:latin typeface="Arial" panose="020B0604020202020204" pitchFamily="34" charset="0"/>
                  <a:ea typeface="宋体" panose="02010600030101010101" pitchFamily="2" charset="-122"/>
                </a:endParaRPr>
              </a:p>
            </p:txBody>
          </p:sp>
        </p:grpSp>
        <p:pic>
          <p:nvPicPr>
            <p:cNvPr id="472" name="图片 471" descr="输电线路"/>
            <p:cNvPicPr>
              <a:picLocks noChangeAspect="1"/>
            </p:cNvPicPr>
            <p:nvPr/>
          </p:nvPicPr>
          <p:blipFill>
            <a:blip r:embed="rId4" cstate="print"/>
            <a:stretch>
              <a:fillRect/>
            </a:stretch>
          </p:blipFill>
          <p:spPr>
            <a:xfrm>
              <a:off x="3525234" y="2682845"/>
              <a:ext cx="365284" cy="365284"/>
            </a:xfrm>
            <a:prstGeom prst="rect">
              <a:avLst/>
            </a:prstGeom>
          </p:spPr>
        </p:pic>
        <p:sp>
          <p:nvSpPr>
            <p:cNvPr id="147" name="任意多边形 146"/>
            <p:cNvSpPr/>
            <p:nvPr/>
          </p:nvSpPr>
          <p:spPr bwMode="auto">
            <a:xfrm>
              <a:off x="4906743" y="3401907"/>
              <a:ext cx="422596" cy="571700"/>
            </a:xfrm>
            <a:custGeom>
              <a:avLst/>
              <a:gdLst>
                <a:gd name="connsiteX0" fmla="*/ 609600 w 609600"/>
                <a:gd name="connsiteY0" fmla="*/ 193160 h 193160"/>
                <a:gd name="connsiteX1" fmla="*/ 381000 w 609600"/>
                <a:gd name="connsiteY1" fmla="*/ 12185 h 193160"/>
                <a:gd name="connsiteX2" fmla="*/ 0 w 609600"/>
                <a:gd name="connsiteY2" fmla="*/ 31235 h 193160"/>
              </a:gdLst>
              <a:ahLst/>
              <a:cxnLst>
                <a:cxn ang="0">
                  <a:pos x="connsiteX0" y="connsiteY0"/>
                </a:cxn>
                <a:cxn ang="0">
                  <a:pos x="connsiteX1" y="connsiteY1"/>
                </a:cxn>
                <a:cxn ang="0">
                  <a:pos x="connsiteX2" y="connsiteY2"/>
                </a:cxn>
              </a:cxnLst>
              <a:rect l="l" t="t" r="r" b="b"/>
              <a:pathLst>
                <a:path w="609600" h="193160">
                  <a:moveTo>
                    <a:pt x="609600" y="193160"/>
                  </a:moveTo>
                  <a:cubicBezTo>
                    <a:pt x="546100" y="116166"/>
                    <a:pt x="482600" y="39173"/>
                    <a:pt x="381000" y="12185"/>
                  </a:cubicBezTo>
                  <a:cubicBezTo>
                    <a:pt x="279400" y="-14803"/>
                    <a:pt x="139700" y="8216"/>
                    <a:pt x="0" y="31235"/>
                  </a:cubicBezTo>
                </a:path>
              </a:pathLst>
            </a:custGeom>
            <a:noFill/>
            <a:ln w="6350" cap="rnd" cmpd="sng" algn="ctr">
              <a:solidFill>
                <a:srgbClr val="ED7D31"/>
              </a:solidFill>
              <a:prstDash val="solid"/>
              <a:miter lim="800000"/>
            </a:ln>
            <a:effectLst/>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fontAlgn="auto">
                <a:spcBef>
                  <a:spcPts val="0"/>
                </a:spcBef>
                <a:spcAft>
                  <a:spcPts val="0"/>
                </a:spcAft>
                <a:defRPr/>
              </a:pPr>
              <a:endParaRPr lang="zh-CN" altLang="en-US" sz="1350" kern="0">
                <a:solidFill>
                  <a:prstClr val="black"/>
                </a:solidFill>
                <a:latin typeface="Arial" panose="020B0604020202020204"/>
                <a:ea typeface="微软雅黑" panose="020B0503020204020204" pitchFamily="34" charset="-122"/>
              </a:endParaRPr>
            </a:p>
          </p:txBody>
        </p:sp>
      </p:grpSp>
      <p:grpSp>
        <p:nvGrpSpPr>
          <p:cNvPr id="9" name="组合 8"/>
          <p:cNvGrpSpPr/>
          <p:nvPr/>
        </p:nvGrpSpPr>
        <p:grpSpPr>
          <a:xfrm>
            <a:off x="6239510" y="2480310"/>
            <a:ext cx="5552440" cy="3215005"/>
            <a:chOff x="6917999" y="2589760"/>
            <a:chExt cx="2218874" cy="1530911"/>
          </a:xfrm>
        </p:grpSpPr>
        <p:grpSp>
          <p:nvGrpSpPr>
            <p:cNvPr id="131" name="组合 130"/>
            <p:cNvGrpSpPr/>
            <p:nvPr/>
          </p:nvGrpSpPr>
          <p:grpSpPr>
            <a:xfrm>
              <a:off x="6917999" y="2799783"/>
              <a:ext cx="2218874" cy="1320888"/>
              <a:chOff x="4499991" y="2227790"/>
              <a:chExt cx="4559425" cy="2808312"/>
            </a:xfrm>
          </p:grpSpPr>
          <p:graphicFrame>
            <p:nvGraphicFramePr>
              <p:cNvPr id="132" name="图表 131"/>
              <p:cNvGraphicFramePr/>
              <p:nvPr/>
            </p:nvGraphicFramePr>
            <p:xfrm>
              <a:off x="4499991" y="2227790"/>
              <a:ext cx="4427984" cy="2808312"/>
            </p:xfrm>
            <a:graphic>
              <a:graphicData uri="http://schemas.openxmlformats.org/drawingml/2006/chart">
                <c:chart xmlns:c="http://schemas.openxmlformats.org/drawingml/2006/chart" xmlns:r="http://schemas.openxmlformats.org/officeDocument/2006/relationships" r:id="rId1"/>
              </a:graphicData>
            </a:graphic>
          </p:graphicFrame>
          <p:sp>
            <p:nvSpPr>
              <p:cNvPr id="133" name="TextBox 20"/>
              <p:cNvSpPr txBox="1"/>
              <p:nvPr/>
            </p:nvSpPr>
            <p:spPr>
              <a:xfrm>
                <a:off x="5959548" y="2417562"/>
                <a:ext cx="2700210" cy="3105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rPr>
                  <a:t>省间现货电力</a:t>
                </a:r>
                <a:endPar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endParaRPr>
              </a:p>
            </p:txBody>
          </p:sp>
          <p:sp>
            <p:nvSpPr>
              <p:cNvPr id="134" name="TextBox 21"/>
              <p:cNvSpPr txBox="1"/>
              <p:nvPr/>
            </p:nvSpPr>
            <p:spPr>
              <a:xfrm>
                <a:off x="5951579" y="2884047"/>
                <a:ext cx="2844084" cy="3105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rPr>
                  <a:t>月内短期交易电力</a:t>
                </a:r>
                <a:endPar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endParaRPr>
              </a:p>
            </p:txBody>
          </p:sp>
          <p:sp>
            <p:nvSpPr>
              <p:cNvPr id="135" name="TextBox 22"/>
              <p:cNvSpPr txBox="1"/>
              <p:nvPr/>
            </p:nvSpPr>
            <p:spPr>
              <a:xfrm>
                <a:off x="5975116" y="3623652"/>
                <a:ext cx="3084300" cy="3105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rPr>
                  <a:t>年度、</a:t>
                </a:r>
                <a:r>
                  <a:rPr kumimoji="0" lang="zh-CN" altLang="en-US" sz="1400" b="1" i="0" u="none" strike="noStrike" kern="0" cap="none" spc="0" normalizeH="0" baseline="0" noProof="0" dirty="0" smtClean="0">
                    <a:ln>
                      <a:noFill/>
                    </a:ln>
                    <a:solidFill>
                      <a:schemeClr val="tx2">
                        <a:lumMod val="75000"/>
                      </a:schemeClr>
                    </a:solidFill>
                    <a:effectLst/>
                    <a:uLnTx/>
                    <a:uFillTx/>
                    <a:latin typeface="微软雅黑" panose="020B0503020204020204" pitchFamily="34" charset="-122"/>
                    <a:ea typeface="微软雅黑" panose="020B0503020204020204" pitchFamily="34" charset="-122"/>
                  </a:rPr>
                  <a:t>月度交易电力</a:t>
                </a:r>
                <a:endParaRPr kumimoji="0" lang="zh-CN" altLang="en-US" sz="1400" b="1" i="0" u="none" strike="noStrike" kern="0" cap="none" spc="0" normalizeH="0" baseline="0" noProof="0" dirty="0">
                  <a:ln>
                    <a:noFill/>
                  </a:ln>
                  <a:solidFill>
                    <a:schemeClr val="tx2">
                      <a:lumMod val="75000"/>
                    </a:schemeClr>
                  </a:solidFill>
                  <a:effectLst/>
                  <a:uLnTx/>
                  <a:uFillTx/>
                  <a:latin typeface="微软雅黑" panose="020B0503020204020204" pitchFamily="34" charset="-122"/>
                  <a:ea typeface="微软雅黑" panose="020B0503020204020204" pitchFamily="34" charset="-122"/>
                </a:endParaRPr>
              </a:p>
            </p:txBody>
          </p:sp>
        </p:grpSp>
        <p:sp>
          <p:nvSpPr>
            <p:cNvPr id="10" name="弧形 9"/>
            <p:cNvSpPr/>
            <p:nvPr/>
          </p:nvSpPr>
          <p:spPr>
            <a:xfrm>
              <a:off x="7236296" y="2709778"/>
              <a:ext cx="399582" cy="588027"/>
            </a:xfrm>
            <a:prstGeom prst="arc">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p:cNvSpPr txBox="1"/>
            <p:nvPr/>
          </p:nvSpPr>
          <p:spPr>
            <a:xfrm>
              <a:off x="7128273" y="2589760"/>
              <a:ext cx="543739" cy="146046"/>
            </a:xfrm>
            <a:prstGeom prst="rect">
              <a:avLst/>
            </a:prstGeom>
            <a:noFill/>
          </p:spPr>
          <p:txBody>
            <a:bodyPr wrap="square" rtlCol="0">
              <a:spAutoFit/>
            </a:bodyPr>
            <a:lstStyle/>
            <a:p>
              <a:r>
                <a:rPr lang="zh-CN" altLang="en-US" sz="1400" b="1" dirty="0">
                  <a:solidFill>
                    <a:srgbClr val="0070C0"/>
                  </a:solidFill>
                  <a:latin typeface="黑体" panose="02010609060101010101" charset="-122"/>
                  <a:ea typeface="黑体" panose="02010609060101010101" charset="-122"/>
                </a:rPr>
                <a:t>增量交易</a:t>
              </a:r>
              <a:endParaRPr lang="zh-CN" altLang="en-US" sz="1400" b="1" dirty="0">
                <a:solidFill>
                  <a:srgbClr val="0070C0"/>
                </a:solidFill>
                <a:latin typeface="黑体" panose="02010609060101010101" charset="-122"/>
                <a:ea typeface="黑体" panose="02010609060101010101"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4" name="文本框 3"/>
          <p:cNvSpPr txBox="1"/>
          <p:nvPr/>
        </p:nvSpPr>
        <p:spPr>
          <a:xfrm>
            <a:off x="390479" y="233180"/>
            <a:ext cx="10465163" cy="521970"/>
          </a:xfrm>
          <a:prstGeom prst="rect">
            <a:avLst/>
          </a:prstGeom>
          <a:noFill/>
        </p:spPr>
        <p:txBody>
          <a:bodyPr wrap="square" rtlCol="0">
            <a:spAutoFit/>
          </a:bodyPr>
          <a:lstStyle/>
          <a:p>
            <a:pPr algn="l">
              <a:buClrTx/>
              <a:buSzTx/>
              <a:buFontTx/>
            </a:pPr>
            <a:r>
              <a:rPr lang="en-US" altLang="zh-CN" sz="2800" b="1" dirty="0">
                <a:latin typeface="+mj-lt"/>
                <a:ea typeface="+mj-lt"/>
                <a:cs typeface="+mj-lt"/>
              </a:rPr>
              <a:t>14.</a:t>
            </a:r>
            <a:r>
              <a:rPr lang="zh-CN" altLang="en-US" sz="2800" b="1" dirty="0">
                <a:latin typeface="+mj-lt"/>
                <a:ea typeface="+mj-lt"/>
                <a:cs typeface="+mj-lt"/>
              </a:rPr>
              <a:t>省间应急调度</a:t>
            </a:r>
            <a:endParaRPr lang="zh-CN" altLang="en-US" sz="2800" b="1" dirty="0">
              <a:latin typeface="+mj-lt"/>
              <a:ea typeface="+mj-lt"/>
              <a:cs typeface="+mj-lt"/>
            </a:endParaRPr>
          </a:p>
        </p:txBody>
      </p:sp>
      <p:sp>
        <p:nvSpPr>
          <p:cNvPr id="5" name="矩形 4"/>
          <p:cNvSpPr/>
          <p:nvPr/>
        </p:nvSpPr>
        <p:spPr>
          <a:xfrm>
            <a:off x="462280" y="836930"/>
            <a:ext cx="11105515" cy="1010920"/>
          </a:xfrm>
          <a:prstGeom prst="rect">
            <a:avLst/>
          </a:prstGeom>
        </p:spPr>
        <p:txBody>
          <a:bodyPr wrap="square">
            <a:spAutoFit/>
          </a:bodyPr>
          <a:lstStyle/>
          <a:p>
            <a:pPr marL="0" lvl="1" indent="0" algn="just">
              <a:lnSpc>
                <a:spcPct val="130000"/>
              </a:lnSpc>
            </a:pPr>
            <a:r>
              <a:rPr lang="en-US" altLang="zh-CN" sz="2000" b="1" dirty="0">
                <a:solidFill>
                  <a:srgbClr val="0070C0"/>
                </a:solidFill>
                <a:latin typeface="黑体" panose="02010609060101010101" charset="-122"/>
                <a:ea typeface="黑体" panose="02010609060101010101" charset="-122"/>
                <a:cs typeface="黑体" panose="02010609060101010101" charset="-122"/>
              </a:rPr>
              <a:t>    </a:t>
            </a:r>
            <a:r>
              <a:rPr lang="zh-CN" sz="2200" dirty="0">
                <a:solidFill>
                  <a:schemeClr val="tx1"/>
                </a:solidFill>
                <a:latin typeface="黑体" panose="02010609060101010101" charset="-122"/>
                <a:ea typeface="黑体" panose="02010609060101010101" charset="-122"/>
                <a:cs typeface="黑体" panose="02010609060101010101" charset="-122"/>
              </a:rPr>
              <a:t>在省间存在平衡缺口时启动，量化、合理化调度机构</a:t>
            </a:r>
            <a:r>
              <a:rPr lang="zh-CN" altLang="en-US" sz="2400" b="1" dirty="0">
                <a:solidFill>
                  <a:srgbClr val="00B0F0"/>
                </a:solidFill>
                <a:latin typeface="微软雅黑" panose="020B0503020204020204" pitchFamily="34" charset="-122"/>
                <a:ea typeface="微软雅黑" panose="020B0503020204020204" pitchFamily="34" charset="-122"/>
              </a:rPr>
              <a:t>保障平衡</a:t>
            </a:r>
            <a:r>
              <a:rPr lang="zh-CN" sz="2200" dirty="0">
                <a:solidFill>
                  <a:schemeClr val="tx1"/>
                </a:solidFill>
                <a:latin typeface="黑体" panose="02010609060101010101" charset="-122"/>
                <a:ea typeface="黑体" panose="02010609060101010101" charset="-122"/>
                <a:cs typeface="黑体" panose="02010609060101010101" charset="-122"/>
              </a:rPr>
              <a:t>的有关措施，并明确价格机制。</a:t>
            </a:r>
            <a:endParaRPr lang="zh-CN" sz="2200" dirty="0">
              <a:solidFill>
                <a:schemeClr val="tx1"/>
              </a:solidFill>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rcRect l="27177" t="25433" r="29333" b="15625"/>
          <a:stretch>
            <a:fillRect/>
          </a:stretch>
        </p:blipFill>
        <p:spPr>
          <a:xfrm>
            <a:off x="-9525" y="2189480"/>
            <a:ext cx="4693285" cy="3976370"/>
          </a:xfrm>
          <a:prstGeom prst="rect">
            <a:avLst/>
          </a:prstGeom>
        </p:spPr>
      </p:pic>
      <p:grpSp>
        <p:nvGrpSpPr>
          <p:cNvPr id="16" name="组合 15"/>
          <p:cNvGrpSpPr/>
          <p:nvPr/>
        </p:nvGrpSpPr>
        <p:grpSpPr>
          <a:xfrm>
            <a:off x="4727575" y="1631315"/>
            <a:ext cx="7386955" cy="3933825"/>
            <a:chOff x="499" y="4492"/>
            <a:chExt cx="11633" cy="6195"/>
          </a:xfrm>
        </p:grpSpPr>
        <p:grpSp>
          <p:nvGrpSpPr>
            <p:cNvPr id="19457" name="组合 34"/>
            <p:cNvGrpSpPr/>
            <p:nvPr/>
          </p:nvGrpSpPr>
          <p:grpSpPr>
            <a:xfrm>
              <a:off x="2267" y="4492"/>
              <a:ext cx="9865" cy="6195"/>
              <a:chOff x="35685" y="779463"/>
              <a:chExt cx="8881303" cy="5373972"/>
            </a:xfrm>
          </p:grpSpPr>
          <p:grpSp>
            <p:nvGrpSpPr>
              <p:cNvPr id="36" name="组合 35"/>
              <p:cNvGrpSpPr/>
              <p:nvPr/>
            </p:nvGrpSpPr>
            <p:grpSpPr>
              <a:xfrm>
                <a:off x="35685" y="1479416"/>
                <a:ext cx="4719843" cy="2738227"/>
                <a:chOff x="0" y="698046"/>
                <a:chExt cx="4686300" cy="2676525"/>
              </a:xfrm>
              <a:solidFill>
                <a:srgbClr val="72BFC5"/>
              </a:solidFill>
            </p:grpSpPr>
            <p:sp>
              <p:nvSpPr>
                <p:cNvPr id="65" name="Freeform 2"/>
                <p:cNvSpPr/>
                <p:nvPr/>
              </p:nvSpPr>
              <p:spPr bwMode="auto">
                <a:xfrm>
                  <a:off x="0" y="698046"/>
                  <a:ext cx="2914650" cy="1933575"/>
                </a:xfrm>
                <a:custGeom>
                  <a:avLst/>
                  <a:gdLst>
                    <a:gd name="T0" fmla="*/ 2147483647 w 1957"/>
                    <a:gd name="T1" fmla="*/ 2147483647 h 1513"/>
                    <a:gd name="T2" fmla="*/ 2147483647 w 1957"/>
                    <a:gd name="T3" fmla="*/ 2147483647 h 1513"/>
                    <a:gd name="T4" fmla="*/ 2147483647 w 1957"/>
                    <a:gd name="T5" fmla="*/ 2147483647 h 1513"/>
                    <a:gd name="T6" fmla="*/ 2147483647 w 1957"/>
                    <a:gd name="T7" fmla="*/ 2147483647 h 1513"/>
                    <a:gd name="T8" fmla="*/ 2147483647 w 1957"/>
                    <a:gd name="T9" fmla="*/ 2147483647 h 1513"/>
                    <a:gd name="T10" fmla="*/ 2147483647 w 1957"/>
                    <a:gd name="T11" fmla="*/ 2147483647 h 1513"/>
                    <a:gd name="T12" fmla="*/ 2147483647 w 1957"/>
                    <a:gd name="T13" fmla="*/ 2147483647 h 1513"/>
                    <a:gd name="T14" fmla="*/ 2147483647 w 1957"/>
                    <a:gd name="T15" fmla="*/ 2147483647 h 1513"/>
                    <a:gd name="T16" fmla="*/ 2147483647 w 1957"/>
                    <a:gd name="T17" fmla="*/ 2147483647 h 1513"/>
                    <a:gd name="T18" fmla="*/ 2147483647 w 1957"/>
                    <a:gd name="T19" fmla="*/ 2147483647 h 1513"/>
                    <a:gd name="T20" fmla="*/ 2147483647 w 1957"/>
                    <a:gd name="T21" fmla="*/ 2147483647 h 1513"/>
                    <a:gd name="T22" fmla="*/ 2147483647 w 1957"/>
                    <a:gd name="T23" fmla="*/ 2147483647 h 1513"/>
                    <a:gd name="T24" fmla="*/ 2147483647 w 1957"/>
                    <a:gd name="T25" fmla="*/ 2147483647 h 1513"/>
                    <a:gd name="T26" fmla="*/ 2147483647 w 1957"/>
                    <a:gd name="T27" fmla="*/ 2147483647 h 1513"/>
                    <a:gd name="T28" fmla="*/ 2147483647 w 1957"/>
                    <a:gd name="T29" fmla="*/ 2147483647 h 1513"/>
                    <a:gd name="T30" fmla="*/ 2147483647 w 1957"/>
                    <a:gd name="T31" fmla="*/ 2147483647 h 1513"/>
                    <a:gd name="T32" fmla="*/ 2147483647 w 1957"/>
                    <a:gd name="T33" fmla="*/ 2147483647 h 1513"/>
                    <a:gd name="T34" fmla="*/ 2147483647 w 1957"/>
                    <a:gd name="T35" fmla="*/ 2147483647 h 1513"/>
                    <a:gd name="T36" fmla="*/ 2147483647 w 1957"/>
                    <a:gd name="T37" fmla="*/ 2147483647 h 1513"/>
                    <a:gd name="T38" fmla="*/ 2147483647 w 1957"/>
                    <a:gd name="T39" fmla="*/ 2147483647 h 1513"/>
                    <a:gd name="T40" fmla="*/ 2147483647 w 1957"/>
                    <a:gd name="T41" fmla="*/ 2147483647 h 1513"/>
                    <a:gd name="T42" fmla="*/ 2147483647 w 1957"/>
                    <a:gd name="T43" fmla="*/ 2147483647 h 1513"/>
                    <a:gd name="T44" fmla="*/ 2147483647 w 1957"/>
                    <a:gd name="T45" fmla="*/ 2147483647 h 1513"/>
                    <a:gd name="T46" fmla="*/ 2147483647 w 1957"/>
                    <a:gd name="T47" fmla="*/ 2147483647 h 1513"/>
                    <a:gd name="T48" fmla="*/ 2147483647 w 1957"/>
                    <a:gd name="T49" fmla="*/ 2147483647 h 1513"/>
                    <a:gd name="T50" fmla="*/ 2147483647 w 1957"/>
                    <a:gd name="T51" fmla="*/ 2147483647 h 1513"/>
                    <a:gd name="T52" fmla="*/ 2147483647 w 1957"/>
                    <a:gd name="T53" fmla="*/ 2147483647 h 1513"/>
                    <a:gd name="T54" fmla="*/ 2147483647 w 1957"/>
                    <a:gd name="T55" fmla="*/ 2147483647 h 1513"/>
                    <a:gd name="T56" fmla="*/ 2147483647 w 1957"/>
                    <a:gd name="T57" fmla="*/ 2147483647 h 1513"/>
                    <a:gd name="T58" fmla="*/ 2147483647 w 1957"/>
                    <a:gd name="T59" fmla="*/ 2147483647 h 1513"/>
                    <a:gd name="T60" fmla="*/ 2147483647 w 1957"/>
                    <a:gd name="T61" fmla="*/ 2147483647 h 1513"/>
                    <a:gd name="T62" fmla="*/ 2147483647 w 1957"/>
                    <a:gd name="T63" fmla="*/ 2147483647 h 1513"/>
                    <a:gd name="T64" fmla="*/ 2147483647 w 1957"/>
                    <a:gd name="T65" fmla="*/ 2147483647 h 1513"/>
                    <a:gd name="T66" fmla="*/ 2147483647 w 1957"/>
                    <a:gd name="T67" fmla="*/ 2147483647 h 1513"/>
                    <a:gd name="T68" fmla="*/ 2147483647 w 1957"/>
                    <a:gd name="T69" fmla="*/ 2147483647 h 1513"/>
                    <a:gd name="T70" fmla="*/ 2147483647 w 1957"/>
                    <a:gd name="T71" fmla="*/ 2147483647 h 1513"/>
                    <a:gd name="T72" fmla="*/ 2147483647 w 1957"/>
                    <a:gd name="T73" fmla="*/ 2147483647 h 1513"/>
                    <a:gd name="T74" fmla="*/ 2147483647 w 1957"/>
                    <a:gd name="T75" fmla="*/ 2147483647 h 1513"/>
                    <a:gd name="T76" fmla="*/ 2147483647 w 1957"/>
                    <a:gd name="T77" fmla="*/ 2147483647 h 1513"/>
                    <a:gd name="T78" fmla="*/ 2147483647 w 1957"/>
                    <a:gd name="T79" fmla="*/ 2147483647 h 1513"/>
                    <a:gd name="T80" fmla="*/ 2147483647 w 1957"/>
                    <a:gd name="T81" fmla="*/ 2147483647 h 1513"/>
                    <a:gd name="T82" fmla="*/ 0 w 1957"/>
                    <a:gd name="T83" fmla="*/ 2147483647 h 1513"/>
                    <a:gd name="T84" fmla="*/ 2147483647 w 1957"/>
                    <a:gd name="T85" fmla="*/ 2147483647 h 1513"/>
                    <a:gd name="T86" fmla="*/ 2147483647 w 1957"/>
                    <a:gd name="T87" fmla="*/ 2147483647 h 1513"/>
                    <a:gd name="T88" fmla="*/ 2147483647 w 1957"/>
                    <a:gd name="T89" fmla="*/ 2147483647 h 1513"/>
                    <a:gd name="T90" fmla="*/ 2147483647 w 1957"/>
                    <a:gd name="T91" fmla="*/ 2147483647 h 1513"/>
                    <a:gd name="T92" fmla="*/ 2147483647 w 1957"/>
                    <a:gd name="T93" fmla="*/ 2147483647 h 1513"/>
                    <a:gd name="T94" fmla="*/ 2147483647 w 1957"/>
                    <a:gd name="T95" fmla="*/ 2147483647 h 1513"/>
                    <a:gd name="T96" fmla="*/ 2147483647 w 1957"/>
                    <a:gd name="T97" fmla="*/ 2147483647 h 1513"/>
                    <a:gd name="T98" fmla="*/ 2147483647 w 1957"/>
                    <a:gd name="T99" fmla="*/ 2147483647 h 1513"/>
                    <a:gd name="T100" fmla="*/ 2147483647 w 1957"/>
                    <a:gd name="T101" fmla="*/ 2147483647 h 1513"/>
                    <a:gd name="T102" fmla="*/ 2147483647 w 1957"/>
                    <a:gd name="T103" fmla="*/ 2147483647 h 1513"/>
                    <a:gd name="T104" fmla="*/ 2147483647 w 1957"/>
                    <a:gd name="T105" fmla="*/ 2147483647 h 1513"/>
                    <a:gd name="T106" fmla="*/ 2147483647 w 1957"/>
                    <a:gd name="T107" fmla="*/ 2147483647 h 1513"/>
                    <a:gd name="T108" fmla="*/ 2147483647 w 1957"/>
                    <a:gd name="T109" fmla="*/ 2147483647 h 1513"/>
                    <a:gd name="T110" fmla="*/ 2147483647 w 1957"/>
                    <a:gd name="T111" fmla="*/ 2147483647 h 1513"/>
                    <a:gd name="T112" fmla="*/ 2147483647 w 1957"/>
                    <a:gd name="T113" fmla="*/ 2147483647 h 1513"/>
                    <a:gd name="T114" fmla="*/ 2147483647 w 1957"/>
                    <a:gd name="T115" fmla="*/ 2147483647 h 1513"/>
                    <a:gd name="T116" fmla="*/ 2147483647 w 1957"/>
                    <a:gd name="T117" fmla="*/ 2147483647 h 1513"/>
                    <a:gd name="T118" fmla="*/ 2147483647 w 1957"/>
                    <a:gd name="T119" fmla="*/ 2147483647 h 1513"/>
                    <a:gd name="T120" fmla="*/ 2147483647 w 1957"/>
                    <a:gd name="T121" fmla="*/ 0 h 151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57"/>
                    <a:gd name="T184" fmla="*/ 0 h 1513"/>
                    <a:gd name="T185" fmla="*/ 1957 w 1957"/>
                    <a:gd name="T186" fmla="*/ 1513 h 151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57" h="1513">
                      <a:moveTo>
                        <a:pt x="1407" y="0"/>
                      </a:moveTo>
                      <a:lnTo>
                        <a:pt x="1407" y="18"/>
                      </a:lnTo>
                      <a:lnTo>
                        <a:pt x="1395" y="42"/>
                      </a:lnTo>
                      <a:lnTo>
                        <a:pt x="1407" y="63"/>
                      </a:lnTo>
                      <a:lnTo>
                        <a:pt x="1407" y="81"/>
                      </a:lnTo>
                      <a:lnTo>
                        <a:pt x="1416" y="105"/>
                      </a:lnTo>
                      <a:lnTo>
                        <a:pt x="1434" y="105"/>
                      </a:lnTo>
                      <a:lnTo>
                        <a:pt x="1434" y="129"/>
                      </a:lnTo>
                      <a:lnTo>
                        <a:pt x="1473" y="156"/>
                      </a:lnTo>
                      <a:lnTo>
                        <a:pt x="1497" y="156"/>
                      </a:lnTo>
                      <a:lnTo>
                        <a:pt x="1527" y="189"/>
                      </a:lnTo>
                      <a:lnTo>
                        <a:pt x="1548" y="189"/>
                      </a:lnTo>
                      <a:lnTo>
                        <a:pt x="1563" y="222"/>
                      </a:lnTo>
                      <a:lnTo>
                        <a:pt x="1563" y="246"/>
                      </a:lnTo>
                      <a:lnTo>
                        <a:pt x="1569" y="270"/>
                      </a:lnTo>
                      <a:lnTo>
                        <a:pt x="1587" y="306"/>
                      </a:lnTo>
                      <a:lnTo>
                        <a:pt x="1587" y="351"/>
                      </a:lnTo>
                      <a:lnTo>
                        <a:pt x="1572" y="378"/>
                      </a:lnTo>
                      <a:lnTo>
                        <a:pt x="1572" y="405"/>
                      </a:lnTo>
                      <a:lnTo>
                        <a:pt x="1548" y="429"/>
                      </a:lnTo>
                      <a:lnTo>
                        <a:pt x="1545" y="462"/>
                      </a:lnTo>
                      <a:lnTo>
                        <a:pt x="1587" y="498"/>
                      </a:lnTo>
                      <a:lnTo>
                        <a:pt x="1605" y="501"/>
                      </a:lnTo>
                      <a:lnTo>
                        <a:pt x="1611" y="510"/>
                      </a:lnTo>
                      <a:lnTo>
                        <a:pt x="1674" y="516"/>
                      </a:lnTo>
                      <a:lnTo>
                        <a:pt x="1674" y="522"/>
                      </a:lnTo>
                      <a:lnTo>
                        <a:pt x="1698" y="522"/>
                      </a:lnTo>
                      <a:lnTo>
                        <a:pt x="1767" y="552"/>
                      </a:lnTo>
                      <a:lnTo>
                        <a:pt x="1857" y="630"/>
                      </a:lnTo>
                      <a:lnTo>
                        <a:pt x="1887" y="636"/>
                      </a:lnTo>
                      <a:lnTo>
                        <a:pt x="1887" y="663"/>
                      </a:lnTo>
                      <a:lnTo>
                        <a:pt x="1914" y="690"/>
                      </a:lnTo>
                      <a:lnTo>
                        <a:pt x="1914" y="723"/>
                      </a:lnTo>
                      <a:lnTo>
                        <a:pt x="1938" y="780"/>
                      </a:lnTo>
                      <a:lnTo>
                        <a:pt x="1956" y="792"/>
                      </a:lnTo>
                      <a:lnTo>
                        <a:pt x="1956" y="810"/>
                      </a:lnTo>
                      <a:lnTo>
                        <a:pt x="1941" y="810"/>
                      </a:lnTo>
                      <a:lnTo>
                        <a:pt x="1920" y="852"/>
                      </a:lnTo>
                      <a:lnTo>
                        <a:pt x="1920" y="870"/>
                      </a:lnTo>
                      <a:lnTo>
                        <a:pt x="1905" y="900"/>
                      </a:lnTo>
                      <a:lnTo>
                        <a:pt x="1863" y="912"/>
                      </a:lnTo>
                      <a:lnTo>
                        <a:pt x="1821" y="912"/>
                      </a:lnTo>
                      <a:lnTo>
                        <a:pt x="1803" y="918"/>
                      </a:lnTo>
                      <a:lnTo>
                        <a:pt x="1719" y="996"/>
                      </a:lnTo>
                      <a:lnTo>
                        <a:pt x="1707" y="1026"/>
                      </a:lnTo>
                      <a:lnTo>
                        <a:pt x="1689" y="1038"/>
                      </a:lnTo>
                      <a:lnTo>
                        <a:pt x="1653" y="1038"/>
                      </a:lnTo>
                      <a:lnTo>
                        <a:pt x="1653" y="1065"/>
                      </a:lnTo>
                      <a:lnTo>
                        <a:pt x="1626" y="1086"/>
                      </a:lnTo>
                      <a:lnTo>
                        <a:pt x="1617" y="1182"/>
                      </a:lnTo>
                      <a:lnTo>
                        <a:pt x="1581" y="1188"/>
                      </a:lnTo>
                      <a:lnTo>
                        <a:pt x="1560" y="1200"/>
                      </a:lnTo>
                      <a:lnTo>
                        <a:pt x="1509" y="1200"/>
                      </a:lnTo>
                      <a:lnTo>
                        <a:pt x="1458" y="1215"/>
                      </a:lnTo>
                      <a:lnTo>
                        <a:pt x="1395" y="1215"/>
                      </a:lnTo>
                      <a:lnTo>
                        <a:pt x="1371" y="1230"/>
                      </a:lnTo>
                      <a:lnTo>
                        <a:pt x="1395" y="1266"/>
                      </a:lnTo>
                      <a:lnTo>
                        <a:pt x="1395" y="1281"/>
                      </a:lnTo>
                      <a:lnTo>
                        <a:pt x="1389" y="1308"/>
                      </a:lnTo>
                      <a:lnTo>
                        <a:pt x="1419" y="1326"/>
                      </a:lnTo>
                      <a:lnTo>
                        <a:pt x="1452" y="1362"/>
                      </a:lnTo>
                      <a:lnTo>
                        <a:pt x="1461" y="1380"/>
                      </a:lnTo>
                      <a:lnTo>
                        <a:pt x="1455" y="1404"/>
                      </a:lnTo>
                      <a:lnTo>
                        <a:pt x="1425" y="1413"/>
                      </a:lnTo>
                      <a:lnTo>
                        <a:pt x="1407" y="1422"/>
                      </a:lnTo>
                      <a:lnTo>
                        <a:pt x="1407" y="1446"/>
                      </a:lnTo>
                      <a:lnTo>
                        <a:pt x="1419" y="1470"/>
                      </a:lnTo>
                      <a:lnTo>
                        <a:pt x="1419" y="1512"/>
                      </a:lnTo>
                      <a:lnTo>
                        <a:pt x="1377" y="1512"/>
                      </a:lnTo>
                      <a:lnTo>
                        <a:pt x="1362" y="1506"/>
                      </a:lnTo>
                      <a:lnTo>
                        <a:pt x="1338" y="1488"/>
                      </a:lnTo>
                      <a:lnTo>
                        <a:pt x="1299" y="1488"/>
                      </a:lnTo>
                      <a:lnTo>
                        <a:pt x="1188" y="1428"/>
                      </a:lnTo>
                      <a:lnTo>
                        <a:pt x="1113" y="1428"/>
                      </a:lnTo>
                      <a:lnTo>
                        <a:pt x="1107" y="1419"/>
                      </a:lnTo>
                      <a:lnTo>
                        <a:pt x="1089" y="1419"/>
                      </a:lnTo>
                      <a:lnTo>
                        <a:pt x="1005" y="1425"/>
                      </a:lnTo>
                      <a:lnTo>
                        <a:pt x="945" y="1470"/>
                      </a:lnTo>
                      <a:lnTo>
                        <a:pt x="915" y="1470"/>
                      </a:lnTo>
                      <a:lnTo>
                        <a:pt x="903" y="1461"/>
                      </a:lnTo>
                      <a:lnTo>
                        <a:pt x="879" y="1461"/>
                      </a:lnTo>
                      <a:lnTo>
                        <a:pt x="843" y="1476"/>
                      </a:lnTo>
                      <a:lnTo>
                        <a:pt x="795" y="1476"/>
                      </a:lnTo>
                      <a:lnTo>
                        <a:pt x="756" y="1455"/>
                      </a:lnTo>
                      <a:lnTo>
                        <a:pt x="723" y="1455"/>
                      </a:lnTo>
                      <a:lnTo>
                        <a:pt x="711" y="1434"/>
                      </a:lnTo>
                      <a:lnTo>
                        <a:pt x="687" y="1416"/>
                      </a:lnTo>
                      <a:lnTo>
                        <a:pt x="651" y="1416"/>
                      </a:lnTo>
                      <a:lnTo>
                        <a:pt x="630" y="1422"/>
                      </a:lnTo>
                      <a:lnTo>
                        <a:pt x="615" y="1440"/>
                      </a:lnTo>
                      <a:lnTo>
                        <a:pt x="573" y="1440"/>
                      </a:lnTo>
                      <a:lnTo>
                        <a:pt x="555" y="1416"/>
                      </a:lnTo>
                      <a:lnTo>
                        <a:pt x="516" y="1410"/>
                      </a:lnTo>
                      <a:lnTo>
                        <a:pt x="498" y="1398"/>
                      </a:lnTo>
                      <a:lnTo>
                        <a:pt x="471" y="1398"/>
                      </a:lnTo>
                      <a:lnTo>
                        <a:pt x="447" y="1416"/>
                      </a:lnTo>
                      <a:lnTo>
                        <a:pt x="402" y="1476"/>
                      </a:lnTo>
                      <a:lnTo>
                        <a:pt x="345" y="1476"/>
                      </a:lnTo>
                      <a:lnTo>
                        <a:pt x="318" y="1476"/>
                      </a:lnTo>
                      <a:lnTo>
                        <a:pt x="291" y="1440"/>
                      </a:lnTo>
                      <a:lnTo>
                        <a:pt x="282" y="1416"/>
                      </a:lnTo>
                      <a:lnTo>
                        <a:pt x="273" y="1392"/>
                      </a:lnTo>
                      <a:lnTo>
                        <a:pt x="282" y="1350"/>
                      </a:lnTo>
                      <a:lnTo>
                        <a:pt x="291" y="1320"/>
                      </a:lnTo>
                      <a:lnTo>
                        <a:pt x="261" y="1317"/>
                      </a:lnTo>
                      <a:lnTo>
                        <a:pt x="219" y="1308"/>
                      </a:lnTo>
                      <a:lnTo>
                        <a:pt x="177" y="1260"/>
                      </a:lnTo>
                      <a:lnTo>
                        <a:pt x="168" y="1248"/>
                      </a:lnTo>
                      <a:lnTo>
                        <a:pt x="132" y="1236"/>
                      </a:lnTo>
                      <a:lnTo>
                        <a:pt x="123" y="1200"/>
                      </a:lnTo>
                      <a:lnTo>
                        <a:pt x="138" y="1182"/>
                      </a:lnTo>
                      <a:lnTo>
                        <a:pt x="138" y="1128"/>
                      </a:lnTo>
                      <a:lnTo>
                        <a:pt x="105" y="1122"/>
                      </a:lnTo>
                      <a:lnTo>
                        <a:pt x="105" y="1098"/>
                      </a:lnTo>
                      <a:lnTo>
                        <a:pt x="87" y="1080"/>
                      </a:lnTo>
                      <a:lnTo>
                        <a:pt x="54" y="1074"/>
                      </a:lnTo>
                      <a:lnTo>
                        <a:pt x="39" y="1059"/>
                      </a:lnTo>
                      <a:lnTo>
                        <a:pt x="39" y="1047"/>
                      </a:lnTo>
                      <a:lnTo>
                        <a:pt x="54" y="1047"/>
                      </a:lnTo>
                      <a:lnTo>
                        <a:pt x="75" y="1032"/>
                      </a:lnTo>
                      <a:lnTo>
                        <a:pt x="75" y="1008"/>
                      </a:lnTo>
                      <a:lnTo>
                        <a:pt x="84" y="1002"/>
                      </a:lnTo>
                      <a:lnTo>
                        <a:pt x="87" y="900"/>
                      </a:lnTo>
                      <a:lnTo>
                        <a:pt x="63" y="879"/>
                      </a:lnTo>
                      <a:lnTo>
                        <a:pt x="21" y="879"/>
                      </a:lnTo>
                      <a:lnTo>
                        <a:pt x="0" y="858"/>
                      </a:lnTo>
                      <a:lnTo>
                        <a:pt x="18" y="840"/>
                      </a:lnTo>
                      <a:lnTo>
                        <a:pt x="27" y="822"/>
                      </a:lnTo>
                      <a:lnTo>
                        <a:pt x="24" y="774"/>
                      </a:lnTo>
                      <a:lnTo>
                        <a:pt x="63" y="744"/>
                      </a:lnTo>
                      <a:lnTo>
                        <a:pt x="63" y="723"/>
                      </a:lnTo>
                      <a:lnTo>
                        <a:pt x="75" y="720"/>
                      </a:lnTo>
                      <a:lnTo>
                        <a:pt x="114" y="720"/>
                      </a:lnTo>
                      <a:lnTo>
                        <a:pt x="129" y="708"/>
                      </a:lnTo>
                      <a:lnTo>
                        <a:pt x="168" y="708"/>
                      </a:lnTo>
                      <a:lnTo>
                        <a:pt x="222" y="705"/>
                      </a:lnTo>
                      <a:lnTo>
                        <a:pt x="228" y="738"/>
                      </a:lnTo>
                      <a:lnTo>
                        <a:pt x="303" y="744"/>
                      </a:lnTo>
                      <a:lnTo>
                        <a:pt x="345" y="696"/>
                      </a:lnTo>
                      <a:lnTo>
                        <a:pt x="372" y="696"/>
                      </a:lnTo>
                      <a:lnTo>
                        <a:pt x="393" y="672"/>
                      </a:lnTo>
                      <a:lnTo>
                        <a:pt x="423" y="684"/>
                      </a:lnTo>
                      <a:lnTo>
                        <a:pt x="435" y="672"/>
                      </a:lnTo>
                      <a:lnTo>
                        <a:pt x="474" y="672"/>
                      </a:lnTo>
                      <a:lnTo>
                        <a:pt x="474" y="681"/>
                      </a:lnTo>
                      <a:lnTo>
                        <a:pt x="513" y="681"/>
                      </a:lnTo>
                      <a:lnTo>
                        <a:pt x="561" y="660"/>
                      </a:lnTo>
                      <a:lnTo>
                        <a:pt x="609" y="660"/>
                      </a:lnTo>
                      <a:lnTo>
                        <a:pt x="657" y="642"/>
                      </a:lnTo>
                      <a:lnTo>
                        <a:pt x="669" y="618"/>
                      </a:lnTo>
                      <a:lnTo>
                        <a:pt x="681" y="546"/>
                      </a:lnTo>
                      <a:lnTo>
                        <a:pt x="723" y="528"/>
                      </a:lnTo>
                      <a:lnTo>
                        <a:pt x="729" y="360"/>
                      </a:lnTo>
                      <a:lnTo>
                        <a:pt x="708" y="348"/>
                      </a:lnTo>
                      <a:lnTo>
                        <a:pt x="708" y="330"/>
                      </a:lnTo>
                      <a:lnTo>
                        <a:pt x="723" y="321"/>
                      </a:lnTo>
                      <a:lnTo>
                        <a:pt x="747" y="318"/>
                      </a:lnTo>
                      <a:lnTo>
                        <a:pt x="771" y="336"/>
                      </a:lnTo>
                      <a:lnTo>
                        <a:pt x="792" y="336"/>
                      </a:lnTo>
                      <a:lnTo>
                        <a:pt x="831" y="318"/>
                      </a:lnTo>
                      <a:lnTo>
                        <a:pt x="846" y="318"/>
                      </a:lnTo>
                      <a:lnTo>
                        <a:pt x="867" y="333"/>
                      </a:lnTo>
                      <a:lnTo>
                        <a:pt x="879" y="333"/>
                      </a:lnTo>
                      <a:lnTo>
                        <a:pt x="894" y="354"/>
                      </a:lnTo>
                      <a:lnTo>
                        <a:pt x="912" y="357"/>
                      </a:lnTo>
                      <a:lnTo>
                        <a:pt x="927" y="342"/>
                      </a:lnTo>
                      <a:lnTo>
                        <a:pt x="927" y="324"/>
                      </a:lnTo>
                      <a:lnTo>
                        <a:pt x="909" y="306"/>
                      </a:lnTo>
                      <a:lnTo>
                        <a:pt x="948" y="252"/>
                      </a:lnTo>
                      <a:lnTo>
                        <a:pt x="966" y="204"/>
                      </a:lnTo>
                      <a:lnTo>
                        <a:pt x="1023" y="150"/>
                      </a:lnTo>
                      <a:lnTo>
                        <a:pt x="1068" y="192"/>
                      </a:lnTo>
                      <a:lnTo>
                        <a:pt x="1140" y="192"/>
                      </a:lnTo>
                      <a:lnTo>
                        <a:pt x="1185" y="210"/>
                      </a:lnTo>
                      <a:lnTo>
                        <a:pt x="1203" y="192"/>
                      </a:lnTo>
                      <a:lnTo>
                        <a:pt x="1215" y="99"/>
                      </a:lnTo>
                      <a:lnTo>
                        <a:pt x="1239" y="60"/>
                      </a:lnTo>
                      <a:lnTo>
                        <a:pt x="1266" y="60"/>
                      </a:lnTo>
                      <a:lnTo>
                        <a:pt x="1305" y="42"/>
                      </a:lnTo>
                      <a:lnTo>
                        <a:pt x="1314" y="33"/>
                      </a:lnTo>
                      <a:lnTo>
                        <a:pt x="1314" y="12"/>
                      </a:lnTo>
                      <a:lnTo>
                        <a:pt x="1329" y="0"/>
                      </a:lnTo>
                      <a:lnTo>
                        <a:pt x="1353" y="0"/>
                      </a:lnTo>
                      <a:lnTo>
                        <a:pt x="1365" y="12"/>
                      </a:lnTo>
                      <a:lnTo>
                        <a:pt x="1407" y="0"/>
                      </a:lnTo>
                    </a:path>
                  </a:pathLst>
                </a:custGeom>
                <a:grpFill/>
                <a:ln w="9525">
                  <a:noFill/>
                  <a:round/>
                </a:ln>
                <a:effectLst/>
              </p:spPr>
              <p:txBody>
                <a:bodyPr lIns="90671" tIns="45335" rIns="90671" bIns="4533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66" name="Freeform 4"/>
                <p:cNvSpPr/>
                <p:nvPr/>
              </p:nvSpPr>
              <p:spPr bwMode="auto">
                <a:xfrm>
                  <a:off x="1847850" y="1698171"/>
                  <a:ext cx="2838450" cy="1676400"/>
                </a:xfrm>
                <a:custGeom>
                  <a:avLst/>
                  <a:gdLst>
                    <a:gd name="T0" fmla="*/ 2147483647 w 1903"/>
                    <a:gd name="T1" fmla="*/ 2147483647 h 1297"/>
                    <a:gd name="T2" fmla="*/ 2147483647 w 1903"/>
                    <a:gd name="T3" fmla="*/ 2147483647 h 1297"/>
                    <a:gd name="T4" fmla="*/ 2147483647 w 1903"/>
                    <a:gd name="T5" fmla="*/ 2147483647 h 1297"/>
                    <a:gd name="T6" fmla="*/ 2147483647 w 1903"/>
                    <a:gd name="T7" fmla="*/ 2147483647 h 1297"/>
                    <a:gd name="T8" fmla="*/ 2147483647 w 1903"/>
                    <a:gd name="T9" fmla="*/ 2147483647 h 1297"/>
                    <a:gd name="T10" fmla="*/ 2147483647 w 1903"/>
                    <a:gd name="T11" fmla="*/ 2147483647 h 1297"/>
                    <a:gd name="T12" fmla="*/ 2147483647 w 1903"/>
                    <a:gd name="T13" fmla="*/ 2147483647 h 1297"/>
                    <a:gd name="T14" fmla="*/ 2147483647 w 1903"/>
                    <a:gd name="T15" fmla="*/ 2147483647 h 1297"/>
                    <a:gd name="T16" fmla="*/ 2147483647 w 1903"/>
                    <a:gd name="T17" fmla="*/ 2147483647 h 1297"/>
                    <a:gd name="T18" fmla="*/ 2147483647 w 1903"/>
                    <a:gd name="T19" fmla="*/ 2147483647 h 1297"/>
                    <a:gd name="T20" fmla="*/ 2147483647 w 1903"/>
                    <a:gd name="T21" fmla="*/ 2147483647 h 1297"/>
                    <a:gd name="T22" fmla="*/ 2147483647 w 1903"/>
                    <a:gd name="T23" fmla="*/ 2147483647 h 1297"/>
                    <a:gd name="T24" fmla="*/ 2147483647 w 1903"/>
                    <a:gd name="T25" fmla="*/ 2147483647 h 1297"/>
                    <a:gd name="T26" fmla="*/ 2147483647 w 1903"/>
                    <a:gd name="T27" fmla="*/ 2147483647 h 1297"/>
                    <a:gd name="T28" fmla="*/ 2147483647 w 1903"/>
                    <a:gd name="T29" fmla="*/ 2147483647 h 1297"/>
                    <a:gd name="T30" fmla="*/ 2147483647 w 1903"/>
                    <a:gd name="T31" fmla="*/ 2147483647 h 1297"/>
                    <a:gd name="T32" fmla="*/ 2147483647 w 1903"/>
                    <a:gd name="T33" fmla="*/ 2147483647 h 1297"/>
                    <a:gd name="T34" fmla="*/ 2147483647 w 1903"/>
                    <a:gd name="T35" fmla="*/ 2147483647 h 1297"/>
                    <a:gd name="T36" fmla="*/ 2147483647 w 1903"/>
                    <a:gd name="T37" fmla="*/ 2147483647 h 1297"/>
                    <a:gd name="T38" fmla="*/ 2147483647 w 1903"/>
                    <a:gd name="T39" fmla="*/ 2147483647 h 1297"/>
                    <a:gd name="T40" fmla="*/ 2147483647 w 1903"/>
                    <a:gd name="T41" fmla="*/ 2147483647 h 1297"/>
                    <a:gd name="T42" fmla="*/ 2147483647 w 1903"/>
                    <a:gd name="T43" fmla="*/ 2147483647 h 1297"/>
                    <a:gd name="T44" fmla="*/ 2147483647 w 1903"/>
                    <a:gd name="T45" fmla="*/ 2147483647 h 1297"/>
                    <a:gd name="T46" fmla="*/ 2147483647 w 1903"/>
                    <a:gd name="T47" fmla="*/ 2147483647 h 1297"/>
                    <a:gd name="T48" fmla="*/ 2147483647 w 1903"/>
                    <a:gd name="T49" fmla="*/ 2147483647 h 1297"/>
                    <a:gd name="T50" fmla="*/ 2147483647 w 1903"/>
                    <a:gd name="T51" fmla="*/ 2147483647 h 1297"/>
                    <a:gd name="T52" fmla="*/ 2147483647 w 1903"/>
                    <a:gd name="T53" fmla="*/ 2147483647 h 1297"/>
                    <a:gd name="T54" fmla="*/ 2147483647 w 1903"/>
                    <a:gd name="T55" fmla="*/ 2147483647 h 1297"/>
                    <a:gd name="T56" fmla="*/ 2147483647 w 1903"/>
                    <a:gd name="T57" fmla="*/ 2147483647 h 1297"/>
                    <a:gd name="T58" fmla="*/ 2147483647 w 1903"/>
                    <a:gd name="T59" fmla="*/ 2147483647 h 1297"/>
                    <a:gd name="T60" fmla="*/ 2147483647 w 1903"/>
                    <a:gd name="T61" fmla="*/ 2147483647 h 1297"/>
                    <a:gd name="T62" fmla="*/ 2147483647 w 1903"/>
                    <a:gd name="T63" fmla="*/ 2147483647 h 1297"/>
                    <a:gd name="T64" fmla="*/ 2147483647 w 1903"/>
                    <a:gd name="T65" fmla="*/ 2147483647 h 1297"/>
                    <a:gd name="T66" fmla="*/ 2147483647 w 1903"/>
                    <a:gd name="T67" fmla="*/ 2147483647 h 1297"/>
                    <a:gd name="T68" fmla="*/ 2147483647 w 1903"/>
                    <a:gd name="T69" fmla="*/ 2147483647 h 1297"/>
                    <a:gd name="T70" fmla="*/ 2147483647 w 1903"/>
                    <a:gd name="T71" fmla="*/ 2147483647 h 1297"/>
                    <a:gd name="T72" fmla="*/ 2147483647 w 1903"/>
                    <a:gd name="T73" fmla="*/ 2147483647 h 1297"/>
                    <a:gd name="T74" fmla="*/ 2147483647 w 1903"/>
                    <a:gd name="T75" fmla="*/ 2147483647 h 1297"/>
                    <a:gd name="T76" fmla="*/ 2147483647 w 1903"/>
                    <a:gd name="T77" fmla="*/ 2147483647 h 1297"/>
                    <a:gd name="T78" fmla="*/ 2147483647 w 1903"/>
                    <a:gd name="T79" fmla="*/ 2147483647 h 1297"/>
                    <a:gd name="T80" fmla="*/ 2147483647 w 1903"/>
                    <a:gd name="T81" fmla="*/ 2147483647 h 1297"/>
                    <a:gd name="T82" fmla="*/ 2147483647 w 1903"/>
                    <a:gd name="T83" fmla="*/ 2147483647 h 1297"/>
                    <a:gd name="T84" fmla="*/ 2147483647 w 1903"/>
                    <a:gd name="T85" fmla="*/ 2147483647 h 1297"/>
                    <a:gd name="T86" fmla="*/ 2147483647 w 1903"/>
                    <a:gd name="T87" fmla="*/ 2147483647 h 1297"/>
                    <a:gd name="T88" fmla="*/ 2147483647 w 1903"/>
                    <a:gd name="T89" fmla="*/ 2147483647 h 1297"/>
                    <a:gd name="T90" fmla="*/ 2147483647 w 1903"/>
                    <a:gd name="T91" fmla="*/ 2147483647 h 1297"/>
                    <a:gd name="T92" fmla="*/ 2147483647 w 1903"/>
                    <a:gd name="T93" fmla="*/ 2147483647 h 1297"/>
                    <a:gd name="T94" fmla="*/ 2147483647 w 1903"/>
                    <a:gd name="T95" fmla="*/ 2147483647 h 1297"/>
                    <a:gd name="T96" fmla="*/ 2147483647 w 1903"/>
                    <a:gd name="T97" fmla="*/ 2147483647 h 1297"/>
                    <a:gd name="T98" fmla="*/ 2147483647 w 1903"/>
                    <a:gd name="T99" fmla="*/ 2147483647 h 1297"/>
                    <a:gd name="T100" fmla="*/ 2147483647 w 1903"/>
                    <a:gd name="T101" fmla="*/ 2147483647 h 12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3"/>
                    <a:gd name="T154" fmla="*/ 0 h 1297"/>
                    <a:gd name="T155" fmla="*/ 1903 w 1903"/>
                    <a:gd name="T156" fmla="*/ 1297 h 12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3" h="1297">
                      <a:moveTo>
                        <a:pt x="687" y="0"/>
                      </a:moveTo>
                      <a:lnTo>
                        <a:pt x="675" y="0"/>
                      </a:lnTo>
                      <a:lnTo>
                        <a:pt x="654" y="45"/>
                      </a:lnTo>
                      <a:lnTo>
                        <a:pt x="654" y="63"/>
                      </a:lnTo>
                      <a:lnTo>
                        <a:pt x="639" y="93"/>
                      </a:lnTo>
                      <a:lnTo>
                        <a:pt x="604" y="103"/>
                      </a:lnTo>
                      <a:lnTo>
                        <a:pt x="603" y="102"/>
                      </a:lnTo>
                      <a:lnTo>
                        <a:pt x="561" y="102"/>
                      </a:lnTo>
                      <a:lnTo>
                        <a:pt x="538" y="109"/>
                      </a:lnTo>
                      <a:lnTo>
                        <a:pt x="486" y="159"/>
                      </a:lnTo>
                      <a:lnTo>
                        <a:pt x="477" y="168"/>
                      </a:lnTo>
                      <a:lnTo>
                        <a:pt x="454" y="189"/>
                      </a:lnTo>
                      <a:lnTo>
                        <a:pt x="441" y="217"/>
                      </a:lnTo>
                      <a:lnTo>
                        <a:pt x="426" y="229"/>
                      </a:lnTo>
                      <a:lnTo>
                        <a:pt x="387" y="231"/>
                      </a:lnTo>
                      <a:lnTo>
                        <a:pt x="388" y="258"/>
                      </a:lnTo>
                      <a:lnTo>
                        <a:pt x="360" y="279"/>
                      </a:lnTo>
                      <a:lnTo>
                        <a:pt x="351" y="375"/>
                      </a:lnTo>
                      <a:lnTo>
                        <a:pt x="324" y="378"/>
                      </a:lnTo>
                      <a:lnTo>
                        <a:pt x="297" y="393"/>
                      </a:lnTo>
                      <a:lnTo>
                        <a:pt x="243" y="393"/>
                      </a:lnTo>
                      <a:lnTo>
                        <a:pt x="201" y="405"/>
                      </a:lnTo>
                      <a:lnTo>
                        <a:pt x="126" y="408"/>
                      </a:lnTo>
                      <a:lnTo>
                        <a:pt x="103" y="423"/>
                      </a:lnTo>
                      <a:lnTo>
                        <a:pt x="129" y="459"/>
                      </a:lnTo>
                      <a:lnTo>
                        <a:pt x="129" y="483"/>
                      </a:lnTo>
                      <a:lnTo>
                        <a:pt x="120" y="501"/>
                      </a:lnTo>
                      <a:lnTo>
                        <a:pt x="157" y="520"/>
                      </a:lnTo>
                      <a:lnTo>
                        <a:pt x="195" y="570"/>
                      </a:lnTo>
                      <a:lnTo>
                        <a:pt x="192" y="591"/>
                      </a:lnTo>
                      <a:lnTo>
                        <a:pt x="180" y="603"/>
                      </a:lnTo>
                      <a:lnTo>
                        <a:pt x="165" y="603"/>
                      </a:lnTo>
                      <a:lnTo>
                        <a:pt x="142" y="618"/>
                      </a:lnTo>
                      <a:lnTo>
                        <a:pt x="141" y="639"/>
                      </a:lnTo>
                      <a:lnTo>
                        <a:pt x="153" y="663"/>
                      </a:lnTo>
                      <a:lnTo>
                        <a:pt x="153" y="705"/>
                      </a:lnTo>
                      <a:lnTo>
                        <a:pt x="126" y="705"/>
                      </a:lnTo>
                      <a:lnTo>
                        <a:pt x="105" y="704"/>
                      </a:lnTo>
                      <a:lnTo>
                        <a:pt x="69" y="678"/>
                      </a:lnTo>
                      <a:lnTo>
                        <a:pt x="33" y="681"/>
                      </a:lnTo>
                      <a:lnTo>
                        <a:pt x="30" y="693"/>
                      </a:lnTo>
                      <a:lnTo>
                        <a:pt x="15" y="699"/>
                      </a:lnTo>
                      <a:lnTo>
                        <a:pt x="33" y="717"/>
                      </a:lnTo>
                      <a:lnTo>
                        <a:pt x="36" y="750"/>
                      </a:lnTo>
                      <a:lnTo>
                        <a:pt x="3" y="783"/>
                      </a:lnTo>
                      <a:lnTo>
                        <a:pt x="27" y="837"/>
                      </a:lnTo>
                      <a:lnTo>
                        <a:pt x="18" y="897"/>
                      </a:lnTo>
                      <a:lnTo>
                        <a:pt x="3" y="912"/>
                      </a:lnTo>
                      <a:lnTo>
                        <a:pt x="0" y="933"/>
                      </a:lnTo>
                      <a:lnTo>
                        <a:pt x="57" y="1017"/>
                      </a:lnTo>
                      <a:lnTo>
                        <a:pt x="75" y="1029"/>
                      </a:lnTo>
                      <a:lnTo>
                        <a:pt x="123" y="1029"/>
                      </a:lnTo>
                      <a:lnTo>
                        <a:pt x="171" y="1065"/>
                      </a:lnTo>
                      <a:lnTo>
                        <a:pt x="195" y="1068"/>
                      </a:lnTo>
                      <a:lnTo>
                        <a:pt x="225" y="1101"/>
                      </a:lnTo>
                      <a:lnTo>
                        <a:pt x="255" y="1101"/>
                      </a:lnTo>
                      <a:lnTo>
                        <a:pt x="324" y="1137"/>
                      </a:lnTo>
                      <a:lnTo>
                        <a:pt x="351" y="1137"/>
                      </a:lnTo>
                      <a:lnTo>
                        <a:pt x="357" y="1149"/>
                      </a:lnTo>
                      <a:lnTo>
                        <a:pt x="387" y="1149"/>
                      </a:lnTo>
                      <a:lnTo>
                        <a:pt x="399" y="1131"/>
                      </a:lnTo>
                      <a:lnTo>
                        <a:pt x="417" y="1131"/>
                      </a:lnTo>
                      <a:lnTo>
                        <a:pt x="447" y="1158"/>
                      </a:lnTo>
                      <a:lnTo>
                        <a:pt x="477" y="1188"/>
                      </a:lnTo>
                      <a:lnTo>
                        <a:pt x="489" y="1212"/>
                      </a:lnTo>
                      <a:lnTo>
                        <a:pt x="489" y="1233"/>
                      </a:lnTo>
                      <a:lnTo>
                        <a:pt x="507" y="1260"/>
                      </a:lnTo>
                      <a:lnTo>
                        <a:pt x="555" y="1263"/>
                      </a:lnTo>
                      <a:lnTo>
                        <a:pt x="555" y="1233"/>
                      </a:lnTo>
                      <a:lnTo>
                        <a:pt x="567" y="1233"/>
                      </a:lnTo>
                      <a:lnTo>
                        <a:pt x="585" y="1257"/>
                      </a:lnTo>
                      <a:lnTo>
                        <a:pt x="603" y="1269"/>
                      </a:lnTo>
                      <a:lnTo>
                        <a:pt x="609" y="1254"/>
                      </a:lnTo>
                      <a:lnTo>
                        <a:pt x="609" y="1227"/>
                      </a:lnTo>
                      <a:lnTo>
                        <a:pt x="639" y="1227"/>
                      </a:lnTo>
                      <a:lnTo>
                        <a:pt x="669" y="1182"/>
                      </a:lnTo>
                      <a:lnTo>
                        <a:pt x="675" y="1149"/>
                      </a:lnTo>
                      <a:lnTo>
                        <a:pt x="669" y="1137"/>
                      </a:lnTo>
                      <a:lnTo>
                        <a:pt x="669" y="1116"/>
                      </a:lnTo>
                      <a:lnTo>
                        <a:pt x="693" y="1101"/>
                      </a:lnTo>
                      <a:lnTo>
                        <a:pt x="693" y="1077"/>
                      </a:lnTo>
                      <a:lnTo>
                        <a:pt x="675" y="1065"/>
                      </a:lnTo>
                      <a:lnTo>
                        <a:pt x="675" y="1047"/>
                      </a:lnTo>
                      <a:lnTo>
                        <a:pt x="681" y="1035"/>
                      </a:lnTo>
                      <a:lnTo>
                        <a:pt x="717" y="1035"/>
                      </a:lnTo>
                      <a:lnTo>
                        <a:pt x="726" y="1029"/>
                      </a:lnTo>
                      <a:lnTo>
                        <a:pt x="747" y="1029"/>
                      </a:lnTo>
                      <a:lnTo>
                        <a:pt x="795" y="1065"/>
                      </a:lnTo>
                      <a:lnTo>
                        <a:pt x="801" y="1077"/>
                      </a:lnTo>
                      <a:lnTo>
                        <a:pt x="801" y="1101"/>
                      </a:lnTo>
                      <a:lnTo>
                        <a:pt x="837" y="1149"/>
                      </a:lnTo>
                      <a:lnTo>
                        <a:pt x="876" y="1185"/>
                      </a:lnTo>
                      <a:lnTo>
                        <a:pt x="894" y="1167"/>
                      </a:lnTo>
                      <a:lnTo>
                        <a:pt x="903" y="1158"/>
                      </a:lnTo>
                      <a:lnTo>
                        <a:pt x="915" y="1158"/>
                      </a:lnTo>
                      <a:lnTo>
                        <a:pt x="921" y="1167"/>
                      </a:lnTo>
                      <a:lnTo>
                        <a:pt x="921" y="1179"/>
                      </a:lnTo>
                      <a:lnTo>
                        <a:pt x="942" y="1179"/>
                      </a:lnTo>
                      <a:lnTo>
                        <a:pt x="954" y="1185"/>
                      </a:lnTo>
                      <a:lnTo>
                        <a:pt x="957" y="1203"/>
                      </a:lnTo>
                      <a:lnTo>
                        <a:pt x="975" y="1209"/>
                      </a:lnTo>
                      <a:lnTo>
                        <a:pt x="975" y="1191"/>
                      </a:lnTo>
                      <a:lnTo>
                        <a:pt x="981" y="1185"/>
                      </a:lnTo>
                      <a:lnTo>
                        <a:pt x="1002" y="1191"/>
                      </a:lnTo>
                      <a:lnTo>
                        <a:pt x="1011" y="1191"/>
                      </a:lnTo>
                      <a:lnTo>
                        <a:pt x="1017" y="1179"/>
                      </a:lnTo>
                      <a:lnTo>
                        <a:pt x="1020" y="1137"/>
                      </a:lnTo>
                      <a:lnTo>
                        <a:pt x="1032" y="1128"/>
                      </a:lnTo>
                      <a:lnTo>
                        <a:pt x="1047" y="1128"/>
                      </a:lnTo>
                      <a:lnTo>
                        <a:pt x="1059" y="1137"/>
                      </a:lnTo>
                      <a:lnTo>
                        <a:pt x="1065" y="1131"/>
                      </a:lnTo>
                      <a:lnTo>
                        <a:pt x="1071" y="1107"/>
                      </a:lnTo>
                      <a:lnTo>
                        <a:pt x="1077" y="1089"/>
                      </a:lnTo>
                      <a:lnTo>
                        <a:pt x="1083" y="1089"/>
                      </a:lnTo>
                      <a:lnTo>
                        <a:pt x="1083" y="1119"/>
                      </a:lnTo>
                      <a:lnTo>
                        <a:pt x="1095" y="1119"/>
                      </a:lnTo>
                      <a:lnTo>
                        <a:pt x="1101" y="1110"/>
                      </a:lnTo>
                      <a:lnTo>
                        <a:pt x="1113" y="1110"/>
                      </a:lnTo>
                      <a:lnTo>
                        <a:pt x="1137" y="1110"/>
                      </a:lnTo>
                      <a:lnTo>
                        <a:pt x="1143" y="1089"/>
                      </a:lnTo>
                      <a:lnTo>
                        <a:pt x="1125" y="1071"/>
                      </a:lnTo>
                      <a:lnTo>
                        <a:pt x="1119" y="1047"/>
                      </a:lnTo>
                      <a:lnTo>
                        <a:pt x="1125" y="1035"/>
                      </a:lnTo>
                      <a:lnTo>
                        <a:pt x="1149" y="1023"/>
                      </a:lnTo>
                      <a:lnTo>
                        <a:pt x="1167" y="1014"/>
                      </a:lnTo>
                      <a:lnTo>
                        <a:pt x="1185" y="1017"/>
                      </a:lnTo>
                      <a:lnTo>
                        <a:pt x="1191" y="1035"/>
                      </a:lnTo>
                      <a:lnTo>
                        <a:pt x="1197" y="1059"/>
                      </a:lnTo>
                      <a:lnTo>
                        <a:pt x="1215" y="1071"/>
                      </a:lnTo>
                      <a:lnTo>
                        <a:pt x="1281" y="1071"/>
                      </a:lnTo>
                      <a:lnTo>
                        <a:pt x="1284" y="1089"/>
                      </a:lnTo>
                      <a:lnTo>
                        <a:pt x="1320" y="1131"/>
                      </a:lnTo>
                      <a:lnTo>
                        <a:pt x="1320" y="1143"/>
                      </a:lnTo>
                      <a:lnTo>
                        <a:pt x="1311" y="1161"/>
                      </a:lnTo>
                      <a:lnTo>
                        <a:pt x="1329" y="1185"/>
                      </a:lnTo>
                      <a:lnTo>
                        <a:pt x="1371" y="1194"/>
                      </a:lnTo>
                      <a:lnTo>
                        <a:pt x="1407" y="1167"/>
                      </a:lnTo>
                      <a:lnTo>
                        <a:pt x="1419" y="1182"/>
                      </a:lnTo>
                      <a:lnTo>
                        <a:pt x="1539" y="1188"/>
                      </a:lnTo>
                      <a:lnTo>
                        <a:pt x="1542" y="1218"/>
                      </a:lnTo>
                      <a:lnTo>
                        <a:pt x="1551" y="1224"/>
                      </a:lnTo>
                      <a:lnTo>
                        <a:pt x="1560" y="1215"/>
                      </a:lnTo>
                      <a:lnTo>
                        <a:pt x="1575" y="1215"/>
                      </a:lnTo>
                      <a:lnTo>
                        <a:pt x="1599" y="1236"/>
                      </a:lnTo>
                      <a:lnTo>
                        <a:pt x="1695" y="1242"/>
                      </a:lnTo>
                      <a:lnTo>
                        <a:pt x="1755" y="1290"/>
                      </a:lnTo>
                      <a:lnTo>
                        <a:pt x="1779" y="1296"/>
                      </a:lnTo>
                      <a:lnTo>
                        <a:pt x="1779" y="1287"/>
                      </a:lnTo>
                      <a:lnTo>
                        <a:pt x="1782" y="1233"/>
                      </a:lnTo>
                      <a:lnTo>
                        <a:pt x="1767" y="1215"/>
                      </a:lnTo>
                      <a:lnTo>
                        <a:pt x="1791" y="1197"/>
                      </a:lnTo>
                      <a:lnTo>
                        <a:pt x="1815" y="1197"/>
                      </a:lnTo>
                      <a:lnTo>
                        <a:pt x="1833" y="1170"/>
                      </a:lnTo>
                      <a:lnTo>
                        <a:pt x="1815" y="1155"/>
                      </a:lnTo>
                      <a:lnTo>
                        <a:pt x="1797" y="1155"/>
                      </a:lnTo>
                      <a:lnTo>
                        <a:pt x="1767" y="1125"/>
                      </a:lnTo>
                      <a:lnTo>
                        <a:pt x="1767" y="1107"/>
                      </a:lnTo>
                      <a:lnTo>
                        <a:pt x="1794" y="1119"/>
                      </a:lnTo>
                      <a:lnTo>
                        <a:pt x="1869" y="1119"/>
                      </a:lnTo>
                      <a:lnTo>
                        <a:pt x="1902" y="1095"/>
                      </a:lnTo>
                      <a:lnTo>
                        <a:pt x="1902" y="1077"/>
                      </a:lnTo>
                      <a:lnTo>
                        <a:pt x="1881" y="1053"/>
                      </a:lnTo>
                      <a:lnTo>
                        <a:pt x="1875" y="1041"/>
                      </a:lnTo>
                      <a:lnTo>
                        <a:pt x="1863" y="1035"/>
                      </a:lnTo>
                      <a:lnTo>
                        <a:pt x="1869" y="999"/>
                      </a:lnTo>
                      <a:lnTo>
                        <a:pt x="1845" y="969"/>
                      </a:lnTo>
                      <a:lnTo>
                        <a:pt x="1833" y="957"/>
                      </a:lnTo>
                      <a:lnTo>
                        <a:pt x="1827" y="897"/>
                      </a:lnTo>
                      <a:lnTo>
                        <a:pt x="1854" y="855"/>
                      </a:lnTo>
                      <a:lnTo>
                        <a:pt x="1854" y="825"/>
                      </a:lnTo>
                      <a:lnTo>
                        <a:pt x="1839" y="777"/>
                      </a:lnTo>
                      <a:lnTo>
                        <a:pt x="1839" y="711"/>
                      </a:lnTo>
                      <a:lnTo>
                        <a:pt x="1836" y="687"/>
                      </a:lnTo>
                      <a:lnTo>
                        <a:pt x="1869" y="654"/>
                      </a:lnTo>
                      <a:lnTo>
                        <a:pt x="1863" y="627"/>
                      </a:lnTo>
                      <a:lnTo>
                        <a:pt x="1872" y="615"/>
                      </a:lnTo>
                      <a:lnTo>
                        <a:pt x="1872" y="606"/>
                      </a:lnTo>
                      <a:lnTo>
                        <a:pt x="1848" y="591"/>
                      </a:lnTo>
                      <a:lnTo>
                        <a:pt x="1839" y="537"/>
                      </a:lnTo>
                      <a:lnTo>
                        <a:pt x="1878" y="504"/>
                      </a:lnTo>
                      <a:lnTo>
                        <a:pt x="1887" y="489"/>
                      </a:lnTo>
                      <a:lnTo>
                        <a:pt x="1881" y="465"/>
                      </a:lnTo>
                      <a:lnTo>
                        <a:pt x="1881" y="453"/>
                      </a:lnTo>
                      <a:lnTo>
                        <a:pt x="1893" y="435"/>
                      </a:lnTo>
                      <a:lnTo>
                        <a:pt x="1893" y="423"/>
                      </a:lnTo>
                      <a:lnTo>
                        <a:pt x="1887" y="399"/>
                      </a:lnTo>
                      <a:lnTo>
                        <a:pt x="1875" y="393"/>
                      </a:lnTo>
                      <a:lnTo>
                        <a:pt x="1863" y="393"/>
                      </a:lnTo>
                      <a:lnTo>
                        <a:pt x="1851" y="417"/>
                      </a:lnTo>
                      <a:lnTo>
                        <a:pt x="1827" y="423"/>
                      </a:lnTo>
                      <a:lnTo>
                        <a:pt x="1806" y="405"/>
                      </a:lnTo>
                      <a:lnTo>
                        <a:pt x="1797" y="423"/>
                      </a:lnTo>
                      <a:lnTo>
                        <a:pt x="1749" y="483"/>
                      </a:lnTo>
                      <a:lnTo>
                        <a:pt x="1710" y="531"/>
                      </a:lnTo>
                      <a:lnTo>
                        <a:pt x="1707" y="549"/>
                      </a:lnTo>
                      <a:lnTo>
                        <a:pt x="1719" y="561"/>
                      </a:lnTo>
                      <a:lnTo>
                        <a:pt x="1719" y="573"/>
                      </a:lnTo>
                      <a:lnTo>
                        <a:pt x="1692" y="579"/>
                      </a:lnTo>
                      <a:lnTo>
                        <a:pt x="1674" y="606"/>
                      </a:lnTo>
                      <a:lnTo>
                        <a:pt x="1623" y="615"/>
                      </a:lnTo>
                      <a:lnTo>
                        <a:pt x="1596" y="582"/>
                      </a:lnTo>
                      <a:lnTo>
                        <a:pt x="1569" y="567"/>
                      </a:lnTo>
                      <a:lnTo>
                        <a:pt x="1515" y="552"/>
                      </a:lnTo>
                      <a:lnTo>
                        <a:pt x="1515" y="507"/>
                      </a:lnTo>
                      <a:lnTo>
                        <a:pt x="1542" y="465"/>
                      </a:lnTo>
                      <a:lnTo>
                        <a:pt x="1542" y="441"/>
                      </a:lnTo>
                      <a:lnTo>
                        <a:pt x="1497" y="423"/>
                      </a:lnTo>
                      <a:lnTo>
                        <a:pt x="1449" y="459"/>
                      </a:lnTo>
                      <a:lnTo>
                        <a:pt x="1425" y="552"/>
                      </a:lnTo>
                      <a:lnTo>
                        <a:pt x="1425" y="594"/>
                      </a:lnTo>
                      <a:lnTo>
                        <a:pt x="1377" y="633"/>
                      </a:lnTo>
                      <a:lnTo>
                        <a:pt x="1317" y="657"/>
                      </a:lnTo>
                      <a:lnTo>
                        <a:pt x="1308" y="657"/>
                      </a:lnTo>
                      <a:lnTo>
                        <a:pt x="1272" y="633"/>
                      </a:lnTo>
                      <a:lnTo>
                        <a:pt x="1266" y="609"/>
                      </a:lnTo>
                      <a:lnTo>
                        <a:pt x="1221" y="591"/>
                      </a:lnTo>
                      <a:lnTo>
                        <a:pt x="1221" y="567"/>
                      </a:lnTo>
                      <a:lnTo>
                        <a:pt x="1239" y="567"/>
                      </a:lnTo>
                      <a:lnTo>
                        <a:pt x="1242" y="537"/>
                      </a:lnTo>
                      <a:lnTo>
                        <a:pt x="1272" y="513"/>
                      </a:lnTo>
                      <a:lnTo>
                        <a:pt x="1278" y="489"/>
                      </a:lnTo>
                      <a:lnTo>
                        <a:pt x="1299" y="489"/>
                      </a:lnTo>
                      <a:lnTo>
                        <a:pt x="1314" y="441"/>
                      </a:lnTo>
                      <a:lnTo>
                        <a:pt x="1281" y="417"/>
                      </a:lnTo>
                      <a:lnTo>
                        <a:pt x="1233" y="417"/>
                      </a:lnTo>
                      <a:lnTo>
                        <a:pt x="1203" y="453"/>
                      </a:lnTo>
                      <a:lnTo>
                        <a:pt x="1173" y="453"/>
                      </a:lnTo>
                      <a:lnTo>
                        <a:pt x="1167" y="441"/>
                      </a:lnTo>
                      <a:lnTo>
                        <a:pt x="1104" y="453"/>
                      </a:lnTo>
                      <a:lnTo>
                        <a:pt x="1119" y="489"/>
                      </a:lnTo>
                      <a:lnTo>
                        <a:pt x="1113" y="507"/>
                      </a:lnTo>
                      <a:lnTo>
                        <a:pt x="1092" y="513"/>
                      </a:lnTo>
                      <a:lnTo>
                        <a:pt x="1023" y="477"/>
                      </a:lnTo>
                      <a:lnTo>
                        <a:pt x="1020" y="459"/>
                      </a:lnTo>
                      <a:lnTo>
                        <a:pt x="1029" y="447"/>
                      </a:lnTo>
                      <a:lnTo>
                        <a:pt x="1029" y="417"/>
                      </a:lnTo>
                      <a:lnTo>
                        <a:pt x="1014" y="408"/>
                      </a:lnTo>
                      <a:lnTo>
                        <a:pt x="993" y="408"/>
                      </a:lnTo>
                      <a:lnTo>
                        <a:pt x="984" y="387"/>
                      </a:lnTo>
                      <a:lnTo>
                        <a:pt x="945" y="375"/>
                      </a:lnTo>
                      <a:lnTo>
                        <a:pt x="924" y="357"/>
                      </a:lnTo>
                      <a:lnTo>
                        <a:pt x="924" y="342"/>
                      </a:lnTo>
                      <a:lnTo>
                        <a:pt x="981" y="294"/>
                      </a:lnTo>
                      <a:lnTo>
                        <a:pt x="987" y="261"/>
                      </a:lnTo>
                      <a:lnTo>
                        <a:pt x="969" y="243"/>
                      </a:lnTo>
                      <a:lnTo>
                        <a:pt x="933" y="237"/>
                      </a:lnTo>
                      <a:lnTo>
                        <a:pt x="903" y="240"/>
                      </a:lnTo>
                      <a:lnTo>
                        <a:pt x="849" y="279"/>
                      </a:lnTo>
                      <a:lnTo>
                        <a:pt x="819" y="279"/>
                      </a:lnTo>
                      <a:lnTo>
                        <a:pt x="822" y="213"/>
                      </a:lnTo>
                      <a:lnTo>
                        <a:pt x="795" y="201"/>
                      </a:lnTo>
                      <a:lnTo>
                        <a:pt x="777" y="177"/>
                      </a:lnTo>
                      <a:lnTo>
                        <a:pt x="792" y="153"/>
                      </a:lnTo>
                      <a:lnTo>
                        <a:pt x="792" y="111"/>
                      </a:lnTo>
                      <a:lnTo>
                        <a:pt x="759" y="66"/>
                      </a:lnTo>
                      <a:lnTo>
                        <a:pt x="753" y="27"/>
                      </a:lnTo>
                      <a:lnTo>
                        <a:pt x="720" y="18"/>
                      </a:lnTo>
                      <a:lnTo>
                        <a:pt x="687" y="0"/>
                      </a:lnTo>
                    </a:path>
                  </a:pathLst>
                </a:custGeom>
                <a:grpFill/>
                <a:ln w="9525">
                  <a:noFill/>
                  <a:round/>
                </a:ln>
                <a:effectLst/>
              </p:spPr>
              <p:txBody>
                <a:bodyPr lIns="90671" tIns="45335" rIns="90671" bIns="4533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grpSp>
          <p:grpSp>
            <p:nvGrpSpPr>
              <p:cNvPr id="37" name="组合 36"/>
              <p:cNvGrpSpPr/>
              <p:nvPr/>
            </p:nvGrpSpPr>
            <p:grpSpPr bwMode="auto">
              <a:xfrm>
                <a:off x="354517" y="3771318"/>
                <a:ext cx="4406028" cy="2169444"/>
                <a:chOff x="265708" y="3006759"/>
                <a:chExt cx="6516721" cy="2590318"/>
              </a:xfrm>
              <a:solidFill>
                <a:srgbClr val="00B050">
                  <a:alpha val="80000"/>
                </a:srgbClr>
              </a:solidFill>
              <a:effectLst/>
            </p:grpSpPr>
            <p:sp>
              <p:nvSpPr>
                <p:cNvPr id="63" name="Freeform 3"/>
                <p:cNvSpPr/>
                <p:nvPr/>
              </p:nvSpPr>
              <p:spPr bwMode="auto">
                <a:xfrm>
                  <a:off x="265708" y="3006759"/>
                  <a:ext cx="4145714" cy="2276692"/>
                </a:xfrm>
                <a:custGeom>
                  <a:avLst/>
                  <a:gdLst>
                    <a:gd name="T0" fmla="*/ 2147483647 w 1864"/>
                    <a:gd name="T1" fmla="*/ 2147483647 h 1186"/>
                    <a:gd name="T2" fmla="*/ 2147483647 w 1864"/>
                    <a:gd name="T3" fmla="*/ 2147483647 h 1186"/>
                    <a:gd name="T4" fmla="*/ 2147483647 w 1864"/>
                    <a:gd name="T5" fmla="*/ 2147483647 h 1186"/>
                    <a:gd name="T6" fmla="*/ 2147483647 w 1864"/>
                    <a:gd name="T7" fmla="*/ 2147483647 h 1186"/>
                    <a:gd name="T8" fmla="*/ 2147483647 w 1864"/>
                    <a:gd name="T9" fmla="*/ 2147483647 h 1186"/>
                    <a:gd name="T10" fmla="*/ 2147483647 w 1864"/>
                    <a:gd name="T11" fmla="*/ 2147483647 h 1186"/>
                    <a:gd name="T12" fmla="*/ 2147483647 w 1864"/>
                    <a:gd name="T13" fmla="*/ 2147483647 h 1186"/>
                    <a:gd name="T14" fmla="*/ 2147483647 w 1864"/>
                    <a:gd name="T15" fmla="*/ 2147483647 h 1186"/>
                    <a:gd name="T16" fmla="*/ 2147483647 w 1864"/>
                    <a:gd name="T17" fmla="*/ 2147483647 h 1186"/>
                    <a:gd name="T18" fmla="*/ 2147483647 w 1864"/>
                    <a:gd name="T19" fmla="*/ 2147483647 h 1186"/>
                    <a:gd name="T20" fmla="*/ 2147483647 w 1864"/>
                    <a:gd name="T21" fmla="*/ 2147483647 h 1186"/>
                    <a:gd name="T22" fmla="*/ 2147483647 w 1864"/>
                    <a:gd name="T23" fmla="*/ 2147483647 h 1186"/>
                    <a:gd name="T24" fmla="*/ 2147483647 w 1864"/>
                    <a:gd name="T25" fmla="*/ 2147483647 h 1186"/>
                    <a:gd name="T26" fmla="*/ 2147483647 w 1864"/>
                    <a:gd name="T27" fmla="*/ 2147483647 h 1186"/>
                    <a:gd name="T28" fmla="*/ 2147483647 w 1864"/>
                    <a:gd name="T29" fmla="*/ 2147483647 h 1186"/>
                    <a:gd name="T30" fmla="*/ 2147483647 w 1864"/>
                    <a:gd name="T31" fmla="*/ 2147483647 h 1186"/>
                    <a:gd name="T32" fmla="*/ 2147483647 w 1864"/>
                    <a:gd name="T33" fmla="*/ 2147483647 h 1186"/>
                    <a:gd name="T34" fmla="*/ 2147483647 w 1864"/>
                    <a:gd name="T35" fmla="*/ 2147483647 h 1186"/>
                    <a:gd name="T36" fmla="*/ 2147483647 w 1864"/>
                    <a:gd name="T37" fmla="*/ 2147483647 h 1186"/>
                    <a:gd name="T38" fmla="*/ 2147483647 w 1864"/>
                    <a:gd name="T39" fmla="*/ 2147483647 h 1186"/>
                    <a:gd name="T40" fmla="*/ 2147483647 w 1864"/>
                    <a:gd name="T41" fmla="*/ 2147483647 h 1186"/>
                    <a:gd name="T42" fmla="*/ 2147483647 w 1864"/>
                    <a:gd name="T43" fmla="*/ 2147483647 h 1186"/>
                    <a:gd name="T44" fmla="*/ 2147483647 w 1864"/>
                    <a:gd name="T45" fmla="*/ 2147483647 h 1186"/>
                    <a:gd name="T46" fmla="*/ 2147483647 w 1864"/>
                    <a:gd name="T47" fmla="*/ 2147483647 h 1186"/>
                    <a:gd name="T48" fmla="*/ 2147483647 w 1864"/>
                    <a:gd name="T49" fmla="*/ 2147483647 h 1186"/>
                    <a:gd name="T50" fmla="*/ 2147483647 w 1864"/>
                    <a:gd name="T51" fmla="*/ 2147483647 h 1186"/>
                    <a:gd name="T52" fmla="*/ 2147483647 w 1864"/>
                    <a:gd name="T53" fmla="*/ 2147483647 h 1186"/>
                    <a:gd name="T54" fmla="*/ 2147483647 w 1864"/>
                    <a:gd name="T55" fmla="*/ 2147483647 h 1186"/>
                    <a:gd name="T56" fmla="*/ 2147483647 w 1864"/>
                    <a:gd name="T57" fmla="*/ 2147483647 h 1186"/>
                    <a:gd name="T58" fmla="*/ 2147483647 w 1864"/>
                    <a:gd name="T59" fmla="*/ 2147483647 h 1186"/>
                    <a:gd name="T60" fmla="*/ 2147483647 w 1864"/>
                    <a:gd name="T61" fmla="*/ 2147483647 h 1186"/>
                    <a:gd name="T62" fmla="*/ 2147483647 w 1864"/>
                    <a:gd name="T63" fmla="*/ 2147483647 h 1186"/>
                    <a:gd name="T64" fmla="*/ 2147483647 w 1864"/>
                    <a:gd name="T65" fmla="*/ 2147483647 h 1186"/>
                    <a:gd name="T66" fmla="*/ 2147483647 w 1864"/>
                    <a:gd name="T67" fmla="*/ 2147483647 h 1186"/>
                    <a:gd name="T68" fmla="*/ 2147483647 w 1864"/>
                    <a:gd name="T69" fmla="*/ 2147483647 h 1186"/>
                    <a:gd name="T70" fmla="*/ 2147483647 w 1864"/>
                    <a:gd name="T71" fmla="*/ 2147483647 h 1186"/>
                    <a:gd name="T72" fmla="*/ 2147483647 w 1864"/>
                    <a:gd name="T73" fmla="*/ 2147483647 h 1186"/>
                    <a:gd name="T74" fmla="*/ 2147483647 w 1864"/>
                    <a:gd name="T75" fmla="*/ 2147483647 h 1186"/>
                    <a:gd name="T76" fmla="*/ 2147483647 w 1864"/>
                    <a:gd name="T77" fmla="*/ 2147483647 h 1186"/>
                    <a:gd name="T78" fmla="*/ 2147483647 w 1864"/>
                    <a:gd name="T79" fmla="*/ 2147483647 h 1186"/>
                    <a:gd name="T80" fmla="*/ 2147483647 w 1864"/>
                    <a:gd name="T81" fmla="*/ 2147483647 h 1186"/>
                    <a:gd name="T82" fmla="*/ 2147483647 w 1864"/>
                    <a:gd name="T83" fmla="*/ 2147483647 h 1186"/>
                    <a:gd name="T84" fmla="*/ 2147483647 w 1864"/>
                    <a:gd name="T85" fmla="*/ 2147483647 h 1186"/>
                    <a:gd name="T86" fmla="*/ 2147483647 w 1864"/>
                    <a:gd name="T87" fmla="*/ 2147483647 h 1186"/>
                    <a:gd name="T88" fmla="*/ 2147483647 w 1864"/>
                    <a:gd name="T89" fmla="*/ 2147483647 h 1186"/>
                    <a:gd name="T90" fmla="*/ 2147483647 w 1864"/>
                    <a:gd name="T91" fmla="*/ 2147483647 h 1186"/>
                    <a:gd name="T92" fmla="*/ 2147483647 w 1864"/>
                    <a:gd name="T93" fmla="*/ 2147483647 h 1186"/>
                    <a:gd name="T94" fmla="*/ 2147483647 w 1864"/>
                    <a:gd name="T95" fmla="*/ 2147483647 h 1186"/>
                    <a:gd name="T96" fmla="*/ 2147483647 w 1864"/>
                    <a:gd name="T97" fmla="*/ 2147483647 h 1186"/>
                    <a:gd name="T98" fmla="*/ 2147483647 w 1864"/>
                    <a:gd name="T99" fmla="*/ 2147483647 h 1186"/>
                    <a:gd name="T100" fmla="*/ 2147483647 w 1864"/>
                    <a:gd name="T101" fmla="*/ 2147483647 h 1186"/>
                    <a:gd name="T102" fmla="*/ 2147483647 w 1864"/>
                    <a:gd name="T103" fmla="*/ 2147483647 h 1186"/>
                    <a:gd name="T104" fmla="*/ 2147483647 w 1864"/>
                    <a:gd name="T105" fmla="*/ 2147483647 h 1186"/>
                    <a:gd name="T106" fmla="*/ 2147483647 w 1864"/>
                    <a:gd name="T107" fmla="*/ 2147483647 h 1186"/>
                    <a:gd name="T108" fmla="*/ 2147483647 w 1864"/>
                    <a:gd name="T109" fmla="*/ 2147483647 h 1186"/>
                    <a:gd name="T110" fmla="*/ 2147483647 w 1864"/>
                    <a:gd name="T111" fmla="*/ 2147483647 h 1186"/>
                    <a:gd name="T112" fmla="*/ 2147483647 w 1864"/>
                    <a:gd name="T113" fmla="*/ 2147483647 h 1186"/>
                    <a:gd name="T114" fmla="*/ 2147483647 w 1864"/>
                    <a:gd name="T115" fmla="*/ 2147483647 h 1186"/>
                    <a:gd name="T116" fmla="*/ 0 w 1864"/>
                    <a:gd name="T117" fmla="*/ 2147483647 h 1186"/>
                    <a:gd name="T118" fmla="*/ 2147483647 w 1864"/>
                    <a:gd name="T119" fmla="*/ 2147483647 h 1186"/>
                    <a:gd name="T120" fmla="*/ 2147483647 w 1864"/>
                    <a:gd name="T121" fmla="*/ 2147483647 h 1186"/>
                    <a:gd name="T122" fmla="*/ 2147483647 w 1864"/>
                    <a:gd name="T123" fmla="*/ 2147483647 h 1186"/>
                    <a:gd name="T124" fmla="*/ 2147483647 w 1864"/>
                    <a:gd name="T125" fmla="*/ 2147483647 h 11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64"/>
                    <a:gd name="T190" fmla="*/ 0 h 1186"/>
                    <a:gd name="T191" fmla="*/ 1864 w 1864"/>
                    <a:gd name="T192" fmla="*/ 1186 h 11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64" h="1186">
                      <a:moveTo>
                        <a:pt x="105" y="81"/>
                      </a:moveTo>
                      <a:lnTo>
                        <a:pt x="192" y="81"/>
                      </a:lnTo>
                      <a:lnTo>
                        <a:pt x="238" y="21"/>
                      </a:lnTo>
                      <a:lnTo>
                        <a:pt x="264" y="0"/>
                      </a:lnTo>
                      <a:lnTo>
                        <a:pt x="291" y="3"/>
                      </a:lnTo>
                      <a:lnTo>
                        <a:pt x="306" y="18"/>
                      </a:lnTo>
                      <a:lnTo>
                        <a:pt x="345" y="18"/>
                      </a:lnTo>
                      <a:lnTo>
                        <a:pt x="363" y="45"/>
                      </a:lnTo>
                      <a:lnTo>
                        <a:pt x="408" y="45"/>
                      </a:lnTo>
                      <a:lnTo>
                        <a:pt x="423" y="24"/>
                      </a:lnTo>
                      <a:lnTo>
                        <a:pt x="477" y="21"/>
                      </a:lnTo>
                      <a:lnTo>
                        <a:pt x="501" y="39"/>
                      </a:lnTo>
                      <a:lnTo>
                        <a:pt x="513" y="60"/>
                      </a:lnTo>
                      <a:lnTo>
                        <a:pt x="547" y="60"/>
                      </a:lnTo>
                      <a:lnTo>
                        <a:pt x="583" y="81"/>
                      </a:lnTo>
                      <a:lnTo>
                        <a:pt x="636" y="81"/>
                      </a:lnTo>
                      <a:lnTo>
                        <a:pt x="666" y="66"/>
                      </a:lnTo>
                      <a:lnTo>
                        <a:pt x="687" y="63"/>
                      </a:lnTo>
                      <a:lnTo>
                        <a:pt x="705" y="75"/>
                      </a:lnTo>
                      <a:lnTo>
                        <a:pt x="739" y="73"/>
                      </a:lnTo>
                      <a:lnTo>
                        <a:pt x="795" y="30"/>
                      </a:lnTo>
                      <a:lnTo>
                        <a:pt x="897" y="22"/>
                      </a:lnTo>
                      <a:lnTo>
                        <a:pt x="904" y="33"/>
                      </a:lnTo>
                      <a:lnTo>
                        <a:pt x="979" y="33"/>
                      </a:lnTo>
                      <a:lnTo>
                        <a:pt x="1089" y="93"/>
                      </a:lnTo>
                      <a:lnTo>
                        <a:pt x="1089" y="102"/>
                      </a:lnTo>
                      <a:lnTo>
                        <a:pt x="1074" y="108"/>
                      </a:lnTo>
                      <a:lnTo>
                        <a:pt x="1065" y="111"/>
                      </a:lnTo>
                      <a:lnTo>
                        <a:pt x="1089" y="126"/>
                      </a:lnTo>
                      <a:lnTo>
                        <a:pt x="1095" y="162"/>
                      </a:lnTo>
                      <a:lnTo>
                        <a:pt x="1071" y="180"/>
                      </a:lnTo>
                      <a:lnTo>
                        <a:pt x="1059" y="192"/>
                      </a:lnTo>
                      <a:lnTo>
                        <a:pt x="1059" y="198"/>
                      </a:lnTo>
                      <a:lnTo>
                        <a:pt x="1080" y="246"/>
                      </a:lnTo>
                      <a:lnTo>
                        <a:pt x="1071" y="318"/>
                      </a:lnTo>
                      <a:lnTo>
                        <a:pt x="1059" y="324"/>
                      </a:lnTo>
                      <a:lnTo>
                        <a:pt x="1056" y="336"/>
                      </a:lnTo>
                      <a:lnTo>
                        <a:pt x="1113" y="426"/>
                      </a:lnTo>
                      <a:lnTo>
                        <a:pt x="1131" y="435"/>
                      </a:lnTo>
                      <a:lnTo>
                        <a:pt x="1182" y="438"/>
                      </a:lnTo>
                      <a:lnTo>
                        <a:pt x="1227" y="480"/>
                      </a:lnTo>
                      <a:lnTo>
                        <a:pt x="1254" y="480"/>
                      </a:lnTo>
                      <a:lnTo>
                        <a:pt x="1284" y="510"/>
                      </a:lnTo>
                      <a:lnTo>
                        <a:pt x="1314" y="510"/>
                      </a:lnTo>
                      <a:lnTo>
                        <a:pt x="1383" y="549"/>
                      </a:lnTo>
                      <a:lnTo>
                        <a:pt x="1410" y="549"/>
                      </a:lnTo>
                      <a:lnTo>
                        <a:pt x="1422" y="558"/>
                      </a:lnTo>
                      <a:lnTo>
                        <a:pt x="1443" y="558"/>
                      </a:lnTo>
                      <a:lnTo>
                        <a:pt x="1458" y="540"/>
                      </a:lnTo>
                      <a:lnTo>
                        <a:pt x="1479" y="540"/>
                      </a:lnTo>
                      <a:lnTo>
                        <a:pt x="1542" y="600"/>
                      </a:lnTo>
                      <a:lnTo>
                        <a:pt x="1551" y="624"/>
                      </a:lnTo>
                      <a:lnTo>
                        <a:pt x="1545" y="642"/>
                      </a:lnTo>
                      <a:lnTo>
                        <a:pt x="1572" y="672"/>
                      </a:lnTo>
                      <a:lnTo>
                        <a:pt x="1611" y="672"/>
                      </a:lnTo>
                      <a:lnTo>
                        <a:pt x="1611" y="642"/>
                      </a:lnTo>
                      <a:lnTo>
                        <a:pt x="1623" y="642"/>
                      </a:lnTo>
                      <a:lnTo>
                        <a:pt x="1641" y="660"/>
                      </a:lnTo>
                      <a:lnTo>
                        <a:pt x="1665" y="678"/>
                      </a:lnTo>
                      <a:lnTo>
                        <a:pt x="1668" y="642"/>
                      </a:lnTo>
                      <a:lnTo>
                        <a:pt x="1698" y="636"/>
                      </a:lnTo>
                      <a:lnTo>
                        <a:pt x="1722" y="600"/>
                      </a:lnTo>
                      <a:lnTo>
                        <a:pt x="1731" y="564"/>
                      </a:lnTo>
                      <a:lnTo>
                        <a:pt x="1746" y="582"/>
                      </a:lnTo>
                      <a:lnTo>
                        <a:pt x="1767" y="594"/>
                      </a:lnTo>
                      <a:lnTo>
                        <a:pt x="1791" y="606"/>
                      </a:lnTo>
                      <a:lnTo>
                        <a:pt x="1794" y="648"/>
                      </a:lnTo>
                      <a:lnTo>
                        <a:pt x="1809" y="648"/>
                      </a:lnTo>
                      <a:lnTo>
                        <a:pt x="1815" y="684"/>
                      </a:lnTo>
                      <a:lnTo>
                        <a:pt x="1839" y="705"/>
                      </a:lnTo>
                      <a:lnTo>
                        <a:pt x="1839" y="723"/>
                      </a:lnTo>
                      <a:lnTo>
                        <a:pt x="1827" y="732"/>
                      </a:lnTo>
                      <a:lnTo>
                        <a:pt x="1827" y="753"/>
                      </a:lnTo>
                      <a:lnTo>
                        <a:pt x="1860" y="840"/>
                      </a:lnTo>
                      <a:lnTo>
                        <a:pt x="1863" y="873"/>
                      </a:lnTo>
                      <a:lnTo>
                        <a:pt x="1854" y="879"/>
                      </a:lnTo>
                      <a:lnTo>
                        <a:pt x="1854" y="906"/>
                      </a:lnTo>
                      <a:lnTo>
                        <a:pt x="1863" y="912"/>
                      </a:lnTo>
                      <a:lnTo>
                        <a:pt x="1842" y="1002"/>
                      </a:lnTo>
                      <a:lnTo>
                        <a:pt x="1839" y="1011"/>
                      </a:lnTo>
                      <a:lnTo>
                        <a:pt x="1818" y="1002"/>
                      </a:lnTo>
                      <a:lnTo>
                        <a:pt x="1809" y="1023"/>
                      </a:lnTo>
                      <a:lnTo>
                        <a:pt x="1815" y="1044"/>
                      </a:lnTo>
                      <a:lnTo>
                        <a:pt x="1815" y="1074"/>
                      </a:lnTo>
                      <a:lnTo>
                        <a:pt x="1806" y="1083"/>
                      </a:lnTo>
                      <a:lnTo>
                        <a:pt x="1791" y="1083"/>
                      </a:lnTo>
                      <a:lnTo>
                        <a:pt x="1782" y="1068"/>
                      </a:lnTo>
                      <a:lnTo>
                        <a:pt x="1761" y="1083"/>
                      </a:lnTo>
                      <a:lnTo>
                        <a:pt x="1755" y="1089"/>
                      </a:lnTo>
                      <a:lnTo>
                        <a:pt x="1707" y="1053"/>
                      </a:lnTo>
                      <a:lnTo>
                        <a:pt x="1695" y="1050"/>
                      </a:lnTo>
                      <a:lnTo>
                        <a:pt x="1665" y="1104"/>
                      </a:lnTo>
                      <a:lnTo>
                        <a:pt x="1653" y="1113"/>
                      </a:lnTo>
                      <a:lnTo>
                        <a:pt x="1617" y="1110"/>
                      </a:lnTo>
                      <a:lnTo>
                        <a:pt x="1563" y="1071"/>
                      </a:lnTo>
                      <a:lnTo>
                        <a:pt x="1491" y="1071"/>
                      </a:lnTo>
                      <a:lnTo>
                        <a:pt x="1458" y="1098"/>
                      </a:lnTo>
                      <a:lnTo>
                        <a:pt x="1437" y="1107"/>
                      </a:lnTo>
                      <a:lnTo>
                        <a:pt x="1392" y="1107"/>
                      </a:lnTo>
                      <a:lnTo>
                        <a:pt x="1359" y="1122"/>
                      </a:lnTo>
                      <a:lnTo>
                        <a:pt x="1335" y="1152"/>
                      </a:lnTo>
                      <a:lnTo>
                        <a:pt x="1332" y="1170"/>
                      </a:lnTo>
                      <a:lnTo>
                        <a:pt x="1314" y="1185"/>
                      </a:lnTo>
                      <a:lnTo>
                        <a:pt x="1260" y="1182"/>
                      </a:lnTo>
                      <a:lnTo>
                        <a:pt x="1203" y="1176"/>
                      </a:lnTo>
                      <a:lnTo>
                        <a:pt x="1167" y="1167"/>
                      </a:lnTo>
                      <a:lnTo>
                        <a:pt x="1143" y="1158"/>
                      </a:lnTo>
                      <a:lnTo>
                        <a:pt x="1143" y="1146"/>
                      </a:lnTo>
                      <a:lnTo>
                        <a:pt x="1149" y="1098"/>
                      </a:lnTo>
                      <a:lnTo>
                        <a:pt x="1125" y="1095"/>
                      </a:lnTo>
                      <a:lnTo>
                        <a:pt x="1113" y="1080"/>
                      </a:lnTo>
                      <a:lnTo>
                        <a:pt x="1125" y="1065"/>
                      </a:lnTo>
                      <a:lnTo>
                        <a:pt x="1125" y="1044"/>
                      </a:lnTo>
                      <a:lnTo>
                        <a:pt x="1113" y="1029"/>
                      </a:lnTo>
                      <a:lnTo>
                        <a:pt x="1092" y="1029"/>
                      </a:lnTo>
                      <a:lnTo>
                        <a:pt x="1074" y="1035"/>
                      </a:lnTo>
                      <a:lnTo>
                        <a:pt x="1053" y="1044"/>
                      </a:lnTo>
                      <a:lnTo>
                        <a:pt x="1038" y="1029"/>
                      </a:lnTo>
                      <a:lnTo>
                        <a:pt x="1032" y="1017"/>
                      </a:lnTo>
                      <a:lnTo>
                        <a:pt x="993" y="996"/>
                      </a:lnTo>
                      <a:lnTo>
                        <a:pt x="975" y="996"/>
                      </a:lnTo>
                      <a:lnTo>
                        <a:pt x="951" y="978"/>
                      </a:lnTo>
                      <a:lnTo>
                        <a:pt x="927" y="978"/>
                      </a:lnTo>
                      <a:lnTo>
                        <a:pt x="906" y="990"/>
                      </a:lnTo>
                      <a:lnTo>
                        <a:pt x="885" y="1011"/>
                      </a:lnTo>
                      <a:lnTo>
                        <a:pt x="846" y="1056"/>
                      </a:lnTo>
                      <a:lnTo>
                        <a:pt x="855" y="1002"/>
                      </a:lnTo>
                      <a:lnTo>
                        <a:pt x="846" y="981"/>
                      </a:lnTo>
                      <a:lnTo>
                        <a:pt x="822" y="975"/>
                      </a:lnTo>
                      <a:lnTo>
                        <a:pt x="795" y="972"/>
                      </a:lnTo>
                      <a:lnTo>
                        <a:pt x="777" y="984"/>
                      </a:lnTo>
                      <a:lnTo>
                        <a:pt x="738" y="984"/>
                      </a:lnTo>
                      <a:lnTo>
                        <a:pt x="675" y="972"/>
                      </a:lnTo>
                      <a:lnTo>
                        <a:pt x="645" y="936"/>
                      </a:lnTo>
                      <a:lnTo>
                        <a:pt x="630" y="936"/>
                      </a:lnTo>
                      <a:lnTo>
                        <a:pt x="627" y="948"/>
                      </a:lnTo>
                      <a:lnTo>
                        <a:pt x="603" y="948"/>
                      </a:lnTo>
                      <a:lnTo>
                        <a:pt x="597" y="924"/>
                      </a:lnTo>
                      <a:lnTo>
                        <a:pt x="573" y="936"/>
                      </a:lnTo>
                      <a:lnTo>
                        <a:pt x="564" y="906"/>
                      </a:lnTo>
                      <a:lnTo>
                        <a:pt x="552" y="894"/>
                      </a:lnTo>
                      <a:lnTo>
                        <a:pt x="513" y="894"/>
                      </a:lnTo>
                      <a:lnTo>
                        <a:pt x="507" y="882"/>
                      </a:lnTo>
                      <a:lnTo>
                        <a:pt x="519" y="870"/>
                      </a:lnTo>
                      <a:lnTo>
                        <a:pt x="519" y="858"/>
                      </a:lnTo>
                      <a:lnTo>
                        <a:pt x="507" y="852"/>
                      </a:lnTo>
                      <a:lnTo>
                        <a:pt x="489" y="861"/>
                      </a:lnTo>
                      <a:lnTo>
                        <a:pt x="429" y="804"/>
                      </a:lnTo>
                      <a:lnTo>
                        <a:pt x="438" y="768"/>
                      </a:lnTo>
                      <a:lnTo>
                        <a:pt x="423" y="750"/>
                      </a:lnTo>
                      <a:lnTo>
                        <a:pt x="381" y="756"/>
                      </a:lnTo>
                      <a:lnTo>
                        <a:pt x="372" y="720"/>
                      </a:lnTo>
                      <a:lnTo>
                        <a:pt x="357" y="702"/>
                      </a:lnTo>
                      <a:lnTo>
                        <a:pt x="333" y="699"/>
                      </a:lnTo>
                      <a:lnTo>
                        <a:pt x="315" y="672"/>
                      </a:lnTo>
                      <a:lnTo>
                        <a:pt x="315" y="654"/>
                      </a:lnTo>
                      <a:lnTo>
                        <a:pt x="297" y="642"/>
                      </a:lnTo>
                      <a:lnTo>
                        <a:pt x="279" y="642"/>
                      </a:lnTo>
                      <a:lnTo>
                        <a:pt x="279" y="618"/>
                      </a:lnTo>
                      <a:lnTo>
                        <a:pt x="231" y="570"/>
                      </a:lnTo>
                      <a:lnTo>
                        <a:pt x="192" y="588"/>
                      </a:lnTo>
                      <a:lnTo>
                        <a:pt x="159" y="588"/>
                      </a:lnTo>
                      <a:lnTo>
                        <a:pt x="153" y="564"/>
                      </a:lnTo>
                      <a:lnTo>
                        <a:pt x="141" y="546"/>
                      </a:lnTo>
                      <a:lnTo>
                        <a:pt x="114" y="510"/>
                      </a:lnTo>
                      <a:lnTo>
                        <a:pt x="114" y="492"/>
                      </a:lnTo>
                      <a:lnTo>
                        <a:pt x="105" y="474"/>
                      </a:lnTo>
                      <a:lnTo>
                        <a:pt x="93" y="492"/>
                      </a:lnTo>
                      <a:lnTo>
                        <a:pt x="78" y="480"/>
                      </a:lnTo>
                      <a:lnTo>
                        <a:pt x="63" y="480"/>
                      </a:lnTo>
                      <a:lnTo>
                        <a:pt x="57" y="456"/>
                      </a:lnTo>
                      <a:lnTo>
                        <a:pt x="51" y="444"/>
                      </a:lnTo>
                      <a:lnTo>
                        <a:pt x="27" y="444"/>
                      </a:lnTo>
                      <a:lnTo>
                        <a:pt x="9" y="420"/>
                      </a:lnTo>
                      <a:lnTo>
                        <a:pt x="9" y="396"/>
                      </a:lnTo>
                      <a:lnTo>
                        <a:pt x="0" y="384"/>
                      </a:lnTo>
                      <a:lnTo>
                        <a:pt x="0" y="354"/>
                      </a:lnTo>
                      <a:lnTo>
                        <a:pt x="12" y="288"/>
                      </a:lnTo>
                      <a:lnTo>
                        <a:pt x="12" y="258"/>
                      </a:lnTo>
                      <a:lnTo>
                        <a:pt x="27" y="252"/>
                      </a:lnTo>
                      <a:lnTo>
                        <a:pt x="33" y="252"/>
                      </a:lnTo>
                      <a:lnTo>
                        <a:pt x="33" y="282"/>
                      </a:lnTo>
                      <a:lnTo>
                        <a:pt x="45" y="282"/>
                      </a:lnTo>
                      <a:lnTo>
                        <a:pt x="48" y="294"/>
                      </a:lnTo>
                      <a:lnTo>
                        <a:pt x="63" y="288"/>
                      </a:lnTo>
                      <a:lnTo>
                        <a:pt x="87" y="252"/>
                      </a:lnTo>
                      <a:lnTo>
                        <a:pt x="93" y="198"/>
                      </a:lnTo>
                      <a:lnTo>
                        <a:pt x="78" y="183"/>
                      </a:lnTo>
                      <a:lnTo>
                        <a:pt x="75" y="102"/>
                      </a:lnTo>
                      <a:lnTo>
                        <a:pt x="102" y="102"/>
                      </a:lnTo>
                      <a:lnTo>
                        <a:pt x="105" y="81"/>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64" name="Freeform 13"/>
                <p:cNvSpPr/>
                <p:nvPr/>
              </p:nvSpPr>
              <p:spPr bwMode="auto">
                <a:xfrm>
                  <a:off x="4113271" y="3843094"/>
                  <a:ext cx="2669158" cy="1753983"/>
                </a:xfrm>
                <a:custGeom>
                  <a:avLst/>
                  <a:gdLst>
                    <a:gd name="T0" fmla="*/ 0 w 1177"/>
                    <a:gd name="T1" fmla="*/ 2147483647 h 923"/>
                    <a:gd name="T2" fmla="*/ 2147483647 w 1177"/>
                    <a:gd name="T3" fmla="*/ 2147483647 h 923"/>
                    <a:gd name="T4" fmla="*/ 2147483647 w 1177"/>
                    <a:gd name="T5" fmla="*/ 2147483647 h 923"/>
                    <a:gd name="T6" fmla="*/ 2147483647 w 1177"/>
                    <a:gd name="T7" fmla="*/ 2147483647 h 923"/>
                    <a:gd name="T8" fmla="*/ 2147483647 w 1177"/>
                    <a:gd name="T9" fmla="*/ 2147483647 h 923"/>
                    <a:gd name="T10" fmla="*/ 2147483647 w 1177"/>
                    <a:gd name="T11" fmla="*/ 2147483647 h 923"/>
                    <a:gd name="T12" fmla="*/ 2147483647 w 1177"/>
                    <a:gd name="T13" fmla="*/ 2147483647 h 923"/>
                    <a:gd name="T14" fmla="*/ 2147483647 w 1177"/>
                    <a:gd name="T15" fmla="*/ 2147483647 h 923"/>
                    <a:gd name="T16" fmla="*/ 2147483647 w 1177"/>
                    <a:gd name="T17" fmla="*/ 2147483647 h 923"/>
                    <a:gd name="T18" fmla="*/ 2147483647 w 1177"/>
                    <a:gd name="T19" fmla="*/ 2147483647 h 923"/>
                    <a:gd name="T20" fmla="*/ 2147483647 w 1177"/>
                    <a:gd name="T21" fmla="*/ 2147483647 h 923"/>
                    <a:gd name="T22" fmla="*/ 2147483647 w 1177"/>
                    <a:gd name="T23" fmla="*/ 2147483647 h 923"/>
                    <a:gd name="T24" fmla="*/ 2147483647 w 1177"/>
                    <a:gd name="T25" fmla="*/ 2147483647 h 923"/>
                    <a:gd name="T26" fmla="*/ 2147483647 w 1177"/>
                    <a:gd name="T27" fmla="*/ 2147483647 h 923"/>
                    <a:gd name="T28" fmla="*/ 2147483647 w 1177"/>
                    <a:gd name="T29" fmla="*/ 2147483647 h 923"/>
                    <a:gd name="T30" fmla="*/ 2147483647 w 1177"/>
                    <a:gd name="T31" fmla="*/ 2147483647 h 923"/>
                    <a:gd name="T32" fmla="*/ 2147483647 w 1177"/>
                    <a:gd name="T33" fmla="*/ 2147483647 h 923"/>
                    <a:gd name="T34" fmla="*/ 2147483647 w 1177"/>
                    <a:gd name="T35" fmla="*/ 2147483647 h 923"/>
                    <a:gd name="T36" fmla="*/ 2147483647 w 1177"/>
                    <a:gd name="T37" fmla="*/ 2147483647 h 923"/>
                    <a:gd name="T38" fmla="*/ 2147483647 w 1177"/>
                    <a:gd name="T39" fmla="*/ 2147483647 h 923"/>
                    <a:gd name="T40" fmla="*/ 2147483647 w 1177"/>
                    <a:gd name="T41" fmla="*/ 2147483647 h 923"/>
                    <a:gd name="T42" fmla="*/ 2147483647 w 1177"/>
                    <a:gd name="T43" fmla="*/ 2147483647 h 923"/>
                    <a:gd name="T44" fmla="*/ 2147483647 w 1177"/>
                    <a:gd name="T45" fmla="*/ 2147483647 h 923"/>
                    <a:gd name="T46" fmla="*/ 2147483647 w 1177"/>
                    <a:gd name="T47" fmla="*/ 2147483647 h 923"/>
                    <a:gd name="T48" fmla="*/ 2147483647 w 1177"/>
                    <a:gd name="T49" fmla="*/ 2147483647 h 923"/>
                    <a:gd name="T50" fmla="*/ 2147483647 w 1177"/>
                    <a:gd name="T51" fmla="*/ 2147483647 h 923"/>
                    <a:gd name="T52" fmla="*/ 2147483647 w 1177"/>
                    <a:gd name="T53" fmla="*/ 2147483647 h 923"/>
                    <a:gd name="T54" fmla="*/ 2147483647 w 1177"/>
                    <a:gd name="T55" fmla="*/ 2147483647 h 923"/>
                    <a:gd name="T56" fmla="*/ 2147483647 w 1177"/>
                    <a:gd name="T57" fmla="*/ 2147483647 h 923"/>
                    <a:gd name="T58" fmla="*/ 2147483647 w 1177"/>
                    <a:gd name="T59" fmla="*/ 2147483647 h 923"/>
                    <a:gd name="T60" fmla="*/ 2147483647 w 1177"/>
                    <a:gd name="T61" fmla="*/ 2147483647 h 923"/>
                    <a:gd name="T62" fmla="*/ 2147483647 w 1177"/>
                    <a:gd name="T63" fmla="*/ 2147483647 h 923"/>
                    <a:gd name="T64" fmla="*/ 2147483647 w 1177"/>
                    <a:gd name="T65" fmla="*/ 2147483647 h 923"/>
                    <a:gd name="T66" fmla="*/ 2147483647 w 1177"/>
                    <a:gd name="T67" fmla="*/ 2147483647 h 923"/>
                    <a:gd name="T68" fmla="*/ 2147483647 w 1177"/>
                    <a:gd name="T69" fmla="*/ 2147483647 h 923"/>
                    <a:gd name="T70" fmla="*/ 2147483647 w 1177"/>
                    <a:gd name="T71" fmla="*/ 2147483647 h 923"/>
                    <a:gd name="T72" fmla="*/ 2147483647 w 1177"/>
                    <a:gd name="T73" fmla="*/ 2147483647 h 923"/>
                    <a:gd name="T74" fmla="*/ 2147483647 w 1177"/>
                    <a:gd name="T75" fmla="*/ 2147483647 h 923"/>
                    <a:gd name="T76" fmla="*/ 2147483647 w 1177"/>
                    <a:gd name="T77" fmla="*/ 2147483647 h 923"/>
                    <a:gd name="T78" fmla="*/ 2147483647 w 1177"/>
                    <a:gd name="T79" fmla="*/ 2147483647 h 923"/>
                    <a:gd name="T80" fmla="*/ 2147483647 w 1177"/>
                    <a:gd name="T81" fmla="*/ 2147483647 h 923"/>
                    <a:gd name="T82" fmla="*/ 2147483647 w 1177"/>
                    <a:gd name="T83" fmla="*/ 2147483647 h 923"/>
                    <a:gd name="T84" fmla="*/ 2147483647 w 1177"/>
                    <a:gd name="T85" fmla="*/ 2147483647 h 923"/>
                    <a:gd name="T86" fmla="*/ 2147483647 w 1177"/>
                    <a:gd name="T87" fmla="*/ 2147483647 h 923"/>
                    <a:gd name="T88" fmla="*/ 2147483647 w 1177"/>
                    <a:gd name="T89" fmla="*/ 2147483647 h 923"/>
                    <a:gd name="T90" fmla="*/ 2147483647 w 1177"/>
                    <a:gd name="T91" fmla="*/ 2147483647 h 923"/>
                    <a:gd name="T92" fmla="*/ 2147483647 w 1177"/>
                    <a:gd name="T93" fmla="*/ 2147483647 h 923"/>
                    <a:gd name="T94" fmla="*/ 2147483647 w 1177"/>
                    <a:gd name="T95" fmla="*/ 2147483647 h 923"/>
                    <a:gd name="T96" fmla="*/ 2147483647 w 1177"/>
                    <a:gd name="T97" fmla="*/ 2147483647 h 923"/>
                    <a:gd name="T98" fmla="*/ 2147483647 w 1177"/>
                    <a:gd name="T99" fmla="*/ 2147483647 h 923"/>
                    <a:gd name="T100" fmla="*/ 2147483647 w 1177"/>
                    <a:gd name="T101" fmla="*/ 2147483647 h 923"/>
                    <a:gd name="T102" fmla="*/ 2147483647 w 1177"/>
                    <a:gd name="T103" fmla="*/ 2147483647 h 923"/>
                    <a:gd name="T104" fmla="*/ 2147483647 w 1177"/>
                    <a:gd name="T105" fmla="*/ 2147483647 h 923"/>
                    <a:gd name="T106" fmla="*/ 2147483647 w 1177"/>
                    <a:gd name="T107" fmla="*/ 2147483647 h 923"/>
                    <a:gd name="T108" fmla="*/ 2147483647 w 1177"/>
                    <a:gd name="T109" fmla="*/ 2147483647 h 92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177"/>
                    <a:gd name="T166" fmla="*/ 0 h 923"/>
                    <a:gd name="T167" fmla="*/ 1177 w 1177"/>
                    <a:gd name="T168" fmla="*/ 923 h 92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177" h="923">
                      <a:moveTo>
                        <a:pt x="7" y="138"/>
                      </a:moveTo>
                      <a:lnTo>
                        <a:pt x="4" y="126"/>
                      </a:lnTo>
                      <a:lnTo>
                        <a:pt x="0" y="114"/>
                      </a:lnTo>
                      <a:lnTo>
                        <a:pt x="0" y="100"/>
                      </a:lnTo>
                      <a:lnTo>
                        <a:pt x="24" y="86"/>
                      </a:lnTo>
                      <a:lnTo>
                        <a:pt x="24" y="58"/>
                      </a:lnTo>
                      <a:lnTo>
                        <a:pt x="8" y="46"/>
                      </a:lnTo>
                      <a:lnTo>
                        <a:pt x="8" y="28"/>
                      </a:lnTo>
                      <a:lnTo>
                        <a:pt x="18" y="18"/>
                      </a:lnTo>
                      <a:lnTo>
                        <a:pt x="48" y="18"/>
                      </a:lnTo>
                      <a:lnTo>
                        <a:pt x="62" y="10"/>
                      </a:lnTo>
                      <a:lnTo>
                        <a:pt x="76" y="10"/>
                      </a:lnTo>
                      <a:lnTo>
                        <a:pt x="124" y="46"/>
                      </a:lnTo>
                      <a:lnTo>
                        <a:pt x="134" y="58"/>
                      </a:lnTo>
                      <a:lnTo>
                        <a:pt x="132" y="86"/>
                      </a:lnTo>
                      <a:lnTo>
                        <a:pt x="166" y="130"/>
                      </a:lnTo>
                      <a:lnTo>
                        <a:pt x="188" y="150"/>
                      </a:lnTo>
                      <a:lnTo>
                        <a:pt x="208" y="166"/>
                      </a:lnTo>
                      <a:lnTo>
                        <a:pt x="232" y="146"/>
                      </a:lnTo>
                      <a:lnTo>
                        <a:pt x="236" y="140"/>
                      </a:lnTo>
                      <a:lnTo>
                        <a:pt x="246" y="140"/>
                      </a:lnTo>
                      <a:lnTo>
                        <a:pt x="252" y="146"/>
                      </a:lnTo>
                      <a:lnTo>
                        <a:pt x="252" y="162"/>
                      </a:lnTo>
                      <a:lnTo>
                        <a:pt x="272" y="162"/>
                      </a:lnTo>
                      <a:lnTo>
                        <a:pt x="284" y="170"/>
                      </a:lnTo>
                      <a:lnTo>
                        <a:pt x="290" y="190"/>
                      </a:lnTo>
                      <a:lnTo>
                        <a:pt x="293" y="189"/>
                      </a:lnTo>
                      <a:lnTo>
                        <a:pt x="304" y="194"/>
                      </a:lnTo>
                      <a:lnTo>
                        <a:pt x="308" y="174"/>
                      </a:lnTo>
                      <a:lnTo>
                        <a:pt x="316" y="166"/>
                      </a:lnTo>
                      <a:lnTo>
                        <a:pt x="326" y="174"/>
                      </a:lnTo>
                      <a:lnTo>
                        <a:pt x="340" y="174"/>
                      </a:lnTo>
                      <a:lnTo>
                        <a:pt x="348" y="166"/>
                      </a:lnTo>
                      <a:lnTo>
                        <a:pt x="352" y="154"/>
                      </a:lnTo>
                      <a:lnTo>
                        <a:pt x="352" y="118"/>
                      </a:lnTo>
                      <a:lnTo>
                        <a:pt x="362" y="114"/>
                      </a:lnTo>
                      <a:lnTo>
                        <a:pt x="384" y="110"/>
                      </a:lnTo>
                      <a:lnTo>
                        <a:pt x="392" y="118"/>
                      </a:lnTo>
                      <a:lnTo>
                        <a:pt x="406" y="82"/>
                      </a:lnTo>
                      <a:lnTo>
                        <a:pt x="412" y="70"/>
                      </a:lnTo>
                      <a:lnTo>
                        <a:pt x="418" y="102"/>
                      </a:lnTo>
                      <a:lnTo>
                        <a:pt x="426" y="102"/>
                      </a:lnTo>
                      <a:lnTo>
                        <a:pt x="434" y="94"/>
                      </a:lnTo>
                      <a:lnTo>
                        <a:pt x="469" y="93"/>
                      </a:lnTo>
                      <a:lnTo>
                        <a:pt x="476" y="74"/>
                      </a:lnTo>
                      <a:lnTo>
                        <a:pt x="456" y="54"/>
                      </a:lnTo>
                      <a:lnTo>
                        <a:pt x="452" y="34"/>
                      </a:lnTo>
                      <a:lnTo>
                        <a:pt x="460" y="16"/>
                      </a:lnTo>
                      <a:lnTo>
                        <a:pt x="496" y="0"/>
                      </a:lnTo>
                      <a:lnTo>
                        <a:pt x="516" y="0"/>
                      </a:lnTo>
                      <a:lnTo>
                        <a:pt x="526" y="30"/>
                      </a:lnTo>
                      <a:lnTo>
                        <a:pt x="530" y="42"/>
                      </a:lnTo>
                      <a:lnTo>
                        <a:pt x="544" y="54"/>
                      </a:lnTo>
                      <a:lnTo>
                        <a:pt x="614" y="54"/>
                      </a:lnTo>
                      <a:lnTo>
                        <a:pt x="614" y="70"/>
                      </a:lnTo>
                      <a:lnTo>
                        <a:pt x="620" y="78"/>
                      </a:lnTo>
                      <a:lnTo>
                        <a:pt x="652" y="110"/>
                      </a:lnTo>
                      <a:lnTo>
                        <a:pt x="652" y="124"/>
                      </a:lnTo>
                      <a:lnTo>
                        <a:pt x="644" y="144"/>
                      </a:lnTo>
                      <a:lnTo>
                        <a:pt x="662" y="170"/>
                      </a:lnTo>
                      <a:lnTo>
                        <a:pt x="670" y="170"/>
                      </a:lnTo>
                      <a:lnTo>
                        <a:pt x="703" y="177"/>
                      </a:lnTo>
                      <a:lnTo>
                        <a:pt x="730" y="156"/>
                      </a:lnTo>
                      <a:lnTo>
                        <a:pt x="738" y="150"/>
                      </a:lnTo>
                      <a:lnTo>
                        <a:pt x="754" y="166"/>
                      </a:lnTo>
                      <a:lnTo>
                        <a:pt x="806" y="166"/>
                      </a:lnTo>
                      <a:lnTo>
                        <a:pt x="820" y="170"/>
                      </a:lnTo>
                      <a:lnTo>
                        <a:pt x="872" y="170"/>
                      </a:lnTo>
                      <a:lnTo>
                        <a:pt x="876" y="202"/>
                      </a:lnTo>
                      <a:lnTo>
                        <a:pt x="886" y="206"/>
                      </a:lnTo>
                      <a:lnTo>
                        <a:pt x="892" y="196"/>
                      </a:lnTo>
                      <a:lnTo>
                        <a:pt x="908" y="194"/>
                      </a:lnTo>
                      <a:lnTo>
                        <a:pt x="932" y="222"/>
                      </a:lnTo>
                      <a:lnTo>
                        <a:pt x="984" y="222"/>
                      </a:lnTo>
                      <a:lnTo>
                        <a:pt x="1010" y="222"/>
                      </a:lnTo>
                      <a:lnTo>
                        <a:pt x="1024" y="226"/>
                      </a:lnTo>
                      <a:lnTo>
                        <a:pt x="1080" y="270"/>
                      </a:lnTo>
                      <a:lnTo>
                        <a:pt x="1096" y="278"/>
                      </a:lnTo>
                      <a:lnTo>
                        <a:pt x="1108" y="276"/>
                      </a:lnTo>
                      <a:lnTo>
                        <a:pt x="1112" y="278"/>
                      </a:lnTo>
                      <a:lnTo>
                        <a:pt x="1132" y="296"/>
                      </a:lnTo>
                      <a:lnTo>
                        <a:pt x="1152" y="296"/>
                      </a:lnTo>
                      <a:lnTo>
                        <a:pt x="1174" y="312"/>
                      </a:lnTo>
                      <a:lnTo>
                        <a:pt x="1176" y="318"/>
                      </a:lnTo>
                      <a:lnTo>
                        <a:pt x="1170" y="334"/>
                      </a:lnTo>
                      <a:lnTo>
                        <a:pt x="1170" y="350"/>
                      </a:lnTo>
                      <a:lnTo>
                        <a:pt x="1176" y="362"/>
                      </a:lnTo>
                      <a:lnTo>
                        <a:pt x="1156" y="374"/>
                      </a:lnTo>
                      <a:lnTo>
                        <a:pt x="1132" y="374"/>
                      </a:lnTo>
                      <a:lnTo>
                        <a:pt x="1126" y="378"/>
                      </a:lnTo>
                      <a:lnTo>
                        <a:pt x="1126" y="392"/>
                      </a:lnTo>
                      <a:lnTo>
                        <a:pt x="1116" y="392"/>
                      </a:lnTo>
                      <a:lnTo>
                        <a:pt x="1116" y="402"/>
                      </a:lnTo>
                      <a:lnTo>
                        <a:pt x="1094" y="414"/>
                      </a:lnTo>
                      <a:lnTo>
                        <a:pt x="1038" y="414"/>
                      </a:lnTo>
                      <a:lnTo>
                        <a:pt x="1017" y="426"/>
                      </a:lnTo>
                      <a:lnTo>
                        <a:pt x="1016" y="442"/>
                      </a:lnTo>
                      <a:lnTo>
                        <a:pt x="1018" y="454"/>
                      </a:lnTo>
                      <a:lnTo>
                        <a:pt x="1024" y="454"/>
                      </a:lnTo>
                      <a:lnTo>
                        <a:pt x="1024" y="504"/>
                      </a:lnTo>
                      <a:lnTo>
                        <a:pt x="1038" y="510"/>
                      </a:lnTo>
                      <a:lnTo>
                        <a:pt x="1036" y="516"/>
                      </a:lnTo>
                      <a:lnTo>
                        <a:pt x="1072" y="528"/>
                      </a:lnTo>
                      <a:lnTo>
                        <a:pt x="1072" y="543"/>
                      </a:lnTo>
                      <a:lnTo>
                        <a:pt x="1087" y="554"/>
                      </a:lnTo>
                      <a:lnTo>
                        <a:pt x="1086" y="573"/>
                      </a:lnTo>
                      <a:lnTo>
                        <a:pt x="1096" y="579"/>
                      </a:lnTo>
                      <a:lnTo>
                        <a:pt x="1098" y="586"/>
                      </a:lnTo>
                      <a:lnTo>
                        <a:pt x="1098" y="600"/>
                      </a:lnTo>
                      <a:lnTo>
                        <a:pt x="1104" y="610"/>
                      </a:lnTo>
                      <a:lnTo>
                        <a:pt x="1108" y="638"/>
                      </a:lnTo>
                      <a:lnTo>
                        <a:pt x="1102" y="662"/>
                      </a:lnTo>
                      <a:lnTo>
                        <a:pt x="1086" y="670"/>
                      </a:lnTo>
                      <a:lnTo>
                        <a:pt x="1064" y="674"/>
                      </a:lnTo>
                      <a:lnTo>
                        <a:pt x="1054" y="658"/>
                      </a:lnTo>
                      <a:lnTo>
                        <a:pt x="1040" y="658"/>
                      </a:lnTo>
                      <a:lnTo>
                        <a:pt x="1042" y="639"/>
                      </a:lnTo>
                      <a:lnTo>
                        <a:pt x="1016" y="610"/>
                      </a:lnTo>
                      <a:lnTo>
                        <a:pt x="1016" y="590"/>
                      </a:lnTo>
                      <a:lnTo>
                        <a:pt x="992" y="574"/>
                      </a:lnTo>
                      <a:lnTo>
                        <a:pt x="956" y="574"/>
                      </a:lnTo>
                      <a:lnTo>
                        <a:pt x="938" y="564"/>
                      </a:lnTo>
                      <a:lnTo>
                        <a:pt x="927" y="573"/>
                      </a:lnTo>
                      <a:lnTo>
                        <a:pt x="928" y="592"/>
                      </a:lnTo>
                      <a:lnTo>
                        <a:pt x="920" y="614"/>
                      </a:lnTo>
                      <a:lnTo>
                        <a:pt x="906" y="614"/>
                      </a:lnTo>
                      <a:lnTo>
                        <a:pt x="904" y="603"/>
                      </a:lnTo>
                      <a:lnTo>
                        <a:pt x="886" y="602"/>
                      </a:lnTo>
                      <a:lnTo>
                        <a:pt x="876" y="610"/>
                      </a:lnTo>
                      <a:lnTo>
                        <a:pt x="856" y="638"/>
                      </a:lnTo>
                      <a:lnTo>
                        <a:pt x="844" y="638"/>
                      </a:lnTo>
                      <a:lnTo>
                        <a:pt x="841" y="618"/>
                      </a:lnTo>
                      <a:lnTo>
                        <a:pt x="832" y="618"/>
                      </a:lnTo>
                      <a:lnTo>
                        <a:pt x="820" y="640"/>
                      </a:lnTo>
                      <a:lnTo>
                        <a:pt x="790" y="609"/>
                      </a:lnTo>
                      <a:lnTo>
                        <a:pt x="776" y="626"/>
                      </a:lnTo>
                      <a:lnTo>
                        <a:pt x="754" y="646"/>
                      </a:lnTo>
                      <a:lnTo>
                        <a:pt x="754" y="662"/>
                      </a:lnTo>
                      <a:lnTo>
                        <a:pt x="775" y="677"/>
                      </a:lnTo>
                      <a:lnTo>
                        <a:pt x="776" y="690"/>
                      </a:lnTo>
                      <a:lnTo>
                        <a:pt x="808" y="690"/>
                      </a:lnTo>
                      <a:lnTo>
                        <a:pt x="812" y="702"/>
                      </a:lnTo>
                      <a:lnTo>
                        <a:pt x="814" y="714"/>
                      </a:lnTo>
                      <a:lnTo>
                        <a:pt x="817" y="723"/>
                      </a:lnTo>
                      <a:lnTo>
                        <a:pt x="768" y="726"/>
                      </a:lnTo>
                      <a:lnTo>
                        <a:pt x="752" y="742"/>
                      </a:lnTo>
                      <a:lnTo>
                        <a:pt x="700" y="710"/>
                      </a:lnTo>
                      <a:lnTo>
                        <a:pt x="672" y="710"/>
                      </a:lnTo>
                      <a:lnTo>
                        <a:pt x="662" y="722"/>
                      </a:lnTo>
                      <a:lnTo>
                        <a:pt x="646" y="722"/>
                      </a:lnTo>
                      <a:lnTo>
                        <a:pt x="640" y="712"/>
                      </a:lnTo>
                      <a:lnTo>
                        <a:pt x="630" y="698"/>
                      </a:lnTo>
                      <a:lnTo>
                        <a:pt x="643" y="681"/>
                      </a:lnTo>
                      <a:lnTo>
                        <a:pt x="637" y="672"/>
                      </a:lnTo>
                      <a:lnTo>
                        <a:pt x="628" y="658"/>
                      </a:lnTo>
                      <a:lnTo>
                        <a:pt x="636" y="650"/>
                      </a:lnTo>
                      <a:lnTo>
                        <a:pt x="636" y="646"/>
                      </a:lnTo>
                      <a:lnTo>
                        <a:pt x="597" y="644"/>
                      </a:lnTo>
                      <a:lnTo>
                        <a:pt x="584" y="638"/>
                      </a:lnTo>
                      <a:lnTo>
                        <a:pt x="582" y="672"/>
                      </a:lnTo>
                      <a:lnTo>
                        <a:pt x="573" y="681"/>
                      </a:lnTo>
                      <a:lnTo>
                        <a:pt x="562" y="681"/>
                      </a:lnTo>
                      <a:lnTo>
                        <a:pt x="553" y="687"/>
                      </a:lnTo>
                      <a:lnTo>
                        <a:pt x="553" y="723"/>
                      </a:lnTo>
                      <a:lnTo>
                        <a:pt x="526" y="759"/>
                      </a:lnTo>
                      <a:lnTo>
                        <a:pt x="504" y="758"/>
                      </a:lnTo>
                      <a:lnTo>
                        <a:pt x="484" y="782"/>
                      </a:lnTo>
                      <a:lnTo>
                        <a:pt x="484" y="801"/>
                      </a:lnTo>
                      <a:lnTo>
                        <a:pt x="490" y="816"/>
                      </a:lnTo>
                      <a:lnTo>
                        <a:pt x="499" y="837"/>
                      </a:lnTo>
                      <a:lnTo>
                        <a:pt x="498" y="885"/>
                      </a:lnTo>
                      <a:lnTo>
                        <a:pt x="489" y="888"/>
                      </a:lnTo>
                      <a:lnTo>
                        <a:pt x="478" y="890"/>
                      </a:lnTo>
                      <a:lnTo>
                        <a:pt x="478" y="906"/>
                      </a:lnTo>
                      <a:lnTo>
                        <a:pt x="463" y="906"/>
                      </a:lnTo>
                      <a:lnTo>
                        <a:pt x="451" y="891"/>
                      </a:lnTo>
                      <a:lnTo>
                        <a:pt x="436" y="891"/>
                      </a:lnTo>
                      <a:lnTo>
                        <a:pt x="428" y="911"/>
                      </a:lnTo>
                      <a:lnTo>
                        <a:pt x="406" y="909"/>
                      </a:lnTo>
                      <a:lnTo>
                        <a:pt x="395" y="903"/>
                      </a:lnTo>
                      <a:lnTo>
                        <a:pt x="380" y="922"/>
                      </a:lnTo>
                      <a:lnTo>
                        <a:pt x="370" y="921"/>
                      </a:lnTo>
                      <a:lnTo>
                        <a:pt x="371" y="897"/>
                      </a:lnTo>
                      <a:lnTo>
                        <a:pt x="361" y="882"/>
                      </a:lnTo>
                      <a:lnTo>
                        <a:pt x="337" y="873"/>
                      </a:lnTo>
                      <a:lnTo>
                        <a:pt x="344" y="855"/>
                      </a:lnTo>
                      <a:lnTo>
                        <a:pt x="343" y="831"/>
                      </a:lnTo>
                      <a:lnTo>
                        <a:pt x="320" y="810"/>
                      </a:lnTo>
                      <a:lnTo>
                        <a:pt x="325" y="795"/>
                      </a:lnTo>
                      <a:lnTo>
                        <a:pt x="313" y="771"/>
                      </a:lnTo>
                      <a:lnTo>
                        <a:pt x="295" y="753"/>
                      </a:lnTo>
                      <a:lnTo>
                        <a:pt x="295" y="732"/>
                      </a:lnTo>
                      <a:lnTo>
                        <a:pt x="266" y="706"/>
                      </a:lnTo>
                      <a:lnTo>
                        <a:pt x="248" y="725"/>
                      </a:lnTo>
                      <a:lnTo>
                        <a:pt x="235" y="723"/>
                      </a:lnTo>
                      <a:lnTo>
                        <a:pt x="236" y="711"/>
                      </a:lnTo>
                      <a:lnTo>
                        <a:pt x="216" y="694"/>
                      </a:lnTo>
                      <a:lnTo>
                        <a:pt x="220" y="680"/>
                      </a:lnTo>
                      <a:lnTo>
                        <a:pt x="232" y="657"/>
                      </a:lnTo>
                      <a:lnTo>
                        <a:pt x="187" y="602"/>
                      </a:lnTo>
                      <a:lnTo>
                        <a:pt x="168" y="604"/>
                      </a:lnTo>
                      <a:lnTo>
                        <a:pt x="163" y="618"/>
                      </a:lnTo>
                      <a:lnTo>
                        <a:pt x="162" y="658"/>
                      </a:lnTo>
                      <a:lnTo>
                        <a:pt x="154" y="670"/>
                      </a:lnTo>
                      <a:lnTo>
                        <a:pt x="133" y="651"/>
                      </a:lnTo>
                      <a:lnTo>
                        <a:pt x="124" y="657"/>
                      </a:lnTo>
                      <a:lnTo>
                        <a:pt x="118" y="574"/>
                      </a:lnTo>
                      <a:lnTo>
                        <a:pt x="139" y="483"/>
                      </a:lnTo>
                      <a:lnTo>
                        <a:pt x="128" y="477"/>
                      </a:lnTo>
                      <a:lnTo>
                        <a:pt x="130" y="450"/>
                      </a:lnTo>
                      <a:lnTo>
                        <a:pt x="139" y="444"/>
                      </a:lnTo>
                      <a:lnTo>
                        <a:pt x="136" y="414"/>
                      </a:lnTo>
                      <a:lnTo>
                        <a:pt x="100" y="320"/>
                      </a:lnTo>
                      <a:lnTo>
                        <a:pt x="102" y="302"/>
                      </a:lnTo>
                      <a:lnTo>
                        <a:pt x="114" y="294"/>
                      </a:lnTo>
                      <a:lnTo>
                        <a:pt x="114" y="278"/>
                      </a:lnTo>
                      <a:lnTo>
                        <a:pt x="91" y="255"/>
                      </a:lnTo>
                      <a:lnTo>
                        <a:pt x="85" y="219"/>
                      </a:lnTo>
                      <a:lnTo>
                        <a:pt x="72" y="218"/>
                      </a:lnTo>
                      <a:lnTo>
                        <a:pt x="67" y="177"/>
                      </a:lnTo>
                      <a:lnTo>
                        <a:pt x="26" y="158"/>
                      </a:lnTo>
                      <a:lnTo>
                        <a:pt x="7" y="138"/>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grpSp>
          <p:sp>
            <p:nvSpPr>
              <p:cNvPr id="19460" name="Freeform 6"/>
              <p:cNvSpPr/>
              <p:nvPr/>
            </p:nvSpPr>
            <p:spPr>
              <a:xfrm>
                <a:off x="6792913" y="779463"/>
                <a:ext cx="2124075" cy="2162175"/>
              </a:xfrm>
              <a:custGeom>
                <a:avLst/>
                <a:gdLst/>
                <a:ahLst/>
                <a:cxnLst>
                  <a:cxn ang="0">
                    <a:pos x="93238" y="1313776"/>
                  </a:cxn>
                  <a:cxn ang="0">
                    <a:pos x="201044" y="1486332"/>
                  </a:cxn>
                  <a:cxn ang="0">
                    <a:pos x="320505" y="1564766"/>
                  </a:cxn>
                  <a:cxn ang="0">
                    <a:pos x="434139" y="1698105"/>
                  </a:cxn>
                  <a:cxn ang="0">
                    <a:pos x="506981" y="1835365"/>
                  </a:cxn>
                  <a:cxn ang="0">
                    <a:pos x="539031" y="1902034"/>
                  </a:cxn>
                  <a:cxn ang="0">
                    <a:pos x="673061" y="2005306"/>
                  </a:cxn>
                  <a:cxn ang="0">
                    <a:pos x="796892" y="1912492"/>
                  </a:cxn>
                  <a:cxn ang="0">
                    <a:pos x="826029" y="1856281"/>
                  </a:cxn>
                  <a:cxn ang="0">
                    <a:pos x="942576" y="1873275"/>
                  </a:cxn>
                  <a:cxn ang="0">
                    <a:pos x="903242" y="1996156"/>
                  </a:cxn>
                  <a:cxn ang="0">
                    <a:pos x="923638" y="2091584"/>
                  </a:cxn>
                  <a:cxn ang="0">
                    <a:pos x="874105" y="2143874"/>
                  </a:cxn>
                  <a:cxn ang="0">
                    <a:pos x="961515" y="2143874"/>
                  </a:cxn>
                  <a:cxn ang="0">
                    <a:pos x="1146534" y="1977854"/>
                  </a:cxn>
                  <a:cxn ang="0">
                    <a:pos x="1350492" y="1813142"/>
                  </a:cxn>
                  <a:cxn ang="0">
                    <a:pos x="1448101" y="1708563"/>
                  </a:cxn>
                  <a:cxn ang="0">
                    <a:pos x="1506374" y="1603984"/>
                  </a:cxn>
                  <a:cxn ang="0">
                    <a:pos x="1656429" y="1611827"/>
                  </a:cxn>
                  <a:cxn ang="0">
                    <a:pos x="1700134" y="1533393"/>
                  </a:cxn>
                  <a:cxn ang="0">
                    <a:pos x="1768606" y="1376524"/>
                  </a:cxn>
                  <a:cxn ang="0">
                    <a:pos x="1835620" y="1385674"/>
                  </a:cxn>
                  <a:cxn ang="0">
                    <a:pos x="1885153" y="1381753"/>
                  </a:cxn>
                  <a:cxn ang="0">
                    <a:pos x="1943427" y="1324234"/>
                  </a:cxn>
                  <a:cxn ang="0">
                    <a:pos x="1914290" y="1141221"/>
                  </a:cxn>
                  <a:cxn ang="0">
                    <a:pos x="1914290" y="1002653"/>
                  </a:cxn>
                  <a:cxn ang="0">
                    <a:pos x="2054147" y="967358"/>
                  </a:cxn>
                  <a:cxn ang="0">
                    <a:pos x="2089111" y="845784"/>
                  </a:cxn>
                  <a:cxn ang="0">
                    <a:pos x="2068715" y="627475"/>
                  </a:cxn>
                  <a:cxn ang="0">
                    <a:pos x="2089111" y="487601"/>
                  </a:cxn>
                  <a:cxn ang="0">
                    <a:pos x="2074542" y="470606"/>
                  </a:cxn>
                  <a:cxn ang="0">
                    <a:pos x="1923031" y="558191"/>
                  </a:cxn>
                  <a:cxn ang="0">
                    <a:pos x="1821052" y="627475"/>
                  </a:cxn>
                  <a:cxn ang="0">
                    <a:pos x="1685566" y="571264"/>
                  </a:cxn>
                  <a:cxn ang="0">
                    <a:pos x="1573389" y="479757"/>
                  </a:cxn>
                  <a:cxn ang="0">
                    <a:pos x="1462669" y="470606"/>
                  </a:cxn>
                  <a:cxn ang="0">
                    <a:pos x="1369431" y="466685"/>
                  </a:cxn>
                  <a:cxn ang="0">
                    <a:pos x="1252884" y="375178"/>
                  </a:cxn>
                  <a:cxn ang="0">
                    <a:pos x="1088261" y="130724"/>
                  </a:cxn>
                  <a:cxn ang="0">
                    <a:pos x="1011048" y="39217"/>
                  </a:cxn>
                  <a:cxn ang="0">
                    <a:pos x="913440" y="39217"/>
                  </a:cxn>
                  <a:cxn ang="0">
                    <a:pos x="777953" y="0"/>
                  </a:cxn>
                  <a:cxn ang="0">
                    <a:pos x="646838" y="52290"/>
                  </a:cxn>
                  <a:cxn ang="0">
                    <a:pos x="486585" y="95429"/>
                  </a:cxn>
                  <a:cxn ang="0">
                    <a:pos x="457448" y="192164"/>
                  </a:cxn>
                  <a:cxn ang="0">
                    <a:pos x="515722" y="226153"/>
                  </a:cxn>
                  <a:cxn ang="0">
                    <a:pos x="447250" y="339882"/>
                  </a:cxn>
                  <a:cxn ang="0">
                    <a:pos x="418114" y="422239"/>
                  </a:cxn>
                  <a:cxn ang="0">
                    <a:pos x="413743" y="513745"/>
                  </a:cxn>
                  <a:cxn ang="0">
                    <a:pos x="305937" y="588258"/>
                  </a:cxn>
                  <a:cxn ang="0">
                    <a:pos x="199587" y="610481"/>
                  </a:cxn>
                  <a:cxn ang="0">
                    <a:pos x="107806" y="722904"/>
                  </a:cxn>
                  <a:cxn ang="0">
                    <a:pos x="68472" y="845784"/>
                  </a:cxn>
                  <a:cxn ang="0">
                    <a:pos x="126745" y="898074"/>
                  </a:cxn>
                  <a:cxn ang="0">
                    <a:pos x="253490" y="905917"/>
                  </a:cxn>
                  <a:cxn ang="0">
                    <a:pos x="432682" y="879773"/>
                  </a:cxn>
                  <a:cxn ang="0">
                    <a:pos x="476387" y="1028798"/>
                  </a:cxn>
                  <a:cxn ang="0">
                    <a:pos x="335074" y="1062786"/>
                  </a:cxn>
                  <a:cxn ang="0">
                    <a:pos x="224354" y="1107232"/>
                  </a:cxn>
                  <a:cxn ang="0">
                    <a:pos x="170450" y="1193510"/>
                  </a:cxn>
                  <a:cxn ang="0">
                    <a:pos x="87410" y="1254950"/>
                  </a:cxn>
                </a:cxnLst>
                <a:rect l="0" t="0" r="0" b="0"/>
                <a:pathLst>
                  <a:path w="1458" h="1654">
                    <a:moveTo>
                      <a:pt x="0" y="967"/>
                    </a:moveTo>
                    <a:lnTo>
                      <a:pt x="33" y="990"/>
                    </a:lnTo>
                    <a:lnTo>
                      <a:pt x="52" y="996"/>
                    </a:lnTo>
                    <a:lnTo>
                      <a:pt x="64" y="1005"/>
                    </a:lnTo>
                    <a:lnTo>
                      <a:pt x="97" y="1037"/>
                    </a:lnTo>
                    <a:lnTo>
                      <a:pt x="107" y="1057"/>
                    </a:lnTo>
                    <a:lnTo>
                      <a:pt x="104" y="1073"/>
                    </a:lnTo>
                    <a:lnTo>
                      <a:pt x="138" y="1137"/>
                    </a:lnTo>
                    <a:lnTo>
                      <a:pt x="174" y="1140"/>
                    </a:lnTo>
                    <a:lnTo>
                      <a:pt x="196" y="1143"/>
                    </a:lnTo>
                    <a:lnTo>
                      <a:pt x="211" y="1162"/>
                    </a:lnTo>
                    <a:lnTo>
                      <a:pt x="220" y="1197"/>
                    </a:lnTo>
                    <a:lnTo>
                      <a:pt x="229" y="1215"/>
                    </a:lnTo>
                    <a:lnTo>
                      <a:pt x="258" y="1242"/>
                    </a:lnTo>
                    <a:lnTo>
                      <a:pt x="283" y="1272"/>
                    </a:lnTo>
                    <a:lnTo>
                      <a:pt x="298" y="1299"/>
                    </a:lnTo>
                    <a:lnTo>
                      <a:pt x="310" y="1320"/>
                    </a:lnTo>
                    <a:lnTo>
                      <a:pt x="319" y="1338"/>
                    </a:lnTo>
                    <a:lnTo>
                      <a:pt x="322" y="1386"/>
                    </a:lnTo>
                    <a:lnTo>
                      <a:pt x="348" y="1404"/>
                    </a:lnTo>
                    <a:lnTo>
                      <a:pt x="399" y="1401"/>
                    </a:lnTo>
                    <a:lnTo>
                      <a:pt x="411" y="1410"/>
                    </a:lnTo>
                    <a:lnTo>
                      <a:pt x="370" y="1433"/>
                    </a:lnTo>
                    <a:lnTo>
                      <a:pt x="370" y="1455"/>
                    </a:lnTo>
                    <a:lnTo>
                      <a:pt x="402" y="1476"/>
                    </a:lnTo>
                    <a:lnTo>
                      <a:pt x="445" y="1476"/>
                    </a:lnTo>
                    <a:lnTo>
                      <a:pt x="453" y="1524"/>
                    </a:lnTo>
                    <a:lnTo>
                      <a:pt x="462" y="1534"/>
                    </a:lnTo>
                    <a:lnTo>
                      <a:pt x="483" y="1539"/>
                    </a:lnTo>
                    <a:lnTo>
                      <a:pt x="510" y="1520"/>
                    </a:lnTo>
                    <a:lnTo>
                      <a:pt x="527" y="1500"/>
                    </a:lnTo>
                    <a:lnTo>
                      <a:pt x="547" y="1463"/>
                    </a:lnTo>
                    <a:lnTo>
                      <a:pt x="554" y="1463"/>
                    </a:lnTo>
                    <a:lnTo>
                      <a:pt x="560" y="1447"/>
                    </a:lnTo>
                    <a:lnTo>
                      <a:pt x="554" y="1433"/>
                    </a:lnTo>
                    <a:lnTo>
                      <a:pt x="567" y="1420"/>
                    </a:lnTo>
                    <a:lnTo>
                      <a:pt x="597" y="1413"/>
                    </a:lnTo>
                    <a:lnTo>
                      <a:pt x="620" y="1393"/>
                    </a:lnTo>
                    <a:lnTo>
                      <a:pt x="634" y="1420"/>
                    </a:lnTo>
                    <a:lnTo>
                      <a:pt x="647" y="1433"/>
                    </a:lnTo>
                    <a:lnTo>
                      <a:pt x="660" y="1440"/>
                    </a:lnTo>
                    <a:lnTo>
                      <a:pt x="660" y="1480"/>
                    </a:lnTo>
                    <a:lnTo>
                      <a:pt x="640" y="1507"/>
                    </a:lnTo>
                    <a:lnTo>
                      <a:pt x="620" y="1527"/>
                    </a:lnTo>
                    <a:lnTo>
                      <a:pt x="620" y="1567"/>
                    </a:lnTo>
                    <a:lnTo>
                      <a:pt x="607" y="1573"/>
                    </a:lnTo>
                    <a:lnTo>
                      <a:pt x="614" y="1593"/>
                    </a:lnTo>
                    <a:lnTo>
                      <a:pt x="634" y="1600"/>
                    </a:lnTo>
                    <a:lnTo>
                      <a:pt x="640" y="1607"/>
                    </a:lnTo>
                    <a:lnTo>
                      <a:pt x="627" y="1620"/>
                    </a:lnTo>
                    <a:lnTo>
                      <a:pt x="614" y="1620"/>
                    </a:lnTo>
                    <a:lnTo>
                      <a:pt x="600" y="1640"/>
                    </a:lnTo>
                    <a:lnTo>
                      <a:pt x="600" y="1653"/>
                    </a:lnTo>
                    <a:lnTo>
                      <a:pt x="624" y="1650"/>
                    </a:lnTo>
                    <a:lnTo>
                      <a:pt x="644" y="1650"/>
                    </a:lnTo>
                    <a:lnTo>
                      <a:pt x="660" y="1640"/>
                    </a:lnTo>
                    <a:lnTo>
                      <a:pt x="680" y="1607"/>
                    </a:lnTo>
                    <a:lnTo>
                      <a:pt x="690" y="1587"/>
                    </a:lnTo>
                    <a:lnTo>
                      <a:pt x="747" y="1530"/>
                    </a:lnTo>
                    <a:lnTo>
                      <a:pt x="787" y="1513"/>
                    </a:lnTo>
                    <a:lnTo>
                      <a:pt x="794" y="1500"/>
                    </a:lnTo>
                    <a:lnTo>
                      <a:pt x="834" y="1493"/>
                    </a:lnTo>
                    <a:lnTo>
                      <a:pt x="894" y="1407"/>
                    </a:lnTo>
                    <a:lnTo>
                      <a:pt x="927" y="1387"/>
                    </a:lnTo>
                    <a:lnTo>
                      <a:pt x="947" y="1353"/>
                    </a:lnTo>
                    <a:lnTo>
                      <a:pt x="967" y="1343"/>
                    </a:lnTo>
                    <a:lnTo>
                      <a:pt x="977" y="1320"/>
                    </a:lnTo>
                    <a:lnTo>
                      <a:pt x="994" y="1307"/>
                    </a:lnTo>
                    <a:lnTo>
                      <a:pt x="1004" y="1280"/>
                    </a:lnTo>
                    <a:lnTo>
                      <a:pt x="1007" y="1247"/>
                    </a:lnTo>
                    <a:lnTo>
                      <a:pt x="1027" y="1227"/>
                    </a:lnTo>
                    <a:lnTo>
                      <a:pt x="1034" y="1227"/>
                    </a:lnTo>
                    <a:lnTo>
                      <a:pt x="1047" y="1260"/>
                    </a:lnTo>
                    <a:lnTo>
                      <a:pt x="1090" y="1260"/>
                    </a:lnTo>
                    <a:lnTo>
                      <a:pt x="1127" y="1253"/>
                    </a:lnTo>
                    <a:lnTo>
                      <a:pt x="1137" y="1233"/>
                    </a:lnTo>
                    <a:lnTo>
                      <a:pt x="1140" y="1220"/>
                    </a:lnTo>
                    <a:lnTo>
                      <a:pt x="1100" y="1190"/>
                    </a:lnTo>
                    <a:lnTo>
                      <a:pt x="1114" y="1173"/>
                    </a:lnTo>
                    <a:lnTo>
                      <a:pt x="1167" y="1173"/>
                    </a:lnTo>
                    <a:lnTo>
                      <a:pt x="1194" y="1147"/>
                    </a:lnTo>
                    <a:lnTo>
                      <a:pt x="1220" y="1100"/>
                    </a:lnTo>
                    <a:lnTo>
                      <a:pt x="1220" y="1060"/>
                    </a:lnTo>
                    <a:lnTo>
                      <a:pt x="1214" y="1053"/>
                    </a:lnTo>
                    <a:lnTo>
                      <a:pt x="1234" y="1033"/>
                    </a:lnTo>
                    <a:lnTo>
                      <a:pt x="1247" y="1033"/>
                    </a:lnTo>
                    <a:lnTo>
                      <a:pt x="1260" y="1053"/>
                    </a:lnTo>
                    <a:lnTo>
                      <a:pt x="1260" y="1060"/>
                    </a:lnTo>
                    <a:lnTo>
                      <a:pt x="1280" y="1080"/>
                    </a:lnTo>
                    <a:lnTo>
                      <a:pt x="1300" y="1083"/>
                    </a:lnTo>
                    <a:lnTo>
                      <a:pt x="1310" y="1080"/>
                    </a:lnTo>
                    <a:lnTo>
                      <a:pt x="1294" y="1057"/>
                    </a:lnTo>
                    <a:lnTo>
                      <a:pt x="1280" y="1047"/>
                    </a:lnTo>
                    <a:lnTo>
                      <a:pt x="1300" y="1033"/>
                    </a:lnTo>
                    <a:lnTo>
                      <a:pt x="1324" y="1033"/>
                    </a:lnTo>
                    <a:lnTo>
                      <a:pt x="1334" y="1013"/>
                    </a:lnTo>
                    <a:lnTo>
                      <a:pt x="1334" y="960"/>
                    </a:lnTo>
                    <a:lnTo>
                      <a:pt x="1320" y="940"/>
                    </a:lnTo>
                    <a:lnTo>
                      <a:pt x="1320" y="900"/>
                    </a:lnTo>
                    <a:lnTo>
                      <a:pt x="1314" y="873"/>
                    </a:lnTo>
                    <a:lnTo>
                      <a:pt x="1300" y="847"/>
                    </a:lnTo>
                    <a:lnTo>
                      <a:pt x="1277" y="807"/>
                    </a:lnTo>
                    <a:lnTo>
                      <a:pt x="1300" y="787"/>
                    </a:lnTo>
                    <a:lnTo>
                      <a:pt x="1314" y="767"/>
                    </a:lnTo>
                    <a:lnTo>
                      <a:pt x="1320" y="747"/>
                    </a:lnTo>
                    <a:lnTo>
                      <a:pt x="1357" y="740"/>
                    </a:lnTo>
                    <a:lnTo>
                      <a:pt x="1384" y="753"/>
                    </a:lnTo>
                    <a:lnTo>
                      <a:pt x="1410" y="740"/>
                    </a:lnTo>
                    <a:lnTo>
                      <a:pt x="1400" y="720"/>
                    </a:lnTo>
                    <a:lnTo>
                      <a:pt x="1414" y="700"/>
                    </a:lnTo>
                    <a:lnTo>
                      <a:pt x="1424" y="647"/>
                    </a:lnTo>
                    <a:lnTo>
                      <a:pt x="1434" y="647"/>
                    </a:lnTo>
                    <a:lnTo>
                      <a:pt x="1434" y="527"/>
                    </a:lnTo>
                    <a:lnTo>
                      <a:pt x="1440" y="500"/>
                    </a:lnTo>
                    <a:lnTo>
                      <a:pt x="1427" y="497"/>
                    </a:lnTo>
                    <a:lnTo>
                      <a:pt x="1420" y="480"/>
                    </a:lnTo>
                    <a:lnTo>
                      <a:pt x="1437" y="460"/>
                    </a:lnTo>
                    <a:lnTo>
                      <a:pt x="1457" y="430"/>
                    </a:lnTo>
                    <a:lnTo>
                      <a:pt x="1440" y="403"/>
                    </a:lnTo>
                    <a:lnTo>
                      <a:pt x="1434" y="373"/>
                    </a:lnTo>
                    <a:lnTo>
                      <a:pt x="1447" y="367"/>
                    </a:lnTo>
                    <a:lnTo>
                      <a:pt x="1454" y="353"/>
                    </a:lnTo>
                    <a:lnTo>
                      <a:pt x="1450" y="340"/>
                    </a:lnTo>
                    <a:lnTo>
                      <a:pt x="1424" y="360"/>
                    </a:lnTo>
                    <a:lnTo>
                      <a:pt x="1420" y="367"/>
                    </a:lnTo>
                    <a:lnTo>
                      <a:pt x="1394" y="370"/>
                    </a:lnTo>
                    <a:lnTo>
                      <a:pt x="1340" y="420"/>
                    </a:lnTo>
                    <a:lnTo>
                      <a:pt x="1320" y="427"/>
                    </a:lnTo>
                    <a:lnTo>
                      <a:pt x="1300" y="443"/>
                    </a:lnTo>
                    <a:lnTo>
                      <a:pt x="1297" y="467"/>
                    </a:lnTo>
                    <a:lnTo>
                      <a:pt x="1284" y="480"/>
                    </a:lnTo>
                    <a:lnTo>
                      <a:pt x="1250" y="480"/>
                    </a:lnTo>
                    <a:lnTo>
                      <a:pt x="1237" y="493"/>
                    </a:lnTo>
                    <a:lnTo>
                      <a:pt x="1184" y="500"/>
                    </a:lnTo>
                    <a:lnTo>
                      <a:pt x="1157" y="473"/>
                    </a:lnTo>
                    <a:lnTo>
                      <a:pt x="1157" y="437"/>
                    </a:lnTo>
                    <a:lnTo>
                      <a:pt x="1144" y="420"/>
                    </a:lnTo>
                    <a:lnTo>
                      <a:pt x="1140" y="397"/>
                    </a:lnTo>
                    <a:lnTo>
                      <a:pt x="1084" y="397"/>
                    </a:lnTo>
                    <a:lnTo>
                      <a:pt x="1080" y="367"/>
                    </a:lnTo>
                    <a:lnTo>
                      <a:pt x="1064" y="350"/>
                    </a:lnTo>
                    <a:lnTo>
                      <a:pt x="1027" y="350"/>
                    </a:lnTo>
                    <a:lnTo>
                      <a:pt x="1027" y="357"/>
                    </a:lnTo>
                    <a:lnTo>
                      <a:pt x="1004" y="360"/>
                    </a:lnTo>
                    <a:lnTo>
                      <a:pt x="987" y="347"/>
                    </a:lnTo>
                    <a:lnTo>
                      <a:pt x="960" y="340"/>
                    </a:lnTo>
                    <a:lnTo>
                      <a:pt x="947" y="347"/>
                    </a:lnTo>
                    <a:lnTo>
                      <a:pt x="940" y="357"/>
                    </a:lnTo>
                    <a:lnTo>
                      <a:pt x="910" y="357"/>
                    </a:lnTo>
                    <a:lnTo>
                      <a:pt x="880" y="327"/>
                    </a:lnTo>
                    <a:lnTo>
                      <a:pt x="877" y="293"/>
                    </a:lnTo>
                    <a:lnTo>
                      <a:pt x="860" y="287"/>
                    </a:lnTo>
                    <a:lnTo>
                      <a:pt x="827" y="233"/>
                    </a:lnTo>
                    <a:lnTo>
                      <a:pt x="820" y="203"/>
                    </a:lnTo>
                    <a:lnTo>
                      <a:pt x="800" y="167"/>
                    </a:lnTo>
                    <a:lnTo>
                      <a:pt x="747" y="100"/>
                    </a:lnTo>
                    <a:lnTo>
                      <a:pt x="740" y="80"/>
                    </a:lnTo>
                    <a:lnTo>
                      <a:pt x="714" y="67"/>
                    </a:lnTo>
                    <a:lnTo>
                      <a:pt x="720" y="60"/>
                    </a:lnTo>
                    <a:lnTo>
                      <a:pt x="694" y="30"/>
                    </a:lnTo>
                    <a:lnTo>
                      <a:pt x="674" y="30"/>
                    </a:lnTo>
                    <a:lnTo>
                      <a:pt x="660" y="17"/>
                    </a:lnTo>
                    <a:lnTo>
                      <a:pt x="644" y="13"/>
                    </a:lnTo>
                    <a:lnTo>
                      <a:pt x="627" y="30"/>
                    </a:lnTo>
                    <a:lnTo>
                      <a:pt x="604" y="37"/>
                    </a:lnTo>
                    <a:lnTo>
                      <a:pt x="594" y="17"/>
                    </a:lnTo>
                    <a:lnTo>
                      <a:pt x="574" y="17"/>
                    </a:lnTo>
                    <a:lnTo>
                      <a:pt x="534" y="0"/>
                    </a:lnTo>
                    <a:lnTo>
                      <a:pt x="514" y="0"/>
                    </a:lnTo>
                    <a:lnTo>
                      <a:pt x="490" y="20"/>
                    </a:lnTo>
                    <a:lnTo>
                      <a:pt x="457" y="20"/>
                    </a:lnTo>
                    <a:lnTo>
                      <a:pt x="444" y="40"/>
                    </a:lnTo>
                    <a:lnTo>
                      <a:pt x="414" y="40"/>
                    </a:lnTo>
                    <a:lnTo>
                      <a:pt x="384" y="60"/>
                    </a:lnTo>
                    <a:lnTo>
                      <a:pt x="354" y="57"/>
                    </a:lnTo>
                    <a:lnTo>
                      <a:pt x="334" y="73"/>
                    </a:lnTo>
                    <a:lnTo>
                      <a:pt x="320" y="100"/>
                    </a:lnTo>
                    <a:lnTo>
                      <a:pt x="294" y="127"/>
                    </a:lnTo>
                    <a:lnTo>
                      <a:pt x="290" y="140"/>
                    </a:lnTo>
                    <a:lnTo>
                      <a:pt x="314" y="147"/>
                    </a:lnTo>
                    <a:lnTo>
                      <a:pt x="320" y="140"/>
                    </a:lnTo>
                    <a:lnTo>
                      <a:pt x="340" y="140"/>
                    </a:lnTo>
                    <a:lnTo>
                      <a:pt x="340" y="160"/>
                    </a:lnTo>
                    <a:lnTo>
                      <a:pt x="354" y="173"/>
                    </a:lnTo>
                    <a:lnTo>
                      <a:pt x="354" y="207"/>
                    </a:lnTo>
                    <a:lnTo>
                      <a:pt x="340" y="220"/>
                    </a:lnTo>
                    <a:lnTo>
                      <a:pt x="310" y="243"/>
                    </a:lnTo>
                    <a:lnTo>
                      <a:pt x="307" y="260"/>
                    </a:lnTo>
                    <a:lnTo>
                      <a:pt x="307" y="293"/>
                    </a:lnTo>
                    <a:lnTo>
                      <a:pt x="297" y="300"/>
                    </a:lnTo>
                    <a:lnTo>
                      <a:pt x="294" y="320"/>
                    </a:lnTo>
                    <a:lnTo>
                      <a:pt x="287" y="323"/>
                    </a:lnTo>
                    <a:lnTo>
                      <a:pt x="287" y="347"/>
                    </a:lnTo>
                    <a:lnTo>
                      <a:pt x="277" y="357"/>
                    </a:lnTo>
                    <a:lnTo>
                      <a:pt x="274" y="377"/>
                    </a:lnTo>
                    <a:lnTo>
                      <a:pt x="284" y="393"/>
                    </a:lnTo>
                    <a:lnTo>
                      <a:pt x="284" y="410"/>
                    </a:lnTo>
                    <a:lnTo>
                      <a:pt x="254" y="430"/>
                    </a:lnTo>
                    <a:lnTo>
                      <a:pt x="227" y="437"/>
                    </a:lnTo>
                    <a:lnTo>
                      <a:pt x="210" y="450"/>
                    </a:lnTo>
                    <a:lnTo>
                      <a:pt x="197" y="467"/>
                    </a:lnTo>
                    <a:lnTo>
                      <a:pt x="184" y="477"/>
                    </a:lnTo>
                    <a:lnTo>
                      <a:pt x="154" y="477"/>
                    </a:lnTo>
                    <a:lnTo>
                      <a:pt x="137" y="467"/>
                    </a:lnTo>
                    <a:lnTo>
                      <a:pt x="110" y="460"/>
                    </a:lnTo>
                    <a:lnTo>
                      <a:pt x="94" y="493"/>
                    </a:lnTo>
                    <a:lnTo>
                      <a:pt x="70" y="510"/>
                    </a:lnTo>
                    <a:lnTo>
                      <a:pt x="74" y="553"/>
                    </a:lnTo>
                    <a:lnTo>
                      <a:pt x="67" y="567"/>
                    </a:lnTo>
                    <a:lnTo>
                      <a:pt x="67" y="600"/>
                    </a:lnTo>
                    <a:lnTo>
                      <a:pt x="50" y="617"/>
                    </a:lnTo>
                    <a:lnTo>
                      <a:pt x="47" y="647"/>
                    </a:lnTo>
                    <a:lnTo>
                      <a:pt x="34" y="660"/>
                    </a:lnTo>
                    <a:lnTo>
                      <a:pt x="40" y="683"/>
                    </a:lnTo>
                    <a:lnTo>
                      <a:pt x="64" y="707"/>
                    </a:lnTo>
                    <a:lnTo>
                      <a:pt x="87" y="687"/>
                    </a:lnTo>
                    <a:lnTo>
                      <a:pt x="104" y="687"/>
                    </a:lnTo>
                    <a:lnTo>
                      <a:pt x="134" y="667"/>
                    </a:lnTo>
                    <a:lnTo>
                      <a:pt x="160" y="687"/>
                    </a:lnTo>
                    <a:lnTo>
                      <a:pt x="174" y="693"/>
                    </a:lnTo>
                    <a:lnTo>
                      <a:pt x="207" y="660"/>
                    </a:lnTo>
                    <a:lnTo>
                      <a:pt x="254" y="653"/>
                    </a:lnTo>
                    <a:lnTo>
                      <a:pt x="267" y="670"/>
                    </a:lnTo>
                    <a:lnTo>
                      <a:pt x="297" y="673"/>
                    </a:lnTo>
                    <a:lnTo>
                      <a:pt x="374" y="753"/>
                    </a:lnTo>
                    <a:lnTo>
                      <a:pt x="367" y="780"/>
                    </a:lnTo>
                    <a:lnTo>
                      <a:pt x="350" y="787"/>
                    </a:lnTo>
                    <a:lnTo>
                      <a:pt x="327" y="787"/>
                    </a:lnTo>
                    <a:lnTo>
                      <a:pt x="314" y="780"/>
                    </a:lnTo>
                    <a:lnTo>
                      <a:pt x="287" y="780"/>
                    </a:lnTo>
                    <a:lnTo>
                      <a:pt x="234" y="807"/>
                    </a:lnTo>
                    <a:lnTo>
                      <a:pt x="230" y="813"/>
                    </a:lnTo>
                    <a:lnTo>
                      <a:pt x="204" y="810"/>
                    </a:lnTo>
                    <a:lnTo>
                      <a:pt x="204" y="833"/>
                    </a:lnTo>
                    <a:lnTo>
                      <a:pt x="180" y="837"/>
                    </a:lnTo>
                    <a:lnTo>
                      <a:pt x="154" y="847"/>
                    </a:lnTo>
                    <a:lnTo>
                      <a:pt x="130" y="860"/>
                    </a:lnTo>
                    <a:lnTo>
                      <a:pt x="130" y="873"/>
                    </a:lnTo>
                    <a:lnTo>
                      <a:pt x="107" y="890"/>
                    </a:lnTo>
                    <a:lnTo>
                      <a:pt x="117" y="913"/>
                    </a:lnTo>
                    <a:lnTo>
                      <a:pt x="107" y="927"/>
                    </a:lnTo>
                    <a:lnTo>
                      <a:pt x="84" y="940"/>
                    </a:lnTo>
                    <a:lnTo>
                      <a:pt x="64" y="953"/>
                    </a:lnTo>
                    <a:lnTo>
                      <a:pt x="60" y="960"/>
                    </a:lnTo>
                    <a:lnTo>
                      <a:pt x="0" y="967"/>
                    </a:lnTo>
                  </a:path>
                </a:pathLst>
              </a:custGeom>
              <a:solidFill>
                <a:srgbClr val="66FFFF"/>
              </a:solidFill>
              <a:ln w="9525">
                <a:noFill/>
              </a:ln>
            </p:spPr>
            <p:txBody>
              <a:bodyPr/>
              <a:lstStyle/>
              <a:p>
                <a:endParaRPr lang="zh-CN" altLang="en-US">
                  <a:solidFill>
                    <a:srgbClr val="000000"/>
                  </a:solidFill>
                </a:endParaRPr>
              </a:p>
            </p:txBody>
          </p:sp>
          <p:grpSp>
            <p:nvGrpSpPr>
              <p:cNvPr id="39" name="组合 38"/>
              <p:cNvGrpSpPr/>
              <p:nvPr/>
            </p:nvGrpSpPr>
            <p:grpSpPr>
              <a:xfrm>
                <a:off x="4331415" y="1967789"/>
                <a:ext cx="3242123" cy="1646329"/>
                <a:chOff x="4242707" y="1186543"/>
                <a:chExt cx="3219450" cy="1609725"/>
              </a:xfrm>
              <a:solidFill>
                <a:srgbClr val="7030A0">
                  <a:alpha val="50000"/>
                </a:srgbClr>
              </a:solidFill>
            </p:grpSpPr>
            <p:sp>
              <p:nvSpPr>
                <p:cNvPr id="61" name="Freeform 5"/>
                <p:cNvSpPr/>
                <p:nvPr/>
              </p:nvSpPr>
              <p:spPr bwMode="auto">
                <a:xfrm>
                  <a:off x="4242707" y="1186543"/>
                  <a:ext cx="2790825" cy="1609725"/>
                </a:xfrm>
                <a:custGeom>
                  <a:avLst/>
                  <a:gdLst>
                    <a:gd name="T0" fmla="*/ 2147483647 w 1864"/>
                    <a:gd name="T1" fmla="*/ 2147483647 h 1270"/>
                    <a:gd name="T2" fmla="*/ 2147483647 w 1864"/>
                    <a:gd name="T3" fmla="*/ 2147483647 h 1270"/>
                    <a:gd name="T4" fmla="*/ 2147483647 w 1864"/>
                    <a:gd name="T5" fmla="*/ 2147483647 h 1270"/>
                    <a:gd name="T6" fmla="*/ 2147483647 w 1864"/>
                    <a:gd name="T7" fmla="*/ 2147483647 h 1270"/>
                    <a:gd name="T8" fmla="*/ 2147483647 w 1864"/>
                    <a:gd name="T9" fmla="*/ 2147483647 h 1270"/>
                    <a:gd name="T10" fmla="*/ 2147483647 w 1864"/>
                    <a:gd name="T11" fmla="*/ 2147483647 h 1270"/>
                    <a:gd name="T12" fmla="*/ 2147483647 w 1864"/>
                    <a:gd name="T13" fmla="*/ 2147483647 h 1270"/>
                    <a:gd name="T14" fmla="*/ 2147483647 w 1864"/>
                    <a:gd name="T15" fmla="*/ 2147483647 h 1270"/>
                    <a:gd name="T16" fmla="*/ 2147483647 w 1864"/>
                    <a:gd name="T17" fmla="*/ 2147483647 h 1270"/>
                    <a:gd name="T18" fmla="*/ 2147483647 w 1864"/>
                    <a:gd name="T19" fmla="*/ 2147483647 h 1270"/>
                    <a:gd name="T20" fmla="*/ 2147483647 w 1864"/>
                    <a:gd name="T21" fmla="*/ 2147483647 h 1270"/>
                    <a:gd name="T22" fmla="*/ 2147483647 w 1864"/>
                    <a:gd name="T23" fmla="*/ 2147483647 h 1270"/>
                    <a:gd name="T24" fmla="*/ 2147483647 w 1864"/>
                    <a:gd name="T25" fmla="*/ 2147483647 h 1270"/>
                    <a:gd name="T26" fmla="*/ 2147483647 w 1864"/>
                    <a:gd name="T27" fmla="*/ 2147483647 h 1270"/>
                    <a:gd name="T28" fmla="*/ 2147483647 w 1864"/>
                    <a:gd name="T29" fmla="*/ 2147483647 h 1270"/>
                    <a:gd name="T30" fmla="*/ 2147483647 w 1864"/>
                    <a:gd name="T31" fmla="*/ 2147483647 h 1270"/>
                    <a:gd name="T32" fmla="*/ 2147483647 w 1864"/>
                    <a:gd name="T33" fmla="*/ 2147483647 h 1270"/>
                    <a:gd name="T34" fmla="*/ 2147483647 w 1864"/>
                    <a:gd name="T35" fmla="*/ 2147483647 h 1270"/>
                    <a:gd name="T36" fmla="*/ 2147483647 w 1864"/>
                    <a:gd name="T37" fmla="*/ 2147483647 h 1270"/>
                    <a:gd name="T38" fmla="*/ 2147483647 w 1864"/>
                    <a:gd name="T39" fmla="*/ 2147483647 h 1270"/>
                    <a:gd name="T40" fmla="*/ 2147483647 w 1864"/>
                    <a:gd name="T41" fmla="*/ 2147483647 h 1270"/>
                    <a:gd name="T42" fmla="*/ 2147483647 w 1864"/>
                    <a:gd name="T43" fmla="*/ 2147483647 h 1270"/>
                    <a:gd name="T44" fmla="*/ 2147483647 w 1864"/>
                    <a:gd name="T45" fmla="*/ 2147483647 h 1270"/>
                    <a:gd name="T46" fmla="*/ 2147483647 w 1864"/>
                    <a:gd name="T47" fmla="*/ 2147483647 h 1270"/>
                    <a:gd name="T48" fmla="*/ 2147483647 w 1864"/>
                    <a:gd name="T49" fmla="*/ 2147483647 h 1270"/>
                    <a:gd name="T50" fmla="*/ 2147483647 w 1864"/>
                    <a:gd name="T51" fmla="*/ 2147483647 h 1270"/>
                    <a:gd name="T52" fmla="*/ 2147483647 w 1864"/>
                    <a:gd name="T53" fmla="*/ 2147483647 h 1270"/>
                    <a:gd name="T54" fmla="*/ 2147483647 w 1864"/>
                    <a:gd name="T55" fmla="*/ 2147483647 h 1270"/>
                    <a:gd name="T56" fmla="*/ 2147483647 w 1864"/>
                    <a:gd name="T57" fmla="*/ 2147483647 h 1270"/>
                    <a:gd name="T58" fmla="*/ 2147483647 w 1864"/>
                    <a:gd name="T59" fmla="*/ 2147483647 h 1270"/>
                    <a:gd name="T60" fmla="*/ 2147483647 w 1864"/>
                    <a:gd name="T61" fmla="*/ 2147483647 h 1270"/>
                    <a:gd name="T62" fmla="*/ 2147483647 w 1864"/>
                    <a:gd name="T63" fmla="*/ 2147483647 h 1270"/>
                    <a:gd name="T64" fmla="*/ 2147483647 w 1864"/>
                    <a:gd name="T65" fmla="*/ 2147483647 h 1270"/>
                    <a:gd name="T66" fmla="*/ 2147483647 w 1864"/>
                    <a:gd name="T67" fmla="*/ 2147483647 h 1270"/>
                    <a:gd name="T68" fmla="*/ 2147483647 w 1864"/>
                    <a:gd name="T69" fmla="*/ 2147483647 h 1270"/>
                    <a:gd name="T70" fmla="*/ 2147483647 w 1864"/>
                    <a:gd name="T71" fmla="*/ 2147483647 h 1270"/>
                    <a:gd name="T72" fmla="*/ 2147483647 w 1864"/>
                    <a:gd name="T73" fmla="*/ 2147483647 h 1270"/>
                    <a:gd name="T74" fmla="*/ 2147483647 w 1864"/>
                    <a:gd name="T75" fmla="*/ 2147483647 h 1270"/>
                    <a:gd name="T76" fmla="*/ 2147483647 w 1864"/>
                    <a:gd name="T77" fmla="*/ 2147483647 h 1270"/>
                    <a:gd name="T78" fmla="*/ 2147483647 w 1864"/>
                    <a:gd name="T79" fmla="*/ 2147483647 h 1270"/>
                    <a:gd name="T80" fmla="*/ 2147483647 w 1864"/>
                    <a:gd name="T81" fmla="*/ 2147483647 h 1270"/>
                    <a:gd name="T82" fmla="*/ 2147483647 w 1864"/>
                    <a:gd name="T83" fmla="*/ 2147483647 h 1270"/>
                    <a:gd name="T84" fmla="*/ 2147483647 w 1864"/>
                    <a:gd name="T85" fmla="*/ 2147483647 h 1270"/>
                    <a:gd name="T86" fmla="*/ 2147483647 w 1864"/>
                    <a:gd name="T87" fmla="*/ 2147483647 h 1270"/>
                    <a:gd name="T88" fmla="*/ 2147483647 w 1864"/>
                    <a:gd name="T89" fmla="*/ 2147483647 h 1270"/>
                    <a:gd name="T90" fmla="*/ 2147483647 w 1864"/>
                    <a:gd name="T91" fmla="*/ 2147483647 h 1270"/>
                    <a:gd name="T92" fmla="*/ 2147483647 w 1864"/>
                    <a:gd name="T93" fmla="*/ 2147483647 h 1270"/>
                    <a:gd name="T94" fmla="*/ 2147483647 w 1864"/>
                    <a:gd name="T95" fmla="*/ 2147483647 h 1270"/>
                    <a:gd name="T96" fmla="*/ 2147483647 w 1864"/>
                    <a:gd name="T97" fmla="*/ 2147483647 h 1270"/>
                    <a:gd name="T98" fmla="*/ 2147483647 w 1864"/>
                    <a:gd name="T99" fmla="*/ 2147483647 h 1270"/>
                    <a:gd name="T100" fmla="*/ 2147483647 w 1864"/>
                    <a:gd name="T101" fmla="*/ 2147483647 h 1270"/>
                    <a:gd name="T102" fmla="*/ 2147483647 w 1864"/>
                    <a:gd name="T103" fmla="*/ 2147483647 h 1270"/>
                    <a:gd name="T104" fmla="*/ 2147483647 w 1864"/>
                    <a:gd name="T105" fmla="*/ 2147483647 h 1270"/>
                    <a:gd name="T106" fmla="*/ 2147483647 w 1864"/>
                    <a:gd name="T107" fmla="*/ 2147483647 h 1270"/>
                    <a:gd name="T108" fmla="*/ 2147483647 w 1864"/>
                    <a:gd name="T109" fmla="*/ 2147483647 h 1270"/>
                    <a:gd name="T110" fmla="*/ 2147483647 w 1864"/>
                    <a:gd name="T111" fmla="*/ 2147483647 h 1270"/>
                    <a:gd name="T112" fmla="*/ 2147483647 w 1864"/>
                    <a:gd name="T113" fmla="*/ 2147483647 h 1270"/>
                    <a:gd name="T114" fmla="*/ 2147483647 w 1864"/>
                    <a:gd name="T115" fmla="*/ 2147483647 h 1270"/>
                    <a:gd name="T116" fmla="*/ 2147483647 w 1864"/>
                    <a:gd name="T117" fmla="*/ 2147483647 h 1270"/>
                    <a:gd name="T118" fmla="*/ 2147483647 w 1864"/>
                    <a:gd name="T119" fmla="*/ 2147483647 h 1270"/>
                    <a:gd name="T120" fmla="*/ 2147483647 w 1864"/>
                    <a:gd name="T121" fmla="*/ 2147483647 h 1270"/>
                    <a:gd name="T122" fmla="*/ 2147483647 w 1864"/>
                    <a:gd name="T123" fmla="*/ 2147483647 h 1270"/>
                    <a:gd name="T124" fmla="*/ 0 w 1864"/>
                    <a:gd name="T125" fmla="*/ 2147483647 h 12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64"/>
                    <a:gd name="T190" fmla="*/ 0 h 1270"/>
                    <a:gd name="T191" fmla="*/ 1864 w 1864"/>
                    <a:gd name="T192" fmla="*/ 1270 h 127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64" h="1270">
                      <a:moveTo>
                        <a:pt x="0" y="321"/>
                      </a:moveTo>
                      <a:lnTo>
                        <a:pt x="6" y="345"/>
                      </a:lnTo>
                      <a:lnTo>
                        <a:pt x="6" y="363"/>
                      </a:lnTo>
                      <a:lnTo>
                        <a:pt x="42" y="411"/>
                      </a:lnTo>
                      <a:lnTo>
                        <a:pt x="42" y="456"/>
                      </a:lnTo>
                      <a:lnTo>
                        <a:pt x="27" y="477"/>
                      </a:lnTo>
                      <a:lnTo>
                        <a:pt x="45" y="501"/>
                      </a:lnTo>
                      <a:lnTo>
                        <a:pt x="72" y="513"/>
                      </a:lnTo>
                      <a:lnTo>
                        <a:pt x="69" y="579"/>
                      </a:lnTo>
                      <a:lnTo>
                        <a:pt x="100" y="577"/>
                      </a:lnTo>
                      <a:lnTo>
                        <a:pt x="151" y="540"/>
                      </a:lnTo>
                      <a:lnTo>
                        <a:pt x="183" y="537"/>
                      </a:lnTo>
                      <a:lnTo>
                        <a:pt x="214" y="540"/>
                      </a:lnTo>
                      <a:lnTo>
                        <a:pt x="237" y="561"/>
                      </a:lnTo>
                      <a:lnTo>
                        <a:pt x="231" y="595"/>
                      </a:lnTo>
                      <a:lnTo>
                        <a:pt x="171" y="645"/>
                      </a:lnTo>
                      <a:lnTo>
                        <a:pt x="175" y="660"/>
                      </a:lnTo>
                      <a:lnTo>
                        <a:pt x="196" y="675"/>
                      </a:lnTo>
                      <a:lnTo>
                        <a:pt x="234" y="687"/>
                      </a:lnTo>
                      <a:lnTo>
                        <a:pt x="241" y="708"/>
                      </a:lnTo>
                      <a:lnTo>
                        <a:pt x="264" y="708"/>
                      </a:lnTo>
                      <a:lnTo>
                        <a:pt x="279" y="717"/>
                      </a:lnTo>
                      <a:lnTo>
                        <a:pt x="279" y="750"/>
                      </a:lnTo>
                      <a:lnTo>
                        <a:pt x="270" y="759"/>
                      </a:lnTo>
                      <a:lnTo>
                        <a:pt x="274" y="777"/>
                      </a:lnTo>
                      <a:lnTo>
                        <a:pt x="339" y="813"/>
                      </a:lnTo>
                      <a:lnTo>
                        <a:pt x="363" y="807"/>
                      </a:lnTo>
                      <a:lnTo>
                        <a:pt x="369" y="792"/>
                      </a:lnTo>
                      <a:lnTo>
                        <a:pt x="355" y="751"/>
                      </a:lnTo>
                      <a:lnTo>
                        <a:pt x="387" y="747"/>
                      </a:lnTo>
                      <a:lnTo>
                        <a:pt x="417" y="741"/>
                      </a:lnTo>
                      <a:lnTo>
                        <a:pt x="425" y="753"/>
                      </a:lnTo>
                      <a:lnTo>
                        <a:pt x="455" y="753"/>
                      </a:lnTo>
                      <a:lnTo>
                        <a:pt x="485" y="717"/>
                      </a:lnTo>
                      <a:lnTo>
                        <a:pt x="531" y="717"/>
                      </a:lnTo>
                      <a:lnTo>
                        <a:pt x="564" y="741"/>
                      </a:lnTo>
                      <a:lnTo>
                        <a:pt x="551" y="789"/>
                      </a:lnTo>
                      <a:lnTo>
                        <a:pt x="528" y="789"/>
                      </a:lnTo>
                      <a:lnTo>
                        <a:pt x="522" y="813"/>
                      </a:lnTo>
                      <a:lnTo>
                        <a:pt x="501" y="829"/>
                      </a:lnTo>
                      <a:lnTo>
                        <a:pt x="494" y="835"/>
                      </a:lnTo>
                      <a:lnTo>
                        <a:pt x="489" y="867"/>
                      </a:lnTo>
                      <a:lnTo>
                        <a:pt x="471" y="864"/>
                      </a:lnTo>
                      <a:lnTo>
                        <a:pt x="471" y="891"/>
                      </a:lnTo>
                      <a:lnTo>
                        <a:pt x="515" y="909"/>
                      </a:lnTo>
                      <a:lnTo>
                        <a:pt x="519" y="921"/>
                      </a:lnTo>
                      <a:lnTo>
                        <a:pt x="522" y="933"/>
                      </a:lnTo>
                      <a:lnTo>
                        <a:pt x="557" y="957"/>
                      </a:lnTo>
                      <a:lnTo>
                        <a:pt x="572" y="957"/>
                      </a:lnTo>
                      <a:lnTo>
                        <a:pt x="629" y="931"/>
                      </a:lnTo>
                      <a:lnTo>
                        <a:pt x="677" y="894"/>
                      </a:lnTo>
                      <a:lnTo>
                        <a:pt x="675" y="849"/>
                      </a:lnTo>
                      <a:lnTo>
                        <a:pt x="699" y="759"/>
                      </a:lnTo>
                      <a:lnTo>
                        <a:pt x="747" y="723"/>
                      </a:lnTo>
                      <a:lnTo>
                        <a:pt x="794" y="741"/>
                      </a:lnTo>
                      <a:lnTo>
                        <a:pt x="792" y="768"/>
                      </a:lnTo>
                      <a:lnTo>
                        <a:pt x="765" y="805"/>
                      </a:lnTo>
                      <a:lnTo>
                        <a:pt x="765" y="852"/>
                      </a:lnTo>
                      <a:lnTo>
                        <a:pt x="815" y="864"/>
                      </a:lnTo>
                      <a:lnTo>
                        <a:pt x="849" y="882"/>
                      </a:lnTo>
                      <a:lnTo>
                        <a:pt x="872" y="913"/>
                      </a:lnTo>
                      <a:lnTo>
                        <a:pt x="924" y="906"/>
                      </a:lnTo>
                      <a:lnTo>
                        <a:pt x="944" y="879"/>
                      </a:lnTo>
                      <a:lnTo>
                        <a:pt x="969" y="873"/>
                      </a:lnTo>
                      <a:lnTo>
                        <a:pt x="969" y="861"/>
                      </a:lnTo>
                      <a:lnTo>
                        <a:pt x="957" y="852"/>
                      </a:lnTo>
                      <a:lnTo>
                        <a:pt x="960" y="831"/>
                      </a:lnTo>
                      <a:lnTo>
                        <a:pt x="1050" y="720"/>
                      </a:lnTo>
                      <a:lnTo>
                        <a:pt x="1053" y="711"/>
                      </a:lnTo>
                      <a:lnTo>
                        <a:pt x="1059" y="705"/>
                      </a:lnTo>
                      <a:lnTo>
                        <a:pt x="1076" y="723"/>
                      </a:lnTo>
                      <a:lnTo>
                        <a:pt x="1101" y="717"/>
                      </a:lnTo>
                      <a:lnTo>
                        <a:pt x="1112" y="693"/>
                      </a:lnTo>
                      <a:lnTo>
                        <a:pt x="1128" y="693"/>
                      </a:lnTo>
                      <a:lnTo>
                        <a:pt x="1140" y="702"/>
                      </a:lnTo>
                      <a:lnTo>
                        <a:pt x="1143" y="738"/>
                      </a:lnTo>
                      <a:lnTo>
                        <a:pt x="1131" y="753"/>
                      </a:lnTo>
                      <a:lnTo>
                        <a:pt x="1131" y="771"/>
                      </a:lnTo>
                      <a:lnTo>
                        <a:pt x="1137" y="789"/>
                      </a:lnTo>
                      <a:lnTo>
                        <a:pt x="1127" y="804"/>
                      </a:lnTo>
                      <a:lnTo>
                        <a:pt x="1091" y="834"/>
                      </a:lnTo>
                      <a:lnTo>
                        <a:pt x="1098" y="891"/>
                      </a:lnTo>
                      <a:lnTo>
                        <a:pt x="1125" y="906"/>
                      </a:lnTo>
                      <a:lnTo>
                        <a:pt x="1110" y="933"/>
                      </a:lnTo>
                      <a:lnTo>
                        <a:pt x="1116" y="942"/>
                      </a:lnTo>
                      <a:lnTo>
                        <a:pt x="1118" y="957"/>
                      </a:lnTo>
                      <a:lnTo>
                        <a:pt x="1086" y="987"/>
                      </a:lnTo>
                      <a:lnTo>
                        <a:pt x="1089" y="1008"/>
                      </a:lnTo>
                      <a:lnTo>
                        <a:pt x="1089" y="1077"/>
                      </a:lnTo>
                      <a:lnTo>
                        <a:pt x="1106" y="1125"/>
                      </a:lnTo>
                      <a:lnTo>
                        <a:pt x="1103" y="1158"/>
                      </a:lnTo>
                      <a:lnTo>
                        <a:pt x="1077" y="1197"/>
                      </a:lnTo>
                      <a:lnTo>
                        <a:pt x="1083" y="1254"/>
                      </a:lnTo>
                      <a:lnTo>
                        <a:pt x="1092" y="1269"/>
                      </a:lnTo>
                      <a:lnTo>
                        <a:pt x="1119" y="1257"/>
                      </a:lnTo>
                      <a:lnTo>
                        <a:pt x="1134" y="1245"/>
                      </a:lnTo>
                      <a:lnTo>
                        <a:pt x="1152" y="1245"/>
                      </a:lnTo>
                      <a:lnTo>
                        <a:pt x="1251" y="1173"/>
                      </a:lnTo>
                      <a:lnTo>
                        <a:pt x="1269" y="1173"/>
                      </a:lnTo>
                      <a:lnTo>
                        <a:pt x="1281" y="1185"/>
                      </a:lnTo>
                      <a:lnTo>
                        <a:pt x="1308" y="1185"/>
                      </a:lnTo>
                      <a:lnTo>
                        <a:pt x="1308" y="1173"/>
                      </a:lnTo>
                      <a:lnTo>
                        <a:pt x="1356" y="1143"/>
                      </a:lnTo>
                      <a:lnTo>
                        <a:pt x="1368" y="1053"/>
                      </a:lnTo>
                      <a:lnTo>
                        <a:pt x="1377" y="1041"/>
                      </a:lnTo>
                      <a:lnTo>
                        <a:pt x="1413" y="1041"/>
                      </a:lnTo>
                      <a:lnTo>
                        <a:pt x="1446" y="1059"/>
                      </a:lnTo>
                      <a:lnTo>
                        <a:pt x="1467" y="1068"/>
                      </a:lnTo>
                      <a:lnTo>
                        <a:pt x="1515" y="1026"/>
                      </a:lnTo>
                      <a:lnTo>
                        <a:pt x="1515" y="1005"/>
                      </a:lnTo>
                      <a:lnTo>
                        <a:pt x="1548" y="975"/>
                      </a:lnTo>
                      <a:lnTo>
                        <a:pt x="1548" y="942"/>
                      </a:lnTo>
                      <a:lnTo>
                        <a:pt x="1563" y="915"/>
                      </a:lnTo>
                      <a:lnTo>
                        <a:pt x="1584" y="900"/>
                      </a:lnTo>
                      <a:lnTo>
                        <a:pt x="1647" y="837"/>
                      </a:lnTo>
                      <a:lnTo>
                        <a:pt x="1671" y="837"/>
                      </a:lnTo>
                      <a:lnTo>
                        <a:pt x="1710" y="789"/>
                      </a:lnTo>
                      <a:lnTo>
                        <a:pt x="1686" y="741"/>
                      </a:lnTo>
                      <a:lnTo>
                        <a:pt x="1698" y="711"/>
                      </a:lnTo>
                      <a:lnTo>
                        <a:pt x="1698" y="684"/>
                      </a:lnTo>
                      <a:lnTo>
                        <a:pt x="1722" y="681"/>
                      </a:lnTo>
                      <a:lnTo>
                        <a:pt x="1740" y="699"/>
                      </a:lnTo>
                      <a:lnTo>
                        <a:pt x="1791" y="669"/>
                      </a:lnTo>
                      <a:lnTo>
                        <a:pt x="1812" y="657"/>
                      </a:lnTo>
                      <a:lnTo>
                        <a:pt x="1821" y="603"/>
                      </a:lnTo>
                      <a:lnTo>
                        <a:pt x="1845" y="591"/>
                      </a:lnTo>
                      <a:lnTo>
                        <a:pt x="1863" y="567"/>
                      </a:lnTo>
                      <a:lnTo>
                        <a:pt x="1842" y="567"/>
                      </a:lnTo>
                      <a:lnTo>
                        <a:pt x="1830" y="555"/>
                      </a:lnTo>
                      <a:lnTo>
                        <a:pt x="1824" y="507"/>
                      </a:lnTo>
                      <a:lnTo>
                        <a:pt x="1782" y="507"/>
                      </a:lnTo>
                      <a:lnTo>
                        <a:pt x="1749" y="489"/>
                      </a:lnTo>
                      <a:lnTo>
                        <a:pt x="1749" y="465"/>
                      </a:lnTo>
                      <a:lnTo>
                        <a:pt x="1788" y="441"/>
                      </a:lnTo>
                      <a:lnTo>
                        <a:pt x="1776" y="432"/>
                      </a:lnTo>
                      <a:lnTo>
                        <a:pt x="1728" y="435"/>
                      </a:lnTo>
                      <a:lnTo>
                        <a:pt x="1701" y="417"/>
                      </a:lnTo>
                      <a:lnTo>
                        <a:pt x="1698" y="369"/>
                      </a:lnTo>
                      <a:lnTo>
                        <a:pt x="1656" y="297"/>
                      </a:lnTo>
                      <a:lnTo>
                        <a:pt x="1602" y="237"/>
                      </a:lnTo>
                      <a:lnTo>
                        <a:pt x="1587" y="189"/>
                      </a:lnTo>
                      <a:lnTo>
                        <a:pt x="1572" y="174"/>
                      </a:lnTo>
                      <a:lnTo>
                        <a:pt x="1515" y="168"/>
                      </a:lnTo>
                      <a:lnTo>
                        <a:pt x="1488" y="117"/>
                      </a:lnTo>
                      <a:lnTo>
                        <a:pt x="1479" y="72"/>
                      </a:lnTo>
                      <a:lnTo>
                        <a:pt x="1440" y="33"/>
                      </a:lnTo>
                      <a:lnTo>
                        <a:pt x="1413" y="21"/>
                      </a:lnTo>
                      <a:lnTo>
                        <a:pt x="1380" y="0"/>
                      </a:lnTo>
                      <a:lnTo>
                        <a:pt x="1362" y="9"/>
                      </a:lnTo>
                      <a:lnTo>
                        <a:pt x="1350" y="45"/>
                      </a:lnTo>
                      <a:lnTo>
                        <a:pt x="1284" y="90"/>
                      </a:lnTo>
                      <a:lnTo>
                        <a:pt x="1263" y="90"/>
                      </a:lnTo>
                      <a:lnTo>
                        <a:pt x="1212" y="57"/>
                      </a:lnTo>
                      <a:lnTo>
                        <a:pt x="1185" y="54"/>
                      </a:lnTo>
                      <a:lnTo>
                        <a:pt x="1158" y="63"/>
                      </a:lnTo>
                      <a:lnTo>
                        <a:pt x="1134" y="111"/>
                      </a:lnTo>
                      <a:lnTo>
                        <a:pt x="1134" y="144"/>
                      </a:lnTo>
                      <a:lnTo>
                        <a:pt x="1152" y="171"/>
                      </a:lnTo>
                      <a:lnTo>
                        <a:pt x="1176" y="189"/>
                      </a:lnTo>
                      <a:lnTo>
                        <a:pt x="1176" y="213"/>
                      </a:lnTo>
                      <a:lnTo>
                        <a:pt x="1152" y="219"/>
                      </a:lnTo>
                      <a:lnTo>
                        <a:pt x="1119" y="249"/>
                      </a:lnTo>
                      <a:lnTo>
                        <a:pt x="1092" y="279"/>
                      </a:lnTo>
                      <a:lnTo>
                        <a:pt x="1086" y="297"/>
                      </a:lnTo>
                      <a:lnTo>
                        <a:pt x="1056" y="327"/>
                      </a:lnTo>
                      <a:lnTo>
                        <a:pt x="1038" y="327"/>
                      </a:lnTo>
                      <a:lnTo>
                        <a:pt x="999" y="363"/>
                      </a:lnTo>
                      <a:lnTo>
                        <a:pt x="882" y="360"/>
                      </a:lnTo>
                      <a:lnTo>
                        <a:pt x="828" y="369"/>
                      </a:lnTo>
                      <a:lnTo>
                        <a:pt x="780" y="387"/>
                      </a:lnTo>
                      <a:lnTo>
                        <a:pt x="684" y="423"/>
                      </a:lnTo>
                      <a:lnTo>
                        <a:pt x="660" y="435"/>
                      </a:lnTo>
                      <a:lnTo>
                        <a:pt x="642" y="465"/>
                      </a:lnTo>
                      <a:lnTo>
                        <a:pt x="615" y="465"/>
                      </a:lnTo>
                      <a:lnTo>
                        <a:pt x="582" y="441"/>
                      </a:lnTo>
                      <a:lnTo>
                        <a:pt x="540" y="444"/>
                      </a:lnTo>
                      <a:lnTo>
                        <a:pt x="534" y="450"/>
                      </a:lnTo>
                      <a:lnTo>
                        <a:pt x="510" y="450"/>
                      </a:lnTo>
                      <a:lnTo>
                        <a:pt x="450" y="399"/>
                      </a:lnTo>
                      <a:lnTo>
                        <a:pt x="408" y="399"/>
                      </a:lnTo>
                      <a:lnTo>
                        <a:pt x="378" y="357"/>
                      </a:lnTo>
                      <a:lnTo>
                        <a:pt x="333" y="357"/>
                      </a:lnTo>
                      <a:lnTo>
                        <a:pt x="312" y="336"/>
                      </a:lnTo>
                      <a:lnTo>
                        <a:pt x="270" y="339"/>
                      </a:lnTo>
                      <a:lnTo>
                        <a:pt x="264" y="348"/>
                      </a:lnTo>
                      <a:lnTo>
                        <a:pt x="162" y="348"/>
                      </a:lnTo>
                      <a:lnTo>
                        <a:pt x="114" y="336"/>
                      </a:lnTo>
                      <a:lnTo>
                        <a:pt x="57" y="321"/>
                      </a:lnTo>
                      <a:lnTo>
                        <a:pt x="0" y="321"/>
                      </a:lnTo>
                    </a:path>
                  </a:pathLst>
                </a:custGeom>
                <a:grpFill/>
                <a:ln w="9525">
                  <a:noFill/>
                  <a:round/>
                </a:ln>
                <a:effectLst/>
              </p:spPr>
              <p:txBody>
                <a:bodyPr lIns="90671" tIns="45335" rIns="90671" bIns="4533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lnSpc>
                      <a:spcPts val="800"/>
                    </a:lnSpc>
                    <a:defRPr/>
                  </a:pPr>
                  <a:endParaRPr lang="en-US" altLang="zh-CN" sz="1200">
                    <a:solidFill>
                      <a:srgbClr val="000000"/>
                    </a:solidFill>
                    <a:latin typeface="黑体" panose="02010609060101010101" charset="-122"/>
                    <a:ea typeface="黑体" panose="02010609060101010101" charset="-122"/>
                  </a:endParaRPr>
                </a:p>
                <a:p>
                  <a:pPr rtl="0">
                    <a:lnSpc>
                      <a:spcPts val="1400"/>
                    </a:lnSpc>
                    <a:defRPr/>
                  </a:pPr>
                  <a:endParaRPr lang="zh-CN" altLang="en-US" sz="1200">
                    <a:solidFill>
                      <a:srgbClr val="000000"/>
                    </a:solidFill>
                    <a:latin typeface="黑体" panose="02010609060101010101" charset="-122"/>
                    <a:ea typeface="黑体" panose="02010609060101010101" charset="-122"/>
                  </a:endParaRPr>
                </a:p>
              </p:txBody>
            </p:sp>
            <p:sp>
              <p:nvSpPr>
                <p:cNvPr id="62" name="Freeform 7"/>
                <p:cNvSpPr/>
                <p:nvPr/>
              </p:nvSpPr>
              <p:spPr bwMode="auto">
                <a:xfrm>
                  <a:off x="6481082" y="2196193"/>
                  <a:ext cx="981075" cy="561975"/>
                </a:xfrm>
                <a:custGeom>
                  <a:avLst/>
                  <a:gdLst>
                    <a:gd name="T0" fmla="*/ 2147483647 w 651"/>
                    <a:gd name="T1" fmla="*/ 2147483647 h 448"/>
                    <a:gd name="T2" fmla="*/ 2147483647 w 651"/>
                    <a:gd name="T3" fmla="*/ 2147483647 h 448"/>
                    <a:gd name="T4" fmla="*/ 2147483647 w 651"/>
                    <a:gd name="T5" fmla="*/ 2147483647 h 448"/>
                    <a:gd name="T6" fmla="*/ 2147483647 w 651"/>
                    <a:gd name="T7" fmla="*/ 2147483647 h 448"/>
                    <a:gd name="T8" fmla="*/ 2147483647 w 651"/>
                    <a:gd name="T9" fmla="*/ 2147483647 h 448"/>
                    <a:gd name="T10" fmla="*/ 2147483647 w 651"/>
                    <a:gd name="T11" fmla="*/ 2147483647 h 448"/>
                    <a:gd name="T12" fmla="*/ 2147483647 w 651"/>
                    <a:gd name="T13" fmla="*/ 2147483647 h 448"/>
                    <a:gd name="T14" fmla="*/ 2147483647 w 651"/>
                    <a:gd name="T15" fmla="*/ 2147483647 h 448"/>
                    <a:gd name="T16" fmla="*/ 0 w 651"/>
                    <a:gd name="T17" fmla="*/ 2147483647 h 448"/>
                    <a:gd name="T18" fmla="*/ 2147483647 w 651"/>
                    <a:gd name="T19" fmla="*/ 2147483647 h 448"/>
                    <a:gd name="T20" fmla="*/ 2147483647 w 651"/>
                    <a:gd name="T21" fmla="*/ 2147483647 h 448"/>
                    <a:gd name="T22" fmla="*/ 2147483647 w 651"/>
                    <a:gd name="T23" fmla="*/ 2147483647 h 448"/>
                    <a:gd name="T24" fmla="*/ 2147483647 w 651"/>
                    <a:gd name="T25" fmla="*/ 2147483647 h 448"/>
                    <a:gd name="T26" fmla="*/ 2147483647 w 651"/>
                    <a:gd name="T27" fmla="*/ 2147483647 h 448"/>
                    <a:gd name="T28" fmla="*/ 2147483647 w 651"/>
                    <a:gd name="T29" fmla="*/ 2147483647 h 448"/>
                    <a:gd name="T30" fmla="*/ 2147483647 w 651"/>
                    <a:gd name="T31" fmla="*/ 2147483647 h 448"/>
                    <a:gd name="T32" fmla="*/ 2147483647 w 651"/>
                    <a:gd name="T33" fmla="*/ 2147483647 h 448"/>
                    <a:gd name="T34" fmla="*/ 2147483647 w 651"/>
                    <a:gd name="T35" fmla="*/ 2147483647 h 448"/>
                    <a:gd name="T36" fmla="*/ 2147483647 w 651"/>
                    <a:gd name="T37" fmla="*/ 2147483647 h 448"/>
                    <a:gd name="T38" fmla="*/ 2147483647 w 651"/>
                    <a:gd name="T39" fmla="*/ 2147483647 h 448"/>
                    <a:gd name="T40" fmla="*/ 2147483647 w 651"/>
                    <a:gd name="T41" fmla="*/ 2147483647 h 448"/>
                    <a:gd name="T42" fmla="*/ 2147483647 w 651"/>
                    <a:gd name="T43" fmla="*/ 2147483647 h 448"/>
                    <a:gd name="T44" fmla="*/ 2147483647 w 651"/>
                    <a:gd name="T45" fmla="*/ 2147483647 h 448"/>
                    <a:gd name="T46" fmla="*/ 2147483647 w 651"/>
                    <a:gd name="T47" fmla="*/ 2147483647 h 448"/>
                    <a:gd name="T48" fmla="*/ 2147483647 w 651"/>
                    <a:gd name="T49" fmla="*/ 2147483647 h 448"/>
                    <a:gd name="T50" fmla="*/ 2147483647 w 651"/>
                    <a:gd name="T51" fmla="*/ 2147483647 h 448"/>
                    <a:gd name="T52" fmla="*/ 2147483647 w 651"/>
                    <a:gd name="T53" fmla="*/ 2147483647 h 448"/>
                    <a:gd name="T54" fmla="*/ 2147483647 w 651"/>
                    <a:gd name="T55" fmla="*/ 2147483647 h 448"/>
                    <a:gd name="T56" fmla="*/ 2147483647 w 651"/>
                    <a:gd name="T57" fmla="*/ 2147483647 h 448"/>
                    <a:gd name="T58" fmla="*/ 2147483647 w 651"/>
                    <a:gd name="T59" fmla="*/ 2147483647 h 448"/>
                    <a:gd name="T60" fmla="*/ 2147483647 w 651"/>
                    <a:gd name="T61" fmla="*/ 2147483647 h 448"/>
                    <a:gd name="T62" fmla="*/ 2147483647 w 651"/>
                    <a:gd name="T63" fmla="*/ 2147483647 h 448"/>
                    <a:gd name="T64" fmla="*/ 2147483647 w 651"/>
                    <a:gd name="T65" fmla="*/ 2147483647 h 448"/>
                    <a:gd name="T66" fmla="*/ 2147483647 w 651"/>
                    <a:gd name="T67" fmla="*/ 2147483647 h 448"/>
                    <a:gd name="T68" fmla="*/ 2147483647 w 651"/>
                    <a:gd name="T69" fmla="*/ 2147483647 h 448"/>
                    <a:gd name="T70" fmla="*/ 2147483647 w 651"/>
                    <a:gd name="T71" fmla="*/ 2147483647 h 448"/>
                    <a:gd name="T72" fmla="*/ 2147483647 w 651"/>
                    <a:gd name="T73" fmla="*/ 2147483647 h 448"/>
                    <a:gd name="T74" fmla="*/ 2147483647 w 651"/>
                    <a:gd name="T75" fmla="*/ 2147483647 h 448"/>
                    <a:gd name="T76" fmla="*/ 2147483647 w 651"/>
                    <a:gd name="T77" fmla="*/ 2147483647 h 448"/>
                    <a:gd name="T78" fmla="*/ 2147483647 w 651"/>
                    <a:gd name="T79" fmla="*/ 0 h 44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51"/>
                    <a:gd name="T121" fmla="*/ 0 h 448"/>
                    <a:gd name="T122" fmla="*/ 651 w 651"/>
                    <a:gd name="T123" fmla="*/ 448 h 44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51" h="448">
                      <a:moveTo>
                        <a:pt x="220" y="0"/>
                      </a:moveTo>
                      <a:lnTo>
                        <a:pt x="185" y="46"/>
                      </a:lnTo>
                      <a:lnTo>
                        <a:pt x="161" y="46"/>
                      </a:lnTo>
                      <a:lnTo>
                        <a:pt x="79" y="125"/>
                      </a:lnTo>
                      <a:lnTo>
                        <a:pt x="60" y="150"/>
                      </a:lnTo>
                      <a:lnTo>
                        <a:pt x="64" y="184"/>
                      </a:lnTo>
                      <a:lnTo>
                        <a:pt x="27" y="213"/>
                      </a:lnTo>
                      <a:lnTo>
                        <a:pt x="27" y="237"/>
                      </a:lnTo>
                      <a:lnTo>
                        <a:pt x="43" y="260"/>
                      </a:lnTo>
                      <a:lnTo>
                        <a:pt x="40" y="273"/>
                      </a:lnTo>
                      <a:lnTo>
                        <a:pt x="50" y="287"/>
                      </a:lnTo>
                      <a:lnTo>
                        <a:pt x="73" y="283"/>
                      </a:lnTo>
                      <a:lnTo>
                        <a:pt x="67" y="293"/>
                      </a:lnTo>
                      <a:lnTo>
                        <a:pt x="43" y="307"/>
                      </a:lnTo>
                      <a:lnTo>
                        <a:pt x="40" y="327"/>
                      </a:lnTo>
                      <a:lnTo>
                        <a:pt x="27" y="347"/>
                      </a:lnTo>
                      <a:lnTo>
                        <a:pt x="0" y="360"/>
                      </a:lnTo>
                      <a:lnTo>
                        <a:pt x="0" y="383"/>
                      </a:lnTo>
                      <a:lnTo>
                        <a:pt x="7" y="400"/>
                      </a:lnTo>
                      <a:lnTo>
                        <a:pt x="40" y="400"/>
                      </a:lnTo>
                      <a:lnTo>
                        <a:pt x="60" y="427"/>
                      </a:lnTo>
                      <a:lnTo>
                        <a:pt x="127" y="433"/>
                      </a:lnTo>
                      <a:lnTo>
                        <a:pt x="147" y="393"/>
                      </a:lnTo>
                      <a:lnTo>
                        <a:pt x="160" y="387"/>
                      </a:lnTo>
                      <a:lnTo>
                        <a:pt x="193" y="393"/>
                      </a:lnTo>
                      <a:lnTo>
                        <a:pt x="220" y="447"/>
                      </a:lnTo>
                      <a:lnTo>
                        <a:pt x="237" y="427"/>
                      </a:lnTo>
                      <a:lnTo>
                        <a:pt x="263" y="427"/>
                      </a:lnTo>
                      <a:lnTo>
                        <a:pt x="287" y="410"/>
                      </a:lnTo>
                      <a:lnTo>
                        <a:pt x="320" y="410"/>
                      </a:lnTo>
                      <a:lnTo>
                        <a:pt x="347" y="380"/>
                      </a:lnTo>
                      <a:lnTo>
                        <a:pt x="350" y="360"/>
                      </a:lnTo>
                      <a:lnTo>
                        <a:pt x="370" y="340"/>
                      </a:lnTo>
                      <a:lnTo>
                        <a:pt x="407" y="340"/>
                      </a:lnTo>
                      <a:lnTo>
                        <a:pt x="427" y="300"/>
                      </a:lnTo>
                      <a:lnTo>
                        <a:pt x="430" y="277"/>
                      </a:lnTo>
                      <a:lnTo>
                        <a:pt x="450" y="273"/>
                      </a:lnTo>
                      <a:lnTo>
                        <a:pt x="460" y="263"/>
                      </a:lnTo>
                      <a:lnTo>
                        <a:pt x="460" y="230"/>
                      </a:lnTo>
                      <a:lnTo>
                        <a:pt x="473" y="213"/>
                      </a:lnTo>
                      <a:lnTo>
                        <a:pt x="500" y="217"/>
                      </a:lnTo>
                      <a:lnTo>
                        <a:pt x="507" y="160"/>
                      </a:lnTo>
                      <a:lnTo>
                        <a:pt x="533" y="147"/>
                      </a:lnTo>
                      <a:lnTo>
                        <a:pt x="570" y="113"/>
                      </a:lnTo>
                      <a:lnTo>
                        <a:pt x="583" y="113"/>
                      </a:lnTo>
                      <a:lnTo>
                        <a:pt x="600" y="93"/>
                      </a:lnTo>
                      <a:lnTo>
                        <a:pt x="620" y="100"/>
                      </a:lnTo>
                      <a:lnTo>
                        <a:pt x="633" y="100"/>
                      </a:lnTo>
                      <a:lnTo>
                        <a:pt x="647" y="87"/>
                      </a:lnTo>
                      <a:lnTo>
                        <a:pt x="647" y="80"/>
                      </a:lnTo>
                      <a:lnTo>
                        <a:pt x="637" y="73"/>
                      </a:lnTo>
                      <a:lnTo>
                        <a:pt x="643" y="43"/>
                      </a:lnTo>
                      <a:lnTo>
                        <a:pt x="647" y="40"/>
                      </a:lnTo>
                      <a:lnTo>
                        <a:pt x="650" y="27"/>
                      </a:lnTo>
                      <a:lnTo>
                        <a:pt x="633" y="27"/>
                      </a:lnTo>
                      <a:lnTo>
                        <a:pt x="623" y="33"/>
                      </a:lnTo>
                      <a:lnTo>
                        <a:pt x="607" y="20"/>
                      </a:lnTo>
                      <a:lnTo>
                        <a:pt x="587" y="33"/>
                      </a:lnTo>
                      <a:lnTo>
                        <a:pt x="543" y="40"/>
                      </a:lnTo>
                      <a:lnTo>
                        <a:pt x="493" y="13"/>
                      </a:lnTo>
                      <a:lnTo>
                        <a:pt x="467" y="20"/>
                      </a:lnTo>
                      <a:lnTo>
                        <a:pt x="447" y="33"/>
                      </a:lnTo>
                      <a:lnTo>
                        <a:pt x="433" y="60"/>
                      </a:lnTo>
                      <a:lnTo>
                        <a:pt x="413" y="67"/>
                      </a:lnTo>
                      <a:lnTo>
                        <a:pt x="413" y="93"/>
                      </a:lnTo>
                      <a:lnTo>
                        <a:pt x="393" y="100"/>
                      </a:lnTo>
                      <a:lnTo>
                        <a:pt x="387" y="113"/>
                      </a:lnTo>
                      <a:lnTo>
                        <a:pt x="367" y="113"/>
                      </a:lnTo>
                      <a:lnTo>
                        <a:pt x="340" y="100"/>
                      </a:lnTo>
                      <a:lnTo>
                        <a:pt x="327" y="87"/>
                      </a:lnTo>
                      <a:lnTo>
                        <a:pt x="340" y="63"/>
                      </a:lnTo>
                      <a:lnTo>
                        <a:pt x="340" y="40"/>
                      </a:lnTo>
                      <a:lnTo>
                        <a:pt x="327" y="13"/>
                      </a:lnTo>
                      <a:lnTo>
                        <a:pt x="310" y="7"/>
                      </a:lnTo>
                      <a:lnTo>
                        <a:pt x="293" y="13"/>
                      </a:lnTo>
                      <a:lnTo>
                        <a:pt x="280" y="7"/>
                      </a:lnTo>
                      <a:lnTo>
                        <a:pt x="267" y="7"/>
                      </a:lnTo>
                      <a:lnTo>
                        <a:pt x="253" y="20"/>
                      </a:lnTo>
                      <a:lnTo>
                        <a:pt x="243" y="7"/>
                      </a:lnTo>
                      <a:lnTo>
                        <a:pt x="220" y="0"/>
                      </a:lnTo>
                    </a:path>
                  </a:pathLst>
                </a:custGeom>
                <a:grpFill/>
                <a:ln w="9525">
                  <a:noFill/>
                  <a:round/>
                </a:ln>
                <a:effectLst/>
              </p:spPr>
              <p:txBody>
                <a:bodyPr lIns="90671" tIns="45335" rIns="90671" bIns="4533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grpSp>
          <p:grpSp>
            <p:nvGrpSpPr>
              <p:cNvPr id="40" name="Group 13"/>
              <p:cNvGrpSpPr/>
              <p:nvPr/>
            </p:nvGrpSpPr>
            <p:grpSpPr bwMode="auto">
              <a:xfrm rot="504729">
                <a:off x="6250970" y="3913203"/>
                <a:ext cx="1706766" cy="2240232"/>
                <a:chOff x="5991740" y="3082445"/>
                <a:chExt cx="798" cy="1326"/>
              </a:xfrm>
              <a:solidFill>
                <a:srgbClr val="92D050"/>
              </a:solidFill>
              <a:effectLst/>
            </p:grpSpPr>
            <p:sp>
              <p:nvSpPr>
                <p:cNvPr id="48" name="Freeform 11"/>
                <p:cNvSpPr/>
                <p:nvPr/>
              </p:nvSpPr>
              <p:spPr bwMode="auto">
                <a:xfrm>
                  <a:off x="5991922" y="3083235"/>
                  <a:ext cx="459" cy="536"/>
                </a:xfrm>
                <a:custGeom>
                  <a:avLst/>
                  <a:gdLst>
                    <a:gd name="T0" fmla="*/ 1 w 440"/>
                    <a:gd name="T1" fmla="*/ 387 h 536"/>
                    <a:gd name="T2" fmla="*/ 10 w 440"/>
                    <a:gd name="T3" fmla="*/ 369 h 536"/>
                    <a:gd name="T4" fmla="*/ 63 w 440"/>
                    <a:gd name="T5" fmla="*/ 258 h 536"/>
                    <a:gd name="T6" fmla="*/ 55 w 440"/>
                    <a:gd name="T7" fmla="*/ 229 h 536"/>
                    <a:gd name="T8" fmla="*/ 73 w 440"/>
                    <a:gd name="T9" fmla="*/ 159 h 536"/>
                    <a:gd name="T10" fmla="*/ 103 w 440"/>
                    <a:gd name="T11" fmla="*/ 130 h 536"/>
                    <a:gd name="T12" fmla="*/ 88 w 440"/>
                    <a:gd name="T13" fmla="*/ 102 h 536"/>
                    <a:gd name="T14" fmla="*/ 112 w 440"/>
                    <a:gd name="T15" fmla="*/ 72 h 536"/>
                    <a:gd name="T16" fmla="*/ 156 w 440"/>
                    <a:gd name="T17" fmla="*/ 48 h 536"/>
                    <a:gd name="T18" fmla="*/ 217 w 440"/>
                    <a:gd name="T19" fmla="*/ 3 h 536"/>
                    <a:gd name="T20" fmla="*/ 246 w 440"/>
                    <a:gd name="T21" fmla="*/ 9 h 536"/>
                    <a:gd name="T22" fmla="*/ 256 w 440"/>
                    <a:gd name="T23" fmla="*/ 45 h 536"/>
                    <a:gd name="T24" fmla="*/ 264 w 440"/>
                    <a:gd name="T25" fmla="*/ 81 h 536"/>
                    <a:gd name="T26" fmla="*/ 285 w 440"/>
                    <a:gd name="T27" fmla="*/ 93 h 536"/>
                    <a:gd name="T28" fmla="*/ 315 w 440"/>
                    <a:gd name="T29" fmla="*/ 79 h 536"/>
                    <a:gd name="T30" fmla="*/ 333 w 440"/>
                    <a:gd name="T31" fmla="*/ 67 h 536"/>
                    <a:gd name="T32" fmla="*/ 348 w 440"/>
                    <a:gd name="T33" fmla="*/ 51 h 536"/>
                    <a:gd name="T34" fmla="*/ 364 w 440"/>
                    <a:gd name="T35" fmla="*/ 84 h 536"/>
                    <a:gd name="T36" fmla="*/ 399 w 440"/>
                    <a:gd name="T37" fmla="*/ 73 h 536"/>
                    <a:gd name="T38" fmla="*/ 439 w 440"/>
                    <a:gd name="T39" fmla="*/ 99 h 536"/>
                    <a:gd name="T40" fmla="*/ 418 w 440"/>
                    <a:gd name="T41" fmla="*/ 90 h 536"/>
                    <a:gd name="T42" fmla="*/ 426 w 440"/>
                    <a:gd name="T43" fmla="*/ 111 h 536"/>
                    <a:gd name="T44" fmla="*/ 415 w 440"/>
                    <a:gd name="T45" fmla="*/ 132 h 536"/>
                    <a:gd name="T46" fmla="*/ 409 w 440"/>
                    <a:gd name="T47" fmla="*/ 144 h 536"/>
                    <a:gd name="T48" fmla="*/ 402 w 440"/>
                    <a:gd name="T49" fmla="*/ 163 h 536"/>
                    <a:gd name="T50" fmla="*/ 393 w 440"/>
                    <a:gd name="T51" fmla="*/ 159 h 536"/>
                    <a:gd name="T52" fmla="*/ 375 w 440"/>
                    <a:gd name="T53" fmla="*/ 159 h 536"/>
                    <a:gd name="T54" fmla="*/ 379 w 440"/>
                    <a:gd name="T55" fmla="*/ 186 h 536"/>
                    <a:gd name="T56" fmla="*/ 372 w 440"/>
                    <a:gd name="T57" fmla="*/ 192 h 536"/>
                    <a:gd name="T58" fmla="*/ 366 w 440"/>
                    <a:gd name="T59" fmla="*/ 226 h 536"/>
                    <a:gd name="T60" fmla="*/ 378 w 440"/>
                    <a:gd name="T61" fmla="*/ 237 h 536"/>
                    <a:gd name="T62" fmla="*/ 372 w 440"/>
                    <a:gd name="T63" fmla="*/ 255 h 536"/>
                    <a:gd name="T64" fmla="*/ 379 w 440"/>
                    <a:gd name="T65" fmla="*/ 265 h 536"/>
                    <a:gd name="T66" fmla="*/ 369 w 440"/>
                    <a:gd name="T67" fmla="*/ 273 h 536"/>
                    <a:gd name="T68" fmla="*/ 378 w 440"/>
                    <a:gd name="T69" fmla="*/ 288 h 536"/>
                    <a:gd name="T70" fmla="*/ 384 w 440"/>
                    <a:gd name="T71" fmla="*/ 309 h 536"/>
                    <a:gd name="T72" fmla="*/ 358 w 440"/>
                    <a:gd name="T73" fmla="*/ 304 h 536"/>
                    <a:gd name="T74" fmla="*/ 348 w 440"/>
                    <a:gd name="T75" fmla="*/ 297 h 536"/>
                    <a:gd name="T76" fmla="*/ 354 w 440"/>
                    <a:gd name="T77" fmla="*/ 318 h 536"/>
                    <a:gd name="T78" fmla="*/ 345 w 440"/>
                    <a:gd name="T79" fmla="*/ 337 h 536"/>
                    <a:gd name="T80" fmla="*/ 321 w 440"/>
                    <a:gd name="T81" fmla="*/ 333 h 536"/>
                    <a:gd name="T82" fmla="*/ 310 w 440"/>
                    <a:gd name="T83" fmla="*/ 342 h 536"/>
                    <a:gd name="T84" fmla="*/ 321 w 440"/>
                    <a:gd name="T85" fmla="*/ 351 h 536"/>
                    <a:gd name="T86" fmla="*/ 312 w 440"/>
                    <a:gd name="T87" fmla="*/ 375 h 536"/>
                    <a:gd name="T88" fmla="*/ 307 w 440"/>
                    <a:gd name="T89" fmla="*/ 387 h 536"/>
                    <a:gd name="T90" fmla="*/ 292 w 440"/>
                    <a:gd name="T91" fmla="*/ 400 h 536"/>
                    <a:gd name="T92" fmla="*/ 279 w 440"/>
                    <a:gd name="T93" fmla="*/ 426 h 536"/>
                    <a:gd name="T94" fmla="*/ 258 w 440"/>
                    <a:gd name="T95" fmla="*/ 420 h 536"/>
                    <a:gd name="T96" fmla="*/ 249 w 440"/>
                    <a:gd name="T97" fmla="*/ 411 h 536"/>
                    <a:gd name="T98" fmla="*/ 234 w 440"/>
                    <a:gd name="T99" fmla="*/ 417 h 536"/>
                    <a:gd name="T100" fmla="*/ 213 w 440"/>
                    <a:gd name="T101" fmla="*/ 436 h 536"/>
                    <a:gd name="T102" fmla="*/ 229 w 440"/>
                    <a:gd name="T103" fmla="*/ 447 h 536"/>
                    <a:gd name="T104" fmla="*/ 240 w 440"/>
                    <a:gd name="T105" fmla="*/ 462 h 536"/>
                    <a:gd name="T106" fmla="*/ 219 w 440"/>
                    <a:gd name="T107" fmla="*/ 486 h 536"/>
                    <a:gd name="T108" fmla="*/ 202 w 440"/>
                    <a:gd name="T109" fmla="*/ 516 h 536"/>
                    <a:gd name="T110" fmla="*/ 189 w 440"/>
                    <a:gd name="T111" fmla="*/ 495 h 536"/>
                    <a:gd name="T112" fmla="*/ 174 w 440"/>
                    <a:gd name="T113" fmla="*/ 520 h 536"/>
                    <a:gd name="T114" fmla="*/ 150 w 440"/>
                    <a:gd name="T115" fmla="*/ 531 h 536"/>
                    <a:gd name="T116" fmla="*/ 130 w 440"/>
                    <a:gd name="T117" fmla="*/ 513 h 536"/>
                    <a:gd name="T118" fmla="*/ 124 w 440"/>
                    <a:gd name="T119" fmla="*/ 456 h 536"/>
                    <a:gd name="T120" fmla="*/ 94 w 440"/>
                    <a:gd name="T121" fmla="*/ 424 h 536"/>
                    <a:gd name="T122" fmla="*/ 21 w 440"/>
                    <a:gd name="T123" fmla="*/ 402 h 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40"/>
                    <a:gd name="T187" fmla="*/ 0 h 536"/>
                    <a:gd name="T188" fmla="*/ 440 w 440"/>
                    <a:gd name="T189" fmla="*/ 536 h 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40" h="536">
                      <a:moveTo>
                        <a:pt x="21" y="402"/>
                      </a:moveTo>
                      <a:lnTo>
                        <a:pt x="1" y="387"/>
                      </a:lnTo>
                      <a:lnTo>
                        <a:pt x="0" y="376"/>
                      </a:lnTo>
                      <a:lnTo>
                        <a:pt x="10" y="369"/>
                      </a:lnTo>
                      <a:lnTo>
                        <a:pt x="7" y="318"/>
                      </a:lnTo>
                      <a:lnTo>
                        <a:pt x="63" y="258"/>
                      </a:lnTo>
                      <a:lnTo>
                        <a:pt x="63" y="240"/>
                      </a:lnTo>
                      <a:lnTo>
                        <a:pt x="55" y="229"/>
                      </a:lnTo>
                      <a:lnTo>
                        <a:pt x="54" y="174"/>
                      </a:lnTo>
                      <a:lnTo>
                        <a:pt x="73" y="159"/>
                      </a:lnTo>
                      <a:lnTo>
                        <a:pt x="88" y="156"/>
                      </a:lnTo>
                      <a:lnTo>
                        <a:pt x="103" y="130"/>
                      </a:lnTo>
                      <a:lnTo>
                        <a:pt x="103" y="117"/>
                      </a:lnTo>
                      <a:lnTo>
                        <a:pt x="88" y="102"/>
                      </a:lnTo>
                      <a:lnTo>
                        <a:pt x="88" y="84"/>
                      </a:lnTo>
                      <a:lnTo>
                        <a:pt x="112" y="72"/>
                      </a:lnTo>
                      <a:lnTo>
                        <a:pt x="123" y="54"/>
                      </a:lnTo>
                      <a:lnTo>
                        <a:pt x="156" y="48"/>
                      </a:lnTo>
                      <a:lnTo>
                        <a:pt x="192" y="33"/>
                      </a:lnTo>
                      <a:lnTo>
                        <a:pt x="217" y="3"/>
                      </a:lnTo>
                      <a:lnTo>
                        <a:pt x="240" y="0"/>
                      </a:lnTo>
                      <a:lnTo>
                        <a:pt x="246" y="9"/>
                      </a:lnTo>
                      <a:lnTo>
                        <a:pt x="243" y="36"/>
                      </a:lnTo>
                      <a:lnTo>
                        <a:pt x="256" y="45"/>
                      </a:lnTo>
                      <a:lnTo>
                        <a:pt x="264" y="58"/>
                      </a:lnTo>
                      <a:lnTo>
                        <a:pt x="264" y="81"/>
                      </a:lnTo>
                      <a:lnTo>
                        <a:pt x="273" y="88"/>
                      </a:lnTo>
                      <a:lnTo>
                        <a:pt x="285" y="93"/>
                      </a:lnTo>
                      <a:lnTo>
                        <a:pt x="303" y="93"/>
                      </a:lnTo>
                      <a:lnTo>
                        <a:pt x="315" y="79"/>
                      </a:lnTo>
                      <a:lnTo>
                        <a:pt x="321" y="81"/>
                      </a:lnTo>
                      <a:lnTo>
                        <a:pt x="333" y="67"/>
                      </a:lnTo>
                      <a:lnTo>
                        <a:pt x="337" y="52"/>
                      </a:lnTo>
                      <a:lnTo>
                        <a:pt x="348" y="51"/>
                      </a:lnTo>
                      <a:lnTo>
                        <a:pt x="357" y="67"/>
                      </a:lnTo>
                      <a:lnTo>
                        <a:pt x="364" y="84"/>
                      </a:lnTo>
                      <a:lnTo>
                        <a:pt x="378" y="84"/>
                      </a:lnTo>
                      <a:lnTo>
                        <a:pt x="399" y="73"/>
                      </a:lnTo>
                      <a:lnTo>
                        <a:pt x="411" y="72"/>
                      </a:lnTo>
                      <a:lnTo>
                        <a:pt x="439" y="99"/>
                      </a:lnTo>
                      <a:lnTo>
                        <a:pt x="435" y="103"/>
                      </a:lnTo>
                      <a:lnTo>
                        <a:pt x="418" y="90"/>
                      </a:lnTo>
                      <a:lnTo>
                        <a:pt x="408" y="96"/>
                      </a:lnTo>
                      <a:lnTo>
                        <a:pt x="426" y="111"/>
                      </a:lnTo>
                      <a:lnTo>
                        <a:pt x="418" y="126"/>
                      </a:lnTo>
                      <a:lnTo>
                        <a:pt x="415" y="132"/>
                      </a:lnTo>
                      <a:lnTo>
                        <a:pt x="399" y="132"/>
                      </a:lnTo>
                      <a:lnTo>
                        <a:pt x="409" y="144"/>
                      </a:lnTo>
                      <a:lnTo>
                        <a:pt x="411" y="156"/>
                      </a:lnTo>
                      <a:lnTo>
                        <a:pt x="402" y="163"/>
                      </a:lnTo>
                      <a:lnTo>
                        <a:pt x="396" y="171"/>
                      </a:lnTo>
                      <a:lnTo>
                        <a:pt x="393" y="159"/>
                      </a:lnTo>
                      <a:lnTo>
                        <a:pt x="385" y="168"/>
                      </a:lnTo>
                      <a:lnTo>
                        <a:pt x="375" y="159"/>
                      </a:lnTo>
                      <a:lnTo>
                        <a:pt x="373" y="186"/>
                      </a:lnTo>
                      <a:lnTo>
                        <a:pt x="379" y="186"/>
                      </a:lnTo>
                      <a:lnTo>
                        <a:pt x="381" y="183"/>
                      </a:lnTo>
                      <a:lnTo>
                        <a:pt x="372" y="192"/>
                      </a:lnTo>
                      <a:lnTo>
                        <a:pt x="363" y="192"/>
                      </a:lnTo>
                      <a:lnTo>
                        <a:pt x="366" y="226"/>
                      </a:lnTo>
                      <a:lnTo>
                        <a:pt x="369" y="237"/>
                      </a:lnTo>
                      <a:lnTo>
                        <a:pt x="378" y="237"/>
                      </a:lnTo>
                      <a:lnTo>
                        <a:pt x="378" y="252"/>
                      </a:lnTo>
                      <a:lnTo>
                        <a:pt x="372" y="255"/>
                      </a:lnTo>
                      <a:lnTo>
                        <a:pt x="372" y="265"/>
                      </a:lnTo>
                      <a:lnTo>
                        <a:pt x="379" y="265"/>
                      </a:lnTo>
                      <a:lnTo>
                        <a:pt x="381" y="270"/>
                      </a:lnTo>
                      <a:lnTo>
                        <a:pt x="369" y="273"/>
                      </a:lnTo>
                      <a:lnTo>
                        <a:pt x="367" y="285"/>
                      </a:lnTo>
                      <a:lnTo>
                        <a:pt x="378" y="288"/>
                      </a:lnTo>
                      <a:lnTo>
                        <a:pt x="387" y="294"/>
                      </a:lnTo>
                      <a:lnTo>
                        <a:pt x="384" y="309"/>
                      </a:lnTo>
                      <a:lnTo>
                        <a:pt x="373" y="309"/>
                      </a:lnTo>
                      <a:lnTo>
                        <a:pt x="358" y="304"/>
                      </a:lnTo>
                      <a:lnTo>
                        <a:pt x="358" y="297"/>
                      </a:lnTo>
                      <a:lnTo>
                        <a:pt x="348" y="297"/>
                      </a:lnTo>
                      <a:lnTo>
                        <a:pt x="346" y="315"/>
                      </a:lnTo>
                      <a:lnTo>
                        <a:pt x="354" y="318"/>
                      </a:lnTo>
                      <a:lnTo>
                        <a:pt x="355" y="330"/>
                      </a:lnTo>
                      <a:lnTo>
                        <a:pt x="345" y="337"/>
                      </a:lnTo>
                      <a:lnTo>
                        <a:pt x="333" y="339"/>
                      </a:lnTo>
                      <a:lnTo>
                        <a:pt x="321" y="333"/>
                      </a:lnTo>
                      <a:lnTo>
                        <a:pt x="312" y="330"/>
                      </a:lnTo>
                      <a:lnTo>
                        <a:pt x="310" y="342"/>
                      </a:lnTo>
                      <a:lnTo>
                        <a:pt x="316" y="342"/>
                      </a:lnTo>
                      <a:lnTo>
                        <a:pt x="321" y="351"/>
                      </a:lnTo>
                      <a:lnTo>
                        <a:pt x="322" y="369"/>
                      </a:lnTo>
                      <a:lnTo>
                        <a:pt x="312" y="375"/>
                      </a:lnTo>
                      <a:lnTo>
                        <a:pt x="303" y="378"/>
                      </a:lnTo>
                      <a:lnTo>
                        <a:pt x="307" y="387"/>
                      </a:lnTo>
                      <a:lnTo>
                        <a:pt x="307" y="396"/>
                      </a:lnTo>
                      <a:lnTo>
                        <a:pt x="292" y="400"/>
                      </a:lnTo>
                      <a:lnTo>
                        <a:pt x="285" y="411"/>
                      </a:lnTo>
                      <a:lnTo>
                        <a:pt x="279" y="426"/>
                      </a:lnTo>
                      <a:lnTo>
                        <a:pt x="273" y="420"/>
                      </a:lnTo>
                      <a:lnTo>
                        <a:pt x="258" y="420"/>
                      </a:lnTo>
                      <a:lnTo>
                        <a:pt x="258" y="411"/>
                      </a:lnTo>
                      <a:lnTo>
                        <a:pt x="249" y="411"/>
                      </a:lnTo>
                      <a:lnTo>
                        <a:pt x="247" y="417"/>
                      </a:lnTo>
                      <a:lnTo>
                        <a:pt x="234" y="417"/>
                      </a:lnTo>
                      <a:lnTo>
                        <a:pt x="225" y="430"/>
                      </a:lnTo>
                      <a:lnTo>
                        <a:pt x="213" y="436"/>
                      </a:lnTo>
                      <a:lnTo>
                        <a:pt x="226" y="438"/>
                      </a:lnTo>
                      <a:lnTo>
                        <a:pt x="229" y="447"/>
                      </a:lnTo>
                      <a:lnTo>
                        <a:pt x="243" y="447"/>
                      </a:lnTo>
                      <a:lnTo>
                        <a:pt x="240" y="462"/>
                      </a:lnTo>
                      <a:lnTo>
                        <a:pt x="222" y="471"/>
                      </a:lnTo>
                      <a:lnTo>
                        <a:pt x="219" y="486"/>
                      </a:lnTo>
                      <a:lnTo>
                        <a:pt x="207" y="489"/>
                      </a:lnTo>
                      <a:lnTo>
                        <a:pt x="202" y="516"/>
                      </a:lnTo>
                      <a:lnTo>
                        <a:pt x="198" y="498"/>
                      </a:lnTo>
                      <a:lnTo>
                        <a:pt x="189" y="495"/>
                      </a:lnTo>
                      <a:lnTo>
                        <a:pt x="184" y="528"/>
                      </a:lnTo>
                      <a:lnTo>
                        <a:pt x="174" y="520"/>
                      </a:lnTo>
                      <a:lnTo>
                        <a:pt x="162" y="523"/>
                      </a:lnTo>
                      <a:lnTo>
                        <a:pt x="150" y="531"/>
                      </a:lnTo>
                      <a:lnTo>
                        <a:pt x="136" y="535"/>
                      </a:lnTo>
                      <a:lnTo>
                        <a:pt x="130" y="513"/>
                      </a:lnTo>
                      <a:lnTo>
                        <a:pt x="130" y="474"/>
                      </a:lnTo>
                      <a:lnTo>
                        <a:pt x="124" y="456"/>
                      </a:lnTo>
                      <a:lnTo>
                        <a:pt x="106" y="451"/>
                      </a:lnTo>
                      <a:lnTo>
                        <a:pt x="94" y="424"/>
                      </a:lnTo>
                      <a:lnTo>
                        <a:pt x="78" y="408"/>
                      </a:lnTo>
                      <a:lnTo>
                        <a:pt x="21" y="402"/>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49" name="Freeform 12"/>
                <p:cNvSpPr/>
                <p:nvPr/>
              </p:nvSpPr>
              <p:spPr bwMode="auto">
                <a:xfrm>
                  <a:off x="5991740" y="3082445"/>
                  <a:ext cx="756" cy="894"/>
                </a:xfrm>
                <a:custGeom>
                  <a:avLst/>
                  <a:gdLst>
                    <a:gd name="T0" fmla="*/ 372 w 719"/>
                    <a:gd name="T1" fmla="*/ 29 h 881"/>
                    <a:gd name="T2" fmla="*/ 466 w 719"/>
                    <a:gd name="T3" fmla="*/ 64 h 881"/>
                    <a:gd name="T4" fmla="*/ 495 w 719"/>
                    <a:gd name="T5" fmla="*/ 101 h 881"/>
                    <a:gd name="T6" fmla="*/ 526 w 719"/>
                    <a:gd name="T7" fmla="*/ 163 h 881"/>
                    <a:gd name="T8" fmla="*/ 564 w 719"/>
                    <a:gd name="T9" fmla="*/ 225 h 881"/>
                    <a:gd name="T10" fmla="*/ 608 w 719"/>
                    <a:gd name="T11" fmla="*/ 283 h 881"/>
                    <a:gd name="T12" fmla="*/ 663 w 719"/>
                    <a:gd name="T13" fmla="*/ 331 h 881"/>
                    <a:gd name="T14" fmla="*/ 612 w 719"/>
                    <a:gd name="T15" fmla="*/ 336 h 881"/>
                    <a:gd name="T16" fmla="*/ 546 w 719"/>
                    <a:gd name="T17" fmla="*/ 324 h 881"/>
                    <a:gd name="T18" fmla="*/ 565 w 719"/>
                    <a:gd name="T19" fmla="*/ 357 h 881"/>
                    <a:gd name="T20" fmla="*/ 630 w 719"/>
                    <a:gd name="T21" fmla="*/ 382 h 881"/>
                    <a:gd name="T22" fmla="*/ 677 w 719"/>
                    <a:gd name="T23" fmla="*/ 418 h 881"/>
                    <a:gd name="T24" fmla="*/ 658 w 719"/>
                    <a:gd name="T25" fmla="*/ 451 h 881"/>
                    <a:gd name="T26" fmla="*/ 622 w 719"/>
                    <a:gd name="T27" fmla="*/ 478 h 881"/>
                    <a:gd name="T28" fmla="*/ 574 w 719"/>
                    <a:gd name="T29" fmla="*/ 514 h 881"/>
                    <a:gd name="T30" fmla="*/ 593 w 719"/>
                    <a:gd name="T31" fmla="*/ 537 h 881"/>
                    <a:gd name="T32" fmla="*/ 632 w 719"/>
                    <a:gd name="T33" fmla="*/ 509 h 881"/>
                    <a:gd name="T34" fmla="*/ 714 w 719"/>
                    <a:gd name="T35" fmla="*/ 550 h 881"/>
                    <a:gd name="T36" fmla="*/ 677 w 719"/>
                    <a:gd name="T37" fmla="*/ 592 h 881"/>
                    <a:gd name="T38" fmla="*/ 706 w 719"/>
                    <a:gd name="T39" fmla="*/ 586 h 881"/>
                    <a:gd name="T40" fmla="*/ 708 w 719"/>
                    <a:gd name="T41" fmla="*/ 640 h 881"/>
                    <a:gd name="T42" fmla="*/ 682 w 719"/>
                    <a:gd name="T43" fmla="*/ 643 h 881"/>
                    <a:gd name="T44" fmla="*/ 697 w 719"/>
                    <a:gd name="T45" fmla="*/ 681 h 881"/>
                    <a:gd name="T46" fmla="*/ 711 w 719"/>
                    <a:gd name="T47" fmla="*/ 739 h 881"/>
                    <a:gd name="T48" fmla="*/ 687 w 719"/>
                    <a:gd name="T49" fmla="*/ 756 h 881"/>
                    <a:gd name="T50" fmla="*/ 658 w 719"/>
                    <a:gd name="T51" fmla="*/ 765 h 881"/>
                    <a:gd name="T52" fmla="*/ 630 w 719"/>
                    <a:gd name="T53" fmla="*/ 784 h 881"/>
                    <a:gd name="T54" fmla="*/ 618 w 719"/>
                    <a:gd name="T55" fmla="*/ 856 h 881"/>
                    <a:gd name="T56" fmla="*/ 558 w 719"/>
                    <a:gd name="T57" fmla="*/ 862 h 881"/>
                    <a:gd name="T58" fmla="*/ 510 w 719"/>
                    <a:gd name="T59" fmla="*/ 846 h 881"/>
                    <a:gd name="T60" fmla="*/ 457 w 719"/>
                    <a:gd name="T61" fmla="*/ 874 h 881"/>
                    <a:gd name="T62" fmla="*/ 419 w 719"/>
                    <a:gd name="T63" fmla="*/ 817 h 881"/>
                    <a:gd name="T64" fmla="*/ 394 w 719"/>
                    <a:gd name="T65" fmla="*/ 754 h 881"/>
                    <a:gd name="T66" fmla="*/ 354 w 719"/>
                    <a:gd name="T67" fmla="*/ 670 h 881"/>
                    <a:gd name="T68" fmla="*/ 322 w 719"/>
                    <a:gd name="T69" fmla="*/ 650 h 881"/>
                    <a:gd name="T70" fmla="*/ 251 w 719"/>
                    <a:gd name="T71" fmla="*/ 613 h 881"/>
                    <a:gd name="T72" fmla="*/ 210 w 719"/>
                    <a:gd name="T73" fmla="*/ 633 h 881"/>
                    <a:gd name="T74" fmla="*/ 204 w 719"/>
                    <a:gd name="T75" fmla="*/ 602 h 881"/>
                    <a:gd name="T76" fmla="*/ 128 w 719"/>
                    <a:gd name="T77" fmla="*/ 583 h 881"/>
                    <a:gd name="T78" fmla="*/ 126 w 719"/>
                    <a:gd name="T79" fmla="*/ 511 h 881"/>
                    <a:gd name="T80" fmla="*/ 62 w 719"/>
                    <a:gd name="T81" fmla="*/ 460 h 881"/>
                    <a:gd name="T82" fmla="*/ 108 w 719"/>
                    <a:gd name="T83" fmla="*/ 417 h 881"/>
                    <a:gd name="T84" fmla="*/ 96 w 719"/>
                    <a:gd name="T85" fmla="*/ 324 h 881"/>
                    <a:gd name="T86" fmla="*/ 22 w 719"/>
                    <a:gd name="T87" fmla="*/ 307 h 881"/>
                    <a:gd name="T88" fmla="*/ 5 w 719"/>
                    <a:gd name="T89" fmla="*/ 269 h 881"/>
                    <a:gd name="T90" fmla="*/ 59 w 719"/>
                    <a:gd name="T91" fmla="*/ 208 h 881"/>
                    <a:gd name="T92" fmla="*/ 89 w 719"/>
                    <a:gd name="T93" fmla="*/ 169 h 881"/>
                    <a:gd name="T94" fmla="*/ 150 w 719"/>
                    <a:gd name="T95" fmla="*/ 133 h 881"/>
                    <a:gd name="T96" fmla="*/ 137 w 719"/>
                    <a:gd name="T97" fmla="*/ 46 h 881"/>
                    <a:gd name="T98" fmla="*/ 248 w 719"/>
                    <a:gd name="T99" fmla="*/ 88 h 881"/>
                    <a:gd name="T100" fmla="*/ 333 w 719"/>
                    <a:gd name="T101" fmla="*/ 22 h 88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719"/>
                    <a:gd name="T154" fmla="*/ 0 h 881"/>
                    <a:gd name="T155" fmla="*/ 719 w 719"/>
                    <a:gd name="T156" fmla="*/ 881 h 88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719" h="881">
                      <a:moveTo>
                        <a:pt x="389" y="0"/>
                      </a:moveTo>
                      <a:lnTo>
                        <a:pt x="380" y="14"/>
                      </a:lnTo>
                      <a:lnTo>
                        <a:pt x="372" y="16"/>
                      </a:lnTo>
                      <a:lnTo>
                        <a:pt x="372" y="29"/>
                      </a:lnTo>
                      <a:lnTo>
                        <a:pt x="382" y="33"/>
                      </a:lnTo>
                      <a:lnTo>
                        <a:pt x="396" y="33"/>
                      </a:lnTo>
                      <a:lnTo>
                        <a:pt x="423" y="64"/>
                      </a:lnTo>
                      <a:lnTo>
                        <a:pt x="466" y="64"/>
                      </a:lnTo>
                      <a:lnTo>
                        <a:pt x="476" y="77"/>
                      </a:lnTo>
                      <a:lnTo>
                        <a:pt x="485" y="77"/>
                      </a:lnTo>
                      <a:lnTo>
                        <a:pt x="485" y="96"/>
                      </a:lnTo>
                      <a:lnTo>
                        <a:pt x="495" y="101"/>
                      </a:lnTo>
                      <a:lnTo>
                        <a:pt x="495" y="122"/>
                      </a:lnTo>
                      <a:lnTo>
                        <a:pt x="509" y="136"/>
                      </a:lnTo>
                      <a:lnTo>
                        <a:pt x="519" y="163"/>
                      </a:lnTo>
                      <a:lnTo>
                        <a:pt x="526" y="163"/>
                      </a:lnTo>
                      <a:lnTo>
                        <a:pt x="531" y="170"/>
                      </a:lnTo>
                      <a:lnTo>
                        <a:pt x="531" y="180"/>
                      </a:lnTo>
                      <a:lnTo>
                        <a:pt x="557" y="225"/>
                      </a:lnTo>
                      <a:lnTo>
                        <a:pt x="564" y="225"/>
                      </a:lnTo>
                      <a:lnTo>
                        <a:pt x="564" y="252"/>
                      </a:lnTo>
                      <a:lnTo>
                        <a:pt x="574" y="273"/>
                      </a:lnTo>
                      <a:lnTo>
                        <a:pt x="598" y="273"/>
                      </a:lnTo>
                      <a:lnTo>
                        <a:pt x="608" y="283"/>
                      </a:lnTo>
                      <a:lnTo>
                        <a:pt x="608" y="297"/>
                      </a:lnTo>
                      <a:lnTo>
                        <a:pt x="636" y="314"/>
                      </a:lnTo>
                      <a:lnTo>
                        <a:pt x="649" y="314"/>
                      </a:lnTo>
                      <a:lnTo>
                        <a:pt x="663" y="331"/>
                      </a:lnTo>
                      <a:lnTo>
                        <a:pt x="666" y="352"/>
                      </a:lnTo>
                      <a:lnTo>
                        <a:pt x="639" y="352"/>
                      </a:lnTo>
                      <a:lnTo>
                        <a:pt x="629" y="338"/>
                      </a:lnTo>
                      <a:lnTo>
                        <a:pt x="612" y="336"/>
                      </a:lnTo>
                      <a:lnTo>
                        <a:pt x="612" y="341"/>
                      </a:lnTo>
                      <a:lnTo>
                        <a:pt x="584" y="341"/>
                      </a:lnTo>
                      <a:lnTo>
                        <a:pt x="572" y="328"/>
                      </a:lnTo>
                      <a:lnTo>
                        <a:pt x="546" y="324"/>
                      </a:lnTo>
                      <a:lnTo>
                        <a:pt x="528" y="340"/>
                      </a:lnTo>
                      <a:lnTo>
                        <a:pt x="546" y="345"/>
                      </a:lnTo>
                      <a:lnTo>
                        <a:pt x="555" y="338"/>
                      </a:lnTo>
                      <a:lnTo>
                        <a:pt x="565" y="357"/>
                      </a:lnTo>
                      <a:lnTo>
                        <a:pt x="574" y="362"/>
                      </a:lnTo>
                      <a:lnTo>
                        <a:pt x="598" y="362"/>
                      </a:lnTo>
                      <a:lnTo>
                        <a:pt x="612" y="379"/>
                      </a:lnTo>
                      <a:lnTo>
                        <a:pt x="630" y="382"/>
                      </a:lnTo>
                      <a:lnTo>
                        <a:pt x="642" y="394"/>
                      </a:lnTo>
                      <a:lnTo>
                        <a:pt x="660" y="400"/>
                      </a:lnTo>
                      <a:lnTo>
                        <a:pt x="666" y="415"/>
                      </a:lnTo>
                      <a:lnTo>
                        <a:pt x="677" y="418"/>
                      </a:lnTo>
                      <a:lnTo>
                        <a:pt x="678" y="434"/>
                      </a:lnTo>
                      <a:lnTo>
                        <a:pt x="687" y="441"/>
                      </a:lnTo>
                      <a:lnTo>
                        <a:pt x="677" y="449"/>
                      </a:lnTo>
                      <a:lnTo>
                        <a:pt x="658" y="451"/>
                      </a:lnTo>
                      <a:lnTo>
                        <a:pt x="648" y="465"/>
                      </a:lnTo>
                      <a:lnTo>
                        <a:pt x="637" y="475"/>
                      </a:lnTo>
                      <a:lnTo>
                        <a:pt x="636" y="482"/>
                      </a:lnTo>
                      <a:lnTo>
                        <a:pt x="622" y="478"/>
                      </a:lnTo>
                      <a:lnTo>
                        <a:pt x="617" y="492"/>
                      </a:lnTo>
                      <a:lnTo>
                        <a:pt x="608" y="492"/>
                      </a:lnTo>
                      <a:lnTo>
                        <a:pt x="603" y="513"/>
                      </a:lnTo>
                      <a:lnTo>
                        <a:pt x="574" y="514"/>
                      </a:lnTo>
                      <a:lnTo>
                        <a:pt x="553" y="525"/>
                      </a:lnTo>
                      <a:lnTo>
                        <a:pt x="577" y="526"/>
                      </a:lnTo>
                      <a:lnTo>
                        <a:pt x="582" y="538"/>
                      </a:lnTo>
                      <a:lnTo>
                        <a:pt x="593" y="537"/>
                      </a:lnTo>
                      <a:lnTo>
                        <a:pt x="600" y="544"/>
                      </a:lnTo>
                      <a:lnTo>
                        <a:pt x="618" y="530"/>
                      </a:lnTo>
                      <a:lnTo>
                        <a:pt x="622" y="516"/>
                      </a:lnTo>
                      <a:lnTo>
                        <a:pt x="632" y="509"/>
                      </a:lnTo>
                      <a:lnTo>
                        <a:pt x="656" y="523"/>
                      </a:lnTo>
                      <a:lnTo>
                        <a:pt x="663" y="537"/>
                      </a:lnTo>
                      <a:lnTo>
                        <a:pt x="692" y="549"/>
                      </a:lnTo>
                      <a:lnTo>
                        <a:pt x="714" y="550"/>
                      </a:lnTo>
                      <a:lnTo>
                        <a:pt x="718" y="557"/>
                      </a:lnTo>
                      <a:lnTo>
                        <a:pt x="704" y="568"/>
                      </a:lnTo>
                      <a:lnTo>
                        <a:pt x="697" y="578"/>
                      </a:lnTo>
                      <a:lnTo>
                        <a:pt x="677" y="592"/>
                      </a:lnTo>
                      <a:lnTo>
                        <a:pt x="666" y="605"/>
                      </a:lnTo>
                      <a:lnTo>
                        <a:pt x="677" y="609"/>
                      </a:lnTo>
                      <a:lnTo>
                        <a:pt x="694" y="598"/>
                      </a:lnTo>
                      <a:lnTo>
                        <a:pt x="706" y="586"/>
                      </a:lnTo>
                      <a:lnTo>
                        <a:pt x="711" y="585"/>
                      </a:lnTo>
                      <a:lnTo>
                        <a:pt x="718" y="592"/>
                      </a:lnTo>
                      <a:lnTo>
                        <a:pt x="718" y="628"/>
                      </a:lnTo>
                      <a:lnTo>
                        <a:pt x="708" y="640"/>
                      </a:lnTo>
                      <a:lnTo>
                        <a:pt x="708" y="626"/>
                      </a:lnTo>
                      <a:lnTo>
                        <a:pt x="697" y="626"/>
                      </a:lnTo>
                      <a:lnTo>
                        <a:pt x="692" y="643"/>
                      </a:lnTo>
                      <a:lnTo>
                        <a:pt x="682" y="643"/>
                      </a:lnTo>
                      <a:lnTo>
                        <a:pt x="680" y="629"/>
                      </a:lnTo>
                      <a:lnTo>
                        <a:pt x="677" y="653"/>
                      </a:lnTo>
                      <a:lnTo>
                        <a:pt x="697" y="657"/>
                      </a:lnTo>
                      <a:lnTo>
                        <a:pt x="697" y="681"/>
                      </a:lnTo>
                      <a:lnTo>
                        <a:pt x="687" y="694"/>
                      </a:lnTo>
                      <a:lnTo>
                        <a:pt x="687" y="705"/>
                      </a:lnTo>
                      <a:lnTo>
                        <a:pt x="706" y="722"/>
                      </a:lnTo>
                      <a:lnTo>
                        <a:pt x="711" y="739"/>
                      </a:lnTo>
                      <a:lnTo>
                        <a:pt x="697" y="742"/>
                      </a:lnTo>
                      <a:lnTo>
                        <a:pt x="690" y="736"/>
                      </a:lnTo>
                      <a:lnTo>
                        <a:pt x="684" y="741"/>
                      </a:lnTo>
                      <a:lnTo>
                        <a:pt x="687" y="756"/>
                      </a:lnTo>
                      <a:lnTo>
                        <a:pt x="672" y="766"/>
                      </a:lnTo>
                      <a:lnTo>
                        <a:pt x="670" y="737"/>
                      </a:lnTo>
                      <a:lnTo>
                        <a:pt x="656" y="736"/>
                      </a:lnTo>
                      <a:lnTo>
                        <a:pt x="658" y="765"/>
                      </a:lnTo>
                      <a:lnTo>
                        <a:pt x="642" y="775"/>
                      </a:lnTo>
                      <a:lnTo>
                        <a:pt x="622" y="773"/>
                      </a:lnTo>
                      <a:lnTo>
                        <a:pt x="613" y="777"/>
                      </a:lnTo>
                      <a:lnTo>
                        <a:pt x="630" y="784"/>
                      </a:lnTo>
                      <a:lnTo>
                        <a:pt x="632" y="808"/>
                      </a:lnTo>
                      <a:lnTo>
                        <a:pt x="625" y="808"/>
                      </a:lnTo>
                      <a:lnTo>
                        <a:pt x="624" y="852"/>
                      </a:lnTo>
                      <a:lnTo>
                        <a:pt x="618" y="856"/>
                      </a:lnTo>
                      <a:lnTo>
                        <a:pt x="617" y="880"/>
                      </a:lnTo>
                      <a:lnTo>
                        <a:pt x="585" y="850"/>
                      </a:lnTo>
                      <a:lnTo>
                        <a:pt x="570" y="854"/>
                      </a:lnTo>
                      <a:lnTo>
                        <a:pt x="558" y="862"/>
                      </a:lnTo>
                      <a:lnTo>
                        <a:pt x="540" y="864"/>
                      </a:lnTo>
                      <a:lnTo>
                        <a:pt x="526" y="832"/>
                      </a:lnTo>
                      <a:lnTo>
                        <a:pt x="514" y="832"/>
                      </a:lnTo>
                      <a:lnTo>
                        <a:pt x="510" y="846"/>
                      </a:lnTo>
                      <a:lnTo>
                        <a:pt x="498" y="859"/>
                      </a:lnTo>
                      <a:lnTo>
                        <a:pt x="489" y="859"/>
                      </a:lnTo>
                      <a:lnTo>
                        <a:pt x="483" y="871"/>
                      </a:lnTo>
                      <a:lnTo>
                        <a:pt x="457" y="874"/>
                      </a:lnTo>
                      <a:lnTo>
                        <a:pt x="440" y="862"/>
                      </a:lnTo>
                      <a:lnTo>
                        <a:pt x="441" y="838"/>
                      </a:lnTo>
                      <a:lnTo>
                        <a:pt x="433" y="825"/>
                      </a:lnTo>
                      <a:lnTo>
                        <a:pt x="419" y="817"/>
                      </a:lnTo>
                      <a:lnTo>
                        <a:pt x="420" y="790"/>
                      </a:lnTo>
                      <a:lnTo>
                        <a:pt x="417" y="778"/>
                      </a:lnTo>
                      <a:lnTo>
                        <a:pt x="396" y="784"/>
                      </a:lnTo>
                      <a:lnTo>
                        <a:pt x="394" y="754"/>
                      </a:lnTo>
                      <a:lnTo>
                        <a:pt x="382" y="727"/>
                      </a:lnTo>
                      <a:lnTo>
                        <a:pt x="345" y="703"/>
                      </a:lnTo>
                      <a:lnTo>
                        <a:pt x="346" y="684"/>
                      </a:lnTo>
                      <a:lnTo>
                        <a:pt x="354" y="670"/>
                      </a:lnTo>
                      <a:lnTo>
                        <a:pt x="354" y="653"/>
                      </a:lnTo>
                      <a:lnTo>
                        <a:pt x="348" y="640"/>
                      </a:lnTo>
                      <a:lnTo>
                        <a:pt x="329" y="640"/>
                      </a:lnTo>
                      <a:lnTo>
                        <a:pt x="322" y="650"/>
                      </a:lnTo>
                      <a:lnTo>
                        <a:pt x="297" y="648"/>
                      </a:lnTo>
                      <a:lnTo>
                        <a:pt x="270" y="610"/>
                      </a:lnTo>
                      <a:lnTo>
                        <a:pt x="257" y="610"/>
                      </a:lnTo>
                      <a:lnTo>
                        <a:pt x="251" y="613"/>
                      </a:lnTo>
                      <a:lnTo>
                        <a:pt x="238" y="640"/>
                      </a:lnTo>
                      <a:lnTo>
                        <a:pt x="222" y="652"/>
                      </a:lnTo>
                      <a:lnTo>
                        <a:pt x="204" y="646"/>
                      </a:lnTo>
                      <a:lnTo>
                        <a:pt x="210" y="633"/>
                      </a:lnTo>
                      <a:lnTo>
                        <a:pt x="221" y="621"/>
                      </a:lnTo>
                      <a:lnTo>
                        <a:pt x="226" y="616"/>
                      </a:lnTo>
                      <a:lnTo>
                        <a:pt x="222" y="605"/>
                      </a:lnTo>
                      <a:lnTo>
                        <a:pt x="204" y="602"/>
                      </a:lnTo>
                      <a:lnTo>
                        <a:pt x="183" y="622"/>
                      </a:lnTo>
                      <a:lnTo>
                        <a:pt x="171" y="642"/>
                      </a:lnTo>
                      <a:lnTo>
                        <a:pt x="158" y="639"/>
                      </a:lnTo>
                      <a:lnTo>
                        <a:pt x="128" y="583"/>
                      </a:lnTo>
                      <a:lnTo>
                        <a:pt x="125" y="565"/>
                      </a:lnTo>
                      <a:lnTo>
                        <a:pt x="114" y="537"/>
                      </a:lnTo>
                      <a:lnTo>
                        <a:pt x="114" y="513"/>
                      </a:lnTo>
                      <a:lnTo>
                        <a:pt x="126" y="511"/>
                      </a:lnTo>
                      <a:lnTo>
                        <a:pt x="128" y="489"/>
                      </a:lnTo>
                      <a:lnTo>
                        <a:pt x="118" y="482"/>
                      </a:lnTo>
                      <a:lnTo>
                        <a:pt x="89" y="482"/>
                      </a:lnTo>
                      <a:lnTo>
                        <a:pt x="62" y="460"/>
                      </a:lnTo>
                      <a:lnTo>
                        <a:pt x="61" y="437"/>
                      </a:lnTo>
                      <a:lnTo>
                        <a:pt x="72" y="424"/>
                      </a:lnTo>
                      <a:lnTo>
                        <a:pt x="87" y="420"/>
                      </a:lnTo>
                      <a:lnTo>
                        <a:pt x="108" y="417"/>
                      </a:lnTo>
                      <a:lnTo>
                        <a:pt x="116" y="410"/>
                      </a:lnTo>
                      <a:lnTo>
                        <a:pt x="118" y="333"/>
                      </a:lnTo>
                      <a:lnTo>
                        <a:pt x="111" y="324"/>
                      </a:lnTo>
                      <a:lnTo>
                        <a:pt x="96" y="324"/>
                      </a:lnTo>
                      <a:lnTo>
                        <a:pt x="87" y="338"/>
                      </a:lnTo>
                      <a:lnTo>
                        <a:pt x="61" y="340"/>
                      </a:lnTo>
                      <a:lnTo>
                        <a:pt x="39" y="313"/>
                      </a:lnTo>
                      <a:lnTo>
                        <a:pt x="22" y="307"/>
                      </a:lnTo>
                      <a:lnTo>
                        <a:pt x="12" y="307"/>
                      </a:lnTo>
                      <a:lnTo>
                        <a:pt x="3" y="295"/>
                      </a:lnTo>
                      <a:lnTo>
                        <a:pt x="0" y="286"/>
                      </a:lnTo>
                      <a:lnTo>
                        <a:pt x="5" y="269"/>
                      </a:lnTo>
                      <a:lnTo>
                        <a:pt x="29" y="267"/>
                      </a:lnTo>
                      <a:lnTo>
                        <a:pt x="45" y="259"/>
                      </a:lnTo>
                      <a:lnTo>
                        <a:pt x="48" y="223"/>
                      </a:lnTo>
                      <a:lnTo>
                        <a:pt x="59" y="208"/>
                      </a:lnTo>
                      <a:lnTo>
                        <a:pt x="60" y="169"/>
                      </a:lnTo>
                      <a:lnTo>
                        <a:pt x="68" y="160"/>
                      </a:lnTo>
                      <a:lnTo>
                        <a:pt x="86" y="160"/>
                      </a:lnTo>
                      <a:lnTo>
                        <a:pt x="89" y="169"/>
                      </a:lnTo>
                      <a:lnTo>
                        <a:pt x="104" y="185"/>
                      </a:lnTo>
                      <a:lnTo>
                        <a:pt x="133" y="185"/>
                      </a:lnTo>
                      <a:lnTo>
                        <a:pt x="144" y="166"/>
                      </a:lnTo>
                      <a:lnTo>
                        <a:pt x="150" y="133"/>
                      </a:lnTo>
                      <a:lnTo>
                        <a:pt x="140" y="125"/>
                      </a:lnTo>
                      <a:lnTo>
                        <a:pt x="113" y="118"/>
                      </a:lnTo>
                      <a:lnTo>
                        <a:pt x="111" y="94"/>
                      </a:lnTo>
                      <a:lnTo>
                        <a:pt x="137" y="46"/>
                      </a:lnTo>
                      <a:lnTo>
                        <a:pt x="177" y="51"/>
                      </a:lnTo>
                      <a:lnTo>
                        <a:pt x="204" y="108"/>
                      </a:lnTo>
                      <a:lnTo>
                        <a:pt x="221" y="88"/>
                      </a:lnTo>
                      <a:lnTo>
                        <a:pt x="248" y="88"/>
                      </a:lnTo>
                      <a:lnTo>
                        <a:pt x="269" y="70"/>
                      </a:lnTo>
                      <a:lnTo>
                        <a:pt x="305" y="70"/>
                      </a:lnTo>
                      <a:lnTo>
                        <a:pt x="330" y="40"/>
                      </a:lnTo>
                      <a:lnTo>
                        <a:pt x="333" y="22"/>
                      </a:lnTo>
                      <a:lnTo>
                        <a:pt x="354" y="0"/>
                      </a:lnTo>
                      <a:lnTo>
                        <a:pt x="389"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0" name="Freeform 15"/>
                <p:cNvSpPr/>
                <p:nvPr/>
              </p:nvSpPr>
              <p:spPr bwMode="auto">
                <a:xfrm>
                  <a:off x="5992354" y="3082837"/>
                  <a:ext cx="76" cy="23"/>
                </a:xfrm>
                <a:custGeom>
                  <a:avLst/>
                  <a:gdLst>
                    <a:gd name="T0" fmla="*/ 0 w 64"/>
                    <a:gd name="T1" fmla="*/ 0 h 27"/>
                    <a:gd name="T2" fmla="*/ 13 w 64"/>
                    <a:gd name="T3" fmla="*/ 0 h 27"/>
                    <a:gd name="T4" fmla="*/ 24 w 64"/>
                    <a:gd name="T5" fmla="*/ 9 h 27"/>
                    <a:gd name="T6" fmla="*/ 45 w 64"/>
                    <a:gd name="T7" fmla="*/ 9 h 27"/>
                    <a:gd name="T8" fmla="*/ 60 w 64"/>
                    <a:gd name="T9" fmla="*/ 12 h 27"/>
                    <a:gd name="T10" fmla="*/ 63 w 64"/>
                    <a:gd name="T11" fmla="*/ 23 h 27"/>
                    <a:gd name="T12" fmla="*/ 45 w 64"/>
                    <a:gd name="T13" fmla="*/ 26 h 27"/>
                    <a:gd name="T14" fmla="*/ 31 w 64"/>
                    <a:gd name="T15" fmla="*/ 18 h 27"/>
                    <a:gd name="T16" fmla="*/ 12 w 64"/>
                    <a:gd name="T17" fmla="*/ 12 h 27"/>
                    <a:gd name="T18" fmla="*/ 0 w 64"/>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27"/>
                    <a:gd name="T32" fmla="*/ 64 w 64"/>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27">
                      <a:moveTo>
                        <a:pt x="0" y="0"/>
                      </a:moveTo>
                      <a:lnTo>
                        <a:pt x="13" y="0"/>
                      </a:lnTo>
                      <a:lnTo>
                        <a:pt x="24" y="9"/>
                      </a:lnTo>
                      <a:lnTo>
                        <a:pt x="45" y="9"/>
                      </a:lnTo>
                      <a:lnTo>
                        <a:pt x="60" y="12"/>
                      </a:lnTo>
                      <a:lnTo>
                        <a:pt x="63" y="23"/>
                      </a:lnTo>
                      <a:lnTo>
                        <a:pt x="45" y="26"/>
                      </a:lnTo>
                      <a:lnTo>
                        <a:pt x="31" y="18"/>
                      </a:lnTo>
                      <a:lnTo>
                        <a:pt x="12" y="12"/>
                      </a:lnTo>
                      <a:lnTo>
                        <a:pt x="0"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1" name="Freeform 16"/>
                <p:cNvSpPr/>
                <p:nvPr/>
              </p:nvSpPr>
              <p:spPr bwMode="auto">
                <a:xfrm>
                  <a:off x="5992517" y="3082870"/>
                  <a:ext cx="18" cy="35"/>
                </a:xfrm>
                <a:custGeom>
                  <a:avLst/>
                  <a:gdLst>
                    <a:gd name="T0" fmla="*/ 17 w 18"/>
                    <a:gd name="T1" fmla="*/ 0 h 19"/>
                    <a:gd name="T2" fmla="*/ 5 w 18"/>
                    <a:gd name="T3" fmla="*/ 0 h 19"/>
                    <a:gd name="T4" fmla="*/ 0 w 18"/>
                    <a:gd name="T5" fmla="*/ 8 h 19"/>
                    <a:gd name="T6" fmla="*/ 0 w 18"/>
                    <a:gd name="T7" fmla="*/ 18 h 19"/>
                    <a:gd name="T8" fmla="*/ 5 w 18"/>
                    <a:gd name="T9" fmla="*/ 18 h 19"/>
                    <a:gd name="T10" fmla="*/ 17 w 18"/>
                    <a:gd name="T11" fmla="*/ 0 h 19"/>
                    <a:gd name="T12" fmla="*/ 0 60000 65536"/>
                    <a:gd name="T13" fmla="*/ 0 60000 65536"/>
                    <a:gd name="T14" fmla="*/ 0 60000 65536"/>
                    <a:gd name="T15" fmla="*/ 0 60000 65536"/>
                    <a:gd name="T16" fmla="*/ 0 60000 65536"/>
                    <a:gd name="T17" fmla="*/ 0 60000 65536"/>
                    <a:gd name="T18" fmla="*/ 0 w 18"/>
                    <a:gd name="T19" fmla="*/ 0 h 19"/>
                    <a:gd name="T20" fmla="*/ 18 w 18"/>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18" h="19">
                      <a:moveTo>
                        <a:pt x="17" y="0"/>
                      </a:moveTo>
                      <a:lnTo>
                        <a:pt x="5" y="0"/>
                      </a:lnTo>
                      <a:lnTo>
                        <a:pt x="0" y="8"/>
                      </a:lnTo>
                      <a:lnTo>
                        <a:pt x="0" y="18"/>
                      </a:lnTo>
                      <a:lnTo>
                        <a:pt x="5" y="18"/>
                      </a:lnTo>
                      <a:lnTo>
                        <a:pt x="17"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2" name="Freeform 17"/>
                <p:cNvSpPr/>
                <p:nvPr/>
              </p:nvSpPr>
              <p:spPr bwMode="auto">
                <a:xfrm>
                  <a:off x="5992494" y="3082909"/>
                  <a:ext cx="18" cy="17"/>
                </a:xfrm>
                <a:custGeom>
                  <a:avLst/>
                  <a:gdLst>
                    <a:gd name="T0" fmla="*/ 0 w 17"/>
                    <a:gd name="T1" fmla="*/ 0 h 17"/>
                    <a:gd name="T2" fmla="*/ 13 w 17"/>
                    <a:gd name="T3" fmla="*/ 0 h 17"/>
                    <a:gd name="T4" fmla="*/ 16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3" y="0"/>
                      </a:lnTo>
                      <a:lnTo>
                        <a:pt x="16" y="16"/>
                      </a:lnTo>
                      <a:lnTo>
                        <a:pt x="0"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3" name="Freeform 18"/>
                <p:cNvSpPr/>
                <p:nvPr/>
              </p:nvSpPr>
              <p:spPr bwMode="auto">
                <a:xfrm>
                  <a:off x="5992464" y="3082933"/>
                  <a:ext cx="13" cy="17"/>
                </a:xfrm>
                <a:custGeom>
                  <a:avLst/>
                  <a:gdLst>
                    <a:gd name="T0" fmla="*/ 16 w 17"/>
                    <a:gd name="T1" fmla="*/ 0 h 17"/>
                    <a:gd name="T2" fmla="*/ 0 w 17"/>
                    <a:gd name="T3" fmla="*/ 0 h 17"/>
                    <a:gd name="T4" fmla="*/ 0 w 17"/>
                    <a:gd name="T5" fmla="*/ 16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0" y="0"/>
                      </a:lnTo>
                      <a:lnTo>
                        <a:pt x="0" y="16"/>
                      </a:lnTo>
                      <a:lnTo>
                        <a:pt x="16"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4" name="Freeform 19"/>
                <p:cNvSpPr/>
                <p:nvPr/>
              </p:nvSpPr>
              <p:spPr bwMode="auto">
                <a:xfrm>
                  <a:off x="5992480" y="3082953"/>
                  <a:ext cx="18" cy="17"/>
                </a:xfrm>
                <a:custGeom>
                  <a:avLst/>
                  <a:gdLst>
                    <a:gd name="T0" fmla="*/ 0 w 17"/>
                    <a:gd name="T1" fmla="*/ 0 h 17"/>
                    <a:gd name="T2" fmla="*/ 16 w 17"/>
                    <a:gd name="T3" fmla="*/ 16 h 17"/>
                    <a:gd name="T4" fmla="*/ 0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16" y="16"/>
                      </a:lnTo>
                      <a:lnTo>
                        <a:pt x="0" y="16"/>
                      </a:lnTo>
                      <a:lnTo>
                        <a:pt x="0"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5" name="Freeform 20"/>
                <p:cNvSpPr/>
                <p:nvPr/>
              </p:nvSpPr>
              <p:spPr bwMode="auto">
                <a:xfrm>
                  <a:off x="5992460" y="3082980"/>
                  <a:ext cx="18" cy="12"/>
                </a:xfrm>
                <a:custGeom>
                  <a:avLst/>
                  <a:gdLst>
                    <a:gd name="T0" fmla="*/ 16 w 17"/>
                    <a:gd name="T1" fmla="*/ 0 h 17"/>
                    <a:gd name="T2" fmla="*/ 16 w 17"/>
                    <a:gd name="T3" fmla="*/ 16 h 17"/>
                    <a:gd name="T4" fmla="*/ 0 w 17"/>
                    <a:gd name="T5" fmla="*/ 16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16" y="16"/>
                      </a:lnTo>
                      <a:lnTo>
                        <a:pt x="0" y="16"/>
                      </a:lnTo>
                      <a:lnTo>
                        <a:pt x="16"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6" name="Freeform 21"/>
                <p:cNvSpPr/>
                <p:nvPr/>
              </p:nvSpPr>
              <p:spPr bwMode="auto">
                <a:xfrm>
                  <a:off x="5992452" y="3082987"/>
                  <a:ext cx="18" cy="17"/>
                </a:xfrm>
                <a:custGeom>
                  <a:avLst/>
                  <a:gdLst>
                    <a:gd name="T0" fmla="*/ 0 w 17"/>
                    <a:gd name="T1" fmla="*/ 0 h 17"/>
                    <a:gd name="T2" fmla="*/ 0 w 17"/>
                    <a:gd name="T3" fmla="*/ 13 h 17"/>
                    <a:gd name="T4" fmla="*/ 16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0" y="13"/>
                      </a:lnTo>
                      <a:lnTo>
                        <a:pt x="16" y="16"/>
                      </a:lnTo>
                      <a:lnTo>
                        <a:pt x="0"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7" name="Freeform 22"/>
                <p:cNvSpPr/>
                <p:nvPr/>
              </p:nvSpPr>
              <p:spPr bwMode="auto">
                <a:xfrm>
                  <a:off x="5992467" y="3082955"/>
                  <a:ext cx="18" cy="17"/>
                </a:xfrm>
                <a:custGeom>
                  <a:avLst/>
                  <a:gdLst>
                    <a:gd name="T0" fmla="*/ 0 w 17"/>
                    <a:gd name="T1" fmla="*/ 18 h 19"/>
                    <a:gd name="T2" fmla="*/ 16 w 17"/>
                    <a:gd name="T3" fmla="*/ 18 h 19"/>
                    <a:gd name="T4" fmla="*/ 16 w 17"/>
                    <a:gd name="T5" fmla="*/ 3 h 19"/>
                    <a:gd name="T6" fmla="*/ 4 w 17"/>
                    <a:gd name="T7" fmla="*/ 0 h 19"/>
                    <a:gd name="T8" fmla="*/ 14 w 17"/>
                    <a:gd name="T9" fmla="*/ 3 h 19"/>
                    <a:gd name="T10" fmla="*/ 0 60000 65536"/>
                    <a:gd name="T11" fmla="*/ 0 60000 65536"/>
                    <a:gd name="T12" fmla="*/ 0 60000 65536"/>
                    <a:gd name="T13" fmla="*/ 0 60000 65536"/>
                    <a:gd name="T14" fmla="*/ 0 60000 65536"/>
                    <a:gd name="T15" fmla="*/ 0 w 17"/>
                    <a:gd name="T16" fmla="*/ 0 h 19"/>
                    <a:gd name="T17" fmla="*/ 17 w 17"/>
                    <a:gd name="T18" fmla="*/ 19 h 19"/>
                  </a:gdLst>
                  <a:ahLst/>
                  <a:cxnLst>
                    <a:cxn ang="T10">
                      <a:pos x="T0" y="T1"/>
                    </a:cxn>
                    <a:cxn ang="T11">
                      <a:pos x="T2" y="T3"/>
                    </a:cxn>
                    <a:cxn ang="T12">
                      <a:pos x="T4" y="T5"/>
                    </a:cxn>
                    <a:cxn ang="T13">
                      <a:pos x="T6" y="T7"/>
                    </a:cxn>
                    <a:cxn ang="T14">
                      <a:pos x="T8" y="T9"/>
                    </a:cxn>
                  </a:cxnLst>
                  <a:rect l="T15" t="T16" r="T17" b="T18"/>
                  <a:pathLst>
                    <a:path w="17" h="19">
                      <a:moveTo>
                        <a:pt x="0" y="18"/>
                      </a:moveTo>
                      <a:lnTo>
                        <a:pt x="16" y="18"/>
                      </a:lnTo>
                      <a:lnTo>
                        <a:pt x="16" y="3"/>
                      </a:lnTo>
                      <a:lnTo>
                        <a:pt x="4" y="0"/>
                      </a:lnTo>
                      <a:lnTo>
                        <a:pt x="14" y="3"/>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8" name="Freeform 23"/>
                <p:cNvSpPr/>
                <p:nvPr/>
              </p:nvSpPr>
              <p:spPr bwMode="auto">
                <a:xfrm>
                  <a:off x="5992471" y="3082988"/>
                  <a:ext cx="36" cy="23"/>
                </a:xfrm>
                <a:custGeom>
                  <a:avLst/>
                  <a:gdLst>
                    <a:gd name="T0" fmla="*/ 7 w 38"/>
                    <a:gd name="T1" fmla="*/ 0 h 26"/>
                    <a:gd name="T2" fmla="*/ 7 w 38"/>
                    <a:gd name="T3" fmla="*/ 22 h 26"/>
                    <a:gd name="T4" fmla="*/ 1 w 38"/>
                    <a:gd name="T5" fmla="*/ 22 h 26"/>
                    <a:gd name="T6" fmla="*/ 0 w 38"/>
                    <a:gd name="T7" fmla="*/ 15 h 26"/>
                    <a:gd name="T8" fmla="*/ 6 w 38"/>
                    <a:gd name="T9" fmla="*/ 16 h 26"/>
                    <a:gd name="T10" fmla="*/ 10 w 38"/>
                    <a:gd name="T11" fmla="*/ 25 h 26"/>
                    <a:gd name="T12" fmla="*/ 19 w 38"/>
                    <a:gd name="T13" fmla="*/ 25 h 26"/>
                    <a:gd name="T14" fmla="*/ 22 w 38"/>
                    <a:gd name="T15" fmla="*/ 19 h 26"/>
                    <a:gd name="T16" fmla="*/ 36 w 38"/>
                    <a:gd name="T17" fmla="*/ 19 h 26"/>
                    <a:gd name="T18" fmla="*/ 37 w 38"/>
                    <a:gd name="T19" fmla="*/ 25 h 26"/>
                    <a:gd name="T20" fmla="*/ 33 w 38"/>
                    <a:gd name="T21" fmla="*/ 25 h 26"/>
                    <a:gd name="T22" fmla="*/ 30 w 38"/>
                    <a:gd name="T23" fmla="*/ 22 h 26"/>
                    <a:gd name="T24" fmla="*/ 24 w 38"/>
                    <a:gd name="T25" fmla="*/ 16 h 26"/>
                    <a:gd name="T26" fmla="*/ 24 w 38"/>
                    <a:gd name="T27" fmla="*/ 7 h 26"/>
                    <a:gd name="T28" fmla="*/ 7 w 38"/>
                    <a:gd name="T29" fmla="*/ 0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8"/>
                    <a:gd name="T46" fmla="*/ 0 h 26"/>
                    <a:gd name="T47" fmla="*/ 38 w 38"/>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8" h="26">
                      <a:moveTo>
                        <a:pt x="7" y="0"/>
                      </a:moveTo>
                      <a:lnTo>
                        <a:pt x="7" y="22"/>
                      </a:lnTo>
                      <a:lnTo>
                        <a:pt x="1" y="22"/>
                      </a:lnTo>
                      <a:lnTo>
                        <a:pt x="0" y="15"/>
                      </a:lnTo>
                      <a:lnTo>
                        <a:pt x="6" y="16"/>
                      </a:lnTo>
                      <a:lnTo>
                        <a:pt x="10" y="25"/>
                      </a:lnTo>
                      <a:lnTo>
                        <a:pt x="19" y="25"/>
                      </a:lnTo>
                      <a:lnTo>
                        <a:pt x="22" y="19"/>
                      </a:lnTo>
                      <a:lnTo>
                        <a:pt x="36" y="19"/>
                      </a:lnTo>
                      <a:lnTo>
                        <a:pt x="37" y="25"/>
                      </a:lnTo>
                      <a:lnTo>
                        <a:pt x="33" y="25"/>
                      </a:lnTo>
                      <a:lnTo>
                        <a:pt x="30" y="22"/>
                      </a:lnTo>
                      <a:lnTo>
                        <a:pt x="24" y="16"/>
                      </a:lnTo>
                      <a:lnTo>
                        <a:pt x="24" y="7"/>
                      </a:lnTo>
                      <a:lnTo>
                        <a:pt x="7"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59" name="Freeform 24"/>
                <p:cNvSpPr/>
                <p:nvPr/>
              </p:nvSpPr>
              <p:spPr bwMode="auto">
                <a:xfrm>
                  <a:off x="5992520" y="3082980"/>
                  <a:ext cx="18" cy="17"/>
                </a:xfrm>
                <a:custGeom>
                  <a:avLst/>
                  <a:gdLst>
                    <a:gd name="T0" fmla="*/ 0 w 17"/>
                    <a:gd name="T1" fmla="*/ 16 h 17"/>
                    <a:gd name="T2" fmla="*/ 16 w 17"/>
                    <a:gd name="T3" fmla="*/ 0 h 17"/>
                    <a:gd name="T4" fmla="*/ 0 60000 65536"/>
                    <a:gd name="T5" fmla="*/ 0 60000 65536"/>
                    <a:gd name="T6" fmla="*/ 0 w 17"/>
                    <a:gd name="T7" fmla="*/ 0 h 17"/>
                    <a:gd name="T8" fmla="*/ 17 w 17"/>
                    <a:gd name="T9" fmla="*/ 17 h 17"/>
                  </a:gdLst>
                  <a:ahLst/>
                  <a:cxnLst>
                    <a:cxn ang="T4">
                      <a:pos x="T0" y="T1"/>
                    </a:cxn>
                    <a:cxn ang="T5">
                      <a:pos x="T2" y="T3"/>
                    </a:cxn>
                  </a:cxnLst>
                  <a:rect l="T6" t="T7" r="T8" b="T9"/>
                  <a:pathLst>
                    <a:path w="17" h="17">
                      <a:moveTo>
                        <a:pt x="0" y="16"/>
                      </a:moveTo>
                      <a:lnTo>
                        <a:pt x="16" y="0"/>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sp>
              <p:nvSpPr>
                <p:cNvPr id="60" name="Freeform 25"/>
                <p:cNvSpPr/>
                <p:nvPr/>
              </p:nvSpPr>
              <p:spPr bwMode="auto">
                <a:xfrm>
                  <a:off x="5992492" y="3082974"/>
                  <a:ext cx="18" cy="17"/>
                </a:xfrm>
                <a:custGeom>
                  <a:avLst/>
                  <a:gdLst>
                    <a:gd name="T0" fmla="*/ 0 w 17"/>
                    <a:gd name="T1" fmla="*/ 0 h 17"/>
                    <a:gd name="T2" fmla="*/ 0 w 17"/>
                    <a:gd name="T3" fmla="*/ 16 h 17"/>
                    <a:gd name="T4" fmla="*/ 16 w 17"/>
                    <a:gd name="T5" fmla="*/ 16 h 17"/>
                    <a:gd name="T6" fmla="*/ 0 60000 65536"/>
                    <a:gd name="T7" fmla="*/ 0 60000 65536"/>
                    <a:gd name="T8" fmla="*/ 0 60000 65536"/>
                    <a:gd name="T9" fmla="*/ 0 w 17"/>
                    <a:gd name="T10" fmla="*/ 0 h 17"/>
                    <a:gd name="T11" fmla="*/ 17 w 17"/>
                    <a:gd name="T12" fmla="*/ 17 h 17"/>
                  </a:gdLst>
                  <a:ahLst/>
                  <a:cxnLst>
                    <a:cxn ang="T6">
                      <a:pos x="T0" y="T1"/>
                    </a:cxn>
                    <a:cxn ang="T7">
                      <a:pos x="T2" y="T3"/>
                    </a:cxn>
                    <a:cxn ang="T8">
                      <a:pos x="T4" y="T5"/>
                    </a:cxn>
                  </a:cxnLst>
                  <a:rect l="T9" t="T10" r="T11" b="T12"/>
                  <a:pathLst>
                    <a:path w="17" h="17">
                      <a:moveTo>
                        <a:pt x="0" y="0"/>
                      </a:moveTo>
                      <a:lnTo>
                        <a:pt x="0" y="16"/>
                      </a:lnTo>
                      <a:lnTo>
                        <a:pt x="16" y="16"/>
                      </a:lnTo>
                    </a:path>
                  </a:pathLst>
                </a:custGeom>
                <a:grpFill/>
                <a:ln w="9525">
                  <a:noFill/>
                  <a:round/>
                </a:ln>
                <a:effectLst/>
              </p:spPr>
              <p:txBody>
                <a:bodyPr lIns="90685" tIns="45342" rIns="90685" bIns="45342"/>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endParaRPr lang="zh-CN" altLang="en-US">
                    <a:solidFill>
                      <a:srgbClr val="000000"/>
                    </a:solidFill>
                  </a:endParaRPr>
                </a:p>
              </p:txBody>
            </p:sp>
          </p:grpSp>
          <p:sp>
            <p:nvSpPr>
              <p:cNvPr id="19463" name="Freeform 9"/>
              <p:cNvSpPr/>
              <p:nvPr/>
            </p:nvSpPr>
            <p:spPr>
              <a:xfrm>
                <a:off x="4640263" y="3570288"/>
                <a:ext cx="1619250" cy="1990725"/>
              </a:xfrm>
              <a:custGeom>
                <a:avLst/>
                <a:gdLst/>
                <a:ahLst/>
                <a:cxnLst>
                  <a:cxn ang="0">
                    <a:pos x="147662" y="722548"/>
                  </a:cxn>
                  <a:cxn ang="0">
                    <a:pos x="223171" y="624425"/>
                  </a:cxn>
                  <a:cxn ang="0">
                    <a:pos x="177866" y="570902"/>
                  </a:cxn>
                  <a:cxn ang="0">
                    <a:pos x="333918" y="477239"/>
                  </a:cxn>
                  <a:cxn ang="0">
                    <a:pos x="318816" y="419256"/>
                  </a:cxn>
                  <a:cxn ang="0">
                    <a:pos x="313782" y="334513"/>
                  </a:cxn>
                  <a:cxn ang="0">
                    <a:pos x="560445" y="205168"/>
                  </a:cxn>
                  <a:cxn ang="0">
                    <a:pos x="711463" y="169487"/>
                  </a:cxn>
                  <a:cxn ang="0">
                    <a:pos x="797040" y="8920"/>
                  </a:cxn>
                  <a:cxn ang="0">
                    <a:pos x="978262" y="0"/>
                  </a:cxn>
                  <a:cxn ang="0">
                    <a:pos x="1052093" y="62442"/>
                  </a:cxn>
                  <a:cxn ang="0">
                    <a:pos x="973228" y="160566"/>
                  </a:cxn>
                  <a:cxn ang="0">
                    <a:pos x="998398" y="240849"/>
                  </a:cxn>
                  <a:cxn ang="0">
                    <a:pos x="1189687" y="330053"/>
                  </a:cxn>
                  <a:cxn ang="0">
                    <a:pos x="1134314" y="419256"/>
                  </a:cxn>
                  <a:cxn ang="0">
                    <a:pos x="1058805" y="401416"/>
                  </a:cxn>
                  <a:cxn ang="0">
                    <a:pos x="1008466" y="544141"/>
                  </a:cxn>
                  <a:cxn ang="0">
                    <a:pos x="1018533" y="606584"/>
                  </a:cxn>
                  <a:cxn ang="0">
                    <a:pos x="1139348" y="624425"/>
                  </a:cxn>
                  <a:cxn ang="0">
                    <a:pos x="1109144" y="767150"/>
                  </a:cxn>
                  <a:cxn ang="0">
                    <a:pos x="1089009" y="851894"/>
                  </a:cxn>
                  <a:cxn ang="0">
                    <a:pos x="1169552" y="900955"/>
                  </a:cxn>
                  <a:cxn ang="0">
                    <a:pos x="1219891" y="1092743"/>
                  </a:cxn>
                  <a:cxn ang="0">
                    <a:pos x="1330638" y="1043681"/>
                  </a:cxn>
                  <a:cxn ang="0">
                    <a:pos x="1325604" y="1115044"/>
                  </a:cxn>
                  <a:cxn ang="0">
                    <a:pos x="1411181" y="1052601"/>
                  </a:cxn>
                  <a:cxn ang="0">
                    <a:pos x="1511859" y="1097203"/>
                  </a:cxn>
                  <a:cxn ang="0">
                    <a:pos x="1542063" y="1150725"/>
                  </a:cxn>
                  <a:cxn ang="0">
                    <a:pos x="1617572" y="1306831"/>
                  </a:cxn>
                  <a:cxn ang="0">
                    <a:pos x="1441384" y="1409415"/>
                  </a:cxn>
                  <a:cxn ang="0">
                    <a:pos x="1426282" y="1498619"/>
                  </a:cxn>
                  <a:cxn ang="0">
                    <a:pos x="1345739" y="1641345"/>
                  </a:cxn>
                  <a:cxn ang="0">
                    <a:pos x="1295400" y="1748389"/>
                  </a:cxn>
                  <a:cxn ang="0">
                    <a:pos x="1260162" y="1882194"/>
                  </a:cxn>
                  <a:cxn ang="0">
                    <a:pos x="1243383" y="1935716"/>
                  </a:cxn>
                  <a:cxn ang="0">
                    <a:pos x="998398" y="1962477"/>
                  </a:cxn>
                  <a:cxn ang="0">
                    <a:pos x="1083975" y="1859893"/>
                  </a:cxn>
                  <a:cxn ang="0">
                    <a:pos x="983296" y="1873274"/>
                  </a:cxn>
                  <a:cxn ang="0">
                    <a:pos x="815498" y="1858406"/>
                  </a:cxn>
                  <a:cxn ang="0">
                    <a:pos x="790328" y="1934229"/>
                  </a:cxn>
                  <a:cxn ang="0">
                    <a:pos x="716497" y="1911929"/>
                  </a:cxn>
                  <a:cxn ang="0">
                    <a:pos x="635954" y="1980318"/>
                  </a:cxn>
                  <a:cxn ang="0">
                    <a:pos x="493326" y="1943150"/>
                  </a:cxn>
                  <a:cxn ang="0">
                    <a:pos x="535275" y="1828672"/>
                  </a:cxn>
                  <a:cxn ang="0">
                    <a:pos x="468156" y="1724601"/>
                  </a:cxn>
                  <a:cxn ang="0">
                    <a:pos x="323850" y="1792991"/>
                  </a:cxn>
                  <a:cxn ang="0">
                    <a:pos x="211425" y="1791504"/>
                  </a:cxn>
                  <a:cxn ang="0">
                    <a:pos x="172832" y="1685946"/>
                  </a:cxn>
                  <a:cxn ang="0">
                    <a:pos x="152696" y="1605663"/>
                  </a:cxn>
                  <a:cxn ang="0">
                    <a:pos x="132560" y="1561061"/>
                  </a:cxn>
                  <a:cxn ang="0">
                    <a:pos x="152696" y="1458477"/>
                  </a:cxn>
                  <a:cxn ang="0">
                    <a:pos x="140950" y="1315752"/>
                  </a:cxn>
                  <a:cxn ang="0">
                    <a:pos x="110747" y="1231008"/>
                  </a:cxn>
                  <a:cxn ang="0">
                    <a:pos x="36916" y="1193840"/>
                  </a:cxn>
                  <a:cxn ang="0">
                    <a:pos x="5034" y="1095716"/>
                  </a:cxn>
                  <a:cxn ang="0">
                    <a:pos x="135916" y="1037734"/>
                  </a:cxn>
                  <a:cxn ang="0">
                    <a:pos x="191290" y="984212"/>
                  </a:cxn>
                  <a:cxn ang="0">
                    <a:pos x="263443" y="918796"/>
                  </a:cxn>
                  <a:cxn ang="0">
                    <a:pos x="182900" y="856354"/>
                  </a:cxn>
                </a:cxnLst>
                <a:rect l="0" t="0" r="0" b="0"/>
                <a:pathLst>
                  <a:path w="965" h="1339">
                    <a:moveTo>
                      <a:pt x="94" y="558"/>
                    </a:moveTo>
                    <a:lnTo>
                      <a:pt x="97" y="531"/>
                    </a:lnTo>
                    <a:lnTo>
                      <a:pt x="103" y="504"/>
                    </a:lnTo>
                    <a:lnTo>
                      <a:pt x="88" y="486"/>
                    </a:lnTo>
                    <a:lnTo>
                      <a:pt x="109" y="468"/>
                    </a:lnTo>
                    <a:lnTo>
                      <a:pt x="133" y="462"/>
                    </a:lnTo>
                    <a:lnTo>
                      <a:pt x="151" y="438"/>
                    </a:lnTo>
                    <a:lnTo>
                      <a:pt x="133" y="420"/>
                    </a:lnTo>
                    <a:lnTo>
                      <a:pt x="109" y="426"/>
                    </a:lnTo>
                    <a:lnTo>
                      <a:pt x="85" y="396"/>
                    </a:lnTo>
                    <a:lnTo>
                      <a:pt x="85" y="372"/>
                    </a:lnTo>
                    <a:lnTo>
                      <a:pt x="106" y="384"/>
                    </a:lnTo>
                    <a:lnTo>
                      <a:pt x="187" y="390"/>
                    </a:lnTo>
                    <a:lnTo>
                      <a:pt x="217" y="366"/>
                    </a:lnTo>
                    <a:lnTo>
                      <a:pt x="220" y="348"/>
                    </a:lnTo>
                    <a:lnTo>
                      <a:pt x="199" y="321"/>
                    </a:lnTo>
                    <a:lnTo>
                      <a:pt x="199" y="309"/>
                    </a:lnTo>
                    <a:lnTo>
                      <a:pt x="184" y="300"/>
                    </a:lnTo>
                    <a:lnTo>
                      <a:pt x="184" y="294"/>
                    </a:lnTo>
                    <a:lnTo>
                      <a:pt x="190" y="282"/>
                    </a:lnTo>
                    <a:lnTo>
                      <a:pt x="187" y="264"/>
                    </a:lnTo>
                    <a:lnTo>
                      <a:pt x="169" y="249"/>
                    </a:lnTo>
                    <a:lnTo>
                      <a:pt x="166" y="234"/>
                    </a:lnTo>
                    <a:lnTo>
                      <a:pt x="187" y="225"/>
                    </a:lnTo>
                    <a:lnTo>
                      <a:pt x="202" y="213"/>
                    </a:lnTo>
                    <a:lnTo>
                      <a:pt x="220" y="213"/>
                    </a:lnTo>
                    <a:lnTo>
                      <a:pt x="322" y="141"/>
                    </a:lnTo>
                    <a:lnTo>
                      <a:pt x="334" y="138"/>
                    </a:lnTo>
                    <a:lnTo>
                      <a:pt x="348" y="153"/>
                    </a:lnTo>
                    <a:lnTo>
                      <a:pt x="373" y="156"/>
                    </a:lnTo>
                    <a:lnTo>
                      <a:pt x="379" y="138"/>
                    </a:lnTo>
                    <a:lnTo>
                      <a:pt x="424" y="114"/>
                    </a:lnTo>
                    <a:lnTo>
                      <a:pt x="430" y="59"/>
                    </a:lnTo>
                    <a:lnTo>
                      <a:pt x="439" y="18"/>
                    </a:lnTo>
                    <a:lnTo>
                      <a:pt x="445" y="9"/>
                    </a:lnTo>
                    <a:lnTo>
                      <a:pt x="475" y="6"/>
                    </a:lnTo>
                    <a:lnTo>
                      <a:pt x="529" y="32"/>
                    </a:lnTo>
                    <a:lnTo>
                      <a:pt x="541" y="33"/>
                    </a:lnTo>
                    <a:lnTo>
                      <a:pt x="568" y="6"/>
                    </a:lnTo>
                    <a:lnTo>
                      <a:pt x="583" y="0"/>
                    </a:lnTo>
                    <a:lnTo>
                      <a:pt x="598" y="17"/>
                    </a:lnTo>
                    <a:lnTo>
                      <a:pt x="595" y="36"/>
                    </a:lnTo>
                    <a:lnTo>
                      <a:pt x="601" y="42"/>
                    </a:lnTo>
                    <a:lnTo>
                      <a:pt x="627" y="42"/>
                    </a:lnTo>
                    <a:lnTo>
                      <a:pt x="621" y="54"/>
                    </a:lnTo>
                    <a:lnTo>
                      <a:pt x="601" y="66"/>
                    </a:lnTo>
                    <a:lnTo>
                      <a:pt x="595" y="84"/>
                    </a:lnTo>
                    <a:lnTo>
                      <a:pt x="580" y="108"/>
                    </a:lnTo>
                    <a:lnTo>
                      <a:pt x="553" y="120"/>
                    </a:lnTo>
                    <a:lnTo>
                      <a:pt x="556" y="144"/>
                    </a:lnTo>
                    <a:lnTo>
                      <a:pt x="559" y="156"/>
                    </a:lnTo>
                    <a:lnTo>
                      <a:pt x="595" y="162"/>
                    </a:lnTo>
                    <a:lnTo>
                      <a:pt x="618" y="188"/>
                    </a:lnTo>
                    <a:lnTo>
                      <a:pt x="682" y="189"/>
                    </a:lnTo>
                    <a:lnTo>
                      <a:pt x="685" y="216"/>
                    </a:lnTo>
                    <a:lnTo>
                      <a:pt x="709" y="222"/>
                    </a:lnTo>
                    <a:lnTo>
                      <a:pt x="721" y="231"/>
                    </a:lnTo>
                    <a:lnTo>
                      <a:pt x="715" y="264"/>
                    </a:lnTo>
                    <a:lnTo>
                      <a:pt x="703" y="282"/>
                    </a:lnTo>
                    <a:lnTo>
                      <a:pt x="676" y="282"/>
                    </a:lnTo>
                    <a:lnTo>
                      <a:pt x="661" y="270"/>
                    </a:lnTo>
                    <a:lnTo>
                      <a:pt x="655" y="258"/>
                    </a:lnTo>
                    <a:lnTo>
                      <a:pt x="637" y="258"/>
                    </a:lnTo>
                    <a:lnTo>
                      <a:pt x="631" y="270"/>
                    </a:lnTo>
                    <a:lnTo>
                      <a:pt x="631" y="303"/>
                    </a:lnTo>
                    <a:lnTo>
                      <a:pt x="619" y="318"/>
                    </a:lnTo>
                    <a:lnTo>
                      <a:pt x="616" y="354"/>
                    </a:lnTo>
                    <a:lnTo>
                      <a:pt x="601" y="366"/>
                    </a:lnTo>
                    <a:lnTo>
                      <a:pt x="577" y="366"/>
                    </a:lnTo>
                    <a:lnTo>
                      <a:pt x="571" y="384"/>
                    </a:lnTo>
                    <a:lnTo>
                      <a:pt x="583" y="402"/>
                    </a:lnTo>
                    <a:lnTo>
                      <a:pt x="607" y="408"/>
                    </a:lnTo>
                    <a:lnTo>
                      <a:pt x="634" y="438"/>
                    </a:lnTo>
                    <a:lnTo>
                      <a:pt x="655" y="438"/>
                    </a:lnTo>
                    <a:lnTo>
                      <a:pt x="664" y="426"/>
                    </a:lnTo>
                    <a:lnTo>
                      <a:pt x="679" y="420"/>
                    </a:lnTo>
                    <a:lnTo>
                      <a:pt x="688" y="432"/>
                    </a:lnTo>
                    <a:lnTo>
                      <a:pt x="688" y="504"/>
                    </a:lnTo>
                    <a:lnTo>
                      <a:pt x="679" y="516"/>
                    </a:lnTo>
                    <a:lnTo>
                      <a:pt x="661" y="516"/>
                    </a:lnTo>
                    <a:lnTo>
                      <a:pt x="640" y="522"/>
                    </a:lnTo>
                    <a:lnTo>
                      <a:pt x="634" y="537"/>
                    </a:lnTo>
                    <a:lnTo>
                      <a:pt x="631" y="558"/>
                    </a:lnTo>
                    <a:lnTo>
                      <a:pt x="649" y="573"/>
                    </a:lnTo>
                    <a:lnTo>
                      <a:pt x="664" y="579"/>
                    </a:lnTo>
                    <a:lnTo>
                      <a:pt x="691" y="579"/>
                    </a:lnTo>
                    <a:lnTo>
                      <a:pt x="697" y="585"/>
                    </a:lnTo>
                    <a:lnTo>
                      <a:pt x="697" y="606"/>
                    </a:lnTo>
                    <a:lnTo>
                      <a:pt x="685" y="612"/>
                    </a:lnTo>
                    <a:lnTo>
                      <a:pt x="685" y="633"/>
                    </a:lnTo>
                    <a:lnTo>
                      <a:pt x="703" y="690"/>
                    </a:lnTo>
                    <a:lnTo>
                      <a:pt x="727" y="735"/>
                    </a:lnTo>
                    <a:lnTo>
                      <a:pt x="745" y="738"/>
                    </a:lnTo>
                    <a:lnTo>
                      <a:pt x="757" y="717"/>
                    </a:lnTo>
                    <a:lnTo>
                      <a:pt x="775" y="702"/>
                    </a:lnTo>
                    <a:lnTo>
                      <a:pt x="793" y="702"/>
                    </a:lnTo>
                    <a:lnTo>
                      <a:pt x="796" y="714"/>
                    </a:lnTo>
                    <a:lnTo>
                      <a:pt x="781" y="729"/>
                    </a:lnTo>
                    <a:lnTo>
                      <a:pt x="775" y="744"/>
                    </a:lnTo>
                    <a:lnTo>
                      <a:pt x="790" y="750"/>
                    </a:lnTo>
                    <a:lnTo>
                      <a:pt x="808" y="738"/>
                    </a:lnTo>
                    <a:lnTo>
                      <a:pt x="820" y="714"/>
                    </a:lnTo>
                    <a:lnTo>
                      <a:pt x="829" y="708"/>
                    </a:lnTo>
                    <a:lnTo>
                      <a:pt x="841" y="708"/>
                    </a:lnTo>
                    <a:lnTo>
                      <a:pt x="850" y="720"/>
                    </a:lnTo>
                    <a:lnTo>
                      <a:pt x="865" y="744"/>
                    </a:lnTo>
                    <a:lnTo>
                      <a:pt x="892" y="750"/>
                    </a:lnTo>
                    <a:lnTo>
                      <a:pt x="901" y="738"/>
                    </a:lnTo>
                    <a:lnTo>
                      <a:pt x="919" y="738"/>
                    </a:lnTo>
                    <a:lnTo>
                      <a:pt x="925" y="750"/>
                    </a:lnTo>
                    <a:lnTo>
                      <a:pt x="925" y="768"/>
                    </a:lnTo>
                    <a:lnTo>
                      <a:pt x="919" y="774"/>
                    </a:lnTo>
                    <a:lnTo>
                      <a:pt x="916" y="798"/>
                    </a:lnTo>
                    <a:lnTo>
                      <a:pt x="955" y="828"/>
                    </a:lnTo>
                    <a:lnTo>
                      <a:pt x="964" y="852"/>
                    </a:lnTo>
                    <a:lnTo>
                      <a:pt x="964" y="879"/>
                    </a:lnTo>
                    <a:lnTo>
                      <a:pt x="937" y="912"/>
                    </a:lnTo>
                    <a:lnTo>
                      <a:pt x="907" y="924"/>
                    </a:lnTo>
                    <a:lnTo>
                      <a:pt x="871" y="930"/>
                    </a:lnTo>
                    <a:lnTo>
                      <a:pt x="859" y="948"/>
                    </a:lnTo>
                    <a:lnTo>
                      <a:pt x="835" y="960"/>
                    </a:lnTo>
                    <a:lnTo>
                      <a:pt x="835" y="978"/>
                    </a:lnTo>
                    <a:lnTo>
                      <a:pt x="850" y="996"/>
                    </a:lnTo>
                    <a:lnTo>
                      <a:pt x="850" y="1008"/>
                    </a:lnTo>
                    <a:lnTo>
                      <a:pt x="835" y="1032"/>
                    </a:lnTo>
                    <a:lnTo>
                      <a:pt x="817" y="1038"/>
                    </a:lnTo>
                    <a:lnTo>
                      <a:pt x="799" y="1050"/>
                    </a:lnTo>
                    <a:lnTo>
                      <a:pt x="802" y="1104"/>
                    </a:lnTo>
                    <a:lnTo>
                      <a:pt x="808" y="1122"/>
                    </a:lnTo>
                    <a:lnTo>
                      <a:pt x="808" y="1134"/>
                    </a:lnTo>
                    <a:lnTo>
                      <a:pt x="793" y="1152"/>
                    </a:lnTo>
                    <a:lnTo>
                      <a:pt x="772" y="1176"/>
                    </a:lnTo>
                    <a:lnTo>
                      <a:pt x="754" y="1194"/>
                    </a:lnTo>
                    <a:lnTo>
                      <a:pt x="757" y="1248"/>
                    </a:lnTo>
                    <a:lnTo>
                      <a:pt x="745" y="1254"/>
                    </a:lnTo>
                    <a:lnTo>
                      <a:pt x="751" y="1266"/>
                    </a:lnTo>
                    <a:lnTo>
                      <a:pt x="769" y="1281"/>
                    </a:lnTo>
                    <a:lnTo>
                      <a:pt x="769" y="1302"/>
                    </a:lnTo>
                    <a:lnTo>
                      <a:pt x="760" y="1320"/>
                    </a:lnTo>
                    <a:lnTo>
                      <a:pt x="741" y="1302"/>
                    </a:lnTo>
                    <a:lnTo>
                      <a:pt x="709" y="1302"/>
                    </a:lnTo>
                    <a:lnTo>
                      <a:pt x="643" y="1337"/>
                    </a:lnTo>
                    <a:lnTo>
                      <a:pt x="613" y="1338"/>
                    </a:lnTo>
                    <a:lnTo>
                      <a:pt x="595" y="1320"/>
                    </a:lnTo>
                    <a:lnTo>
                      <a:pt x="597" y="1305"/>
                    </a:lnTo>
                    <a:lnTo>
                      <a:pt x="609" y="1289"/>
                    </a:lnTo>
                    <a:lnTo>
                      <a:pt x="646" y="1268"/>
                    </a:lnTo>
                    <a:lnTo>
                      <a:pt x="646" y="1251"/>
                    </a:lnTo>
                    <a:lnTo>
                      <a:pt x="639" y="1239"/>
                    </a:lnTo>
                    <a:lnTo>
                      <a:pt x="628" y="1242"/>
                    </a:lnTo>
                    <a:lnTo>
                      <a:pt x="604" y="1263"/>
                    </a:lnTo>
                    <a:lnTo>
                      <a:pt x="586" y="1260"/>
                    </a:lnTo>
                    <a:lnTo>
                      <a:pt x="577" y="1239"/>
                    </a:lnTo>
                    <a:lnTo>
                      <a:pt x="544" y="1260"/>
                    </a:lnTo>
                    <a:lnTo>
                      <a:pt x="525" y="1244"/>
                    </a:lnTo>
                    <a:lnTo>
                      <a:pt x="486" y="1250"/>
                    </a:lnTo>
                    <a:lnTo>
                      <a:pt x="474" y="1265"/>
                    </a:lnTo>
                    <a:lnTo>
                      <a:pt x="477" y="1286"/>
                    </a:lnTo>
                    <a:lnTo>
                      <a:pt x="481" y="1296"/>
                    </a:lnTo>
                    <a:lnTo>
                      <a:pt x="471" y="1301"/>
                    </a:lnTo>
                    <a:lnTo>
                      <a:pt x="457" y="1311"/>
                    </a:lnTo>
                    <a:lnTo>
                      <a:pt x="448" y="1311"/>
                    </a:lnTo>
                    <a:lnTo>
                      <a:pt x="448" y="1296"/>
                    </a:lnTo>
                    <a:lnTo>
                      <a:pt x="427" y="1286"/>
                    </a:lnTo>
                    <a:lnTo>
                      <a:pt x="409" y="1284"/>
                    </a:lnTo>
                    <a:lnTo>
                      <a:pt x="403" y="1301"/>
                    </a:lnTo>
                    <a:lnTo>
                      <a:pt x="397" y="1317"/>
                    </a:lnTo>
                    <a:lnTo>
                      <a:pt x="379" y="1332"/>
                    </a:lnTo>
                    <a:lnTo>
                      <a:pt x="327" y="1334"/>
                    </a:lnTo>
                    <a:lnTo>
                      <a:pt x="309" y="1317"/>
                    </a:lnTo>
                    <a:lnTo>
                      <a:pt x="303" y="1298"/>
                    </a:lnTo>
                    <a:lnTo>
                      <a:pt x="294" y="1307"/>
                    </a:lnTo>
                    <a:lnTo>
                      <a:pt x="277" y="1307"/>
                    </a:lnTo>
                    <a:lnTo>
                      <a:pt x="279" y="1283"/>
                    </a:lnTo>
                    <a:lnTo>
                      <a:pt x="300" y="1259"/>
                    </a:lnTo>
                    <a:lnTo>
                      <a:pt x="319" y="1230"/>
                    </a:lnTo>
                    <a:lnTo>
                      <a:pt x="289" y="1208"/>
                    </a:lnTo>
                    <a:lnTo>
                      <a:pt x="303" y="1181"/>
                    </a:lnTo>
                    <a:lnTo>
                      <a:pt x="301" y="1170"/>
                    </a:lnTo>
                    <a:lnTo>
                      <a:pt x="279" y="1160"/>
                    </a:lnTo>
                    <a:lnTo>
                      <a:pt x="253" y="1158"/>
                    </a:lnTo>
                    <a:lnTo>
                      <a:pt x="244" y="1170"/>
                    </a:lnTo>
                    <a:lnTo>
                      <a:pt x="228" y="1178"/>
                    </a:lnTo>
                    <a:lnTo>
                      <a:pt x="193" y="1206"/>
                    </a:lnTo>
                    <a:lnTo>
                      <a:pt x="183" y="1199"/>
                    </a:lnTo>
                    <a:lnTo>
                      <a:pt x="177" y="1175"/>
                    </a:lnTo>
                    <a:lnTo>
                      <a:pt x="147" y="1206"/>
                    </a:lnTo>
                    <a:lnTo>
                      <a:pt x="126" y="1205"/>
                    </a:lnTo>
                    <a:lnTo>
                      <a:pt x="129" y="1179"/>
                    </a:lnTo>
                    <a:lnTo>
                      <a:pt x="111" y="1170"/>
                    </a:lnTo>
                    <a:lnTo>
                      <a:pt x="106" y="1164"/>
                    </a:lnTo>
                    <a:lnTo>
                      <a:pt x="103" y="1134"/>
                    </a:lnTo>
                    <a:lnTo>
                      <a:pt x="127" y="1110"/>
                    </a:lnTo>
                    <a:lnTo>
                      <a:pt x="130" y="1094"/>
                    </a:lnTo>
                    <a:lnTo>
                      <a:pt x="118" y="1068"/>
                    </a:lnTo>
                    <a:lnTo>
                      <a:pt x="91" y="1080"/>
                    </a:lnTo>
                    <a:lnTo>
                      <a:pt x="79" y="1086"/>
                    </a:lnTo>
                    <a:lnTo>
                      <a:pt x="63" y="1085"/>
                    </a:lnTo>
                    <a:lnTo>
                      <a:pt x="55" y="1068"/>
                    </a:lnTo>
                    <a:lnTo>
                      <a:pt x="79" y="1050"/>
                    </a:lnTo>
                    <a:lnTo>
                      <a:pt x="91" y="1041"/>
                    </a:lnTo>
                    <a:lnTo>
                      <a:pt x="103" y="1008"/>
                    </a:lnTo>
                    <a:lnTo>
                      <a:pt x="100" y="999"/>
                    </a:lnTo>
                    <a:lnTo>
                      <a:pt x="91" y="981"/>
                    </a:lnTo>
                    <a:lnTo>
                      <a:pt x="93" y="956"/>
                    </a:lnTo>
                    <a:lnTo>
                      <a:pt x="94" y="918"/>
                    </a:lnTo>
                    <a:lnTo>
                      <a:pt x="93" y="896"/>
                    </a:lnTo>
                    <a:lnTo>
                      <a:pt x="84" y="885"/>
                    </a:lnTo>
                    <a:lnTo>
                      <a:pt x="81" y="863"/>
                    </a:lnTo>
                    <a:lnTo>
                      <a:pt x="72" y="857"/>
                    </a:lnTo>
                    <a:lnTo>
                      <a:pt x="73" y="839"/>
                    </a:lnTo>
                    <a:lnTo>
                      <a:pt x="66" y="828"/>
                    </a:lnTo>
                    <a:lnTo>
                      <a:pt x="60" y="827"/>
                    </a:lnTo>
                    <a:lnTo>
                      <a:pt x="57" y="812"/>
                    </a:lnTo>
                    <a:lnTo>
                      <a:pt x="42" y="809"/>
                    </a:lnTo>
                    <a:lnTo>
                      <a:pt x="22" y="803"/>
                    </a:lnTo>
                    <a:lnTo>
                      <a:pt x="22" y="794"/>
                    </a:lnTo>
                    <a:lnTo>
                      <a:pt x="10" y="788"/>
                    </a:lnTo>
                    <a:lnTo>
                      <a:pt x="10" y="737"/>
                    </a:lnTo>
                    <a:lnTo>
                      <a:pt x="3" y="737"/>
                    </a:lnTo>
                    <a:lnTo>
                      <a:pt x="0" y="722"/>
                    </a:lnTo>
                    <a:lnTo>
                      <a:pt x="6" y="707"/>
                    </a:lnTo>
                    <a:lnTo>
                      <a:pt x="19" y="701"/>
                    </a:lnTo>
                    <a:lnTo>
                      <a:pt x="81" y="698"/>
                    </a:lnTo>
                    <a:lnTo>
                      <a:pt x="97" y="692"/>
                    </a:lnTo>
                    <a:lnTo>
                      <a:pt x="105" y="680"/>
                    </a:lnTo>
                    <a:lnTo>
                      <a:pt x="112" y="677"/>
                    </a:lnTo>
                    <a:lnTo>
                      <a:pt x="114" y="662"/>
                    </a:lnTo>
                    <a:lnTo>
                      <a:pt x="121" y="660"/>
                    </a:lnTo>
                    <a:lnTo>
                      <a:pt x="142" y="657"/>
                    </a:lnTo>
                    <a:lnTo>
                      <a:pt x="160" y="648"/>
                    </a:lnTo>
                    <a:lnTo>
                      <a:pt x="157" y="618"/>
                    </a:lnTo>
                    <a:lnTo>
                      <a:pt x="163" y="597"/>
                    </a:lnTo>
                    <a:lnTo>
                      <a:pt x="139" y="582"/>
                    </a:lnTo>
                    <a:lnTo>
                      <a:pt x="121" y="582"/>
                    </a:lnTo>
                    <a:lnTo>
                      <a:pt x="109" y="576"/>
                    </a:lnTo>
                    <a:lnTo>
                      <a:pt x="94" y="558"/>
                    </a:lnTo>
                  </a:path>
                </a:pathLst>
              </a:custGeom>
              <a:solidFill>
                <a:srgbClr val="FFC000"/>
              </a:solidFill>
              <a:ln w="9525">
                <a:noFill/>
              </a:ln>
            </p:spPr>
            <p:txBody>
              <a:bodyPr/>
              <a:lstStyle/>
              <a:p>
                <a:endParaRPr lang="zh-CN" altLang="en-US">
                  <a:solidFill>
                    <a:srgbClr val="000000"/>
                  </a:solidFill>
                </a:endParaRPr>
              </a:p>
            </p:txBody>
          </p:sp>
          <p:sp>
            <p:nvSpPr>
              <p:cNvPr id="19464" name="Text Box 132"/>
              <p:cNvSpPr txBox="1"/>
              <p:nvPr/>
            </p:nvSpPr>
            <p:spPr>
              <a:xfrm>
                <a:off x="1555589" y="2670198"/>
                <a:ext cx="1108075" cy="330200"/>
              </a:xfrm>
              <a:prstGeom prst="rect">
                <a:avLst/>
              </a:prstGeom>
              <a:noFill/>
              <a:ln w="9525">
                <a:noFill/>
              </a:ln>
            </p:spPr>
            <p:txBody>
              <a:bodyPr lIns="90671" tIns="45335" rIns="90671" bIns="45335" anchor="t">
                <a:spAutoFit/>
              </a:bodyPr>
              <a:lstStyle/>
              <a:p>
                <a:pPr algn="ctr">
                  <a:lnSpc>
                    <a:spcPts val="1800"/>
                  </a:lnSpc>
                </a:pPr>
                <a:r>
                  <a:rPr lang="zh-CN" altLang="en-US" b="1" dirty="0">
                    <a:solidFill>
                      <a:srgbClr val="000000"/>
                    </a:solidFill>
                    <a:latin typeface="黑体" panose="02010609060101010101" charset="-122"/>
                    <a:ea typeface="黑体" panose="02010609060101010101" charset="-122"/>
                  </a:rPr>
                  <a:t>西北</a:t>
                </a:r>
                <a:endParaRPr lang="en-US" altLang="zh-CN" b="1" dirty="0">
                  <a:solidFill>
                    <a:srgbClr val="000000"/>
                  </a:solidFill>
                  <a:latin typeface="黑体" panose="02010609060101010101" charset="-122"/>
                  <a:ea typeface="黑体" panose="02010609060101010101" charset="-122"/>
                </a:endParaRPr>
              </a:p>
            </p:txBody>
          </p:sp>
          <p:sp>
            <p:nvSpPr>
              <p:cNvPr id="19465" name="Text Box 132"/>
              <p:cNvSpPr txBox="1"/>
              <p:nvPr/>
            </p:nvSpPr>
            <p:spPr>
              <a:xfrm>
                <a:off x="1116013" y="4538900"/>
                <a:ext cx="846137" cy="330200"/>
              </a:xfrm>
              <a:prstGeom prst="rect">
                <a:avLst/>
              </a:prstGeom>
              <a:noFill/>
              <a:ln w="9525">
                <a:noFill/>
              </a:ln>
            </p:spPr>
            <p:txBody>
              <a:bodyPr lIns="90671" tIns="45335" rIns="90671" bIns="45335" anchor="t">
                <a:spAutoFit/>
              </a:bodyPr>
              <a:lstStyle/>
              <a:p>
                <a:pPr algn="ctr">
                  <a:lnSpc>
                    <a:spcPts val="1800"/>
                  </a:lnSpc>
                </a:pPr>
                <a:r>
                  <a:rPr lang="zh-CN" altLang="en-US" b="1" dirty="0" smtClean="0">
                    <a:solidFill>
                      <a:srgbClr val="000000"/>
                    </a:solidFill>
                    <a:latin typeface="黑体" panose="02010609060101010101" charset="-122"/>
                    <a:ea typeface="黑体" panose="02010609060101010101" charset="-122"/>
                  </a:rPr>
                  <a:t>西南</a:t>
                </a:r>
                <a:endParaRPr lang="en-US" altLang="zh-CN" b="1" dirty="0">
                  <a:solidFill>
                    <a:srgbClr val="000000"/>
                  </a:solidFill>
                  <a:latin typeface="黑体" panose="02010609060101010101" charset="-122"/>
                  <a:ea typeface="黑体" panose="02010609060101010101" charset="-122"/>
                </a:endParaRPr>
              </a:p>
            </p:txBody>
          </p:sp>
          <p:sp>
            <p:nvSpPr>
              <p:cNvPr id="19466" name="Text Box 132"/>
              <p:cNvSpPr txBox="1"/>
              <p:nvPr/>
            </p:nvSpPr>
            <p:spPr>
              <a:xfrm>
                <a:off x="4986379" y="3653750"/>
                <a:ext cx="909637" cy="330200"/>
              </a:xfrm>
              <a:prstGeom prst="rect">
                <a:avLst/>
              </a:prstGeom>
              <a:noFill/>
              <a:ln w="9525">
                <a:noFill/>
              </a:ln>
            </p:spPr>
            <p:txBody>
              <a:bodyPr lIns="90671" tIns="45335" rIns="90671" bIns="45335" anchor="t">
                <a:spAutoFit/>
              </a:bodyPr>
              <a:lstStyle/>
              <a:p>
                <a:pPr algn="ctr">
                  <a:lnSpc>
                    <a:spcPts val="1800"/>
                  </a:lnSpc>
                </a:pPr>
                <a:r>
                  <a:rPr lang="zh-CN" altLang="en-US" b="1" dirty="0">
                    <a:solidFill>
                      <a:srgbClr val="000000"/>
                    </a:solidFill>
                    <a:latin typeface="黑体" panose="02010609060101010101" charset="-122"/>
                    <a:ea typeface="黑体" panose="02010609060101010101" charset="-122"/>
                  </a:rPr>
                  <a:t>华中</a:t>
                </a:r>
                <a:endParaRPr lang="en-US" altLang="zh-CN" b="1" dirty="0">
                  <a:solidFill>
                    <a:srgbClr val="000000"/>
                  </a:solidFill>
                  <a:latin typeface="黑体" panose="02010609060101010101" charset="-122"/>
                  <a:ea typeface="黑体" panose="02010609060101010101" charset="-122"/>
                </a:endParaRPr>
              </a:p>
            </p:txBody>
          </p:sp>
          <p:sp>
            <p:nvSpPr>
              <p:cNvPr id="19467" name="Text Box 132"/>
              <p:cNvSpPr txBox="1"/>
              <p:nvPr/>
            </p:nvSpPr>
            <p:spPr>
              <a:xfrm>
                <a:off x="7390981" y="1682014"/>
                <a:ext cx="847725" cy="327025"/>
              </a:xfrm>
              <a:prstGeom prst="rect">
                <a:avLst/>
              </a:prstGeom>
              <a:noFill/>
              <a:ln w="9525">
                <a:noFill/>
              </a:ln>
            </p:spPr>
            <p:txBody>
              <a:bodyPr lIns="90671" tIns="45335" rIns="90671" bIns="45335" anchor="t">
                <a:spAutoFit/>
              </a:bodyPr>
              <a:lstStyle/>
              <a:p>
                <a:pPr algn="ctr">
                  <a:lnSpc>
                    <a:spcPts val="1800"/>
                  </a:lnSpc>
                </a:pPr>
                <a:r>
                  <a:rPr lang="zh-CN" altLang="en-US" b="1" dirty="0">
                    <a:solidFill>
                      <a:srgbClr val="000000"/>
                    </a:solidFill>
                    <a:latin typeface="黑体" panose="02010609060101010101" charset="-122"/>
                    <a:ea typeface="黑体" panose="02010609060101010101" charset="-122"/>
                  </a:rPr>
                  <a:t>东北</a:t>
                </a:r>
                <a:endParaRPr lang="en-US" altLang="zh-CN" b="1" dirty="0">
                  <a:solidFill>
                    <a:srgbClr val="000000"/>
                  </a:solidFill>
                  <a:latin typeface="黑体" panose="02010609060101010101" charset="-122"/>
                  <a:ea typeface="黑体" panose="02010609060101010101" charset="-122"/>
                </a:endParaRPr>
              </a:p>
            </p:txBody>
          </p:sp>
          <p:sp>
            <p:nvSpPr>
              <p:cNvPr id="19468" name="Text Box 132"/>
              <p:cNvSpPr txBox="1"/>
              <p:nvPr/>
            </p:nvSpPr>
            <p:spPr>
              <a:xfrm>
                <a:off x="5736656" y="2415544"/>
                <a:ext cx="969962" cy="330200"/>
              </a:xfrm>
              <a:prstGeom prst="rect">
                <a:avLst/>
              </a:prstGeom>
              <a:noFill/>
              <a:ln w="9525">
                <a:noFill/>
              </a:ln>
            </p:spPr>
            <p:txBody>
              <a:bodyPr lIns="90671" tIns="45335" rIns="90671" bIns="45335" anchor="t">
                <a:spAutoFit/>
              </a:bodyPr>
              <a:lstStyle/>
              <a:p>
                <a:pPr algn="ctr">
                  <a:lnSpc>
                    <a:spcPts val="1800"/>
                  </a:lnSpc>
                </a:pPr>
                <a:r>
                  <a:rPr lang="zh-CN" altLang="en-US" b="1" dirty="0">
                    <a:solidFill>
                      <a:srgbClr val="000000"/>
                    </a:solidFill>
                    <a:latin typeface="黑体" panose="02010609060101010101" charset="-122"/>
                    <a:ea typeface="黑体" panose="02010609060101010101" charset="-122"/>
                  </a:rPr>
                  <a:t>华北</a:t>
                </a:r>
                <a:endParaRPr lang="en-US" altLang="zh-CN" b="1" dirty="0">
                  <a:solidFill>
                    <a:srgbClr val="000000"/>
                  </a:solidFill>
                  <a:latin typeface="黑体" panose="02010609060101010101" charset="-122"/>
                  <a:ea typeface="黑体" panose="02010609060101010101" charset="-122"/>
                </a:endParaRPr>
              </a:p>
            </p:txBody>
          </p:sp>
          <p:sp>
            <p:nvSpPr>
              <p:cNvPr id="19469" name="Text Box 132"/>
              <p:cNvSpPr txBox="1"/>
              <p:nvPr/>
            </p:nvSpPr>
            <p:spPr>
              <a:xfrm>
                <a:off x="6490857" y="4509075"/>
                <a:ext cx="1249363" cy="330200"/>
              </a:xfrm>
              <a:prstGeom prst="rect">
                <a:avLst/>
              </a:prstGeom>
              <a:noFill/>
              <a:ln w="9525">
                <a:noFill/>
              </a:ln>
            </p:spPr>
            <p:txBody>
              <a:bodyPr lIns="90671" tIns="45335" rIns="90671" bIns="45335" anchor="t">
                <a:spAutoFit/>
              </a:bodyPr>
              <a:lstStyle/>
              <a:p>
                <a:pPr algn="ctr">
                  <a:lnSpc>
                    <a:spcPts val="1800"/>
                  </a:lnSpc>
                </a:pPr>
                <a:r>
                  <a:rPr lang="zh-CN" altLang="en-US" b="1" dirty="0">
                    <a:solidFill>
                      <a:srgbClr val="000000"/>
                    </a:solidFill>
                    <a:latin typeface="黑体" panose="02010609060101010101" charset="-122"/>
                    <a:ea typeface="黑体" panose="02010609060101010101" charset="-122"/>
                  </a:rPr>
                  <a:t>华东</a:t>
                </a:r>
                <a:endParaRPr lang="en-US" altLang="zh-CN" b="1" dirty="0">
                  <a:solidFill>
                    <a:srgbClr val="000000"/>
                  </a:solidFill>
                  <a:latin typeface="黑体" panose="02010609060101010101" charset="-122"/>
                  <a:ea typeface="黑体" panose="02010609060101010101" charset="-122"/>
                </a:endParaRPr>
              </a:p>
            </p:txBody>
          </p:sp>
        </p:grpSp>
        <p:cxnSp>
          <p:nvCxnSpPr>
            <p:cNvPr id="11" name="直接箭头连接符 38"/>
            <p:cNvCxnSpPr/>
            <p:nvPr/>
          </p:nvCxnSpPr>
          <p:spPr>
            <a:xfrm>
              <a:off x="499" y="10060"/>
              <a:ext cx="691" cy="4"/>
            </a:xfrm>
            <a:prstGeom prst="straightConnector1">
              <a:avLst/>
            </a:prstGeom>
            <a:ln w="25400" cap="flat" cmpd="sng">
              <a:solidFill>
                <a:srgbClr val="FF0000"/>
              </a:solidFill>
              <a:prstDash val="sysDash"/>
              <a:round/>
              <a:headEnd type="none" w="med" len="med"/>
              <a:tailEnd type="arrow" w="med" len="med"/>
            </a:ln>
          </p:spPr>
        </p:cxnSp>
        <p:cxnSp>
          <p:nvCxnSpPr>
            <p:cNvPr id="12" name="直接箭头连接符 38"/>
            <p:cNvCxnSpPr/>
            <p:nvPr/>
          </p:nvCxnSpPr>
          <p:spPr>
            <a:xfrm>
              <a:off x="499" y="10403"/>
              <a:ext cx="691" cy="4"/>
            </a:xfrm>
            <a:prstGeom prst="straightConnector1">
              <a:avLst/>
            </a:prstGeom>
            <a:ln w="25400" cap="flat" cmpd="sng">
              <a:solidFill>
                <a:srgbClr val="0000FF"/>
              </a:solidFill>
              <a:prstDash val="sysDash"/>
              <a:round/>
              <a:headEnd type="none" w="med" len="med"/>
              <a:tailEnd type="arrow" w="med" len="med"/>
            </a:ln>
          </p:spPr>
        </p:cxnSp>
        <p:sp>
          <p:nvSpPr>
            <p:cNvPr id="13" name="文本框 12"/>
            <p:cNvSpPr txBox="1"/>
            <p:nvPr/>
          </p:nvSpPr>
          <p:spPr>
            <a:xfrm>
              <a:off x="1234" y="9832"/>
              <a:ext cx="1416" cy="483"/>
            </a:xfrm>
            <a:prstGeom prst="rect">
              <a:avLst/>
            </a:prstGeom>
            <a:noFill/>
          </p:spPr>
          <p:txBody>
            <a:bodyPr wrap="none" rtlCol="0" anchor="t">
              <a:spAutoFit/>
            </a:bodyPr>
            <a:lstStyle/>
            <a:p>
              <a:r>
                <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平衡支援</a:t>
              </a:r>
              <a:endPar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endParaRPr>
            </a:p>
          </p:txBody>
        </p:sp>
        <p:sp>
          <p:nvSpPr>
            <p:cNvPr id="14" name="文本框 13"/>
            <p:cNvSpPr txBox="1"/>
            <p:nvPr/>
          </p:nvSpPr>
          <p:spPr>
            <a:xfrm>
              <a:off x="1234" y="10187"/>
              <a:ext cx="3672" cy="483"/>
            </a:xfrm>
            <a:prstGeom prst="rect">
              <a:avLst/>
            </a:prstGeom>
            <a:noFill/>
          </p:spPr>
          <p:txBody>
            <a:bodyPr wrap="none" rtlCol="0" anchor="t">
              <a:spAutoFit/>
            </a:bodyPr>
            <a:lstStyle/>
            <a:p>
              <a:r>
                <a:rPr lang="zh-CN" altLang="en-US" sz="1400" b="1" smtClean="0">
                  <a:solidFill>
                    <a:srgbClr val="0606FF"/>
                  </a:solidFill>
                  <a:latin typeface="楷体_GB2312" panose="02010609030101010101" pitchFamily="49" charset="-122"/>
                  <a:ea typeface="楷体_GB2312" panose="02010609030101010101" pitchFamily="49" charset="-122"/>
                  <a:cs typeface="+mn-ea"/>
                  <a:sym typeface="楷体_GB2312" panose="02010609030101010101" pitchFamily="49" charset="-122"/>
                </a:rPr>
                <a:t>新能源消纳支援（已停止）</a:t>
              </a:r>
              <a:endParaRPr lang="zh-CN" altLang="en-US" sz="1400" b="1" smtClean="0">
                <a:solidFill>
                  <a:srgbClr val="0606FF"/>
                </a:solidFill>
                <a:latin typeface="楷体_GB2312" panose="02010609030101010101" pitchFamily="49" charset="-122"/>
                <a:ea typeface="楷体_GB2312" panose="02010609030101010101" pitchFamily="49" charset="-122"/>
                <a:cs typeface="+mn-ea"/>
                <a:sym typeface="楷体_GB2312" panose="02010609030101010101" pitchFamily="49" charset="-122"/>
              </a:endParaRPr>
            </a:p>
          </p:txBody>
        </p:sp>
        <p:cxnSp>
          <p:nvCxnSpPr>
            <p:cNvPr id="21" name="直接箭头连接符 38"/>
            <p:cNvCxnSpPr/>
            <p:nvPr/>
          </p:nvCxnSpPr>
          <p:spPr>
            <a:xfrm>
              <a:off x="5727" y="7279"/>
              <a:ext cx="2607" cy="1183"/>
            </a:xfrm>
            <a:prstGeom prst="straightConnector1">
              <a:avLst/>
            </a:prstGeom>
            <a:ln w="25400" cap="flat" cmpd="sng">
              <a:solidFill>
                <a:srgbClr val="FF0000"/>
              </a:solidFill>
              <a:prstDash val="sysDash"/>
              <a:round/>
              <a:headEnd type="none" w="med" len="med"/>
              <a:tailEnd type="arrow" w="med" len="med"/>
            </a:ln>
          </p:spPr>
        </p:cxnSp>
        <p:cxnSp>
          <p:nvCxnSpPr>
            <p:cNvPr id="6" name="直接箭头连接符 38"/>
            <p:cNvCxnSpPr/>
            <p:nvPr/>
          </p:nvCxnSpPr>
          <p:spPr>
            <a:xfrm>
              <a:off x="5690" y="7386"/>
              <a:ext cx="2608" cy="1362"/>
            </a:xfrm>
            <a:prstGeom prst="straightConnector1">
              <a:avLst/>
            </a:prstGeom>
            <a:ln w="25400" cap="flat" cmpd="sng">
              <a:solidFill>
                <a:srgbClr val="FF0000"/>
              </a:solidFill>
              <a:prstDash val="sysDash"/>
              <a:round/>
              <a:headEnd type="none" w="med" len="med"/>
              <a:tailEnd type="none" w="med" len="med"/>
            </a:ln>
          </p:spPr>
        </p:cxnSp>
        <p:cxnSp>
          <p:nvCxnSpPr>
            <p:cNvPr id="9" name="直接箭头连接符 38"/>
            <p:cNvCxnSpPr/>
            <p:nvPr/>
          </p:nvCxnSpPr>
          <p:spPr>
            <a:xfrm>
              <a:off x="8334" y="8802"/>
              <a:ext cx="2041" cy="453"/>
            </a:xfrm>
            <a:prstGeom prst="straightConnector1">
              <a:avLst/>
            </a:prstGeom>
            <a:ln w="25400" cap="flat" cmpd="sng">
              <a:solidFill>
                <a:srgbClr val="FF0000"/>
              </a:solidFill>
              <a:prstDash val="sysDash"/>
              <a:round/>
              <a:headEnd type="none" w="med" len="med"/>
              <a:tailEnd type="none" w="med" len="med"/>
            </a:ln>
          </p:spPr>
        </p:cxnSp>
        <p:cxnSp>
          <p:nvCxnSpPr>
            <p:cNvPr id="10" name="直接箭头连接符 38"/>
            <p:cNvCxnSpPr/>
            <p:nvPr/>
          </p:nvCxnSpPr>
          <p:spPr>
            <a:xfrm flipH="1">
              <a:off x="6293" y="9255"/>
              <a:ext cx="3969" cy="454"/>
            </a:xfrm>
            <a:prstGeom prst="straightConnector1">
              <a:avLst/>
            </a:prstGeom>
            <a:ln w="25400" cap="flat" cmpd="sng">
              <a:solidFill>
                <a:srgbClr val="FF0000"/>
              </a:solidFill>
              <a:prstDash val="sysDash"/>
              <a:round/>
              <a:headEnd type="none" w="med" len="med"/>
              <a:tailEnd type="arrow" w="med" len="med"/>
            </a:ln>
          </p:spPr>
        </p:cxnSp>
        <p:sp>
          <p:nvSpPr>
            <p:cNvPr id="15" name="文本框 12"/>
            <p:cNvSpPr txBox="1"/>
            <p:nvPr/>
          </p:nvSpPr>
          <p:spPr>
            <a:xfrm>
              <a:off x="7947" y="8921"/>
              <a:ext cx="854" cy="483"/>
            </a:xfrm>
            <a:prstGeom prst="rect">
              <a:avLst/>
            </a:prstGeom>
            <a:noFill/>
          </p:spPr>
          <p:txBody>
            <a:bodyPr wrap="none" rtlCol="0" anchor="t">
              <a:spAutoFit/>
            </a:bodyPr>
            <a:lstStyle/>
            <a:p>
              <a:r>
                <a:rPr lang="en-US" altLang="zh-CN"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50</a:t>
              </a:r>
              <a:r>
                <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万</a:t>
              </a:r>
              <a:endPar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endParaRPr>
            </a:p>
          </p:txBody>
        </p:sp>
        <p:sp>
          <p:nvSpPr>
            <p:cNvPr id="22" name="文本框 12"/>
            <p:cNvSpPr txBox="1"/>
            <p:nvPr/>
          </p:nvSpPr>
          <p:spPr>
            <a:xfrm>
              <a:off x="6904" y="7426"/>
              <a:ext cx="996" cy="483"/>
            </a:xfrm>
            <a:prstGeom prst="rect">
              <a:avLst/>
            </a:prstGeom>
            <a:noFill/>
          </p:spPr>
          <p:txBody>
            <a:bodyPr wrap="none" rtlCol="0" anchor="t">
              <a:spAutoFit/>
            </a:bodyPr>
            <a:lstStyle/>
            <a:p>
              <a:r>
                <a:rPr lang="en-US" altLang="zh-CN"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300</a:t>
              </a:r>
              <a:r>
                <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万</a:t>
              </a:r>
              <a:endPar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endParaRPr>
            </a:p>
          </p:txBody>
        </p:sp>
        <p:cxnSp>
          <p:nvCxnSpPr>
            <p:cNvPr id="46" name="直接箭头连接符 38"/>
            <p:cNvCxnSpPr/>
            <p:nvPr/>
          </p:nvCxnSpPr>
          <p:spPr>
            <a:xfrm>
              <a:off x="5690" y="7519"/>
              <a:ext cx="2257" cy="1229"/>
            </a:xfrm>
            <a:prstGeom prst="straightConnector1">
              <a:avLst/>
            </a:prstGeom>
            <a:ln w="25400" cap="flat" cmpd="sng">
              <a:solidFill>
                <a:srgbClr val="FF0000"/>
              </a:solidFill>
              <a:prstDash val="sysDash"/>
              <a:round/>
              <a:headEnd type="none" w="med" len="med"/>
              <a:tailEnd type="arrow" w="med" len="med"/>
            </a:ln>
          </p:spPr>
        </p:cxnSp>
        <p:sp>
          <p:nvSpPr>
            <p:cNvPr id="67" name="文本框 12"/>
            <p:cNvSpPr txBox="1"/>
            <p:nvPr/>
          </p:nvSpPr>
          <p:spPr>
            <a:xfrm>
              <a:off x="6001" y="8053"/>
              <a:ext cx="856" cy="485"/>
            </a:xfrm>
            <a:prstGeom prst="rect">
              <a:avLst/>
            </a:prstGeom>
            <a:noFill/>
          </p:spPr>
          <p:txBody>
            <a:bodyPr wrap="none" rtlCol="0" anchor="t">
              <a:spAutoFit/>
            </a:bodyPr>
            <a:lstStyle/>
            <a:p>
              <a:r>
                <a:rPr lang="en-US" altLang="zh-CN"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50</a:t>
              </a:r>
              <a:r>
                <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rPr>
                <a:t>万</a:t>
              </a:r>
              <a:endParaRPr lang="zh-CN" altLang="en-US" sz="1400" b="1" dirty="0" smtClean="0">
                <a:solidFill>
                  <a:srgbClr val="FF0000"/>
                </a:solidFill>
                <a:latin typeface="楷体_GB2312" panose="02010609030101010101" pitchFamily="49" charset="-122"/>
                <a:ea typeface="楷体_GB2312" panose="02010609030101010101" pitchFamily="49" charset="-122"/>
                <a:cs typeface="+mn-ea"/>
                <a:sym typeface="楷体_GB2312" panose="02010609030101010101" pitchFamily="49" charset="-122"/>
              </a:endParaRPr>
            </a:p>
          </p:txBody>
        </p:sp>
      </p:grpSp>
      <p:sp>
        <p:nvSpPr>
          <p:cNvPr id="17" name="文本框 16"/>
          <p:cNvSpPr txBox="1"/>
          <p:nvPr/>
        </p:nvSpPr>
        <p:spPr>
          <a:xfrm>
            <a:off x="5018405" y="5589270"/>
            <a:ext cx="6975475" cy="1076325"/>
          </a:xfrm>
          <a:prstGeom prst="rect">
            <a:avLst/>
          </a:prstGeom>
          <a:noFill/>
        </p:spPr>
        <p:txBody>
          <a:bodyPr wrap="square" rtlCol="0" anchor="t">
            <a:spAutoFit/>
          </a:bodyPr>
          <a:lstStyle/>
          <a:p>
            <a:pPr algn="just"/>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    2023</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年</a:t>
            </a:r>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7</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月</a:t>
            </a:r>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14</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日，华中电网河南、湖北地区平衡紧张，通过青豫直流最大支援河南</a:t>
            </a:r>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300</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万千瓦，通过天中、青豫直流合计最大支援湖北</a:t>
            </a:r>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50</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万千瓦。西南电网四川地区平衡紧张，通过青豫、宜华、复奉接力最大支援四川</a:t>
            </a:r>
            <a:r>
              <a:rPr lang="en-US" altLang="zh-CN"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50</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万</a:t>
            </a:r>
            <a:r>
              <a:rPr lang="zh-CN" altLang="en-US" sz="1600" dirty="0">
                <a:latin typeface="黑体" panose="02010609060101010101" charset="-122"/>
                <a:ea typeface="黑体" panose="02010609060101010101" charset="-122"/>
                <a:cs typeface="黑体" panose="02010609060101010101" charset="-122"/>
                <a:sym typeface="楷体_GB2312" panose="02010609030101010101" pitchFamily="49" charset="-122"/>
              </a:rPr>
              <a:t>千瓦</a:t>
            </a:r>
            <a:r>
              <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rPr>
              <a:t>。</a:t>
            </a:r>
            <a:endParaRPr lang="zh-CN" altLang="en-US" sz="1600" dirty="0" smtClean="0">
              <a:latin typeface="黑体" panose="02010609060101010101" charset="-122"/>
              <a:ea typeface="黑体" panose="02010609060101010101" charset="-122"/>
              <a:cs typeface="黑体" panose="02010609060101010101" charset="-122"/>
              <a:sym typeface="楷体_GB2312" panose="0201060903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cxnSp>
        <p:nvCxnSpPr>
          <p:cNvPr id="42" name="直接连接符 41"/>
          <p:cNvCxnSpPr/>
          <p:nvPr/>
        </p:nvCxnSpPr>
        <p:spPr>
          <a:xfrm>
            <a:off x="4726273" y="2020978"/>
            <a:ext cx="708236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239008" y="857232"/>
            <a:ext cx="4263668" cy="1015663"/>
          </a:xfrm>
          <a:prstGeom prst="rect">
            <a:avLst/>
          </a:prstGeom>
          <a:noFill/>
        </p:spPr>
        <p:txBody>
          <a:bodyPr wrap="square" rtlCol="0">
            <a:spAutoFit/>
          </a:bodyPr>
          <a:lstStyle/>
          <a:p>
            <a:pPr algn="r"/>
            <a:r>
              <a:rPr lang="zh-CN" altLang="en-US" sz="4000" dirty="0">
                <a:latin typeface="华文琥珀" panose="02010800040101010101" pitchFamily="2" charset="-122"/>
                <a:ea typeface="华文琥珀" panose="02010800040101010101" pitchFamily="2" charset="-122"/>
              </a:rPr>
              <a:t>目 录</a:t>
            </a:r>
            <a:endParaRPr lang="en-US" altLang="zh-CN" sz="4000" dirty="0">
              <a:latin typeface="华文琥珀" panose="02010800040101010101" pitchFamily="2" charset="-122"/>
              <a:ea typeface="华文琥珀" panose="02010800040101010101" pitchFamily="2" charset="-122"/>
            </a:endParaRPr>
          </a:p>
          <a:p>
            <a:pPr algn="r"/>
            <a:r>
              <a:rPr lang="en-US" altLang="zh-CN" sz="2000" dirty="0">
                <a:latin typeface="华文琥珀" panose="02010800040101010101" pitchFamily="2" charset="-122"/>
                <a:ea typeface="华文琥珀" panose="02010800040101010101" pitchFamily="2" charset="-122"/>
              </a:rPr>
              <a:t>CONTENTS</a:t>
            </a:r>
            <a:endParaRPr lang="zh-CN" altLang="en-US" sz="2000" dirty="0">
              <a:latin typeface="华文琥珀" panose="02010800040101010101" pitchFamily="2" charset="-122"/>
              <a:ea typeface="华文琥珀" panose="02010800040101010101" pitchFamily="2" charset="-122"/>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8824" t="12118" r="29512" b="1801"/>
          <a:stretch>
            <a:fillRect/>
          </a:stretch>
        </p:blipFill>
        <p:spPr>
          <a:xfrm>
            <a:off x="407670" y="1629410"/>
            <a:ext cx="3808730" cy="4231640"/>
          </a:xfrm>
          <a:prstGeom prst="rect">
            <a:avLst/>
          </a:prstGeom>
          <a:blipFill dpi="0" rotWithShape="1">
            <a:blip r:embed="rId2" cstate="print"/>
            <a:srcRect/>
            <a:tile tx="-1022350" ty="0" sx="100000" sy="100000" flip="none" algn="tl"/>
          </a:blipFill>
          <a:ln w="76200">
            <a:solidFill>
              <a:srgbClr val="F2F2F2"/>
            </a:solidFill>
          </a:ln>
        </p:spPr>
      </p:pic>
      <p:grpSp>
        <p:nvGrpSpPr>
          <p:cNvPr id="2" name="Group 49"/>
          <p:cNvGrpSpPr/>
          <p:nvPr/>
        </p:nvGrpSpPr>
        <p:grpSpPr bwMode="auto">
          <a:xfrm>
            <a:off x="4732476" y="2378415"/>
            <a:ext cx="7082367" cy="571500"/>
            <a:chOff x="1213" y="1701"/>
            <a:chExt cx="3346" cy="360"/>
          </a:xfrm>
        </p:grpSpPr>
        <p:sp>
          <p:nvSpPr>
            <p:cNvPr id="6" name="AutoShape 5"/>
            <p:cNvSpPr>
              <a:spLocks noChangeArrowheads="1"/>
            </p:cNvSpPr>
            <p:nvPr>
              <p:custDataLst>
                <p:tags r:id="rId3"/>
              </p:custDataLst>
            </p:nvPr>
          </p:nvSpPr>
          <p:spPr bwMode="gray">
            <a:xfrm>
              <a:off x="1213" y="1756"/>
              <a:ext cx="3346" cy="288"/>
            </a:xfrm>
            <a:prstGeom prst="roundRect">
              <a:avLst>
                <a:gd name="adj" fmla="val 7292"/>
              </a:avLst>
            </a:prstGeom>
            <a:gradFill rotWithShape="1">
              <a:gsLst>
                <a:gs pos="0">
                  <a:srgbClr val="35ADE3">
                    <a:gamma/>
                    <a:shade val="47451"/>
                    <a:invGamma/>
                  </a:srgbClr>
                </a:gs>
                <a:gs pos="100000">
                  <a:srgbClr val="35ADE3"/>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Text Box 7"/>
            <p:cNvSpPr txBox="1">
              <a:spLocks noChangeArrowheads="1"/>
            </p:cNvSpPr>
            <p:nvPr>
              <p:custDataLst>
                <p:tags r:id="rId4"/>
              </p:custDataLst>
            </p:nvPr>
          </p:nvSpPr>
          <p:spPr bwMode="white">
            <a:xfrm>
              <a:off x="1680" y="1701"/>
              <a:ext cx="2589"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sz="2400" b="1" dirty="0">
                  <a:solidFill>
                    <a:schemeClr val="bg1"/>
                  </a:solidFill>
                  <a:latin typeface="微软雅黑" panose="020B0503020204020204" pitchFamily="34" charset="-122"/>
                  <a:ea typeface="微软雅黑" panose="020B0503020204020204" pitchFamily="34" charset="-122"/>
                </a:rPr>
                <a:t>省间中长期市场基本情况</a:t>
              </a:r>
              <a:endParaRPr lang="zh-CN" sz="2400" b="1" dirty="0">
                <a:solidFill>
                  <a:schemeClr val="bg1"/>
                </a:solidFill>
                <a:latin typeface="微软雅黑" panose="020B0503020204020204" pitchFamily="34" charset="-122"/>
                <a:ea typeface="微软雅黑" panose="020B0503020204020204" pitchFamily="34" charset="-122"/>
              </a:endParaRPr>
            </a:p>
          </p:txBody>
        </p:sp>
        <p:grpSp>
          <p:nvGrpSpPr>
            <p:cNvPr id="10" name="Group 8"/>
            <p:cNvGrpSpPr/>
            <p:nvPr/>
          </p:nvGrpSpPr>
          <p:grpSpPr bwMode="auto">
            <a:xfrm>
              <a:off x="1355" y="1758"/>
              <a:ext cx="270" cy="270"/>
              <a:chOff x="4166" y="1706"/>
              <a:chExt cx="1252" cy="1252"/>
            </a:xfrm>
          </p:grpSpPr>
          <p:sp>
            <p:nvSpPr>
              <p:cNvPr id="12" name="Oval 9"/>
              <p:cNvSpPr>
                <a:spLocks noChangeArrowheads="1"/>
              </p:cNvSpPr>
              <p:nvPr>
                <p:custDataLst>
                  <p:tags r:id="rId5"/>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Oval 10"/>
              <p:cNvSpPr>
                <a:spLocks noChangeArrowheads="1"/>
              </p:cNvSpPr>
              <p:nvPr>
                <p:custDataLst>
                  <p:tags r:id="rId6"/>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Oval 11"/>
              <p:cNvSpPr>
                <a:spLocks noChangeArrowheads="1"/>
              </p:cNvSpPr>
              <p:nvPr>
                <p:custDataLst>
                  <p:tags r:id="rId7"/>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5" name="Oval 12"/>
              <p:cNvSpPr>
                <a:spLocks noChangeArrowheads="1"/>
              </p:cNvSpPr>
              <p:nvPr>
                <p:custDataLst>
                  <p:tags r:id="rId8"/>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11" name="Text Box 13"/>
            <p:cNvSpPr txBox="1">
              <a:spLocks noChangeArrowheads="1"/>
            </p:cNvSpPr>
            <p:nvPr>
              <p:custDataLst>
                <p:tags r:id="rId9"/>
              </p:custDataLst>
            </p:nvPr>
          </p:nvSpPr>
          <p:spPr bwMode="auto">
            <a:xfrm>
              <a:off x="1364" y="174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8" name="Group 48"/>
          <p:cNvGrpSpPr/>
          <p:nvPr/>
        </p:nvGrpSpPr>
        <p:grpSpPr bwMode="auto">
          <a:xfrm>
            <a:off x="4726126" y="3285381"/>
            <a:ext cx="7082367" cy="571501"/>
            <a:chOff x="1214" y="2184"/>
            <a:chExt cx="3346" cy="360"/>
          </a:xfrm>
        </p:grpSpPr>
        <p:sp>
          <p:nvSpPr>
            <p:cNvPr id="22" name="AutoShape 15"/>
            <p:cNvSpPr>
              <a:spLocks noChangeArrowheads="1"/>
            </p:cNvSpPr>
            <p:nvPr>
              <p:custDataLst>
                <p:tags r:id="rId10"/>
              </p:custDataLst>
            </p:nvPr>
          </p:nvSpPr>
          <p:spPr bwMode="gray">
            <a:xfrm>
              <a:off x="1214" y="2249"/>
              <a:ext cx="3346" cy="288"/>
            </a:xfrm>
            <a:prstGeom prst="roundRect">
              <a:avLst>
                <a:gd name="adj" fmla="val 7292"/>
              </a:avLst>
            </a:prstGeom>
            <a:gradFill rotWithShape="1">
              <a:gsLst>
                <a:gs pos="0">
                  <a:srgbClr val="DE608D">
                    <a:gamma/>
                    <a:shade val="44314"/>
                    <a:invGamma/>
                  </a:srgbClr>
                </a:gs>
                <a:gs pos="100000">
                  <a:srgbClr val="DE608D"/>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Text Box 17"/>
            <p:cNvSpPr txBox="1">
              <a:spLocks noChangeArrowheads="1"/>
            </p:cNvSpPr>
            <p:nvPr>
              <p:custDataLst>
                <p:tags r:id="rId11"/>
              </p:custDataLst>
            </p:nvPr>
          </p:nvSpPr>
          <p:spPr bwMode="white">
            <a:xfrm>
              <a:off x="1667" y="2184"/>
              <a:ext cx="2547"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省间中长期市场运营方式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24" name="Group 18"/>
            <p:cNvGrpSpPr/>
            <p:nvPr/>
          </p:nvGrpSpPr>
          <p:grpSpPr bwMode="auto">
            <a:xfrm>
              <a:off x="1342" y="2251"/>
              <a:ext cx="270" cy="270"/>
              <a:chOff x="4166" y="1706"/>
              <a:chExt cx="1252" cy="1252"/>
            </a:xfrm>
          </p:grpSpPr>
          <p:sp>
            <p:nvSpPr>
              <p:cNvPr id="25" name="Oval 19"/>
              <p:cNvSpPr>
                <a:spLocks noChangeArrowheads="1"/>
              </p:cNvSpPr>
              <p:nvPr>
                <p:custDataLst>
                  <p:tags r:id="rId12"/>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 name="Oval 20"/>
              <p:cNvSpPr>
                <a:spLocks noChangeArrowheads="1"/>
              </p:cNvSpPr>
              <p:nvPr>
                <p:custDataLst>
                  <p:tags r:id="rId13"/>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 name="Oval 21"/>
              <p:cNvSpPr>
                <a:spLocks noChangeArrowheads="1"/>
              </p:cNvSpPr>
              <p:nvPr>
                <p:custDataLst>
                  <p:tags r:id="rId14"/>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Oval 22"/>
              <p:cNvSpPr>
                <a:spLocks noChangeArrowheads="1"/>
              </p:cNvSpPr>
              <p:nvPr>
                <p:custDataLst>
                  <p:tags r:id="rId15"/>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1" name="Text Box 23"/>
            <p:cNvSpPr txBox="1">
              <a:spLocks noChangeArrowheads="1"/>
            </p:cNvSpPr>
            <p:nvPr>
              <p:custDataLst>
                <p:tags r:id="rId16"/>
              </p:custDataLst>
            </p:nvPr>
          </p:nvSpPr>
          <p:spPr bwMode="auto">
            <a:xfrm>
              <a:off x="1351" y="2241"/>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32" name="Group 47"/>
          <p:cNvGrpSpPr/>
          <p:nvPr/>
        </p:nvGrpSpPr>
        <p:grpSpPr bwMode="auto">
          <a:xfrm>
            <a:off x="4743906" y="5265497"/>
            <a:ext cx="7082367" cy="571499"/>
            <a:chOff x="1235" y="2713"/>
            <a:chExt cx="3346" cy="360"/>
          </a:xfrm>
        </p:grpSpPr>
        <p:sp>
          <p:nvSpPr>
            <p:cNvPr id="38" name="AutoShape 25"/>
            <p:cNvSpPr>
              <a:spLocks noChangeArrowheads="1"/>
            </p:cNvSpPr>
            <p:nvPr>
              <p:custDataLst>
                <p:tags r:id="rId17"/>
              </p:custDataLst>
            </p:nvPr>
          </p:nvSpPr>
          <p:spPr bwMode="gray">
            <a:xfrm>
              <a:off x="1235" y="2766"/>
              <a:ext cx="3346" cy="288"/>
            </a:xfrm>
            <a:prstGeom prst="roundRect">
              <a:avLst>
                <a:gd name="adj" fmla="val 7292"/>
              </a:avLst>
            </a:prstGeom>
            <a:gradFill rotWithShape="1">
              <a:gsLst>
                <a:gs pos="0">
                  <a:srgbClr val="99CC00">
                    <a:gamma/>
                    <a:shade val="44314"/>
                    <a:invGamma/>
                  </a:srgbClr>
                </a:gs>
                <a:gs pos="100000">
                  <a:srgbClr val="99CC00"/>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 name="Text Box 27"/>
            <p:cNvSpPr txBox="1">
              <a:spLocks noChangeArrowheads="1"/>
            </p:cNvSpPr>
            <p:nvPr>
              <p:custDataLst>
                <p:tags r:id="rId18"/>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省间中长期市场有关问题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34" name="Group 28"/>
            <p:cNvGrpSpPr/>
            <p:nvPr/>
          </p:nvGrpSpPr>
          <p:grpSpPr bwMode="auto">
            <a:xfrm>
              <a:off x="1363" y="2775"/>
              <a:ext cx="270" cy="270"/>
              <a:chOff x="4166" y="1706"/>
              <a:chExt cx="1252" cy="1252"/>
            </a:xfrm>
          </p:grpSpPr>
          <p:sp>
            <p:nvSpPr>
              <p:cNvPr id="35" name="Oval 29"/>
              <p:cNvSpPr>
                <a:spLocks noChangeArrowheads="1"/>
              </p:cNvSpPr>
              <p:nvPr>
                <p:custDataLst>
                  <p:tags r:id="rId19"/>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 name="Oval 30"/>
              <p:cNvSpPr>
                <a:spLocks noChangeArrowheads="1"/>
              </p:cNvSpPr>
              <p:nvPr>
                <p:custDataLst>
                  <p:tags r:id="rId20"/>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 name="Oval 31"/>
              <p:cNvSpPr>
                <a:spLocks noChangeArrowheads="1"/>
              </p:cNvSpPr>
              <p:nvPr>
                <p:custDataLst>
                  <p:tags r:id="rId21"/>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 name="Oval 32"/>
              <p:cNvSpPr>
                <a:spLocks noChangeArrowheads="1"/>
              </p:cNvSpPr>
              <p:nvPr>
                <p:custDataLst>
                  <p:tags r:id="rId22"/>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1" name="Text Box 33"/>
            <p:cNvSpPr txBox="1">
              <a:spLocks noChangeArrowheads="1"/>
            </p:cNvSpPr>
            <p:nvPr>
              <p:custDataLst>
                <p:tags r:id="rId23"/>
              </p:custDataLst>
            </p:nvPr>
          </p:nvSpPr>
          <p:spPr bwMode="auto">
            <a:xfrm>
              <a:off x="1372" y="2765"/>
              <a:ext cx="25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4</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4" name="îṩḷídé"/>
          <p:cNvSpPr/>
          <p:nvPr>
            <p:custDataLst>
              <p:tags r:id="rId24"/>
            </p:custDataLst>
          </p:nvPr>
        </p:nvSpPr>
        <p:spPr bwMode="gray">
          <a:xfrm>
            <a:off x="4439672" y="4433096"/>
            <a:ext cx="272048" cy="323966"/>
          </a:xfrm>
          <a:prstGeom prst="chevron">
            <a:avLst/>
          </a:prstGeom>
          <a:gradFill rotWithShape="1">
            <a:gsLst>
              <a:gs pos="0">
                <a:srgbClr val="14CD68"/>
              </a:gs>
              <a:gs pos="100000">
                <a:srgbClr val="0B6E38"/>
              </a:gs>
            </a:gsLst>
            <a:lin ang="5400000" scaled="0"/>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rtlCol="0" anchor="ctr">
            <a:noAutofit/>
          </a:bodyPr>
          <a:lstStyle/>
          <a:p>
            <a:pPr lvl="0" algn="l" defTabSz="914400" eaLnBrk="1" hangingPunct="1">
              <a:buClrTx/>
              <a:buSzTx/>
              <a:buFontTx/>
              <a:defRPr/>
            </a:pPr>
            <a:endParaRPr lang="zh-CN" altLang="en-US" sz="1800" kern="0" noProof="0">
              <a:ln>
                <a:noFill/>
              </a:ln>
              <a:solidFill>
                <a:srgbClr val="000000"/>
              </a:solidFill>
              <a:effectLst/>
              <a:uLnTx/>
              <a:uFillTx/>
              <a:latin typeface="Arial" panose="020B0604020202020204" pitchFamily="34" charset="0"/>
              <a:sym typeface="+mn-ea"/>
            </a:endParaRPr>
          </a:p>
        </p:txBody>
      </p:sp>
      <p:grpSp>
        <p:nvGrpSpPr>
          <p:cNvPr id="52" name="Group 47"/>
          <p:cNvGrpSpPr/>
          <p:nvPr>
            <p:custDataLst>
              <p:tags r:id="rId25"/>
            </p:custDataLst>
          </p:nvPr>
        </p:nvGrpSpPr>
        <p:grpSpPr bwMode="auto">
          <a:xfrm>
            <a:off x="4743906" y="4260927"/>
            <a:ext cx="7082367" cy="571499"/>
            <a:chOff x="1235" y="2713"/>
            <a:chExt cx="3346" cy="360"/>
          </a:xfrm>
        </p:grpSpPr>
        <p:sp>
          <p:nvSpPr>
            <p:cNvPr id="53" name="AutoShape 25"/>
            <p:cNvSpPr>
              <a:spLocks noChangeArrowheads="1"/>
            </p:cNvSpPr>
            <p:nvPr>
              <p:custDataLst>
                <p:tags r:id="rId26"/>
              </p:custDataLst>
            </p:nvPr>
          </p:nvSpPr>
          <p:spPr bwMode="gray">
            <a:xfrm>
              <a:off x="1235" y="2766"/>
              <a:ext cx="3346" cy="288"/>
            </a:xfrm>
            <a:prstGeom prst="roundRect">
              <a:avLst>
                <a:gd name="adj" fmla="val 7292"/>
              </a:avLst>
            </a:prstGeom>
            <a:gradFill rotWithShape="1">
              <a:gsLst>
                <a:gs pos="0">
                  <a:srgbClr val="14CD68"/>
                </a:gs>
                <a:gs pos="100000">
                  <a:srgbClr val="035C7D"/>
                </a:gs>
              </a:gsLst>
              <a:lin ang="5400000" scaled="0"/>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 name="Text Box 27"/>
            <p:cNvSpPr txBox="1">
              <a:spLocks noChangeArrowheads="1"/>
            </p:cNvSpPr>
            <p:nvPr>
              <p:custDataLst>
                <p:tags r:id="rId27"/>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省间中长期市场交易情况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55" name="Group 28"/>
            <p:cNvGrpSpPr/>
            <p:nvPr/>
          </p:nvGrpSpPr>
          <p:grpSpPr bwMode="auto">
            <a:xfrm>
              <a:off x="1363" y="2775"/>
              <a:ext cx="270" cy="270"/>
              <a:chOff x="4166" y="1706"/>
              <a:chExt cx="1252" cy="1252"/>
            </a:xfrm>
          </p:grpSpPr>
          <p:sp>
            <p:nvSpPr>
              <p:cNvPr id="56" name="Oval 29"/>
              <p:cNvSpPr>
                <a:spLocks noChangeArrowheads="1"/>
              </p:cNvSpPr>
              <p:nvPr>
                <p:custDataLst>
                  <p:tags r:id="rId28"/>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 name="Oval 30"/>
              <p:cNvSpPr>
                <a:spLocks noChangeArrowheads="1"/>
              </p:cNvSpPr>
              <p:nvPr>
                <p:custDataLst>
                  <p:tags r:id="rId29"/>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 name="Oval 31"/>
              <p:cNvSpPr>
                <a:spLocks noChangeArrowheads="1"/>
              </p:cNvSpPr>
              <p:nvPr>
                <p:custDataLst>
                  <p:tags r:id="rId30"/>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9" name="Oval 32"/>
              <p:cNvSpPr>
                <a:spLocks noChangeArrowheads="1"/>
              </p:cNvSpPr>
              <p:nvPr>
                <p:custDataLst>
                  <p:tags r:id="rId31"/>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0" name="Text Box 33"/>
            <p:cNvSpPr txBox="1">
              <a:spLocks noChangeArrowheads="1"/>
            </p:cNvSpPr>
            <p:nvPr>
              <p:custDataLst>
                <p:tags r:id="rId32"/>
              </p:custDataLst>
            </p:nvPr>
          </p:nvSpPr>
          <p:spPr bwMode="auto">
            <a:xfrm>
              <a:off x="1372" y="2765"/>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3</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b="0">
                <a:solidFill>
                  <a:schemeClr val="tx1"/>
                </a:solidFill>
                <a:latin typeface="微软雅黑" panose="020B0503020204020204" pitchFamily="34" charset="-122"/>
                <a:ea typeface="微软雅黑" panose="020B0503020204020204" pitchFamily="34" charset="-122"/>
              </a:rPr>
            </a:fld>
            <a:endParaRPr lang="zh-CN" altLang="en-US" sz="1400" b="0">
              <a:solidFill>
                <a:schemeClr val="tx1"/>
              </a:solidFill>
              <a:latin typeface="微软雅黑" panose="020B0503020204020204" pitchFamily="34" charset="-122"/>
              <a:ea typeface="微软雅黑" panose="020B0503020204020204" pitchFamily="34" charset="-122"/>
            </a:endParaRPr>
          </a:p>
        </p:txBody>
      </p:sp>
      <p:sp>
        <p:nvSpPr>
          <p:cNvPr id="2" name="PA_矩形 39"/>
          <p:cNvSpPr>
            <a:spLocks noChangeArrowheads="1"/>
          </p:cNvSpPr>
          <p:nvPr>
            <p:custDataLst>
              <p:tags r:id="rId3"/>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custDataLst>
              <p:tags r:id="rId4"/>
            </p:custDataLst>
          </p:nvPr>
        </p:nvSpPr>
        <p:spPr>
          <a:xfrm>
            <a:off x="82550" y="6380480"/>
            <a:ext cx="6817360" cy="460375"/>
          </a:xfrm>
          <a:prstGeom prst="rect">
            <a:avLst/>
          </a:prstGeom>
          <a:noFill/>
        </p:spPr>
        <p:txBody>
          <a:bodyPr wrap="square" rtlCol="0">
            <a:spAutoFit/>
          </a:bodyPr>
          <a:lstStyle/>
          <a:p>
            <a:pPr algn="ctr">
              <a:lnSpc>
                <a:spcPct val="10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2024年特高压直流通道利用小时数及输送清洁能源占比</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0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custDataLst>
              <p:tags r:id="rId5"/>
            </p:custDataLst>
          </p:nvPr>
        </p:nvSpPr>
        <p:spPr>
          <a:xfrm>
            <a:off x="7262495" y="6380480"/>
            <a:ext cx="4429760" cy="460375"/>
          </a:xfrm>
          <a:prstGeom prst="rect">
            <a:avLst/>
          </a:prstGeom>
          <a:noFill/>
        </p:spPr>
        <p:txBody>
          <a:bodyPr wrap="square" rtlCol="0">
            <a:spAutoFit/>
          </a:bodyPr>
          <a:lstStyle/>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2024年</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各类电源省间交易电量及同比、占比变化</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 name="图表 6"/>
          <p:cNvGraphicFramePr/>
          <p:nvPr/>
        </p:nvGraphicFramePr>
        <p:xfrm>
          <a:off x="82550" y="3656330"/>
          <a:ext cx="6817360" cy="278193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 name="图表 8"/>
          <p:cNvGraphicFramePr/>
          <p:nvPr/>
        </p:nvGraphicFramePr>
        <p:xfrm>
          <a:off x="6816090" y="3656330"/>
          <a:ext cx="5109845" cy="2781935"/>
        </p:xfrm>
        <a:graphic>
          <a:graphicData uri="http://schemas.openxmlformats.org/drawingml/2006/chart">
            <c:chart xmlns:c="http://schemas.openxmlformats.org/drawingml/2006/chart" xmlns:r="http://schemas.openxmlformats.org/officeDocument/2006/relationships" r:id="rId2"/>
          </a:graphicData>
        </a:graphic>
      </p:graphicFrame>
      <p:sp>
        <p:nvSpPr>
          <p:cNvPr id="6" name="MH_Text_1"/>
          <p:cNvSpPr txBox="1"/>
          <p:nvPr>
            <p:custDataLst>
              <p:tags r:id="rId6"/>
            </p:custDataLst>
          </p:nvPr>
        </p:nvSpPr>
        <p:spPr>
          <a:xfrm>
            <a:off x="320675" y="1119505"/>
            <a:ext cx="11790045" cy="2536825"/>
          </a:xfrm>
          <a:prstGeom prst="rect">
            <a:avLst/>
          </a:prstGeom>
          <a:noFill/>
        </p:spPr>
        <p:txBody>
          <a:bodyPr lIns="0" tIns="0" rIns="0" bIns="0">
            <a:noAutofit/>
          </a:bodyPr>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（一）省间交易规模创新高，清洁能源占比提升</a:t>
            </a:r>
            <a:endPar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年省间交易电量完成</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7.7%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，其中中长期交易电量占比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97.4%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，现货交易电量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381亿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千瓦时。省间清洁能源交易电量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6461亿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42.9%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个百分点，其中新能源交易电量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2235亿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千瓦时、同比增长</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27.1%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回特高压直流通道输送电量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6153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亿千瓦时、同比增长</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11.1%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，交易利用小时数达到</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4537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小时、同比增加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393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小时，特高压直流输送清洁能源占比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50.6%</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个百分点。</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64894" y="630332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b="0">
                <a:solidFill>
                  <a:schemeClr val="tx1"/>
                </a:solidFill>
                <a:latin typeface="微软雅黑" panose="020B0503020204020204" pitchFamily="34" charset="-122"/>
                <a:ea typeface="微软雅黑" panose="020B0503020204020204" pitchFamily="34" charset="-122"/>
              </a:rPr>
            </a:fld>
            <a:endParaRPr lang="zh-CN" altLang="en-US" sz="1400" b="0">
              <a:solidFill>
                <a:schemeClr val="tx1"/>
              </a:solidFill>
              <a:latin typeface="微软雅黑" panose="020B0503020204020204" pitchFamily="34" charset="-122"/>
              <a:ea typeface="微软雅黑" panose="020B0503020204020204" pitchFamily="34" charset="-122"/>
            </a:endParaRPr>
          </a:p>
        </p:txBody>
      </p:sp>
      <p:sp>
        <p:nvSpPr>
          <p:cNvPr id="3" name="MH_Text_1"/>
          <p:cNvSpPr txBox="1"/>
          <p:nvPr>
            <p:custDataLst>
              <p:tags r:id="rId3"/>
            </p:custDataLst>
          </p:nvPr>
        </p:nvSpPr>
        <p:spPr>
          <a:xfrm>
            <a:off x="280035" y="1119505"/>
            <a:ext cx="11921490" cy="357378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（二）</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省间中长期交易的电力保供</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、稳价</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取得显著成效</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国家优先计划足额落实。</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压紧压实各方责任，省间优先发电计划累计签约</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亿千瓦时，达到全年计划的</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109%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，履约率达到</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99%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度夏期间，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中长期交易量完成</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3196亿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97.5%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、同比增长</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，现货交易电量完成</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千瓦时、同比减少</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。度夏期间跨区最大送电电力</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1.42亿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千瓦，其中中长期电力占比达到</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、同比提高</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三北”等跨区输电通道高峰时段首次在中长期市场全部实现满送</a:t>
            </a:r>
            <a:r>
              <a:rPr 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8月下旬</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针对西南地区来水丰枯急转，</a:t>
            </a:r>
            <a:r>
              <a:rPr 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协调</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全网电力</a:t>
            </a:r>
            <a:r>
              <a:rPr 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多方向支援川渝，德宝、渝鄂全部满送</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度冬期间，</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优化各大水电通道交易曲线，提升顶峰电力</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620万</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千瓦；统筹全网富余电力，支援三华及西南重点省份，晚峰增送电力</a:t>
            </a: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515万</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a:t>
            </a:r>
            <a:endParaRPr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custDataLst>
              <p:tags r:id="rId4"/>
            </p:custDataLst>
          </p:nvPr>
        </p:nvSpPr>
        <p:spPr>
          <a:xfrm>
            <a:off x="180975" y="6585585"/>
            <a:ext cx="4634865"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2022-2024</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年迎峰度夏期间省间中长期分月交易电量占比（</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图表 1"/>
          <p:cNvGraphicFramePr/>
          <p:nvPr/>
        </p:nvGraphicFramePr>
        <p:xfrm>
          <a:off x="243840" y="4518025"/>
          <a:ext cx="4572000" cy="21005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图表 5"/>
          <p:cNvGraphicFramePr/>
          <p:nvPr/>
        </p:nvGraphicFramePr>
        <p:xfrm>
          <a:off x="4939665" y="4518025"/>
          <a:ext cx="7077710" cy="2100580"/>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框 6"/>
          <p:cNvSpPr txBox="1"/>
          <p:nvPr>
            <p:custDataLst>
              <p:tags r:id="rId5"/>
            </p:custDataLst>
          </p:nvPr>
        </p:nvSpPr>
        <p:spPr>
          <a:xfrm>
            <a:off x="5791200" y="6618605"/>
            <a:ext cx="4634865"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年迎峰度夏期间省间现货分通道交易情况（亿千瓦时）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PA_矩形 39"/>
          <p:cNvSpPr>
            <a:spLocks noChangeArrowheads="1"/>
          </p:cNvSpPr>
          <p:nvPr>
            <p:custDataLst>
              <p:tags r:id="rId6"/>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8058150" y="3397250"/>
          <a:ext cx="3214370" cy="2884170"/>
        </p:xfrm>
        <a:graphic>
          <a:graphicData uri="http://schemas.openxmlformats.org/drawingml/2006/chart">
            <c:chart xmlns:c="http://schemas.openxmlformats.org/drawingml/2006/chart" xmlns:r="http://schemas.openxmlformats.org/officeDocument/2006/relationships" r:id="rId1"/>
          </a:graphicData>
        </a:graphic>
      </p:graphicFrame>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b="0">
                <a:solidFill>
                  <a:schemeClr val="tx1"/>
                </a:solidFill>
                <a:latin typeface="微软雅黑" panose="020B0503020204020204" pitchFamily="34" charset="-122"/>
                <a:ea typeface="微软雅黑" panose="020B0503020204020204" pitchFamily="34" charset="-122"/>
              </a:rPr>
            </a:fld>
            <a:endParaRPr lang="zh-CN" altLang="en-US" sz="1400" b="0">
              <a:solidFill>
                <a:schemeClr val="tx1"/>
              </a:solidFill>
              <a:latin typeface="微软雅黑" panose="020B0503020204020204" pitchFamily="34" charset="-122"/>
              <a:ea typeface="微软雅黑" panose="020B0503020204020204" pitchFamily="34" charset="-122"/>
            </a:endParaRPr>
          </a:p>
        </p:txBody>
      </p:sp>
      <p:sp>
        <p:nvSpPr>
          <p:cNvPr id="3" name="MH_Text_1"/>
          <p:cNvSpPr txBox="1"/>
          <p:nvPr>
            <p:custDataLst>
              <p:tags r:id="rId3"/>
            </p:custDataLst>
          </p:nvPr>
        </p:nvSpPr>
        <p:spPr>
          <a:xfrm>
            <a:off x="463550" y="1263015"/>
            <a:ext cx="11165840" cy="246380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省间中长期市场按日连续开市，灵活性进一步提升</a:t>
            </a:r>
            <a:endPar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spcBef>
                <a:spcPts val="0"/>
              </a:spcBef>
              <a:spcAft>
                <a:spcPts val="0"/>
              </a:spcAft>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交易笔数大幅增长。</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全年累计组织交</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易</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2318</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笔、同比增加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22.8%</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工作日日均组织交易</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笔</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，单日最大交易笔数</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笔</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(2024年11月18日)</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月度、月内市场新增交易规模</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2766</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亿千瓦时。华东、华中实现区内省间中长期D-2日连续交易。</a:t>
            </a:r>
            <a:endParaRPr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None/>
              <a:defRPr/>
            </a:pPr>
            <a:endPar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nvSpPr>
        <p:spPr>
          <a:xfrm>
            <a:off x="580390" y="6292215"/>
            <a:ext cx="7182485" cy="275590"/>
          </a:xfrm>
          <a:prstGeom prst="rect">
            <a:avLst/>
          </a:prstGeom>
          <a:noFill/>
        </p:spPr>
        <p:txBody>
          <a:bodyPr wrap="square" rtlCol="0">
            <a:spAutoFit/>
          </a:bodyPr>
          <a:lstStyle/>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2024年</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各月省间交易组织电量与交易笔数（亿千瓦时、笔）</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图表 5"/>
          <p:cNvGraphicFramePr/>
          <p:nvPr/>
        </p:nvGraphicFramePr>
        <p:xfrm>
          <a:off x="580390" y="3387090"/>
          <a:ext cx="6558915" cy="2764155"/>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框 1"/>
          <p:cNvSpPr txBox="1"/>
          <p:nvPr/>
        </p:nvSpPr>
        <p:spPr>
          <a:xfrm>
            <a:off x="8153400" y="6292215"/>
            <a:ext cx="3252470" cy="275590"/>
          </a:xfrm>
          <a:prstGeom prst="rect">
            <a:avLst/>
          </a:prstGeom>
          <a:noFill/>
        </p:spPr>
        <p:txBody>
          <a:bodyPr wrap="square" rtlCol="0">
            <a:spAutoFit/>
          </a:bodyPr>
          <a:p>
            <a:pPr algn="ctr"/>
            <a:r>
              <a:rPr lang="zh-CN" sz="1200" b="0">
                <a:solidFill>
                  <a:schemeClr val="tx1"/>
                </a:solidFill>
                <a:latin typeface="黑体" panose="02010609060101010101" charset="-122"/>
                <a:ea typeface="黑体" panose="02010609060101010101" charset="-122"/>
                <a:cs typeface="黑体" panose="02010609060101010101" charset="-122"/>
              </a:rPr>
              <a:t>中长期市场不同周期交易电量占比（</a:t>
            </a:r>
            <a:r>
              <a:rPr lang="en-US" altLang="zh-CN" sz="1200" b="0">
                <a:solidFill>
                  <a:schemeClr val="tx1"/>
                </a:solidFill>
                <a:latin typeface="黑体" panose="02010609060101010101" charset="-122"/>
                <a:ea typeface="黑体" panose="02010609060101010101" charset="-122"/>
                <a:cs typeface="黑体" panose="02010609060101010101" charset="-122"/>
              </a:rPr>
              <a:t>%</a:t>
            </a:r>
            <a:r>
              <a:rPr lang="zh-CN" sz="1200" b="0">
                <a:solidFill>
                  <a:schemeClr val="tx1"/>
                </a:solidFill>
                <a:latin typeface="黑体" panose="02010609060101010101" charset="-122"/>
                <a:ea typeface="黑体" panose="02010609060101010101" charset="-122"/>
                <a:cs typeface="黑体" panose="02010609060101010101" charset="-122"/>
              </a:rPr>
              <a:t>）</a:t>
            </a:r>
            <a:endParaRPr lang="zh-CN" sz="1200" b="0">
              <a:solidFill>
                <a:schemeClr val="tx1"/>
              </a:solidFill>
              <a:latin typeface="黑体" panose="02010609060101010101" charset="-122"/>
              <a:ea typeface="黑体" panose="02010609060101010101" charset="-122"/>
              <a:cs typeface="黑体" panose="02010609060101010101" charset="-122"/>
            </a:endParaRPr>
          </a:p>
        </p:txBody>
      </p:sp>
      <p:sp>
        <p:nvSpPr>
          <p:cNvPr id="5" name="PA_矩形 39"/>
          <p:cNvSpPr>
            <a:spLocks noChangeArrowheads="1"/>
          </p:cNvSpPr>
          <p:nvPr>
            <p:custDataLst>
              <p:tags r:id="rId4"/>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图片1"/>
          <p:cNvPicPr>
            <a:picLocks noChangeAspect="1"/>
          </p:cNvPicPr>
          <p:nvPr/>
        </p:nvPicPr>
        <p:blipFill>
          <a:blip r:embed="rId2"/>
          <a:stretch>
            <a:fillRect/>
          </a:stretch>
        </p:blipFill>
        <p:spPr>
          <a:xfrm>
            <a:off x="859155" y="4171315"/>
            <a:ext cx="3181985" cy="2668270"/>
          </a:xfrm>
          <a:prstGeom prst="rect">
            <a:avLst/>
          </a:prstGeom>
        </p:spPr>
      </p:pic>
      <p:graphicFrame>
        <p:nvGraphicFramePr>
          <p:cNvPr id="2" name="图表 1"/>
          <p:cNvGraphicFramePr/>
          <p:nvPr/>
        </p:nvGraphicFramePr>
        <p:xfrm>
          <a:off x="4554855" y="4112260"/>
          <a:ext cx="7416800" cy="2530475"/>
        </p:xfrm>
        <a:graphic>
          <a:graphicData uri="http://schemas.openxmlformats.org/drawingml/2006/chart">
            <c:chart xmlns:c="http://schemas.openxmlformats.org/drawingml/2006/chart" xmlns:r="http://schemas.openxmlformats.org/officeDocument/2006/relationships" r:id="rId1"/>
          </a:graphicData>
        </a:graphic>
      </p:graphicFrame>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b="0">
                <a:solidFill>
                  <a:schemeClr val="tx1"/>
                </a:solidFill>
                <a:latin typeface="微软雅黑" panose="020B0503020204020204" pitchFamily="34" charset="-122"/>
                <a:ea typeface="微软雅黑" panose="020B0503020204020204" pitchFamily="34" charset="-122"/>
              </a:rPr>
            </a:fld>
            <a:endParaRPr lang="zh-CN" altLang="en-US" sz="1400" b="0">
              <a:solidFill>
                <a:schemeClr val="tx1"/>
              </a:solidFill>
              <a:latin typeface="微软雅黑" panose="020B0503020204020204" pitchFamily="34" charset="-122"/>
              <a:ea typeface="微软雅黑" panose="020B0503020204020204" pitchFamily="34" charset="-122"/>
            </a:endParaRPr>
          </a:p>
        </p:txBody>
      </p:sp>
      <p:sp>
        <p:nvSpPr>
          <p:cNvPr id="3" name="MH_Text_1"/>
          <p:cNvSpPr txBox="1"/>
          <p:nvPr>
            <p:custDataLst>
              <p:tags r:id="rId3"/>
            </p:custDataLst>
          </p:nvPr>
        </p:nvSpPr>
        <p:spPr>
          <a:xfrm>
            <a:off x="320040" y="1119505"/>
            <a:ext cx="11796395" cy="292036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省间中长期市场按日连续开市，灵活性进一步提升</a:t>
            </a:r>
            <a:endPar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通道利用更加灵活。</a:t>
            </a:r>
            <a:r>
              <a:rPr lang="zh-CN" altLang="en-US" sz="2000" b="0" dirty="0" smtClean="0">
                <a:latin typeface="微软雅黑" panose="020B0503020204020204" pitchFamily="34" charset="-122"/>
                <a:ea typeface="微软雅黑" panose="020B0503020204020204" pitchFamily="34" charset="-122"/>
                <a:cs typeface="微软雅黑" panose="020B0503020204020204" pitchFamily="34" charset="-122"/>
                <a:sym typeface="+mn-ea"/>
              </a:rPr>
              <a:t>开展</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配套电源富余能力市场化交易，实现省间通道短周期交易反向送电，度夏期间打通青豫直流外送火电支援保供途径。</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争取政策支持，在西北无富余电力，华北</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华中、华北</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华东等通道满送情况下，</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通过迂回方式</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跨多区域</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支援</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华中、华东、西南省份</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265</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；明确青豫直流度夏、度冬保供期间可输送火电。</a:t>
            </a:r>
            <a:endPar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多通道集中竞价交易进一步完善。</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周交易转为正式运行，并在月度市场试运行，</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全年共</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个省的</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14598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家发电企业，</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个购电省，</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1360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条路径成交，</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累计成交规模</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60.4</a:t>
            </a:r>
            <a:r>
              <a:rPr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5774055" y="6537325"/>
            <a:ext cx="5815965"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多通道集中竞价交易分时成交情况</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10590" y="6537325"/>
            <a:ext cx="3288030" cy="275590"/>
          </a:xfrm>
          <a:prstGeom prst="rect">
            <a:avLst/>
          </a:prstGeom>
          <a:noFill/>
        </p:spPr>
        <p:txBody>
          <a:bodyPr wrap="square" rtlCol="0">
            <a:spAutoFit/>
          </a:bodyPr>
          <a:p>
            <a:pPr algn="ct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rPr>
              <a:t>跨多区域支援示意图</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endParaRPr>
          </a:p>
        </p:txBody>
      </p:sp>
      <p:cxnSp>
        <p:nvCxnSpPr>
          <p:cNvPr id="5" name="直接箭头连接符 4"/>
          <p:cNvCxnSpPr/>
          <p:nvPr/>
        </p:nvCxnSpPr>
        <p:spPr>
          <a:xfrm>
            <a:off x="2998470" y="5372735"/>
            <a:ext cx="528320" cy="571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PA_矩形 39"/>
          <p:cNvSpPr>
            <a:spLocks noChangeArrowheads="1"/>
          </p:cNvSpPr>
          <p:nvPr>
            <p:custDataLst>
              <p:tags r:id="rId4"/>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1"/>
            </p:custDataLst>
          </p:nvPr>
        </p:nvSpPr>
        <p:spPr>
          <a:xfrm>
            <a:off x="320040" y="1119505"/>
            <a:ext cx="11797200" cy="2720975"/>
          </a:xfrm>
          <a:prstGeom prst="rect">
            <a:avLst/>
          </a:prstGeom>
          <a:noFill/>
        </p:spPr>
        <p:txBody>
          <a:bodyPr lIns="0" tIns="0" rIns="0" bIns="0">
            <a:noAutofit/>
          </a:bodyPr>
          <a:lstStyle/>
          <a:p>
            <a:pPr marL="0" indent="508000" algn="just" eaLnBrk="1" latinLnBrk="0" hangingPunct="1">
              <a:lnSpc>
                <a:spcPct val="140000"/>
              </a:lnSpc>
              <a:buNone/>
              <a:defRPr/>
              <a:extLst>
                <a:ext uri="{35155182-B16C-46BC-9424-99874614C6A1}">
                  <wpsdc:indentchars xmlns:wpsdc="http://www.wps.cn/officeDocument/2017/drawingmlCustomData" val="200" checksum="282533468"/>
                </a:ext>
              </a:extLst>
            </a:pPr>
            <a:r>
              <a:rPr 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（三）中长期市场机制取得多项创新突破</a:t>
            </a:r>
            <a:endPar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开展沙戈荒大基地联营试点。</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选取灵绍直流作为试点，组织发电企业制定联营方案，并完成协议签订并推动实施。</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跨经营区交易取得突破。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打开国网、南网、蒙西电网中长期市场新局面，</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首次实现云霄直流南网满功率支援华东（今夏双向均首次实现</a:t>
            </a:r>
            <a:r>
              <a:rPr 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200万</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千瓦），首次在中长期市场实现蒙西购电和跨区送电双向交易。</a:t>
            </a:r>
            <a:endPar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eaLnBrk="1" latinLnBrk="0" hangingPunct="1">
              <a:lnSpc>
                <a:spcPct val="140000"/>
              </a:lnSpc>
              <a:buFont typeface="Wingdings" panose="05000000000000000000" charset="0"/>
              <a:buChar char="Ø"/>
              <a:defRPr/>
            </a:pPr>
            <a:r>
              <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创新提出省间输电权市场机制。</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基于国情创建省间交易优先级，开展基于优先级的协同出清，大幅提高交易组织和通道利用效率，整体校核时间缩短65%。</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9271000" y="4594225"/>
            <a:ext cx="497840" cy="245110"/>
          </a:xfrm>
          <a:prstGeom prst="rect">
            <a:avLst/>
          </a:prstGeom>
          <a:noFill/>
        </p:spPr>
        <p:txBody>
          <a:bodyPr wrap="none" rtlCol="0">
            <a:spAutoFit/>
          </a:bodyPr>
          <a:lstStyle/>
          <a:p>
            <a:r>
              <a:rPr lang="en-US" altLang="zh-CN" sz="1000" b="0">
                <a:solidFill>
                  <a:schemeClr val="bg1"/>
                </a:solidFill>
              </a:rPr>
              <a:t>22.2%</a:t>
            </a:r>
            <a:endParaRPr lang="en-US" altLang="zh-CN" sz="1000" b="0">
              <a:solidFill>
                <a:schemeClr val="bg1"/>
              </a:solidFill>
            </a:endParaRPr>
          </a:p>
        </p:txBody>
      </p:sp>
      <p:graphicFrame>
        <p:nvGraphicFramePr>
          <p:cNvPr id="7" name="表格 6"/>
          <p:cNvGraphicFramePr/>
          <p:nvPr>
            <p:custDataLst>
              <p:tags r:id="rId2"/>
            </p:custDataLst>
          </p:nvPr>
        </p:nvGraphicFramePr>
        <p:xfrm>
          <a:off x="5591175" y="4158615"/>
          <a:ext cx="6108065" cy="2727960"/>
        </p:xfrm>
        <a:graphic>
          <a:graphicData uri="http://schemas.openxmlformats.org/drawingml/2006/table">
            <a:tbl>
              <a:tblPr firstRow="1">
                <a:tableStyleId>{FABFCF23-3B69-468F-B69F-88F6DE6A72F2}</a:tableStyleId>
              </a:tblPr>
              <a:tblGrid>
                <a:gridCol w="764540"/>
                <a:gridCol w="1329690"/>
                <a:gridCol w="1094105"/>
                <a:gridCol w="1086485"/>
                <a:gridCol w="990600"/>
                <a:gridCol w="842645"/>
              </a:tblGrid>
              <a:tr h="424180">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 交易周期</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chemeClr val="bg1"/>
                      </a:solidFill>
                      <a:prstDash val="solid"/>
                    </a:lnR>
                    <a:lnT w="12700">
                      <a:solidFill>
                        <a:srgbClr val="0D9496"/>
                      </a:solidFill>
                      <a:prstDash val="solid"/>
                    </a:lnT>
                    <a:lnB w="12700">
                      <a:solidFill>
                        <a:srgbClr val="0D9496"/>
                      </a:solidFill>
                      <a:prstDash val="solid"/>
                    </a:lnB>
                    <a:solidFill>
                      <a:srgbClr val="0D9496"/>
                    </a:solidFill>
                  </a:tcPr>
                </a:tc>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B 交易类型</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rgbClr val="0D9496"/>
                      </a:solidFill>
                      <a:prstDash val="solid"/>
                    </a:lnT>
                    <a:lnB w="12700">
                      <a:solidFill>
                        <a:srgbClr val="0D9496"/>
                      </a:solidFill>
                      <a:prstDash val="solid"/>
                    </a:lnB>
                    <a:solidFill>
                      <a:srgbClr val="0D9496"/>
                    </a:solidFill>
                  </a:tcPr>
                </a:tc>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 绿色电力交易</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rgbClr val="0D9496"/>
                      </a:solidFill>
                      <a:prstDash val="solid"/>
                    </a:lnT>
                    <a:lnB w="12700">
                      <a:solidFill>
                        <a:srgbClr val="0D9496"/>
                      </a:solidFill>
                      <a:prstDash val="solid"/>
                    </a:lnB>
                    <a:solidFill>
                      <a:srgbClr val="0D9496"/>
                    </a:solidFill>
                  </a:tcPr>
                </a:tc>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 输电通道落点</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rgbClr val="0D9496"/>
                      </a:solidFill>
                      <a:prstDash val="solid"/>
                    </a:lnT>
                    <a:lnB w="12700">
                      <a:solidFill>
                        <a:srgbClr val="0D9496"/>
                      </a:solidFill>
                      <a:prstDash val="solid"/>
                    </a:lnB>
                    <a:solidFill>
                      <a:srgbClr val="0D9496"/>
                    </a:solidFill>
                  </a:tcPr>
                </a:tc>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 电力成分</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bg1"/>
                      </a:solidFill>
                      <a:prstDash val="solid"/>
                    </a:lnL>
                    <a:lnR w="12700">
                      <a:solidFill>
                        <a:schemeClr val="bg1"/>
                      </a:solidFill>
                      <a:prstDash val="solid"/>
                    </a:lnR>
                    <a:lnT w="12700">
                      <a:solidFill>
                        <a:srgbClr val="0D9496"/>
                      </a:solidFill>
                      <a:prstDash val="solid"/>
                    </a:lnT>
                    <a:lnB w="12700">
                      <a:solidFill>
                        <a:srgbClr val="0D9496"/>
                      </a:solidFill>
                      <a:prstDash val="solid"/>
                    </a:lnB>
                    <a:solidFill>
                      <a:srgbClr val="0D9496"/>
                    </a:solidFill>
                  </a:tcPr>
                </a:tc>
                <a:tc>
                  <a:txBody>
                    <a:bodyPr/>
                    <a:p>
                      <a:pPr algn="ctr">
                        <a:buClrTx/>
                        <a:buSzTx/>
                        <a:buFontTx/>
                        <a:buNone/>
                      </a:pPr>
                      <a:r>
                        <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F 是否成交</a:t>
                      </a:r>
                      <a:endParaRPr lang="en-US"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chemeClr val="bg1"/>
                      </a:solidFill>
                      <a:prstDash val="solid"/>
                    </a:lnL>
                    <a:lnR w="12700">
                      <a:solidFill>
                        <a:srgbClr val="0D9496"/>
                      </a:solidFill>
                      <a:prstDash val="solid"/>
                    </a:lnR>
                    <a:lnT w="12700">
                      <a:solidFill>
                        <a:srgbClr val="0D9496"/>
                      </a:solidFill>
                      <a:prstDash val="solid"/>
                    </a:lnT>
                    <a:lnB w="12700">
                      <a:solidFill>
                        <a:srgbClr val="0D9496"/>
                      </a:solidFill>
                      <a:prstDash val="solid"/>
                    </a:lnB>
                    <a:solidFill>
                      <a:srgbClr val="0D9496"/>
                    </a:solidFill>
                  </a:tcPr>
                </a:tc>
              </a:tr>
              <a:tr h="607060">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 年度</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（含多年）</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 配套电源优先计划（</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配新及大基地优先于配火</a:t>
                      </a: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 绿色电力交易</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 购售双方均为直流落点</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 全清洁能源（水、风、光、核、生物质）</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1成交</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cmpd="sng">
                      <a:solidFill>
                        <a:srgbClr val="0D9496"/>
                      </a:solidFill>
                      <a:prstDash val="solid"/>
                    </a:lnR>
                    <a:lnT w="12700">
                      <a:solidFill>
                        <a:srgbClr val="0D9496"/>
                      </a:solidFill>
                      <a:prstDash val="solid"/>
                    </a:lnT>
                    <a:lnB w="12700" cmpd="sng">
                      <a:solidFill>
                        <a:srgbClr val="0D9496"/>
                      </a:solidFill>
                      <a:prstDash val="solid"/>
                    </a:lnB>
                  </a:tcPr>
                </a:tc>
              </a:tr>
              <a:tr h="424180">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 月度</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（含多月）</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 其他优先计划</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 非绿色电力交易</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 购售单方为直流落点</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 清洁能源与火电打捆</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2预成交</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cmpd="sng">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607060">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3 月内</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sym typeface="+mn-ea"/>
                        </a:rPr>
                        <a:t>非优先计划绿电交易</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3 购售双方均非直流落点</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3 全火电（燃煤、燃气、燃油）</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cmpd="sng">
                      <a:solidFill>
                        <a:srgbClr val="0D9496"/>
                      </a:solidFill>
                      <a:prstDash val="solid"/>
                    </a:lnR>
                    <a:lnT w="12700" cmpd="sng">
                      <a:solidFill>
                        <a:srgbClr val="0D9496"/>
                      </a:solidFill>
                      <a:prstDash val="solid"/>
                    </a:lnT>
                    <a:lnB w="12700" cmpd="sng">
                      <a:solidFill>
                        <a:srgbClr val="0D9496"/>
                      </a:solidFill>
                      <a:prstDash val="solid"/>
                    </a:lnB>
                  </a:tcPr>
                </a:tc>
              </a:tr>
              <a:tr h="424180">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sym typeface="+mn-ea"/>
                        </a:rPr>
                        <a:t>配套电源规划通道送消纳省超计划</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cmpd="sng">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241300">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5 </a:t>
                      </a:r>
                      <a:r>
                        <a:rPr lang="en-US" altLang="en-US" sz="1200" b="0">
                          <a:latin typeface="微软雅黑" panose="020B0503020204020204" pitchFamily="34" charset="-122"/>
                          <a:ea typeface="微软雅黑" panose="020B0503020204020204" pitchFamily="34" charset="-122"/>
                          <a:cs typeface="微软雅黑" panose="020B0503020204020204" pitchFamily="34" charset="-122"/>
                          <a:sym typeface="+mn-ea"/>
                        </a:rPr>
                        <a:t>其他市场化交易</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algn="ctr">
                        <a:buClrTx/>
                        <a:buSzTx/>
                        <a:buFontTx/>
                        <a:buNone/>
                      </a:pP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a:solidFill>
                        <a:srgbClr val="0D9496"/>
                      </a:solidFill>
                      <a:prstDash val="solid"/>
                    </a:lnL>
                    <a:lnR w="12700" cmpd="sng">
                      <a:solidFill>
                        <a:srgbClr val="0D9496"/>
                      </a:solidFill>
                      <a:prstDash val="solid"/>
                    </a:lnR>
                    <a:lnT w="12700" cmpd="sng">
                      <a:solidFill>
                        <a:srgbClr val="0D9496"/>
                      </a:solidFill>
                      <a:prstDash val="solid"/>
                    </a:lnT>
                    <a:lnB w="12700" cmpd="sng">
                      <a:solidFill>
                        <a:srgbClr val="0D9496"/>
                      </a:solidFill>
                      <a:prstDash val="solid"/>
                    </a:lnB>
                  </a:tcPr>
                </a:tc>
              </a:tr>
            </a:tbl>
          </a:graphicData>
        </a:graphic>
      </p:graphicFrame>
      <p:sp>
        <p:nvSpPr>
          <p:cNvPr id="6" name="文本框 5"/>
          <p:cNvSpPr txBox="1"/>
          <p:nvPr/>
        </p:nvSpPr>
        <p:spPr>
          <a:xfrm>
            <a:off x="5663565" y="3859530"/>
            <a:ext cx="5865495" cy="275590"/>
          </a:xfrm>
          <a:prstGeom prst="rect">
            <a:avLst/>
          </a:prstGeom>
          <a:noFill/>
        </p:spPr>
        <p:txBody>
          <a:bodyPr wrap="square" rtlCol="0">
            <a:spAutoFit/>
          </a:bodyPr>
          <a:p>
            <a:pPr algn="ctr"/>
            <a:r>
              <a:rPr lang="zh-CN" sz="120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省间交易组织执行优先级</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pic>
        <p:nvPicPr>
          <p:cNvPr id="5" name="图片 4"/>
          <p:cNvPicPr>
            <a:picLocks noChangeAspect="1"/>
          </p:cNvPicPr>
          <p:nvPr/>
        </p:nvPicPr>
        <p:blipFill>
          <a:blip r:embed="rId3"/>
          <a:srcRect l="8191" t="9944" r="7832" b="9956"/>
          <a:stretch>
            <a:fillRect/>
          </a:stretch>
        </p:blipFill>
        <p:spPr>
          <a:xfrm>
            <a:off x="661670" y="4318635"/>
            <a:ext cx="2010410" cy="2404745"/>
          </a:xfrm>
          <a:prstGeom prst="rect">
            <a:avLst/>
          </a:prstGeom>
          <a:ln>
            <a:solidFill>
              <a:schemeClr val="accent1"/>
            </a:solidFill>
          </a:ln>
        </p:spPr>
      </p:pic>
      <p:pic>
        <p:nvPicPr>
          <p:cNvPr id="2" name="图片 1"/>
          <p:cNvPicPr>
            <a:picLocks noChangeAspect="1"/>
          </p:cNvPicPr>
          <p:nvPr/>
        </p:nvPicPr>
        <p:blipFill>
          <a:blip r:embed="rId4"/>
          <a:srcRect t="6363" b="2573"/>
          <a:stretch>
            <a:fillRect/>
          </a:stretch>
        </p:blipFill>
        <p:spPr>
          <a:xfrm>
            <a:off x="2999105" y="4318635"/>
            <a:ext cx="1881505" cy="2440305"/>
          </a:xfrm>
          <a:prstGeom prst="rect">
            <a:avLst/>
          </a:prstGeom>
          <a:ln>
            <a:solidFill>
              <a:schemeClr val="accent1"/>
            </a:solidFill>
          </a:ln>
        </p:spPr>
      </p:pic>
      <p:sp>
        <p:nvSpPr>
          <p:cNvPr id="9" name="PA_矩形 39"/>
          <p:cNvSpPr>
            <a:spLocks noChangeArrowheads="1"/>
          </p:cNvSpPr>
          <p:nvPr>
            <p:custDataLst>
              <p:tags r:id="rId5"/>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2"/>
          <p:cNvSpPr>
            <a:spLocks noChangeArrowheads="1"/>
          </p:cNvSpPr>
          <p:nvPr>
            <p:custDataLst>
              <p:tags r:id="rId3"/>
            </p:custDataLst>
          </p:nvPr>
        </p:nvSpPr>
        <p:spPr bwMode="auto">
          <a:xfrm>
            <a:off x="0" y="44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mn-lt"/>
              <a:ea typeface="+mn-ea"/>
              <a:cs typeface="+mn-ea"/>
              <a:sym typeface="+mn-lt"/>
            </a:endParaRPr>
          </a:p>
        </p:txBody>
      </p:sp>
      <p:sp>
        <p:nvSpPr>
          <p:cNvPr id="60" name="Rectangle 2"/>
          <p:cNvSpPr>
            <a:spLocks noChangeArrowheads="1"/>
          </p:cNvSpPr>
          <p:nvPr>
            <p:custDataLst>
              <p:tags r:id="rId4"/>
            </p:custDataLst>
          </p:nvPr>
        </p:nvSpPr>
        <p:spPr bwMode="auto">
          <a:xfrm>
            <a:off x="127000" y="171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mn-lt"/>
              <a:ea typeface="+mn-ea"/>
              <a:cs typeface="+mn-ea"/>
              <a:sym typeface="+mn-lt"/>
            </a:endParaRPr>
          </a:p>
        </p:txBody>
      </p:sp>
      <p:sp>
        <p:nvSpPr>
          <p:cNvPr id="61" name="Rectangle 2"/>
          <p:cNvSpPr>
            <a:spLocks noChangeArrowheads="1"/>
          </p:cNvSpPr>
          <p:nvPr>
            <p:custDataLst>
              <p:tags r:id="rId5"/>
            </p:custDataLst>
          </p:nvPr>
        </p:nvSpPr>
        <p:spPr bwMode="auto">
          <a:xfrm>
            <a:off x="254000" y="298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mn-lt"/>
              <a:ea typeface="+mn-ea"/>
              <a:cs typeface="+mn-ea"/>
              <a:sym typeface="+mn-lt"/>
            </a:endParaRPr>
          </a:p>
        </p:txBody>
      </p:sp>
      <p:sp>
        <p:nvSpPr>
          <p:cNvPr id="62" name="Rectangle 2"/>
          <p:cNvSpPr>
            <a:spLocks noChangeArrowheads="1"/>
          </p:cNvSpPr>
          <p:nvPr>
            <p:custDataLst>
              <p:tags r:id="rId6"/>
            </p:custDataLst>
          </p:nvPr>
        </p:nvSpPr>
        <p:spPr bwMode="auto">
          <a:xfrm>
            <a:off x="381000" y="425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mn-lt"/>
              <a:ea typeface="+mn-ea"/>
              <a:cs typeface="+mn-ea"/>
              <a:sym typeface="+mn-lt"/>
            </a:endParaRPr>
          </a:p>
        </p:txBody>
      </p:sp>
      <p:sp>
        <p:nvSpPr>
          <p:cNvPr id="63" name="Rectangle 2"/>
          <p:cNvSpPr>
            <a:spLocks noChangeArrowheads="1"/>
          </p:cNvSpPr>
          <p:nvPr>
            <p:custDataLst>
              <p:tags r:id="rId7"/>
            </p:custDataLst>
          </p:nvPr>
        </p:nvSpPr>
        <p:spPr bwMode="auto">
          <a:xfrm>
            <a:off x="508000" y="552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mn-lt"/>
              <a:ea typeface="+mn-ea"/>
              <a:cs typeface="+mn-ea"/>
              <a:sym typeface="+mn-lt"/>
            </a:endParaRPr>
          </a:p>
        </p:txBody>
      </p:sp>
      <p:sp>
        <p:nvSpPr>
          <p:cNvPr id="68" name="矩形 67"/>
          <p:cNvSpPr/>
          <p:nvPr>
            <p:custDataLst>
              <p:tags r:id="rId8"/>
            </p:custDataLst>
          </p:nvPr>
        </p:nvSpPr>
        <p:spPr>
          <a:xfrm>
            <a:off x="844550" y="887730"/>
            <a:ext cx="5883275" cy="422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MH_Text_1"/>
          <p:cNvSpPr txBox="1"/>
          <p:nvPr>
            <p:custDataLst>
              <p:tags r:id="rId9"/>
            </p:custDataLst>
          </p:nvPr>
        </p:nvSpPr>
        <p:spPr>
          <a:xfrm>
            <a:off x="113030" y="1125855"/>
            <a:ext cx="11966575" cy="213042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（司）2024年绿电绿证交易规模大幅增长</a:t>
            </a:r>
            <a:endParaRPr lang="zh-CN"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年绿电交易电量</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1358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亿千瓦时，价格较落地省原燃煤基准价上涨约</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兆瓦时。共计</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省参与绿电交易，其中京津冀、长三角交易较为活跃。202</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年交易绿证</a:t>
            </a:r>
            <a:r>
              <a:rPr lang="en-US" sz="2000" kern="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1.76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亿个。分布式新能源参与绿电交易取得进展，规范聚合代理机制，浙江、江苏、安徽实现分布式新能源参与绿电交易，累计交易电量</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25.5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亿千瓦时。推动世界互联网大会乌镇峰会、夏季达沃斯论坛等重要活动</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绿色办会。</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4" name="灯片编号占位符 192"/>
          <p:cNvSpPr txBox="1">
            <a:spLocks noGrp="1"/>
          </p:cNvSpPr>
          <p:nvPr>
            <p:custDataLst>
              <p:tags r:id="rId10"/>
            </p:custDataLst>
          </p:nvPr>
        </p:nvSpPr>
        <p:spPr>
          <a:xfrm>
            <a:off x="9264015" y="6284595"/>
            <a:ext cx="2844800" cy="365125"/>
          </a:xfrm>
          <a:prstGeom prst="rect">
            <a:avLst/>
          </a:prstGeom>
        </p:spPr>
        <p:txBody>
          <a:bodyPr vert="horz" lIns="91440" tIns="45720" rIns="91440" bIns="45720" rtlCol="0" anchor="ctr"/>
          <a:lstStyle>
            <a:lvl1pPr defTabSz="909955"/>
          </a:lstStyle>
          <a:p>
            <a:pPr algn="r" eaLnBrk="1" hangingPunct="1"/>
            <a:fld id="{9A0DB2DC-4C9A-4742-B13C-FB6460FD3503}" type="slidenum">
              <a:rPr lang="zh-CN" altLang="en-US" sz="1400" b="1">
                <a:latin typeface="华文细黑" panose="02010600040101010101" pitchFamily="2" charset="-122"/>
                <a:ea typeface="华文细黑" panose="02010600040101010101" pitchFamily="2" charset="-122"/>
              </a:rPr>
            </a:fld>
            <a:endParaRPr lang="zh-CN" altLang="en-US" sz="1400" b="1">
              <a:latin typeface="华文细黑" panose="02010600040101010101" pitchFamily="2" charset="-122"/>
              <a:ea typeface="华文细黑" panose="02010600040101010101" pitchFamily="2" charset="-122"/>
            </a:endParaRPr>
          </a:p>
        </p:txBody>
      </p:sp>
      <p:sp>
        <p:nvSpPr>
          <p:cNvPr id="7" name="文本框 6"/>
          <p:cNvSpPr txBox="1"/>
          <p:nvPr>
            <p:custDataLst>
              <p:tags r:id="rId11"/>
            </p:custDataLst>
          </p:nvPr>
        </p:nvSpPr>
        <p:spPr>
          <a:xfrm>
            <a:off x="7747635" y="6334760"/>
            <a:ext cx="3832225" cy="275590"/>
          </a:xfrm>
          <a:prstGeom prst="rect">
            <a:avLst/>
          </a:prstGeom>
          <a:noFill/>
        </p:spPr>
        <p:txBody>
          <a:bodyPr wrap="square" rtlCol="0">
            <a:spAutoFit/>
          </a:bodyPr>
          <a:lstStyle/>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年各省绿证购入情况（万个）</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custDataLst>
              <p:tags r:id="rId12"/>
            </p:custDataLst>
          </p:nvPr>
        </p:nvSpPr>
        <p:spPr>
          <a:xfrm>
            <a:off x="1490345" y="6334760"/>
            <a:ext cx="3810000" cy="275590"/>
          </a:xfrm>
          <a:prstGeom prst="rect">
            <a:avLst/>
          </a:prstGeom>
          <a:noFill/>
        </p:spPr>
        <p:txBody>
          <a:bodyPr wrap="square" rtlCol="0">
            <a:spAutoFit/>
          </a:bodyPr>
          <a:lstStyle/>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年各省绿电交易电量</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6" name="图表 65"/>
          <p:cNvGraphicFramePr/>
          <p:nvPr>
            <p:custDataLst>
              <p:tags r:id="rId13"/>
            </p:custDataLst>
          </p:nvPr>
        </p:nvGraphicFramePr>
        <p:xfrm>
          <a:off x="126365" y="3328035"/>
          <a:ext cx="6998970" cy="30073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 name="图表 2"/>
          <p:cNvGraphicFramePr/>
          <p:nvPr>
            <p:custDataLst>
              <p:tags r:id="rId14"/>
            </p:custDataLst>
          </p:nvPr>
        </p:nvGraphicFramePr>
        <p:xfrm>
          <a:off x="7122160" y="3328035"/>
          <a:ext cx="4910455" cy="3101340"/>
        </p:xfrm>
        <a:graphic>
          <a:graphicData uri="http://schemas.openxmlformats.org/drawingml/2006/chart">
            <c:chart xmlns:c="http://schemas.openxmlformats.org/drawingml/2006/chart" xmlns:r="http://schemas.openxmlformats.org/officeDocument/2006/relationships" r:id="rId2"/>
          </a:graphicData>
        </a:graphic>
      </p:graphicFrame>
      <p:sp>
        <p:nvSpPr>
          <p:cNvPr id="5" name="PA_矩形 39"/>
          <p:cNvSpPr>
            <a:spLocks noChangeArrowheads="1"/>
          </p:cNvSpPr>
          <p:nvPr>
            <p:custDataLst>
              <p:tags r:id="rId15"/>
            </p:custDataLst>
          </p:nvPr>
        </p:nvSpPr>
        <p:spPr bwMode="auto">
          <a:xfrm>
            <a:off x="493588" y="404748"/>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一、2024年省间交易总结</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PA_矩形 39"/>
          <p:cNvSpPr>
            <a:spLocks noChangeArrowheads="1"/>
          </p:cNvSpPr>
          <p:nvPr>
            <p:custDataLst>
              <p:tags r:id="rId2"/>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年电力市场形势分析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3"/>
            </p:custDataLst>
          </p:nvPr>
        </p:nvSpPr>
        <p:spPr>
          <a:xfrm>
            <a:off x="320040" y="1119505"/>
            <a:ext cx="11797030" cy="256857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（一）新增装机情况</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新增装机</a:t>
            </a:r>
            <a:r>
              <a:rPr lang="en-US" alt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年，预计国网经营区新增发电装机</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亿千瓦，增幅</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27.3%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，其中常规电源</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9901</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火电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8445</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、常规水电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567万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、抽蓄</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497万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、核电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392万</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、新能源</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3.2</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千瓦（光伏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、风电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）。年底发电装机总容量将达</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30.7亿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千瓦，新能源装机占比将达到</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47.9%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，较</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年底提高</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个百分点。</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9271000" y="4594225"/>
            <a:ext cx="497840" cy="245110"/>
          </a:xfrm>
          <a:prstGeom prst="rect">
            <a:avLst/>
          </a:prstGeom>
          <a:noFill/>
        </p:spPr>
        <p:txBody>
          <a:bodyPr wrap="none" rtlCol="0">
            <a:spAutoFit/>
          </a:bodyPr>
          <a:lstStyle/>
          <a:p>
            <a:r>
              <a:rPr lang="en-US" altLang="zh-CN" sz="1000" b="0">
                <a:solidFill>
                  <a:schemeClr val="bg1"/>
                </a:solidFill>
              </a:rPr>
              <a:t>22.2%</a:t>
            </a:r>
            <a:endParaRPr lang="en-US" altLang="zh-CN" sz="1000" b="0">
              <a:solidFill>
                <a:schemeClr val="bg1"/>
              </a:solidFill>
            </a:endParaRPr>
          </a:p>
        </p:txBody>
      </p:sp>
      <p:sp>
        <p:nvSpPr>
          <p:cNvPr id="8" name="文本框 7"/>
          <p:cNvSpPr txBox="1"/>
          <p:nvPr/>
        </p:nvSpPr>
        <p:spPr>
          <a:xfrm>
            <a:off x="3783330" y="6511925"/>
            <a:ext cx="4638040" cy="259080"/>
          </a:xfrm>
          <a:prstGeom prst="rect">
            <a:avLst/>
          </a:prstGeom>
          <a:noFill/>
        </p:spPr>
        <p:txBody>
          <a:bodyPr wrap="square" rtlCol="0">
            <a:noAutofit/>
          </a:bodyPr>
          <a:p>
            <a:pPr algn="ct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rPr>
              <a:t>新增装机类型示意图（单位：万千瓦）</a:t>
            </a:r>
            <a:endPar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endParaRPr>
          </a:p>
        </p:txBody>
      </p:sp>
      <p:graphicFrame>
        <p:nvGraphicFramePr>
          <p:cNvPr id="9" name="图表 8" descr="7b0a202020202263686172745265734964223a20223230343736383835220a7d0a"/>
          <p:cNvGraphicFramePr/>
          <p:nvPr/>
        </p:nvGraphicFramePr>
        <p:xfrm>
          <a:off x="3049270" y="2972435"/>
          <a:ext cx="6079490" cy="364299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1"/>
            </p:custDataLst>
          </p:nvPr>
        </p:nvSpPr>
        <p:spPr>
          <a:xfrm>
            <a:off x="320040" y="1119505"/>
            <a:ext cx="11797030" cy="217360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（一）新增装机情况</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配套电源装机</a:t>
            </a:r>
            <a:r>
              <a:rPr lang="en-US" alt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预计2025年新投产配套电源</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6477万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千瓦，其中火电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1464万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千瓦、新能源（含大基地）</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4422万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千瓦、水电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176万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千瓦、储能</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415万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a:t>
            </a:r>
            <a:endParaRPr lang="en-US" altLang="zh-CN"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9271000" y="4594225"/>
            <a:ext cx="497840" cy="245110"/>
          </a:xfrm>
          <a:prstGeom prst="rect">
            <a:avLst/>
          </a:prstGeom>
          <a:noFill/>
        </p:spPr>
        <p:txBody>
          <a:bodyPr wrap="none" rtlCol="0">
            <a:spAutoFit/>
          </a:bodyPr>
          <a:lstStyle/>
          <a:p>
            <a:r>
              <a:rPr lang="en-US" altLang="zh-CN" sz="1000" b="0">
                <a:solidFill>
                  <a:schemeClr val="bg1"/>
                </a:solidFill>
              </a:rPr>
              <a:t>22.2%</a:t>
            </a:r>
            <a:endParaRPr lang="en-US" altLang="zh-CN" sz="1000" b="0">
              <a:solidFill>
                <a:schemeClr val="bg1"/>
              </a:solidFill>
            </a:endParaRPr>
          </a:p>
        </p:txBody>
      </p:sp>
      <p:sp>
        <p:nvSpPr>
          <p:cNvPr id="7" name="文本框 6"/>
          <p:cNvSpPr txBox="1"/>
          <p:nvPr/>
        </p:nvSpPr>
        <p:spPr>
          <a:xfrm>
            <a:off x="4512310" y="3068955"/>
            <a:ext cx="2773680" cy="275590"/>
          </a:xfrm>
          <a:prstGeom prst="rect">
            <a:avLst/>
          </a:prstGeom>
          <a:noFill/>
        </p:spPr>
        <p:txBody>
          <a:bodyPr wrap="none" rtlCol="0" anchor="t">
            <a:spAutoFit/>
          </a:bodyPr>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配套电源投产情况表（单位：万千瓦）</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p:nvPr>
            <p:custDataLst>
              <p:tags r:id="rId2"/>
            </p:custDataLst>
          </p:nvPr>
        </p:nvGraphicFramePr>
        <p:xfrm>
          <a:off x="189230" y="3470275"/>
          <a:ext cx="11175365" cy="3353435"/>
        </p:xfrm>
        <a:graphic>
          <a:graphicData uri="http://schemas.openxmlformats.org/drawingml/2006/table">
            <a:tbl>
              <a:tblPr firstRow="1" bandRow="1">
                <a:tableStyleId>{5C22544A-7EE6-4342-B048-85BDC9FD1C3A}</a:tableStyleId>
              </a:tblPr>
              <a:tblGrid>
                <a:gridCol w="1830705"/>
                <a:gridCol w="1595755"/>
                <a:gridCol w="1166495"/>
                <a:gridCol w="1344930"/>
                <a:gridCol w="1431290"/>
                <a:gridCol w="1483360"/>
                <a:gridCol w="1276985"/>
                <a:gridCol w="1045845"/>
              </a:tblGrid>
              <a:tr h="467995">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直流名称</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配套类型</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预计2025年投产容量</a:t>
                      </a:r>
                      <a:endParaRPr lang="zh-CN" altLang="en-US" sz="10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调管关系</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直流名称</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配套类型</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预计2025年投产容量</a:t>
                      </a:r>
                      <a:endParaRPr lang="zh-CN" altLang="en-US" sz="10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c>
                  <a:txBody>
                    <a:bodyPr/>
                    <a:p>
                      <a:pPr indent="0" algn="ctr">
                        <a:buNone/>
                      </a:pPr>
                      <a:r>
                        <a:rPr lang="zh-CN" sz="1000" b="0">
                          <a:solidFill>
                            <a:schemeClr val="bg1"/>
                          </a:solidFill>
                          <a:latin typeface="微软雅黑" panose="020B0503020204020204" pitchFamily="34" charset="-122"/>
                          <a:ea typeface="微软雅黑" panose="020B0503020204020204" pitchFamily="34" charset="-122"/>
                        </a:rPr>
                        <a:t>调管关系</a:t>
                      </a:r>
                      <a:endParaRPr lang="zh-CN" altLang="en-US" sz="1000" b="0">
                        <a:solidFill>
                          <a:schemeClr val="bg1"/>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D9496"/>
                    </a:solidFill>
                  </a:tcPr>
                </a:tc>
              </a:tr>
              <a:tr h="210820">
                <a:tc>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灵绍直流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大基地光伏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250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宁夏省调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4">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庆东直流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配套火电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400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1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西北网调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r>
              <a:tr h="210820">
                <a:tc rowSpan="3">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吉泉直流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5">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新疆省调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534</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大基地风电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160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305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大基地光伏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340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配套储能</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105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rowSpan="2">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天中直流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大基地风电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114</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rowSpan="4">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中衡直流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配套火电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332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大基地光伏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lnB w="12700" cap="flat">
                      <a:solidFill>
                        <a:schemeClr val="tx1"/>
                      </a:solidFill>
                      <a:prstDash val="solid"/>
                    </a:lnB>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400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rowSpan="2">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锡泰直流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配套火电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332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华北网调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700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432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lnB w="12700" cap="flat">
                      <a:solidFill>
                        <a:schemeClr val="tx1"/>
                      </a:solidFill>
                      <a:prstDash val="solid"/>
                    </a:lnB>
                  </a:tcPr>
                </a:tc>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配套储能</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110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rowSpan="2">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祁韶直流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甘肃省调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4">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坤渝直流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配套火电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400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12.54</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lnB w="12700" cap="flat">
                      <a:solidFill>
                        <a:schemeClr val="tx1"/>
                      </a:solidFill>
                      <a:prstDash val="solid"/>
                    </a:lnB>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700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rowSpan="2">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陕武直流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配套风电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43</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陕西省调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300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tcPr>
                </a:tc>
              </a:tr>
              <a:tr h="210820">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配套光伏</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59</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a:solidFill>
                        <a:schemeClr val="tx1"/>
                      </a:solidFill>
                      <a:prstDash val="solid"/>
                    </a:lnR>
                    <a:lnB w="12700" cap="flat">
                      <a:solidFill>
                        <a:schemeClr val="tx1"/>
                      </a:solidFill>
                      <a:prstDash val="solid"/>
                    </a:lnB>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配套储能</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200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vMerge="1">
                  <a:tcPr>
                    <a:lnL w="12700">
                      <a:solidFill>
                        <a:schemeClr val="tx1"/>
                      </a:solidFill>
                      <a:prstDash val="solid"/>
                    </a:lnL>
                    <a:lnR w="12700" cap="flat">
                      <a:solidFill>
                        <a:schemeClr val="tx1"/>
                      </a:solidFill>
                      <a:prstDash val="solid"/>
                    </a:lnR>
                    <a:lnB w="12700" cap="flat">
                      <a:solidFill>
                        <a:schemeClr val="tx1"/>
                      </a:solidFill>
                      <a:prstDash val="solid"/>
                    </a:lnB>
                  </a:tcPr>
                </a:tc>
              </a:tr>
              <a:tr h="355600">
                <a:tc>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青豫直流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配套光热</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altLang="en-US" sz="1000" b="0">
                          <a:solidFill>
                            <a:srgbClr val="000000"/>
                          </a:solidFill>
                          <a:latin typeface="微软雅黑" panose="020B0503020204020204" pitchFamily="34" charset="-122"/>
                          <a:ea typeface="微软雅黑" panose="020B0503020204020204" pitchFamily="34" charset="-122"/>
                        </a:rPr>
                        <a:t>青海省调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1">
                          <a:solidFill>
                            <a:srgbClr val="000000"/>
                          </a:solidFill>
                          <a:latin typeface="微软雅黑" panose="020B0503020204020204" pitchFamily="34" charset="-122"/>
                          <a:ea typeface="微软雅黑" panose="020B0503020204020204" pitchFamily="34" charset="-122"/>
                        </a:rPr>
                        <a:t>金永直流</a:t>
                      </a:r>
                      <a:endParaRPr lang="zh-CN" altLang="en-US" sz="1000" b="1">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配套水电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176</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西南网调</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r>
            </a:tbl>
          </a:graphicData>
        </a:graphic>
      </p:graphicFrame>
      <p:sp>
        <p:nvSpPr>
          <p:cNvPr id="2" name="PA_矩形 39"/>
          <p:cNvSpPr>
            <a:spLocks noChangeArrowheads="1"/>
          </p:cNvSpPr>
          <p:nvPr>
            <p:custDataLst>
              <p:tags r:id="rId3"/>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年电力市场形势分析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graphicFrame>
        <p:nvGraphicFramePr>
          <p:cNvPr id="4" name="表格 3"/>
          <p:cNvGraphicFramePr/>
          <p:nvPr>
            <p:custDataLst>
              <p:tags r:id="rId1"/>
            </p:custDataLst>
          </p:nvPr>
        </p:nvGraphicFramePr>
        <p:xfrm>
          <a:off x="3166110" y="2966085"/>
          <a:ext cx="9003030" cy="3561080"/>
        </p:xfrm>
        <a:graphic>
          <a:graphicData uri="http://schemas.openxmlformats.org/drawingml/2006/table">
            <a:tbl>
              <a:tblPr/>
              <a:tblGrid>
                <a:gridCol w="1236345"/>
                <a:gridCol w="1435100"/>
                <a:gridCol w="1611630"/>
                <a:gridCol w="1727835"/>
              </a:tblGrid>
              <a:tr h="250825">
                <a:tc>
                  <a:txBody>
                    <a:bodyPr/>
                    <a:p>
                      <a:pPr algn="ctr">
                        <a:buClrTx/>
                        <a:buSzTx/>
                        <a:buFontTx/>
                      </a:pPr>
                      <a:r>
                        <a:rPr lang="zh-CN" altLang="en-US" sz="1200" i="0">
                          <a:solidFill>
                            <a:schemeClr val="bg1"/>
                          </a:solidFill>
                          <a:latin typeface="微软雅黑" panose="020B0503020204020204" pitchFamily="34" charset="-122"/>
                          <a:ea typeface="微软雅黑" panose="020B0503020204020204" pitchFamily="34" charset="-122"/>
                        </a:rPr>
                        <a:t>区域</a:t>
                      </a:r>
                      <a:endParaRPr lang="zh-CN" altLang="en-US" sz="120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chemeClr val="bg1"/>
                      </a:solidFill>
                      <a:prstDash val="solid"/>
                      <a:headEnd type="none" w="med" len="med"/>
                      <a:tailEnd type="none" w="med" len="med"/>
                    </a:lnB>
                    <a:solidFill>
                      <a:srgbClr val="0D9496"/>
                    </a:solidFill>
                  </a:tcPr>
                </a:tc>
                <a:tc>
                  <a:txBody>
                    <a:bodyPr/>
                    <a:p>
                      <a:pPr algn="ctr">
                        <a:buClrTx/>
                        <a:buSzTx/>
                        <a:buFontTx/>
                      </a:pPr>
                      <a:r>
                        <a:rPr lang="zh-CN" altLang="en-US" sz="1200" i="0">
                          <a:solidFill>
                            <a:schemeClr val="bg1"/>
                          </a:solidFill>
                          <a:latin typeface="微软雅黑" panose="020B0503020204020204" pitchFamily="34" charset="-122"/>
                          <a:ea typeface="微软雅黑" panose="020B0503020204020204" pitchFamily="34" charset="-122"/>
                        </a:rPr>
                        <a:t>系统</a:t>
                      </a:r>
                      <a:endParaRPr lang="zh-CN" altLang="en-US" sz="120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0D9496"/>
                    </a:solidFill>
                  </a:tcPr>
                </a:tc>
                <a:tc>
                  <a:txBody>
                    <a:bodyPr/>
                    <a:p>
                      <a:pPr algn="ctr">
                        <a:buClrTx/>
                        <a:buSzTx/>
                        <a:buFontTx/>
                      </a:pPr>
                      <a:r>
                        <a:rPr lang="zh-CN" altLang="en-US" sz="1200" i="0">
                          <a:solidFill>
                            <a:schemeClr val="bg1"/>
                          </a:solidFill>
                          <a:latin typeface="微软雅黑" panose="020B0503020204020204" pitchFamily="34" charset="-122"/>
                          <a:ea typeface="微软雅黑" panose="020B0503020204020204" pitchFamily="34" charset="-122"/>
                        </a:rPr>
                        <a:t>最大能力（万千瓦）</a:t>
                      </a:r>
                      <a:endParaRPr lang="zh-CN" altLang="en-US" sz="120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0D9496"/>
                    </a:solidFill>
                  </a:tcPr>
                </a:tc>
                <a:tc>
                  <a:txBody>
                    <a:bodyPr/>
                    <a:p>
                      <a:pPr algn="ctr">
                        <a:buClrTx/>
                        <a:buSzTx/>
                        <a:buFontTx/>
                      </a:pPr>
                      <a:r>
                        <a:rPr lang="zh-CN" altLang="en-US" sz="1200" i="0">
                          <a:solidFill>
                            <a:schemeClr val="bg1"/>
                          </a:solidFill>
                          <a:latin typeface="微软雅黑" panose="020B0503020204020204" pitchFamily="34" charset="-122"/>
                          <a:ea typeface="微软雅黑" panose="020B0503020204020204" pitchFamily="34" charset="-122"/>
                        </a:rPr>
                        <a:t>能力提升</a:t>
                      </a:r>
                      <a:r>
                        <a:rPr lang="zh-CN" altLang="en-US" sz="1200">
                          <a:solidFill>
                            <a:schemeClr val="bg1"/>
                          </a:solidFill>
                          <a:latin typeface="微软雅黑" panose="020B0503020204020204" pitchFamily="34" charset="-122"/>
                          <a:ea typeface="微软雅黑" panose="020B0503020204020204" pitchFamily="34" charset="-122"/>
                          <a:sym typeface="+mn-ea"/>
                        </a:rPr>
                        <a:t>（万千瓦）</a:t>
                      </a:r>
                      <a:endParaRPr lang="zh-CN" altLang="en-US" sz="120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0D9496"/>
                    </a:solidFill>
                  </a:tcPr>
                </a:tc>
              </a:tr>
              <a:tr h="206375">
                <a:tc rowSpan="9">
                  <a:txBody>
                    <a:bodyPr/>
                    <a:p>
                      <a:pPr algn="ctr" fontAlgn="ctr"/>
                      <a:r>
                        <a:rPr lang="zh-CN" altLang="en-US" sz="1200" b="0" i="0">
                          <a:solidFill>
                            <a:schemeClr val="bg1"/>
                          </a:solidFill>
                          <a:latin typeface="微软雅黑" panose="020B0503020204020204" pitchFamily="34" charset="-122"/>
                          <a:ea typeface="微软雅黑" panose="020B0503020204020204" pitchFamily="34" charset="-122"/>
                        </a:rPr>
                        <a:t>跨区</a:t>
                      </a:r>
                      <a:endParaRPr lang="zh-CN" altLang="en-US" sz="1200" b="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solidFill>
                      <a:srgbClr val="0D9496"/>
                    </a:solidFill>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庆东</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no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no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no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金永</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170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170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坤渝</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中衡</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祁韶</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550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FF0000"/>
                          </a:solidFill>
                          <a:latin typeface="微软雅黑" panose="020B0503020204020204" pitchFamily="34" charset="-122"/>
                          <a:ea typeface="微软雅黑" panose="020B0503020204020204" pitchFamily="34" charset="-122"/>
                        </a:rPr>
                        <a:t>-50 </a:t>
                      </a:r>
                      <a:endParaRPr lang="en-US" altLang="zh-CN" sz="1200" b="0" i="0">
                        <a:solidFill>
                          <a:srgbClr val="FF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锡泰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810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6375">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鲁固</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昭沂</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B w="12700" cap="flat" cmpd="sng">
                      <a:solidFill>
                        <a:schemeClr val="bg1"/>
                      </a:solidFill>
                      <a:prstDash val="solid"/>
                      <a:headEnd type="none" w="med" len="med"/>
                      <a:tailEnd type="none" w="med" len="med"/>
                    </a:lnB>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柴拉</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120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a:txBody>
                    <a:bodyPr/>
                    <a:p>
                      <a:pPr algn="ctr" fontAlgn="ctr"/>
                      <a:r>
                        <a:rPr lang="zh-CN" altLang="en-US" sz="1200" b="0" i="0">
                          <a:solidFill>
                            <a:schemeClr val="bg1"/>
                          </a:solidFill>
                          <a:latin typeface="微软雅黑" panose="020B0503020204020204" pitchFamily="34" charset="-122"/>
                          <a:ea typeface="微软雅黑" panose="020B0503020204020204" pitchFamily="34" charset="-122"/>
                        </a:rPr>
                        <a:t>华北</a:t>
                      </a:r>
                      <a:endParaRPr lang="zh-CN" altLang="en-US" sz="1200" b="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solidFill>
                      <a:srgbClr val="0D9496"/>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锡盟张家口送出</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1070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7010">
                <a:tc rowSpan="2">
                  <a:txBody>
                    <a:bodyPr/>
                    <a:p>
                      <a:pPr algn="ctr" fontAlgn="ctr"/>
                      <a:r>
                        <a:rPr lang="zh-CN" altLang="en-US" sz="1200" b="0" i="0">
                          <a:solidFill>
                            <a:schemeClr val="bg1"/>
                          </a:solidFill>
                          <a:latin typeface="微软雅黑" panose="020B0503020204020204" pitchFamily="34" charset="-122"/>
                          <a:ea typeface="微软雅黑" panose="020B0503020204020204" pitchFamily="34" charset="-122"/>
                        </a:rPr>
                        <a:t>东北</a:t>
                      </a:r>
                      <a:endParaRPr lang="zh-CN" altLang="en-US" sz="1200" b="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solidFill>
                      <a:srgbClr val="0D9496"/>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赤峰外送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540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60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B w="12700" cap="flat" cmpd="sng">
                      <a:solidFill>
                        <a:schemeClr val="bg1"/>
                      </a:solidFill>
                      <a:prstDash val="solid"/>
                      <a:headEnd type="none" w="med" len="med"/>
                      <a:tailEnd type="none" w="med" len="med"/>
                    </a:lnB>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呼盟交直流外送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580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20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6375">
                <a:tc rowSpan="3">
                  <a:txBody>
                    <a:bodyPr/>
                    <a:p>
                      <a:pPr algn="ctr" fontAlgn="ctr"/>
                      <a:r>
                        <a:rPr lang="zh-CN" altLang="en-US" sz="1200" b="0" i="0">
                          <a:solidFill>
                            <a:schemeClr val="bg1"/>
                          </a:solidFill>
                          <a:latin typeface="微软雅黑" panose="020B0503020204020204" pitchFamily="34" charset="-122"/>
                          <a:ea typeface="微软雅黑" panose="020B0503020204020204" pitchFamily="34" charset="-122"/>
                        </a:rPr>
                        <a:t>西北</a:t>
                      </a:r>
                      <a:endParaRPr lang="zh-CN" altLang="en-US" sz="1200" b="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solidFill>
                      <a:srgbClr val="0D9496"/>
                    </a:solidFill>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甘送陕</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990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260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tcPr>
                </a:tc>
                <a:tc>
                  <a:txBody>
                    <a:bodyPr/>
                    <a:p>
                      <a:pPr algn="ctr" fontAlgn="t"/>
                      <a:r>
                        <a:rPr lang="zh-CN" altLang="en-US" sz="1200" b="0" i="0">
                          <a:solidFill>
                            <a:srgbClr val="000000"/>
                          </a:solidFill>
                          <a:latin typeface="微软雅黑" panose="020B0503020204020204" pitchFamily="34" charset="-122"/>
                          <a:ea typeface="微软雅黑" panose="020B0503020204020204" pitchFamily="34" charset="-122"/>
                        </a:rPr>
                        <a:t>甘送宁</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800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t"/>
                      <a:r>
                        <a:rPr lang="en-US" altLang="zh-CN" sz="1200" b="0" i="0">
                          <a:solidFill>
                            <a:srgbClr val="000000"/>
                          </a:solidFill>
                          <a:latin typeface="微软雅黑" panose="020B0503020204020204" pitchFamily="34" charset="-122"/>
                          <a:ea typeface="微软雅黑" panose="020B0503020204020204" pitchFamily="34" charset="-122"/>
                        </a:rPr>
                        <a:t>100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r h="207010">
                <a:tc vMerge="1">
                  <a:tcPr>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B w="12700" cap="flat" cmpd="sng">
                      <a:solidFill>
                        <a:schemeClr val="bg1"/>
                      </a:solidFill>
                      <a:prstDash val="solid"/>
                      <a:headEnd type="none" w="med" len="med"/>
                      <a:tailEnd type="none" w="med" len="med"/>
                    </a:lnB>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甘送青</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1140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chemeClr val="bg1"/>
                    </a:solidFill>
                  </a:tcPr>
                </a:tc>
              </a:tr>
              <a:tr h="207010">
                <a:tc>
                  <a:txBody>
                    <a:bodyPr/>
                    <a:p>
                      <a:pPr algn="ctr" fontAlgn="ctr"/>
                      <a:r>
                        <a:rPr lang="zh-CN" altLang="en-US" sz="1200" b="0" i="0">
                          <a:solidFill>
                            <a:schemeClr val="bg1"/>
                          </a:solidFill>
                          <a:latin typeface="微软雅黑" panose="020B0503020204020204" pitchFamily="34" charset="-122"/>
                          <a:ea typeface="微软雅黑" panose="020B0503020204020204" pitchFamily="34" charset="-122"/>
                        </a:rPr>
                        <a:t>西南</a:t>
                      </a:r>
                      <a:endParaRPr lang="zh-CN" altLang="en-US" sz="1200" b="0" i="0">
                        <a:solidFill>
                          <a:schemeClr val="bg1"/>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rgbClr val="0D9496"/>
                      </a:solidFill>
                      <a:prstDash val="solid"/>
                      <a:headEnd type="none" w="med" len="med"/>
                      <a:tailEnd type="none" w="med" len="med"/>
                    </a:lnB>
                    <a:solidFill>
                      <a:srgbClr val="0D9496"/>
                    </a:solid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川渝</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1000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 </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13017" marR="13017" marT="13017" marB="0" anchor="ctr" anchorCtr="0">
                    <a:lnL w="12700" cap="flat" cmpd="sng">
                      <a:solidFill>
                        <a:srgbClr val="0D9496"/>
                      </a:solidFill>
                      <a:prstDash val="solid"/>
                      <a:headEnd type="none" w="med" len="med"/>
                      <a:tailEnd type="none" w="med" len="med"/>
                    </a:lnL>
                    <a:lnR w="12700" cap="flat" cmpd="sng">
                      <a:solidFill>
                        <a:srgbClr val="0D9496"/>
                      </a:solidFill>
                      <a:prstDash val="solid"/>
                      <a:headEnd type="none" w="med" len="med"/>
                      <a:tailEnd type="none" w="med" len="med"/>
                    </a:lnR>
                    <a:lnT w="12700" cap="flat" cmpd="sng">
                      <a:solidFill>
                        <a:srgbClr val="0D9496"/>
                      </a:solidFill>
                      <a:prstDash val="solid"/>
                      <a:headEnd type="none" w="med" len="med"/>
                      <a:tailEnd type="none" w="med" len="med"/>
                    </a:lnT>
                    <a:lnB w="12700" cap="flat" cmpd="sng">
                      <a:solidFill>
                        <a:srgbClr val="0D9496"/>
                      </a:solidFill>
                      <a:prstDash val="solid"/>
                      <a:headEnd type="none" w="med" len="med"/>
                      <a:tailEnd type="none" w="med" len="med"/>
                    </a:lnB>
                    <a:solidFill>
                      <a:srgbClr val="E8F2F6"/>
                    </a:solidFill>
                  </a:tcPr>
                </a:tc>
              </a:tr>
            </a:tbl>
          </a:graphicData>
        </a:graphic>
      </p:graphicFrame>
      <p:sp>
        <p:nvSpPr>
          <p:cNvPr id="5" name="文本框 4"/>
          <p:cNvSpPr txBox="1"/>
          <p:nvPr/>
        </p:nvSpPr>
        <p:spPr>
          <a:xfrm>
            <a:off x="4656455" y="6520815"/>
            <a:ext cx="4603115" cy="368300"/>
          </a:xfrm>
          <a:prstGeom prst="rect">
            <a:avLst/>
          </a:prstGeom>
          <a:noFill/>
        </p:spPr>
        <p:txBody>
          <a:bodyPr wrap="square" rtlCol="0">
            <a:spAutoFit/>
          </a:bodyPr>
          <a:p>
            <a:pPr algn="l"/>
            <a:r>
              <a:rPr lang="zh-CN" altLang="en-US" b="0">
                <a:latin typeface="微软雅黑" panose="020B0503020204020204" pitchFamily="34" charset="-122"/>
                <a:ea typeface="微软雅黑" panose="020B0503020204020204" pitchFamily="34" charset="-122"/>
                <a:sym typeface="+mn-ea"/>
              </a:rPr>
              <a:t>公司省间系统边界条件及输电能力变化表</a:t>
            </a:r>
            <a:endParaRPr lang="zh-CN" altLang="en-US"/>
          </a:p>
        </p:txBody>
      </p:sp>
      <p:sp>
        <p:nvSpPr>
          <p:cNvPr id="9" name="文本框 8"/>
          <p:cNvSpPr txBox="1"/>
          <p:nvPr/>
        </p:nvSpPr>
        <p:spPr>
          <a:xfrm>
            <a:off x="2002790" y="6609715"/>
            <a:ext cx="2585720" cy="229870"/>
          </a:xfrm>
          <a:prstGeom prst="rect">
            <a:avLst/>
          </a:prstGeom>
          <a:noFill/>
        </p:spPr>
        <p:txBody>
          <a:bodyPr wrap="none" rtlCol="0" anchor="t">
            <a:spAutoFit/>
          </a:bodyPr>
          <a:p>
            <a:r>
              <a:rPr lang="zh-CN" altLang="en-US" sz="900" b="0">
                <a:solidFill>
                  <a:srgbClr val="000000"/>
                </a:solidFill>
                <a:ea typeface="黑体" panose="02010609060101010101" charset="-122"/>
                <a:sym typeface="+mn-ea"/>
              </a:rPr>
              <a:t>注：跨区输电能力含跨区点对网送出</a:t>
            </a:r>
            <a:r>
              <a:rPr lang="en-US" altLang="zh-CN" sz="900" b="0">
                <a:solidFill>
                  <a:srgbClr val="000000"/>
                </a:solidFill>
                <a:ea typeface="黑体" panose="02010609060101010101" charset="-122"/>
                <a:sym typeface="+mn-ea"/>
              </a:rPr>
              <a:t>2277</a:t>
            </a:r>
            <a:r>
              <a:rPr lang="zh-CN" altLang="en-US" sz="900" b="0">
                <a:solidFill>
                  <a:srgbClr val="000000"/>
                </a:solidFill>
                <a:ea typeface="黑体" panose="02010609060101010101" charset="-122"/>
                <a:sym typeface="+mn-ea"/>
              </a:rPr>
              <a:t>万千瓦</a:t>
            </a:r>
            <a:endParaRPr lang="zh-CN" altLang="en-US" sz="900" b="0">
              <a:solidFill>
                <a:srgbClr val="000000"/>
              </a:solidFill>
              <a:ea typeface="黑体" panose="02010609060101010101" charset="-122"/>
              <a:sym typeface="+mn-ea"/>
            </a:endParaRPr>
          </a:p>
        </p:txBody>
      </p:sp>
      <p:sp>
        <p:nvSpPr>
          <p:cNvPr id="3" name="MH_Text_1"/>
          <p:cNvSpPr txBox="1"/>
          <p:nvPr>
            <p:custDataLst>
              <p:tags r:id="rId2"/>
            </p:custDataLst>
          </p:nvPr>
        </p:nvSpPr>
        <p:spPr>
          <a:xfrm>
            <a:off x="320040" y="1119505"/>
            <a:ext cx="11797200" cy="222758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（二）省间通道情况</a:t>
            </a:r>
            <a:endParaRPr 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年，公司省间输电能力</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3.76亿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千瓦，提升</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3080万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千瓦。其中：</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跨区</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输电能力</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1.96亿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千瓦，提升</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2330万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千瓦，主要是</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庆东</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金永</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中衡</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坤渝</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项特高压直流工程投产，柴拉直流扩建工程投产等。</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区内省间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输电能力</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1.81亿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千瓦，提升</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750万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千瓦，主要是陕甘、甘宁断面加强及川渝特高压配套工程投产。</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PA_矩形 39"/>
          <p:cNvSpPr>
            <a:spLocks noChangeArrowheads="1"/>
          </p:cNvSpPr>
          <p:nvPr>
            <p:custDataLst>
              <p:tags r:id="rId3"/>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年电力市场形势分析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2"/>
            </p:custDataLst>
          </p:nvPr>
        </p:nvSpPr>
        <p:spPr>
          <a:xfrm>
            <a:off x="320040" y="1119505"/>
            <a:ext cx="11797200" cy="310197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（三）电力需求增长分析</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年是</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十四五</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规划收官之年，结合国内外权威机构对我国明年经济增长的预测（</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IMF</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、高盛</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、亚太经合组织</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、中国社科院</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），预计</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年我国经济增速</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4.5%-5.5%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年，预计我国全社会用电量增速继续快于经济增速，考虑度夏期间全国大部地区气温较常年正常偏高，且不出现大范围极端天气情况下，预计</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年公司经营区全社会用电量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8.1万亿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千瓦时，比上年增长</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，各季度用电量增速分别为</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4.1%</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5.8%</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5.9%</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。预计夏季午峰最大负荷</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千瓦、增幅</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，晚峰</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12.2亿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千瓦、增幅</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；冬季最大负荷</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千瓦、增幅</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3719830" y="6461125"/>
            <a:ext cx="5242560" cy="259080"/>
          </a:xfrm>
          <a:prstGeom prst="rect">
            <a:avLst/>
          </a:prstGeom>
          <a:noFill/>
        </p:spPr>
        <p:txBody>
          <a:bodyPr wrap="square" rtlCol="0">
            <a:noAutofit/>
          </a:bodyPr>
          <a:p>
            <a:pPr algn="ctr"/>
            <a:r>
              <a:rPr lang="en-US" altLang="zh-CN"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2022</a:t>
            </a:r>
            <a:r>
              <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年以来国家电网经营区域用电季度增长情况</a:t>
            </a: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426720" y="4221480"/>
            <a:ext cx="11266170" cy="2275840"/>
            <a:chOff x="672" y="6648"/>
            <a:chExt cx="17742" cy="3584"/>
          </a:xfrm>
        </p:grpSpPr>
        <p:graphicFrame>
          <p:nvGraphicFramePr>
            <p:cNvPr id="6" name="图表 5" descr="7b0a202020202263686172745265734964223a20223230343731343133220a7d0a"/>
            <p:cNvGraphicFramePr/>
            <p:nvPr/>
          </p:nvGraphicFramePr>
          <p:xfrm>
            <a:off x="672" y="6648"/>
            <a:ext cx="17743" cy="3584"/>
          </p:xfrm>
          <a:graphic>
            <a:graphicData uri="http://schemas.openxmlformats.org/drawingml/2006/chart">
              <c:chart xmlns:c="http://schemas.openxmlformats.org/drawingml/2006/chart" xmlns:r="http://schemas.openxmlformats.org/officeDocument/2006/relationships" r:id="rId1"/>
            </a:graphicData>
          </a:graphic>
        </p:graphicFrame>
        <p:sp>
          <p:nvSpPr>
            <p:cNvPr id="11" name="文本框 10"/>
            <p:cNvSpPr txBox="1"/>
            <p:nvPr/>
          </p:nvSpPr>
          <p:spPr>
            <a:xfrm>
              <a:off x="1072" y="9220"/>
              <a:ext cx="4025" cy="624"/>
            </a:xfrm>
            <a:prstGeom prst="rect">
              <a:avLst/>
            </a:prstGeom>
            <a:noFill/>
            <a:ln w="12700" cmpd="sng">
              <a:solidFill>
                <a:schemeClr val="bg1">
                  <a:lumMod val="85000"/>
                </a:schemeClr>
              </a:solidFill>
              <a:prstDash val="dash"/>
            </a:ln>
          </p:spPr>
          <p:txBody>
            <a:bodyPr wrap="square" tIns="0" bIns="0" rtlCol="0" anchor="b" anchorCtr="0">
              <a:noAutofit/>
            </a:bodyPr>
            <a:p>
              <a:pPr algn="ctr"/>
              <a:r>
                <a:rPr lang="en-US" altLang="zh-CN"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2022</a:t>
              </a:r>
              <a:r>
                <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a:t>
              </a: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5279" y="9220"/>
              <a:ext cx="4025" cy="624"/>
            </a:xfrm>
            <a:prstGeom prst="rect">
              <a:avLst/>
            </a:prstGeom>
            <a:noFill/>
            <a:ln w="12700" cmpd="sng">
              <a:solidFill>
                <a:schemeClr val="bg1">
                  <a:lumMod val="85000"/>
                </a:schemeClr>
              </a:solidFill>
              <a:prstDash val="dash"/>
            </a:ln>
          </p:spPr>
          <p:txBody>
            <a:bodyPr wrap="square" tIns="0" bIns="0" rtlCol="0" anchor="b" anchorCtr="0">
              <a:noAutofit/>
            </a:bodyPr>
            <a:p>
              <a:pPr algn="ctr"/>
              <a:r>
                <a:rPr lang="en-US" altLang="zh-CN"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2023</a:t>
              </a:r>
              <a:r>
                <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a:t>
              </a: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9486" y="9220"/>
              <a:ext cx="4025" cy="624"/>
            </a:xfrm>
            <a:prstGeom prst="rect">
              <a:avLst/>
            </a:prstGeom>
            <a:noFill/>
            <a:ln w="12700" cmpd="sng">
              <a:solidFill>
                <a:schemeClr val="bg1">
                  <a:lumMod val="85000"/>
                </a:schemeClr>
              </a:solidFill>
              <a:prstDash val="dash"/>
            </a:ln>
          </p:spPr>
          <p:txBody>
            <a:bodyPr wrap="square" tIns="0" bIns="0" rtlCol="0" anchor="b" anchorCtr="0">
              <a:noAutofit/>
            </a:bodyPr>
            <a:p>
              <a:pPr algn="ctr"/>
              <a:r>
                <a:rPr lang="en-US" altLang="zh-CN"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2024</a:t>
              </a:r>
              <a:r>
                <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a:t>
              </a: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13693" y="9220"/>
              <a:ext cx="4025" cy="624"/>
            </a:xfrm>
            <a:prstGeom prst="rect">
              <a:avLst/>
            </a:prstGeom>
            <a:noFill/>
            <a:ln w="12700" cmpd="sng">
              <a:solidFill>
                <a:schemeClr val="bg1">
                  <a:lumMod val="85000"/>
                </a:schemeClr>
              </a:solidFill>
              <a:prstDash val="dash"/>
            </a:ln>
          </p:spPr>
          <p:txBody>
            <a:bodyPr wrap="square" tIns="0" bIns="0" rtlCol="0" anchor="b" anchorCtr="0">
              <a:noAutofit/>
            </a:bodyPr>
            <a:p>
              <a:pPr algn="ctr"/>
              <a:r>
                <a:rPr lang="en-US" altLang="zh-CN"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年</a:t>
              </a: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6" name="直接连接符 15"/>
            <p:cNvCxnSpPr/>
            <p:nvPr/>
          </p:nvCxnSpPr>
          <p:spPr>
            <a:xfrm>
              <a:off x="13117" y="7080"/>
              <a:ext cx="982" cy="859"/>
            </a:xfrm>
            <a:prstGeom prst="line">
              <a:avLst/>
            </a:prstGeom>
            <a:ln w="12700" cmpd="sng">
              <a:solidFill>
                <a:srgbClr val="F19D19"/>
              </a:solidFill>
              <a:prstDash val="dash"/>
            </a:ln>
          </p:spPr>
          <p:style>
            <a:lnRef idx="2">
              <a:schemeClr val="accent1"/>
            </a:lnRef>
            <a:fillRef idx="0">
              <a:srgbClr val="FFFFFF"/>
            </a:fillRef>
            <a:effectRef idx="0">
              <a:srgbClr val="FFFFFF"/>
            </a:effectRef>
            <a:fontRef idx="minor">
              <a:schemeClr val="tx1"/>
            </a:fontRef>
          </p:style>
        </p:cxnSp>
      </p:grpSp>
      <p:sp>
        <p:nvSpPr>
          <p:cNvPr id="2" name="PA_矩形 39"/>
          <p:cNvSpPr>
            <a:spLocks noChangeArrowheads="1"/>
          </p:cNvSpPr>
          <p:nvPr>
            <p:custDataLst>
              <p:tags r:id="rId3"/>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年电力市场形势分析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迎峰度冬"/>
          <p:cNvPicPr>
            <a:picLocks noChangeAspect="1"/>
          </p:cNvPicPr>
          <p:nvPr/>
        </p:nvPicPr>
        <p:blipFill>
          <a:blip r:embed="rId1"/>
          <a:stretch>
            <a:fillRect/>
          </a:stretch>
        </p:blipFill>
        <p:spPr>
          <a:xfrm>
            <a:off x="8742045" y="1886585"/>
            <a:ext cx="3444240" cy="3985260"/>
          </a:xfrm>
          <a:prstGeom prst="rect">
            <a:avLst/>
          </a:prstGeom>
        </p:spPr>
      </p:pic>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2"/>
            </p:custDataLst>
          </p:nvPr>
        </p:nvSpPr>
        <p:spPr>
          <a:xfrm>
            <a:off x="3521075" y="1478280"/>
            <a:ext cx="5095240" cy="538543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度夏期间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根据预测，国网公司经营区电力供需平衡偏紧，局地高峰时段供需紧张。分区域看，华东、西南电网电力供需紧张；华北、华中电网电力供需平衡偏紧，通过省间互济可实现供需平衡；东北、西北电网电力供需平衡有余。</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度冬期间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，预计国网公司经营区电力供需基本平衡，供需形势较上年有所改善；分区域看，华北、华东、西北、西南电网电力供需平衡偏紧；华中、东北电网电力供需平衡。</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p:cNvSpPr txBox="1"/>
          <p:nvPr/>
        </p:nvSpPr>
        <p:spPr>
          <a:xfrm>
            <a:off x="-49530" y="5871845"/>
            <a:ext cx="3583940" cy="259080"/>
          </a:xfrm>
          <a:prstGeom prst="rect">
            <a:avLst/>
          </a:prstGeom>
          <a:noFill/>
        </p:spPr>
        <p:txBody>
          <a:bodyPr wrap="square" rtlCol="0">
            <a:no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年迎峰度夏各省电力平衡情况</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8600440" y="5872480"/>
            <a:ext cx="3583940" cy="259080"/>
          </a:xfrm>
          <a:prstGeom prst="rect">
            <a:avLst/>
          </a:prstGeom>
          <a:noFill/>
        </p:spPr>
        <p:txBody>
          <a:bodyPr wrap="square" rtlCol="0">
            <a:no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年迎峰度冬各省电力平衡情况</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迎峰度夏"/>
          <p:cNvPicPr>
            <a:picLocks noChangeAspect="1"/>
          </p:cNvPicPr>
          <p:nvPr/>
        </p:nvPicPr>
        <p:blipFill>
          <a:blip r:embed="rId3"/>
          <a:stretch>
            <a:fillRect/>
          </a:stretch>
        </p:blipFill>
        <p:spPr>
          <a:xfrm>
            <a:off x="19050" y="1886585"/>
            <a:ext cx="3362325" cy="3890010"/>
          </a:xfrm>
          <a:prstGeom prst="rect">
            <a:avLst/>
          </a:prstGeom>
        </p:spPr>
      </p:pic>
      <p:sp>
        <p:nvSpPr>
          <p:cNvPr id="5" name="MH_Text_1"/>
          <p:cNvSpPr txBox="1"/>
          <p:nvPr>
            <p:custDataLst>
              <p:tags r:id="rId4"/>
            </p:custDataLst>
          </p:nvPr>
        </p:nvSpPr>
        <p:spPr>
          <a:xfrm>
            <a:off x="73025" y="1119505"/>
            <a:ext cx="3461385" cy="535305"/>
          </a:xfrm>
          <a:prstGeom prst="rect">
            <a:avLst/>
          </a:prstGeom>
          <a:noFill/>
        </p:spPr>
        <p:txBody>
          <a:bodyPr lIns="0" tIns="0" rIns="0" bIns="0">
            <a:noAutofit/>
          </a:bodyPr>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ea typeface="黑体" panose="02010609060101010101" charset="-122"/>
                <a:cs typeface="微软雅黑" panose="020B0503020204020204" pitchFamily="34" charset="-122"/>
                <a:sym typeface="+mn-ea"/>
              </a:rPr>
              <a:t>（四）电力平衡情况分析</a:t>
            </a:r>
            <a:endParaRPr lang="zh-CN" altLang="en-US" sz="2000" b="0" dirty="0">
              <a:solidFill>
                <a:schemeClr val="tx1"/>
              </a:solidFill>
              <a:ea typeface="黑体" panose="02010609060101010101" charset="-122"/>
              <a:cs typeface="微软雅黑" panose="020B0503020204020204" pitchFamily="34" charset="-122"/>
              <a:sym typeface="+mn-ea"/>
            </a:endParaRPr>
          </a:p>
        </p:txBody>
      </p:sp>
      <p:sp>
        <p:nvSpPr>
          <p:cNvPr id="7" name="PA_矩形 39"/>
          <p:cNvSpPr>
            <a:spLocks noChangeArrowheads="1"/>
          </p:cNvSpPr>
          <p:nvPr>
            <p:custDataLst>
              <p:tags r:id="rId5"/>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年电力市场形势分析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71244"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8" name="文本框 7"/>
          <p:cNvSpPr txBox="1"/>
          <p:nvPr/>
        </p:nvSpPr>
        <p:spPr>
          <a:xfrm>
            <a:off x="263525" y="6586220"/>
            <a:ext cx="3260090" cy="259080"/>
          </a:xfrm>
          <a:prstGeom prst="rect">
            <a:avLst/>
          </a:prstGeom>
          <a:noFill/>
        </p:spPr>
        <p:txBody>
          <a:bodyPr wrap="square" rtlCol="0">
            <a:noAutofit/>
          </a:bodyPr>
          <a:p>
            <a:pPr algn="ct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rPr>
              <a:t>分地区外送受入电量预计（单位：亿千瓦时）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endParaRPr>
          </a:p>
        </p:txBody>
      </p:sp>
      <p:graphicFrame>
        <p:nvGraphicFramePr>
          <p:cNvPr id="7" name="表格 6"/>
          <p:cNvGraphicFramePr/>
          <p:nvPr>
            <p:custDataLst>
              <p:tags r:id="rId3"/>
            </p:custDataLst>
          </p:nvPr>
        </p:nvGraphicFramePr>
        <p:xfrm>
          <a:off x="263525" y="3388995"/>
          <a:ext cx="3284855" cy="3188970"/>
        </p:xfrm>
        <a:graphic>
          <a:graphicData uri="http://schemas.openxmlformats.org/drawingml/2006/table">
            <a:tbl>
              <a:tblPr firstRow="1">
                <a:tableStyleId>{FABFCF23-3B69-468F-B69F-88F6DE6A72F2}</a:tableStyleId>
              </a:tblPr>
              <a:tblGrid>
                <a:gridCol w="361950"/>
                <a:gridCol w="1345565"/>
                <a:gridCol w="722630"/>
                <a:gridCol w="854710"/>
              </a:tblGrid>
              <a:tr h="331470">
                <a:tc>
                  <a:txBody>
                    <a:bodyPr/>
                    <a:p>
                      <a:pPr algn="ctr">
                        <a:buClrTx/>
                        <a:buSzTx/>
                        <a:buFontTx/>
                        <a:buNone/>
                      </a:pPr>
                      <a:r>
                        <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序号</a:t>
                      </a:r>
                      <a:endParaRPr lang="zh-CN" altLang="en-US"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chemeClr val="bg1"/>
                      </a:solidFill>
                      <a:prstDash val="solid"/>
                    </a:lnR>
                    <a:lnT w="12700" cmpd="sng">
                      <a:solidFill>
                        <a:srgbClr val="0D9496"/>
                      </a:solidFill>
                      <a:prstDash val="solid"/>
                    </a:lnT>
                    <a:lnB w="12700" cmpd="sng">
                      <a:solidFill>
                        <a:srgbClr val="0D9496"/>
                      </a:solidFill>
                      <a:prstDash val="solid"/>
                    </a:lnB>
                    <a:solidFill>
                      <a:srgbClr val="0D9496"/>
                    </a:solidFill>
                  </a:tcPr>
                </a:tc>
                <a:tc>
                  <a:txBody>
                    <a:bodyPr/>
                    <a:p>
                      <a:pPr marL="0" algn="ctr">
                        <a:buClrTx/>
                        <a:buSzTx/>
                        <a:buFontTx/>
                      </a:pPr>
                      <a:r>
                        <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地区</a:t>
                      </a:r>
                      <a:endPar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9525" anchor="ctr" anchorCtr="0">
                    <a:lnL w="12700">
                      <a:solidFill>
                        <a:schemeClr val="bg1"/>
                      </a:solidFill>
                      <a:prstDash val="solid"/>
                    </a:lnL>
                    <a:lnR w="12700">
                      <a:solidFill>
                        <a:schemeClr val="bg1"/>
                      </a:solidFill>
                      <a:prstDash val="solid"/>
                    </a:lnR>
                    <a:lnT w="12700" cmpd="sng">
                      <a:solidFill>
                        <a:srgbClr val="0D9496"/>
                      </a:solidFill>
                      <a:prstDash val="solid"/>
                    </a:lnT>
                    <a:lnB w="12700" cmpd="sng">
                      <a:solidFill>
                        <a:srgbClr val="0D9496"/>
                      </a:solidFill>
                      <a:prstDash val="solid"/>
                    </a:lnB>
                    <a:solidFill>
                      <a:srgbClr val="0D9496"/>
                    </a:solidFill>
                  </a:tcPr>
                </a:tc>
                <a:tc>
                  <a:txBody>
                    <a:bodyPr/>
                    <a:p>
                      <a:pPr marL="0" algn="ctr">
                        <a:buClrTx/>
                        <a:buSzTx/>
                        <a:buFontTx/>
                      </a:pPr>
                      <a:r>
                        <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外送</a:t>
                      </a:r>
                      <a:endPar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9525" anchor="ctr" anchorCtr="0">
                    <a:lnL w="12700">
                      <a:solidFill>
                        <a:schemeClr val="bg1"/>
                      </a:solidFill>
                      <a:prstDash val="solid"/>
                    </a:lnL>
                    <a:lnR w="12700">
                      <a:solidFill>
                        <a:schemeClr val="bg1"/>
                      </a:solidFill>
                      <a:prstDash val="solid"/>
                    </a:lnR>
                    <a:lnT w="12700" cmpd="sng">
                      <a:solidFill>
                        <a:srgbClr val="0D9496"/>
                      </a:solidFill>
                      <a:prstDash val="solid"/>
                    </a:lnT>
                    <a:lnB w="12700" cmpd="sng">
                      <a:solidFill>
                        <a:srgbClr val="0D9496"/>
                      </a:solidFill>
                      <a:prstDash val="solid"/>
                    </a:lnB>
                    <a:solidFill>
                      <a:srgbClr val="0D9496"/>
                    </a:solidFill>
                  </a:tcPr>
                </a:tc>
                <a:tc>
                  <a:txBody>
                    <a:bodyPr/>
                    <a:p>
                      <a:pPr marL="0" algn="ctr">
                        <a:buClrTx/>
                        <a:buSzTx/>
                        <a:buFontTx/>
                      </a:pPr>
                      <a:r>
                        <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受入</a:t>
                      </a:r>
                      <a:endParaRPr lang="en-US" altLang="zh-CN" sz="12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9525" marR="9525" marT="9525" marB="9525" anchor="ctr" anchorCtr="0">
                    <a:lnL w="12700">
                      <a:solidFill>
                        <a:schemeClr val="bg1"/>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0D9496"/>
                    </a:solidFill>
                  </a:tcPr>
                </a:tc>
              </a:tr>
              <a:tr h="313055">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1</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华北</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1221</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1855</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r>
              <a:tr h="346075">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2</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华东</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24.5</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4301</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330200">
                <a:tc>
                  <a:txBody>
                    <a:bodyPr/>
                    <a:p>
                      <a:pPr algn="ctr">
                        <a:buClrTx/>
                        <a:buSzTx/>
                        <a:buFontTx/>
                        <a:buNone/>
                      </a:pPr>
                      <a:r>
                        <a:rPr lang="en-US" altLang="en-US" sz="1200" b="0">
                          <a:latin typeface="微软雅黑" panose="020B0503020204020204" pitchFamily="34" charset="-122"/>
                          <a:ea typeface="微软雅黑" panose="020B0503020204020204" pitchFamily="34" charset="-122"/>
                          <a:cs typeface="微软雅黑" panose="020B0503020204020204" pitchFamily="34" charset="-122"/>
                        </a:rPr>
                        <a:t>3</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华中</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612</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2080</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r>
              <a:tr h="287655">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4</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东北</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675</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11</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285115">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5</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西北</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4265</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31</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r>
              <a:tr h="283845">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6</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西南</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1758</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910</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285115">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7</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南网</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24.5</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213</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r>
              <a:tr h="281940">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8</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俄罗斯</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11</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solidFill>
                      <a:srgbClr val="E8F2F6"/>
                    </a:solidFill>
                  </a:tcPr>
                </a:tc>
              </a:tr>
              <a:tr h="444500">
                <a:tc>
                  <a:txBody>
                    <a:bodyPr/>
                    <a:p>
                      <a:pPr algn="ctr">
                        <a:buClrTx/>
                        <a:buSzTx/>
                        <a:buFontTx/>
                        <a:buNone/>
                      </a:pPr>
                      <a:r>
                        <a:rPr lang="en-US" altLang="en-US" sz="1200" b="0">
                          <a:latin typeface="微软雅黑" panose="020B0503020204020204" pitchFamily="34" charset="-122"/>
                          <a:ea typeface="微软雅黑" panose="020B0503020204020204" pitchFamily="34" charset="-122"/>
                        </a:rPr>
                        <a:t>9</a:t>
                      </a:r>
                      <a:endParaRPr lang="en-US" altLang="en-US" sz="1200" b="0">
                        <a:latin typeface="微软雅黑" panose="020B0503020204020204" pitchFamily="34" charset="-122"/>
                        <a:ea typeface="微软雅黑" panose="020B0503020204020204" pitchFamily="34" charset="-122"/>
                      </a:endParaRPr>
                    </a:p>
                  </a:txBody>
                  <a:tcPr marL="12700" marR="12700" marT="12700" vert="horz" anchor="ctr" anchorCtr="0">
                    <a:lnL w="12700" cmpd="sng">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zh-CN" sz="1200" b="0">
                          <a:latin typeface="微软雅黑" panose="020B0503020204020204" pitchFamily="34" charset="-122"/>
                          <a:ea typeface="微软雅黑" panose="020B0503020204020204" pitchFamily="34" charset="-122"/>
                        </a:rPr>
                        <a:t>大水电留所在区内（华中、西南）</a:t>
                      </a:r>
                      <a:endParaRPr 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810</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c>
                  <a:txBody>
                    <a:bodyPr/>
                    <a:p>
                      <a:pPr marL="0" indent="0" algn="ctr" fontAlgn="ctr">
                        <a:spcBef>
                          <a:spcPct val="0"/>
                        </a:spcBef>
                        <a:spcAft>
                          <a:spcPct val="0"/>
                        </a:spcAft>
                      </a:pPr>
                      <a:r>
                        <a:rPr lang="en-US" altLang="zh-CN" sz="1200" b="0">
                          <a:latin typeface="微软雅黑" panose="020B0503020204020204" pitchFamily="34" charset="-122"/>
                          <a:ea typeface="微软雅黑" panose="020B0503020204020204" pitchFamily="34" charset="-122"/>
                        </a:rPr>
                        <a:t>-</a:t>
                      </a:r>
                      <a:endParaRPr lang="en-US" altLang="zh-CN" sz="1200" b="0">
                        <a:latin typeface="微软雅黑" panose="020B0503020204020204" pitchFamily="34" charset="-122"/>
                        <a:ea typeface="微软雅黑" panose="020B0503020204020204" pitchFamily="34" charset="-122"/>
                      </a:endParaRPr>
                    </a:p>
                  </a:txBody>
                  <a:tcPr marL="9525" marR="9525" marT="9525" marB="9525" anchor="ctr" anchorCtr="0">
                    <a:lnL w="12700">
                      <a:solidFill>
                        <a:srgbClr val="0D9496"/>
                      </a:solidFill>
                      <a:prstDash val="solid"/>
                    </a:lnL>
                    <a:lnR w="12700">
                      <a:solidFill>
                        <a:srgbClr val="0D9496"/>
                      </a:solidFill>
                      <a:prstDash val="solid"/>
                    </a:lnR>
                    <a:lnT w="12700" cmpd="sng">
                      <a:solidFill>
                        <a:srgbClr val="0D9496"/>
                      </a:solidFill>
                      <a:prstDash val="solid"/>
                    </a:lnT>
                    <a:lnB w="12700" cmpd="sng">
                      <a:solidFill>
                        <a:srgbClr val="0D9496"/>
                      </a:solidFill>
                      <a:prstDash val="solid"/>
                    </a:lnB>
                  </a:tcPr>
                </a:tc>
              </a:tr>
            </a:tbl>
          </a:graphicData>
        </a:graphic>
      </p:graphicFrame>
      <p:sp>
        <p:nvSpPr>
          <p:cNvPr id="6" name="文本框 5"/>
          <p:cNvSpPr txBox="1"/>
          <p:nvPr/>
        </p:nvSpPr>
        <p:spPr>
          <a:xfrm>
            <a:off x="6456045" y="5201285"/>
            <a:ext cx="3260090" cy="259080"/>
          </a:xfrm>
          <a:prstGeom prst="rect">
            <a:avLst/>
          </a:prstGeom>
          <a:noFill/>
        </p:spPr>
        <p:txBody>
          <a:bodyPr wrap="square" rtlCol="0">
            <a:noAutofit/>
          </a:bodyPr>
          <a:p>
            <a:pPr algn="ct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各跨区通道</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年跨区送电预计电量</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456045" y="6586220"/>
            <a:ext cx="3260090" cy="259080"/>
          </a:xfrm>
          <a:prstGeom prst="rect">
            <a:avLst/>
          </a:prstGeom>
          <a:noFill/>
        </p:spPr>
        <p:txBody>
          <a:bodyPr wrap="square" rtlCol="0">
            <a:no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年区内省间交易电量预计</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1" name="图表 10"/>
          <p:cNvGraphicFramePr/>
          <p:nvPr/>
        </p:nvGraphicFramePr>
        <p:xfrm>
          <a:off x="3843655" y="5409565"/>
          <a:ext cx="8011795" cy="12211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2" name="图表 11"/>
          <p:cNvGraphicFramePr/>
          <p:nvPr/>
        </p:nvGraphicFramePr>
        <p:xfrm>
          <a:off x="3843655" y="3237865"/>
          <a:ext cx="8011795" cy="1963420"/>
        </p:xfrm>
        <a:graphic>
          <a:graphicData uri="http://schemas.openxmlformats.org/drawingml/2006/chart">
            <c:chart xmlns:c="http://schemas.openxmlformats.org/drawingml/2006/chart" xmlns:r="http://schemas.openxmlformats.org/officeDocument/2006/relationships" r:id="rId2"/>
          </a:graphicData>
        </a:graphic>
      </p:graphicFrame>
      <p:sp>
        <p:nvSpPr>
          <p:cNvPr id="3" name="MH_Text_1"/>
          <p:cNvSpPr txBox="1"/>
          <p:nvPr>
            <p:custDataLst>
              <p:tags r:id="rId4"/>
            </p:custDataLst>
          </p:nvPr>
        </p:nvSpPr>
        <p:spPr>
          <a:xfrm>
            <a:off x="320040" y="1119505"/>
            <a:ext cx="11797030" cy="163004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（一）省间交易计划</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年国网公司省间交易电量计划</a:t>
            </a:r>
            <a:r>
              <a:rPr lang="en-US" altLang="zh-CN"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15790亿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千瓦时，同比增长</a:t>
            </a:r>
            <a:r>
              <a:rPr lang="en-US" altLang="zh-CN"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820亿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跨区通道中，</a:t>
            </a:r>
            <a:r>
              <a:rPr lang="en-US" altLang="zh-CN"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条</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通道全年送电规模预计超过</a:t>
            </a:r>
            <a:r>
              <a:rPr lang="en-US" altLang="zh-CN"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250</a:t>
            </a:r>
            <a:r>
              <a:rPr lang="zh-CN" alt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PA_矩形 39"/>
          <p:cNvSpPr>
            <a:spLocks noChangeArrowheads="1"/>
          </p:cNvSpPr>
          <p:nvPr>
            <p:custDataLst>
              <p:tags r:id="rId5"/>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3636645" y="3983355"/>
          <a:ext cx="2807335" cy="1962150"/>
        </p:xfrm>
        <a:graphic>
          <a:graphicData uri="http://schemas.openxmlformats.org/drawingml/2006/chart">
            <c:chart xmlns:c="http://schemas.openxmlformats.org/drawingml/2006/chart" xmlns:r="http://schemas.openxmlformats.org/officeDocument/2006/relationships" r:id="rId1"/>
          </a:graphicData>
        </a:graphic>
      </p:graphicFrame>
      <p:sp>
        <p:nvSpPr>
          <p:cNvPr id="28" name="PA_矩形 39"/>
          <p:cNvSpPr>
            <a:spLocks noChangeArrowheads="1"/>
          </p:cNvSpPr>
          <p:nvPr>
            <p:custDataLst>
              <p:tags r:id="rId4"/>
            </p:custDataLst>
          </p:nvPr>
        </p:nvSpPr>
        <p:spPr bwMode="auto">
          <a:xfrm>
            <a:off x="3280410" y="404495"/>
            <a:ext cx="857504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r" defTabSz="1218565"/>
            <a:endParaRPr lang="zh-CN" altLang="en-US" sz="3600" dirty="0">
              <a:solidFill>
                <a:srgbClr val="0D949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graphicFrame>
        <p:nvGraphicFramePr>
          <p:cNvPr id="10" name="图表 9" descr="7b0a202020202263686172745265734964223a20223230343736353034220a7d0a"/>
          <p:cNvGraphicFramePr/>
          <p:nvPr/>
        </p:nvGraphicFramePr>
        <p:xfrm>
          <a:off x="6984365" y="2977515"/>
          <a:ext cx="5125085" cy="3823335"/>
        </p:xfrm>
        <a:graphic>
          <a:graphicData uri="http://schemas.openxmlformats.org/drawingml/2006/chart">
            <c:chart xmlns:c="http://schemas.openxmlformats.org/drawingml/2006/chart" xmlns:r="http://schemas.openxmlformats.org/officeDocument/2006/relationships" r:id="rId2"/>
          </a:graphicData>
        </a:graphic>
      </p:graphicFrame>
      <p:sp>
        <p:nvSpPr>
          <p:cNvPr id="3" name="MH_Text_1"/>
          <p:cNvSpPr txBox="1"/>
          <p:nvPr>
            <p:custDataLst>
              <p:tags r:id="rId5"/>
            </p:custDataLst>
          </p:nvPr>
        </p:nvSpPr>
        <p:spPr>
          <a:xfrm>
            <a:off x="368300" y="1119505"/>
            <a:ext cx="11605260" cy="235204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（二）年度交易概况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2025年度省间市场于2024年11月1日至12月20日开市，共组织年度交易</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592</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成交电量13019亿千瓦时、同比增加5.8%</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，其中优先发电计划电量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11863</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千瓦时、签约率</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92.8%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，为历年最好水平。</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其中跨区省间交易成交</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8091亿</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千瓦时、同比增加</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，优先计划签约率</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93.6%</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；区内省间交易签约</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4928亿</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千瓦时，优先计划签约率</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91.3%</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custDataLst>
              <p:tags r:id="rId6"/>
            </p:custDataLst>
          </p:nvPr>
        </p:nvSpPr>
        <p:spPr>
          <a:xfrm>
            <a:off x="6800850" y="6525260"/>
            <a:ext cx="4232275"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年度省间市场电量成交情况</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图表 5"/>
          <p:cNvGraphicFramePr/>
          <p:nvPr/>
        </p:nvGraphicFramePr>
        <p:xfrm>
          <a:off x="210185" y="3471545"/>
          <a:ext cx="3856355" cy="2985770"/>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框 7"/>
          <p:cNvSpPr txBox="1"/>
          <p:nvPr>
            <p:custDataLst>
              <p:tags r:id="rId7"/>
            </p:custDataLst>
          </p:nvPr>
        </p:nvSpPr>
        <p:spPr>
          <a:xfrm>
            <a:off x="120015" y="6395085"/>
            <a:ext cx="4232275"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2023-2025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年度省间年度市场成交情况</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7" name="直接连接符 6"/>
          <p:cNvCxnSpPr/>
          <p:nvPr/>
        </p:nvCxnSpPr>
        <p:spPr>
          <a:xfrm flipV="1">
            <a:off x="5352415" y="3933190"/>
            <a:ext cx="2256155" cy="34226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043170" y="5709285"/>
            <a:ext cx="2493010" cy="9588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PA_矩形 39"/>
          <p:cNvSpPr>
            <a:spLocks noChangeArrowheads="1"/>
          </p:cNvSpPr>
          <p:nvPr>
            <p:custDataLst>
              <p:tags r:id="rId8"/>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5"/>
            </p:custDataLst>
          </p:nvPr>
        </p:nvSpPr>
        <p:spPr>
          <a:xfrm>
            <a:off x="368300" y="1119505"/>
            <a:ext cx="11797200" cy="217868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（二）年度交易概况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从电量成分看</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，火电成交</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7071亿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54.3%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；新能源</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2125亿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千瓦时（含绿电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346亿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16.3%</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占比提高</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4.3</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个</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百分点</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；水电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3347亿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25.7%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；核电</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475亿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分月来看</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，迎峰度夏、度冬期间达成交易电量相对较多；新能源电量分布较平均，水电在</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至</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月汛期交易占比加大。</a:t>
            </a:r>
            <a:endParaRPr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custDataLst>
              <p:tags r:id="rId6"/>
            </p:custDataLst>
          </p:nvPr>
        </p:nvSpPr>
        <p:spPr>
          <a:xfrm>
            <a:off x="1320165" y="6536690"/>
            <a:ext cx="4232275"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2025年年度省间交易电源类型电量占比</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custDataLst>
              <p:tags r:id="rId7"/>
            </p:custDataLst>
          </p:nvPr>
        </p:nvSpPr>
        <p:spPr>
          <a:xfrm>
            <a:off x="6216015" y="6536690"/>
            <a:ext cx="5232400"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2025年年度省间交易分月电量情况</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图表 3"/>
          <p:cNvGraphicFramePr/>
          <p:nvPr/>
        </p:nvGraphicFramePr>
        <p:xfrm>
          <a:off x="407670" y="3298190"/>
          <a:ext cx="4905375" cy="312229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 name="图表 7"/>
          <p:cNvGraphicFramePr/>
          <p:nvPr/>
        </p:nvGraphicFramePr>
        <p:xfrm>
          <a:off x="5709285" y="3153410"/>
          <a:ext cx="5992495" cy="33083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p:cNvGraphicFramePr/>
          <p:nvPr/>
        </p:nvGraphicFramePr>
        <p:xfrm>
          <a:off x="2581910" y="2854960"/>
          <a:ext cx="2848610" cy="1784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图表 1"/>
          <p:cNvGraphicFramePr/>
          <p:nvPr/>
        </p:nvGraphicFramePr>
        <p:xfrm>
          <a:off x="2970530" y="4639945"/>
          <a:ext cx="2172970" cy="1548130"/>
        </p:xfrm>
        <a:graphic>
          <a:graphicData uri="http://schemas.openxmlformats.org/drawingml/2006/chart">
            <c:chart xmlns:c="http://schemas.openxmlformats.org/drawingml/2006/chart" xmlns:r="http://schemas.openxmlformats.org/officeDocument/2006/relationships" r:id="rId4"/>
          </a:graphicData>
        </a:graphic>
      </p:graphicFrame>
      <p:sp>
        <p:nvSpPr>
          <p:cNvPr id="9" name="文本框 8"/>
          <p:cNvSpPr txBox="1"/>
          <p:nvPr/>
        </p:nvSpPr>
        <p:spPr>
          <a:xfrm>
            <a:off x="4677410" y="3550285"/>
            <a:ext cx="466090" cy="394335"/>
          </a:xfrm>
          <a:prstGeom prst="rect">
            <a:avLst/>
          </a:prstGeom>
          <a:noFill/>
        </p:spPr>
        <p:txBody>
          <a:bodyPr wrap="none" rtlCol="0">
            <a:normAutofit/>
          </a:bodyPr>
          <a:p>
            <a:pPr>
              <a:lnSpc>
                <a:spcPct val="140000"/>
              </a:lnSpc>
            </a:pPr>
            <a:r>
              <a:rPr lang="zh-CN" altLang="en-US" sz="1400" b="0" kern="100" dirty="0">
                <a:effectLst/>
                <a:latin typeface="微软雅黑" panose="020B0503020204020204" pitchFamily="34" charset="-122"/>
                <a:ea typeface="微软雅黑" panose="020B0503020204020204" pitchFamily="34" charset="-122"/>
                <a:cs typeface="江城圆体 400W" panose="020B0500000000000000" pitchFamily="34" charset="-122"/>
              </a:rPr>
              <a:t>跨区</a:t>
            </a:r>
            <a:endParaRPr lang="zh-CN" altLang="en-US" sz="1400" b="0" kern="100" dirty="0">
              <a:effectLst/>
              <a:latin typeface="微软雅黑" panose="020B0503020204020204" pitchFamily="34" charset="-122"/>
              <a:ea typeface="微软雅黑" panose="020B0503020204020204" pitchFamily="34" charset="-122"/>
              <a:cs typeface="江城圆体 400W" panose="020B0500000000000000" pitchFamily="34" charset="-122"/>
            </a:endParaRPr>
          </a:p>
        </p:txBody>
      </p:sp>
      <p:sp>
        <p:nvSpPr>
          <p:cNvPr id="11" name="文本框 10"/>
          <p:cNvSpPr txBox="1"/>
          <p:nvPr/>
        </p:nvSpPr>
        <p:spPr>
          <a:xfrm>
            <a:off x="4677410" y="5083810"/>
            <a:ext cx="466090" cy="465455"/>
          </a:xfrm>
          <a:prstGeom prst="rect">
            <a:avLst/>
          </a:prstGeom>
          <a:noFill/>
        </p:spPr>
        <p:txBody>
          <a:bodyPr wrap="none" rtlCol="0"/>
          <a:p>
            <a:pPr>
              <a:lnSpc>
                <a:spcPct val="140000"/>
              </a:lnSpc>
            </a:pPr>
            <a:r>
              <a:rPr lang="zh-CN" altLang="en-US" sz="1200" b="0" kern="100" dirty="0">
                <a:effectLst/>
                <a:latin typeface="微软雅黑" panose="020B0503020204020204" pitchFamily="34" charset="-122"/>
                <a:ea typeface="微软雅黑" panose="020B0503020204020204" pitchFamily="34" charset="-122"/>
                <a:cs typeface="江城圆体 400W" panose="020B0500000000000000" pitchFamily="34" charset="-122"/>
              </a:rPr>
              <a:t>区内</a:t>
            </a:r>
            <a:endParaRPr lang="zh-CN" altLang="en-US" sz="1200" b="0" kern="100" dirty="0">
              <a:effectLst/>
              <a:latin typeface="微软雅黑" panose="020B0503020204020204" pitchFamily="34" charset="-122"/>
              <a:ea typeface="微软雅黑" panose="020B0503020204020204" pitchFamily="34" charset="-122"/>
              <a:cs typeface="江城圆体 400W" panose="020B0500000000000000" pitchFamily="34" charset="-122"/>
            </a:endParaRPr>
          </a:p>
          <a:p>
            <a:pPr>
              <a:lnSpc>
                <a:spcPct val="140000"/>
              </a:lnSpc>
            </a:pPr>
            <a:r>
              <a:rPr lang="zh-CN" altLang="en-US" sz="1200" b="0" kern="100" dirty="0">
                <a:effectLst/>
                <a:latin typeface="微软雅黑" panose="020B0503020204020204" pitchFamily="34" charset="-122"/>
                <a:ea typeface="微软雅黑" panose="020B0503020204020204" pitchFamily="34" charset="-122"/>
                <a:cs typeface="江城圆体 400W" panose="020B0500000000000000" pitchFamily="34" charset="-122"/>
              </a:rPr>
              <a:t>省间</a:t>
            </a:r>
            <a:endParaRPr lang="zh-CN" altLang="en-US" sz="1200" b="0" kern="100" dirty="0">
              <a:effectLst/>
              <a:latin typeface="微软雅黑" panose="020B0503020204020204" pitchFamily="34" charset="-122"/>
              <a:ea typeface="微软雅黑" panose="020B0503020204020204" pitchFamily="34" charset="-122"/>
              <a:cs typeface="江城圆体 400W" panose="020B0500000000000000" pitchFamily="34" charset="-122"/>
            </a:endParaRPr>
          </a:p>
        </p:txBody>
      </p:sp>
      <p:sp>
        <p:nvSpPr>
          <p:cNvPr id="12" name="文本框 11"/>
          <p:cNvSpPr txBox="1"/>
          <p:nvPr/>
        </p:nvSpPr>
        <p:spPr>
          <a:xfrm>
            <a:off x="15875" y="4445000"/>
            <a:ext cx="466090" cy="465455"/>
          </a:xfrm>
          <a:prstGeom prst="rect">
            <a:avLst/>
          </a:prstGeom>
          <a:noFill/>
        </p:spPr>
        <p:txBody>
          <a:bodyPr wrap="none" rtlCol="0"/>
          <a:p>
            <a:pPr>
              <a:lnSpc>
                <a:spcPct val="140000"/>
              </a:lnSpc>
            </a:pPr>
            <a:r>
              <a:rPr lang="zh-CN" altLang="en-US" sz="1400" b="0" kern="100" dirty="0">
                <a:effectLst/>
                <a:latin typeface="微软雅黑" panose="020B0503020204020204" pitchFamily="34" charset="-122"/>
                <a:ea typeface="微软雅黑" panose="020B0503020204020204" pitchFamily="34" charset="-122"/>
                <a:cs typeface="江城圆体 400W" panose="020B0500000000000000" pitchFamily="34" charset="-122"/>
              </a:rPr>
              <a:t>合计</a:t>
            </a:r>
            <a:endParaRPr lang="zh-CN" altLang="en-US" sz="1400" b="0" kern="100" dirty="0">
              <a:effectLst/>
              <a:latin typeface="微软雅黑" panose="020B0503020204020204" pitchFamily="34" charset="-122"/>
              <a:ea typeface="微软雅黑" panose="020B0503020204020204" pitchFamily="34" charset="-122"/>
              <a:cs typeface="江城圆体 400W" panose="020B0500000000000000" pitchFamily="34" charset="-122"/>
            </a:endParaRPr>
          </a:p>
        </p:txBody>
      </p:sp>
      <p:sp>
        <p:nvSpPr>
          <p:cNvPr id="10" name="PA_矩形 39"/>
          <p:cNvSpPr>
            <a:spLocks noChangeArrowheads="1"/>
          </p:cNvSpPr>
          <p:nvPr>
            <p:custDataLst>
              <p:tags r:id="rId8"/>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图表 12"/>
          <p:cNvGraphicFramePr/>
          <p:nvPr/>
        </p:nvGraphicFramePr>
        <p:xfrm>
          <a:off x="6216015" y="3518535"/>
          <a:ext cx="5000625" cy="315912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图表 9"/>
          <p:cNvGraphicFramePr/>
          <p:nvPr/>
        </p:nvGraphicFramePr>
        <p:xfrm>
          <a:off x="455930" y="3578860"/>
          <a:ext cx="5566410" cy="3221355"/>
        </p:xfrm>
        <a:graphic>
          <a:graphicData uri="http://schemas.openxmlformats.org/drawingml/2006/chart">
            <c:chart xmlns:c="http://schemas.openxmlformats.org/drawingml/2006/chart" xmlns:r="http://schemas.openxmlformats.org/officeDocument/2006/relationships" r:id="rId2"/>
          </a:graphicData>
        </a:graphic>
      </p:graphicFrame>
      <p:sp>
        <p:nvSpPr>
          <p:cNvPr id="28" name="PA_矩形 39"/>
          <p:cNvSpPr>
            <a:spLocks noChangeArrowheads="1"/>
          </p:cNvSpPr>
          <p:nvPr>
            <p:custDataLst>
              <p:tags r:id="rId3"/>
            </p:custDataLst>
          </p:nvPr>
        </p:nvSpPr>
        <p:spPr bwMode="auto">
          <a:xfrm>
            <a:off x="3280410" y="404495"/>
            <a:ext cx="857504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r" defTabSz="1218565"/>
            <a:endParaRPr lang="zh-CN" altLang="en-US" sz="3600" dirty="0">
              <a:solidFill>
                <a:srgbClr val="0D949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4"/>
            </p:custDataLst>
          </p:nvPr>
        </p:nvSpPr>
        <p:spPr>
          <a:xfrm>
            <a:off x="368300" y="1119505"/>
            <a:ext cx="11797030" cy="254000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（二）年度交易概况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从交易方式看</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，双边交易</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9657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亿千瓦时，占比</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74%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，主要为配套电源、大水电及其他点对网电厂送电交易；挂牌交易</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3316亿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，主要为网对网送电交易；集中竞价交易</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47亿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千瓦时，主要为一年期绿电交易。</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省间绿电交易中，多年期交易采用双边方式，其中</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PPA</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多年期交易</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107亿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40%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，常规多年期交易</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110亿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；一年期交易主要集中竞价交易方式，成交电量</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47亿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千瓦时、占比</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custDataLst>
              <p:tags r:id="rId5"/>
            </p:custDataLst>
          </p:nvPr>
        </p:nvSpPr>
        <p:spPr>
          <a:xfrm>
            <a:off x="1320165" y="6536690"/>
            <a:ext cx="4232275"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2025年年度省间交易</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各交易方式电量</a:t>
            </a: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占比</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custDataLst>
              <p:tags r:id="rId6"/>
            </p:custDataLst>
          </p:nvPr>
        </p:nvSpPr>
        <p:spPr>
          <a:xfrm>
            <a:off x="6216015" y="6536690"/>
            <a:ext cx="5232400"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2025年年度省间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绿电</a:t>
            </a: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交易</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方式占比（亿千瓦时、</a:t>
            </a: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PA_矩形 39"/>
          <p:cNvSpPr>
            <a:spLocks noChangeArrowheads="1"/>
          </p:cNvSpPr>
          <p:nvPr>
            <p:custDataLst>
              <p:tags r:id="rId7"/>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4" name="文本框 3"/>
          <p:cNvSpPr txBox="1"/>
          <p:nvPr>
            <p:custDataLst>
              <p:tags r:id="rId2"/>
            </p:custDataLst>
          </p:nvPr>
        </p:nvSpPr>
        <p:spPr>
          <a:xfrm>
            <a:off x="978535" y="6452870"/>
            <a:ext cx="10237470" cy="275590"/>
          </a:xfrm>
          <a:prstGeom prst="rect">
            <a:avLst/>
          </a:prstGeom>
          <a:noFill/>
        </p:spPr>
        <p:txBody>
          <a:bodyPr wrap="square" rtlCol="0">
            <a:spAutoFit/>
          </a:bodyPr>
          <a:p>
            <a:pPr algn="ctr"/>
            <a:r>
              <a:rPr lang="en-US" alt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年年度市场跨区特高压直流通道达成交易情况</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（亿千瓦时、</a:t>
            </a: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小时</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MH_Text_1"/>
          <p:cNvSpPr txBox="1"/>
          <p:nvPr>
            <p:custDataLst>
              <p:tags r:id="rId3"/>
            </p:custDataLst>
          </p:nvPr>
        </p:nvSpPr>
        <p:spPr>
          <a:xfrm>
            <a:off x="181610" y="1125220"/>
            <a:ext cx="11844020" cy="3027680"/>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（三）主要跨区通道成交情况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特高压直流年度交易签约电量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5629</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亿</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千瓦时，占年度总签约规模的</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43.2%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，通道平均利用小时达</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4151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小时，首次在年度市场超过</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4000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小时。其中，吉泉、灵绍、雁淮、锡泰、昭沂直流落实交易规模超过</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400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亿千瓦时。</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p>
            <a:pPr marL="0" indent="508000" algn="just" eaLnBrk="1" latinLnBrk="0" hangingPunct="1">
              <a:lnSpc>
                <a:spcPct val="140000"/>
              </a:lnSpc>
              <a:buClrTx/>
              <a:buSzTx/>
              <a:buFontTx/>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特高压通道配套电源年度交易签约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电量</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5003亿</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千瓦时，占通道总规模的</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88.9%，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优先发电计划签约率</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95.7%。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天中、陕武、鲁固、昭沂配套电源年内投产，根据投产进度预留了</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131亿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千瓦时通道空间，将根据投产情况及时组织交易。</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图表 4"/>
          <p:cNvGraphicFramePr/>
          <p:nvPr/>
        </p:nvGraphicFramePr>
        <p:xfrm>
          <a:off x="1055370" y="4152900"/>
          <a:ext cx="10481945" cy="2301240"/>
        </p:xfrm>
        <a:graphic>
          <a:graphicData uri="http://schemas.openxmlformats.org/drawingml/2006/chart">
            <c:chart xmlns:c="http://schemas.openxmlformats.org/drawingml/2006/chart" xmlns:r="http://schemas.openxmlformats.org/officeDocument/2006/relationships" r:id="rId1"/>
          </a:graphicData>
        </a:graphic>
      </p:graphicFrame>
      <p:sp>
        <p:nvSpPr>
          <p:cNvPr id="2" name="PA_矩形 39"/>
          <p:cNvSpPr>
            <a:spLocks noChangeArrowheads="1"/>
          </p:cNvSpPr>
          <p:nvPr>
            <p:custDataLst>
              <p:tags r:id="rId4"/>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图表 11"/>
          <p:cNvGraphicFramePr/>
          <p:nvPr/>
        </p:nvGraphicFramePr>
        <p:xfrm>
          <a:off x="266700" y="1670685"/>
          <a:ext cx="5439410" cy="223393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 name="图表 3"/>
          <p:cNvGraphicFramePr/>
          <p:nvPr/>
        </p:nvGraphicFramePr>
        <p:xfrm>
          <a:off x="413385" y="4354830"/>
          <a:ext cx="5146040" cy="24593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图表 4"/>
          <p:cNvGraphicFramePr/>
          <p:nvPr/>
        </p:nvGraphicFramePr>
        <p:xfrm>
          <a:off x="6122035" y="1598930"/>
          <a:ext cx="5554345" cy="239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图表 8"/>
          <p:cNvGraphicFramePr/>
          <p:nvPr/>
        </p:nvGraphicFramePr>
        <p:xfrm>
          <a:off x="6061075" y="4354830"/>
          <a:ext cx="5833745" cy="2415540"/>
        </p:xfrm>
        <a:graphic>
          <a:graphicData uri="http://schemas.openxmlformats.org/drawingml/2006/chart">
            <c:chart xmlns:c="http://schemas.openxmlformats.org/drawingml/2006/chart" xmlns:r="http://schemas.openxmlformats.org/officeDocument/2006/relationships" r:id="rId4"/>
          </a:graphicData>
        </a:graphic>
      </p:graphicFrame>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2" name="MH_Text_1"/>
          <p:cNvSpPr txBox="1"/>
          <p:nvPr>
            <p:custDataLst>
              <p:tags r:id="rId5"/>
            </p:custDataLst>
          </p:nvPr>
        </p:nvSpPr>
        <p:spPr>
          <a:xfrm>
            <a:off x="320675" y="1139190"/>
            <a:ext cx="11797030" cy="46037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（四）交易价格情况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custDataLst>
              <p:tags r:id="rId6"/>
            </p:custDataLst>
          </p:nvPr>
        </p:nvSpPr>
        <p:spPr>
          <a:xfrm>
            <a:off x="1775460" y="3864610"/>
            <a:ext cx="2329180"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分电源类型送电均价</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custDataLst>
              <p:tags r:id="rId7"/>
            </p:custDataLst>
          </p:nvPr>
        </p:nvSpPr>
        <p:spPr>
          <a:xfrm>
            <a:off x="7536180" y="3860800"/>
            <a:ext cx="2619375"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西北分时段网对网送电均价</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rot="16200000">
            <a:off x="5456555" y="3353435"/>
            <a:ext cx="914400" cy="354965"/>
          </a:xfrm>
          <a:prstGeom prst="rect">
            <a:avLst/>
          </a:prstGeom>
          <a:noFill/>
        </p:spPr>
        <p:txBody>
          <a:bodyPr wrap="none" rtlCol="0">
            <a:normAutofit/>
          </a:bodyPr>
          <a:p>
            <a:pPr>
              <a:lnSpc>
                <a:spcPct val="140000"/>
              </a:lnSpc>
            </a:pPr>
            <a:r>
              <a:rPr lang="zh-CN" altLang="en-US" sz="1000" b="0" kern="100" dirty="0">
                <a:effectLst/>
                <a:latin typeface="+mn-ea"/>
                <a:cs typeface="江城圆体 400W" panose="020B0500000000000000" pitchFamily="34" charset="-122"/>
              </a:rPr>
              <a:t>元</a:t>
            </a:r>
            <a:r>
              <a:rPr lang="en-US" altLang="zh-CN" sz="1000" b="0" kern="100" dirty="0">
                <a:effectLst/>
                <a:latin typeface="+mn-ea"/>
                <a:cs typeface="江城圆体 400W" panose="020B0500000000000000" pitchFamily="34" charset="-122"/>
              </a:rPr>
              <a:t>/</a:t>
            </a:r>
            <a:r>
              <a:rPr lang="zh-CN" altLang="en-US" sz="1000" b="0" kern="100" dirty="0">
                <a:effectLst/>
                <a:latin typeface="+mn-ea"/>
                <a:cs typeface="江城圆体 400W" panose="020B0500000000000000" pitchFamily="34" charset="-122"/>
              </a:rPr>
              <a:t>兆瓦时</a:t>
            </a:r>
            <a:endParaRPr lang="zh-CN" altLang="en-US" sz="1000" b="0" kern="100" dirty="0">
              <a:effectLst/>
              <a:latin typeface="+mn-ea"/>
              <a:cs typeface="江城圆体 400W" panose="020B0500000000000000" pitchFamily="34" charset="-122"/>
            </a:endParaRPr>
          </a:p>
        </p:txBody>
      </p:sp>
      <p:sp>
        <p:nvSpPr>
          <p:cNvPr id="10" name="文本框 9"/>
          <p:cNvSpPr txBox="1"/>
          <p:nvPr>
            <p:custDataLst>
              <p:tags r:id="rId8"/>
            </p:custDataLst>
          </p:nvPr>
        </p:nvSpPr>
        <p:spPr>
          <a:xfrm>
            <a:off x="7447915" y="6574790"/>
            <a:ext cx="2619375"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东北分月网对网送电均价</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9"/>
            </p:custDataLst>
          </p:nvPr>
        </p:nvSpPr>
        <p:spPr>
          <a:xfrm>
            <a:off x="1487805" y="6646545"/>
            <a:ext cx="2619375" cy="275590"/>
          </a:xfrm>
          <a:prstGeom prst="rect">
            <a:avLst/>
          </a:prstGeom>
          <a:noFill/>
        </p:spPr>
        <p:txBody>
          <a:bodyPr wrap="square" rtlCol="0">
            <a:spAutoFit/>
          </a:bodyPr>
          <a:p>
            <a:pPr algn="ctr"/>
            <a:r>
              <a:rPr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a:t>
            </a:r>
            <a:r>
              <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华北分月网对网送电均价</a:t>
            </a:r>
            <a:endParaRPr lang="zh-CN" sz="1200" b="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rot="16200000">
            <a:off x="-88265" y="5689600"/>
            <a:ext cx="914400" cy="354965"/>
          </a:xfrm>
          <a:prstGeom prst="rect">
            <a:avLst/>
          </a:prstGeom>
          <a:noFill/>
        </p:spPr>
        <p:txBody>
          <a:bodyPr wrap="none" rtlCol="0">
            <a:normAutofit/>
          </a:bodyPr>
          <a:p>
            <a:pPr>
              <a:lnSpc>
                <a:spcPct val="140000"/>
              </a:lnSpc>
            </a:pPr>
            <a:r>
              <a:rPr lang="zh-CN" altLang="en-US" sz="1000" b="0" kern="100" dirty="0">
                <a:effectLst/>
                <a:latin typeface="+mn-ea"/>
                <a:cs typeface="江城圆体 400W" panose="020B0500000000000000" pitchFamily="34" charset="-122"/>
              </a:rPr>
              <a:t>元</a:t>
            </a:r>
            <a:r>
              <a:rPr lang="en-US" altLang="zh-CN" sz="1000" b="0" kern="100" dirty="0">
                <a:effectLst/>
                <a:latin typeface="+mn-ea"/>
                <a:cs typeface="江城圆体 400W" panose="020B0500000000000000" pitchFamily="34" charset="-122"/>
              </a:rPr>
              <a:t>/</a:t>
            </a:r>
            <a:r>
              <a:rPr lang="zh-CN" altLang="en-US" sz="1000" b="0" kern="100" dirty="0">
                <a:effectLst/>
                <a:latin typeface="+mn-ea"/>
                <a:cs typeface="江城圆体 400W" panose="020B0500000000000000" pitchFamily="34" charset="-122"/>
              </a:rPr>
              <a:t>兆瓦时</a:t>
            </a:r>
            <a:endParaRPr lang="zh-CN" altLang="en-US" sz="1000" b="0" kern="100" dirty="0">
              <a:effectLst/>
              <a:latin typeface="+mn-ea"/>
              <a:cs typeface="江城圆体 400W" panose="020B0500000000000000" pitchFamily="34" charset="-122"/>
            </a:endParaRPr>
          </a:p>
        </p:txBody>
      </p:sp>
      <p:sp>
        <p:nvSpPr>
          <p:cNvPr id="13" name="PA_矩形 39"/>
          <p:cNvSpPr>
            <a:spLocks noChangeArrowheads="1"/>
          </p:cNvSpPr>
          <p:nvPr>
            <p:custDataLst>
              <p:tags r:id="rId10"/>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2" name="MH_Text_1"/>
          <p:cNvSpPr txBox="1"/>
          <p:nvPr>
            <p:custDataLst>
              <p:tags r:id="rId1"/>
            </p:custDataLst>
          </p:nvPr>
        </p:nvSpPr>
        <p:spPr>
          <a:xfrm>
            <a:off x="320400" y="1119505"/>
            <a:ext cx="11797200" cy="337883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（四）交易价格情况</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吉泉、锡泰、祁韶直流配套电源，及白鹤滩、锦官、长海电厂</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1768亿</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千瓦时电量签订浮动价格机制</a:t>
            </a:r>
            <a:r>
              <a:rPr 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，按年或月根据送受两端市场价格情况进行浮动。</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2"/>
            </p:custDataLst>
          </p:nvPr>
        </p:nvGraphicFramePr>
        <p:xfrm>
          <a:off x="1916430" y="3860165"/>
          <a:ext cx="8037830" cy="2680970"/>
        </p:xfrm>
        <a:graphic>
          <a:graphicData uri="http://schemas.openxmlformats.org/drawingml/2006/table">
            <a:tbl>
              <a:tblPr firstRow="1" bandRow="1">
                <a:tableStyleId>{5C22544A-7EE6-4342-B048-85BDC9FD1C3A}</a:tableStyleId>
              </a:tblPr>
              <a:tblGrid>
                <a:gridCol w="1413510"/>
                <a:gridCol w="6624320"/>
              </a:tblGrid>
              <a:tr h="337185">
                <a:tc>
                  <a:txBody>
                    <a:bodyPr/>
                    <a:p>
                      <a:pPr algn="ctr">
                        <a:buNone/>
                      </a:pPr>
                      <a:r>
                        <a:rPr lang="zh-CN" altLang="en-US" sz="1400"/>
                        <a:t>配套电源</a:t>
                      </a:r>
                      <a:endParaRPr lang="zh-CN" altLang="en-US" sz="1400"/>
                    </a:p>
                  </a:txBody>
                  <a:tcPr anchor="ctr" anchorCtr="0"/>
                </a:tc>
                <a:tc>
                  <a:txBody>
                    <a:bodyPr/>
                    <a:p>
                      <a:pPr algn="ctr">
                        <a:buNone/>
                      </a:pPr>
                      <a:r>
                        <a:rPr lang="zh-CN" altLang="en-US" sz="1400"/>
                        <a:t>价格浮动机制</a:t>
                      </a:r>
                      <a:endParaRPr lang="zh-CN" altLang="en-US" sz="1400"/>
                    </a:p>
                  </a:txBody>
                  <a:tcPr anchor="ctr" anchorCtr="0"/>
                </a:tc>
              </a:tr>
              <a:tr h="507365">
                <a:tc>
                  <a:txBody>
                    <a:bodyPr/>
                    <a:p>
                      <a:pPr algn="ctr">
                        <a:buNone/>
                      </a:pPr>
                      <a:r>
                        <a:rPr lang="zh-CN" altLang="en-US" sz="1200"/>
                        <a:t>吉泉配火</a:t>
                      </a:r>
                      <a:endParaRPr lang="zh-CN" altLang="en-US" sz="1200"/>
                    </a:p>
                  </a:txBody>
                  <a:tcPr anchor="ctr" anchorCtr="0"/>
                </a:tc>
                <a:tc>
                  <a:txBody>
                    <a:bodyPr/>
                    <a:p>
                      <a:pPr algn="ctr">
                        <a:buNone/>
                      </a:pPr>
                      <a:r>
                        <a:rPr lang="zh-CN" altLang="en-US" sz="1200">
                          <a:sym typeface="+mn-ea"/>
                        </a:rPr>
                        <a:t>基准价250元/兆瓦时，按月根据受端三省省内市场煤电价格浮动比例加权确定最终浮动比例</a:t>
                      </a:r>
                      <a:endParaRPr lang="zh-CN" altLang="en-US" sz="1200">
                        <a:sym typeface="+mn-ea"/>
                      </a:endParaRPr>
                    </a:p>
                  </a:txBody>
                  <a:tcPr anchor="ctr" anchorCtr="0"/>
                </a:tc>
              </a:tr>
              <a:tr h="336550">
                <a:tc>
                  <a:txBody>
                    <a:bodyPr/>
                    <a:p>
                      <a:pPr algn="ctr">
                        <a:buNone/>
                      </a:pPr>
                      <a:r>
                        <a:rPr lang="zh-CN" altLang="en-US" sz="1200"/>
                        <a:t>锡泰</a:t>
                      </a:r>
                      <a:r>
                        <a:rPr lang="zh-CN" altLang="en-US" sz="1200">
                          <a:sym typeface="+mn-ea"/>
                        </a:rPr>
                        <a:t>配火</a:t>
                      </a:r>
                      <a:endParaRPr lang="zh-CN" altLang="en-US" sz="1200">
                        <a:sym typeface="+mn-ea"/>
                      </a:endParaRPr>
                    </a:p>
                  </a:txBody>
                  <a:tcPr anchor="ctr" anchorCtr="0"/>
                </a:tc>
                <a:tc>
                  <a:txBody>
                    <a:bodyPr/>
                    <a:p>
                      <a:pPr algn="ctr">
                        <a:buNone/>
                      </a:pPr>
                      <a:r>
                        <a:rPr lang="zh-CN" altLang="en-US" sz="1200"/>
                        <a:t>每月根据送华北市场化价格均值确定送江苏上网价</a:t>
                      </a:r>
                      <a:endParaRPr lang="zh-CN" altLang="en-US" sz="1200"/>
                    </a:p>
                  </a:txBody>
                  <a:tcPr anchor="ctr" anchorCtr="0"/>
                </a:tc>
              </a:tr>
              <a:tr h="336550">
                <a:tc>
                  <a:txBody>
                    <a:bodyPr/>
                    <a:p>
                      <a:pPr algn="ctr">
                        <a:buNone/>
                      </a:pPr>
                      <a:r>
                        <a:rPr lang="zh-CN" altLang="en-US" sz="1200"/>
                        <a:t>祁韶</a:t>
                      </a:r>
                      <a:r>
                        <a:rPr lang="zh-CN" altLang="en-US" sz="1200">
                          <a:sym typeface="+mn-ea"/>
                        </a:rPr>
                        <a:t>配火</a:t>
                      </a:r>
                      <a:endParaRPr lang="zh-CN" altLang="en-US" sz="1200">
                        <a:sym typeface="+mn-ea"/>
                      </a:endParaRPr>
                    </a:p>
                  </a:txBody>
                  <a:tcPr anchor="ctr" anchorCtr="0"/>
                </a:tc>
                <a:tc>
                  <a:txBody>
                    <a:bodyPr/>
                    <a:p>
                      <a:pPr algn="ctr">
                        <a:buNone/>
                      </a:pPr>
                      <a:r>
                        <a:rPr lang="zh-CN" altLang="en-US" sz="1200"/>
                        <a:t>每月根据湖南火电中长期交易均价浮动</a:t>
                      </a:r>
                      <a:endParaRPr lang="zh-CN" altLang="en-US" sz="1200"/>
                    </a:p>
                  </a:txBody>
                  <a:tcPr anchor="ctr" anchorCtr="0"/>
                </a:tc>
              </a:tr>
              <a:tr h="337185">
                <a:tc>
                  <a:txBody>
                    <a:bodyPr/>
                    <a:p>
                      <a:pPr algn="ctr">
                        <a:buNone/>
                      </a:pPr>
                      <a:r>
                        <a:rPr lang="zh-CN" altLang="en-US" sz="1200"/>
                        <a:t>白鹤滩</a:t>
                      </a:r>
                      <a:endParaRPr lang="zh-CN" altLang="en-US" sz="1200"/>
                    </a:p>
                  </a:txBody>
                  <a:tcPr anchor="ctr" anchorCtr="0"/>
                </a:tc>
                <a:tc>
                  <a:txBody>
                    <a:bodyPr/>
                    <a:p>
                      <a:pPr algn="ctr">
                        <a:buNone/>
                      </a:pPr>
                      <a:r>
                        <a:rPr lang="zh-CN" altLang="en-US" sz="1200"/>
                        <a:t>送江苏、浙江、四川落地价根据三省省内市场均价确定</a:t>
                      </a:r>
                      <a:endParaRPr lang="zh-CN" altLang="en-US" sz="1200"/>
                    </a:p>
                  </a:txBody>
                  <a:tcPr anchor="ctr" anchorCtr="0"/>
                </a:tc>
              </a:tr>
              <a:tr h="337185">
                <a:tc>
                  <a:txBody>
                    <a:bodyPr/>
                    <a:p>
                      <a:pPr algn="ctr">
                        <a:buNone/>
                      </a:pPr>
                      <a:r>
                        <a:rPr lang="zh-CN" altLang="en-US" sz="1200"/>
                        <a:t>锦官</a:t>
                      </a:r>
                      <a:endParaRPr lang="zh-CN" altLang="en-US" sz="1200"/>
                    </a:p>
                  </a:txBody>
                  <a:tcPr anchor="ctr" anchorCtr="0"/>
                </a:tc>
                <a:tc>
                  <a:txBody>
                    <a:bodyPr/>
                    <a:p>
                      <a:pPr algn="ctr">
                        <a:buNone/>
                      </a:pPr>
                      <a:r>
                        <a:rPr lang="zh-CN" altLang="en-US" sz="1200"/>
                        <a:t>送江苏根据江苏省内市场均价确定</a:t>
                      </a:r>
                      <a:endParaRPr lang="zh-CN" altLang="en-US" sz="1200"/>
                    </a:p>
                  </a:txBody>
                  <a:tcPr anchor="ctr" anchorCtr="0"/>
                </a:tc>
              </a:tr>
              <a:tr h="488950">
                <a:tc>
                  <a:txBody>
                    <a:bodyPr/>
                    <a:p>
                      <a:pPr algn="ctr">
                        <a:buNone/>
                      </a:pPr>
                      <a:r>
                        <a:rPr lang="zh-CN" altLang="en-US" sz="1200"/>
                        <a:t>长海</a:t>
                      </a:r>
                      <a:endParaRPr lang="zh-CN" altLang="en-US" sz="1200"/>
                    </a:p>
                  </a:txBody>
                  <a:tcPr anchor="ctr" anchorCtr="0"/>
                </a:tc>
                <a:tc>
                  <a:txBody>
                    <a:bodyPr/>
                    <a:p>
                      <a:pPr algn="ctr">
                        <a:buNone/>
                      </a:pPr>
                      <a:r>
                        <a:rPr lang="zh-CN" altLang="en-US" sz="1200">
                          <a:sym typeface="+mn-ea"/>
                        </a:rPr>
                        <a:t>落地江西价格为江西燃煤发电基准价按照</a:t>
                      </a:r>
                      <a:r>
                        <a:rPr lang="zh-CN" altLang="en-US" sz="1200"/>
                        <a:t>江西、湖南涨跌比例均值浮动</a:t>
                      </a:r>
                      <a:endParaRPr lang="zh-CN" altLang="en-US" sz="1200"/>
                    </a:p>
                  </a:txBody>
                  <a:tcPr anchor="ctr" anchorCtr="0"/>
                </a:tc>
              </a:tr>
            </a:tbl>
          </a:graphicData>
        </a:graphic>
      </p:graphicFrame>
      <p:sp>
        <p:nvSpPr>
          <p:cNvPr id="13" name="文本框 12"/>
          <p:cNvSpPr txBox="1"/>
          <p:nvPr>
            <p:custDataLst>
              <p:tags r:id="rId3"/>
            </p:custDataLst>
          </p:nvPr>
        </p:nvSpPr>
        <p:spPr>
          <a:xfrm>
            <a:off x="3665220" y="3500755"/>
            <a:ext cx="4535805" cy="306705"/>
          </a:xfrm>
          <a:prstGeom prst="rect">
            <a:avLst/>
          </a:prstGeom>
          <a:noFill/>
        </p:spPr>
        <p:txBody>
          <a:bodyPr wrap="square" rtlCol="0">
            <a:spAutoFit/>
          </a:bodyPr>
          <a:p>
            <a:pPr algn="ctr"/>
            <a:r>
              <a:rPr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2025年</a:t>
            </a:r>
            <a:r>
              <a:rPr lang="zh-CN"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配套电源浮动价格机制情况</a:t>
            </a:r>
            <a:r>
              <a:rPr lang="zh-CN"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altLang="zh-CN"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兆瓦时）</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PA_矩形 39"/>
          <p:cNvSpPr>
            <a:spLocks noChangeArrowheads="1"/>
          </p:cNvSpPr>
          <p:nvPr>
            <p:custDataLst>
              <p:tags r:id="rId4"/>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1"/>
            </p:custDataLst>
          </p:nvPr>
        </p:nvSpPr>
        <p:spPr>
          <a:xfrm>
            <a:off x="181610" y="1125220"/>
            <a:ext cx="11851005" cy="161226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（五）各区域度夏、度冬通道利用情况</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东北</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度夏期间，东北电网鲁固、高岭直流高峰时段</a:t>
            </a:r>
            <a:r>
              <a:rPr lang="zh-CN" sz="2000" b="0" dirty="0">
                <a:latin typeface="微软雅黑" panose="020B0503020204020204" pitchFamily="34" charset="-122"/>
                <a:ea typeface="微软雅黑" panose="020B0503020204020204" pitchFamily="34" charset="-122"/>
                <a:cs typeface="微软雅黑" panose="020B0503020204020204" pitchFamily="34" charset="-122"/>
              </a:rPr>
              <a:t>基本满送</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；度冬期间，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鲁固、</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高岭直流分别剩余</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527万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千瓦和</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237万</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千瓦</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空间，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需根据东北地区平衡情况灵活开展增送交易</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2334895" y="6551295"/>
            <a:ext cx="2864485" cy="301625"/>
          </a:xfrm>
          <a:prstGeom prst="rect">
            <a:avLst/>
          </a:prstGeom>
          <a:noFill/>
        </p:spPr>
        <p:txBody>
          <a:bodyPr wrap="none" rtlCol="0" anchor="ctr" anchorCtr="0">
            <a:normAutofit fontScale="90000" lnSpcReduction="20000"/>
          </a:bodyPr>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东北跨区通道度夏期间高峰时段利用情况</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sp>
        <p:nvSpPr>
          <p:cNvPr id="7" name="文本框 6"/>
          <p:cNvSpPr txBox="1"/>
          <p:nvPr/>
        </p:nvSpPr>
        <p:spPr>
          <a:xfrm>
            <a:off x="7457440" y="6551295"/>
            <a:ext cx="2864485" cy="301625"/>
          </a:xfrm>
          <a:prstGeom prst="rect">
            <a:avLst/>
          </a:prstGeom>
          <a:noFill/>
        </p:spPr>
        <p:txBody>
          <a:bodyPr wrap="none" rtlCol="0" anchor="ctr" anchorCtr="0">
            <a:normAutofit fontScale="90000" lnSpcReduction="20000"/>
          </a:bodyPr>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东北跨区通道度冬期间高峰时段利用情况</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grpSp>
        <p:nvGrpSpPr>
          <p:cNvPr id="8" name="组合 7"/>
          <p:cNvGrpSpPr/>
          <p:nvPr/>
        </p:nvGrpSpPr>
        <p:grpSpPr>
          <a:xfrm>
            <a:off x="2129155" y="2529840"/>
            <a:ext cx="3139440" cy="3941912"/>
            <a:chOff x="39955" y="1742"/>
            <a:chExt cx="2849" cy="3577"/>
          </a:xfrm>
        </p:grpSpPr>
        <p:sp>
          <p:nvSpPr>
            <p:cNvPr id="256" name="文本框 255"/>
            <p:cNvSpPr txBox="1"/>
            <p:nvPr/>
          </p:nvSpPr>
          <p:spPr>
            <a:xfrm>
              <a:off x="40744" y="5110"/>
              <a:ext cx="72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a:ln>
                    <a:noFill/>
                  </a:ln>
                  <a:solidFill>
                    <a:sysClr val="windowText" lastClr="000000"/>
                  </a:solidFill>
                  <a:effectLst/>
                  <a:uLnTx/>
                  <a:uFillTx/>
                  <a:latin typeface="Microsoft YaHei Regular" panose="020B0703020204020201" charset="-122"/>
                  <a:ea typeface="Microsoft YaHei Regular" panose="020B0703020204020201" charset="-122"/>
                  <a:cs typeface="+mn-ea"/>
                </a:rPr>
                <a:t>山东</a:t>
              </a:r>
              <a:endParaRPr kumimoji="0" lang="zh-CN" altLang="en-US" sz="900" b="0" i="0" u="none" strike="noStrike" kern="1200" cap="none" spc="0" normalizeH="0" baseline="0" noProof="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57" name="文本框 256"/>
            <p:cNvSpPr txBox="1"/>
            <p:nvPr/>
          </p:nvSpPr>
          <p:spPr>
            <a:xfrm>
              <a:off x="41253" y="5110"/>
              <a:ext cx="833"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京津唐</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grpSp>
          <p:nvGrpSpPr>
            <p:cNvPr id="9" name="组合 8"/>
            <p:cNvGrpSpPr/>
            <p:nvPr/>
          </p:nvGrpSpPr>
          <p:grpSpPr>
            <a:xfrm>
              <a:off x="39955" y="1742"/>
              <a:ext cx="2849" cy="3369"/>
              <a:chOff x="39955" y="1742"/>
              <a:chExt cx="2849" cy="3369"/>
            </a:xfrm>
          </p:grpSpPr>
          <p:grpSp>
            <p:nvGrpSpPr>
              <p:cNvPr id="159" name="组合 158"/>
              <p:cNvGrpSpPr/>
              <p:nvPr/>
            </p:nvGrpSpPr>
            <p:grpSpPr>
              <a:xfrm>
                <a:off x="40500" y="1742"/>
                <a:ext cx="2304" cy="2597"/>
                <a:chOff x="12397" y="-741"/>
                <a:chExt cx="4248" cy="4788"/>
              </a:xfrm>
            </p:grpSpPr>
            <p:sp>
              <p:nvSpPr>
                <p:cNvPr id="160" name="Freeform 33"/>
                <p:cNvSpPr/>
                <p:nvPr/>
              </p:nvSpPr>
              <p:spPr bwMode="auto">
                <a:xfrm>
                  <a:off x="13413" y="-741"/>
                  <a:ext cx="3233" cy="2935"/>
                </a:xfrm>
                <a:custGeom>
                  <a:avLst/>
                  <a:gdLst>
                    <a:gd name="T0" fmla="*/ 2335 w 3386"/>
                    <a:gd name="T1" fmla="*/ 3046 h 3170"/>
                    <a:gd name="T2" fmla="*/ 2109 w 3386"/>
                    <a:gd name="T3" fmla="*/ 3024 h 3170"/>
                    <a:gd name="T4" fmla="*/ 1966 w 3386"/>
                    <a:gd name="T5" fmla="*/ 2847 h 3170"/>
                    <a:gd name="T6" fmla="*/ 1727 w 3386"/>
                    <a:gd name="T7" fmla="*/ 2726 h 3170"/>
                    <a:gd name="T8" fmla="*/ 1616 w 3386"/>
                    <a:gd name="T9" fmla="*/ 2612 h 3170"/>
                    <a:gd name="T10" fmla="*/ 1472 w 3386"/>
                    <a:gd name="T11" fmla="*/ 2638 h 3170"/>
                    <a:gd name="T12" fmla="*/ 1219 w 3386"/>
                    <a:gd name="T13" fmla="*/ 2740 h 3170"/>
                    <a:gd name="T14" fmla="*/ 917 w 3386"/>
                    <a:gd name="T15" fmla="*/ 2483 h 3170"/>
                    <a:gd name="T16" fmla="*/ 863 w 3386"/>
                    <a:gd name="T17" fmla="*/ 2426 h 3170"/>
                    <a:gd name="T18" fmla="*/ 960 w 3386"/>
                    <a:gd name="T19" fmla="*/ 2275 h 3170"/>
                    <a:gd name="T20" fmla="*/ 835 w 3386"/>
                    <a:gd name="T21" fmla="*/ 2304 h 3170"/>
                    <a:gd name="T22" fmla="*/ 663 w 3386"/>
                    <a:gd name="T23" fmla="*/ 2159 h 3170"/>
                    <a:gd name="T24" fmla="*/ 786 w 3386"/>
                    <a:gd name="T25" fmla="*/ 1939 h 3170"/>
                    <a:gd name="T26" fmla="*/ 919 w 3386"/>
                    <a:gd name="T27" fmla="*/ 1635 h 3170"/>
                    <a:gd name="T28" fmla="*/ 998 w 3386"/>
                    <a:gd name="T29" fmla="*/ 1811 h 3170"/>
                    <a:gd name="T30" fmla="*/ 1108 w 3386"/>
                    <a:gd name="T31" fmla="*/ 1568 h 3170"/>
                    <a:gd name="T32" fmla="*/ 1033 w 3386"/>
                    <a:gd name="T33" fmla="*/ 1189 h 3170"/>
                    <a:gd name="T34" fmla="*/ 1063 w 3386"/>
                    <a:gd name="T35" fmla="*/ 1026 h 3170"/>
                    <a:gd name="T36" fmla="*/ 957 w 3386"/>
                    <a:gd name="T37" fmla="*/ 516 h 3170"/>
                    <a:gd name="T38" fmla="*/ 659 w 3386"/>
                    <a:gd name="T39" fmla="*/ 669 h 3170"/>
                    <a:gd name="T40" fmla="*/ 388 w 3386"/>
                    <a:gd name="T41" fmla="*/ 584 h 3170"/>
                    <a:gd name="T42" fmla="*/ 133 w 3386"/>
                    <a:gd name="T43" fmla="*/ 492 h 3170"/>
                    <a:gd name="T44" fmla="*/ 0 w 3386"/>
                    <a:gd name="T45" fmla="*/ 368 h 3170"/>
                    <a:gd name="T46" fmla="*/ 77 w 3386"/>
                    <a:gd name="T47" fmla="*/ 186 h 3170"/>
                    <a:gd name="T48" fmla="*/ 225 w 3386"/>
                    <a:gd name="T49" fmla="*/ 39 h 3170"/>
                    <a:gd name="T50" fmla="*/ 624 w 3386"/>
                    <a:gd name="T51" fmla="*/ 82 h 3170"/>
                    <a:gd name="T52" fmla="*/ 1137 w 3386"/>
                    <a:gd name="T53" fmla="*/ 455 h 3170"/>
                    <a:gd name="T54" fmla="*/ 1324 w 3386"/>
                    <a:gd name="T55" fmla="*/ 728 h 3170"/>
                    <a:gd name="T56" fmla="*/ 1494 w 3386"/>
                    <a:gd name="T57" fmla="*/ 991 h 3170"/>
                    <a:gd name="T58" fmla="*/ 1532 w 3386"/>
                    <a:gd name="T59" fmla="*/ 1146 h 3170"/>
                    <a:gd name="T60" fmla="*/ 1867 w 3386"/>
                    <a:gd name="T61" fmla="*/ 1191 h 3170"/>
                    <a:gd name="T62" fmla="*/ 2014 w 3386"/>
                    <a:gd name="T63" fmla="*/ 1171 h 3170"/>
                    <a:gd name="T64" fmla="*/ 2288 w 3386"/>
                    <a:gd name="T65" fmla="*/ 1336 h 3170"/>
                    <a:gd name="T66" fmla="*/ 2567 w 3386"/>
                    <a:gd name="T67" fmla="*/ 1644 h 3170"/>
                    <a:gd name="T68" fmla="*/ 2817 w 3386"/>
                    <a:gd name="T69" fmla="*/ 1555 h 3170"/>
                    <a:gd name="T70" fmla="*/ 3087 w 3386"/>
                    <a:gd name="T71" fmla="*/ 1254 h 3170"/>
                    <a:gd name="T72" fmla="*/ 3292 w 3386"/>
                    <a:gd name="T73" fmla="*/ 1236 h 3170"/>
                    <a:gd name="T74" fmla="*/ 3386 w 3386"/>
                    <a:gd name="T75" fmla="*/ 1511 h 3170"/>
                    <a:gd name="T76" fmla="*/ 3343 w 3386"/>
                    <a:gd name="T77" fmla="*/ 1722 h 3170"/>
                    <a:gd name="T78" fmla="*/ 3325 w 3386"/>
                    <a:gd name="T79" fmla="*/ 2112 h 3170"/>
                    <a:gd name="T80" fmla="*/ 3301 w 3386"/>
                    <a:gd name="T81" fmla="*/ 2370 h 3170"/>
                    <a:gd name="T82" fmla="*/ 3170 w 3386"/>
                    <a:gd name="T83" fmla="*/ 2429 h 3170"/>
                    <a:gd name="T84" fmla="*/ 2952 w 3386"/>
                    <a:gd name="T85" fmla="*/ 2482 h 3170"/>
                    <a:gd name="T86" fmla="*/ 2909 w 3386"/>
                    <a:gd name="T87" fmla="*/ 2710 h 3170"/>
                    <a:gd name="T88" fmla="*/ 3044 w 3386"/>
                    <a:gd name="T89" fmla="*/ 3123 h 3170"/>
                    <a:gd name="T90" fmla="*/ 2742 w 3386"/>
                    <a:gd name="T91" fmla="*/ 2945 h 3170"/>
                    <a:gd name="T92" fmla="*/ 2566 w 3386"/>
                    <a:gd name="T93" fmla="*/ 3039 h 3170"/>
                    <a:gd name="T94" fmla="*/ 2575 w 3386"/>
                    <a:gd name="T95" fmla="*/ 3108 h 3170"/>
                    <a:gd name="T96" fmla="*/ 2456 w 3386"/>
                    <a:gd name="T97" fmla="*/ 3170 h 3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86" h="3170">
                      <a:moveTo>
                        <a:pt x="2456" y="3170"/>
                      </a:moveTo>
                      <a:cubicBezTo>
                        <a:pt x="2415" y="3127"/>
                        <a:pt x="2374" y="3086"/>
                        <a:pt x="2335" y="3046"/>
                      </a:cubicBezTo>
                      <a:cubicBezTo>
                        <a:pt x="2285" y="2937"/>
                        <a:pt x="2256" y="2887"/>
                        <a:pt x="2167" y="2898"/>
                      </a:cubicBezTo>
                      <a:cubicBezTo>
                        <a:pt x="2148" y="2940"/>
                        <a:pt x="2128" y="2982"/>
                        <a:pt x="2109" y="3024"/>
                      </a:cubicBezTo>
                      <a:cubicBezTo>
                        <a:pt x="2058" y="3023"/>
                        <a:pt x="1998" y="2900"/>
                        <a:pt x="1994" y="2887"/>
                      </a:cubicBezTo>
                      <a:cubicBezTo>
                        <a:pt x="1975" y="2886"/>
                        <a:pt x="1972" y="2857"/>
                        <a:pt x="1966" y="2847"/>
                      </a:cubicBezTo>
                      <a:cubicBezTo>
                        <a:pt x="1944" y="2840"/>
                        <a:pt x="1921" y="2833"/>
                        <a:pt x="1899" y="2829"/>
                      </a:cubicBezTo>
                      <a:cubicBezTo>
                        <a:pt x="1836" y="2722"/>
                        <a:pt x="1800" y="2735"/>
                        <a:pt x="1727" y="2726"/>
                      </a:cubicBezTo>
                      <a:cubicBezTo>
                        <a:pt x="1724" y="2729"/>
                        <a:pt x="1721" y="2736"/>
                        <a:pt x="1717" y="2742"/>
                      </a:cubicBezTo>
                      <a:cubicBezTo>
                        <a:pt x="1586" y="2805"/>
                        <a:pt x="1612" y="2677"/>
                        <a:pt x="1616" y="2612"/>
                      </a:cubicBezTo>
                      <a:cubicBezTo>
                        <a:pt x="1575" y="2568"/>
                        <a:pt x="1562" y="2575"/>
                        <a:pt x="1530" y="2574"/>
                      </a:cubicBezTo>
                      <a:cubicBezTo>
                        <a:pt x="1511" y="2593"/>
                        <a:pt x="1491" y="2615"/>
                        <a:pt x="1472" y="2638"/>
                      </a:cubicBezTo>
                      <a:cubicBezTo>
                        <a:pt x="1459" y="2644"/>
                        <a:pt x="1446" y="2650"/>
                        <a:pt x="1434" y="2660"/>
                      </a:cubicBezTo>
                      <a:cubicBezTo>
                        <a:pt x="1392" y="2718"/>
                        <a:pt x="1273" y="2734"/>
                        <a:pt x="1219" y="2740"/>
                      </a:cubicBezTo>
                      <a:cubicBezTo>
                        <a:pt x="1104" y="2688"/>
                        <a:pt x="1069" y="2654"/>
                        <a:pt x="1051" y="2565"/>
                      </a:cubicBezTo>
                      <a:cubicBezTo>
                        <a:pt x="987" y="2465"/>
                        <a:pt x="1000" y="2495"/>
                        <a:pt x="917" y="2483"/>
                      </a:cubicBezTo>
                      <a:cubicBezTo>
                        <a:pt x="914" y="2483"/>
                        <a:pt x="911" y="2486"/>
                        <a:pt x="907" y="2489"/>
                      </a:cubicBezTo>
                      <a:cubicBezTo>
                        <a:pt x="872" y="2472"/>
                        <a:pt x="863" y="2449"/>
                        <a:pt x="863" y="2426"/>
                      </a:cubicBezTo>
                      <a:cubicBezTo>
                        <a:pt x="892" y="2410"/>
                        <a:pt x="933" y="2415"/>
                        <a:pt x="975" y="2383"/>
                      </a:cubicBezTo>
                      <a:cubicBezTo>
                        <a:pt x="975" y="2331"/>
                        <a:pt x="966" y="2301"/>
                        <a:pt x="960" y="2275"/>
                      </a:cubicBezTo>
                      <a:cubicBezTo>
                        <a:pt x="950" y="2258"/>
                        <a:pt x="941" y="2245"/>
                        <a:pt x="934" y="2231"/>
                      </a:cubicBezTo>
                      <a:cubicBezTo>
                        <a:pt x="861" y="2230"/>
                        <a:pt x="867" y="2240"/>
                        <a:pt x="835" y="2304"/>
                      </a:cubicBezTo>
                      <a:cubicBezTo>
                        <a:pt x="774" y="2303"/>
                        <a:pt x="739" y="2253"/>
                        <a:pt x="704" y="2239"/>
                      </a:cubicBezTo>
                      <a:cubicBezTo>
                        <a:pt x="692" y="2186"/>
                        <a:pt x="685" y="2189"/>
                        <a:pt x="663" y="2159"/>
                      </a:cubicBezTo>
                      <a:cubicBezTo>
                        <a:pt x="660" y="2133"/>
                        <a:pt x="660" y="2107"/>
                        <a:pt x="661" y="2080"/>
                      </a:cubicBezTo>
                      <a:cubicBezTo>
                        <a:pt x="722" y="2036"/>
                        <a:pt x="750" y="1994"/>
                        <a:pt x="786" y="1939"/>
                      </a:cubicBezTo>
                      <a:cubicBezTo>
                        <a:pt x="799" y="1828"/>
                        <a:pt x="883" y="1781"/>
                        <a:pt x="915" y="1697"/>
                      </a:cubicBezTo>
                      <a:cubicBezTo>
                        <a:pt x="915" y="1674"/>
                        <a:pt x="915" y="1655"/>
                        <a:pt x="919" y="1635"/>
                      </a:cubicBezTo>
                      <a:cubicBezTo>
                        <a:pt x="941" y="1636"/>
                        <a:pt x="951" y="1655"/>
                        <a:pt x="957" y="1672"/>
                      </a:cubicBezTo>
                      <a:cubicBezTo>
                        <a:pt x="957" y="1711"/>
                        <a:pt x="928" y="1773"/>
                        <a:pt x="998" y="1811"/>
                      </a:cubicBezTo>
                      <a:cubicBezTo>
                        <a:pt x="1030" y="1811"/>
                        <a:pt x="1074" y="1819"/>
                        <a:pt x="1110" y="1784"/>
                      </a:cubicBezTo>
                      <a:cubicBezTo>
                        <a:pt x="1110" y="1712"/>
                        <a:pt x="1120" y="1614"/>
                        <a:pt x="1108" y="1568"/>
                      </a:cubicBezTo>
                      <a:cubicBezTo>
                        <a:pt x="1025" y="1481"/>
                        <a:pt x="1054" y="1432"/>
                        <a:pt x="1093" y="1364"/>
                      </a:cubicBezTo>
                      <a:cubicBezTo>
                        <a:pt x="1093" y="1289"/>
                        <a:pt x="1052" y="1200"/>
                        <a:pt x="1033" y="1189"/>
                      </a:cubicBezTo>
                      <a:cubicBezTo>
                        <a:pt x="1030" y="1163"/>
                        <a:pt x="1027" y="1137"/>
                        <a:pt x="1024" y="1110"/>
                      </a:cubicBezTo>
                      <a:cubicBezTo>
                        <a:pt x="1037" y="1081"/>
                        <a:pt x="1050" y="1052"/>
                        <a:pt x="1063" y="1026"/>
                      </a:cubicBezTo>
                      <a:cubicBezTo>
                        <a:pt x="1063" y="967"/>
                        <a:pt x="1089" y="922"/>
                        <a:pt x="1105" y="867"/>
                      </a:cubicBezTo>
                      <a:cubicBezTo>
                        <a:pt x="1106" y="739"/>
                        <a:pt x="1040" y="561"/>
                        <a:pt x="957" y="516"/>
                      </a:cubicBezTo>
                      <a:cubicBezTo>
                        <a:pt x="877" y="514"/>
                        <a:pt x="839" y="516"/>
                        <a:pt x="797" y="558"/>
                      </a:cubicBezTo>
                      <a:cubicBezTo>
                        <a:pt x="749" y="642"/>
                        <a:pt x="746" y="652"/>
                        <a:pt x="659" y="669"/>
                      </a:cubicBezTo>
                      <a:cubicBezTo>
                        <a:pt x="579" y="667"/>
                        <a:pt x="522" y="698"/>
                        <a:pt x="461" y="707"/>
                      </a:cubicBezTo>
                      <a:cubicBezTo>
                        <a:pt x="391" y="669"/>
                        <a:pt x="401" y="620"/>
                        <a:pt x="388" y="584"/>
                      </a:cubicBezTo>
                      <a:cubicBezTo>
                        <a:pt x="376" y="492"/>
                        <a:pt x="348" y="442"/>
                        <a:pt x="313" y="405"/>
                      </a:cubicBezTo>
                      <a:cubicBezTo>
                        <a:pt x="160" y="336"/>
                        <a:pt x="134" y="351"/>
                        <a:pt x="133" y="492"/>
                      </a:cubicBezTo>
                      <a:cubicBezTo>
                        <a:pt x="89" y="455"/>
                        <a:pt x="44" y="421"/>
                        <a:pt x="3" y="387"/>
                      </a:cubicBezTo>
                      <a:cubicBezTo>
                        <a:pt x="0" y="381"/>
                        <a:pt x="0" y="374"/>
                        <a:pt x="0" y="368"/>
                      </a:cubicBezTo>
                      <a:cubicBezTo>
                        <a:pt x="19" y="345"/>
                        <a:pt x="38" y="323"/>
                        <a:pt x="61" y="300"/>
                      </a:cubicBezTo>
                      <a:cubicBezTo>
                        <a:pt x="64" y="261"/>
                        <a:pt x="71" y="222"/>
                        <a:pt x="77" y="186"/>
                      </a:cubicBezTo>
                      <a:cubicBezTo>
                        <a:pt x="62" y="173"/>
                        <a:pt x="46" y="159"/>
                        <a:pt x="33" y="146"/>
                      </a:cubicBezTo>
                      <a:cubicBezTo>
                        <a:pt x="97" y="108"/>
                        <a:pt x="161" y="74"/>
                        <a:pt x="225" y="39"/>
                      </a:cubicBezTo>
                      <a:cubicBezTo>
                        <a:pt x="293" y="15"/>
                        <a:pt x="341" y="0"/>
                        <a:pt x="439" y="22"/>
                      </a:cubicBezTo>
                      <a:cubicBezTo>
                        <a:pt x="490" y="62"/>
                        <a:pt x="535" y="73"/>
                        <a:pt x="624" y="82"/>
                      </a:cubicBezTo>
                      <a:cubicBezTo>
                        <a:pt x="714" y="58"/>
                        <a:pt x="752" y="56"/>
                        <a:pt x="861" y="108"/>
                      </a:cubicBezTo>
                      <a:cubicBezTo>
                        <a:pt x="940" y="201"/>
                        <a:pt x="1029" y="331"/>
                        <a:pt x="1137" y="455"/>
                      </a:cubicBezTo>
                      <a:cubicBezTo>
                        <a:pt x="1155" y="505"/>
                        <a:pt x="1174" y="554"/>
                        <a:pt x="1196" y="607"/>
                      </a:cubicBezTo>
                      <a:cubicBezTo>
                        <a:pt x="1238" y="648"/>
                        <a:pt x="1279" y="688"/>
                        <a:pt x="1324" y="728"/>
                      </a:cubicBezTo>
                      <a:cubicBezTo>
                        <a:pt x="1374" y="795"/>
                        <a:pt x="1384" y="799"/>
                        <a:pt x="1393" y="907"/>
                      </a:cubicBezTo>
                      <a:cubicBezTo>
                        <a:pt x="1405" y="927"/>
                        <a:pt x="1450" y="954"/>
                        <a:pt x="1494" y="991"/>
                      </a:cubicBezTo>
                      <a:cubicBezTo>
                        <a:pt x="1498" y="998"/>
                        <a:pt x="1504" y="1008"/>
                        <a:pt x="1510" y="1018"/>
                      </a:cubicBezTo>
                      <a:cubicBezTo>
                        <a:pt x="1510" y="1054"/>
                        <a:pt x="1510" y="1077"/>
                        <a:pt x="1532" y="1146"/>
                      </a:cubicBezTo>
                      <a:cubicBezTo>
                        <a:pt x="1551" y="1160"/>
                        <a:pt x="1669" y="1166"/>
                        <a:pt x="1730" y="1148"/>
                      </a:cubicBezTo>
                      <a:cubicBezTo>
                        <a:pt x="1781" y="1149"/>
                        <a:pt x="1791" y="1143"/>
                        <a:pt x="1867" y="1191"/>
                      </a:cubicBezTo>
                      <a:cubicBezTo>
                        <a:pt x="1889" y="1191"/>
                        <a:pt x="1912" y="1192"/>
                        <a:pt x="1937" y="1192"/>
                      </a:cubicBezTo>
                      <a:cubicBezTo>
                        <a:pt x="1960" y="1170"/>
                        <a:pt x="1957" y="1170"/>
                        <a:pt x="2014" y="1171"/>
                      </a:cubicBezTo>
                      <a:cubicBezTo>
                        <a:pt x="2056" y="1209"/>
                        <a:pt x="2097" y="1249"/>
                        <a:pt x="2138" y="1289"/>
                      </a:cubicBezTo>
                      <a:cubicBezTo>
                        <a:pt x="2180" y="1290"/>
                        <a:pt x="2240" y="1285"/>
                        <a:pt x="2288" y="1336"/>
                      </a:cubicBezTo>
                      <a:cubicBezTo>
                        <a:pt x="2304" y="1375"/>
                        <a:pt x="2319" y="1415"/>
                        <a:pt x="2338" y="1455"/>
                      </a:cubicBezTo>
                      <a:cubicBezTo>
                        <a:pt x="2354" y="1530"/>
                        <a:pt x="2423" y="1729"/>
                        <a:pt x="2567" y="1644"/>
                      </a:cubicBezTo>
                      <a:cubicBezTo>
                        <a:pt x="2628" y="1636"/>
                        <a:pt x="2695" y="1614"/>
                        <a:pt x="2772" y="1590"/>
                      </a:cubicBezTo>
                      <a:cubicBezTo>
                        <a:pt x="2785" y="1577"/>
                        <a:pt x="2801" y="1565"/>
                        <a:pt x="2817" y="1555"/>
                      </a:cubicBezTo>
                      <a:cubicBezTo>
                        <a:pt x="2875" y="1452"/>
                        <a:pt x="2920" y="1410"/>
                        <a:pt x="3010" y="1337"/>
                      </a:cubicBezTo>
                      <a:cubicBezTo>
                        <a:pt x="3036" y="1309"/>
                        <a:pt x="3062" y="1280"/>
                        <a:pt x="3087" y="1254"/>
                      </a:cubicBezTo>
                      <a:cubicBezTo>
                        <a:pt x="3135" y="1213"/>
                        <a:pt x="3184" y="1172"/>
                        <a:pt x="3235" y="1130"/>
                      </a:cubicBezTo>
                      <a:cubicBezTo>
                        <a:pt x="3312" y="1145"/>
                        <a:pt x="3315" y="1132"/>
                        <a:pt x="3292" y="1236"/>
                      </a:cubicBezTo>
                      <a:cubicBezTo>
                        <a:pt x="3292" y="1279"/>
                        <a:pt x="3291" y="1325"/>
                        <a:pt x="3291" y="1371"/>
                      </a:cubicBezTo>
                      <a:cubicBezTo>
                        <a:pt x="3313" y="1397"/>
                        <a:pt x="3371" y="1438"/>
                        <a:pt x="3386" y="1511"/>
                      </a:cubicBezTo>
                      <a:cubicBezTo>
                        <a:pt x="3383" y="1553"/>
                        <a:pt x="3379" y="1596"/>
                        <a:pt x="3376" y="1641"/>
                      </a:cubicBezTo>
                      <a:cubicBezTo>
                        <a:pt x="3363" y="1667"/>
                        <a:pt x="3353" y="1693"/>
                        <a:pt x="3343" y="1722"/>
                      </a:cubicBezTo>
                      <a:cubicBezTo>
                        <a:pt x="3308" y="1758"/>
                        <a:pt x="3314" y="1830"/>
                        <a:pt x="3329" y="1905"/>
                      </a:cubicBezTo>
                      <a:cubicBezTo>
                        <a:pt x="3326" y="1974"/>
                        <a:pt x="3325" y="2043"/>
                        <a:pt x="3325" y="2112"/>
                      </a:cubicBezTo>
                      <a:cubicBezTo>
                        <a:pt x="3315" y="2151"/>
                        <a:pt x="3305" y="2193"/>
                        <a:pt x="3296" y="2235"/>
                      </a:cubicBezTo>
                      <a:cubicBezTo>
                        <a:pt x="3295" y="2278"/>
                        <a:pt x="3298" y="2324"/>
                        <a:pt x="3301" y="2370"/>
                      </a:cubicBezTo>
                      <a:cubicBezTo>
                        <a:pt x="3282" y="2389"/>
                        <a:pt x="3266" y="2411"/>
                        <a:pt x="3240" y="2424"/>
                      </a:cubicBezTo>
                      <a:cubicBezTo>
                        <a:pt x="3215" y="2423"/>
                        <a:pt x="3192" y="2426"/>
                        <a:pt x="3170" y="2429"/>
                      </a:cubicBezTo>
                      <a:cubicBezTo>
                        <a:pt x="3087" y="2400"/>
                        <a:pt x="3055" y="2403"/>
                        <a:pt x="3004" y="2398"/>
                      </a:cubicBezTo>
                      <a:cubicBezTo>
                        <a:pt x="2975" y="2427"/>
                        <a:pt x="2975" y="2453"/>
                        <a:pt x="2952" y="2482"/>
                      </a:cubicBezTo>
                      <a:cubicBezTo>
                        <a:pt x="2863" y="2503"/>
                        <a:pt x="2850" y="2535"/>
                        <a:pt x="2859" y="2630"/>
                      </a:cubicBezTo>
                      <a:cubicBezTo>
                        <a:pt x="2874" y="2657"/>
                        <a:pt x="2890" y="2684"/>
                        <a:pt x="2909" y="2710"/>
                      </a:cubicBezTo>
                      <a:cubicBezTo>
                        <a:pt x="2922" y="2789"/>
                        <a:pt x="2959" y="2888"/>
                        <a:pt x="3016" y="2995"/>
                      </a:cubicBezTo>
                      <a:cubicBezTo>
                        <a:pt x="3026" y="3037"/>
                        <a:pt x="3035" y="3080"/>
                        <a:pt x="3044" y="3123"/>
                      </a:cubicBezTo>
                      <a:cubicBezTo>
                        <a:pt x="2936" y="3120"/>
                        <a:pt x="2875" y="3034"/>
                        <a:pt x="2831" y="3009"/>
                      </a:cubicBezTo>
                      <a:cubicBezTo>
                        <a:pt x="2831" y="2941"/>
                        <a:pt x="2764" y="2923"/>
                        <a:pt x="2742" y="2945"/>
                      </a:cubicBezTo>
                      <a:cubicBezTo>
                        <a:pt x="2739" y="2951"/>
                        <a:pt x="2739" y="2958"/>
                        <a:pt x="2738" y="2968"/>
                      </a:cubicBezTo>
                      <a:cubicBezTo>
                        <a:pt x="2668" y="2976"/>
                        <a:pt x="2620" y="3014"/>
                        <a:pt x="2566" y="3039"/>
                      </a:cubicBezTo>
                      <a:cubicBezTo>
                        <a:pt x="2565" y="3058"/>
                        <a:pt x="2565" y="3078"/>
                        <a:pt x="2565" y="3098"/>
                      </a:cubicBezTo>
                      <a:cubicBezTo>
                        <a:pt x="2568" y="3101"/>
                        <a:pt x="2572" y="3104"/>
                        <a:pt x="2575" y="3108"/>
                      </a:cubicBezTo>
                      <a:cubicBezTo>
                        <a:pt x="2543" y="3123"/>
                        <a:pt x="2533" y="3136"/>
                        <a:pt x="2514" y="3155"/>
                      </a:cubicBezTo>
                      <a:cubicBezTo>
                        <a:pt x="2495" y="3158"/>
                        <a:pt x="2475" y="3164"/>
                        <a:pt x="2456" y="3170"/>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61" name="Freeform 31"/>
                <p:cNvSpPr/>
                <p:nvPr/>
              </p:nvSpPr>
              <p:spPr bwMode="auto">
                <a:xfrm>
                  <a:off x="13492" y="2463"/>
                  <a:ext cx="1726" cy="1584"/>
                </a:xfrm>
                <a:custGeom>
                  <a:avLst/>
                  <a:gdLst>
                    <a:gd name="T0" fmla="*/ 721 w 1797"/>
                    <a:gd name="T1" fmla="*/ 1713 h 1713"/>
                    <a:gd name="T2" fmla="*/ 714 w 1797"/>
                    <a:gd name="T3" fmla="*/ 1700 h 1713"/>
                    <a:gd name="T4" fmla="*/ 801 w 1797"/>
                    <a:gd name="T5" fmla="*/ 1600 h 1713"/>
                    <a:gd name="T6" fmla="*/ 833 w 1797"/>
                    <a:gd name="T7" fmla="*/ 1539 h 1713"/>
                    <a:gd name="T8" fmla="*/ 834 w 1797"/>
                    <a:gd name="T9" fmla="*/ 1490 h 1713"/>
                    <a:gd name="T10" fmla="*/ 770 w 1797"/>
                    <a:gd name="T11" fmla="*/ 1449 h 1713"/>
                    <a:gd name="T12" fmla="*/ 854 w 1797"/>
                    <a:gd name="T13" fmla="*/ 1248 h 1713"/>
                    <a:gd name="T14" fmla="*/ 887 w 1797"/>
                    <a:gd name="T15" fmla="*/ 1056 h 1713"/>
                    <a:gd name="T16" fmla="*/ 770 w 1797"/>
                    <a:gd name="T17" fmla="*/ 925 h 1713"/>
                    <a:gd name="T18" fmla="*/ 719 w 1797"/>
                    <a:gd name="T19" fmla="*/ 917 h 1713"/>
                    <a:gd name="T20" fmla="*/ 613 w 1797"/>
                    <a:gd name="T21" fmla="*/ 934 h 1713"/>
                    <a:gd name="T22" fmla="*/ 456 w 1797"/>
                    <a:gd name="T23" fmla="*/ 1104 h 1713"/>
                    <a:gd name="T24" fmla="*/ 337 w 1797"/>
                    <a:gd name="T25" fmla="*/ 1278 h 1713"/>
                    <a:gd name="T26" fmla="*/ 114 w 1797"/>
                    <a:gd name="T27" fmla="*/ 1108 h 1713"/>
                    <a:gd name="T28" fmla="*/ 6 w 1797"/>
                    <a:gd name="T29" fmla="*/ 1053 h 1713"/>
                    <a:gd name="T30" fmla="*/ 57 w 1797"/>
                    <a:gd name="T31" fmla="*/ 966 h 1713"/>
                    <a:gd name="T32" fmla="*/ 128 w 1797"/>
                    <a:gd name="T33" fmla="*/ 883 h 1713"/>
                    <a:gd name="T34" fmla="*/ 119 w 1797"/>
                    <a:gd name="T35" fmla="*/ 719 h 1713"/>
                    <a:gd name="T36" fmla="*/ 107 w 1797"/>
                    <a:gd name="T37" fmla="*/ 712 h 1713"/>
                    <a:gd name="T38" fmla="*/ 91 w 1797"/>
                    <a:gd name="T39" fmla="*/ 682 h 1713"/>
                    <a:gd name="T40" fmla="*/ 66 w 1797"/>
                    <a:gd name="T41" fmla="*/ 616 h 1713"/>
                    <a:gd name="T42" fmla="*/ 89 w 1797"/>
                    <a:gd name="T43" fmla="*/ 508 h 1713"/>
                    <a:gd name="T44" fmla="*/ 155 w 1797"/>
                    <a:gd name="T45" fmla="*/ 602 h 1713"/>
                    <a:gd name="T46" fmla="*/ 308 w 1797"/>
                    <a:gd name="T47" fmla="*/ 668 h 1713"/>
                    <a:gd name="T48" fmla="*/ 363 w 1797"/>
                    <a:gd name="T49" fmla="*/ 613 h 1713"/>
                    <a:gd name="T50" fmla="*/ 668 w 1797"/>
                    <a:gd name="T51" fmla="*/ 385 h 1713"/>
                    <a:gd name="T52" fmla="*/ 752 w 1797"/>
                    <a:gd name="T53" fmla="*/ 247 h 1713"/>
                    <a:gd name="T54" fmla="*/ 956 w 1797"/>
                    <a:gd name="T55" fmla="*/ 258 h 1713"/>
                    <a:gd name="T56" fmla="*/ 1020 w 1797"/>
                    <a:gd name="T57" fmla="*/ 260 h 1713"/>
                    <a:gd name="T58" fmla="*/ 1068 w 1797"/>
                    <a:gd name="T59" fmla="*/ 202 h 1713"/>
                    <a:gd name="T60" fmla="*/ 1069 w 1797"/>
                    <a:gd name="T61" fmla="*/ 48 h 1713"/>
                    <a:gd name="T62" fmla="*/ 1085 w 1797"/>
                    <a:gd name="T63" fmla="*/ 0 h 1713"/>
                    <a:gd name="T64" fmla="*/ 1213 w 1797"/>
                    <a:gd name="T65" fmla="*/ 98 h 1713"/>
                    <a:gd name="T66" fmla="*/ 1324 w 1797"/>
                    <a:gd name="T67" fmla="*/ 153 h 1713"/>
                    <a:gd name="T68" fmla="*/ 1347 w 1797"/>
                    <a:gd name="T69" fmla="*/ 88 h 1713"/>
                    <a:gd name="T70" fmla="*/ 1376 w 1797"/>
                    <a:gd name="T71" fmla="*/ 56 h 1713"/>
                    <a:gd name="T72" fmla="*/ 1401 w 1797"/>
                    <a:gd name="T73" fmla="*/ 80 h 1713"/>
                    <a:gd name="T74" fmla="*/ 1407 w 1797"/>
                    <a:gd name="T75" fmla="*/ 201 h 1713"/>
                    <a:gd name="T76" fmla="*/ 1578 w 1797"/>
                    <a:gd name="T77" fmla="*/ 408 h 1713"/>
                    <a:gd name="T78" fmla="*/ 1577 w 1797"/>
                    <a:gd name="T79" fmla="*/ 566 h 1713"/>
                    <a:gd name="T80" fmla="*/ 1618 w 1797"/>
                    <a:gd name="T81" fmla="*/ 619 h 1713"/>
                    <a:gd name="T82" fmla="*/ 1720 w 1797"/>
                    <a:gd name="T83" fmla="*/ 700 h 1713"/>
                    <a:gd name="T84" fmla="*/ 1797 w 1797"/>
                    <a:gd name="T85" fmla="*/ 751 h 1713"/>
                    <a:gd name="T86" fmla="*/ 1588 w 1797"/>
                    <a:gd name="T87" fmla="*/ 919 h 1713"/>
                    <a:gd name="T88" fmla="*/ 1530 w 1797"/>
                    <a:gd name="T89" fmla="*/ 974 h 1713"/>
                    <a:gd name="T90" fmla="*/ 1437 w 1797"/>
                    <a:gd name="T91" fmla="*/ 1083 h 1713"/>
                    <a:gd name="T92" fmla="*/ 1411 w 1797"/>
                    <a:gd name="T93" fmla="*/ 1203 h 1713"/>
                    <a:gd name="T94" fmla="*/ 1318 w 1797"/>
                    <a:gd name="T95" fmla="*/ 1243 h 1713"/>
                    <a:gd name="T96" fmla="*/ 946 w 1797"/>
                    <a:gd name="T97" fmla="*/ 1480 h 1713"/>
                    <a:gd name="T98" fmla="*/ 923 w 1797"/>
                    <a:gd name="T99" fmla="*/ 1531 h 1713"/>
                    <a:gd name="T100" fmla="*/ 881 w 1797"/>
                    <a:gd name="T101" fmla="*/ 1684 h 1713"/>
                    <a:gd name="T102" fmla="*/ 721 w 1797"/>
                    <a:gd name="T103" fmla="*/ 1713 h 1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97" h="1713">
                      <a:moveTo>
                        <a:pt x="721" y="1713"/>
                      </a:moveTo>
                      <a:cubicBezTo>
                        <a:pt x="717" y="1706"/>
                        <a:pt x="714" y="1703"/>
                        <a:pt x="714" y="1700"/>
                      </a:cubicBezTo>
                      <a:cubicBezTo>
                        <a:pt x="740" y="1635"/>
                        <a:pt x="763" y="1639"/>
                        <a:pt x="801" y="1600"/>
                      </a:cubicBezTo>
                      <a:cubicBezTo>
                        <a:pt x="811" y="1578"/>
                        <a:pt x="821" y="1558"/>
                        <a:pt x="833" y="1539"/>
                      </a:cubicBezTo>
                      <a:cubicBezTo>
                        <a:pt x="834" y="1523"/>
                        <a:pt x="834" y="1506"/>
                        <a:pt x="834" y="1490"/>
                      </a:cubicBezTo>
                      <a:cubicBezTo>
                        <a:pt x="811" y="1476"/>
                        <a:pt x="789" y="1463"/>
                        <a:pt x="770" y="1449"/>
                      </a:cubicBezTo>
                      <a:cubicBezTo>
                        <a:pt x="742" y="1340"/>
                        <a:pt x="800" y="1309"/>
                        <a:pt x="854" y="1248"/>
                      </a:cubicBezTo>
                      <a:cubicBezTo>
                        <a:pt x="896" y="1184"/>
                        <a:pt x="887" y="1111"/>
                        <a:pt x="887" y="1056"/>
                      </a:cubicBezTo>
                      <a:cubicBezTo>
                        <a:pt x="846" y="1012"/>
                        <a:pt x="808" y="969"/>
                        <a:pt x="770" y="925"/>
                      </a:cubicBezTo>
                      <a:cubicBezTo>
                        <a:pt x="751" y="921"/>
                        <a:pt x="735" y="918"/>
                        <a:pt x="719" y="917"/>
                      </a:cubicBezTo>
                      <a:cubicBezTo>
                        <a:pt x="684" y="923"/>
                        <a:pt x="649" y="928"/>
                        <a:pt x="613" y="934"/>
                      </a:cubicBezTo>
                      <a:cubicBezTo>
                        <a:pt x="552" y="982"/>
                        <a:pt x="510" y="1043"/>
                        <a:pt x="456" y="1104"/>
                      </a:cubicBezTo>
                      <a:cubicBezTo>
                        <a:pt x="417" y="1165"/>
                        <a:pt x="385" y="1230"/>
                        <a:pt x="337" y="1278"/>
                      </a:cubicBezTo>
                      <a:cubicBezTo>
                        <a:pt x="254" y="1217"/>
                        <a:pt x="168" y="1162"/>
                        <a:pt x="114" y="1108"/>
                      </a:cubicBezTo>
                      <a:cubicBezTo>
                        <a:pt x="50" y="1100"/>
                        <a:pt x="21" y="1070"/>
                        <a:pt x="6" y="1053"/>
                      </a:cubicBezTo>
                      <a:cubicBezTo>
                        <a:pt x="6" y="984"/>
                        <a:pt x="0" y="978"/>
                        <a:pt x="57" y="966"/>
                      </a:cubicBezTo>
                      <a:cubicBezTo>
                        <a:pt x="80" y="937"/>
                        <a:pt x="102" y="908"/>
                        <a:pt x="128" y="883"/>
                      </a:cubicBezTo>
                      <a:cubicBezTo>
                        <a:pt x="125" y="827"/>
                        <a:pt x="122" y="771"/>
                        <a:pt x="119" y="719"/>
                      </a:cubicBezTo>
                      <a:cubicBezTo>
                        <a:pt x="113" y="715"/>
                        <a:pt x="110" y="712"/>
                        <a:pt x="107" y="712"/>
                      </a:cubicBezTo>
                      <a:cubicBezTo>
                        <a:pt x="100" y="702"/>
                        <a:pt x="94" y="692"/>
                        <a:pt x="91" y="682"/>
                      </a:cubicBezTo>
                      <a:cubicBezTo>
                        <a:pt x="81" y="659"/>
                        <a:pt x="72" y="636"/>
                        <a:pt x="66" y="616"/>
                      </a:cubicBezTo>
                      <a:cubicBezTo>
                        <a:pt x="66" y="570"/>
                        <a:pt x="63" y="534"/>
                        <a:pt x="89" y="508"/>
                      </a:cubicBezTo>
                      <a:cubicBezTo>
                        <a:pt x="124" y="519"/>
                        <a:pt x="136" y="542"/>
                        <a:pt x="155" y="602"/>
                      </a:cubicBezTo>
                      <a:cubicBezTo>
                        <a:pt x="197" y="642"/>
                        <a:pt x="212" y="688"/>
                        <a:pt x="308" y="668"/>
                      </a:cubicBezTo>
                      <a:cubicBezTo>
                        <a:pt x="324" y="649"/>
                        <a:pt x="344" y="629"/>
                        <a:pt x="363" y="613"/>
                      </a:cubicBezTo>
                      <a:cubicBezTo>
                        <a:pt x="459" y="554"/>
                        <a:pt x="575" y="449"/>
                        <a:pt x="668" y="385"/>
                      </a:cubicBezTo>
                      <a:cubicBezTo>
                        <a:pt x="703" y="344"/>
                        <a:pt x="735" y="282"/>
                        <a:pt x="752" y="247"/>
                      </a:cubicBezTo>
                      <a:cubicBezTo>
                        <a:pt x="835" y="223"/>
                        <a:pt x="867" y="187"/>
                        <a:pt x="956" y="258"/>
                      </a:cubicBezTo>
                      <a:cubicBezTo>
                        <a:pt x="975" y="259"/>
                        <a:pt x="998" y="259"/>
                        <a:pt x="1020" y="260"/>
                      </a:cubicBezTo>
                      <a:cubicBezTo>
                        <a:pt x="1036" y="241"/>
                        <a:pt x="1052" y="222"/>
                        <a:pt x="1068" y="202"/>
                      </a:cubicBezTo>
                      <a:cubicBezTo>
                        <a:pt x="1069" y="150"/>
                        <a:pt x="1069" y="98"/>
                        <a:pt x="1069" y="48"/>
                      </a:cubicBezTo>
                      <a:cubicBezTo>
                        <a:pt x="1072" y="32"/>
                        <a:pt x="1079" y="16"/>
                        <a:pt x="1085" y="0"/>
                      </a:cubicBezTo>
                      <a:cubicBezTo>
                        <a:pt x="1121" y="1"/>
                        <a:pt x="1168" y="28"/>
                        <a:pt x="1213" y="98"/>
                      </a:cubicBezTo>
                      <a:cubicBezTo>
                        <a:pt x="1241" y="122"/>
                        <a:pt x="1254" y="151"/>
                        <a:pt x="1324" y="153"/>
                      </a:cubicBezTo>
                      <a:cubicBezTo>
                        <a:pt x="1340" y="137"/>
                        <a:pt x="1347" y="98"/>
                        <a:pt x="1347" y="88"/>
                      </a:cubicBezTo>
                      <a:cubicBezTo>
                        <a:pt x="1357" y="75"/>
                        <a:pt x="1366" y="66"/>
                        <a:pt x="1376" y="56"/>
                      </a:cubicBezTo>
                      <a:cubicBezTo>
                        <a:pt x="1382" y="63"/>
                        <a:pt x="1392" y="70"/>
                        <a:pt x="1401" y="80"/>
                      </a:cubicBezTo>
                      <a:cubicBezTo>
                        <a:pt x="1401" y="119"/>
                        <a:pt x="1404" y="158"/>
                        <a:pt x="1407" y="201"/>
                      </a:cubicBezTo>
                      <a:cubicBezTo>
                        <a:pt x="1458" y="255"/>
                        <a:pt x="1499" y="325"/>
                        <a:pt x="1578" y="408"/>
                      </a:cubicBezTo>
                      <a:cubicBezTo>
                        <a:pt x="1578" y="461"/>
                        <a:pt x="1578" y="513"/>
                        <a:pt x="1577" y="566"/>
                      </a:cubicBezTo>
                      <a:cubicBezTo>
                        <a:pt x="1590" y="582"/>
                        <a:pt x="1603" y="599"/>
                        <a:pt x="1618" y="619"/>
                      </a:cubicBezTo>
                      <a:cubicBezTo>
                        <a:pt x="1650" y="646"/>
                        <a:pt x="1685" y="673"/>
                        <a:pt x="1720" y="700"/>
                      </a:cubicBezTo>
                      <a:cubicBezTo>
                        <a:pt x="1746" y="717"/>
                        <a:pt x="1771" y="734"/>
                        <a:pt x="1797" y="751"/>
                      </a:cubicBezTo>
                      <a:cubicBezTo>
                        <a:pt x="1796" y="787"/>
                        <a:pt x="1610" y="907"/>
                        <a:pt x="1588" y="919"/>
                      </a:cubicBezTo>
                      <a:cubicBezTo>
                        <a:pt x="1569" y="935"/>
                        <a:pt x="1549" y="954"/>
                        <a:pt x="1530" y="974"/>
                      </a:cubicBezTo>
                      <a:cubicBezTo>
                        <a:pt x="1498" y="1009"/>
                        <a:pt x="1466" y="1044"/>
                        <a:pt x="1437" y="1083"/>
                      </a:cubicBezTo>
                      <a:cubicBezTo>
                        <a:pt x="1424" y="1118"/>
                        <a:pt x="1433" y="1155"/>
                        <a:pt x="1411" y="1203"/>
                      </a:cubicBezTo>
                      <a:cubicBezTo>
                        <a:pt x="1379" y="1215"/>
                        <a:pt x="1346" y="1228"/>
                        <a:pt x="1318" y="1243"/>
                      </a:cubicBezTo>
                      <a:cubicBezTo>
                        <a:pt x="1142" y="1275"/>
                        <a:pt x="1049" y="1341"/>
                        <a:pt x="946" y="1480"/>
                      </a:cubicBezTo>
                      <a:cubicBezTo>
                        <a:pt x="936" y="1496"/>
                        <a:pt x="929" y="1512"/>
                        <a:pt x="923" y="1531"/>
                      </a:cubicBezTo>
                      <a:cubicBezTo>
                        <a:pt x="907" y="1580"/>
                        <a:pt x="894" y="1632"/>
                        <a:pt x="881" y="1684"/>
                      </a:cubicBezTo>
                      <a:cubicBezTo>
                        <a:pt x="813" y="1705"/>
                        <a:pt x="769" y="1711"/>
                        <a:pt x="721" y="1713"/>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62" name="Freeform 32"/>
                <p:cNvSpPr/>
                <p:nvPr/>
              </p:nvSpPr>
              <p:spPr bwMode="auto">
                <a:xfrm>
                  <a:off x="13806" y="1519"/>
                  <a:ext cx="2576" cy="1663"/>
                </a:xfrm>
                <a:custGeom>
                  <a:avLst/>
                  <a:gdLst>
                    <a:gd name="T0" fmla="*/ 1270 w 2595"/>
                    <a:gd name="T1" fmla="*/ 1595 h 1727"/>
                    <a:gd name="T2" fmla="*/ 1237 w 2595"/>
                    <a:gd name="T3" fmla="*/ 1388 h 1727"/>
                    <a:gd name="T4" fmla="*/ 1084 w 2595"/>
                    <a:gd name="T5" fmla="*/ 1204 h 1727"/>
                    <a:gd name="T6" fmla="*/ 1072 w 2595"/>
                    <a:gd name="T7" fmla="*/ 1076 h 1727"/>
                    <a:gd name="T8" fmla="*/ 941 w 2595"/>
                    <a:gd name="T9" fmla="*/ 1135 h 1727"/>
                    <a:gd name="T10" fmla="*/ 776 w 2595"/>
                    <a:gd name="T11" fmla="*/ 984 h 1727"/>
                    <a:gd name="T12" fmla="*/ 503 w 2595"/>
                    <a:gd name="T13" fmla="*/ 633 h 1727"/>
                    <a:gd name="T14" fmla="*/ 468 w 2595"/>
                    <a:gd name="T15" fmla="*/ 580 h 1727"/>
                    <a:gd name="T16" fmla="*/ 323 w 2595"/>
                    <a:gd name="T17" fmla="*/ 746 h 1727"/>
                    <a:gd name="T18" fmla="*/ 213 w 2595"/>
                    <a:gd name="T19" fmla="*/ 508 h 1727"/>
                    <a:gd name="T20" fmla="*/ 68 w 2595"/>
                    <a:gd name="T21" fmla="*/ 245 h 1727"/>
                    <a:gd name="T22" fmla="*/ 75 w 2595"/>
                    <a:gd name="T23" fmla="*/ 128 h 1727"/>
                    <a:gd name="T24" fmla="*/ 388 w 2595"/>
                    <a:gd name="T25" fmla="*/ 113 h 1727"/>
                    <a:gd name="T26" fmla="*/ 754 w 2595"/>
                    <a:gd name="T27" fmla="*/ 308 h 1727"/>
                    <a:gd name="T28" fmla="*/ 1068 w 2595"/>
                    <a:gd name="T29" fmla="*/ 136 h 1727"/>
                    <a:gd name="T30" fmla="*/ 1185 w 2595"/>
                    <a:gd name="T31" fmla="*/ 329 h 1727"/>
                    <a:gd name="T32" fmla="*/ 1386 w 2595"/>
                    <a:gd name="T33" fmla="*/ 383 h 1727"/>
                    <a:gd name="T34" fmla="*/ 1605 w 2595"/>
                    <a:gd name="T35" fmla="*/ 592 h 1727"/>
                    <a:gd name="T36" fmla="*/ 1702 w 2595"/>
                    <a:gd name="T37" fmla="*/ 457 h 1727"/>
                    <a:gd name="T38" fmla="*/ 1874 w 2595"/>
                    <a:gd name="T39" fmla="*/ 641 h 1727"/>
                    <a:gd name="T40" fmla="*/ 1953 w 2595"/>
                    <a:gd name="T41" fmla="*/ 725 h 1727"/>
                    <a:gd name="T42" fmla="*/ 2087 w 2595"/>
                    <a:gd name="T43" fmla="*/ 673 h 1727"/>
                    <a:gd name="T44" fmla="*/ 2129 w 2595"/>
                    <a:gd name="T45" fmla="*/ 618 h 1727"/>
                    <a:gd name="T46" fmla="*/ 2232 w 2595"/>
                    <a:gd name="T47" fmla="*/ 542 h 1727"/>
                    <a:gd name="T48" fmla="*/ 2287 w 2595"/>
                    <a:gd name="T49" fmla="*/ 498 h 1727"/>
                    <a:gd name="T50" fmla="*/ 2480 w 2595"/>
                    <a:gd name="T51" fmla="*/ 679 h 1727"/>
                    <a:gd name="T52" fmla="*/ 2546 w 2595"/>
                    <a:gd name="T53" fmla="*/ 864 h 1727"/>
                    <a:gd name="T54" fmla="*/ 2494 w 2595"/>
                    <a:gd name="T55" fmla="*/ 1050 h 1727"/>
                    <a:gd name="T56" fmla="*/ 2382 w 2595"/>
                    <a:gd name="T57" fmla="*/ 1034 h 1727"/>
                    <a:gd name="T58" fmla="*/ 2367 w 2595"/>
                    <a:gd name="T59" fmla="*/ 893 h 1727"/>
                    <a:gd name="T60" fmla="*/ 2126 w 2595"/>
                    <a:gd name="T61" fmla="*/ 1142 h 1727"/>
                    <a:gd name="T62" fmla="*/ 1905 w 2595"/>
                    <a:gd name="T63" fmla="*/ 1356 h 1727"/>
                    <a:gd name="T64" fmla="*/ 1936 w 2595"/>
                    <a:gd name="T65" fmla="*/ 1494 h 1727"/>
                    <a:gd name="T66" fmla="*/ 1552 w 2595"/>
                    <a:gd name="T67" fmla="*/ 1494 h 1727"/>
                    <a:gd name="T68" fmla="*/ 1468 w 2595"/>
                    <a:gd name="T69" fmla="*/ 1718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95" h="1727">
                      <a:moveTo>
                        <a:pt x="1436" y="1727"/>
                      </a:moveTo>
                      <a:cubicBezTo>
                        <a:pt x="1391" y="1670"/>
                        <a:pt x="1299" y="1619"/>
                        <a:pt x="1270" y="1595"/>
                      </a:cubicBezTo>
                      <a:cubicBezTo>
                        <a:pt x="1261" y="1585"/>
                        <a:pt x="1255" y="1575"/>
                        <a:pt x="1248" y="1565"/>
                      </a:cubicBezTo>
                      <a:cubicBezTo>
                        <a:pt x="1249" y="1483"/>
                        <a:pt x="1262" y="1441"/>
                        <a:pt x="1237" y="1388"/>
                      </a:cubicBezTo>
                      <a:cubicBezTo>
                        <a:pt x="1179" y="1344"/>
                        <a:pt x="1179" y="1328"/>
                        <a:pt x="1167" y="1298"/>
                      </a:cubicBezTo>
                      <a:cubicBezTo>
                        <a:pt x="1138" y="1264"/>
                        <a:pt x="1110" y="1234"/>
                        <a:pt x="1084" y="1204"/>
                      </a:cubicBezTo>
                      <a:cubicBezTo>
                        <a:pt x="1081" y="1201"/>
                        <a:pt x="1078" y="1201"/>
                        <a:pt x="1075" y="1201"/>
                      </a:cubicBezTo>
                      <a:cubicBezTo>
                        <a:pt x="1072" y="1158"/>
                        <a:pt x="1072" y="1115"/>
                        <a:pt x="1072" y="1076"/>
                      </a:cubicBezTo>
                      <a:cubicBezTo>
                        <a:pt x="1037" y="1029"/>
                        <a:pt x="1018" y="1035"/>
                        <a:pt x="996" y="1035"/>
                      </a:cubicBezTo>
                      <a:cubicBezTo>
                        <a:pt x="960" y="1070"/>
                        <a:pt x="957" y="1086"/>
                        <a:pt x="941" y="1135"/>
                      </a:cubicBezTo>
                      <a:cubicBezTo>
                        <a:pt x="935" y="1132"/>
                        <a:pt x="928" y="1131"/>
                        <a:pt x="925" y="1131"/>
                      </a:cubicBezTo>
                      <a:cubicBezTo>
                        <a:pt x="877" y="1081"/>
                        <a:pt x="814" y="1011"/>
                        <a:pt x="776" y="984"/>
                      </a:cubicBezTo>
                      <a:cubicBezTo>
                        <a:pt x="616" y="960"/>
                        <a:pt x="613" y="907"/>
                        <a:pt x="595" y="796"/>
                      </a:cubicBezTo>
                      <a:cubicBezTo>
                        <a:pt x="570" y="720"/>
                        <a:pt x="525" y="673"/>
                        <a:pt x="503" y="633"/>
                      </a:cubicBezTo>
                      <a:cubicBezTo>
                        <a:pt x="500" y="616"/>
                        <a:pt x="497" y="600"/>
                        <a:pt x="494" y="583"/>
                      </a:cubicBezTo>
                      <a:cubicBezTo>
                        <a:pt x="484" y="580"/>
                        <a:pt x="475" y="580"/>
                        <a:pt x="468" y="580"/>
                      </a:cubicBezTo>
                      <a:cubicBezTo>
                        <a:pt x="436" y="605"/>
                        <a:pt x="404" y="634"/>
                        <a:pt x="372" y="662"/>
                      </a:cubicBezTo>
                      <a:cubicBezTo>
                        <a:pt x="356" y="688"/>
                        <a:pt x="340" y="717"/>
                        <a:pt x="323" y="746"/>
                      </a:cubicBezTo>
                      <a:cubicBezTo>
                        <a:pt x="260" y="695"/>
                        <a:pt x="273" y="617"/>
                        <a:pt x="248" y="590"/>
                      </a:cubicBezTo>
                      <a:cubicBezTo>
                        <a:pt x="235" y="561"/>
                        <a:pt x="222" y="534"/>
                        <a:pt x="213" y="508"/>
                      </a:cubicBezTo>
                      <a:cubicBezTo>
                        <a:pt x="213" y="468"/>
                        <a:pt x="213" y="432"/>
                        <a:pt x="214" y="396"/>
                      </a:cubicBezTo>
                      <a:cubicBezTo>
                        <a:pt x="163" y="326"/>
                        <a:pt x="112" y="286"/>
                        <a:pt x="68" y="245"/>
                      </a:cubicBezTo>
                      <a:cubicBezTo>
                        <a:pt x="0" y="244"/>
                        <a:pt x="46" y="143"/>
                        <a:pt x="55" y="130"/>
                      </a:cubicBezTo>
                      <a:cubicBezTo>
                        <a:pt x="62" y="127"/>
                        <a:pt x="68" y="127"/>
                        <a:pt x="75" y="128"/>
                      </a:cubicBezTo>
                      <a:cubicBezTo>
                        <a:pt x="129" y="165"/>
                        <a:pt x="179" y="222"/>
                        <a:pt x="269" y="224"/>
                      </a:cubicBezTo>
                      <a:cubicBezTo>
                        <a:pt x="314" y="196"/>
                        <a:pt x="346" y="144"/>
                        <a:pt x="388" y="113"/>
                      </a:cubicBezTo>
                      <a:cubicBezTo>
                        <a:pt x="430" y="42"/>
                        <a:pt x="475" y="0"/>
                        <a:pt x="535" y="113"/>
                      </a:cubicBezTo>
                      <a:cubicBezTo>
                        <a:pt x="547" y="205"/>
                        <a:pt x="633" y="276"/>
                        <a:pt x="754" y="308"/>
                      </a:cubicBezTo>
                      <a:cubicBezTo>
                        <a:pt x="809" y="290"/>
                        <a:pt x="866" y="272"/>
                        <a:pt x="924" y="257"/>
                      </a:cubicBezTo>
                      <a:cubicBezTo>
                        <a:pt x="972" y="216"/>
                        <a:pt x="1020" y="174"/>
                        <a:pt x="1068" y="136"/>
                      </a:cubicBezTo>
                      <a:cubicBezTo>
                        <a:pt x="1075" y="140"/>
                        <a:pt x="1084" y="143"/>
                        <a:pt x="1094" y="150"/>
                      </a:cubicBezTo>
                      <a:cubicBezTo>
                        <a:pt x="1093" y="202"/>
                        <a:pt x="1058" y="326"/>
                        <a:pt x="1185" y="329"/>
                      </a:cubicBezTo>
                      <a:cubicBezTo>
                        <a:pt x="1201" y="320"/>
                        <a:pt x="1221" y="314"/>
                        <a:pt x="1240" y="308"/>
                      </a:cubicBezTo>
                      <a:cubicBezTo>
                        <a:pt x="1294" y="253"/>
                        <a:pt x="1339" y="323"/>
                        <a:pt x="1386" y="383"/>
                      </a:cubicBezTo>
                      <a:cubicBezTo>
                        <a:pt x="1409" y="390"/>
                        <a:pt x="1434" y="398"/>
                        <a:pt x="1460" y="408"/>
                      </a:cubicBezTo>
                      <a:cubicBezTo>
                        <a:pt x="1482" y="451"/>
                        <a:pt x="1526" y="534"/>
                        <a:pt x="1605" y="592"/>
                      </a:cubicBezTo>
                      <a:cubicBezTo>
                        <a:pt x="1612" y="592"/>
                        <a:pt x="1621" y="592"/>
                        <a:pt x="1631" y="593"/>
                      </a:cubicBezTo>
                      <a:cubicBezTo>
                        <a:pt x="1676" y="548"/>
                        <a:pt x="1689" y="502"/>
                        <a:pt x="1702" y="457"/>
                      </a:cubicBezTo>
                      <a:cubicBezTo>
                        <a:pt x="1718" y="460"/>
                        <a:pt x="1737" y="467"/>
                        <a:pt x="1756" y="475"/>
                      </a:cubicBezTo>
                      <a:cubicBezTo>
                        <a:pt x="1769" y="524"/>
                        <a:pt x="1804" y="584"/>
                        <a:pt x="1874" y="641"/>
                      </a:cubicBezTo>
                      <a:cubicBezTo>
                        <a:pt x="1874" y="644"/>
                        <a:pt x="1874" y="648"/>
                        <a:pt x="1874" y="651"/>
                      </a:cubicBezTo>
                      <a:cubicBezTo>
                        <a:pt x="1899" y="675"/>
                        <a:pt x="1924" y="698"/>
                        <a:pt x="1953" y="725"/>
                      </a:cubicBezTo>
                      <a:cubicBezTo>
                        <a:pt x="1982" y="723"/>
                        <a:pt x="2014" y="720"/>
                        <a:pt x="2046" y="718"/>
                      </a:cubicBezTo>
                      <a:cubicBezTo>
                        <a:pt x="2059" y="702"/>
                        <a:pt x="2071" y="685"/>
                        <a:pt x="2087" y="673"/>
                      </a:cubicBezTo>
                      <a:cubicBezTo>
                        <a:pt x="2100" y="673"/>
                        <a:pt x="2123" y="651"/>
                        <a:pt x="2129" y="644"/>
                      </a:cubicBezTo>
                      <a:cubicBezTo>
                        <a:pt x="2129" y="635"/>
                        <a:pt x="2129" y="625"/>
                        <a:pt x="2129" y="618"/>
                      </a:cubicBezTo>
                      <a:cubicBezTo>
                        <a:pt x="2120" y="615"/>
                        <a:pt x="2113" y="611"/>
                        <a:pt x="2107" y="608"/>
                      </a:cubicBezTo>
                      <a:cubicBezTo>
                        <a:pt x="2107" y="565"/>
                        <a:pt x="2194" y="554"/>
                        <a:pt x="2232" y="542"/>
                      </a:cubicBezTo>
                      <a:cubicBezTo>
                        <a:pt x="2242" y="536"/>
                        <a:pt x="2251" y="530"/>
                        <a:pt x="2264" y="527"/>
                      </a:cubicBezTo>
                      <a:cubicBezTo>
                        <a:pt x="2271" y="517"/>
                        <a:pt x="2277" y="507"/>
                        <a:pt x="2287" y="498"/>
                      </a:cubicBezTo>
                      <a:cubicBezTo>
                        <a:pt x="2309" y="508"/>
                        <a:pt x="2299" y="560"/>
                        <a:pt x="2369" y="598"/>
                      </a:cubicBezTo>
                      <a:cubicBezTo>
                        <a:pt x="2404" y="625"/>
                        <a:pt x="2442" y="652"/>
                        <a:pt x="2480" y="679"/>
                      </a:cubicBezTo>
                      <a:cubicBezTo>
                        <a:pt x="2512" y="684"/>
                        <a:pt x="2544" y="691"/>
                        <a:pt x="2576" y="698"/>
                      </a:cubicBezTo>
                      <a:cubicBezTo>
                        <a:pt x="2576" y="731"/>
                        <a:pt x="2595" y="830"/>
                        <a:pt x="2546" y="864"/>
                      </a:cubicBezTo>
                      <a:cubicBezTo>
                        <a:pt x="2533" y="890"/>
                        <a:pt x="2524" y="916"/>
                        <a:pt x="2514" y="942"/>
                      </a:cubicBezTo>
                      <a:cubicBezTo>
                        <a:pt x="2507" y="978"/>
                        <a:pt x="2501" y="1014"/>
                        <a:pt x="2494" y="1050"/>
                      </a:cubicBezTo>
                      <a:cubicBezTo>
                        <a:pt x="2485" y="1050"/>
                        <a:pt x="2475" y="1053"/>
                        <a:pt x="2465" y="1056"/>
                      </a:cubicBezTo>
                      <a:cubicBezTo>
                        <a:pt x="2453" y="993"/>
                        <a:pt x="2386" y="1031"/>
                        <a:pt x="2382" y="1034"/>
                      </a:cubicBezTo>
                      <a:cubicBezTo>
                        <a:pt x="2376" y="1030"/>
                        <a:pt x="2370" y="1027"/>
                        <a:pt x="2367" y="1024"/>
                      </a:cubicBezTo>
                      <a:cubicBezTo>
                        <a:pt x="2367" y="978"/>
                        <a:pt x="2367" y="935"/>
                        <a:pt x="2367" y="893"/>
                      </a:cubicBezTo>
                      <a:cubicBezTo>
                        <a:pt x="2307" y="803"/>
                        <a:pt x="2265" y="841"/>
                        <a:pt x="2223" y="909"/>
                      </a:cubicBezTo>
                      <a:cubicBezTo>
                        <a:pt x="2207" y="990"/>
                        <a:pt x="2152" y="1061"/>
                        <a:pt x="2126" y="1142"/>
                      </a:cubicBezTo>
                      <a:cubicBezTo>
                        <a:pt x="2113" y="1155"/>
                        <a:pt x="2104" y="1171"/>
                        <a:pt x="2094" y="1187"/>
                      </a:cubicBezTo>
                      <a:cubicBezTo>
                        <a:pt x="1966" y="1276"/>
                        <a:pt x="1887" y="1152"/>
                        <a:pt x="1905" y="1356"/>
                      </a:cubicBezTo>
                      <a:cubicBezTo>
                        <a:pt x="1930" y="1379"/>
                        <a:pt x="1955" y="1403"/>
                        <a:pt x="1981" y="1427"/>
                      </a:cubicBezTo>
                      <a:cubicBezTo>
                        <a:pt x="1981" y="1446"/>
                        <a:pt x="1952" y="1478"/>
                        <a:pt x="1936" y="1494"/>
                      </a:cubicBezTo>
                      <a:cubicBezTo>
                        <a:pt x="1872" y="1512"/>
                        <a:pt x="1750" y="1489"/>
                        <a:pt x="1715" y="1472"/>
                      </a:cubicBezTo>
                      <a:cubicBezTo>
                        <a:pt x="1642" y="1395"/>
                        <a:pt x="1597" y="1446"/>
                        <a:pt x="1552" y="1494"/>
                      </a:cubicBezTo>
                      <a:cubicBezTo>
                        <a:pt x="1529" y="1559"/>
                        <a:pt x="1507" y="1624"/>
                        <a:pt x="1484" y="1689"/>
                      </a:cubicBezTo>
                      <a:cubicBezTo>
                        <a:pt x="1478" y="1699"/>
                        <a:pt x="1471" y="1708"/>
                        <a:pt x="1468" y="1718"/>
                      </a:cubicBezTo>
                      <a:cubicBezTo>
                        <a:pt x="1455" y="1721"/>
                        <a:pt x="1445" y="1724"/>
                        <a:pt x="1436" y="1727"/>
                      </a:cubicBezTo>
                      <a:close/>
                    </a:path>
                  </a:pathLst>
                </a:custGeom>
                <a:solidFill>
                  <a:srgbClr val="007D51"/>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63" name="Freeform 29"/>
                <p:cNvSpPr/>
                <p:nvPr/>
              </p:nvSpPr>
              <p:spPr bwMode="auto">
                <a:xfrm>
                  <a:off x="12397" y="-609"/>
                  <a:ext cx="2142" cy="3951"/>
                </a:xfrm>
                <a:custGeom>
                  <a:avLst/>
                  <a:gdLst>
                    <a:gd name="T0" fmla="*/ 1630 w 6642"/>
                    <a:gd name="T1" fmla="*/ 5242 h 5728"/>
                    <a:gd name="T2" fmla="*/ 1530 w 6642"/>
                    <a:gd name="T3" fmla="*/ 5007 h 5728"/>
                    <a:gd name="T4" fmla="*/ 1052 w 6642"/>
                    <a:gd name="T5" fmla="*/ 5254 h 5728"/>
                    <a:gd name="T6" fmla="*/ 572 w 6642"/>
                    <a:gd name="T7" fmla="*/ 4806 h 5728"/>
                    <a:gd name="T8" fmla="*/ 651 w 6642"/>
                    <a:gd name="T9" fmla="*/ 4438 h 5728"/>
                    <a:gd name="T10" fmla="*/ 147 w 6642"/>
                    <a:gd name="T11" fmla="*/ 4318 h 5728"/>
                    <a:gd name="T12" fmla="*/ 0 w 6642"/>
                    <a:gd name="T13" fmla="*/ 3842 h 5728"/>
                    <a:gd name="T14" fmla="*/ 1044 w 6642"/>
                    <a:gd name="T15" fmla="*/ 3908 h 5728"/>
                    <a:gd name="T16" fmla="*/ 1487 w 6642"/>
                    <a:gd name="T17" fmla="*/ 4158 h 5728"/>
                    <a:gd name="T18" fmla="*/ 2267 w 6642"/>
                    <a:gd name="T19" fmla="*/ 4125 h 5728"/>
                    <a:gd name="T20" fmla="*/ 3073 w 6642"/>
                    <a:gd name="T21" fmla="*/ 3979 h 5728"/>
                    <a:gd name="T22" fmla="*/ 3705 w 6642"/>
                    <a:gd name="T23" fmla="*/ 3503 h 5728"/>
                    <a:gd name="T24" fmla="*/ 3692 w 6642"/>
                    <a:gd name="T25" fmla="*/ 3012 h 5728"/>
                    <a:gd name="T26" fmla="*/ 4258 w 6642"/>
                    <a:gd name="T27" fmla="*/ 2876 h 5728"/>
                    <a:gd name="T28" fmla="*/ 4672 w 6642"/>
                    <a:gd name="T29" fmla="*/ 2621 h 5728"/>
                    <a:gd name="T30" fmla="*/ 5456 w 6642"/>
                    <a:gd name="T31" fmla="*/ 2333 h 5728"/>
                    <a:gd name="T32" fmla="*/ 5143 w 6642"/>
                    <a:gd name="T33" fmla="*/ 1827 h 5728"/>
                    <a:gd name="T34" fmla="*/ 4889 w 6642"/>
                    <a:gd name="T35" fmla="*/ 1994 h 5728"/>
                    <a:gd name="T36" fmla="*/ 4388 w 6642"/>
                    <a:gd name="T37" fmla="*/ 1890 h 5728"/>
                    <a:gd name="T38" fmla="*/ 4584 w 6642"/>
                    <a:gd name="T39" fmla="*/ 1306 h 5728"/>
                    <a:gd name="T40" fmla="*/ 5210 w 6642"/>
                    <a:gd name="T41" fmla="*/ 748 h 5728"/>
                    <a:gd name="T42" fmla="*/ 5238 w 6642"/>
                    <a:gd name="T43" fmla="*/ 251 h 5728"/>
                    <a:gd name="T44" fmla="*/ 5508 w 6642"/>
                    <a:gd name="T45" fmla="*/ 49 h 5728"/>
                    <a:gd name="T46" fmla="*/ 5621 w 6642"/>
                    <a:gd name="T47" fmla="*/ 366 h 5728"/>
                    <a:gd name="T48" fmla="*/ 5876 w 6642"/>
                    <a:gd name="T49" fmla="*/ 562 h 5728"/>
                    <a:gd name="T50" fmla="*/ 6483 w 6642"/>
                    <a:gd name="T51" fmla="*/ 479 h 5728"/>
                    <a:gd name="T52" fmla="*/ 6530 w 6642"/>
                    <a:gd name="T53" fmla="*/ 1168 h 5728"/>
                    <a:gd name="T54" fmla="*/ 6458 w 6642"/>
                    <a:gd name="T55" fmla="*/ 1507 h 5728"/>
                    <a:gd name="T56" fmla="*/ 6101 w 6642"/>
                    <a:gd name="T57" fmla="*/ 1904 h 5728"/>
                    <a:gd name="T58" fmla="*/ 6333 w 6642"/>
                    <a:gd name="T59" fmla="*/ 2178 h 5728"/>
                    <a:gd name="T60" fmla="*/ 6347 w 6642"/>
                    <a:gd name="T61" fmla="*/ 2362 h 5728"/>
                    <a:gd name="T62" fmla="*/ 5992 w 6642"/>
                    <a:gd name="T63" fmla="*/ 2412 h 5728"/>
                    <a:gd name="T64" fmla="*/ 6137 w 6642"/>
                    <a:gd name="T65" fmla="*/ 2844 h 5728"/>
                    <a:gd name="T66" fmla="*/ 6344 w 6642"/>
                    <a:gd name="T67" fmla="*/ 3010 h 5728"/>
                    <a:gd name="T68" fmla="*/ 6642 w 6642"/>
                    <a:gd name="T69" fmla="*/ 3342 h 5728"/>
                    <a:gd name="T70" fmla="*/ 6273 w 6642"/>
                    <a:gd name="T71" fmla="*/ 3644 h 5728"/>
                    <a:gd name="T72" fmla="*/ 5891 w 6642"/>
                    <a:gd name="T73" fmla="*/ 3965 h 5728"/>
                    <a:gd name="T74" fmla="*/ 5682 w 6642"/>
                    <a:gd name="T75" fmla="*/ 4064 h 5728"/>
                    <a:gd name="T76" fmla="*/ 5265 w 6642"/>
                    <a:gd name="T77" fmla="*/ 3802 h 5728"/>
                    <a:gd name="T78" fmla="*/ 4807 w 6642"/>
                    <a:gd name="T79" fmla="*/ 4072 h 5728"/>
                    <a:gd name="T80" fmla="*/ 4541 w 6642"/>
                    <a:gd name="T81" fmla="*/ 4134 h 5728"/>
                    <a:gd name="T82" fmla="*/ 4260 w 6642"/>
                    <a:gd name="T83" fmla="*/ 4238 h 5728"/>
                    <a:gd name="T84" fmla="*/ 4293 w 6642"/>
                    <a:gd name="T85" fmla="*/ 4556 h 5728"/>
                    <a:gd name="T86" fmla="*/ 3815 w 6642"/>
                    <a:gd name="T87" fmla="*/ 4777 h 5728"/>
                    <a:gd name="T88" fmla="*/ 3424 w 6642"/>
                    <a:gd name="T89" fmla="*/ 5045 h 5728"/>
                    <a:gd name="T90" fmla="*/ 2993 w 6642"/>
                    <a:gd name="T91" fmla="*/ 5516 h 5728"/>
                    <a:gd name="T92" fmla="*/ 2536 w 6642"/>
                    <a:gd name="T93" fmla="*/ 5566 h 5728"/>
                    <a:gd name="T94" fmla="*/ 2481 w 6642"/>
                    <a:gd name="T95" fmla="*/ 5149 h 5728"/>
                    <a:gd name="T96" fmla="*/ 2177 w 6642"/>
                    <a:gd name="T97" fmla="*/ 5276 h 5728"/>
                    <a:gd name="T98" fmla="*/ 1951 w 6642"/>
                    <a:gd name="T99" fmla="*/ 5617 h 5728"/>
                    <a:gd name="connsiteX0" fmla="*/ 5456 w 6642"/>
                    <a:gd name="connsiteY0" fmla="*/ 2333 h 5728"/>
                    <a:gd name="connsiteX1" fmla="*/ 5454 w 6642"/>
                    <a:gd name="connsiteY1" fmla="*/ 2117 h 5728"/>
                    <a:gd name="connsiteX2" fmla="*/ 5378 w 6642"/>
                    <a:gd name="connsiteY2" fmla="*/ 2039 h 5728"/>
                    <a:gd name="connsiteX3" fmla="*/ 5235 w 6642"/>
                    <a:gd name="connsiteY3" fmla="*/ 1951 h 5728"/>
                    <a:gd name="connsiteX4" fmla="*/ 5143 w 6642"/>
                    <a:gd name="connsiteY4" fmla="*/ 1827 h 5728"/>
                    <a:gd name="connsiteX5" fmla="*/ 5047 w 6642"/>
                    <a:gd name="connsiteY5" fmla="*/ 1828 h 5728"/>
                    <a:gd name="connsiteX6" fmla="*/ 5002 w 6642"/>
                    <a:gd name="connsiteY6" fmla="*/ 1883 h 5728"/>
                    <a:gd name="connsiteX7" fmla="*/ 4909 w 6642"/>
                    <a:gd name="connsiteY7" fmla="*/ 1877 h 5728"/>
                    <a:gd name="connsiteX8" fmla="*/ 4889 w 6642"/>
                    <a:gd name="connsiteY8" fmla="*/ 1994 h 5728"/>
                    <a:gd name="connsiteX9" fmla="*/ 4708 w 6642"/>
                    <a:gd name="connsiteY9" fmla="*/ 1941 h 5728"/>
                    <a:gd name="connsiteX10" fmla="*/ 4625 w 6642"/>
                    <a:gd name="connsiteY10" fmla="*/ 1939 h 5728"/>
                    <a:gd name="connsiteX11" fmla="*/ 4500 w 6642"/>
                    <a:gd name="connsiteY11" fmla="*/ 2014 h 5728"/>
                    <a:gd name="connsiteX12" fmla="*/ 4388 w 6642"/>
                    <a:gd name="connsiteY12" fmla="*/ 1890 h 5728"/>
                    <a:gd name="connsiteX13" fmla="*/ 4482 w 6642"/>
                    <a:gd name="connsiteY13" fmla="*/ 1804 h 5728"/>
                    <a:gd name="connsiteX14" fmla="*/ 4486 w 6642"/>
                    <a:gd name="connsiteY14" fmla="*/ 1634 h 5728"/>
                    <a:gd name="connsiteX15" fmla="*/ 4541 w 6642"/>
                    <a:gd name="connsiteY15" fmla="*/ 1514 h 5728"/>
                    <a:gd name="connsiteX16" fmla="*/ 4584 w 6642"/>
                    <a:gd name="connsiteY16" fmla="*/ 1306 h 5728"/>
                    <a:gd name="connsiteX17" fmla="*/ 4644 w 6642"/>
                    <a:gd name="connsiteY17" fmla="*/ 1307 h 5728"/>
                    <a:gd name="connsiteX18" fmla="*/ 4967 w 6642"/>
                    <a:gd name="connsiteY18" fmla="*/ 1286 h 5728"/>
                    <a:gd name="connsiteX19" fmla="*/ 5141 w 6642"/>
                    <a:gd name="connsiteY19" fmla="*/ 1117 h 5728"/>
                    <a:gd name="connsiteX20" fmla="*/ 5210 w 6642"/>
                    <a:gd name="connsiteY20" fmla="*/ 748 h 5728"/>
                    <a:gd name="connsiteX21" fmla="*/ 5320 w 6642"/>
                    <a:gd name="connsiteY21" fmla="*/ 486 h 5728"/>
                    <a:gd name="connsiteX22" fmla="*/ 5318 w 6642"/>
                    <a:gd name="connsiteY22" fmla="*/ 358 h 5728"/>
                    <a:gd name="connsiteX23" fmla="*/ 5305 w 6642"/>
                    <a:gd name="connsiteY23" fmla="*/ 328 h 5728"/>
                    <a:gd name="connsiteX24" fmla="*/ 5238 w 6642"/>
                    <a:gd name="connsiteY24" fmla="*/ 251 h 5728"/>
                    <a:gd name="connsiteX25" fmla="*/ 5178 w 6642"/>
                    <a:gd name="connsiteY25" fmla="*/ 217 h 5728"/>
                    <a:gd name="connsiteX26" fmla="*/ 5303 w 6642"/>
                    <a:gd name="connsiteY26" fmla="*/ 56 h 5728"/>
                    <a:gd name="connsiteX27" fmla="*/ 5476 w 6642"/>
                    <a:gd name="connsiteY27" fmla="*/ 2 h 5728"/>
                    <a:gd name="connsiteX28" fmla="*/ 5508 w 6642"/>
                    <a:gd name="connsiteY28" fmla="*/ 49 h 5728"/>
                    <a:gd name="connsiteX29" fmla="*/ 5498 w 6642"/>
                    <a:gd name="connsiteY29" fmla="*/ 133 h 5728"/>
                    <a:gd name="connsiteX30" fmla="*/ 5437 w 6642"/>
                    <a:gd name="connsiteY30" fmla="*/ 243 h 5728"/>
                    <a:gd name="connsiteX31" fmla="*/ 5507 w 6642"/>
                    <a:gd name="connsiteY31" fmla="*/ 301 h 5728"/>
                    <a:gd name="connsiteX32" fmla="*/ 5621 w 6642"/>
                    <a:gd name="connsiteY32" fmla="*/ 366 h 5728"/>
                    <a:gd name="connsiteX33" fmla="*/ 5641 w 6642"/>
                    <a:gd name="connsiteY33" fmla="*/ 255 h 5728"/>
                    <a:gd name="connsiteX34" fmla="*/ 5775 w 6642"/>
                    <a:gd name="connsiteY34" fmla="*/ 291 h 5728"/>
                    <a:gd name="connsiteX35" fmla="*/ 5800 w 6642"/>
                    <a:gd name="connsiteY35" fmla="*/ 331 h 5728"/>
                    <a:gd name="connsiteX36" fmla="*/ 5876 w 6642"/>
                    <a:gd name="connsiteY36" fmla="*/ 562 h 5728"/>
                    <a:gd name="connsiteX37" fmla="*/ 5911 w 6642"/>
                    <a:gd name="connsiteY37" fmla="*/ 586 h 5728"/>
                    <a:gd name="connsiteX38" fmla="*/ 6003 w 6642"/>
                    <a:gd name="connsiteY38" fmla="*/ 578 h 5728"/>
                    <a:gd name="connsiteX39" fmla="*/ 6263 w 6642"/>
                    <a:gd name="connsiteY39" fmla="*/ 490 h 5728"/>
                    <a:gd name="connsiteX40" fmla="*/ 6483 w 6642"/>
                    <a:gd name="connsiteY40" fmla="*/ 479 h 5728"/>
                    <a:gd name="connsiteX41" fmla="*/ 6543 w 6642"/>
                    <a:gd name="connsiteY41" fmla="*/ 648 h 5728"/>
                    <a:gd name="connsiteX42" fmla="*/ 6461 w 6642"/>
                    <a:gd name="connsiteY42" fmla="*/ 944 h 5728"/>
                    <a:gd name="connsiteX43" fmla="*/ 6461 w 6642"/>
                    <a:gd name="connsiteY43" fmla="*/ 1022 h 5728"/>
                    <a:gd name="connsiteX44" fmla="*/ 6530 w 6642"/>
                    <a:gd name="connsiteY44" fmla="*/ 1168 h 5728"/>
                    <a:gd name="connsiteX45" fmla="*/ 6545 w 6642"/>
                    <a:gd name="connsiteY45" fmla="*/ 1427 h 5728"/>
                    <a:gd name="connsiteX46" fmla="*/ 6547 w 6642"/>
                    <a:gd name="connsiteY46" fmla="*/ 1617 h 5728"/>
                    <a:gd name="connsiteX47" fmla="*/ 6480 w 6642"/>
                    <a:gd name="connsiteY47" fmla="*/ 1625 h 5728"/>
                    <a:gd name="connsiteX48" fmla="*/ 6458 w 6642"/>
                    <a:gd name="connsiteY48" fmla="*/ 1507 h 5728"/>
                    <a:gd name="connsiteX49" fmla="*/ 6423 w 6642"/>
                    <a:gd name="connsiteY49" fmla="*/ 1450 h 5728"/>
                    <a:gd name="connsiteX50" fmla="*/ 6333 w 6642"/>
                    <a:gd name="connsiteY50" fmla="*/ 1582 h 5728"/>
                    <a:gd name="connsiteX51" fmla="*/ 6220 w 6642"/>
                    <a:gd name="connsiteY51" fmla="*/ 1776 h 5728"/>
                    <a:gd name="connsiteX52" fmla="*/ 6101 w 6642"/>
                    <a:gd name="connsiteY52" fmla="*/ 1904 h 5728"/>
                    <a:gd name="connsiteX53" fmla="*/ 6094 w 6642"/>
                    <a:gd name="connsiteY53" fmla="*/ 2018 h 5728"/>
                    <a:gd name="connsiteX54" fmla="*/ 6154 w 6642"/>
                    <a:gd name="connsiteY54" fmla="*/ 2115 h 5728"/>
                    <a:gd name="connsiteX55" fmla="*/ 6256 w 6642"/>
                    <a:gd name="connsiteY55" fmla="*/ 2183 h 5728"/>
                    <a:gd name="connsiteX56" fmla="*/ 6333 w 6642"/>
                    <a:gd name="connsiteY56" fmla="*/ 2178 h 5728"/>
                    <a:gd name="connsiteX57" fmla="*/ 6378 w 6642"/>
                    <a:gd name="connsiteY57" fmla="*/ 2104 h 5728"/>
                    <a:gd name="connsiteX58" fmla="*/ 6412 w 6642"/>
                    <a:gd name="connsiteY58" fmla="*/ 2210 h 5728"/>
                    <a:gd name="connsiteX59" fmla="*/ 6300 w 6642"/>
                    <a:gd name="connsiteY59" fmla="*/ 2249 h 5728"/>
                    <a:gd name="connsiteX60" fmla="*/ 6347 w 6642"/>
                    <a:gd name="connsiteY60" fmla="*/ 2362 h 5728"/>
                    <a:gd name="connsiteX61" fmla="*/ 6212 w 6642"/>
                    <a:gd name="connsiteY61" fmla="*/ 2509 h 5728"/>
                    <a:gd name="connsiteX62" fmla="*/ 6171 w 6642"/>
                    <a:gd name="connsiteY62" fmla="*/ 2498 h 5728"/>
                    <a:gd name="connsiteX63" fmla="*/ 6047 w 6642"/>
                    <a:gd name="connsiteY63" fmla="*/ 2413 h 5728"/>
                    <a:gd name="connsiteX64" fmla="*/ 5992 w 6642"/>
                    <a:gd name="connsiteY64" fmla="*/ 2412 h 5728"/>
                    <a:gd name="connsiteX65" fmla="*/ 5957 w 6642"/>
                    <a:gd name="connsiteY65" fmla="*/ 2480 h 5728"/>
                    <a:gd name="connsiteX66" fmla="*/ 5960 w 6642"/>
                    <a:gd name="connsiteY66" fmla="*/ 2562 h 5728"/>
                    <a:gd name="connsiteX67" fmla="*/ 6138 w 6642"/>
                    <a:gd name="connsiteY67" fmla="*/ 2730 h 5728"/>
                    <a:gd name="connsiteX68" fmla="*/ 6137 w 6642"/>
                    <a:gd name="connsiteY68" fmla="*/ 2844 h 5728"/>
                    <a:gd name="connsiteX69" fmla="*/ 6228 w 6642"/>
                    <a:gd name="connsiteY69" fmla="*/ 3060 h 5728"/>
                    <a:gd name="connsiteX70" fmla="*/ 6254 w 6642"/>
                    <a:gd name="connsiteY70" fmla="*/ 3090 h 5728"/>
                    <a:gd name="connsiteX71" fmla="*/ 6298 w 6642"/>
                    <a:gd name="connsiteY71" fmla="*/ 3094 h 5728"/>
                    <a:gd name="connsiteX72" fmla="*/ 6344 w 6642"/>
                    <a:gd name="connsiteY72" fmla="*/ 3010 h 5728"/>
                    <a:gd name="connsiteX73" fmla="*/ 6424 w 6642"/>
                    <a:gd name="connsiteY73" fmla="*/ 2950 h 5728"/>
                    <a:gd name="connsiteX74" fmla="*/ 6519 w 6642"/>
                    <a:gd name="connsiteY74" fmla="*/ 3126 h 5728"/>
                    <a:gd name="connsiteX75" fmla="*/ 6629 w 6642"/>
                    <a:gd name="connsiteY75" fmla="*/ 3312 h 5728"/>
                    <a:gd name="connsiteX76" fmla="*/ 6642 w 6642"/>
                    <a:gd name="connsiteY76" fmla="*/ 3342 h 5728"/>
                    <a:gd name="connsiteX77" fmla="*/ 6631 w 6642"/>
                    <a:gd name="connsiteY77" fmla="*/ 3518 h 5728"/>
                    <a:gd name="connsiteX78" fmla="*/ 6596 w 6642"/>
                    <a:gd name="connsiteY78" fmla="*/ 3554 h 5728"/>
                    <a:gd name="connsiteX79" fmla="*/ 6507 w 6642"/>
                    <a:gd name="connsiteY79" fmla="*/ 3515 h 5728"/>
                    <a:gd name="connsiteX80" fmla="*/ 6273 w 6642"/>
                    <a:gd name="connsiteY80" fmla="*/ 3644 h 5728"/>
                    <a:gd name="connsiteX81" fmla="*/ 6247 w 6642"/>
                    <a:gd name="connsiteY81" fmla="*/ 3666 h 5728"/>
                    <a:gd name="connsiteX82" fmla="*/ 6067 w 6642"/>
                    <a:gd name="connsiteY82" fmla="*/ 3812 h 5728"/>
                    <a:gd name="connsiteX83" fmla="*/ 5926 w 6642"/>
                    <a:gd name="connsiteY83" fmla="*/ 3926 h 5728"/>
                    <a:gd name="connsiteX84" fmla="*/ 5891 w 6642"/>
                    <a:gd name="connsiteY84" fmla="*/ 3965 h 5728"/>
                    <a:gd name="connsiteX85" fmla="*/ 5839 w 6642"/>
                    <a:gd name="connsiteY85" fmla="*/ 3973 h 5728"/>
                    <a:gd name="connsiteX86" fmla="*/ 5782 w 6642"/>
                    <a:gd name="connsiteY86" fmla="*/ 3916 h 5728"/>
                    <a:gd name="connsiteX87" fmla="*/ 5658 w 6642"/>
                    <a:gd name="connsiteY87" fmla="*/ 3808 h 5728"/>
                    <a:gd name="connsiteX88" fmla="*/ 5682 w 6642"/>
                    <a:gd name="connsiteY88" fmla="*/ 4064 h 5728"/>
                    <a:gd name="connsiteX89" fmla="*/ 5691 w 6642"/>
                    <a:gd name="connsiteY89" fmla="*/ 4192 h 5728"/>
                    <a:gd name="connsiteX90" fmla="*/ 5429 w 6642"/>
                    <a:gd name="connsiteY90" fmla="*/ 4166 h 5728"/>
                    <a:gd name="connsiteX91" fmla="*/ 5347 w 6642"/>
                    <a:gd name="connsiteY91" fmla="*/ 3987 h 5728"/>
                    <a:gd name="connsiteX92" fmla="*/ 5265 w 6642"/>
                    <a:gd name="connsiteY92" fmla="*/ 3802 h 5728"/>
                    <a:gd name="connsiteX93" fmla="*/ 5160 w 6642"/>
                    <a:gd name="connsiteY93" fmla="*/ 3750 h 5728"/>
                    <a:gd name="connsiteX94" fmla="*/ 5003 w 6642"/>
                    <a:gd name="connsiteY94" fmla="*/ 3867 h 5728"/>
                    <a:gd name="connsiteX95" fmla="*/ 4999 w 6642"/>
                    <a:gd name="connsiteY95" fmla="*/ 4057 h 5728"/>
                    <a:gd name="connsiteX96" fmla="*/ 4807 w 6642"/>
                    <a:gd name="connsiteY96" fmla="*/ 4072 h 5728"/>
                    <a:gd name="connsiteX97" fmla="*/ 4634 w 6642"/>
                    <a:gd name="connsiteY97" fmla="*/ 4175 h 5728"/>
                    <a:gd name="connsiteX98" fmla="*/ 4569 w 6642"/>
                    <a:gd name="connsiteY98" fmla="*/ 4246 h 5728"/>
                    <a:gd name="connsiteX99" fmla="*/ 4506 w 6642"/>
                    <a:gd name="connsiteY99" fmla="*/ 4159 h 5728"/>
                    <a:gd name="connsiteX100" fmla="*/ 4541 w 6642"/>
                    <a:gd name="connsiteY100" fmla="*/ 4134 h 5728"/>
                    <a:gd name="connsiteX101" fmla="*/ 4408 w 6642"/>
                    <a:gd name="connsiteY101" fmla="*/ 3980 h 5728"/>
                    <a:gd name="connsiteX102" fmla="*/ 4340 w 6642"/>
                    <a:gd name="connsiteY102" fmla="*/ 4188 h 5728"/>
                    <a:gd name="connsiteX103" fmla="*/ 4282 w 6642"/>
                    <a:gd name="connsiteY103" fmla="*/ 4193 h 5728"/>
                    <a:gd name="connsiteX104" fmla="*/ 4260 w 6642"/>
                    <a:gd name="connsiteY104" fmla="*/ 4238 h 5728"/>
                    <a:gd name="connsiteX105" fmla="*/ 4231 w 6642"/>
                    <a:gd name="connsiteY105" fmla="*/ 4250 h 5728"/>
                    <a:gd name="connsiteX106" fmla="*/ 4230 w 6642"/>
                    <a:gd name="connsiteY106" fmla="*/ 4427 h 5728"/>
                    <a:gd name="connsiteX107" fmla="*/ 4290 w 6642"/>
                    <a:gd name="connsiteY107" fmla="*/ 4504 h 5728"/>
                    <a:gd name="connsiteX108" fmla="*/ 4293 w 6642"/>
                    <a:gd name="connsiteY108" fmla="*/ 4556 h 5728"/>
                    <a:gd name="connsiteX109" fmla="*/ 4257 w 6642"/>
                    <a:gd name="connsiteY109" fmla="*/ 4614 h 5728"/>
                    <a:gd name="connsiteX110" fmla="*/ 3992 w 6642"/>
                    <a:gd name="connsiteY110" fmla="*/ 4680 h 5728"/>
                    <a:gd name="connsiteX111" fmla="*/ 3857 w 6642"/>
                    <a:gd name="connsiteY111" fmla="*/ 4739 h 5728"/>
                    <a:gd name="connsiteX112" fmla="*/ 3815 w 6642"/>
                    <a:gd name="connsiteY112" fmla="*/ 4777 h 5728"/>
                    <a:gd name="connsiteX113" fmla="*/ 3616 w 6642"/>
                    <a:gd name="connsiteY113" fmla="*/ 5021 h 5728"/>
                    <a:gd name="connsiteX114" fmla="*/ 3543 w 6642"/>
                    <a:gd name="connsiteY114" fmla="*/ 4970 h 5728"/>
                    <a:gd name="connsiteX115" fmla="*/ 3460 w 6642"/>
                    <a:gd name="connsiteY115" fmla="*/ 4971 h 5728"/>
                    <a:gd name="connsiteX116" fmla="*/ 3424 w 6642"/>
                    <a:gd name="connsiteY116" fmla="*/ 5045 h 5728"/>
                    <a:gd name="connsiteX117" fmla="*/ 3313 w 6642"/>
                    <a:gd name="connsiteY117" fmla="*/ 5000 h 5728"/>
                    <a:gd name="connsiteX118" fmla="*/ 3235 w 6642"/>
                    <a:gd name="connsiteY118" fmla="*/ 5109 h 5728"/>
                    <a:gd name="connsiteX119" fmla="*/ 3013 w 6642"/>
                    <a:gd name="connsiteY119" fmla="*/ 5349 h 5728"/>
                    <a:gd name="connsiteX120" fmla="*/ 2993 w 6642"/>
                    <a:gd name="connsiteY120" fmla="*/ 5516 h 5728"/>
                    <a:gd name="connsiteX121" fmla="*/ 2976 w 6642"/>
                    <a:gd name="connsiteY121" fmla="*/ 5659 h 5728"/>
                    <a:gd name="connsiteX122" fmla="*/ 2960 w 6642"/>
                    <a:gd name="connsiteY122" fmla="*/ 5669 h 5728"/>
                    <a:gd name="connsiteX123" fmla="*/ 2638 w 6642"/>
                    <a:gd name="connsiteY123" fmla="*/ 5621 h 5728"/>
                    <a:gd name="connsiteX124" fmla="*/ 2536 w 6642"/>
                    <a:gd name="connsiteY124" fmla="*/ 5566 h 5728"/>
                    <a:gd name="connsiteX125" fmla="*/ 2482 w 6642"/>
                    <a:gd name="connsiteY125" fmla="*/ 5503 h 5728"/>
                    <a:gd name="connsiteX126" fmla="*/ 2377 w 6642"/>
                    <a:gd name="connsiteY126" fmla="*/ 5477 h 5728"/>
                    <a:gd name="connsiteX127" fmla="*/ 2377 w 6642"/>
                    <a:gd name="connsiteY127" fmla="*/ 5379 h 5728"/>
                    <a:gd name="connsiteX128" fmla="*/ 2481 w 6642"/>
                    <a:gd name="connsiteY128" fmla="*/ 5149 h 5728"/>
                    <a:gd name="connsiteX129" fmla="*/ 2341 w 6642"/>
                    <a:gd name="connsiteY129" fmla="*/ 5070 h 5728"/>
                    <a:gd name="connsiteX130" fmla="*/ 2299 w 6642"/>
                    <a:gd name="connsiteY130" fmla="*/ 5095 h 5728"/>
                    <a:gd name="connsiteX131" fmla="*/ 2209 w 6642"/>
                    <a:gd name="connsiteY131" fmla="*/ 5214 h 5728"/>
                    <a:gd name="connsiteX132" fmla="*/ 2177 w 6642"/>
                    <a:gd name="connsiteY132" fmla="*/ 5276 h 5728"/>
                    <a:gd name="connsiteX133" fmla="*/ 2115 w 6642"/>
                    <a:gd name="connsiteY133" fmla="*/ 5386 h 5728"/>
                    <a:gd name="connsiteX134" fmla="*/ 2121 w 6642"/>
                    <a:gd name="connsiteY134" fmla="*/ 5510 h 5728"/>
                    <a:gd name="connsiteX135" fmla="*/ 2082 w 6642"/>
                    <a:gd name="connsiteY135" fmla="*/ 5558 h 5728"/>
                    <a:gd name="connsiteX136" fmla="*/ 1951 w 6642"/>
                    <a:gd name="connsiteY136" fmla="*/ 5617 h 5728"/>
                    <a:gd name="connsiteX137" fmla="*/ 1785 w 6642"/>
                    <a:gd name="connsiteY137" fmla="*/ 5649 h 5728"/>
                    <a:gd name="connsiteX138" fmla="*/ 1682 w 6642"/>
                    <a:gd name="connsiteY138" fmla="*/ 5728 h 5728"/>
                    <a:gd name="connsiteX139" fmla="*/ 1568 w 6642"/>
                    <a:gd name="connsiteY139" fmla="*/ 5611 h 5728"/>
                    <a:gd name="connsiteX140" fmla="*/ 1508 w 6642"/>
                    <a:gd name="connsiteY140" fmla="*/ 5485 h 5728"/>
                    <a:gd name="connsiteX141" fmla="*/ 1630 w 6642"/>
                    <a:gd name="connsiteY141" fmla="*/ 5242 h 5728"/>
                    <a:gd name="connsiteX142" fmla="*/ 1685 w 6642"/>
                    <a:gd name="connsiteY142" fmla="*/ 5195 h 5728"/>
                    <a:gd name="connsiteX143" fmla="*/ 1730 w 6642"/>
                    <a:gd name="connsiteY143" fmla="*/ 5120 h 5728"/>
                    <a:gd name="connsiteX144" fmla="*/ 1727 w 6642"/>
                    <a:gd name="connsiteY144" fmla="*/ 5071 h 5728"/>
                    <a:gd name="connsiteX145" fmla="*/ 1530 w 6642"/>
                    <a:gd name="connsiteY145" fmla="*/ 5007 h 5728"/>
                    <a:gd name="connsiteX146" fmla="*/ 1459 w 6642"/>
                    <a:gd name="connsiteY146" fmla="*/ 5064 h 5728"/>
                    <a:gd name="connsiteX147" fmla="*/ 1353 w 6642"/>
                    <a:gd name="connsiteY147" fmla="*/ 5111 h 5728"/>
                    <a:gd name="connsiteX148" fmla="*/ 1290 w 6642"/>
                    <a:gd name="connsiteY148" fmla="*/ 5063 h 5728"/>
                    <a:gd name="connsiteX149" fmla="*/ 1052 w 6642"/>
                    <a:gd name="connsiteY149" fmla="*/ 5254 h 5728"/>
                    <a:gd name="connsiteX150" fmla="*/ 924 w 6642"/>
                    <a:gd name="connsiteY150" fmla="*/ 5231 h 5728"/>
                    <a:gd name="connsiteX151" fmla="*/ 813 w 6642"/>
                    <a:gd name="connsiteY151" fmla="*/ 5097 h 5728"/>
                    <a:gd name="connsiteX152" fmla="*/ 683 w 6642"/>
                    <a:gd name="connsiteY152" fmla="*/ 4930 h 5728"/>
                    <a:gd name="connsiteX153" fmla="*/ 572 w 6642"/>
                    <a:gd name="connsiteY153" fmla="*/ 4806 h 5728"/>
                    <a:gd name="connsiteX154" fmla="*/ 505 w 6642"/>
                    <a:gd name="connsiteY154" fmla="*/ 4788 h 5728"/>
                    <a:gd name="connsiteX155" fmla="*/ 640 w 6642"/>
                    <a:gd name="connsiteY155" fmla="*/ 4631 h 5728"/>
                    <a:gd name="connsiteX156" fmla="*/ 683 w 6642"/>
                    <a:gd name="connsiteY156" fmla="*/ 4541 h 5728"/>
                    <a:gd name="connsiteX157" fmla="*/ 651 w 6642"/>
                    <a:gd name="connsiteY157" fmla="*/ 4438 h 5728"/>
                    <a:gd name="connsiteX158" fmla="*/ 277 w 6642"/>
                    <a:gd name="connsiteY158" fmla="*/ 4491 h 5728"/>
                    <a:gd name="connsiteX159" fmla="*/ 187 w 6642"/>
                    <a:gd name="connsiteY159" fmla="*/ 4518 h 5728"/>
                    <a:gd name="connsiteX160" fmla="*/ 195 w 6642"/>
                    <a:gd name="connsiteY160" fmla="*/ 4384 h 5728"/>
                    <a:gd name="connsiteX161" fmla="*/ 147 w 6642"/>
                    <a:gd name="connsiteY161" fmla="*/ 4318 h 5728"/>
                    <a:gd name="connsiteX162" fmla="*/ 39 w 6642"/>
                    <a:gd name="connsiteY162" fmla="*/ 4220 h 5728"/>
                    <a:gd name="connsiteX163" fmla="*/ 75 w 6642"/>
                    <a:gd name="connsiteY163" fmla="*/ 4093 h 5728"/>
                    <a:gd name="connsiteX164" fmla="*/ 63 w 6642"/>
                    <a:gd name="connsiteY164" fmla="*/ 3929 h 5728"/>
                    <a:gd name="connsiteX165" fmla="*/ 0 w 6642"/>
                    <a:gd name="connsiteY165" fmla="*/ 3842 h 5728"/>
                    <a:gd name="connsiteX166" fmla="*/ 0 w 6642"/>
                    <a:gd name="connsiteY166" fmla="*/ 3737 h 5728"/>
                    <a:gd name="connsiteX167" fmla="*/ 303 w 6642"/>
                    <a:gd name="connsiteY167" fmla="*/ 3824 h 5728"/>
                    <a:gd name="connsiteX168" fmla="*/ 830 w 6642"/>
                    <a:gd name="connsiteY168" fmla="*/ 3840 h 5728"/>
                    <a:gd name="connsiteX169" fmla="*/ 1044 w 6642"/>
                    <a:gd name="connsiteY169" fmla="*/ 3908 h 5728"/>
                    <a:gd name="connsiteX170" fmla="*/ 1213 w 6642"/>
                    <a:gd name="connsiteY170" fmla="*/ 4053 h 5728"/>
                    <a:gd name="connsiteX171" fmla="*/ 1257 w 6642"/>
                    <a:gd name="connsiteY171" fmla="*/ 4077 h 5728"/>
                    <a:gd name="connsiteX172" fmla="*/ 1417 w 6642"/>
                    <a:gd name="connsiteY172" fmla="*/ 4107 h 5728"/>
                    <a:gd name="connsiteX173" fmla="*/ 1487 w 6642"/>
                    <a:gd name="connsiteY173" fmla="*/ 4158 h 5728"/>
                    <a:gd name="connsiteX174" fmla="*/ 1688 w 6642"/>
                    <a:gd name="connsiteY174" fmla="*/ 4229 h 5728"/>
                    <a:gd name="connsiteX175" fmla="*/ 1904 w 6642"/>
                    <a:gd name="connsiteY175" fmla="*/ 4309 h 5728"/>
                    <a:gd name="connsiteX176" fmla="*/ 2068 w 6642"/>
                    <a:gd name="connsiteY176" fmla="*/ 4212 h 5728"/>
                    <a:gd name="connsiteX177" fmla="*/ 2267 w 6642"/>
                    <a:gd name="connsiteY177" fmla="*/ 4125 h 5728"/>
                    <a:gd name="connsiteX178" fmla="*/ 2363 w 6642"/>
                    <a:gd name="connsiteY178" fmla="*/ 4075 h 5728"/>
                    <a:gd name="connsiteX179" fmla="*/ 2539 w 6642"/>
                    <a:gd name="connsiteY179" fmla="*/ 3995 h 5728"/>
                    <a:gd name="connsiteX180" fmla="*/ 2721 w 6642"/>
                    <a:gd name="connsiteY180" fmla="*/ 3970 h 5728"/>
                    <a:gd name="connsiteX181" fmla="*/ 3073 w 6642"/>
                    <a:gd name="connsiteY181" fmla="*/ 3979 h 5728"/>
                    <a:gd name="connsiteX182" fmla="*/ 3416 w 6642"/>
                    <a:gd name="connsiteY182" fmla="*/ 3722 h 5728"/>
                    <a:gd name="connsiteX183" fmla="*/ 3519 w 6642"/>
                    <a:gd name="connsiteY183" fmla="*/ 3636 h 5728"/>
                    <a:gd name="connsiteX184" fmla="*/ 3609 w 6642"/>
                    <a:gd name="connsiteY184" fmla="*/ 3563 h 5728"/>
                    <a:gd name="connsiteX185" fmla="*/ 3705 w 6642"/>
                    <a:gd name="connsiteY185" fmla="*/ 3503 h 5728"/>
                    <a:gd name="connsiteX186" fmla="*/ 3702 w 6642"/>
                    <a:gd name="connsiteY186" fmla="*/ 3422 h 5728"/>
                    <a:gd name="connsiteX187" fmla="*/ 3597 w 6642"/>
                    <a:gd name="connsiteY187" fmla="*/ 3317 h 5728"/>
                    <a:gd name="connsiteX188" fmla="*/ 3582 w 6642"/>
                    <a:gd name="connsiteY188" fmla="*/ 3252 h 5728"/>
                    <a:gd name="connsiteX189" fmla="*/ 3692 w 6642"/>
                    <a:gd name="connsiteY189" fmla="*/ 3012 h 5728"/>
                    <a:gd name="connsiteX190" fmla="*/ 3835 w 6642"/>
                    <a:gd name="connsiteY190" fmla="*/ 3094 h 5728"/>
                    <a:gd name="connsiteX191" fmla="*/ 3915 w 6642"/>
                    <a:gd name="connsiteY191" fmla="*/ 3122 h 5728"/>
                    <a:gd name="connsiteX192" fmla="*/ 3998 w 6642"/>
                    <a:gd name="connsiteY192" fmla="*/ 3124 h 5728"/>
                    <a:gd name="connsiteX193" fmla="*/ 4258 w 6642"/>
                    <a:gd name="connsiteY193" fmla="*/ 2876 h 5728"/>
                    <a:gd name="connsiteX194" fmla="*/ 4431 w 6642"/>
                    <a:gd name="connsiteY194" fmla="*/ 2857 h 5728"/>
                    <a:gd name="connsiteX195" fmla="*/ 4543 w 6642"/>
                    <a:gd name="connsiteY195" fmla="*/ 2801 h 5728"/>
                    <a:gd name="connsiteX196" fmla="*/ 4626 w 6642"/>
                    <a:gd name="connsiteY196" fmla="*/ 2724 h 5728"/>
                    <a:gd name="connsiteX197" fmla="*/ 4672 w 6642"/>
                    <a:gd name="connsiteY197" fmla="*/ 2621 h 5728"/>
                    <a:gd name="connsiteX198" fmla="*/ 4903 w 6642"/>
                    <a:gd name="connsiteY198" fmla="*/ 2469 h 5728"/>
                    <a:gd name="connsiteX199" fmla="*/ 5060 w 6642"/>
                    <a:gd name="connsiteY199" fmla="*/ 2356 h 5728"/>
                    <a:gd name="connsiteX200" fmla="*/ 5411 w 6642"/>
                    <a:gd name="connsiteY200" fmla="*/ 2351 h 5728"/>
                    <a:gd name="connsiteX201" fmla="*/ 5654 w 6642"/>
                    <a:gd name="connsiteY201" fmla="*/ 2563 h 5728"/>
                    <a:gd name="connsiteX0-1" fmla="*/ 5456 w 6642"/>
                    <a:gd name="connsiteY0-2" fmla="*/ 2333 h 5728"/>
                    <a:gd name="connsiteX1-3" fmla="*/ 5454 w 6642"/>
                    <a:gd name="connsiteY1-4" fmla="*/ 2117 h 5728"/>
                    <a:gd name="connsiteX2-5" fmla="*/ 5378 w 6642"/>
                    <a:gd name="connsiteY2-6" fmla="*/ 2039 h 5728"/>
                    <a:gd name="connsiteX3-7" fmla="*/ 5235 w 6642"/>
                    <a:gd name="connsiteY3-8" fmla="*/ 1951 h 5728"/>
                    <a:gd name="connsiteX4-9" fmla="*/ 5143 w 6642"/>
                    <a:gd name="connsiteY4-10" fmla="*/ 1827 h 5728"/>
                    <a:gd name="connsiteX5-11" fmla="*/ 5047 w 6642"/>
                    <a:gd name="connsiteY5-12" fmla="*/ 1828 h 5728"/>
                    <a:gd name="connsiteX6-13" fmla="*/ 5002 w 6642"/>
                    <a:gd name="connsiteY6-14" fmla="*/ 1883 h 5728"/>
                    <a:gd name="connsiteX7-15" fmla="*/ 4909 w 6642"/>
                    <a:gd name="connsiteY7-16" fmla="*/ 1877 h 5728"/>
                    <a:gd name="connsiteX8-17" fmla="*/ 4889 w 6642"/>
                    <a:gd name="connsiteY8-18" fmla="*/ 1994 h 5728"/>
                    <a:gd name="connsiteX9-19" fmla="*/ 4708 w 6642"/>
                    <a:gd name="connsiteY9-20" fmla="*/ 1941 h 5728"/>
                    <a:gd name="connsiteX10-21" fmla="*/ 4625 w 6642"/>
                    <a:gd name="connsiteY10-22" fmla="*/ 1939 h 5728"/>
                    <a:gd name="connsiteX11-23" fmla="*/ 4500 w 6642"/>
                    <a:gd name="connsiteY11-24" fmla="*/ 2014 h 5728"/>
                    <a:gd name="connsiteX12-25" fmla="*/ 4388 w 6642"/>
                    <a:gd name="connsiteY12-26" fmla="*/ 1890 h 5728"/>
                    <a:gd name="connsiteX13-27" fmla="*/ 4482 w 6642"/>
                    <a:gd name="connsiteY13-28" fmla="*/ 1804 h 5728"/>
                    <a:gd name="connsiteX14-29" fmla="*/ 4486 w 6642"/>
                    <a:gd name="connsiteY14-30" fmla="*/ 1634 h 5728"/>
                    <a:gd name="connsiteX15-31" fmla="*/ 4541 w 6642"/>
                    <a:gd name="connsiteY15-32" fmla="*/ 1514 h 5728"/>
                    <a:gd name="connsiteX16-33" fmla="*/ 4584 w 6642"/>
                    <a:gd name="connsiteY16-34" fmla="*/ 1306 h 5728"/>
                    <a:gd name="connsiteX17-35" fmla="*/ 4644 w 6642"/>
                    <a:gd name="connsiteY17-36" fmla="*/ 1307 h 5728"/>
                    <a:gd name="connsiteX18-37" fmla="*/ 4967 w 6642"/>
                    <a:gd name="connsiteY18-38" fmla="*/ 1286 h 5728"/>
                    <a:gd name="connsiteX19-39" fmla="*/ 5141 w 6642"/>
                    <a:gd name="connsiteY19-40" fmla="*/ 1117 h 5728"/>
                    <a:gd name="connsiteX20-41" fmla="*/ 5210 w 6642"/>
                    <a:gd name="connsiteY20-42" fmla="*/ 748 h 5728"/>
                    <a:gd name="connsiteX21-43" fmla="*/ 5320 w 6642"/>
                    <a:gd name="connsiteY21-44" fmla="*/ 486 h 5728"/>
                    <a:gd name="connsiteX22-45" fmla="*/ 5318 w 6642"/>
                    <a:gd name="connsiteY22-46" fmla="*/ 358 h 5728"/>
                    <a:gd name="connsiteX23-47" fmla="*/ 5305 w 6642"/>
                    <a:gd name="connsiteY23-48" fmla="*/ 328 h 5728"/>
                    <a:gd name="connsiteX24-49" fmla="*/ 5238 w 6642"/>
                    <a:gd name="connsiteY24-50" fmla="*/ 251 h 5728"/>
                    <a:gd name="connsiteX25-51" fmla="*/ 5178 w 6642"/>
                    <a:gd name="connsiteY25-52" fmla="*/ 217 h 5728"/>
                    <a:gd name="connsiteX26-53" fmla="*/ 5303 w 6642"/>
                    <a:gd name="connsiteY26-54" fmla="*/ 56 h 5728"/>
                    <a:gd name="connsiteX27-55" fmla="*/ 5476 w 6642"/>
                    <a:gd name="connsiteY27-56" fmla="*/ 2 h 5728"/>
                    <a:gd name="connsiteX28-57" fmla="*/ 5508 w 6642"/>
                    <a:gd name="connsiteY28-58" fmla="*/ 49 h 5728"/>
                    <a:gd name="connsiteX29-59" fmla="*/ 5498 w 6642"/>
                    <a:gd name="connsiteY29-60" fmla="*/ 133 h 5728"/>
                    <a:gd name="connsiteX30-61" fmla="*/ 5437 w 6642"/>
                    <a:gd name="connsiteY30-62" fmla="*/ 243 h 5728"/>
                    <a:gd name="connsiteX31-63" fmla="*/ 5507 w 6642"/>
                    <a:gd name="connsiteY31-64" fmla="*/ 301 h 5728"/>
                    <a:gd name="connsiteX32-65" fmla="*/ 5621 w 6642"/>
                    <a:gd name="connsiteY32-66" fmla="*/ 366 h 5728"/>
                    <a:gd name="connsiteX33-67" fmla="*/ 5641 w 6642"/>
                    <a:gd name="connsiteY33-68" fmla="*/ 255 h 5728"/>
                    <a:gd name="connsiteX34-69" fmla="*/ 5775 w 6642"/>
                    <a:gd name="connsiteY34-70" fmla="*/ 291 h 5728"/>
                    <a:gd name="connsiteX35-71" fmla="*/ 5800 w 6642"/>
                    <a:gd name="connsiteY35-72" fmla="*/ 331 h 5728"/>
                    <a:gd name="connsiteX36-73" fmla="*/ 5876 w 6642"/>
                    <a:gd name="connsiteY36-74" fmla="*/ 562 h 5728"/>
                    <a:gd name="connsiteX37-75" fmla="*/ 5911 w 6642"/>
                    <a:gd name="connsiteY37-76" fmla="*/ 586 h 5728"/>
                    <a:gd name="connsiteX38-77" fmla="*/ 6003 w 6642"/>
                    <a:gd name="connsiteY38-78" fmla="*/ 578 h 5728"/>
                    <a:gd name="connsiteX39-79" fmla="*/ 6263 w 6642"/>
                    <a:gd name="connsiteY39-80" fmla="*/ 490 h 5728"/>
                    <a:gd name="connsiteX40-81" fmla="*/ 6483 w 6642"/>
                    <a:gd name="connsiteY40-82" fmla="*/ 479 h 5728"/>
                    <a:gd name="connsiteX41-83" fmla="*/ 6543 w 6642"/>
                    <a:gd name="connsiteY41-84" fmla="*/ 648 h 5728"/>
                    <a:gd name="connsiteX42-85" fmla="*/ 6461 w 6642"/>
                    <a:gd name="connsiteY42-86" fmla="*/ 944 h 5728"/>
                    <a:gd name="connsiteX43-87" fmla="*/ 6461 w 6642"/>
                    <a:gd name="connsiteY43-88" fmla="*/ 1022 h 5728"/>
                    <a:gd name="connsiteX44-89" fmla="*/ 6530 w 6642"/>
                    <a:gd name="connsiteY44-90" fmla="*/ 1168 h 5728"/>
                    <a:gd name="connsiteX45-91" fmla="*/ 6545 w 6642"/>
                    <a:gd name="connsiteY45-92" fmla="*/ 1427 h 5728"/>
                    <a:gd name="connsiteX46-93" fmla="*/ 6547 w 6642"/>
                    <a:gd name="connsiteY46-94" fmla="*/ 1617 h 5728"/>
                    <a:gd name="connsiteX47-95" fmla="*/ 6480 w 6642"/>
                    <a:gd name="connsiteY47-96" fmla="*/ 1625 h 5728"/>
                    <a:gd name="connsiteX48-97" fmla="*/ 6458 w 6642"/>
                    <a:gd name="connsiteY48-98" fmla="*/ 1507 h 5728"/>
                    <a:gd name="connsiteX49-99" fmla="*/ 6423 w 6642"/>
                    <a:gd name="connsiteY49-100" fmla="*/ 1450 h 5728"/>
                    <a:gd name="connsiteX50-101" fmla="*/ 6333 w 6642"/>
                    <a:gd name="connsiteY50-102" fmla="*/ 1582 h 5728"/>
                    <a:gd name="connsiteX51-103" fmla="*/ 6220 w 6642"/>
                    <a:gd name="connsiteY51-104" fmla="*/ 1776 h 5728"/>
                    <a:gd name="connsiteX52-105" fmla="*/ 6101 w 6642"/>
                    <a:gd name="connsiteY52-106" fmla="*/ 1904 h 5728"/>
                    <a:gd name="connsiteX53-107" fmla="*/ 6094 w 6642"/>
                    <a:gd name="connsiteY53-108" fmla="*/ 2018 h 5728"/>
                    <a:gd name="connsiteX54-109" fmla="*/ 6154 w 6642"/>
                    <a:gd name="connsiteY54-110" fmla="*/ 2115 h 5728"/>
                    <a:gd name="connsiteX55-111" fmla="*/ 6256 w 6642"/>
                    <a:gd name="connsiteY55-112" fmla="*/ 2183 h 5728"/>
                    <a:gd name="connsiteX56-113" fmla="*/ 6333 w 6642"/>
                    <a:gd name="connsiteY56-114" fmla="*/ 2178 h 5728"/>
                    <a:gd name="connsiteX57-115" fmla="*/ 6378 w 6642"/>
                    <a:gd name="connsiteY57-116" fmla="*/ 2104 h 5728"/>
                    <a:gd name="connsiteX58-117" fmla="*/ 6412 w 6642"/>
                    <a:gd name="connsiteY58-118" fmla="*/ 2210 h 5728"/>
                    <a:gd name="connsiteX59-119" fmla="*/ 6300 w 6642"/>
                    <a:gd name="connsiteY59-120" fmla="*/ 2249 h 5728"/>
                    <a:gd name="connsiteX60-121" fmla="*/ 6347 w 6642"/>
                    <a:gd name="connsiteY60-122" fmla="*/ 2362 h 5728"/>
                    <a:gd name="connsiteX61-123" fmla="*/ 6212 w 6642"/>
                    <a:gd name="connsiteY61-124" fmla="*/ 2509 h 5728"/>
                    <a:gd name="connsiteX62-125" fmla="*/ 6171 w 6642"/>
                    <a:gd name="connsiteY62-126" fmla="*/ 2498 h 5728"/>
                    <a:gd name="connsiteX63-127" fmla="*/ 6047 w 6642"/>
                    <a:gd name="connsiteY63-128" fmla="*/ 2413 h 5728"/>
                    <a:gd name="connsiteX64-129" fmla="*/ 5992 w 6642"/>
                    <a:gd name="connsiteY64-130" fmla="*/ 2412 h 5728"/>
                    <a:gd name="connsiteX65-131" fmla="*/ 5957 w 6642"/>
                    <a:gd name="connsiteY65-132" fmla="*/ 2480 h 5728"/>
                    <a:gd name="connsiteX66-133" fmla="*/ 5960 w 6642"/>
                    <a:gd name="connsiteY66-134" fmla="*/ 2562 h 5728"/>
                    <a:gd name="connsiteX67-135" fmla="*/ 6138 w 6642"/>
                    <a:gd name="connsiteY67-136" fmla="*/ 2730 h 5728"/>
                    <a:gd name="connsiteX68-137" fmla="*/ 6137 w 6642"/>
                    <a:gd name="connsiteY68-138" fmla="*/ 2844 h 5728"/>
                    <a:gd name="connsiteX69-139" fmla="*/ 6228 w 6642"/>
                    <a:gd name="connsiteY69-140" fmla="*/ 3060 h 5728"/>
                    <a:gd name="connsiteX70-141" fmla="*/ 6254 w 6642"/>
                    <a:gd name="connsiteY70-142" fmla="*/ 3090 h 5728"/>
                    <a:gd name="connsiteX71-143" fmla="*/ 6298 w 6642"/>
                    <a:gd name="connsiteY71-144" fmla="*/ 3094 h 5728"/>
                    <a:gd name="connsiteX72-145" fmla="*/ 6344 w 6642"/>
                    <a:gd name="connsiteY72-146" fmla="*/ 3010 h 5728"/>
                    <a:gd name="connsiteX73-147" fmla="*/ 6424 w 6642"/>
                    <a:gd name="connsiteY73-148" fmla="*/ 2950 h 5728"/>
                    <a:gd name="connsiteX74-149" fmla="*/ 6519 w 6642"/>
                    <a:gd name="connsiteY74-150" fmla="*/ 3126 h 5728"/>
                    <a:gd name="connsiteX75-151" fmla="*/ 6629 w 6642"/>
                    <a:gd name="connsiteY75-152" fmla="*/ 3312 h 5728"/>
                    <a:gd name="connsiteX76-153" fmla="*/ 6642 w 6642"/>
                    <a:gd name="connsiteY76-154" fmla="*/ 3342 h 5728"/>
                    <a:gd name="connsiteX77-155" fmla="*/ 6631 w 6642"/>
                    <a:gd name="connsiteY77-156" fmla="*/ 3518 h 5728"/>
                    <a:gd name="connsiteX78-157" fmla="*/ 6596 w 6642"/>
                    <a:gd name="connsiteY78-158" fmla="*/ 3554 h 5728"/>
                    <a:gd name="connsiteX79-159" fmla="*/ 6507 w 6642"/>
                    <a:gd name="connsiteY79-160" fmla="*/ 3515 h 5728"/>
                    <a:gd name="connsiteX80-161" fmla="*/ 6273 w 6642"/>
                    <a:gd name="connsiteY80-162" fmla="*/ 3644 h 5728"/>
                    <a:gd name="connsiteX81-163" fmla="*/ 6247 w 6642"/>
                    <a:gd name="connsiteY81-164" fmla="*/ 3666 h 5728"/>
                    <a:gd name="connsiteX82-165" fmla="*/ 6067 w 6642"/>
                    <a:gd name="connsiteY82-166" fmla="*/ 3812 h 5728"/>
                    <a:gd name="connsiteX83-167" fmla="*/ 5926 w 6642"/>
                    <a:gd name="connsiteY83-168" fmla="*/ 3926 h 5728"/>
                    <a:gd name="connsiteX84-169" fmla="*/ 5891 w 6642"/>
                    <a:gd name="connsiteY84-170" fmla="*/ 3965 h 5728"/>
                    <a:gd name="connsiteX85-171" fmla="*/ 5839 w 6642"/>
                    <a:gd name="connsiteY85-172" fmla="*/ 3973 h 5728"/>
                    <a:gd name="connsiteX86-173" fmla="*/ 5782 w 6642"/>
                    <a:gd name="connsiteY86-174" fmla="*/ 3916 h 5728"/>
                    <a:gd name="connsiteX87-175" fmla="*/ 5658 w 6642"/>
                    <a:gd name="connsiteY87-176" fmla="*/ 3808 h 5728"/>
                    <a:gd name="connsiteX88-177" fmla="*/ 5682 w 6642"/>
                    <a:gd name="connsiteY88-178" fmla="*/ 4064 h 5728"/>
                    <a:gd name="connsiteX89-179" fmla="*/ 5691 w 6642"/>
                    <a:gd name="connsiteY89-180" fmla="*/ 4192 h 5728"/>
                    <a:gd name="connsiteX90-181" fmla="*/ 5429 w 6642"/>
                    <a:gd name="connsiteY90-182" fmla="*/ 4166 h 5728"/>
                    <a:gd name="connsiteX91-183" fmla="*/ 5347 w 6642"/>
                    <a:gd name="connsiteY91-184" fmla="*/ 3987 h 5728"/>
                    <a:gd name="connsiteX92-185" fmla="*/ 5265 w 6642"/>
                    <a:gd name="connsiteY92-186" fmla="*/ 3802 h 5728"/>
                    <a:gd name="connsiteX93-187" fmla="*/ 5003 w 6642"/>
                    <a:gd name="connsiteY93-188" fmla="*/ 3867 h 5728"/>
                    <a:gd name="connsiteX94-189" fmla="*/ 4999 w 6642"/>
                    <a:gd name="connsiteY94-190" fmla="*/ 4057 h 5728"/>
                    <a:gd name="connsiteX95-191" fmla="*/ 4807 w 6642"/>
                    <a:gd name="connsiteY95-192" fmla="*/ 4072 h 5728"/>
                    <a:gd name="connsiteX96-193" fmla="*/ 4634 w 6642"/>
                    <a:gd name="connsiteY96-194" fmla="*/ 4175 h 5728"/>
                    <a:gd name="connsiteX97-195" fmla="*/ 4569 w 6642"/>
                    <a:gd name="connsiteY97-196" fmla="*/ 4246 h 5728"/>
                    <a:gd name="connsiteX98-197" fmla="*/ 4506 w 6642"/>
                    <a:gd name="connsiteY98-198" fmla="*/ 4159 h 5728"/>
                    <a:gd name="connsiteX99-199" fmla="*/ 4541 w 6642"/>
                    <a:gd name="connsiteY99-200" fmla="*/ 4134 h 5728"/>
                    <a:gd name="connsiteX100-201" fmla="*/ 4408 w 6642"/>
                    <a:gd name="connsiteY100-202" fmla="*/ 3980 h 5728"/>
                    <a:gd name="connsiteX101-203" fmla="*/ 4340 w 6642"/>
                    <a:gd name="connsiteY101-204" fmla="*/ 4188 h 5728"/>
                    <a:gd name="connsiteX102-205" fmla="*/ 4282 w 6642"/>
                    <a:gd name="connsiteY102-206" fmla="*/ 4193 h 5728"/>
                    <a:gd name="connsiteX103-207" fmla="*/ 4260 w 6642"/>
                    <a:gd name="connsiteY103-208" fmla="*/ 4238 h 5728"/>
                    <a:gd name="connsiteX104-209" fmla="*/ 4231 w 6642"/>
                    <a:gd name="connsiteY104-210" fmla="*/ 4250 h 5728"/>
                    <a:gd name="connsiteX105-211" fmla="*/ 4230 w 6642"/>
                    <a:gd name="connsiteY105-212" fmla="*/ 4427 h 5728"/>
                    <a:gd name="connsiteX106-213" fmla="*/ 4290 w 6642"/>
                    <a:gd name="connsiteY106-214" fmla="*/ 4504 h 5728"/>
                    <a:gd name="connsiteX107-215" fmla="*/ 4293 w 6642"/>
                    <a:gd name="connsiteY107-216" fmla="*/ 4556 h 5728"/>
                    <a:gd name="connsiteX108-217" fmla="*/ 4257 w 6642"/>
                    <a:gd name="connsiteY108-218" fmla="*/ 4614 h 5728"/>
                    <a:gd name="connsiteX109-219" fmla="*/ 3992 w 6642"/>
                    <a:gd name="connsiteY109-220" fmla="*/ 4680 h 5728"/>
                    <a:gd name="connsiteX110-221" fmla="*/ 3857 w 6642"/>
                    <a:gd name="connsiteY110-222" fmla="*/ 4739 h 5728"/>
                    <a:gd name="connsiteX111-223" fmla="*/ 3815 w 6642"/>
                    <a:gd name="connsiteY111-224" fmla="*/ 4777 h 5728"/>
                    <a:gd name="connsiteX112-225" fmla="*/ 3616 w 6642"/>
                    <a:gd name="connsiteY112-226" fmla="*/ 5021 h 5728"/>
                    <a:gd name="connsiteX113-227" fmla="*/ 3543 w 6642"/>
                    <a:gd name="connsiteY113-228" fmla="*/ 4970 h 5728"/>
                    <a:gd name="connsiteX114-229" fmla="*/ 3460 w 6642"/>
                    <a:gd name="connsiteY114-230" fmla="*/ 4971 h 5728"/>
                    <a:gd name="connsiteX115-231" fmla="*/ 3424 w 6642"/>
                    <a:gd name="connsiteY115-232" fmla="*/ 5045 h 5728"/>
                    <a:gd name="connsiteX116-233" fmla="*/ 3313 w 6642"/>
                    <a:gd name="connsiteY116-234" fmla="*/ 5000 h 5728"/>
                    <a:gd name="connsiteX117-235" fmla="*/ 3235 w 6642"/>
                    <a:gd name="connsiteY117-236" fmla="*/ 5109 h 5728"/>
                    <a:gd name="connsiteX118-237" fmla="*/ 3013 w 6642"/>
                    <a:gd name="connsiteY118-238" fmla="*/ 5349 h 5728"/>
                    <a:gd name="connsiteX119-239" fmla="*/ 2993 w 6642"/>
                    <a:gd name="connsiteY119-240" fmla="*/ 5516 h 5728"/>
                    <a:gd name="connsiteX120-241" fmla="*/ 2976 w 6642"/>
                    <a:gd name="connsiteY120-242" fmla="*/ 5659 h 5728"/>
                    <a:gd name="connsiteX121-243" fmla="*/ 2960 w 6642"/>
                    <a:gd name="connsiteY121-244" fmla="*/ 5669 h 5728"/>
                    <a:gd name="connsiteX122-245" fmla="*/ 2638 w 6642"/>
                    <a:gd name="connsiteY122-246" fmla="*/ 5621 h 5728"/>
                    <a:gd name="connsiteX123-247" fmla="*/ 2536 w 6642"/>
                    <a:gd name="connsiteY123-248" fmla="*/ 5566 h 5728"/>
                    <a:gd name="connsiteX124-249" fmla="*/ 2482 w 6642"/>
                    <a:gd name="connsiteY124-250" fmla="*/ 5503 h 5728"/>
                    <a:gd name="connsiteX125-251" fmla="*/ 2377 w 6642"/>
                    <a:gd name="connsiteY125-252" fmla="*/ 5477 h 5728"/>
                    <a:gd name="connsiteX126-253" fmla="*/ 2377 w 6642"/>
                    <a:gd name="connsiteY126-254" fmla="*/ 5379 h 5728"/>
                    <a:gd name="connsiteX127-255" fmla="*/ 2481 w 6642"/>
                    <a:gd name="connsiteY127-256" fmla="*/ 5149 h 5728"/>
                    <a:gd name="connsiteX128-257" fmla="*/ 2341 w 6642"/>
                    <a:gd name="connsiteY128-258" fmla="*/ 5070 h 5728"/>
                    <a:gd name="connsiteX129-259" fmla="*/ 2299 w 6642"/>
                    <a:gd name="connsiteY129-260" fmla="*/ 5095 h 5728"/>
                    <a:gd name="connsiteX130-261" fmla="*/ 2209 w 6642"/>
                    <a:gd name="connsiteY130-262" fmla="*/ 5214 h 5728"/>
                    <a:gd name="connsiteX131-263" fmla="*/ 2177 w 6642"/>
                    <a:gd name="connsiteY131-264" fmla="*/ 5276 h 5728"/>
                    <a:gd name="connsiteX132-265" fmla="*/ 2115 w 6642"/>
                    <a:gd name="connsiteY132-266" fmla="*/ 5386 h 5728"/>
                    <a:gd name="connsiteX133-267" fmla="*/ 2121 w 6642"/>
                    <a:gd name="connsiteY133-268" fmla="*/ 5510 h 5728"/>
                    <a:gd name="connsiteX134-269" fmla="*/ 2082 w 6642"/>
                    <a:gd name="connsiteY134-270" fmla="*/ 5558 h 5728"/>
                    <a:gd name="connsiteX135-271" fmla="*/ 1951 w 6642"/>
                    <a:gd name="connsiteY135-272" fmla="*/ 5617 h 5728"/>
                    <a:gd name="connsiteX136-273" fmla="*/ 1785 w 6642"/>
                    <a:gd name="connsiteY136-274" fmla="*/ 5649 h 5728"/>
                    <a:gd name="connsiteX137-275" fmla="*/ 1682 w 6642"/>
                    <a:gd name="connsiteY137-276" fmla="*/ 5728 h 5728"/>
                    <a:gd name="connsiteX138-277" fmla="*/ 1568 w 6642"/>
                    <a:gd name="connsiteY138-278" fmla="*/ 5611 h 5728"/>
                    <a:gd name="connsiteX139-279" fmla="*/ 1508 w 6642"/>
                    <a:gd name="connsiteY139-280" fmla="*/ 5485 h 5728"/>
                    <a:gd name="connsiteX140-281" fmla="*/ 1630 w 6642"/>
                    <a:gd name="connsiteY140-282" fmla="*/ 5242 h 5728"/>
                    <a:gd name="connsiteX141-283" fmla="*/ 1685 w 6642"/>
                    <a:gd name="connsiteY141-284" fmla="*/ 5195 h 5728"/>
                    <a:gd name="connsiteX142-285" fmla="*/ 1730 w 6642"/>
                    <a:gd name="connsiteY142-286" fmla="*/ 5120 h 5728"/>
                    <a:gd name="connsiteX143-287" fmla="*/ 1727 w 6642"/>
                    <a:gd name="connsiteY143-288" fmla="*/ 5071 h 5728"/>
                    <a:gd name="connsiteX144-289" fmla="*/ 1530 w 6642"/>
                    <a:gd name="connsiteY144-290" fmla="*/ 5007 h 5728"/>
                    <a:gd name="connsiteX145-291" fmla="*/ 1459 w 6642"/>
                    <a:gd name="connsiteY145-292" fmla="*/ 5064 h 5728"/>
                    <a:gd name="connsiteX146-293" fmla="*/ 1353 w 6642"/>
                    <a:gd name="connsiteY146-294" fmla="*/ 5111 h 5728"/>
                    <a:gd name="connsiteX147-295" fmla="*/ 1290 w 6642"/>
                    <a:gd name="connsiteY147-296" fmla="*/ 5063 h 5728"/>
                    <a:gd name="connsiteX148-297" fmla="*/ 1052 w 6642"/>
                    <a:gd name="connsiteY148-298" fmla="*/ 5254 h 5728"/>
                    <a:gd name="connsiteX149-299" fmla="*/ 924 w 6642"/>
                    <a:gd name="connsiteY149-300" fmla="*/ 5231 h 5728"/>
                    <a:gd name="connsiteX150-301" fmla="*/ 813 w 6642"/>
                    <a:gd name="connsiteY150-302" fmla="*/ 5097 h 5728"/>
                    <a:gd name="connsiteX151-303" fmla="*/ 683 w 6642"/>
                    <a:gd name="connsiteY151-304" fmla="*/ 4930 h 5728"/>
                    <a:gd name="connsiteX152-305" fmla="*/ 572 w 6642"/>
                    <a:gd name="connsiteY152-306" fmla="*/ 4806 h 5728"/>
                    <a:gd name="connsiteX153-307" fmla="*/ 505 w 6642"/>
                    <a:gd name="connsiteY153-308" fmla="*/ 4788 h 5728"/>
                    <a:gd name="connsiteX154-309" fmla="*/ 640 w 6642"/>
                    <a:gd name="connsiteY154-310" fmla="*/ 4631 h 5728"/>
                    <a:gd name="connsiteX155-311" fmla="*/ 683 w 6642"/>
                    <a:gd name="connsiteY155-312" fmla="*/ 4541 h 5728"/>
                    <a:gd name="connsiteX156-313" fmla="*/ 651 w 6642"/>
                    <a:gd name="connsiteY156-314" fmla="*/ 4438 h 5728"/>
                    <a:gd name="connsiteX157-315" fmla="*/ 277 w 6642"/>
                    <a:gd name="connsiteY157-316" fmla="*/ 4491 h 5728"/>
                    <a:gd name="connsiteX158-317" fmla="*/ 187 w 6642"/>
                    <a:gd name="connsiteY158-318" fmla="*/ 4518 h 5728"/>
                    <a:gd name="connsiteX159-319" fmla="*/ 195 w 6642"/>
                    <a:gd name="connsiteY159-320" fmla="*/ 4384 h 5728"/>
                    <a:gd name="connsiteX160-321" fmla="*/ 147 w 6642"/>
                    <a:gd name="connsiteY160-322" fmla="*/ 4318 h 5728"/>
                    <a:gd name="connsiteX161-323" fmla="*/ 39 w 6642"/>
                    <a:gd name="connsiteY161-324" fmla="*/ 4220 h 5728"/>
                    <a:gd name="connsiteX162-325" fmla="*/ 75 w 6642"/>
                    <a:gd name="connsiteY162-326" fmla="*/ 4093 h 5728"/>
                    <a:gd name="connsiteX163-327" fmla="*/ 63 w 6642"/>
                    <a:gd name="connsiteY163-328" fmla="*/ 3929 h 5728"/>
                    <a:gd name="connsiteX164-329" fmla="*/ 0 w 6642"/>
                    <a:gd name="connsiteY164-330" fmla="*/ 3842 h 5728"/>
                    <a:gd name="connsiteX165-331" fmla="*/ 0 w 6642"/>
                    <a:gd name="connsiteY165-332" fmla="*/ 3737 h 5728"/>
                    <a:gd name="connsiteX166-333" fmla="*/ 303 w 6642"/>
                    <a:gd name="connsiteY166-334" fmla="*/ 3824 h 5728"/>
                    <a:gd name="connsiteX167-335" fmla="*/ 830 w 6642"/>
                    <a:gd name="connsiteY167-336" fmla="*/ 3840 h 5728"/>
                    <a:gd name="connsiteX168-337" fmla="*/ 1044 w 6642"/>
                    <a:gd name="connsiteY168-338" fmla="*/ 3908 h 5728"/>
                    <a:gd name="connsiteX169-339" fmla="*/ 1213 w 6642"/>
                    <a:gd name="connsiteY169-340" fmla="*/ 4053 h 5728"/>
                    <a:gd name="connsiteX170-341" fmla="*/ 1257 w 6642"/>
                    <a:gd name="connsiteY170-342" fmla="*/ 4077 h 5728"/>
                    <a:gd name="connsiteX171-343" fmla="*/ 1417 w 6642"/>
                    <a:gd name="connsiteY171-344" fmla="*/ 4107 h 5728"/>
                    <a:gd name="connsiteX172-345" fmla="*/ 1487 w 6642"/>
                    <a:gd name="connsiteY172-346" fmla="*/ 4158 h 5728"/>
                    <a:gd name="connsiteX173-347" fmla="*/ 1688 w 6642"/>
                    <a:gd name="connsiteY173-348" fmla="*/ 4229 h 5728"/>
                    <a:gd name="connsiteX174-349" fmla="*/ 1904 w 6642"/>
                    <a:gd name="connsiteY174-350" fmla="*/ 4309 h 5728"/>
                    <a:gd name="connsiteX175-351" fmla="*/ 2068 w 6642"/>
                    <a:gd name="connsiteY175-352" fmla="*/ 4212 h 5728"/>
                    <a:gd name="connsiteX176-353" fmla="*/ 2267 w 6642"/>
                    <a:gd name="connsiteY176-354" fmla="*/ 4125 h 5728"/>
                    <a:gd name="connsiteX177-355" fmla="*/ 2363 w 6642"/>
                    <a:gd name="connsiteY177-356" fmla="*/ 4075 h 5728"/>
                    <a:gd name="connsiteX178-357" fmla="*/ 2539 w 6642"/>
                    <a:gd name="connsiteY178-358" fmla="*/ 3995 h 5728"/>
                    <a:gd name="connsiteX179-359" fmla="*/ 2721 w 6642"/>
                    <a:gd name="connsiteY179-360" fmla="*/ 3970 h 5728"/>
                    <a:gd name="connsiteX180-361" fmla="*/ 3073 w 6642"/>
                    <a:gd name="connsiteY180-362" fmla="*/ 3979 h 5728"/>
                    <a:gd name="connsiteX181-363" fmla="*/ 3416 w 6642"/>
                    <a:gd name="connsiteY181-364" fmla="*/ 3722 h 5728"/>
                    <a:gd name="connsiteX182-365" fmla="*/ 3519 w 6642"/>
                    <a:gd name="connsiteY182-366" fmla="*/ 3636 h 5728"/>
                    <a:gd name="connsiteX183-367" fmla="*/ 3609 w 6642"/>
                    <a:gd name="connsiteY183-368" fmla="*/ 3563 h 5728"/>
                    <a:gd name="connsiteX184-369" fmla="*/ 3705 w 6642"/>
                    <a:gd name="connsiteY184-370" fmla="*/ 3503 h 5728"/>
                    <a:gd name="connsiteX185-371" fmla="*/ 3702 w 6642"/>
                    <a:gd name="connsiteY185-372" fmla="*/ 3422 h 5728"/>
                    <a:gd name="connsiteX186-373" fmla="*/ 3597 w 6642"/>
                    <a:gd name="connsiteY186-374" fmla="*/ 3317 h 5728"/>
                    <a:gd name="connsiteX187-375" fmla="*/ 3582 w 6642"/>
                    <a:gd name="connsiteY187-376" fmla="*/ 3252 h 5728"/>
                    <a:gd name="connsiteX188-377" fmla="*/ 3692 w 6642"/>
                    <a:gd name="connsiteY188-378" fmla="*/ 3012 h 5728"/>
                    <a:gd name="connsiteX189-379" fmla="*/ 3835 w 6642"/>
                    <a:gd name="connsiteY189-380" fmla="*/ 3094 h 5728"/>
                    <a:gd name="connsiteX190-381" fmla="*/ 3915 w 6642"/>
                    <a:gd name="connsiteY190-382" fmla="*/ 3122 h 5728"/>
                    <a:gd name="connsiteX191-383" fmla="*/ 3998 w 6642"/>
                    <a:gd name="connsiteY191-384" fmla="*/ 3124 h 5728"/>
                    <a:gd name="connsiteX192-385" fmla="*/ 4258 w 6642"/>
                    <a:gd name="connsiteY192-386" fmla="*/ 2876 h 5728"/>
                    <a:gd name="connsiteX193-387" fmla="*/ 4431 w 6642"/>
                    <a:gd name="connsiteY193-388" fmla="*/ 2857 h 5728"/>
                    <a:gd name="connsiteX194-389" fmla="*/ 4543 w 6642"/>
                    <a:gd name="connsiteY194-390" fmla="*/ 2801 h 5728"/>
                    <a:gd name="connsiteX195-391" fmla="*/ 4626 w 6642"/>
                    <a:gd name="connsiteY195-392" fmla="*/ 2724 h 5728"/>
                    <a:gd name="connsiteX196-393" fmla="*/ 4672 w 6642"/>
                    <a:gd name="connsiteY196-394" fmla="*/ 2621 h 5728"/>
                    <a:gd name="connsiteX197-395" fmla="*/ 4903 w 6642"/>
                    <a:gd name="connsiteY197-396" fmla="*/ 2469 h 5728"/>
                    <a:gd name="connsiteX198-397" fmla="*/ 5060 w 6642"/>
                    <a:gd name="connsiteY198-398" fmla="*/ 2356 h 5728"/>
                    <a:gd name="connsiteX199-399" fmla="*/ 5411 w 6642"/>
                    <a:gd name="connsiteY199-400" fmla="*/ 2351 h 5728"/>
                    <a:gd name="connsiteX200-401" fmla="*/ 5654 w 6642"/>
                    <a:gd name="connsiteY200-402" fmla="*/ 2563 h 5728"/>
                    <a:gd name="connsiteX0-403" fmla="*/ 5456 w 6642"/>
                    <a:gd name="connsiteY0-404" fmla="*/ 2333 h 5728"/>
                    <a:gd name="connsiteX1-405" fmla="*/ 5454 w 6642"/>
                    <a:gd name="connsiteY1-406" fmla="*/ 2117 h 5728"/>
                    <a:gd name="connsiteX2-407" fmla="*/ 5378 w 6642"/>
                    <a:gd name="connsiteY2-408" fmla="*/ 2039 h 5728"/>
                    <a:gd name="connsiteX3-409" fmla="*/ 5235 w 6642"/>
                    <a:gd name="connsiteY3-410" fmla="*/ 1951 h 5728"/>
                    <a:gd name="connsiteX4-411" fmla="*/ 5143 w 6642"/>
                    <a:gd name="connsiteY4-412" fmla="*/ 1827 h 5728"/>
                    <a:gd name="connsiteX5-413" fmla="*/ 5047 w 6642"/>
                    <a:gd name="connsiteY5-414" fmla="*/ 1828 h 5728"/>
                    <a:gd name="connsiteX6-415" fmla="*/ 5002 w 6642"/>
                    <a:gd name="connsiteY6-416" fmla="*/ 1883 h 5728"/>
                    <a:gd name="connsiteX7-417" fmla="*/ 4909 w 6642"/>
                    <a:gd name="connsiteY7-418" fmla="*/ 1877 h 5728"/>
                    <a:gd name="connsiteX8-419" fmla="*/ 4889 w 6642"/>
                    <a:gd name="connsiteY8-420" fmla="*/ 1994 h 5728"/>
                    <a:gd name="connsiteX9-421" fmla="*/ 4708 w 6642"/>
                    <a:gd name="connsiteY9-422" fmla="*/ 1941 h 5728"/>
                    <a:gd name="connsiteX10-423" fmla="*/ 4625 w 6642"/>
                    <a:gd name="connsiteY10-424" fmla="*/ 1939 h 5728"/>
                    <a:gd name="connsiteX11-425" fmla="*/ 4500 w 6642"/>
                    <a:gd name="connsiteY11-426" fmla="*/ 2014 h 5728"/>
                    <a:gd name="connsiteX12-427" fmla="*/ 4388 w 6642"/>
                    <a:gd name="connsiteY12-428" fmla="*/ 1890 h 5728"/>
                    <a:gd name="connsiteX13-429" fmla="*/ 4482 w 6642"/>
                    <a:gd name="connsiteY13-430" fmla="*/ 1804 h 5728"/>
                    <a:gd name="connsiteX14-431" fmla="*/ 4486 w 6642"/>
                    <a:gd name="connsiteY14-432" fmla="*/ 1634 h 5728"/>
                    <a:gd name="connsiteX15-433" fmla="*/ 4541 w 6642"/>
                    <a:gd name="connsiteY15-434" fmla="*/ 1514 h 5728"/>
                    <a:gd name="connsiteX16-435" fmla="*/ 4584 w 6642"/>
                    <a:gd name="connsiteY16-436" fmla="*/ 1306 h 5728"/>
                    <a:gd name="connsiteX17-437" fmla="*/ 4644 w 6642"/>
                    <a:gd name="connsiteY17-438" fmla="*/ 1307 h 5728"/>
                    <a:gd name="connsiteX18-439" fmla="*/ 4967 w 6642"/>
                    <a:gd name="connsiteY18-440" fmla="*/ 1286 h 5728"/>
                    <a:gd name="connsiteX19-441" fmla="*/ 5141 w 6642"/>
                    <a:gd name="connsiteY19-442" fmla="*/ 1117 h 5728"/>
                    <a:gd name="connsiteX20-443" fmla="*/ 5210 w 6642"/>
                    <a:gd name="connsiteY20-444" fmla="*/ 748 h 5728"/>
                    <a:gd name="connsiteX21-445" fmla="*/ 5320 w 6642"/>
                    <a:gd name="connsiteY21-446" fmla="*/ 486 h 5728"/>
                    <a:gd name="connsiteX22-447" fmla="*/ 5318 w 6642"/>
                    <a:gd name="connsiteY22-448" fmla="*/ 358 h 5728"/>
                    <a:gd name="connsiteX23-449" fmla="*/ 5305 w 6642"/>
                    <a:gd name="connsiteY23-450" fmla="*/ 328 h 5728"/>
                    <a:gd name="connsiteX24-451" fmla="*/ 5238 w 6642"/>
                    <a:gd name="connsiteY24-452" fmla="*/ 251 h 5728"/>
                    <a:gd name="connsiteX25-453" fmla="*/ 5178 w 6642"/>
                    <a:gd name="connsiteY25-454" fmla="*/ 217 h 5728"/>
                    <a:gd name="connsiteX26-455" fmla="*/ 5303 w 6642"/>
                    <a:gd name="connsiteY26-456" fmla="*/ 56 h 5728"/>
                    <a:gd name="connsiteX27-457" fmla="*/ 5476 w 6642"/>
                    <a:gd name="connsiteY27-458" fmla="*/ 2 h 5728"/>
                    <a:gd name="connsiteX28-459" fmla="*/ 5508 w 6642"/>
                    <a:gd name="connsiteY28-460" fmla="*/ 49 h 5728"/>
                    <a:gd name="connsiteX29-461" fmla="*/ 5498 w 6642"/>
                    <a:gd name="connsiteY29-462" fmla="*/ 133 h 5728"/>
                    <a:gd name="connsiteX30-463" fmla="*/ 5437 w 6642"/>
                    <a:gd name="connsiteY30-464" fmla="*/ 243 h 5728"/>
                    <a:gd name="connsiteX31-465" fmla="*/ 5507 w 6642"/>
                    <a:gd name="connsiteY31-466" fmla="*/ 301 h 5728"/>
                    <a:gd name="connsiteX32-467" fmla="*/ 5621 w 6642"/>
                    <a:gd name="connsiteY32-468" fmla="*/ 366 h 5728"/>
                    <a:gd name="connsiteX33-469" fmla="*/ 5641 w 6642"/>
                    <a:gd name="connsiteY33-470" fmla="*/ 255 h 5728"/>
                    <a:gd name="connsiteX34-471" fmla="*/ 5775 w 6642"/>
                    <a:gd name="connsiteY34-472" fmla="*/ 291 h 5728"/>
                    <a:gd name="connsiteX35-473" fmla="*/ 5800 w 6642"/>
                    <a:gd name="connsiteY35-474" fmla="*/ 331 h 5728"/>
                    <a:gd name="connsiteX36-475" fmla="*/ 5876 w 6642"/>
                    <a:gd name="connsiteY36-476" fmla="*/ 562 h 5728"/>
                    <a:gd name="connsiteX37-477" fmla="*/ 5911 w 6642"/>
                    <a:gd name="connsiteY37-478" fmla="*/ 586 h 5728"/>
                    <a:gd name="connsiteX38-479" fmla="*/ 6003 w 6642"/>
                    <a:gd name="connsiteY38-480" fmla="*/ 578 h 5728"/>
                    <a:gd name="connsiteX39-481" fmla="*/ 6263 w 6642"/>
                    <a:gd name="connsiteY39-482" fmla="*/ 490 h 5728"/>
                    <a:gd name="connsiteX40-483" fmla="*/ 6483 w 6642"/>
                    <a:gd name="connsiteY40-484" fmla="*/ 479 h 5728"/>
                    <a:gd name="connsiteX41-485" fmla="*/ 6543 w 6642"/>
                    <a:gd name="connsiteY41-486" fmla="*/ 648 h 5728"/>
                    <a:gd name="connsiteX42-487" fmla="*/ 6461 w 6642"/>
                    <a:gd name="connsiteY42-488" fmla="*/ 944 h 5728"/>
                    <a:gd name="connsiteX43-489" fmla="*/ 6461 w 6642"/>
                    <a:gd name="connsiteY43-490" fmla="*/ 1022 h 5728"/>
                    <a:gd name="connsiteX44-491" fmla="*/ 6530 w 6642"/>
                    <a:gd name="connsiteY44-492" fmla="*/ 1168 h 5728"/>
                    <a:gd name="connsiteX45-493" fmla="*/ 6545 w 6642"/>
                    <a:gd name="connsiteY45-494" fmla="*/ 1427 h 5728"/>
                    <a:gd name="connsiteX46-495" fmla="*/ 6547 w 6642"/>
                    <a:gd name="connsiteY46-496" fmla="*/ 1617 h 5728"/>
                    <a:gd name="connsiteX47-497" fmla="*/ 6480 w 6642"/>
                    <a:gd name="connsiteY47-498" fmla="*/ 1625 h 5728"/>
                    <a:gd name="connsiteX48-499" fmla="*/ 6458 w 6642"/>
                    <a:gd name="connsiteY48-500" fmla="*/ 1507 h 5728"/>
                    <a:gd name="connsiteX49-501" fmla="*/ 6423 w 6642"/>
                    <a:gd name="connsiteY49-502" fmla="*/ 1450 h 5728"/>
                    <a:gd name="connsiteX50-503" fmla="*/ 6333 w 6642"/>
                    <a:gd name="connsiteY50-504" fmla="*/ 1582 h 5728"/>
                    <a:gd name="connsiteX51-505" fmla="*/ 6220 w 6642"/>
                    <a:gd name="connsiteY51-506" fmla="*/ 1776 h 5728"/>
                    <a:gd name="connsiteX52-507" fmla="*/ 6101 w 6642"/>
                    <a:gd name="connsiteY52-508" fmla="*/ 1904 h 5728"/>
                    <a:gd name="connsiteX53-509" fmla="*/ 6094 w 6642"/>
                    <a:gd name="connsiteY53-510" fmla="*/ 2018 h 5728"/>
                    <a:gd name="connsiteX54-511" fmla="*/ 6154 w 6642"/>
                    <a:gd name="connsiteY54-512" fmla="*/ 2115 h 5728"/>
                    <a:gd name="connsiteX55-513" fmla="*/ 6256 w 6642"/>
                    <a:gd name="connsiteY55-514" fmla="*/ 2183 h 5728"/>
                    <a:gd name="connsiteX56-515" fmla="*/ 6333 w 6642"/>
                    <a:gd name="connsiteY56-516" fmla="*/ 2178 h 5728"/>
                    <a:gd name="connsiteX57-517" fmla="*/ 6378 w 6642"/>
                    <a:gd name="connsiteY57-518" fmla="*/ 2104 h 5728"/>
                    <a:gd name="connsiteX58-519" fmla="*/ 6412 w 6642"/>
                    <a:gd name="connsiteY58-520" fmla="*/ 2210 h 5728"/>
                    <a:gd name="connsiteX59-521" fmla="*/ 6300 w 6642"/>
                    <a:gd name="connsiteY59-522" fmla="*/ 2249 h 5728"/>
                    <a:gd name="connsiteX60-523" fmla="*/ 6347 w 6642"/>
                    <a:gd name="connsiteY60-524" fmla="*/ 2362 h 5728"/>
                    <a:gd name="connsiteX61-525" fmla="*/ 6212 w 6642"/>
                    <a:gd name="connsiteY61-526" fmla="*/ 2509 h 5728"/>
                    <a:gd name="connsiteX62-527" fmla="*/ 6171 w 6642"/>
                    <a:gd name="connsiteY62-528" fmla="*/ 2498 h 5728"/>
                    <a:gd name="connsiteX63-529" fmla="*/ 6047 w 6642"/>
                    <a:gd name="connsiteY63-530" fmla="*/ 2413 h 5728"/>
                    <a:gd name="connsiteX64-531" fmla="*/ 5992 w 6642"/>
                    <a:gd name="connsiteY64-532" fmla="*/ 2412 h 5728"/>
                    <a:gd name="connsiteX65-533" fmla="*/ 5957 w 6642"/>
                    <a:gd name="connsiteY65-534" fmla="*/ 2480 h 5728"/>
                    <a:gd name="connsiteX66-535" fmla="*/ 5960 w 6642"/>
                    <a:gd name="connsiteY66-536" fmla="*/ 2562 h 5728"/>
                    <a:gd name="connsiteX67-537" fmla="*/ 6138 w 6642"/>
                    <a:gd name="connsiteY67-538" fmla="*/ 2730 h 5728"/>
                    <a:gd name="connsiteX68-539" fmla="*/ 6137 w 6642"/>
                    <a:gd name="connsiteY68-540" fmla="*/ 2844 h 5728"/>
                    <a:gd name="connsiteX69-541" fmla="*/ 6228 w 6642"/>
                    <a:gd name="connsiteY69-542" fmla="*/ 3060 h 5728"/>
                    <a:gd name="connsiteX70-543" fmla="*/ 6254 w 6642"/>
                    <a:gd name="connsiteY70-544" fmla="*/ 3090 h 5728"/>
                    <a:gd name="connsiteX71-545" fmla="*/ 6298 w 6642"/>
                    <a:gd name="connsiteY71-546" fmla="*/ 3094 h 5728"/>
                    <a:gd name="connsiteX72-547" fmla="*/ 6344 w 6642"/>
                    <a:gd name="connsiteY72-548" fmla="*/ 3010 h 5728"/>
                    <a:gd name="connsiteX73-549" fmla="*/ 6424 w 6642"/>
                    <a:gd name="connsiteY73-550" fmla="*/ 2950 h 5728"/>
                    <a:gd name="connsiteX74-551" fmla="*/ 6519 w 6642"/>
                    <a:gd name="connsiteY74-552" fmla="*/ 3126 h 5728"/>
                    <a:gd name="connsiteX75-553" fmla="*/ 6629 w 6642"/>
                    <a:gd name="connsiteY75-554" fmla="*/ 3312 h 5728"/>
                    <a:gd name="connsiteX76-555" fmla="*/ 6642 w 6642"/>
                    <a:gd name="connsiteY76-556" fmla="*/ 3342 h 5728"/>
                    <a:gd name="connsiteX77-557" fmla="*/ 6631 w 6642"/>
                    <a:gd name="connsiteY77-558" fmla="*/ 3518 h 5728"/>
                    <a:gd name="connsiteX78-559" fmla="*/ 6596 w 6642"/>
                    <a:gd name="connsiteY78-560" fmla="*/ 3554 h 5728"/>
                    <a:gd name="connsiteX79-561" fmla="*/ 6507 w 6642"/>
                    <a:gd name="connsiteY79-562" fmla="*/ 3515 h 5728"/>
                    <a:gd name="connsiteX80-563" fmla="*/ 6273 w 6642"/>
                    <a:gd name="connsiteY80-564" fmla="*/ 3644 h 5728"/>
                    <a:gd name="connsiteX81-565" fmla="*/ 6247 w 6642"/>
                    <a:gd name="connsiteY81-566" fmla="*/ 3666 h 5728"/>
                    <a:gd name="connsiteX82-567" fmla="*/ 6067 w 6642"/>
                    <a:gd name="connsiteY82-568" fmla="*/ 3812 h 5728"/>
                    <a:gd name="connsiteX83-569" fmla="*/ 5926 w 6642"/>
                    <a:gd name="connsiteY83-570" fmla="*/ 3926 h 5728"/>
                    <a:gd name="connsiteX84-571" fmla="*/ 5891 w 6642"/>
                    <a:gd name="connsiteY84-572" fmla="*/ 3965 h 5728"/>
                    <a:gd name="connsiteX85-573" fmla="*/ 5839 w 6642"/>
                    <a:gd name="connsiteY85-574" fmla="*/ 3973 h 5728"/>
                    <a:gd name="connsiteX86-575" fmla="*/ 5782 w 6642"/>
                    <a:gd name="connsiteY86-576" fmla="*/ 3916 h 5728"/>
                    <a:gd name="connsiteX87-577" fmla="*/ 5658 w 6642"/>
                    <a:gd name="connsiteY87-578" fmla="*/ 3808 h 5728"/>
                    <a:gd name="connsiteX88-579" fmla="*/ 5682 w 6642"/>
                    <a:gd name="connsiteY88-580" fmla="*/ 4064 h 5728"/>
                    <a:gd name="connsiteX89-581" fmla="*/ 5691 w 6642"/>
                    <a:gd name="connsiteY89-582" fmla="*/ 4192 h 5728"/>
                    <a:gd name="connsiteX90-583" fmla="*/ 5429 w 6642"/>
                    <a:gd name="connsiteY90-584" fmla="*/ 4166 h 5728"/>
                    <a:gd name="connsiteX91-585" fmla="*/ 5347 w 6642"/>
                    <a:gd name="connsiteY91-586" fmla="*/ 3987 h 5728"/>
                    <a:gd name="connsiteX92-587" fmla="*/ 5265 w 6642"/>
                    <a:gd name="connsiteY92-588" fmla="*/ 3802 h 5728"/>
                    <a:gd name="connsiteX93-589" fmla="*/ 5003 w 6642"/>
                    <a:gd name="connsiteY93-590" fmla="*/ 3867 h 5728"/>
                    <a:gd name="connsiteX94-591" fmla="*/ 4999 w 6642"/>
                    <a:gd name="connsiteY94-592" fmla="*/ 4057 h 5728"/>
                    <a:gd name="connsiteX95-593" fmla="*/ 4807 w 6642"/>
                    <a:gd name="connsiteY95-594" fmla="*/ 4072 h 5728"/>
                    <a:gd name="connsiteX96-595" fmla="*/ 4634 w 6642"/>
                    <a:gd name="connsiteY96-596" fmla="*/ 4175 h 5728"/>
                    <a:gd name="connsiteX97-597" fmla="*/ 4569 w 6642"/>
                    <a:gd name="connsiteY97-598" fmla="*/ 4246 h 5728"/>
                    <a:gd name="connsiteX98-599" fmla="*/ 4506 w 6642"/>
                    <a:gd name="connsiteY98-600" fmla="*/ 4159 h 5728"/>
                    <a:gd name="connsiteX99-601" fmla="*/ 4541 w 6642"/>
                    <a:gd name="connsiteY99-602" fmla="*/ 4134 h 5728"/>
                    <a:gd name="connsiteX100-603" fmla="*/ 4408 w 6642"/>
                    <a:gd name="connsiteY100-604" fmla="*/ 3980 h 5728"/>
                    <a:gd name="connsiteX101-605" fmla="*/ 4340 w 6642"/>
                    <a:gd name="connsiteY101-606" fmla="*/ 4188 h 5728"/>
                    <a:gd name="connsiteX102-607" fmla="*/ 4282 w 6642"/>
                    <a:gd name="connsiteY102-608" fmla="*/ 4193 h 5728"/>
                    <a:gd name="connsiteX103-609" fmla="*/ 4260 w 6642"/>
                    <a:gd name="connsiteY103-610" fmla="*/ 4238 h 5728"/>
                    <a:gd name="connsiteX104-611" fmla="*/ 4231 w 6642"/>
                    <a:gd name="connsiteY104-612" fmla="*/ 4250 h 5728"/>
                    <a:gd name="connsiteX105-613" fmla="*/ 4230 w 6642"/>
                    <a:gd name="connsiteY105-614" fmla="*/ 4427 h 5728"/>
                    <a:gd name="connsiteX106-615" fmla="*/ 4290 w 6642"/>
                    <a:gd name="connsiteY106-616" fmla="*/ 4504 h 5728"/>
                    <a:gd name="connsiteX107-617" fmla="*/ 4293 w 6642"/>
                    <a:gd name="connsiteY107-618" fmla="*/ 4556 h 5728"/>
                    <a:gd name="connsiteX108-619" fmla="*/ 4257 w 6642"/>
                    <a:gd name="connsiteY108-620" fmla="*/ 4614 h 5728"/>
                    <a:gd name="connsiteX109-621" fmla="*/ 3992 w 6642"/>
                    <a:gd name="connsiteY109-622" fmla="*/ 4680 h 5728"/>
                    <a:gd name="connsiteX110-623" fmla="*/ 3857 w 6642"/>
                    <a:gd name="connsiteY110-624" fmla="*/ 4739 h 5728"/>
                    <a:gd name="connsiteX111-625" fmla="*/ 3815 w 6642"/>
                    <a:gd name="connsiteY111-626" fmla="*/ 4777 h 5728"/>
                    <a:gd name="connsiteX112-627" fmla="*/ 3616 w 6642"/>
                    <a:gd name="connsiteY112-628" fmla="*/ 5021 h 5728"/>
                    <a:gd name="connsiteX113-629" fmla="*/ 3543 w 6642"/>
                    <a:gd name="connsiteY113-630" fmla="*/ 4970 h 5728"/>
                    <a:gd name="connsiteX114-631" fmla="*/ 3460 w 6642"/>
                    <a:gd name="connsiteY114-632" fmla="*/ 4971 h 5728"/>
                    <a:gd name="connsiteX115-633" fmla="*/ 3424 w 6642"/>
                    <a:gd name="connsiteY115-634" fmla="*/ 5045 h 5728"/>
                    <a:gd name="connsiteX116-635" fmla="*/ 3313 w 6642"/>
                    <a:gd name="connsiteY116-636" fmla="*/ 5000 h 5728"/>
                    <a:gd name="connsiteX117-637" fmla="*/ 3235 w 6642"/>
                    <a:gd name="connsiteY117-638" fmla="*/ 5109 h 5728"/>
                    <a:gd name="connsiteX118-639" fmla="*/ 3013 w 6642"/>
                    <a:gd name="connsiteY118-640" fmla="*/ 5349 h 5728"/>
                    <a:gd name="connsiteX119-641" fmla="*/ 2993 w 6642"/>
                    <a:gd name="connsiteY119-642" fmla="*/ 5516 h 5728"/>
                    <a:gd name="connsiteX120-643" fmla="*/ 2976 w 6642"/>
                    <a:gd name="connsiteY120-644" fmla="*/ 5659 h 5728"/>
                    <a:gd name="connsiteX121-645" fmla="*/ 2960 w 6642"/>
                    <a:gd name="connsiteY121-646" fmla="*/ 5669 h 5728"/>
                    <a:gd name="connsiteX122-647" fmla="*/ 2638 w 6642"/>
                    <a:gd name="connsiteY122-648" fmla="*/ 5621 h 5728"/>
                    <a:gd name="connsiteX123-649" fmla="*/ 2536 w 6642"/>
                    <a:gd name="connsiteY123-650" fmla="*/ 5566 h 5728"/>
                    <a:gd name="connsiteX124-651" fmla="*/ 2482 w 6642"/>
                    <a:gd name="connsiteY124-652" fmla="*/ 5503 h 5728"/>
                    <a:gd name="connsiteX125-653" fmla="*/ 2377 w 6642"/>
                    <a:gd name="connsiteY125-654" fmla="*/ 5477 h 5728"/>
                    <a:gd name="connsiteX126-655" fmla="*/ 2377 w 6642"/>
                    <a:gd name="connsiteY126-656" fmla="*/ 5379 h 5728"/>
                    <a:gd name="connsiteX127-657" fmla="*/ 2481 w 6642"/>
                    <a:gd name="connsiteY127-658" fmla="*/ 5149 h 5728"/>
                    <a:gd name="connsiteX128-659" fmla="*/ 2341 w 6642"/>
                    <a:gd name="connsiteY128-660" fmla="*/ 5070 h 5728"/>
                    <a:gd name="connsiteX129-661" fmla="*/ 2299 w 6642"/>
                    <a:gd name="connsiteY129-662" fmla="*/ 5095 h 5728"/>
                    <a:gd name="connsiteX130-663" fmla="*/ 2209 w 6642"/>
                    <a:gd name="connsiteY130-664" fmla="*/ 5214 h 5728"/>
                    <a:gd name="connsiteX131-665" fmla="*/ 2177 w 6642"/>
                    <a:gd name="connsiteY131-666" fmla="*/ 5276 h 5728"/>
                    <a:gd name="connsiteX132-667" fmla="*/ 2115 w 6642"/>
                    <a:gd name="connsiteY132-668" fmla="*/ 5386 h 5728"/>
                    <a:gd name="connsiteX133-669" fmla="*/ 2121 w 6642"/>
                    <a:gd name="connsiteY133-670" fmla="*/ 5510 h 5728"/>
                    <a:gd name="connsiteX134-671" fmla="*/ 2082 w 6642"/>
                    <a:gd name="connsiteY134-672" fmla="*/ 5558 h 5728"/>
                    <a:gd name="connsiteX135-673" fmla="*/ 1951 w 6642"/>
                    <a:gd name="connsiteY135-674" fmla="*/ 5617 h 5728"/>
                    <a:gd name="connsiteX136-675" fmla="*/ 1785 w 6642"/>
                    <a:gd name="connsiteY136-676" fmla="*/ 5649 h 5728"/>
                    <a:gd name="connsiteX137-677" fmla="*/ 1682 w 6642"/>
                    <a:gd name="connsiteY137-678" fmla="*/ 5728 h 5728"/>
                    <a:gd name="connsiteX138-679" fmla="*/ 1568 w 6642"/>
                    <a:gd name="connsiteY138-680" fmla="*/ 5611 h 5728"/>
                    <a:gd name="connsiteX139-681" fmla="*/ 1508 w 6642"/>
                    <a:gd name="connsiteY139-682" fmla="*/ 5485 h 5728"/>
                    <a:gd name="connsiteX140-683" fmla="*/ 1630 w 6642"/>
                    <a:gd name="connsiteY140-684" fmla="*/ 5242 h 5728"/>
                    <a:gd name="connsiteX141-685" fmla="*/ 1685 w 6642"/>
                    <a:gd name="connsiteY141-686" fmla="*/ 5195 h 5728"/>
                    <a:gd name="connsiteX142-687" fmla="*/ 1730 w 6642"/>
                    <a:gd name="connsiteY142-688" fmla="*/ 5120 h 5728"/>
                    <a:gd name="connsiteX143-689" fmla="*/ 1727 w 6642"/>
                    <a:gd name="connsiteY143-690" fmla="*/ 5071 h 5728"/>
                    <a:gd name="connsiteX144-691" fmla="*/ 1530 w 6642"/>
                    <a:gd name="connsiteY144-692" fmla="*/ 5007 h 5728"/>
                    <a:gd name="connsiteX145-693" fmla="*/ 1459 w 6642"/>
                    <a:gd name="connsiteY145-694" fmla="*/ 5064 h 5728"/>
                    <a:gd name="connsiteX146-695" fmla="*/ 1353 w 6642"/>
                    <a:gd name="connsiteY146-696" fmla="*/ 5111 h 5728"/>
                    <a:gd name="connsiteX147-697" fmla="*/ 1290 w 6642"/>
                    <a:gd name="connsiteY147-698" fmla="*/ 5063 h 5728"/>
                    <a:gd name="connsiteX148-699" fmla="*/ 1052 w 6642"/>
                    <a:gd name="connsiteY148-700" fmla="*/ 5254 h 5728"/>
                    <a:gd name="connsiteX149-701" fmla="*/ 924 w 6642"/>
                    <a:gd name="connsiteY149-702" fmla="*/ 5231 h 5728"/>
                    <a:gd name="connsiteX150-703" fmla="*/ 813 w 6642"/>
                    <a:gd name="connsiteY150-704" fmla="*/ 5097 h 5728"/>
                    <a:gd name="connsiteX151-705" fmla="*/ 683 w 6642"/>
                    <a:gd name="connsiteY151-706" fmla="*/ 4930 h 5728"/>
                    <a:gd name="connsiteX152-707" fmla="*/ 572 w 6642"/>
                    <a:gd name="connsiteY152-708" fmla="*/ 4806 h 5728"/>
                    <a:gd name="connsiteX153-709" fmla="*/ 505 w 6642"/>
                    <a:gd name="connsiteY153-710" fmla="*/ 4788 h 5728"/>
                    <a:gd name="connsiteX154-711" fmla="*/ 640 w 6642"/>
                    <a:gd name="connsiteY154-712" fmla="*/ 4631 h 5728"/>
                    <a:gd name="connsiteX155-713" fmla="*/ 683 w 6642"/>
                    <a:gd name="connsiteY155-714" fmla="*/ 4541 h 5728"/>
                    <a:gd name="connsiteX156-715" fmla="*/ 651 w 6642"/>
                    <a:gd name="connsiteY156-716" fmla="*/ 4438 h 5728"/>
                    <a:gd name="connsiteX157-717" fmla="*/ 277 w 6642"/>
                    <a:gd name="connsiteY157-718" fmla="*/ 4491 h 5728"/>
                    <a:gd name="connsiteX158-719" fmla="*/ 187 w 6642"/>
                    <a:gd name="connsiteY158-720" fmla="*/ 4518 h 5728"/>
                    <a:gd name="connsiteX159-721" fmla="*/ 195 w 6642"/>
                    <a:gd name="connsiteY159-722" fmla="*/ 4384 h 5728"/>
                    <a:gd name="connsiteX160-723" fmla="*/ 147 w 6642"/>
                    <a:gd name="connsiteY160-724" fmla="*/ 4318 h 5728"/>
                    <a:gd name="connsiteX161-725" fmla="*/ 39 w 6642"/>
                    <a:gd name="connsiteY161-726" fmla="*/ 4220 h 5728"/>
                    <a:gd name="connsiteX162-727" fmla="*/ 75 w 6642"/>
                    <a:gd name="connsiteY162-728" fmla="*/ 4093 h 5728"/>
                    <a:gd name="connsiteX163-729" fmla="*/ 63 w 6642"/>
                    <a:gd name="connsiteY163-730" fmla="*/ 3929 h 5728"/>
                    <a:gd name="connsiteX164-731" fmla="*/ 0 w 6642"/>
                    <a:gd name="connsiteY164-732" fmla="*/ 3842 h 5728"/>
                    <a:gd name="connsiteX165-733" fmla="*/ 0 w 6642"/>
                    <a:gd name="connsiteY165-734" fmla="*/ 3737 h 5728"/>
                    <a:gd name="connsiteX166-735" fmla="*/ 303 w 6642"/>
                    <a:gd name="connsiteY166-736" fmla="*/ 3824 h 5728"/>
                    <a:gd name="connsiteX167-737" fmla="*/ 830 w 6642"/>
                    <a:gd name="connsiteY167-738" fmla="*/ 3840 h 5728"/>
                    <a:gd name="connsiteX168-739" fmla="*/ 1044 w 6642"/>
                    <a:gd name="connsiteY168-740" fmla="*/ 3908 h 5728"/>
                    <a:gd name="connsiteX169-741" fmla="*/ 1213 w 6642"/>
                    <a:gd name="connsiteY169-742" fmla="*/ 4053 h 5728"/>
                    <a:gd name="connsiteX170-743" fmla="*/ 1257 w 6642"/>
                    <a:gd name="connsiteY170-744" fmla="*/ 4077 h 5728"/>
                    <a:gd name="connsiteX171-745" fmla="*/ 1417 w 6642"/>
                    <a:gd name="connsiteY171-746" fmla="*/ 4107 h 5728"/>
                    <a:gd name="connsiteX172-747" fmla="*/ 1487 w 6642"/>
                    <a:gd name="connsiteY172-748" fmla="*/ 4158 h 5728"/>
                    <a:gd name="connsiteX173-749" fmla="*/ 1688 w 6642"/>
                    <a:gd name="connsiteY173-750" fmla="*/ 4229 h 5728"/>
                    <a:gd name="connsiteX174-751" fmla="*/ 1904 w 6642"/>
                    <a:gd name="connsiteY174-752" fmla="*/ 4309 h 5728"/>
                    <a:gd name="connsiteX175-753" fmla="*/ 2068 w 6642"/>
                    <a:gd name="connsiteY175-754" fmla="*/ 4212 h 5728"/>
                    <a:gd name="connsiteX176-755" fmla="*/ 2267 w 6642"/>
                    <a:gd name="connsiteY176-756" fmla="*/ 4125 h 5728"/>
                    <a:gd name="connsiteX177-757" fmla="*/ 2363 w 6642"/>
                    <a:gd name="connsiteY177-758" fmla="*/ 4075 h 5728"/>
                    <a:gd name="connsiteX178-759" fmla="*/ 2539 w 6642"/>
                    <a:gd name="connsiteY178-760" fmla="*/ 3995 h 5728"/>
                    <a:gd name="connsiteX179-761" fmla="*/ 2721 w 6642"/>
                    <a:gd name="connsiteY179-762" fmla="*/ 3970 h 5728"/>
                    <a:gd name="connsiteX180-763" fmla="*/ 3073 w 6642"/>
                    <a:gd name="connsiteY180-764" fmla="*/ 3979 h 5728"/>
                    <a:gd name="connsiteX181-765" fmla="*/ 3416 w 6642"/>
                    <a:gd name="connsiteY181-766" fmla="*/ 3722 h 5728"/>
                    <a:gd name="connsiteX182-767" fmla="*/ 3519 w 6642"/>
                    <a:gd name="connsiteY182-768" fmla="*/ 3636 h 5728"/>
                    <a:gd name="connsiteX183-769" fmla="*/ 3609 w 6642"/>
                    <a:gd name="connsiteY183-770" fmla="*/ 3563 h 5728"/>
                    <a:gd name="connsiteX184-771" fmla="*/ 3705 w 6642"/>
                    <a:gd name="connsiteY184-772" fmla="*/ 3503 h 5728"/>
                    <a:gd name="connsiteX185-773" fmla="*/ 3702 w 6642"/>
                    <a:gd name="connsiteY185-774" fmla="*/ 3422 h 5728"/>
                    <a:gd name="connsiteX186-775" fmla="*/ 3597 w 6642"/>
                    <a:gd name="connsiteY186-776" fmla="*/ 3317 h 5728"/>
                    <a:gd name="connsiteX187-777" fmla="*/ 3582 w 6642"/>
                    <a:gd name="connsiteY187-778" fmla="*/ 3252 h 5728"/>
                    <a:gd name="connsiteX188-779" fmla="*/ 3692 w 6642"/>
                    <a:gd name="connsiteY188-780" fmla="*/ 3012 h 5728"/>
                    <a:gd name="connsiteX189-781" fmla="*/ 3835 w 6642"/>
                    <a:gd name="connsiteY189-782" fmla="*/ 3094 h 5728"/>
                    <a:gd name="connsiteX190-783" fmla="*/ 3915 w 6642"/>
                    <a:gd name="connsiteY190-784" fmla="*/ 3122 h 5728"/>
                    <a:gd name="connsiteX191-785" fmla="*/ 3998 w 6642"/>
                    <a:gd name="connsiteY191-786" fmla="*/ 3124 h 5728"/>
                    <a:gd name="connsiteX192-787" fmla="*/ 4258 w 6642"/>
                    <a:gd name="connsiteY192-788" fmla="*/ 2876 h 5728"/>
                    <a:gd name="connsiteX193-789" fmla="*/ 4431 w 6642"/>
                    <a:gd name="connsiteY193-790" fmla="*/ 2857 h 5728"/>
                    <a:gd name="connsiteX194-791" fmla="*/ 4543 w 6642"/>
                    <a:gd name="connsiteY194-792" fmla="*/ 2801 h 5728"/>
                    <a:gd name="connsiteX195-793" fmla="*/ 4626 w 6642"/>
                    <a:gd name="connsiteY195-794" fmla="*/ 2724 h 5728"/>
                    <a:gd name="connsiteX196-795" fmla="*/ 4672 w 6642"/>
                    <a:gd name="connsiteY196-796" fmla="*/ 2621 h 5728"/>
                    <a:gd name="connsiteX197-797" fmla="*/ 4903 w 6642"/>
                    <a:gd name="connsiteY197-798" fmla="*/ 2469 h 5728"/>
                    <a:gd name="connsiteX198-799" fmla="*/ 5060 w 6642"/>
                    <a:gd name="connsiteY198-800" fmla="*/ 2356 h 5728"/>
                    <a:gd name="connsiteX199-801" fmla="*/ 5411 w 6642"/>
                    <a:gd name="connsiteY199-802" fmla="*/ 2351 h 5728"/>
                    <a:gd name="connsiteX0-803" fmla="*/ 5456 w 6642"/>
                    <a:gd name="connsiteY0-804" fmla="*/ 2333 h 5728"/>
                    <a:gd name="connsiteX1-805" fmla="*/ 5454 w 6642"/>
                    <a:gd name="connsiteY1-806" fmla="*/ 2117 h 5728"/>
                    <a:gd name="connsiteX2-807" fmla="*/ 5378 w 6642"/>
                    <a:gd name="connsiteY2-808" fmla="*/ 2039 h 5728"/>
                    <a:gd name="connsiteX3-809" fmla="*/ 5235 w 6642"/>
                    <a:gd name="connsiteY3-810" fmla="*/ 1951 h 5728"/>
                    <a:gd name="connsiteX4-811" fmla="*/ 5143 w 6642"/>
                    <a:gd name="connsiteY4-812" fmla="*/ 1827 h 5728"/>
                    <a:gd name="connsiteX5-813" fmla="*/ 5047 w 6642"/>
                    <a:gd name="connsiteY5-814" fmla="*/ 1828 h 5728"/>
                    <a:gd name="connsiteX6-815" fmla="*/ 5002 w 6642"/>
                    <a:gd name="connsiteY6-816" fmla="*/ 1883 h 5728"/>
                    <a:gd name="connsiteX7-817" fmla="*/ 4909 w 6642"/>
                    <a:gd name="connsiteY7-818" fmla="*/ 1877 h 5728"/>
                    <a:gd name="connsiteX8-819" fmla="*/ 4889 w 6642"/>
                    <a:gd name="connsiteY8-820" fmla="*/ 1994 h 5728"/>
                    <a:gd name="connsiteX9-821" fmla="*/ 4708 w 6642"/>
                    <a:gd name="connsiteY9-822" fmla="*/ 1941 h 5728"/>
                    <a:gd name="connsiteX10-823" fmla="*/ 4625 w 6642"/>
                    <a:gd name="connsiteY10-824" fmla="*/ 1939 h 5728"/>
                    <a:gd name="connsiteX11-825" fmla="*/ 4500 w 6642"/>
                    <a:gd name="connsiteY11-826" fmla="*/ 2014 h 5728"/>
                    <a:gd name="connsiteX12-827" fmla="*/ 4388 w 6642"/>
                    <a:gd name="connsiteY12-828" fmla="*/ 1890 h 5728"/>
                    <a:gd name="connsiteX13-829" fmla="*/ 4482 w 6642"/>
                    <a:gd name="connsiteY13-830" fmla="*/ 1804 h 5728"/>
                    <a:gd name="connsiteX14-831" fmla="*/ 4486 w 6642"/>
                    <a:gd name="connsiteY14-832" fmla="*/ 1634 h 5728"/>
                    <a:gd name="connsiteX15-833" fmla="*/ 4541 w 6642"/>
                    <a:gd name="connsiteY15-834" fmla="*/ 1514 h 5728"/>
                    <a:gd name="connsiteX16-835" fmla="*/ 4584 w 6642"/>
                    <a:gd name="connsiteY16-836" fmla="*/ 1306 h 5728"/>
                    <a:gd name="connsiteX17-837" fmla="*/ 4644 w 6642"/>
                    <a:gd name="connsiteY17-838" fmla="*/ 1307 h 5728"/>
                    <a:gd name="connsiteX18-839" fmla="*/ 4967 w 6642"/>
                    <a:gd name="connsiteY18-840" fmla="*/ 1286 h 5728"/>
                    <a:gd name="connsiteX19-841" fmla="*/ 5141 w 6642"/>
                    <a:gd name="connsiteY19-842" fmla="*/ 1117 h 5728"/>
                    <a:gd name="connsiteX20-843" fmla="*/ 5210 w 6642"/>
                    <a:gd name="connsiteY20-844" fmla="*/ 748 h 5728"/>
                    <a:gd name="connsiteX21-845" fmla="*/ 5320 w 6642"/>
                    <a:gd name="connsiteY21-846" fmla="*/ 486 h 5728"/>
                    <a:gd name="connsiteX22-847" fmla="*/ 5318 w 6642"/>
                    <a:gd name="connsiteY22-848" fmla="*/ 358 h 5728"/>
                    <a:gd name="connsiteX23-849" fmla="*/ 5305 w 6642"/>
                    <a:gd name="connsiteY23-850" fmla="*/ 328 h 5728"/>
                    <a:gd name="connsiteX24-851" fmla="*/ 5238 w 6642"/>
                    <a:gd name="connsiteY24-852" fmla="*/ 251 h 5728"/>
                    <a:gd name="connsiteX25-853" fmla="*/ 5178 w 6642"/>
                    <a:gd name="connsiteY25-854" fmla="*/ 217 h 5728"/>
                    <a:gd name="connsiteX26-855" fmla="*/ 5303 w 6642"/>
                    <a:gd name="connsiteY26-856" fmla="*/ 56 h 5728"/>
                    <a:gd name="connsiteX27-857" fmla="*/ 5476 w 6642"/>
                    <a:gd name="connsiteY27-858" fmla="*/ 2 h 5728"/>
                    <a:gd name="connsiteX28-859" fmla="*/ 5508 w 6642"/>
                    <a:gd name="connsiteY28-860" fmla="*/ 49 h 5728"/>
                    <a:gd name="connsiteX29-861" fmla="*/ 5498 w 6642"/>
                    <a:gd name="connsiteY29-862" fmla="*/ 133 h 5728"/>
                    <a:gd name="connsiteX30-863" fmla="*/ 5437 w 6642"/>
                    <a:gd name="connsiteY30-864" fmla="*/ 243 h 5728"/>
                    <a:gd name="connsiteX31-865" fmla="*/ 5507 w 6642"/>
                    <a:gd name="connsiteY31-866" fmla="*/ 301 h 5728"/>
                    <a:gd name="connsiteX32-867" fmla="*/ 5621 w 6642"/>
                    <a:gd name="connsiteY32-868" fmla="*/ 366 h 5728"/>
                    <a:gd name="connsiteX33-869" fmla="*/ 5641 w 6642"/>
                    <a:gd name="connsiteY33-870" fmla="*/ 255 h 5728"/>
                    <a:gd name="connsiteX34-871" fmla="*/ 5775 w 6642"/>
                    <a:gd name="connsiteY34-872" fmla="*/ 291 h 5728"/>
                    <a:gd name="connsiteX35-873" fmla="*/ 5800 w 6642"/>
                    <a:gd name="connsiteY35-874" fmla="*/ 331 h 5728"/>
                    <a:gd name="connsiteX36-875" fmla="*/ 5876 w 6642"/>
                    <a:gd name="connsiteY36-876" fmla="*/ 562 h 5728"/>
                    <a:gd name="connsiteX37-877" fmla="*/ 5911 w 6642"/>
                    <a:gd name="connsiteY37-878" fmla="*/ 586 h 5728"/>
                    <a:gd name="connsiteX38-879" fmla="*/ 6003 w 6642"/>
                    <a:gd name="connsiteY38-880" fmla="*/ 578 h 5728"/>
                    <a:gd name="connsiteX39-881" fmla="*/ 6263 w 6642"/>
                    <a:gd name="connsiteY39-882" fmla="*/ 490 h 5728"/>
                    <a:gd name="connsiteX40-883" fmla="*/ 6483 w 6642"/>
                    <a:gd name="connsiteY40-884" fmla="*/ 479 h 5728"/>
                    <a:gd name="connsiteX41-885" fmla="*/ 6543 w 6642"/>
                    <a:gd name="connsiteY41-886" fmla="*/ 648 h 5728"/>
                    <a:gd name="connsiteX42-887" fmla="*/ 6461 w 6642"/>
                    <a:gd name="connsiteY42-888" fmla="*/ 944 h 5728"/>
                    <a:gd name="connsiteX43-889" fmla="*/ 6461 w 6642"/>
                    <a:gd name="connsiteY43-890" fmla="*/ 1022 h 5728"/>
                    <a:gd name="connsiteX44-891" fmla="*/ 6530 w 6642"/>
                    <a:gd name="connsiteY44-892" fmla="*/ 1168 h 5728"/>
                    <a:gd name="connsiteX45-893" fmla="*/ 6545 w 6642"/>
                    <a:gd name="connsiteY45-894" fmla="*/ 1427 h 5728"/>
                    <a:gd name="connsiteX46-895" fmla="*/ 6547 w 6642"/>
                    <a:gd name="connsiteY46-896" fmla="*/ 1617 h 5728"/>
                    <a:gd name="connsiteX47-897" fmla="*/ 6480 w 6642"/>
                    <a:gd name="connsiteY47-898" fmla="*/ 1625 h 5728"/>
                    <a:gd name="connsiteX48-899" fmla="*/ 6458 w 6642"/>
                    <a:gd name="connsiteY48-900" fmla="*/ 1507 h 5728"/>
                    <a:gd name="connsiteX49-901" fmla="*/ 6423 w 6642"/>
                    <a:gd name="connsiteY49-902" fmla="*/ 1450 h 5728"/>
                    <a:gd name="connsiteX50-903" fmla="*/ 6333 w 6642"/>
                    <a:gd name="connsiteY50-904" fmla="*/ 1582 h 5728"/>
                    <a:gd name="connsiteX51-905" fmla="*/ 6220 w 6642"/>
                    <a:gd name="connsiteY51-906" fmla="*/ 1776 h 5728"/>
                    <a:gd name="connsiteX52-907" fmla="*/ 6101 w 6642"/>
                    <a:gd name="connsiteY52-908" fmla="*/ 1904 h 5728"/>
                    <a:gd name="connsiteX53-909" fmla="*/ 6094 w 6642"/>
                    <a:gd name="connsiteY53-910" fmla="*/ 2018 h 5728"/>
                    <a:gd name="connsiteX54-911" fmla="*/ 6154 w 6642"/>
                    <a:gd name="connsiteY54-912" fmla="*/ 2115 h 5728"/>
                    <a:gd name="connsiteX55-913" fmla="*/ 6256 w 6642"/>
                    <a:gd name="connsiteY55-914" fmla="*/ 2183 h 5728"/>
                    <a:gd name="connsiteX56-915" fmla="*/ 6333 w 6642"/>
                    <a:gd name="connsiteY56-916" fmla="*/ 2178 h 5728"/>
                    <a:gd name="connsiteX57-917" fmla="*/ 6378 w 6642"/>
                    <a:gd name="connsiteY57-918" fmla="*/ 2104 h 5728"/>
                    <a:gd name="connsiteX58-919" fmla="*/ 6412 w 6642"/>
                    <a:gd name="connsiteY58-920" fmla="*/ 2210 h 5728"/>
                    <a:gd name="connsiteX59-921" fmla="*/ 6300 w 6642"/>
                    <a:gd name="connsiteY59-922" fmla="*/ 2249 h 5728"/>
                    <a:gd name="connsiteX60-923" fmla="*/ 6347 w 6642"/>
                    <a:gd name="connsiteY60-924" fmla="*/ 2362 h 5728"/>
                    <a:gd name="connsiteX61-925" fmla="*/ 6212 w 6642"/>
                    <a:gd name="connsiteY61-926" fmla="*/ 2509 h 5728"/>
                    <a:gd name="connsiteX62-927" fmla="*/ 6171 w 6642"/>
                    <a:gd name="connsiteY62-928" fmla="*/ 2498 h 5728"/>
                    <a:gd name="connsiteX63-929" fmla="*/ 6047 w 6642"/>
                    <a:gd name="connsiteY63-930" fmla="*/ 2413 h 5728"/>
                    <a:gd name="connsiteX64-931" fmla="*/ 5992 w 6642"/>
                    <a:gd name="connsiteY64-932" fmla="*/ 2412 h 5728"/>
                    <a:gd name="connsiteX65-933" fmla="*/ 5957 w 6642"/>
                    <a:gd name="connsiteY65-934" fmla="*/ 2480 h 5728"/>
                    <a:gd name="connsiteX66-935" fmla="*/ 5960 w 6642"/>
                    <a:gd name="connsiteY66-936" fmla="*/ 2562 h 5728"/>
                    <a:gd name="connsiteX67-937" fmla="*/ 6138 w 6642"/>
                    <a:gd name="connsiteY67-938" fmla="*/ 2730 h 5728"/>
                    <a:gd name="connsiteX68-939" fmla="*/ 6137 w 6642"/>
                    <a:gd name="connsiteY68-940" fmla="*/ 2844 h 5728"/>
                    <a:gd name="connsiteX69-941" fmla="*/ 6228 w 6642"/>
                    <a:gd name="connsiteY69-942" fmla="*/ 3060 h 5728"/>
                    <a:gd name="connsiteX70-943" fmla="*/ 6254 w 6642"/>
                    <a:gd name="connsiteY70-944" fmla="*/ 3090 h 5728"/>
                    <a:gd name="connsiteX71-945" fmla="*/ 6298 w 6642"/>
                    <a:gd name="connsiteY71-946" fmla="*/ 3094 h 5728"/>
                    <a:gd name="connsiteX72-947" fmla="*/ 6344 w 6642"/>
                    <a:gd name="connsiteY72-948" fmla="*/ 3010 h 5728"/>
                    <a:gd name="connsiteX73-949" fmla="*/ 6424 w 6642"/>
                    <a:gd name="connsiteY73-950" fmla="*/ 2950 h 5728"/>
                    <a:gd name="connsiteX74-951" fmla="*/ 6519 w 6642"/>
                    <a:gd name="connsiteY74-952" fmla="*/ 3126 h 5728"/>
                    <a:gd name="connsiteX75-953" fmla="*/ 6629 w 6642"/>
                    <a:gd name="connsiteY75-954" fmla="*/ 3312 h 5728"/>
                    <a:gd name="connsiteX76-955" fmla="*/ 6642 w 6642"/>
                    <a:gd name="connsiteY76-956" fmla="*/ 3342 h 5728"/>
                    <a:gd name="connsiteX77-957" fmla="*/ 6631 w 6642"/>
                    <a:gd name="connsiteY77-958" fmla="*/ 3518 h 5728"/>
                    <a:gd name="connsiteX78-959" fmla="*/ 6596 w 6642"/>
                    <a:gd name="connsiteY78-960" fmla="*/ 3554 h 5728"/>
                    <a:gd name="connsiteX79-961" fmla="*/ 6507 w 6642"/>
                    <a:gd name="connsiteY79-962" fmla="*/ 3515 h 5728"/>
                    <a:gd name="connsiteX80-963" fmla="*/ 6273 w 6642"/>
                    <a:gd name="connsiteY80-964" fmla="*/ 3644 h 5728"/>
                    <a:gd name="connsiteX81-965" fmla="*/ 6247 w 6642"/>
                    <a:gd name="connsiteY81-966" fmla="*/ 3666 h 5728"/>
                    <a:gd name="connsiteX82-967" fmla="*/ 6067 w 6642"/>
                    <a:gd name="connsiteY82-968" fmla="*/ 3812 h 5728"/>
                    <a:gd name="connsiteX83-969" fmla="*/ 5926 w 6642"/>
                    <a:gd name="connsiteY83-970" fmla="*/ 3926 h 5728"/>
                    <a:gd name="connsiteX84-971" fmla="*/ 5891 w 6642"/>
                    <a:gd name="connsiteY84-972" fmla="*/ 3965 h 5728"/>
                    <a:gd name="connsiteX85-973" fmla="*/ 5839 w 6642"/>
                    <a:gd name="connsiteY85-974" fmla="*/ 3973 h 5728"/>
                    <a:gd name="connsiteX86-975" fmla="*/ 5782 w 6642"/>
                    <a:gd name="connsiteY86-976" fmla="*/ 3916 h 5728"/>
                    <a:gd name="connsiteX87-977" fmla="*/ 5658 w 6642"/>
                    <a:gd name="connsiteY87-978" fmla="*/ 3808 h 5728"/>
                    <a:gd name="connsiteX88-979" fmla="*/ 5682 w 6642"/>
                    <a:gd name="connsiteY88-980" fmla="*/ 4064 h 5728"/>
                    <a:gd name="connsiteX89-981" fmla="*/ 5691 w 6642"/>
                    <a:gd name="connsiteY89-982" fmla="*/ 4192 h 5728"/>
                    <a:gd name="connsiteX90-983" fmla="*/ 5429 w 6642"/>
                    <a:gd name="connsiteY90-984" fmla="*/ 4166 h 5728"/>
                    <a:gd name="connsiteX91-985" fmla="*/ 5347 w 6642"/>
                    <a:gd name="connsiteY91-986" fmla="*/ 3987 h 5728"/>
                    <a:gd name="connsiteX92-987" fmla="*/ 5265 w 6642"/>
                    <a:gd name="connsiteY92-988" fmla="*/ 3802 h 5728"/>
                    <a:gd name="connsiteX93-989" fmla="*/ 5003 w 6642"/>
                    <a:gd name="connsiteY93-990" fmla="*/ 3867 h 5728"/>
                    <a:gd name="connsiteX94-991" fmla="*/ 4999 w 6642"/>
                    <a:gd name="connsiteY94-992" fmla="*/ 4057 h 5728"/>
                    <a:gd name="connsiteX95-993" fmla="*/ 4807 w 6642"/>
                    <a:gd name="connsiteY95-994" fmla="*/ 4072 h 5728"/>
                    <a:gd name="connsiteX96-995" fmla="*/ 4634 w 6642"/>
                    <a:gd name="connsiteY96-996" fmla="*/ 4175 h 5728"/>
                    <a:gd name="connsiteX97-997" fmla="*/ 4569 w 6642"/>
                    <a:gd name="connsiteY97-998" fmla="*/ 4246 h 5728"/>
                    <a:gd name="connsiteX98-999" fmla="*/ 4506 w 6642"/>
                    <a:gd name="connsiteY98-1000" fmla="*/ 4159 h 5728"/>
                    <a:gd name="connsiteX99-1001" fmla="*/ 4541 w 6642"/>
                    <a:gd name="connsiteY99-1002" fmla="*/ 4134 h 5728"/>
                    <a:gd name="connsiteX100-1003" fmla="*/ 4408 w 6642"/>
                    <a:gd name="connsiteY100-1004" fmla="*/ 3980 h 5728"/>
                    <a:gd name="connsiteX101-1005" fmla="*/ 4340 w 6642"/>
                    <a:gd name="connsiteY101-1006" fmla="*/ 4188 h 5728"/>
                    <a:gd name="connsiteX102-1007" fmla="*/ 4282 w 6642"/>
                    <a:gd name="connsiteY102-1008" fmla="*/ 4193 h 5728"/>
                    <a:gd name="connsiteX103-1009" fmla="*/ 4260 w 6642"/>
                    <a:gd name="connsiteY103-1010" fmla="*/ 4238 h 5728"/>
                    <a:gd name="connsiteX104-1011" fmla="*/ 4231 w 6642"/>
                    <a:gd name="connsiteY104-1012" fmla="*/ 4250 h 5728"/>
                    <a:gd name="connsiteX105-1013" fmla="*/ 4230 w 6642"/>
                    <a:gd name="connsiteY105-1014" fmla="*/ 4427 h 5728"/>
                    <a:gd name="connsiteX106-1015" fmla="*/ 4290 w 6642"/>
                    <a:gd name="connsiteY106-1016" fmla="*/ 4504 h 5728"/>
                    <a:gd name="connsiteX107-1017" fmla="*/ 4293 w 6642"/>
                    <a:gd name="connsiteY107-1018" fmla="*/ 4556 h 5728"/>
                    <a:gd name="connsiteX108-1019" fmla="*/ 4257 w 6642"/>
                    <a:gd name="connsiteY108-1020" fmla="*/ 4614 h 5728"/>
                    <a:gd name="connsiteX109-1021" fmla="*/ 3992 w 6642"/>
                    <a:gd name="connsiteY109-1022" fmla="*/ 4680 h 5728"/>
                    <a:gd name="connsiteX110-1023" fmla="*/ 3857 w 6642"/>
                    <a:gd name="connsiteY110-1024" fmla="*/ 4739 h 5728"/>
                    <a:gd name="connsiteX111-1025" fmla="*/ 3815 w 6642"/>
                    <a:gd name="connsiteY111-1026" fmla="*/ 4777 h 5728"/>
                    <a:gd name="connsiteX112-1027" fmla="*/ 3616 w 6642"/>
                    <a:gd name="connsiteY112-1028" fmla="*/ 5021 h 5728"/>
                    <a:gd name="connsiteX113-1029" fmla="*/ 3543 w 6642"/>
                    <a:gd name="connsiteY113-1030" fmla="*/ 4970 h 5728"/>
                    <a:gd name="connsiteX114-1031" fmla="*/ 3460 w 6642"/>
                    <a:gd name="connsiteY114-1032" fmla="*/ 4971 h 5728"/>
                    <a:gd name="connsiteX115-1033" fmla="*/ 3424 w 6642"/>
                    <a:gd name="connsiteY115-1034" fmla="*/ 5045 h 5728"/>
                    <a:gd name="connsiteX116-1035" fmla="*/ 3313 w 6642"/>
                    <a:gd name="connsiteY116-1036" fmla="*/ 5000 h 5728"/>
                    <a:gd name="connsiteX117-1037" fmla="*/ 3235 w 6642"/>
                    <a:gd name="connsiteY117-1038" fmla="*/ 5109 h 5728"/>
                    <a:gd name="connsiteX118-1039" fmla="*/ 3013 w 6642"/>
                    <a:gd name="connsiteY118-1040" fmla="*/ 5349 h 5728"/>
                    <a:gd name="connsiteX119-1041" fmla="*/ 2993 w 6642"/>
                    <a:gd name="connsiteY119-1042" fmla="*/ 5516 h 5728"/>
                    <a:gd name="connsiteX120-1043" fmla="*/ 2976 w 6642"/>
                    <a:gd name="connsiteY120-1044" fmla="*/ 5659 h 5728"/>
                    <a:gd name="connsiteX121-1045" fmla="*/ 2960 w 6642"/>
                    <a:gd name="connsiteY121-1046" fmla="*/ 5669 h 5728"/>
                    <a:gd name="connsiteX122-1047" fmla="*/ 2638 w 6642"/>
                    <a:gd name="connsiteY122-1048" fmla="*/ 5621 h 5728"/>
                    <a:gd name="connsiteX123-1049" fmla="*/ 2536 w 6642"/>
                    <a:gd name="connsiteY123-1050" fmla="*/ 5566 h 5728"/>
                    <a:gd name="connsiteX124-1051" fmla="*/ 2482 w 6642"/>
                    <a:gd name="connsiteY124-1052" fmla="*/ 5503 h 5728"/>
                    <a:gd name="connsiteX125-1053" fmla="*/ 2377 w 6642"/>
                    <a:gd name="connsiteY125-1054" fmla="*/ 5477 h 5728"/>
                    <a:gd name="connsiteX126-1055" fmla="*/ 2377 w 6642"/>
                    <a:gd name="connsiteY126-1056" fmla="*/ 5379 h 5728"/>
                    <a:gd name="connsiteX127-1057" fmla="*/ 2481 w 6642"/>
                    <a:gd name="connsiteY127-1058" fmla="*/ 5149 h 5728"/>
                    <a:gd name="connsiteX128-1059" fmla="*/ 2341 w 6642"/>
                    <a:gd name="connsiteY128-1060" fmla="*/ 5070 h 5728"/>
                    <a:gd name="connsiteX129-1061" fmla="*/ 2299 w 6642"/>
                    <a:gd name="connsiteY129-1062" fmla="*/ 5095 h 5728"/>
                    <a:gd name="connsiteX130-1063" fmla="*/ 2209 w 6642"/>
                    <a:gd name="connsiteY130-1064" fmla="*/ 5214 h 5728"/>
                    <a:gd name="connsiteX131-1065" fmla="*/ 2177 w 6642"/>
                    <a:gd name="connsiteY131-1066" fmla="*/ 5276 h 5728"/>
                    <a:gd name="connsiteX132-1067" fmla="*/ 2115 w 6642"/>
                    <a:gd name="connsiteY132-1068" fmla="*/ 5386 h 5728"/>
                    <a:gd name="connsiteX133-1069" fmla="*/ 2121 w 6642"/>
                    <a:gd name="connsiteY133-1070" fmla="*/ 5510 h 5728"/>
                    <a:gd name="connsiteX134-1071" fmla="*/ 2082 w 6642"/>
                    <a:gd name="connsiteY134-1072" fmla="*/ 5558 h 5728"/>
                    <a:gd name="connsiteX135-1073" fmla="*/ 1951 w 6642"/>
                    <a:gd name="connsiteY135-1074" fmla="*/ 5617 h 5728"/>
                    <a:gd name="connsiteX136-1075" fmla="*/ 1785 w 6642"/>
                    <a:gd name="connsiteY136-1076" fmla="*/ 5649 h 5728"/>
                    <a:gd name="connsiteX137-1077" fmla="*/ 1682 w 6642"/>
                    <a:gd name="connsiteY137-1078" fmla="*/ 5728 h 5728"/>
                    <a:gd name="connsiteX138-1079" fmla="*/ 1568 w 6642"/>
                    <a:gd name="connsiteY138-1080" fmla="*/ 5611 h 5728"/>
                    <a:gd name="connsiteX139-1081" fmla="*/ 1508 w 6642"/>
                    <a:gd name="connsiteY139-1082" fmla="*/ 5485 h 5728"/>
                    <a:gd name="connsiteX140-1083" fmla="*/ 1630 w 6642"/>
                    <a:gd name="connsiteY140-1084" fmla="*/ 5242 h 5728"/>
                    <a:gd name="connsiteX141-1085" fmla="*/ 1685 w 6642"/>
                    <a:gd name="connsiteY141-1086" fmla="*/ 5195 h 5728"/>
                    <a:gd name="connsiteX142-1087" fmla="*/ 1730 w 6642"/>
                    <a:gd name="connsiteY142-1088" fmla="*/ 5120 h 5728"/>
                    <a:gd name="connsiteX143-1089" fmla="*/ 1727 w 6642"/>
                    <a:gd name="connsiteY143-1090" fmla="*/ 5071 h 5728"/>
                    <a:gd name="connsiteX144-1091" fmla="*/ 1530 w 6642"/>
                    <a:gd name="connsiteY144-1092" fmla="*/ 5007 h 5728"/>
                    <a:gd name="connsiteX145-1093" fmla="*/ 1459 w 6642"/>
                    <a:gd name="connsiteY145-1094" fmla="*/ 5064 h 5728"/>
                    <a:gd name="connsiteX146-1095" fmla="*/ 1353 w 6642"/>
                    <a:gd name="connsiteY146-1096" fmla="*/ 5111 h 5728"/>
                    <a:gd name="connsiteX147-1097" fmla="*/ 1290 w 6642"/>
                    <a:gd name="connsiteY147-1098" fmla="*/ 5063 h 5728"/>
                    <a:gd name="connsiteX148-1099" fmla="*/ 1052 w 6642"/>
                    <a:gd name="connsiteY148-1100" fmla="*/ 5254 h 5728"/>
                    <a:gd name="connsiteX149-1101" fmla="*/ 924 w 6642"/>
                    <a:gd name="connsiteY149-1102" fmla="*/ 5231 h 5728"/>
                    <a:gd name="connsiteX150-1103" fmla="*/ 813 w 6642"/>
                    <a:gd name="connsiteY150-1104" fmla="*/ 5097 h 5728"/>
                    <a:gd name="connsiteX151-1105" fmla="*/ 683 w 6642"/>
                    <a:gd name="connsiteY151-1106" fmla="*/ 4930 h 5728"/>
                    <a:gd name="connsiteX152-1107" fmla="*/ 572 w 6642"/>
                    <a:gd name="connsiteY152-1108" fmla="*/ 4806 h 5728"/>
                    <a:gd name="connsiteX153-1109" fmla="*/ 505 w 6642"/>
                    <a:gd name="connsiteY153-1110" fmla="*/ 4788 h 5728"/>
                    <a:gd name="connsiteX154-1111" fmla="*/ 640 w 6642"/>
                    <a:gd name="connsiteY154-1112" fmla="*/ 4631 h 5728"/>
                    <a:gd name="connsiteX155-1113" fmla="*/ 683 w 6642"/>
                    <a:gd name="connsiteY155-1114" fmla="*/ 4541 h 5728"/>
                    <a:gd name="connsiteX156-1115" fmla="*/ 651 w 6642"/>
                    <a:gd name="connsiteY156-1116" fmla="*/ 4438 h 5728"/>
                    <a:gd name="connsiteX157-1117" fmla="*/ 277 w 6642"/>
                    <a:gd name="connsiteY157-1118" fmla="*/ 4491 h 5728"/>
                    <a:gd name="connsiteX158-1119" fmla="*/ 187 w 6642"/>
                    <a:gd name="connsiteY158-1120" fmla="*/ 4518 h 5728"/>
                    <a:gd name="connsiteX159-1121" fmla="*/ 195 w 6642"/>
                    <a:gd name="connsiteY159-1122" fmla="*/ 4384 h 5728"/>
                    <a:gd name="connsiteX160-1123" fmla="*/ 147 w 6642"/>
                    <a:gd name="connsiteY160-1124" fmla="*/ 4318 h 5728"/>
                    <a:gd name="connsiteX161-1125" fmla="*/ 39 w 6642"/>
                    <a:gd name="connsiteY161-1126" fmla="*/ 4220 h 5728"/>
                    <a:gd name="connsiteX162-1127" fmla="*/ 75 w 6642"/>
                    <a:gd name="connsiteY162-1128" fmla="*/ 4093 h 5728"/>
                    <a:gd name="connsiteX163-1129" fmla="*/ 63 w 6642"/>
                    <a:gd name="connsiteY163-1130" fmla="*/ 3929 h 5728"/>
                    <a:gd name="connsiteX164-1131" fmla="*/ 0 w 6642"/>
                    <a:gd name="connsiteY164-1132" fmla="*/ 3842 h 5728"/>
                    <a:gd name="connsiteX165-1133" fmla="*/ 0 w 6642"/>
                    <a:gd name="connsiteY165-1134" fmla="*/ 3737 h 5728"/>
                    <a:gd name="connsiteX166-1135" fmla="*/ 303 w 6642"/>
                    <a:gd name="connsiteY166-1136" fmla="*/ 3824 h 5728"/>
                    <a:gd name="connsiteX167-1137" fmla="*/ 830 w 6642"/>
                    <a:gd name="connsiteY167-1138" fmla="*/ 3840 h 5728"/>
                    <a:gd name="connsiteX168-1139" fmla="*/ 1044 w 6642"/>
                    <a:gd name="connsiteY168-1140" fmla="*/ 3908 h 5728"/>
                    <a:gd name="connsiteX169-1141" fmla="*/ 1213 w 6642"/>
                    <a:gd name="connsiteY169-1142" fmla="*/ 4053 h 5728"/>
                    <a:gd name="connsiteX170-1143" fmla="*/ 1257 w 6642"/>
                    <a:gd name="connsiteY170-1144" fmla="*/ 4077 h 5728"/>
                    <a:gd name="connsiteX171-1145" fmla="*/ 1417 w 6642"/>
                    <a:gd name="connsiteY171-1146" fmla="*/ 4107 h 5728"/>
                    <a:gd name="connsiteX172-1147" fmla="*/ 1487 w 6642"/>
                    <a:gd name="connsiteY172-1148" fmla="*/ 4158 h 5728"/>
                    <a:gd name="connsiteX173-1149" fmla="*/ 1688 w 6642"/>
                    <a:gd name="connsiteY173-1150" fmla="*/ 4229 h 5728"/>
                    <a:gd name="connsiteX174-1151" fmla="*/ 1904 w 6642"/>
                    <a:gd name="connsiteY174-1152" fmla="*/ 4309 h 5728"/>
                    <a:gd name="connsiteX175-1153" fmla="*/ 2068 w 6642"/>
                    <a:gd name="connsiteY175-1154" fmla="*/ 4212 h 5728"/>
                    <a:gd name="connsiteX176-1155" fmla="*/ 2267 w 6642"/>
                    <a:gd name="connsiteY176-1156" fmla="*/ 4125 h 5728"/>
                    <a:gd name="connsiteX177-1157" fmla="*/ 2363 w 6642"/>
                    <a:gd name="connsiteY177-1158" fmla="*/ 4075 h 5728"/>
                    <a:gd name="connsiteX178-1159" fmla="*/ 2539 w 6642"/>
                    <a:gd name="connsiteY178-1160" fmla="*/ 3995 h 5728"/>
                    <a:gd name="connsiteX179-1161" fmla="*/ 2721 w 6642"/>
                    <a:gd name="connsiteY179-1162" fmla="*/ 3970 h 5728"/>
                    <a:gd name="connsiteX180-1163" fmla="*/ 3073 w 6642"/>
                    <a:gd name="connsiteY180-1164" fmla="*/ 3979 h 5728"/>
                    <a:gd name="connsiteX181-1165" fmla="*/ 3416 w 6642"/>
                    <a:gd name="connsiteY181-1166" fmla="*/ 3722 h 5728"/>
                    <a:gd name="connsiteX182-1167" fmla="*/ 3519 w 6642"/>
                    <a:gd name="connsiteY182-1168" fmla="*/ 3636 h 5728"/>
                    <a:gd name="connsiteX183-1169" fmla="*/ 3609 w 6642"/>
                    <a:gd name="connsiteY183-1170" fmla="*/ 3563 h 5728"/>
                    <a:gd name="connsiteX184-1171" fmla="*/ 3705 w 6642"/>
                    <a:gd name="connsiteY184-1172" fmla="*/ 3503 h 5728"/>
                    <a:gd name="connsiteX185-1173" fmla="*/ 3702 w 6642"/>
                    <a:gd name="connsiteY185-1174" fmla="*/ 3422 h 5728"/>
                    <a:gd name="connsiteX186-1175" fmla="*/ 3597 w 6642"/>
                    <a:gd name="connsiteY186-1176" fmla="*/ 3317 h 5728"/>
                    <a:gd name="connsiteX187-1177" fmla="*/ 3582 w 6642"/>
                    <a:gd name="connsiteY187-1178" fmla="*/ 3252 h 5728"/>
                    <a:gd name="connsiteX188-1179" fmla="*/ 3692 w 6642"/>
                    <a:gd name="connsiteY188-1180" fmla="*/ 3012 h 5728"/>
                    <a:gd name="connsiteX189-1181" fmla="*/ 3835 w 6642"/>
                    <a:gd name="connsiteY189-1182" fmla="*/ 3094 h 5728"/>
                    <a:gd name="connsiteX190-1183" fmla="*/ 3915 w 6642"/>
                    <a:gd name="connsiteY190-1184" fmla="*/ 3122 h 5728"/>
                    <a:gd name="connsiteX191-1185" fmla="*/ 3998 w 6642"/>
                    <a:gd name="connsiteY191-1186" fmla="*/ 3124 h 5728"/>
                    <a:gd name="connsiteX192-1187" fmla="*/ 4258 w 6642"/>
                    <a:gd name="connsiteY192-1188" fmla="*/ 2876 h 5728"/>
                    <a:gd name="connsiteX193-1189" fmla="*/ 4431 w 6642"/>
                    <a:gd name="connsiteY193-1190" fmla="*/ 2857 h 5728"/>
                    <a:gd name="connsiteX194-1191" fmla="*/ 4543 w 6642"/>
                    <a:gd name="connsiteY194-1192" fmla="*/ 2801 h 5728"/>
                    <a:gd name="connsiteX195-1193" fmla="*/ 4626 w 6642"/>
                    <a:gd name="connsiteY195-1194" fmla="*/ 2724 h 5728"/>
                    <a:gd name="connsiteX196-1195" fmla="*/ 4672 w 6642"/>
                    <a:gd name="connsiteY196-1196" fmla="*/ 2621 h 5728"/>
                    <a:gd name="connsiteX197-1197" fmla="*/ 4903 w 6642"/>
                    <a:gd name="connsiteY197-1198" fmla="*/ 2469 h 5728"/>
                    <a:gd name="connsiteX198-1199" fmla="*/ 5060 w 6642"/>
                    <a:gd name="connsiteY198-1200" fmla="*/ 2356 h 5728"/>
                    <a:gd name="connsiteX0-1201" fmla="*/ 5456 w 6642"/>
                    <a:gd name="connsiteY0-1202" fmla="*/ 2333 h 5728"/>
                    <a:gd name="connsiteX1-1203" fmla="*/ 5454 w 6642"/>
                    <a:gd name="connsiteY1-1204" fmla="*/ 2117 h 5728"/>
                    <a:gd name="connsiteX2-1205" fmla="*/ 5378 w 6642"/>
                    <a:gd name="connsiteY2-1206" fmla="*/ 2039 h 5728"/>
                    <a:gd name="connsiteX3-1207" fmla="*/ 5235 w 6642"/>
                    <a:gd name="connsiteY3-1208" fmla="*/ 1951 h 5728"/>
                    <a:gd name="connsiteX4-1209" fmla="*/ 5143 w 6642"/>
                    <a:gd name="connsiteY4-1210" fmla="*/ 1827 h 5728"/>
                    <a:gd name="connsiteX5-1211" fmla="*/ 5047 w 6642"/>
                    <a:gd name="connsiteY5-1212" fmla="*/ 1828 h 5728"/>
                    <a:gd name="connsiteX6-1213" fmla="*/ 5002 w 6642"/>
                    <a:gd name="connsiteY6-1214" fmla="*/ 1883 h 5728"/>
                    <a:gd name="connsiteX7-1215" fmla="*/ 4909 w 6642"/>
                    <a:gd name="connsiteY7-1216" fmla="*/ 1877 h 5728"/>
                    <a:gd name="connsiteX8-1217" fmla="*/ 4889 w 6642"/>
                    <a:gd name="connsiteY8-1218" fmla="*/ 1994 h 5728"/>
                    <a:gd name="connsiteX9-1219" fmla="*/ 4708 w 6642"/>
                    <a:gd name="connsiteY9-1220" fmla="*/ 1941 h 5728"/>
                    <a:gd name="connsiteX10-1221" fmla="*/ 4625 w 6642"/>
                    <a:gd name="connsiteY10-1222" fmla="*/ 1939 h 5728"/>
                    <a:gd name="connsiteX11-1223" fmla="*/ 4500 w 6642"/>
                    <a:gd name="connsiteY11-1224" fmla="*/ 2014 h 5728"/>
                    <a:gd name="connsiteX12-1225" fmla="*/ 4388 w 6642"/>
                    <a:gd name="connsiteY12-1226" fmla="*/ 1890 h 5728"/>
                    <a:gd name="connsiteX13-1227" fmla="*/ 4482 w 6642"/>
                    <a:gd name="connsiteY13-1228" fmla="*/ 1804 h 5728"/>
                    <a:gd name="connsiteX14-1229" fmla="*/ 4486 w 6642"/>
                    <a:gd name="connsiteY14-1230" fmla="*/ 1634 h 5728"/>
                    <a:gd name="connsiteX15-1231" fmla="*/ 4541 w 6642"/>
                    <a:gd name="connsiteY15-1232" fmla="*/ 1514 h 5728"/>
                    <a:gd name="connsiteX16-1233" fmla="*/ 4584 w 6642"/>
                    <a:gd name="connsiteY16-1234" fmla="*/ 1306 h 5728"/>
                    <a:gd name="connsiteX17-1235" fmla="*/ 4644 w 6642"/>
                    <a:gd name="connsiteY17-1236" fmla="*/ 1307 h 5728"/>
                    <a:gd name="connsiteX18-1237" fmla="*/ 4967 w 6642"/>
                    <a:gd name="connsiteY18-1238" fmla="*/ 1286 h 5728"/>
                    <a:gd name="connsiteX19-1239" fmla="*/ 5141 w 6642"/>
                    <a:gd name="connsiteY19-1240" fmla="*/ 1117 h 5728"/>
                    <a:gd name="connsiteX20-1241" fmla="*/ 5210 w 6642"/>
                    <a:gd name="connsiteY20-1242" fmla="*/ 748 h 5728"/>
                    <a:gd name="connsiteX21-1243" fmla="*/ 5320 w 6642"/>
                    <a:gd name="connsiteY21-1244" fmla="*/ 486 h 5728"/>
                    <a:gd name="connsiteX22-1245" fmla="*/ 5318 w 6642"/>
                    <a:gd name="connsiteY22-1246" fmla="*/ 358 h 5728"/>
                    <a:gd name="connsiteX23-1247" fmla="*/ 5305 w 6642"/>
                    <a:gd name="connsiteY23-1248" fmla="*/ 328 h 5728"/>
                    <a:gd name="connsiteX24-1249" fmla="*/ 5238 w 6642"/>
                    <a:gd name="connsiteY24-1250" fmla="*/ 251 h 5728"/>
                    <a:gd name="connsiteX25-1251" fmla="*/ 5178 w 6642"/>
                    <a:gd name="connsiteY25-1252" fmla="*/ 217 h 5728"/>
                    <a:gd name="connsiteX26-1253" fmla="*/ 5303 w 6642"/>
                    <a:gd name="connsiteY26-1254" fmla="*/ 56 h 5728"/>
                    <a:gd name="connsiteX27-1255" fmla="*/ 5476 w 6642"/>
                    <a:gd name="connsiteY27-1256" fmla="*/ 2 h 5728"/>
                    <a:gd name="connsiteX28-1257" fmla="*/ 5508 w 6642"/>
                    <a:gd name="connsiteY28-1258" fmla="*/ 49 h 5728"/>
                    <a:gd name="connsiteX29-1259" fmla="*/ 5498 w 6642"/>
                    <a:gd name="connsiteY29-1260" fmla="*/ 133 h 5728"/>
                    <a:gd name="connsiteX30-1261" fmla="*/ 5437 w 6642"/>
                    <a:gd name="connsiteY30-1262" fmla="*/ 243 h 5728"/>
                    <a:gd name="connsiteX31-1263" fmla="*/ 5507 w 6642"/>
                    <a:gd name="connsiteY31-1264" fmla="*/ 301 h 5728"/>
                    <a:gd name="connsiteX32-1265" fmla="*/ 5621 w 6642"/>
                    <a:gd name="connsiteY32-1266" fmla="*/ 366 h 5728"/>
                    <a:gd name="connsiteX33-1267" fmla="*/ 5641 w 6642"/>
                    <a:gd name="connsiteY33-1268" fmla="*/ 255 h 5728"/>
                    <a:gd name="connsiteX34-1269" fmla="*/ 5775 w 6642"/>
                    <a:gd name="connsiteY34-1270" fmla="*/ 291 h 5728"/>
                    <a:gd name="connsiteX35-1271" fmla="*/ 5800 w 6642"/>
                    <a:gd name="connsiteY35-1272" fmla="*/ 331 h 5728"/>
                    <a:gd name="connsiteX36-1273" fmla="*/ 5876 w 6642"/>
                    <a:gd name="connsiteY36-1274" fmla="*/ 562 h 5728"/>
                    <a:gd name="connsiteX37-1275" fmla="*/ 5911 w 6642"/>
                    <a:gd name="connsiteY37-1276" fmla="*/ 586 h 5728"/>
                    <a:gd name="connsiteX38-1277" fmla="*/ 6003 w 6642"/>
                    <a:gd name="connsiteY38-1278" fmla="*/ 578 h 5728"/>
                    <a:gd name="connsiteX39-1279" fmla="*/ 6263 w 6642"/>
                    <a:gd name="connsiteY39-1280" fmla="*/ 490 h 5728"/>
                    <a:gd name="connsiteX40-1281" fmla="*/ 6483 w 6642"/>
                    <a:gd name="connsiteY40-1282" fmla="*/ 479 h 5728"/>
                    <a:gd name="connsiteX41-1283" fmla="*/ 6543 w 6642"/>
                    <a:gd name="connsiteY41-1284" fmla="*/ 648 h 5728"/>
                    <a:gd name="connsiteX42-1285" fmla="*/ 6461 w 6642"/>
                    <a:gd name="connsiteY42-1286" fmla="*/ 944 h 5728"/>
                    <a:gd name="connsiteX43-1287" fmla="*/ 6461 w 6642"/>
                    <a:gd name="connsiteY43-1288" fmla="*/ 1022 h 5728"/>
                    <a:gd name="connsiteX44-1289" fmla="*/ 6530 w 6642"/>
                    <a:gd name="connsiteY44-1290" fmla="*/ 1168 h 5728"/>
                    <a:gd name="connsiteX45-1291" fmla="*/ 6545 w 6642"/>
                    <a:gd name="connsiteY45-1292" fmla="*/ 1427 h 5728"/>
                    <a:gd name="connsiteX46-1293" fmla="*/ 6547 w 6642"/>
                    <a:gd name="connsiteY46-1294" fmla="*/ 1617 h 5728"/>
                    <a:gd name="connsiteX47-1295" fmla="*/ 6480 w 6642"/>
                    <a:gd name="connsiteY47-1296" fmla="*/ 1625 h 5728"/>
                    <a:gd name="connsiteX48-1297" fmla="*/ 6458 w 6642"/>
                    <a:gd name="connsiteY48-1298" fmla="*/ 1507 h 5728"/>
                    <a:gd name="connsiteX49-1299" fmla="*/ 6423 w 6642"/>
                    <a:gd name="connsiteY49-1300" fmla="*/ 1450 h 5728"/>
                    <a:gd name="connsiteX50-1301" fmla="*/ 6333 w 6642"/>
                    <a:gd name="connsiteY50-1302" fmla="*/ 1582 h 5728"/>
                    <a:gd name="connsiteX51-1303" fmla="*/ 6220 w 6642"/>
                    <a:gd name="connsiteY51-1304" fmla="*/ 1776 h 5728"/>
                    <a:gd name="connsiteX52-1305" fmla="*/ 6101 w 6642"/>
                    <a:gd name="connsiteY52-1306" fmla="*/ 1904 h 5728"/>
                    <a:gd name="connsiteX53-1307" fmla="*/ 6094 w 6642"/>
                    <a:gd name="connsiteY53-1308" fmla="*/ 2018 h 5728"/>
                    <a:gd name="connsiteX54-1309" fmla="*/ 6154 w 6642"/>
                    <a:gd name="connsiteY54-1310" fmla="*/ 2115 h 5728"/>
                    <a:gd name="connsiteX55-1311" fmla="*/ 6256 w 6642"/>
                    <a:gd name="connsiteY55-1312" fmla="*/ 2183 h 5728"/>
                    <a:gd name="connsiteX56-1313" fmla="*/ 6333 w 6642"/>
                    <a:gd name="connsiteY56-1314" fmla="*/ 2178 h 5728"/>
                    <a:gd name="connsiteX57-1315" fmla="*/ 6378 w 6642"/>
                    <a:gd name="connsiteY57-1316" fmla="*/ 2104 h 5728"/>
                    <a:gd name="connsiteX58-1317" fmla="*/ 6412 w 6642"/>
                    <a:gd name="connsiteY58-1318" fmla="*/ 2210 h 5728"/>
                    <a:gd name="connsiteX59-1319" fmla="*/ 6300 w 6642"/>
                    <a:gd name="connsiteY59-1320" fmla="*/ 2249 h 5728"/>
                    <a:gd name="connsiteX60-1321" fmla="*/ 6347 w 6642"/>
                    <a:gd name="connsiteY60-1322" fmla="*/ 2362 h 5728"/>
                    <a:gd name="connsiteX61-1323" fmla="*/ 6212 w 6642"/>
                    <a:gd name="connsiteY61-1324" fmla="*/ 2509 h 5728"/>
                    <a:gd name="connsiteX62-1325" fmla="*/ 6171 w 6642"/>
                    <a:gd name="connsiteY62-1326" fmla="*/ 2498 h 5728"/>
                    <a:gd name="connsiteX63-1327" fmla="*/ 6047 w 6642"/>
                    <a:gd name="connsiteY63-1328" fmla="*/ 2413 h 5728"/>
                    <a:gd name="connsiteX64-1329" fmla="*/ 5992 w 6642"/>
                    <a:gd name="connsiteY64-1330" fmla="*/ 2412 h 5728"/>
                    <a:gd name="connsiteX65-1331" fmla="*/ 5957 w 6642"/>
                    <a:gd name="connsiteY65-1332" fmla="*/ 2480 h 5728"/>
                    <a:gd name="connsiteX66-1333" fmla="*/ 5960 w 6642"/>
                    <a:gd name="connsiteY66-1334" fmla="*/ 2562 h 5728"/>
                    <a:gd name="connsiteX67-1335" fmla="*/ 6138 w 6642"/>
                    <a:gd name="connsiteY67-1336" fmla="*/ 2730 h 5728"/>
                    <a:gd name="connsiteX68-1337" fmla="*/ 6137 w 6642"/>
                    <a:gd name="connsiteY68-1338" fmla="*/ 2844 h 5728"/>
                    <a:gd name="connsiteX69-1339" fmla="*/ 6228 w 6642"/>
                    <a:gd name="connsiteY69-1340" fmla="*/ 3060 h 5728"/>
                    <a:gd name="connsiteX70-1341" fmla="*/ 6254 w 6642"/>
                    <a:gd name="connsiteY70-1342" fmla="*/ 3090 h 5728"/>
                    <a:gd name="connsiteX71-1343" fmla="*/ 6298 w 6642"/>
                    <a:gd name="connsiteY71-1344" fmla="*/ 3094 h 5728"/>
                    <a:gd name="connsiteX72-1345" fmla="*/ 6344 w 6642"/>
                    <a:gd name="connsiteY72-1346" fmla="*/ 3010 h 5728"/>
                    <a:gd name="connsiteX73-1347" fmla="*/ 6424 w 6642"/>
                    <a:gd name="connsiteY73-1348" fmla="*/ 2950 h 5728"/>
                    <a:gd name="connsiteX74-1349" fmla="*/ 6519 w 6642"/>
                    <a:gd name="connsiteY74-1350" fmla="*/ 3126 h 5728"/>
                    <a:gd name="connsiteX75-1351" fmla="*/ 6629 w 6642"/>
                    <a:gd name="connsiteY75-1352" fmla="*/ 3312 h 5728"/>
                    <a:gd name="connsiteX76-1353" fmla="*/ 6642 w 6642"/>
                    <a:gd name="connsiteY76-1354" fmla="*/ 3342 h 5728"/>
                    <a:gd name="connsiteX77-1355" fmla="*/ 6631 w 6642"/>
                    <a:gd name="connsiteY77-1356" fmla="*/ 3518 h 5728"/>
                    <a:gd name="connsiteX78-1357" fmla="*/ 6596 w 6642"/>
                    <a:gd name="connsiteY78-1358" fmla="*/ 3554 h 5728"/>
                    <a:gd name="connsiteX79-1359" fmla="*/ 6507 w 6642"/>
                    <a:gd name="connsiteY79-1360" fmla="*/ 3515 h 5728"/>
                    <a:gd name="connsiteX80-1361" fmla="*/ 6273 w 6642"/>
                    <a:gd name="connsiteY80-1362" fmla="*/ 3644 h 5728"/>
                    <a:gd name="connsiteX81-1363" fmla="*/ 6247 w 6642"/>
                    <a:gd name="connsiteY81-1364" fmla="*/ 3666 h 5728"/>
                    <a:gd name="connsiteX82-1365" fmla="*/ 6067 w 6642"/>
                    <a:gd name="connsiteY82-1366" fmla="*/ 3812 h 5728"/>
                    <a:gd name="connsiteX83-1367" fmla="*/ 5926 w 6642"/>
                    <a:gd name="connsiteY83-1368" fmla="*/ 3926 h 5728"/>
                    <a:gd name="connsiteX84-1369" fmla="*/ 5891 w 6642"/>
                    <a:gd name="connsiteY84-1370" fmla="*/ 3965 h 5728"/>
                    <a:gd name="connsiteX85-1371" fmla="*/ 5839 w 6642"/>
                    <a:gd name="connsiteY85-1372" fmla="*/ 3973 h 5728"/>
                    <a:gd name="connsiteX86-1373" fmla="*/ 5782 w 6642"/>
                    <a:gd name="connsiteY86-1374" fmla="*/ 3916 h 5728"/>
                    <a:gd name="connsiteX87-1375" fmla="*/ 5658 w 6642"/>
                    <a:gd name="connsiteY87-1376" fmla="*/ 3808 h 5728"/>
                    <a:gd name="connsiteX88-1377" fmla="*/ 5682 w 6642"/>
                    <a:gd name="connsiteY88-1378" fmla="*/ 4064 h 5728"/>
                    <a:gd name="connsiteX89-1379" fmla="*/ 5691 w 6642"/>
                    <a:gd name="connsiteY89-1380" fmla="*/ 4192 h 5728"/>
                    <a:gd name="connsiteX90-1381" fmla="*/ 5429 w 6642"/>
                    <a:gd name="connsiteY90-1382" fmla="*/ 4166 h 5728"/>
                    <a:gd name="connsiteX91-1383" fmla="*/ 5347 w 6642"/>
                    <a:gd name="connsiteY91-1384" fmla="*/ 3987 h 5728"/>
                    <a:gd name="connsiteX92-1385" fmla="*/ 5265 w 6642"/>
                    <a:gd name="connsiteY92-1386" fmla="*/ 3802 h 5728"/>
                    <a:gd name="connsiteX93-1387" fmla="*/ 5003 w 6642"/>
                    <a:gd name="connsiteY93-1388" fmla="*/ 3867 h 5728"/>
                    <a:gd name="connsiteX94-1389" fmla="*/ 4999 w 6642"/>
                    <a:gd name="connsiteY94-1390" fmla="*/ 4057 h 5728"/>
                    <a:gd name="connsiteX95-1391" fmla="*/ 4807 w 6642"/>
                    <a:gd name="connsiteY95-1392" fmla="*/ 4072 h 5728"/>
                    <a:gd name="connsiteX96-1393" fmla="*/ 4634 w 6642"/>
                    <a:gd name="connsiteY96-1394" fmla="*/ 4175 h 5728"/>
                    <a:gd name="connsiteX97-1395" fmla="*/ 4569 w 6642"/>
                    <a:gd name="connsiteY97-1396" fmla="*/ 4246 h 5728"/>
                    <a:gd name="connsiteX98-1397" fmla="*/ 4506 w 6642"/>
                    <a:gd name="connsiteY98-1398" fmla="*/ 4159 h 5728"/>
                    <a:gd name="connsiteX99-1399" fmla="*/ 4541 w 6642"/>
                    <a:gd name="connsiteY99-1400" fmla="*/ 4134 h 5728"/>
                    <a:gd name="connsiteX100-1401" fmla="*/ 4408 w 6642"/>
                    <a:gd name="connsiteY100-1402" fmla="*/ 3980 h 5728"/>
                    <a:gd name="connsiteX101-1403" fmla="*/ 4340 w 6642"/>
                    <a:gd name="connsiteY101-1404" fmla="*/ 4188 h 5728"/>
                    <a:gd name="connsiteX102-1405" fmla="*/ 4282 w 6642"/>
                    <a:gd name="connsiteY102-1406" fmla="*/ 4193 h 5728"/>
                    <a:gd name="connsiteX103-1407" fmla="*/ 4260 w 6642"/>
                    <a:gd name="connsiteY103-1408" fmla="*/ 4238 h 5728"/>
                    <a:gd name="connsiteX104-1409" fmla="*/ 4231 w 6642"/>
                    <a:gd name="connsiteY104-1410" fmla="*/ 4250 h 5728"/>
                    <a:gd name="connsiteX105-1411" fmla="*/ 4230 w 6642"/>
                    <a:gd name="connsiteY105-1412" fmla="*/ 4427 h 5728"/>
                    <a:gd name="connsiteX106-1413" fmla="*/ 4290 w 6642"/>
                    <a:gd name="connsiteY106-1414" fmla="*/ 4504 h 5728"/>
                    <a:gd name="connsiteX107-1415" fmla="*/ 4293 w 6642"/>
                    <a:gd name="connsiteY107-1416" fmla="*/ 4556 h 5728"/>
                    <a:gd name="connsiteX108-1417" fmla="*/ 4257 w 6642"/>
                    <a:gd name="connsiteY108-1418" fmla="*/ 4614 h 5728"/>
                    <a:gd name="connsiteX109-1419" fmla="*/ 3992 w 6642"/>
                    <a:gd name="connsiteY109-1420" fmla="*/ 4680 h 5728"/>
                    <a:gd name="connsiteX110-1421" fmla="*/ 3857 w 6642"/>
                    <a:gd name="connsiteY110-1422" fmla="*/ 4739 h 5728"/>
                    <a:gd name="connsiteX111-1423" fmla="*/ 3815 w 6642"/>
                    <a:gd name="connsiteY111-1424" fmla="*/ 4777 h 5728"/>
                    <a:gd name="connsiteX112-1425" fmla="*/ 3616 w 6642"/>
                    <a:gd name="connsiteY112-1426" fmla="*/ 5021 h 5728"/>
                    <a:gd name="connsiteX113-1427" fmla="*/ 3543 w 6642"/>
                    <a:gd name="connsiteY113-1428" fmla="*/ 4970 h 5728"/>
                    <a:gd name="connsiteX114-1429" fmla="*/ 3460 w 6642"/>
                    <a:gd name="connsiteY114-1430" fmla="*/ 4971 h 5728"/>
                    <a:gd name="connsiteX115-1431" fmla="*/ 3424 w 6642"/>
                    <a:gd name="connsiteY115-1432" fmla="*/ 5045 h 5728"/>
                    <a:gd name="connsiteX116-1433" fmla="*/ 3313 w 6642"/>
                    <a:gd name="connsiteY116-1434" fmla="*/ 5000 h 5728"/>
                    <a:gd name="connsiteX117-1435" fmla="*/ 3235 w 6642"/>
                    <a:gd name="connsiteY117-1436" fmla="*/ 5109 h 5728"/>
                    <a:gd name="connsiteX118-1437" fmla="*/ 3013 w 6642"/>
                    <a:gd name="connsiteY118-1438" fmla="*/ 5349 h 5728"/>
                    <a:gd name="connsiteX119-1439" fmla="*/ 2993 w 6642"/>
                    <a:gd name="connsiteY119-1440" fmla="*/ 5516 h 5728"/>
                    <a:gd name="connsiteX120-1441" fmla="*/ 2976 w 6642"/>
                    <a:gd name="connsiteY120-1442" fmla="*/ 5659 h 5728"/>
                    <a:gd name="connsiteX121-1443" fmla="*/ 2960 w 6642"/>
                    <a:gd name="connsiteY121-1444" fmla="*/ 5669 h 5728"/>
                    <a:gd name="connsiteX122-1445" fmla="*/ 2638 w 6642"/>
                    <a:gd name="connsiteY122-1446" fmla="*/ 5621 h 5728"/>
                    <a:gd name="connsiteX123-1447" fmla="*/ 2536 w 6642"/>
                    <a:gd name="connsiteY123-1448" fmla="*/ 5566 h 5728"/>
                    <a:gd name="connsiteX124-1449" fmla="*/ 2482 w 6642"/>
                    <a:gd name="connsiteY124-1450" fmla="*/ 5503 h 5728"/>
                    <a:gd name="connsiteX125-1451" fmla="*/ 2377 w 6642"/>
                    <a:gd name="connsiteY125-1452" fmla="*/ 5477 h 5728"/>
                    <a:gd name="connsiteX126-1453" fmla="*/ 2377 w 6642"/>
                    <a:gd name="connsiteY126-1454" fmla="*/ 5379 h 5728"/>
                    <a:gd name="connsiteX127-1455" fmla="*/ 2481 w 6642"/>
                    <a:gd name="connsiteY127-1456" fmla="*/ 5149 h 5728"/>
                    <a:gd name="connsiteX128-1457" fmla="*/ 2341 w 6642"/>
                    <a:gd name="connsiteY128-1458" fmla="*/ 5070 h 5728"/>
                    <a:gd name="connsiteX129-1459" fmla="*/ 2299 w 6642"/>
                    <a:gd name="connsiteY129-1460" fmla="*/ 5095 h 5728"/>
                    <a:gd name="connsiteX130-1461" fmla="*/ 2209 w 6642"/>
                    <a:gd name="connsiteY130-1462" fmla="*/ 5214 h 5728"/>
                    <a:gd name="connsiteX131-1463" fmla="*/ 2177 w 6642"/>
                    <a:gd name="connsiteY131-1464" fmla="*/ 5276 h 5728"/>
                    <a:gd name="connsiteX132-1465" fmla="*/ 2115 w 6642"/>
                    <a:gd name="connsiteY132-1466" fmla="*/ 5386 h 5728"/>
                    <a:gd name="connsiteX133-1467" fmla="*/ 2121 w 6642"/>
                    <a:gd name="connsiteY133-1468" fmla="*/ 5510 h 5728"/>
                    <a:gd name="connsiteX134-1469" fmla="*/ 2082 w 6642"/>
                    <a:gd name="connsiteY134-1470" fmla="*/ 5558 h 5728"/>
                    <a:gd name="connsiteX135-1471" fmla="*/ 1951 w 6642"/>
                    <a:gd name="connsiteY135-1472" fmla="*/ 5617 h 5728"/>
                    <a:gd name="connsiteX136-1473" fmla="*/ 1785 w 6642"/>
                    <a:gd name="connsiteY136-1474" fmla="*/ 5649 h 5728"/>
                    <a:gd name="connsiteX137-1475" fmla="*/ 1682 w 6642"/>
                    <a:gd name="connsiteY137-1476" fmla="*/ 5728 h 5728"/>
                    <a:gd name="connsiteX138-1477" fmla="*/ 1568 w 6642"/>
                    <a:gd name="connsiteY138-1478" fmla="*/ 5611 h 5728"/>
                    <a:gd name="connsiteX139-1479" fmla="*/ 1508 w 6642"/>
                    <a:gd name="connsiteY139-1480" fmla="*/ 5485 h 5728"/>
                    <a:gd name="connsiteX140-1481" fmla="*/ 1630 w 6642"/>
                    <a:gd name="connsiteY140-1482" fmla="*/ 5242 h 5728"/>
                    <a:gd name="connsiteX141-1483" fmla="*/ 1685 w 6642"/>
                    <a:gd name="connsiteY141-1484" fmla="*/ 5195 h 5728"/>
                    <a:gd name="connsiteX142-1485" fmla="*/ 1730 w 6642"/>
                    <a:gd name="connsiteY142-1486" fmla="*/ 5120 h 5728"/>
                    <a:gd name="connsiteX143-1487" fmla="*/ 1727 w 6642"/>
                    <a:gd name="connsiteY143-1488" fmla="*/ 5071 h 5728"/>
                    <a:gd name="connsiteX144-1489" fmla="*/ 1530 w 6642"/>
                    <a:gd name="connsiteY144-1490" fmla="*/ 5007 h 5728"/>
                    <a:gd name="connsiteX145-1491" fmla="*/ 1459 w 6642"/>
                    <a:gd name="connsiteY145-1492" fmla="*/ 5064 h 5728"/>
                    <a:gd name="connsiteX146-1493" fmla="*/ 1353 w 6642"/>
                    <a:gd name="connsiteY146-1494" fmla="*/ 5111 h 5728"/>
                    <a:gd name="connsiteX147-1495" fmla="*/ 1290 w 6642"/>
                    <a:gd name="connsiteY147-1496" fmla="*/ 5063 h 5728"/>
                    <a:gd name="connsiteX148-1497" fmla="*/ 1052 w 6642"/>
                    <a:gd name="connsiteY148-1498" fmla="*/ 5254 h 5728"/>
                    <a:gd name="connsiteX149-1499" fmla="*/ 924 w 6642"/>
                    <a:gd name="connsiteY149-1500" fmla="*/ 5231 h 5728"/>
                    <a:gd name="connsiteX150-1501" fmla="*/ 813 w 6642"/>
                    <a:gd name="connsiteY150-1502" fmla="*/ 5097 h 5728"/>
                    <a:gd name="connsiteX151-1503" fmla="*/ 683 w 6642"/>
                    <a:gd name="connsiteY151-1504" fmla="*/ 4930 h 5728"/>
                    <a:gd name="connsiteX152-1505" fmla="*/ 572 w 6642"/>
                    <a:gd name="connsiteY152-1506" fmla="*/ 4806 h 5728"/>
                    <a:gd name="connsiteX153-1507" fmla="*/ 505 w 6642"/>
                    <a:gd name="connsiteY153-1508" fmla="*/ 4788 h 5728"/>
                    <a:gd name="connsiteX154-1509" fmla="*/ 640 w 6642"/>
                    <a:gd name="connsiteY154-1510" fmla="*/ 4631 h 5728"/>
                    <a:gd name="connsiteX155-1511" fmla="*/ 683 w 6642"/>
                    <a:gd name="connsiteY155-1512" fmla="*/ 4541 h 5728"/>
                    <a:gd name="connsiteX156-1513" fmla="*/ 651 w 6642"/>
                    <a:gd name="connsiteY156-1514" fmla="*/ 4438 h 5728"/>
                    <a:gd name="connsiteX157-1515" fmla="*/ 277 w 6642"/>
                    <a:gd name="connsiteY157-1516" fmla="*/ 4491 h 5728"/>
                    <a:gd name="connsiteX158-1517" fmla="*/ 187 w 6642"/>
                    <a:gd name="connsiteY158-1518" fmla="*/ 4518 h 5728"/>
                    <a:gd name="connsiteX159-1519" fmla="*/ 195 w 6642"/>
                    <a:gd name="connsiteY159-1520" fmla="*/ 4384 h 5728"/>
                    <a:gd name="connsiteX160-1521" fmla="*/ 147 w 6642"/>
                    <a:gd name="connsiteY160-1522" fmla="*/ 4318 h 5728"/>
                    <a:gd name="connsiteX161-1523" fmla="*/ 39 w 6642"/>
                    <a:gd name="connsiteY161-1524" fmla="*/ 4220 h 5728"/>
                    <a:gd name="connsiteX162-1525" fmla="*/ 75 w 6642"/>
                    <a:gd name="connsiteY162-1526" fmla="*/ 4093 h 5728"/>
                    <a:gd name="connsiteX163-1527" fmla="*/ 63 w 6642"/>
                    <a:gd name="connsiteY163-1528" fmla="*/ 3929 h 5728"/>
                    <a:gd name="connsiteX164-1529" fmla="*/ 0 w 6642"/>
                    <a:gd name="connsiteY164-1530" fmla="*/ 3842 h 5728"/>
                    <a:gd name="connsiteX165-1531" fmla="*/ 0 w 6642"/>
                    <a:gd name="connsiteY165-1532" fmla="*/ 3737 h 5728"/>
                    <a:gd name="connsiteX166-1533" fmla="*/ 303 w 6642"/>
                    <a:gd name="connsiteY166-1534" fmla="*/ 3824 h 5728"/>
                    <a:gd name="connsiteX167-1535" fmla="*/ 830 w 6642"/>
                    <a:gd name="connsiteY167-1536" fmla="*/ 3840 h 5728"/>
                    <a:gd name="connsiteX168-1537" fmla="*/ 1044 w 6642"/>
                    <a:gd name="connsiteY168-1538" fmla="*/ 3908 h 5728"/>
                    <a:gd name="connsiteX169-1539" fmla="*/ 1213 w 6642"/>
                    <a:gd name="connsiteY169-1540" fmla="*/ 4053 h 5728"/>
                    <a:gd name="connsiteX170-1541" fmla="*/ 1257 w 6642"/>
                    <a:gd name="connsiteY170-1542" fmla="*/ 4077 h 5728"/>
                    <a:gd name="connsiteX171-1543" fmla="*/ 1417 w 6642"/>
                    <a:gd name="connsiteY171-1544" fmla="*/ 4107 h 5728"/>
                    <a:gd name="connsiteX172-1545" fmla="*/ 1487 w 6642"/>
                    <a:gd name="connsiteY172-1546" fmla="*/ 4158 h 5728"/>
                    <a:gd name="connsiteX173-1547" fmla="*/ 1688 w 6642"/>
                    <a:gd name="connsiteY173-1548" fmla="*/ 4229 h 5728"/>
                    <a:gd name="connsiteX174-1549" fmla="*/ 1904 w 6642"/>
                    <a:gd name="connsiteY174-1550" fmla="*/ 4309 h 5728"/>
                    <a:gd name="connsiteX175-1551" fmla="*/ 2068 w 6642"/>
                    <a:gd name="connsiteY175-1552" fmla="*/ 4212 h 5728"/>
                    <a:gd name="connsiteX176-1553" fmla="*/ 2267 w 6642"/>
                    <a:gd name="connsiteY176-1554" fmla="*/ 4125 h 5728"/>
                    <a:gd name="connsiteX177-1555" fmla="*/ 2363 w 6642"/>
                    <a:gd name="connsiteY177-1556" fmla="*/ 4075 h 5728"/>
                    <a:gd name="connsiteX178-1557" fmla="*/ 2539 w 6642"/>
                    <a:gd name="connsiteY178-1558" fmla="*/ 3995 h 5728"/>
                    <a:gd name="connsiteX179-1559" fmla="*/ 2721 w 6642"/>
                    <a:gd name="connsiteY179-1560" fmla="*/ 3970 h 5728"/>
                    <a:gd name="connsiteX180-1561" fmla="*/ 3073 w 6642"/>
                    <a:gd name="connsiteY180-1562" fmla="*/ 3979 h 5728"/>
                    <a:gd name="connsiteX181-1563" fmla="*/ 3416 w 6642"/>
                    <a:gd name="connsiteY181-1564" fmla="*/ 3722 h 5728"/>
                    <a:gd name="connsiteX182-1565" fmla="*/ 3519 w 6642"/>
                    <a:gd name="connsiteY182-1566" fmla="*/ 3636 h 5728"/>
                    <a:gd name="connsiteX183-1567" fmla="*/ 3609 w 6642"/>
                    <a:gd name="connsiteY183-1568" fmla="*/ 3563 h 5728"/>
                    <a:gd name="connsiteX184-1569" fmla="*/ 3705 w 6642"/>
                    <a:gd name="connsiteY184-1570" fmla="*/ 3503 h 5728"/>
                    <a:gd name="connsiteX185-1571" fmla="*/ 3702 w 6642"/>
                    <a:gd name="connsiteY185-1572" fmla="*/ 3422 h 5728"/>
                    <a:gd name="connsiteX186-1573" fmla="*/ 3597 w 6642"/>
                    <a:gd name="connsiteY186-1574" fmla="*/ 3317 h 5728"/>
                    <a:gd name="connsiteX187-1575" fmla="*/ 3582 w 6642"/>
                    <a:gd name="connsiteY187-1576" fmla="*/ 3252 h 5728"/>
                    <a:gd name="connsiteX188-1577" fmla="*/ 3692 w 6642"/>
                    <a:gd name="connsiteY188-1578" fmla="*/ 3012 h 5728"/>
                    <a:gd name="connsiteX189-1579" fmla="*/ 3835 w 6642"/>
                    <a:gd name="connsiteY189-1580" fmla="*/ 3094 h 5728"/>
                    <a:gd name="connsiteX190-1581" fmla="*/ 3915 w 6642"/>
                    <a:gd name="connsiteY190-1582" fmla="*/ 3122 h 5728"/>
                    <a:gd name="connsiteX191-1583" fmla="*/ 3998 w 6642"/>
                    <a:gd name="connsiteY191-1584" fmla="*/ 3124 h 5728"/>
                    <a:gd name="connsiteX192-1585" fmla="*/ 4258 w 6642"/>
                    <a:gd name="connsiteY192-1586" fmla="*/ 2876 h 5728"/>
                    <a:gd name="connsiteX193-1587" fmla="*/ 4431 w 6642"/>
                    <a:gd name="connsiteY193-1588" fmla="*/ 2857 h 5728"/>
                    <a:gd name="connsiteX194-1589" fmla="*/ 4543 w 6642"/>
                    <a:gd name="connsiteY194-1590" fmla="*/ 2801 h 5728"/>
                    <a:gd name="connsiteX195-1591" fmla="*/ 4626 w 6642"/>
                    <a:gd name="connsiteY195-1592" fmla="*/ 2724 h 5728"/>
                    <a:gd name="connsiteX196-1593" fmla="*/ 4672 w 6642"/>
                    <a:gd name="connsiteY196-1594" fmla="*/ 2621 h 5728"/>
                    <a:gd name="connsiteX197-1595" fmla="*/ 4903 w 6642"/>
                    <a:gd name="connsiteY197-1596" fmla="*/ 2469 h 5728"/>
                    <a:gd name="connsiteX0-1597" fmla="*/ 5456 w 6642"/>
                    <a:gd name="connsiteY0-1598" fmla="*/ 2333 h 5728"/>
                    <a:gd name="connsiteX1-1599" fmla="*/ 5454 w 6642"/>
                    <a:gd name="connsiteY1-1600" fmla="*/ 2117 h 5728"/>
                    <a:gd name="connsiteX2-1601" fmla="*/ 5378 w 6642"/>
                    <a:gd name="connsiteY2-1602" fmla="*/ 2039 h 5728"/>
                    <a:gd name="connsiteX3-1603" fmla="*/ 5235 w 6642"/>
                    <a:gd name="connsiteY3-1604" fmla="*/ 1951 h 5728"/>
                    <a:gd name="connsiteX4-1605" fmla="*/ 5143 w 6642"/>
                    <a:gd name="connsiteY4-1606" fmla="*/ 1827 h 5728"/>
                    <a:gd name="connsiteX5-1607" fmla="*/ 5047 w 6642"/>
                    <a:gd name="connsiteY5-1608" fmla="*/ 1828 h 5728"/>
                    <a:gd name="connsiteX6-1609" fmla="*/ 5002 w 6642"/>
                    <a:gd name="connsiteY6-1610" fmla="*/ 1883 h 5728"/>
                    <a:gd name="connsiteX7-1611" fmla="*/ 4909 w 6642"/>
                    <a:gd name="connsiteY7-1612" fmla="*/ 1877 h 5728"/>
                    <a:gd name="connsiteX8-1613" fmla="*/ 4889 w 6642"/>
                    <a:gd name="connsiteY8-1614" fmla="*/ 1994 h 5728"/>
                    <a:gd name="connsiteX9-1615" fmla="*/ 4708 w 6642"/>
                    <a:gd name="connsiteY9-1616" fmla="*/ 1941 h 5728"/>
                    <a:gd name="connsiteX10-1617" fmla="*/ 4625 w 6642"/>
                    <a:gd name="connsiteY10-1618" fmla="*/ 1939 h 5728"/>
                    <a:gd name="connsiteX11-1619" fmla="*/ 4500 w 6642"/>
                    <a:gd name="connsiteY11-1620" fmla="*/ 2014 h 5728"/>
                    <a:gd name="connsiteX12-1621" fmla="*/ 4388 w 6642"/>
                    <a:gd name="connsiteY12-1622" fmla="*/ 1890 h 5728"/>
                    <a:gd name="connsiteX13-1623" fmla="*/ 4482 w 6642"/>
                    <a:gd name="connsiteY13-1624" fmla="*/ 1804 h 5728"/>
                    <a:gd name="connsiteX14-1625" fmla="*/ 4486 w 6642"/>
                    <a:gd name="connsiteY14-1626" fmla="*/ 1634 h 5728"/>
                    <a:gd name="connsiteX15-1627" fmla="*/ 4541 w 6642"/>
                    <a:gd name="connsiteY15-1628" fmla="*/ 1514 h 5728"/>
                    <a:gd name="connsiteX16-1629" fmla="*/ 4584 w 6642"/>
                    <a:gd name="connsiteY16-1630" fmla="*/ 1306 h 5728"/>
                    <a:gd name="connsiteX17-1631" fmla="*/ 4644 w 6642"/>
                    <a:gd name="connsiteY17-1632" fmla="*/ 1307 h 5728"/>
                    <a:gd name="connsiteX18-1633" fmla="*/ 4967 w 6642"/>
                    <a:gd name="connsiteY18-1634" fmla="*/ 1286 h 5728"/>
                    <a:gd name="connsiteX19-1635" fmla="*/ 5141 w 6642"/>
                    <a:gd name="connsiteY19-1636" fmla="*/ 1117 h 5728"/>
                    <a:gd name="connsiteX20-1637" fmla="*/ 5210 w 6642"/>
                    <a:gd name="connsiteY20-1638" fmla="*/ 748 h 5728"/>
                    <a:gd name="connsiteX21-1639" fmla="*/ 5320 w 6642"/>
                    <a:gd name="connsiteY21-1640" fmla="*/ 486 h 5728"/>
                    <a:gd name="connsiteX22-1641" fmla="*/ 5318 w 6642"/>
                    <a:gd name="connsiteY22-1642" fmla="*/ 358 h 5728"/>
                    <a:gd name="connsiteX23-1643" fmla="*/ 5305 w 6642"/>
                    <a:gd name="connsiteY23-1644" fmla="*/ 328 h 5728"/>
                    <a:gd name="connsiteX24-1645" fmla="*/ 5238 w 6642"/>
                    <a:gd name="connsiteY24-1646" fmla="*/ 251 h 5728"/>
                    <a:gd name="connsiteX25-1647" fmla="*/ 5178 w 6642"/>
                    <a:gd name="connsiteY25-1648" fmla="*/ 217 h 5728"/>
                    <a:gd name="connsiteX26-1649" fmla="*/ 5303 w 6642"/>
                    <a:gd name="connsiteY26-1650" fmla="*/ 56 h 5728"/>
                    <a:gd name="connsiteX27-1651" fmla="*/ 5476 w 6642"/>
                    <a:gd name="connsiteY27-1652" fmla="*/ 2 h 5728"/>
                    <a:gd name="connsiteX28-1653" fmla="*/ 5508 w 6642"/>
                    <a:gd name="connsiteY28-1654" fmla="*/ 49 h 5728"/>
                    <a:gd name="connsiteX29-1655" fmla="*/ 5498 w 6642"/>
                    <a:gd name="connsiteY29-1656" fmla="*/ 133 h 5728"/>
                    <a:gd name="connsiteX30-1657" fmla="*/ 5437 w 6642"/>
                    <a:gd name="connsiteY30-1658" fmla="*/ 243 h 5728"/>
                    <a:gd name="connsiteX31-1659" fmla="*/ 5507 w 6642"/>
                    <a:gd name="connsiteY31-1660" fmla="*/ 301 h 5728"/>
                    <a:gd name="connsiteX32-1661" fmla="*/ 5621 w 6642"/>
                    <a:gd name="connsiteY32-1662" fmla="*/ 366 h 5728"/>
                    <a:gd name="connsiteX33-1663" fmla="*/ 5641 w 6642"/>
                    <a:gd name="connsiteY33-1664" fmla="*/ 255 h 5728"/>
                    <a:gd name="connsiteX34-1665" fmla="*/ 5775 w 6642"/>
                    <a:gd name="connsiteY34-1666" fmla="*/ 291 h 5728"/>
                    <a:gd name="connsiteX35-1667" fmla="*/ 5800 w 6642"/>
                    <a:gd name="connsiteY35-1668" fmla="*/ 331 h 5728"/>
                    <a:gd name="connsiteX36-1669" fmla="*/ 5876 w 6642"/>
                    <a:gd name="connsiteY36-1670" fmla="*/ 562 h 5728"/>
                    <a:gd name="connsiteX37-1671" fmla="*/ 5911 w 6642"/>
                    <a:gd name="connsiteY37-1672" fmla="*/ 586 h 5728"/>
                    <a:gd name="connsiteX38-1673" fmla="*/ 6003 w 6642"/>
                    <a:gd name="connsiteY38-1674" fmla="*/ 578 h 5728"/>
                    <a:gd name="connsiteX39-1675" fmla="*/ 6263 w 6642"/>
                    <a:gd name="connsiteY39-1676" fmla="*/ 490 h 5728"/>
                    <a:gd name="connsiteX40-1677" fmla="*/ 6483 w 6642"/>
                    <a:gd name="connsiteY40-1678" fmla="*/ 479 h 5728"/>
                    <a:gd name="connsiteX41-1679" fmla="*/ 6543 w 6642"/>
                    <a:gd name="connsiteY41-1680" fmla="*/ 648 h 5728"/>
                    <a:gd name="connsiteX42-1681" fmla="*/ 6461 w 6642"/>
                    <a:gd name="connsiteY42-1682" fmla="*/ 944 h 5728"/>
                    <a:gd name="connsiteX43-1683" fmla="*/ 6461 w 6642"/>
                    <a:gd name="connsiteY43-1684" fmla="*/ 1022 h 5728"/>
                    <a:gd name="connsiteX44-1685" fmla="*/ 6530 w 6642"/>
                    <a:gd name="connsiteY44-1686" fmla="*/ 1168 h 5728"/>
                    <a:gd name="connsiteX45-1687" fmla="*/ 6545 w 6642"/>
                    <a:gd name="connsiteY45-1688" fmla="*/ 1427 h 5728"/>
                    <a:gd name="connsiteX46-1689" fmla="*/ 6547 w 6642"/>
                    <a:gd name="connsiteY46-1690" fmla="*/ 1617 h 5728"/>
                    <a:gd name="connsiteX47-1691" fmla="*/ 6480 w 6642"/>
                    <a:gd name="connsiteY47-1692" fmla="*/ 1625 h 5728"/>
                    <a:gd name="connsiteX48-1693" fmla="*/ 6458 w 6642"/>
                    <a:gd name="connsiteY48-1694" fmla="*/ 1507 h 5728"/>
                    <a:gd name="connsiteX49-1695" fmla="*/ 6423 w 6642"/>
                    <a:gd name="connsiteY49-1696" fmla="*/ 1450 h 5728"/>
                    <a:gd name="connsiteX50-1697" fmla="*/ 6333 w 6642"/>
                    <a:gd name="connsiteY50-1698" fmla="*/ 1582 h 5728"/>
                    <a:gd name="connsiteX51-1699" fmla="*/ 6220 w 6642"/>
                    <a:gd name="connsiteY51-1700" fmla="*/ 1776 h 5728"/>
                    <a:gd name="connsiteX52-1701" fmla="*/ 6101 w 6642"/>
                    <a:gd name="connsiteY52-1702" fmla="*/ 1904 h 5728"/>
                    <a:gd name="connsiteX53-1703" fmla="*/ 6094 w 6642"/>
                    <a:gd name="connsiteY53-1704" fmla="*/ 2018 h 5728"/>
                    <a:gd name="connsiteX54-1705" fmla="*/ 6154 w 6642"/>
                    <a:gd name="connsiteY54-1706" fmla="*/ 2115 h 5728"/>
                    <a:gd name="connsiteX55-1707" fmla="*/ 6256 w 6642"/>
                    <a:gd name="connsiteY55-1708" fmla="*/ 2183 h 5728"/>
                    <a:gd name="connsiteX56-1709" fmla="*/ 6333 w 6642"/>
                    <a:gd name="connsiteY56-1710" fmla="*/ 2178 h 5728"/>
                    <a:gd name="connsiteX57-1711" fmla="*/ 6378 w 6642"/>
                    <a:gd name="connsiteY57-1712" fmla="*/ 2104 h 5728"/>
                    <a:gd name="connsiteX58-1713" fmla="*/ 6412 w 6642"/>
                    <a:gd name="connsiteY58-1714" fmla="*/ 2210 h 5728"/>
                    <a:gd name="connsiteX59-1715" fmla="*/ 6300 w 6642"/>
                    <a:gd name="connsiteY59-1716" fmla="*/ 2249 h 5728"/>
                    <a:gd name="connsiteX60-1717" fmla="*/ 6347 w 6642"/>
                    <a:gd name="connsiteY60-1718" fmla="*/ 2362 h 5728"/>
                    <a:gd name="connsiteX61-1719" fmla="*/ 6212 w 6642"/>
                    <a:gd name="connsiteY61-1720" fmla="*/ 2509 h 5728"/>
                    <a:gd name="connsiteX62-1721" fmla="*/ 6171 w 6642"/>
                    <a:gd name="connsiteY62-1722" fmla="*/ 2498 h 5728"/>
                    <a:gd name="connsiteX63-1723" fmla="*/ 6047 w 6642"/>
                    <a:gd name="connsiteY63-1724" fmla="*/ 2413 h 5728"/>
                    <a:gd name="connsiteX64-1725" fmla="*/ 5992 w 6642"/>
                    <a:gd name="connsiteY64-1726" fmla="*/ 2412 h 5728"/>
                    <a:gd name="connsiteX65-1727" fmla="*/ 5957 w 6642"/>
                    <a:gd name="connsiteY65-1728" fmla="*/ 2480 h 5728"/>
                    <a:gd name="connsiteX66-1729" fmla="*/ 5960 w 6642"/>
                    <a:gd name="connsiteY66-1730" fmla="*/ 2562 h 5728"/>
                    <a:gd name="connsiteX67-1731" fmla="*/ 6138 w 6642"/>
                    <a:gd name="connsiteY67-1732" fmla="*/ 2730 h 5728"/>
                    <a:gd name="connsiteX68-1733" fmla="*/ 6137 w 6642"/>
                    <a:gd name="connsiteY68-1734" fmla="*/ 2844 h 5728"/>
                    <a:gd name="connsiteX69-1735" fmla="*/ 6228 w 6642"/>
                    <a:gd name="connsiteY69-1736" fmla="*/ 3060 h 5728"/>
                    <a:gd name="connsiteX70-1737" fmla="*/ 6254 w 6642"/>
                    <a:gd name="connsiteY70-1738" fmla="*/ 3090 h 5728"/>
                    <a:gd name="connsiteX71-1739" fmla="*/ 6298 w 6642"/>
                    <a:gd name="connsiteY71-1740" fmla="*/ 3094 h 5728"/>
                    <a:gd name="connsiteX72-1741" fmla="*/ 6344 w 6642"/>
                    <a:gd name="connsiteY72-1742" fmla="*/ 3010 h 5728"/>
                    <a:gd name="connsiteX73-1743" fmla="*/ 6424 w 6642"/>
                    <a:gd name="connsiteY73-1744" fmla="*/ 2950 h 5728"/>
                    <a:gd name="connsiteX74-1745" fmla="*/ 6519 w 6642"/>
                    <a:gd name="connsiteY74-1746" fmla="*/ 3126 h 5728"/>
                    <a:gd name="connsiteX75-1747" fmla="*/ 6629 w 6642"/>
                    <a:gd name="connsiteY75-1748" fmla="*/ 3312 h 5728"/>
                    <a:gd name="connsiteX76-1749" fmla="*/ 6642 w 6642"/>
                    <a:gd name="connsiteY76-1750" fmla="*/ 3342 h 5728"/>
                    <a:gd name="connsiteX77-1751" fmla="*/ 6631 w 6642"/>
                    <a:gd name="connsiteY77-1752" fmla="*/ 3518 h 5728"/>
                    <a:gd name="connsiteX78-1753" fmla="*/ 6596 w 6642"/>
                    <a:gd name="connsiteY78-1754" fmla="*/ 3554 h 5728"/>
                    <a:gd name="connsiteX79-1755" fmla="*/ 6507 w 6642"/>
                    <a:gd name="connsiteY79-1756" fmla="*/ 3515 h 5728"/>
                    <a:gd name="connsiteX80-1757" fmla="*/ 6273 w 6642"/>
                    <a:gd name="connsiteY80-1758" fmla="*/ 3644 h 5728"/>
                    <a:gd name="connsiteX81-1759" fmla="*/ 6247 w 6642"/>
                    <a:gd name="connsiteY81-1760" fmla="*/ 3666 h 5728"/>
                    <a:gd name="connsiteX82-1761" fmla="*/ 6067 w 6642"/>
                    <a:gd name="connsiteY82-1762" fmla="*/ 3812 h 5728"/>
                    <a:gd name="connsiteX83-1763" fmla="*/ 5926 w 6642"/>
                    <a:gd name="connsiteY83-1764" fmla="*/ 3926 h 5728"/>
                    <a:gd name="connsiteX84-1765" fmla="*/ 5891 w 6642"/>
                    <a:gd name="connsiteY84-1766" fmla="*/ 3965 h 5728"/>
                    <a:gd name="connsiteX85-1767" fmla="*/ 5839 w 6642"/>
                    <a:gd name="connsiteY85-1768" fmla="*/ 3973 h 5728"/>
                    <a:gd name="connsiteX86-1769" fmla="*/ 5782 w 6642"/>
                    <a:gd name="connsiteY86-1770" fmla="*/ 3916 h 5728"/>
                    <a:gd name="connsiteX87-1771" fmla="*/ 5658 w 6642"/>
                    <a:gd name="connsiteY87-1772" fmla="*/ 3808 h 5728"/>
                    <a:gd name="connsiteX88-1773" fmla="*/ 5682 w 6642"/>
                    <a:gd name="connsiteY88-1774" fmla="*/ 4064 h 5728"/>
                    <a:gd name="connsiteX89-1775" fmla="*/ 5691 w 6642"/>
                    <a:gd name="connsiteY89-1776" fmla="*/ 4192 h 5728"/>
                    <a:gd name="connsiteX90-1777" fmla="*/ 5429 w 6642"/>
                    <a:gd name="connsiteY90-1778" fmla="*/ 4166 h 5728"/>
                    <a:gd name="connsiteX91-1779" fmla="*/ 5347 w 6642"/>
                    <a:gd name="connsiteY91-1780" fmla="*/ 3987 h 5728"/>
                    <a:gd name="connsiteX92-1781" fmla="*/ 5265 w 6642"/>
                    <a:gd name="connsiteY92-1782" fmla="*/ 3802 h 5728"/>
                    <a:gd name="connsiteX93-1783" fmla="*/ 5003 w 6642"/>
                    <a:gd name="connsiteY93-1784" fmla="*/ 3867 h 5728"/>
                    <a:gd name="connsiteX94-1785" fmla="*/ 4999 w 6642"/>
                    <a:gd name="connsiteY94-1786" fmla="*/ 4057 h 5728"/>
                    <a:gd name="connsiteX95-1787" fmla="*/ 4807 w 6642"/>
                    <a:gd name="connsiteY95-1788" fmla="*/ 4072 h 5728"/>
                    <a:gd name="connsiteX96-1789" fmla="*/ 4634 w 6642"/>
                    <a:gd name="connsiteY96-1790" fmla="*/ 4175 h 5728"/>
                    <a:gd name="connsiteX97-1791" fmla="*/ 4569 w 6642"/>
                    <a:gd name="connsiteY97-1792" fmla="*/ 4246 h 5728"/>
                    <a:gd name="connsiteX98-1793" fmla="*/ 4506 w 6642"/>
                    <a:gd name="connsiteY98-1794" fmla="*/ 4159 h 5728"/>
                    <a:gd name="connsiteX99-1795" fmla="*/ 4541 w 6642"/>
                    <a:gd name="connsiteY99-1796" fmla="*/ 4134 h 5728"/>
                    <a:gd name="connsiteX100-1797" fmla="*/ 4408 w 6642"/>
                    <a:gd name="connsiteY100-1798" fmla="*/ 3980 h 5728"/>
                    <a:gd name="connsiteX101-1799" fmla="*/ 4340 w 6642"/>
                    <a:gd name="connsiteY101-1800" fmla="*/ 4188 h 5728"/>
                    <a:gd name="connsiteX102-1801" fmla="*/ 4282 w 6642"/>
                    <a:gd name="connsiteY102-1802" fmla="*/ 4193 h 5728"/>
                    <a:gd name="connsiteX103-1803" fmla="*/ 4260 w 6642"/>
                    <a:gd name="connsiteY103-1804" fmla="*/ 4238 h 5728"/>
                    <a:gd name="connsiteX104-1805" fmla="*/ 4231 w 6642"/>
                    <a:gd name="connsiteY104-1806" fmla="*/ 4250 h 5728"/>
                    <a:gd name="connsiteX105-1807" fmla="*/ 4230 w 6642"/>
                    <a:gd name="connsiteY105-1808" fmla="*/ 4427 h 5728"/>
                    <a:gd name="connsiteX106-1809" fmla="*/ 4290 w 6642"/>
                    <a:gd name="connsiteY106-1810" fmla="*/ 4504 h 5728"/>
                    <a:gd name="connsiteX107-1811" fmla="*/ 4293 w 6642"/>
                    <a:gd name="connsiteY107-1812" fmla="*/ 4556 h 5728"/>
                    <a:gd name="connsiteX108-1813" fmla="*/ 4257 w 6642"/>
                    <a:gd name="connsiteY108-1814" fmla="*/ 4614 h 5728"/>
                    <a:gd name="connsiteX109-1815" fmla="*/ 3992 w 6642"/>
                    <a:gd name="connsiteY109-1816" fmla="*/ 4680 h 5728"/>
                    <a:gd name="connsiteX110-1817" fmla="*/ 3857 w 6642"/>
                    <a:gd name="connsiteY110-1818" fmla="*/ 4739 h 5728"/>
                    <a:gd name="connsiteX111-1819" fmla="*/ 3815 w 6642"/>
                    <a:gd name="connsiteY111-1820" fmla="*/ 4777 h 5728"/>
                    <a:gd name="connsiteX112-1821" fmla="*/ 3616 w 6642"/>
                    <a:gd name="connsiteY112-1822" fmla="*/ 5021 h 5728"/>
                    <a:gd name="connsiteX113-1823" fmla="*/ 3543 w 6642"/>
                    <a:gd name="connsiteY113-1824" fmla="*/ 4970 h 5728"/>
                    <a:gd name="connsiteX114-1825" fmla="*/ 3460 w 6642"/>
                    <a:gd name="connsiteY114-1826" fmla="*/ 4971 h 5728"/>
                    <a:gd name="connsiteX115-1827" fmla="*/ 3424 w 6642"/>
                    <a:gd name="connsiteY115-1828" fmla="*/ 5045 h 5728"/>
                    <a:gd name="connsiteX116-1829" fmla="*/ 3313 w 6642"/>
                    <a:gd name="connsiteY116-1830" fmla="*/ 5000 h 5728"/>
                    <a:gd name="connsiteX117-1831" fmla="*/ 3235 w 6642"/>
                    <a:gd name="connsiteY117-1832" fmla="*/ 5109 h 5728"/>
                    <a:gd name="connsiteX118-1833" fmla="*/ 3013 w 6642"/>
                    <a:gd name="connsiteY118-1834" fmla="*/ 5349 h 5728"/>
                    <a:gd name="connsiteX119-1835" fmla="*/ 2993 w 6642"/>
                    <a:gd name="connsiteY119-1836" fmla="*/ 5516 h 5728"/>
                    <a:gd name="connsiteX120-1837" fmla="*/ 2976 w 6642"/>
                    <a:gd name="connsiteY120-1838" fmla="*/ 5659 h 5728"/>
                    <a:gd name="connsiteX121-1839" fmla="*/ 2960 w 6642"/>
                    <a:gd name="connsiteY121-1840" fmla="*/ 5669 h 5728"/>
                    <a:gd name="connsiteX122-1841" fmla="*/ 2638 w 6642"/>
                    <a:gd name="connsiteY122-1842" fmla="*/ 5621 h 5728"/>
                    <a:gd name="connsiteX123-1843" fmla="*/ 2536 w 6642"/>
                    <a:gd name="connsiteY123-1844" fmla="*/ 5566 h 5728"/>
                    <a:gd name="connsiteX124-1845" fmla="*/ 2482 w 6642"/>
                    <a:gd name="connsiteY124-1846" fmla="*/ 5503 h 5728"/>
                    <a:gd name="connsiteX125-1847" fmla="*/ 2377 w 6642"/>
                    <a:gd name="connsiteY125-1848" fmla="*/ 5477 h 5728"/>
                    <a:gd name="connsiteX126-1849" fmla="*/ 2377 w 6642"/>
                    <a:gd name="connsiteY126-1850" fmla="*/ 5379 h 5728"/>
                    <a:gd name="connsiteX127-1851" fmla="*/ 2481 w 6642"/>
                    <a:gd name="connsiteY127-1852" fmla="*/ 5149 h 5728"/>
                    <a:gd name="connsiteX128-1853" fmla="*/ 2341 w 6642"/>
                    <a:gd name="connsiteY128-1854" fmla="*/ 5070 h 5728"/>
                    <a:gd name="connsiteX129-1855" fmla="*/ 2299 w 6642"/>
                    <a:gd name="connsiteY129-1856" fmla="*/ 5095 h 5728"/>
                    <a:gd name="connsiteX130-1857" fmla="*/ 2209 w 6642"/>
                    <a:gd name="connsiteY130-1858" fmla="*/ 5214 h 5728"/>
                    <a:gd name="connsiteX131-1859" fmla="*/ 2177 w 6642"/>
                    <a:gd name="connsiteY131-1860" fmla="*/ 5276 h 5728"/>
                    <a:gd name="connsiteX132-1861" fmla="*/ 2115 w 6642"/>
                    <a:gd name="connsiteY132-1862" fmla="*/ 5386 h 5728"/>
                    <a:gd name="connsiteX133-1863" fmla="*/ 2121 w 6642"/>
                    <a:gd name="connsiteY133-1864" fmla="*/ 5510 h 5728"/>
                    <a:gd name="connsiteX134-1865" fmla="*/ 2082 w 6642"/>
                    <a:gd name="connsiteY134-1866" fmla="*/ 5558 h 5728"/>
                    <a:gd name="connsiteX135-1867" fmla="*/ 1951 w 6642"/>
                    <a:gd name="connsiteY135-1868" fmla="*/ 5617 h 5728"/>
                    <a:gd name="connsiteX136-1869" fmla="*/ 1785 w 6642"/>
                    <a:gd name="connsiteY136-1870" fmla="*/ 5649 h 5728"/>
                    <a:gd name="connsiteX137-1871" fmla="*/ 1682 w 6642"/>
                    <a:gd name="connsiteY137-1872" fmla="*/ 5728 h 5728"/>
                    <a:gd name="connsiteX138-1873" fmla="*/ 1568 w 6642"/>
                    <a:gd name="connsiteY138-1874" fmla="*/ 5611 h 5728"/>
                    <a:gd name="connsiteX139-1875" fmla="*/ 1508 w 6642"/>
                    <a:gd name="connsiteY139-1876" fmla="*/ 5485 h 5728"/>
                    <a:gd name="connsiteX140-1877" fmla="*/ 1630 w 6642"/>
                    <a:gd name="connsiteY140-1878" fmla="*/ 5242 h 5728"/>
                    <a:gd name="connsiteX141-1879" fmla="*/ 1685 w 6642"/>
                    <a:gd name="connsiteY141-1880" fmla="*/ 5195 h 5728"/>
                    <a:gd name="connsiteX142-1881" fmla="*/ 1730 w 6642"/>
                    <a:gd name="connsiteY142-1882" fmla="*/ 5120 h 5728"/>
                    <a:gd name="connsiteX143-1883" fmla="*/ 1727 w 6642"/>
                    <a:gd name="connsiteY143-1884" fmla="*/ 5071 h 5728"/>
                    <a:gd name="connsiteX144-1885" fmla="*/ 1530 w 6642"/>
                    <a:gd name="connsiteY144-1886" fmla="*/ 5007 h 5728"/>
                    <a:gd name="connsiteX145-1887" fmla="*/ 1459 w 6642"/>
                    <a:gd name="connsiteY145-1888" fmla="*/ 5064 h 5728"/>
                    <a:gd name="connsiteX146-1889" fmla="*/ 1353 w 6642"/>
                    <a:gd name="connsiteY146-1890" fmla="*/ 5111 h 5728"/>
                    <a:gd name="connsiteX147-1891" fmla="*/ 1290 w 6642"/>
                    <a:gd name="connsiteY147-1892" fmla="*/ 5063 h 5728"/>
                    <a:gd name="connsiteX148-1893" fmla="*/ 1052 w 6642"/>
                    <a:gd name="connsiteY148-1894" fmla="*/ 5254 h 5728"/>
                    <a:gd name="connsiteX149-1895" fmla="*/ 924 w 6642"/>
                    <a:gd name="connsiteY149-1896" fmla="*/ 5231 h 5728"/>
                    <a:gd name="connsiteX150-1897" fmla="*/ 813 w 6642"/>
                    <a:gd name="connsiteY150-1898" fmla="*/ 5097 h 5728"/>
                    <a:gd name="connsiteX151-1899" fmla="*/ 683 w 6642"/>
                    <a:gd name="connsiteY151-1900" fmla="*/ 4930 h 5728"/>
                    <a:gd name="connsiteX152-1901" fmla="*/ 572 w 6642"/>
                    <a:gd name="connsiteY152-1902" fmla="*/ 4806 h 5728"/>
                    <a:gd name="connsiteX153-1903" fmla="*/ 505 w 6642"/>
                    <a:gd name="connsiteY153-1904" fmla="*/ 4788 h 5728"/>
                    <a:gd name="connsiteX154-1905" fmla="*/ 640 w 6642"/>
                    <a:gd name="connsiteY154-1906" fmla="*/ 4631 h 5728"/>
                    <a:gd name="connsiteX155-1907" fmla="*/ 683 w 6642"/>
                    <a:gd name="connsiteY155-1908" fmla="*/ 4541 h 5728"/>
                    <a:gd name="connsiteX156-1909" fmla="*/ 651 w 6642"/>
                    <a:gd name="connsiteY156-1910" fmla="*/ 4438 h 5728"/>
                    <a:gd name="connsiteX157-1911" fmla="*/ 277 w 6642"/>
                    <a:gd name="connsiteY157-1912" fmla="*/ 4491 h 5728"/>
                    <a:gd name="connsiteX158-1913" fmla="*/ 187 w 6642"/>
                    <a:gd name="connsiteY158-1914" fmla="*/ 4518 h 5728"/>
                    <a:gd name="connsiteX159-1915" fmla="*/ 195 w 6642"/>
                    <a:gd name="connsiteY159-1916" fmla="*/ 4384 h 5728"/>
                    <a:gd name="connsiteX160-1917" fmla="*/ 147 w 6642"/>
                    <a:gd name="connsiteY160-1918" fmla="*/ 4318 h 5728"/>
                    <a:gd name="connsiteX161-1919" fmla="*/ 39 w 6642"/>
                    <a:gd name="connsiteY161-1920" fmla="*/ 4220 h 5728"/>
                    <a:gd name="connsiteX162-1921" fmla="*/ 75 w 6642"/>
                    <a:gd name="connsiteY162-1922" fmla="*/ 4093 h 5728"/>
                    <a:gd name="connsiteX163-1923" fmla="*/ 63 w 6642"/>
                    <a:gd name="connsiteY163-1924" fmla="*/ 3929 h 5728"/>
                    <a:gd name="connsiteX164-1925" fmla="*/ 0 w 6642"/>
                    <a:gd name="connsiteY164-1926" fmla="*/ 3842 h 5728"/>
                    <a:gd name="connsiteX165-1927" fmla="*/ 0 w 6642"/>
                    <a:gd name="connsiteY165-1928" fmla="*/ 3737 h 5728"/>
                    <a:gd name="connsiteX166-1929" fmla="*/ 303 w 6642"/>
                    <a:gd name="connsiteY166-1930" fmla="*/ 3824 h 5728"/>
                    <a:gd name="connsiteX167-1931" fmla="*/ 830 w 6642"/>
                    <a:gd name="connsiteY167-1932" fmla="*/ 3840 h 5728"/>
                    <a:gd name="connsiteX168-1933" fmla="*/ 1044 w 6642"/>
                    <a:gd name="connsiteY168-1934" fmla="*/ 3908 h 5728"/>
                    <a:gd name="connsiteX169-1935" fmla="*/ 1213 w 6642"/>
                    <a:gd name="connsiteY169-1936" fmla="*/ 4053 h 5728"/>
                    <a:gd name="connsiteX170-1937" fmla="*/ 1257 w 6642"/>
                    <a:gd name="connsiteY170-1938" fmla="*/ 4077 h 5728"/>
                    <a:gd name="connsiteX171-1939" fmla="*/ 1417 w 6642"/>
                    <a:gd name="connsiteY171-1940" fmla="*/ 4107 h 5728"/>
                    <a:gd name="connsiteX172-1941" fmla="*/ 1487 w 6642"/>
                    <a:gd name="connsiteY172-1942" fmla="*/ 4158 h 5728"/>
                    <a:gd name="connsiteX173-1943" fmla="*/ 1688 w 6642"/>
                    <a:gd name="connsiteY173-1944" fmla="*/ 4229 h 5728"/>
                    <a:gd name="connsiteX174-1945" fmla="*/ 1904 w 6642"/>
                    <a:gd name="connsiteY174-1946" fmla="*/ 4309 h 5728"/>
                    <a:gd name="connsiteX175-1947" fmla="*/ 2068 w 6642"/>
                    <a:gd name="connsiteY175-1948" fmla="*/ 4212 h 5728"/>
                    <a:gd name="connsiteX176-1949" fmla="*/ 2267 w 6642"/>
                    <a:gd name="connsiteY176-1950" fmla="*/ 4125 h 5728"/>
                    <a:gd name="connsiteX177-1951" fmla="*/ 2363 w 6642"/>
                    <a:gd name="connsiteY177-1952" fmla="*/ 4075 h 5728"/>
                    <a:gd name="connsiteX178-1953" fmla="*/ 2539 w 6642"/>
                    <a:gd name="connsiteY178-1954" fmla="*/ 3995 h 5728"/>
                    <a:gd name="connsiteX179-1955" fmla="*/ 2721 w 6642"/>
                    <a:gd name="connsiteY179-1956" fmla="*/ 3970 h 5728"/>
                    <a:gd name="connsiteX180-1957" fmla="*/ 3073 w 6642"/>
                    <a:gd name="connsiteY180-1958" fmla="*/ 3979 h 5728"/>
                    <a:gd name="connsiteX181-1959" fmla="*/ 3416 w 6642"/>
                    <a:gd name="connsiteY181-1960" fmla="*/ 3722 h 5728"/>
                    <a:gd name="connsiteX182-1961" fmla="*/ 3519 w 6642"/>
                    <a:gd name="connsiteY182-1962" fmla="*/ 3636 h 5728"/>
                    <a:gd name="connsiteX183-1963" fmla="*/ 3609 w 6642"/>
                    <a:gd name="connsiteY183-1964" fmla="*/ 3563 h 5728"/>
                    <a:gd name="connsiteX184-1965" fmla="*/ 3705 w 6642"/>
                    <a:gd name="connsiteY184-1966" fmla="*/ 3503 h 5728"/>
                    <a:gd name="connsiteX185-1967" fmla="*/ 3702 w 6642"/>
                    <a:gd name="connsiteY185-1968" fmla="*/ 3422 h 5728"/>
                    <a:gd name="connsiteX186-1969" fmla="*/ 3597 w 6642"/>
                    <a:gd name="connsiteY186-1970" fmla="*/ 3317 h 5728"/>
                    <a:gd name="connsiteX187-1971" fmla="*/ 3582 w 6642"/>
                    <a:gd name="connsiteY187-1972" fmla="*/ 3252 h 5728"/>
                    <a:gd name="connsiteX188-1973" fmla="*/ 3692 w 6642"/>
                    <a:gd name="connsiteY188-1974" fmla="*/ 3012 h 5728"/>
                    <a:gd name="connsiteX189-1975" fmla="*/ 3835 w 6642"/>
                    <a:gd name="connsiteY189-1976" fmla="*/ 3094 h 5728"/>
                    <a:gd name="connsiteX190-1977" fmla="*/ 3915 w 6642"/>
                    <a:gd name="connsiteY190-1978" fmla="*/ 3122 h 5728"/>
                    <a:gd name="connsiteX191-1979" fmla="*/ 3998 w 6642"/>
                    <a:gd name="connsiteY191-1980" fmla="*/ 3124 h 5728"/>
                    <a:gd name="connsiteX192-1981" fmla="*/ 4258 w 6642"/>
                    <a:gd name="connsiteY192-1982" fmla="*/ 2876 h 5728"/>
                    <a:gd name="connsiteX193-1983" fmla="*/ 4431 w 6642"/>
                    <a:gd name="connsiteY193-1984" fmla="*/ 2857 h 5728"/>
                    <a:gd name="connsiteX194-1985" fmla="*/ 4543 w 6642"/>
                    <a:gd name="connsiteY194-1986" fmla="*/ 2801 h 5728"/>
                    <a:gd name="connsiteX195-1987" fmla="*/ 4626 w 6642"/>
                    <a:gd name="connsiteY195-1988" fmla="*/ 2724 h 5728"/>
                    <a:gd name="connsiteX196-1989" fmla="*/ 4672 w 6642"/>
                    <a:gd name="connsiteY196-1990" fmla="*/ 2621 h 5728"/>
                    <a:gd name="connsiteX0-1991" fmla="*/ 5456 w 6642"/>
                    <a:gd name="connsiteY0-1992" fmla="*/ 2333 h 5728"/>
                    <a:gd name="connsiteX1-1993" fmla="*/ 5454 w 6642"/>
                    <a:gd name="connsiteY1-1994" fmla="*/ 2117 h 5728"/>
                    <a:gd name="connsiteX2-1995" fmla="*/ 5378 w 6642"/>
                    <a:gd name="connsiteY2-1996" fmla="*/ 2039 h 5728"/>
                    <a:gd name="connsiteX3-1997" fmla="*/ 5235 w 6642"/>
                    <a:gd name="connsiteY3-1998" fmla="*/ 1951 h 5728"/>
                    <a:gd name="connsiteX4-1999" fmla="*/ 5143 w 6642"/>
                    <a:gd name="connsiteY4-2000" fmla="*/ 1827 h 5728"/>
                    <a:gd name="connsiteX5-2001" fmla="*/ 5047 w 6642"/>
                    <a:gd name="connsiteY5-2002" fmla="*/ 1828 h 5728"/>
                    <a:gd name="connsiteX6-2003" fmla="*/ 5002 w 6642"/>
                    <a:gd name="connsiteY6-2004" fmla="*/ 1883 h 5728"/>
                    <a:gd name="connsiteX7-2005" fmla="*/ 4909 w 6642"/>
                    <a:gd name="connsiteY7-2006" fmla="*/ 1877 h 5728"/>
                    <a:gd name="connsiteX8-2007" fmla="*/ 4889 w 6642"/>
                    <a:gd name="connsiteY8-2008" fmla="*/ 1994 h 5728"/>
                    <a:gd name="connsiteX9-2009" fmla="*/ 4708 w 6642"/>
                    <a:gd name="connsiteY9-2010" fmla="*/ 1941 h 5728"/>
                    <a:gd name="connsiteX10-2011" fmla="*/ 4625 w 6642"/>
                    <a:gd name="connsiteY10-2012" fmla="*/ 1939 h 5728"/>
                    <a:gd name="connsiteX11-2013" fmla="*/ 4500 w 6642"/>
                    <a:gd name="connsiteY11-2014" fmla="*/ 2014 h 5728"/>
                    <a:gd name="connsiteX12-2015" fmla="*/ 4388 w 6642"/>
                    <a:gd name="connsiteY12-2016" fmla="*/ 1890 h 5728"/>
                    <a:gd name="connsiteX13-2017" fmla="*/ 4482 w 6642"/>
                    <a:gd name="connsiteY13-2018" fmla="*/ 1804 h 5728"/>
                    <a:gd name="connsiteX14-2019" fmla="*/ 4486 w 6642"/>
                    <a:gd name="connsiteY14-2020" fmla="*/ 1634 h 5728"/>
                    <a:gd name="connsiteX15-2021" fmla="*/ 4541 w 6642"/>
                    <a:gd name="connsiteY15-2022" fmla="*/ 1514 h 5728"/>
                    <a:gd name="connsiteX16-2023" fmla="*/ 4584 w 6642"/>
                    <a:gd name="connsiteY16-2024" fmla="*/ 1306 h 5728"/>
                    <a:gd name="connsiteX17-2025" fmla="*/ 4644 w 6642"/>
                    <a:gd name="connsiteY17-2026" fmla="*/ 1307 h 5728"/>
                    <a:gd name="connsiteX18-2027" fmla="*/ 4967 w 6642"/>
                    <a:gd name="connsiteY18-2028" fmla="*/ 1286 h 5728"/>
                    <a:gd name="connsiteX19-2029" fmla="*/ 5141 w 6642"/>
                    <a:gd name="connsiteY19-2030" fmla="*/ 1117 h 5728"/>
                    <a:gd name="connsiteX20-2031" fmla="*/ 5210 w 6642"/>
                    <a:gd name="connsiteY20-2032" fmla="*/ 748 h 5728"/>
                    <a:gd name="connsiteX21-2033" fmla="*/ 5320 w 6642"/>
                    <a:gd name="connsiteY21-2034" fmla="*/ 486 h 5728"/>
                    <a:gd name="connsiteX22-2035" fmla="*/ 5318 w 6642"/>
                    <a:gd name="connsiteY22-2036" fmla="*/ 358 h 5728"/>
                    <a:gd name="connsiteX23-2037" fmla="*/ 5305 w 6642"/>
                    <a:gd name="connsiteY23-2038" fmla="*/ 328 h 5728"/>
                    <a:gd name="connsiteX24-2039" fmla="*/ 5238 w 6642"/>
                    <a:gd name="connsiteY24-2040" fmla="*/ 251 h 5728"/>
                    <a:gd name="connsiteX25-2041" fmla="*/ 5178 w 6642"/>
                    <a:gd name="connsiteY25-2042" fmla="*/ 217 h 5728"/>
                    <a:gd name="connsiteX26-2043" fmla="*/ 5303 w 6642"/>
                    <a:gd name="connsiteY26-2044" fmla="*/ 56 h 5728"/>
                    <a:gd name="connsiteX27-2045" fmla="*/ 5476 w 6642"/>
                    <a:gd name="connsiteY27-2046" fmla="*/ 2 h 5728"/>
                    <a:gd name="connsiteX28-2047" fmla="*/ 5508 w 6642"/>
                    <a:gd name="connsiteY28-2048" fmla="*/ 49 h 5728"/>
                    <a:gd name="connsiteX29-2049" fmla="*/ 5498 w 6642"/>
                    <a:gd name="connsiteY29-2050" fmla="*/ 133 h 5728"/>
                    <a:gd name="connsiteX30-2051" fmla="*/ 5437 w 6642"/>
                    <a:gd name="connsiteY30-2052" fmla="*/ 243 h 5728"/>
                    <a:gd name="connsiteX31-2053" fmla="*/ 5507 w 6642"/>
                    <a:gd name="connsiteY31-2054" fmla="*/ 301 h 5728"/>
                    <a:gd name="connsiteX32-2055" fmla="*/ 5621 w 6642"/>
                    <a:gd name="connsiteY32-2056" fmla="*/ 366 h 5728"/>
                    <a:gd name="connsiteX33-2057" fmla="*/ 5641 w 6642"/>
                    <a:gd name="connsiteY33-2058" fmla="*/ 255 h 5728"/>
                    <a:gd name="connsiteX34-2059" fmla="*/ 5775 w 6642"/>
                    <a:gd name="connsiteY34-2060" fmla="*/ 291 h 5728"/>
                    <a:gd name="connsiteX35-2061" fmla="*/ 5800 w 6642"/>
                    <a:gd name="connsiteY35-2062" fmla="*/ 331 h 5728"/>
                    <a:gd name="connsiteX36-2063" fmla="*/ 5876 w 6642"/>
                    <a:gd name="connsiteY36-2064" fmla="*/ 562 h 5728"/>
                    <a:gd name="connsiteX37-2065" fmla="*/ 5911 w 6642"/>
                    <a:gd name="connsiteY37-2066" fmla="*/ 586 h 5728"/>
                    <a:gd name="connsiteX38-2067" fmla="*/ 6003 w 6642"/>
                    <a:gd name="connsiteY38-2068" fmla="*/ 578 h 5728"/>
                    <a:gd name="connsiteX39-2069" fmla="*/ 6263 w 6642"/>
                    <a:gd name="connsiteY39-2070" fmla="*/ 490 h 5728"/>
                    <a:gd name="connsiteX40-2071" fmla="*/ 6483 w 6642"/>
                    <a:gd name="connsiteY40-2072" fmla="*/ 479 h 5728"/>
                    <a:gd name="connsiteX41-2073" fmla="*/ 6543 w 6642"/>
                    <a:gd name="connsiteY41-2074" fmla="*/ 648 h 5728"/>
                    <a:gd name="connsiteX42-2075" fmla="*/ 6461 w 6642"/>
                    <a:gd name="connsiteY42-2076" fmla="*/ 944 h 5728"/>
                    <a:gd name="connsiteX43-2077" fmla="*/ 6461 w 6642"/>
                    <a:gd name="connsiteY43-2078" fmla="*/ 1022 h 5728"/>
                    <a:gd name="connsiteX44-2079" fmla="*/ 6530 w 6642"/>
                    <a:gd name="connsiteY44-2080" fmla="*/ 1168 h 5728"/>
                    <a:gd name="connsiteX45-2081" fmla="*/ 6545 w 6642"/>
                    <a:gd name="connsiteY45-2082" fmla="*/ 1427 h 5728"/>
                    <a:gd name="connsiteX46-2083" fmla="*/ 6547 w 6642"/>
                    <a:gd name="connsiteY46-2084" fmla="*/ 1617 h 5728"/>
                    <a:gd name="connsiteX47-2085" fmla="*/ 6480 w 6642"/>
                    <a:gd name="connsiteY47-2086" fmla="*/ 1625 h 5728"/>
                    <a:gd name="connsiteX48-2087" fmla="*/ 6458 w 6642"/>
                    <a:gd name="connsiteY48-2088" fmla="*/ 1507 h 5728"/>
                    <a:gd name="connsiteX49-2089" fmla="*/ 6423 w 6642"/>
                    <a:gd name="connsiteY49-2090" fmla="*/ 1450 h 5728"/>
                    <a:gd name="connsiteX50-2091" fmla="*/ 6333 w 6642"/>
                    <a:gd name="connsiteY50-2092" fmla="*/ 1582 h 5728"/>
                    <a:gd name="connsiteX51-2093" fmla="*/ 6220 w 6642"/>
                    <a:gd name="connsiteY51-2094" fmla="*/ 1776 h 5728"/>
                    <a:gd name="connsiteX52-2095" fmla="*/ 6101 w 6642"/>
                    <a:gd name="connsiteY52-2096" fmla="*/ 1904 h 5728"/>
                    <a:gd name="connsiteX53-2097" fmla="*/ 6094 w 6642"/>
                    <a:gd name="connsiteY53-2098" fmla="*/ 2018 h 5728"/>
                    <a:gd name="connsiteX54-2099" fmla="*/ 6154 w 6642"/>
                    <a:gd name="connsiteY54-2100" fmla="*/ 2115 h 5728"/>
                    <a:gd name="connsiteX55-2101" fmla="*/ 6256 w 6642"/>
                    <a:gd name="connsiteY55-2102" fmla="*/ 2183 h 5728"/>
                    <a:gd name="connsiteX56-2103" fmla="*/ 6333 w 6642"/>
                    <a:gd name="connsiteY56-2104" fmla="*/ 2178 h 5728"/>
                    <a:gd name="connsiteX57-2105" fmla="*/ 6378 w 6642"/>
                    <a:gd name="connsiteY57-2106" fmla="*/ 2104 h 5728"/>
                    <a:gd name="connsiteX58-2107" fmla="*/ 6412 w 6642"/>
                    <a:gd name="connsiteY58-2108" fmla="*/ 2210 h 5728"/>
                    <a:gd name="connsiteX59-2109" fmla="*/ 6300 w 6642"/>
                    <a:gd name="connsiteY59-2110" fmla="*/ 2249 h 5728"/>
                    <a:gd name="connsiteX60-2111" fmla="*/ 6347 w 6642"/>
                    <a:gd name="connsiteY60-2112" fmla="*/ 2362 h 5728"/>
                    <a:gd name="connsiteX61-2113" fmla="*/ 6212 w 6642"/>
                    <a:gd name="connsiteY61-2114" fmla="*/ 2509 h 5728"/>
                    <a:gd name="connsiteX62-2115" fmla="*/ 6171 w 6642"/>
                    <a:gd name="connsiteY62-2116" fmla="*/ 2498 h 5728"/>
                    <a:gd name="connsiteX63-2117" fmla="*/ 6047 w 6642"/>
                    <a:gd name="connsiteY63-2118" fmla="*/ 2413 h 5728"/>
                    <a:gd name="connsiteX64-2119" fmla="*/ 5992 w 6642"/>
                    <a:gd name="connsiteY64-2120" fmla="*/ 2412 h 5728"/>
                    <a:gd name="connsiteX65-2121" fmla="*/ 5957 w 6642"/>
                    <a:gd name="connsiteY65-2122" fmla="*/ 2480 h 5728"/>
                    <a:gd name="connsiteX66-2123" fmla="*/ 5960 w 6642"/>
                    <a:gd name="connsiteY66-2124" fmla="*/ 2562 h 5728"/>
                    <a:gd name="connsiteX67-2125" fmla="*/ 6138 w 6642"/>
                    <a:gd name="connsiteY67-2126" fmla="*/ 2730 h 5728"/>
                    <a:gd name="connsiteX68-2127" fmla="*/ 6137 w 6642"/>
                    <a:gd name="connsiteY68-2128" fmla="*/ 2844 h 5728"/>
                    <a:gd name="connsiteX69-2129" fmla="*/ 6228 w 6642"/>
                    <a:gd name="connsiteY69-2130" fmla="*/ 3060 h 5728"/>
                    <a:gd name="connsiteX70-2131" fmla="*/ 6254 w 6642"/>
                    <a:gd name="connsiteY70-2132" fmla="*/ 3090 h 5728"/>
                    <a:gd name="connsiteX71-2133" fmla="*/ 6298 w 6642"/>
                    <a:gd name="connsiteY71-2134" fmla="*/ 3094 h 5728"/>
                    <a:gd name="connsiteX72-2135" fmla="*/ 6344 w 6642"/>
                    <a:gd name="connsiteY72-2136" fmla="*/ 3010 h 5728"/>
                    <a:gd name="connsiteX73-2137" fmla="*/ 6424 w 6642"/>
                    <a:gd name="connsiteY73-2138" fmla="*/ 2950 h 5728"/>
                    <a:gd name="connsiteX74-2139" fmla="*/ 6519 w 6642"/>
                    <a:gd name="connsiteY74-2140" fmla="*/ 3126 h 5728"/>
                    <a:gd name="connsiteX75-2141" fmla="*/ 6629 w 6642"/>
                    <a:gd name="connsiteY75-2142" fmla="*/ 3312 h 5728"/>
                    <a:gd name="connsiteX76-2143" fmla="*/ 6642 w 6642"/>
                    <a:gd name="connsiteY76-2144" fmla="*/ 3342 h 5728"/>
                    <a:gd name="connsiteX77-2145" fmla="*/ 6631 w 6642"/>
                    <a:gd name="connsiteY77-2146" fmla="*/ 3518 h 5728"/>
                    <a:gd name="connsiteX78-2147" fmla="*/ 6596 w 6642"/>
                    <a:gd name="connsiteY78-2148" fmla="*/ 3554 h 5728"/>
                    <a:gd name="connsiteX79-2149" fmla="*/ 6507 w 6642"/>
                    <a:gd name="connsiteY79-2150" fmla="*/ 3515 h 5728"/>
                    <a:gd name="connsiteX80-2151" fmla="*/ 6273 w 6642"/>
                    <a:gd name="connsiteY80-2152" fmla="*/ 3644 h 5728"/>
                    <a:gd name="connsiteX81-2153" fmla="*/ 6247 w 6642"/>
                    <a:gd name="connsiteY81-2154" fmla="*/ 3666 h 5728"/>
                    <a:gd name="connsiteX82-2155" fmla="*/ 6067 w 6642"/>
                    <a:gd name="connsiteY82-2156" fmla="*/ 3812 h 5728"/>
                    <a:gd name="connsiteX83-2157" fmla="*/ 5926 w 6642"/>
                    <a:gd name="connsiteY83-2158" fmla="*/ 3926 h 5728"/>
                    <a:gd name="connsiteX84-2159" fmla="*/ 5891 w 6642"/>
                    <a:gd name="connsiteY84-2160" fmla="*/ 3965 h 5728"/>
                    <a:gd name="connsiteX85-2161" fmla="*/ 5839 w 6642"/>
                    <a:gd name="connsiteY85-2162" fmla="*/ 3973 h 5728"/>
                    <a:gd name="connsiteX86-2163" fmla="*/ 5782 w 6642"/>
                    <a:gd name="connsiteY86-2164" fmla="*/ 3916 h 5728"/>
                    <a:gd name="connsiteX87-2165" fmla="*/ 5658 w 6642"/>
                    <a:gd name="connsiteY87-2166" fmla="*/ 3808 h 5728"/>
                    <a:gd name="connsiteX88-2167" fmla="*/ 5682 w 6642"/>
                    <a:gd name="connsiteY88-2168" fmla="*/ 4064 h 5728"/>
                    <a:gd name="connsiteX89-2169" fmla="*/ 5691 w 6642"/>
                    <a:gd name="connsiteY89-2170" fmla="*/ 4192 h 5728"/>
                    <a:gd name="connsiteX90-2171" fmla="*/ 5429 w 6642"/>
                    <a:gd name="connsiteY90-2172" fmla="*/ 4166 h 5728"/>
                    <a:gd name="connsiteX91-2173" fmla="*/ 5347 w 6642"/>
                    <a:gd name="connsiteY91-2174" fmla="*/ 3987 h 5728"/>
                    <a:gd name="connsiteX92-2175" fmla="*/ 5265 w 6642"/>
                    <a:gd name="connsiteY92-2176" fmla="*/ 3802 h 5728"/>
                    <a:gd name="connsiteX93-2177" fmla="*/ 5003 w 6642"/>
                    <a:gd name="connsiteY93-2178" fmla="*/ 3867 h 5728"/>
                    <a:gd name="connsiteX94-2179" fmla="*/ 4999 w 6642"/>
                    <a:gd name="connsiteY94-2180" fmla="*/ 4057 h 5728"/>
                    <a:gd name="connsiteX95-2181" fmla="*/ 4807 w 6642"/>
                    <a:gd name="connsiteY95-2182" fmla="*/ 4072 h 5728"/>
                    <a:gd name="connsiteX96-2183" fmla="*/ 4634 w 6642"/>
                    <a:gd name="connsiteY96-2184" fmla="*/ 4175 h 5728"/>
                    <a:gd name="connsiteX97-2185" fmla="*/ 4569 w 6642"/>
                    <a:gd name="connsiteY97-2186" fmla="*/ 4246 h 5728"/>
                    <a:gd name="connsiteX98-2187" fmla="*/ 4506 w 6642"/>
                    <a:gd name="connsiteY98-2188" fmla="*/ 4159 h 5728"/>
                    <a:gd name="connsiteX99-2189" fmla="*/ 4541 w 6642"/>
                    <a:gd name="connsiteY99-2190" fmla="*/ 4134 h 5728"/>
                    <a:gd name="connsiteX100-2191" fmla="*/ 4408 w 6642"/>
                    <a:gd name="connsiteY100-2192" fmla="*/ 3980 h 5728"/>
                    <a:gd name="connsiteX101-2193" fmla="*/ 4340 w 6642"/>
                    <a:gd name="connsiteY101-2194" fmla="*/ 4188 h 5728"/>
                    <a:gd name="connsiteX102-2195" fmla="*/ 4282 w 6642"/>
                    <a:gd name="connsiteY102-2196" fmla="*/ 4193 h 5728"/>
                    <a:gd name="connsiteX103-2197" fmla="*/ 4260 w 6642"/>
                    <a:gd name="connsiteY103-2198" fmla="*/ 4238 h 5728"/>
                    <a:gd name="connsiteX104-2199" fmla="*/ 4231 w 6642"/>
                    <a:gd name="connsiteY104-2200" fmla="*/ 4250 h 5728"/>
                    <a:gd name="connsiteX105-2201" fmla="*/ 4230 w 6642"/>
                    <a:gd name="connsiteY105-2202" fmla="*/ 4427 h 5728"/>
                    <a:gd name="connsiteX106-2203" fmla="*/ 4290 w 6642"/>
                    <a:gd name="connsiteY106-2204" fmla="*/ 4504 h 5728"/>
                    <a:gd name="connsiteX107-2205" fmla="*/ 4293 w 6642"/>
                    <a:gd name="connsiteY107-2206" fmla="*/ 4556 h 5728"/>
                    <a:gd name="connsiteX108-2207" fmla="*/ 4257 w 6642"/>
                    <a:gd name="connsiteY108-2208" fmla="*/ 4614 h 5728"/>
                    <a:gd name="connsiteX109-2209" fmla="*/ 3992 w 6642"/>
                    <a:gd name="connsiteY109-2210" fmla="*/ 4680 h 5728"/>
                    <a:gd name="connsiteX110-2211" fmla="*/ 3857 w 6642"/>
                    <a:gd name="connsiteY110-2212" fmla="*/ 4739 h 5728"/>
                    <a:gd name="connsiteX111-2213" fmla="*/ 3815 w 6642"/>
                    <a:gd name="connsiteY111-2214" fmla="*/ 4777 h 5728"/>
                    <a:gd name="connsiteX112-2215" fmla="*/ 3616 w 6642"/>
                    <a:gd name="connsiteY112-2216" fmla="*/ 5021 h 5728"/>
                    <a:gd name="connsiteX113-2217" fmla="*/ 3543 w 6642"/>
                    <a:gd name="connsiteY113-2218" fmla="*/ 4970 h 5728"/>
                    <a:gd name="connsiteX114-2219" fmla="*/ 3460 w 6642"/>
                    <a:gd name="connsiteY114-2220" fmla="*/ 4971 h 5728"/>
                    <a:gd name="connsiteX115-2221" fmla="*/ 3424 w 6642"/>
                    <a:gd name="connsiteY115-2222" fmla="*/ 5045 h 5728"/>
                    <a:gd name="connsiteX116-2223" fmla="*/ 3313 w 6642"/>
                    <a:gd name="connsiteY116-2224" fmla="*/ 5000 h 5728"/>
                    <a:gd name="connsiteX117-2225" fmla="*/ 3235 w 6642"/>
                    <a:gd name="connsiteY117-2226" fmla="*/ 5109 h 5728"/>
                    <a:gd name="connsiteX118-2227" fmla="*/ 3013 w 6642"/>
                    <a:gd name="connsiteY118-2228" fmla="*/ 5349 h 5728"/>
                    <a:gd name="connsiteX119-2229" fmla="*/ 2993 w 6642"/>
                    <a:gd name="connsiteY119-2230" fmla="*/ 5516 h 5728"/>
                    <a:gd name="connsiteX120-2231" fmla="*/ 2976 w 6642"/>
                    <a:gd name="connsiteY120-2232" fmla="*/ 5659 h 5728"/>
                    <a:gd name="connsiteX121-2233" fmla="*/ 2960 w 6642"/>
                    <a:gd name="connsiteY121-2234" fmla="*/ 5669 h 5728"/>
                    <a:gd name="connsiteX122-2235" fmla="*/ 2638 w 6642"/>
                    <a:gd name="connsiteY122-2236" fmla="*/ 5621 h 5728"/>
                    <a:gd name="connsiteX123-2237" fmla="*/ 2536 w 6642"/>
                    <a:gd name="connsiteY123-2238" fmla="*/ 5566 h 5728"/>
                    <a:gd name="connsiteX124-2239" fmla="*/ 2482 w 6642"/>
                    <a:gd name="connsiteY124-2240" fmla="*/ 5503 h 5728"/>
                    <a:gd name="connsiteX125-2241" fmla="*/ 2377 w 6642"/>
                    <a:gd name="connsiteY125-2242" fmla="*/ 5477 h 5728"/>
                    <a:gd name="connsiteX126-2243" fmla="*/ 2377 w 6642"/>
                    <a:gd name="connsiteY126-2244" fmla="*/ 5379 h 5728"/>
                    <a:gd name="connsiteX127-2245" fmla="*/ 2481 w 6642"/>
                    <a:gd name="connsiteY127-2246" fmla="*/ 5149 h 5728"/>
                    <a:gd name="connsiteX128-2247" fmla="*/ 2341 w 6642"/>
                    <a:gd name="connsiteY128-2248" fmla="*/ 5070 h 5728"/>
                    <a:gd name="connsiteX129-2249" fmla="*/ 2299 w 6642"/>
                    <a:gd name="connsiteY129-2250" fmla="*/ 5095 h 5728"/>
                    <a:gd name="connsiteX130-2251" fmla="*/ 2209 w 6642"/>
                    <a:gd name="connsiteY130-2252" fmla="*/ 5214 h 5728"/>
                    <a:gd name="connsiteX131-2253" fmla="*/ 2177 w 6642"/>
                    <a:gd name="connsiteY131-2254" fmla="*/ 5276 h 5728"/>
                    <a:gd name="connsiteX132-2255" fmla="*/ 2115 w 6642"/>
                    <a:gd name="connsiteY132-2256" fmla="*/ 5386 h 5728"/>
                    <a:gd name="connsiteX133-2257" fmla="*/ 2121 w 6642"/>
                    <a:gd name="connsiteY133-2258" fmla="*/ 5510 h 5728"/>
                    <a:gd name="connsiteX134-2259" fmla="*/ 2082 w 6642"/>
                    <a:gd name="connsiteY134-2260" fmla="*/ 5558 h 5728"/>
                    <a:gd name="connsiteX135-2261" fmla="*/ 1951 w 6642"/>
                    <a:gd name="connsiteY135-2262" fmla="*/ 5617 h 5728"/>
                    <a:gd name="connsiteX136-2263" fmla="*/ 1785 w 6642"/>
                    <a:gd name="connsiteY136-2264" fmla="*/ 5649 h 5728"/>
                    <a:gd name="connsiteX137-2265" fmla="*/ 1682 w 6642"/>
                    <a:gd name="connsiteY137-2266" fmla="*/ 5728 h 5728"/>
                    <a:gd name="connsiteX138-2267" fmla="*/ 1568 w 6642"/>
                    <a:gd name="connsiteY138-2268" fmla="*/ 5611 h 5728"/>
                    <a:gd name="connsiteX139-2269" fmla="*/ 1508 w 6642"/>
                    <a:gd name="connsiteY139-2270" fmla="*/ 5485 h 5728"/>
                    <a:gd name="connsiteX140-2271" fmla="*/ 1630 w 6642"/>
                    <a:gd name="connsiteY140-2272" fmla="*/ 5242 h 5728"/>
                    <a:gd name="connsiteX141-2273" fmla="*/ 1685 w 6642"/>
                    <a:gd name="connsiteY141-2274" fmla="*/ 5195 h 5728"/>
                    <a:gd name="connsiteX142-2275" fmla="*/ 1730 w 6642"/>
                    <a:gd name="connsiteY142-2276" fmla="*/ 5120 h 5728"/>
                    <a:gd name="connsiteX143-2277" fmla="*/ 1727 w 6642"/>
                    <a:gd name="connsiteY143-2278" fmla="*/ 5071 h 5728"/>
                    <a:gd name="connsiteX144-2279" fmla="*/ 1530 w 6642"/>
                    <a:gd name="connsiteY144-2280" fmla="*/ 5007 h 5728"/>
                    <a:gd name="connsiteX145-2281" fmla="*/ 1459 w 6642"/>
                    <a:gd name="connsiteY145-2282" fmla="*/ 5064 h 5728"/>
                    <a:gd name="connsiteX146-2283" fmla="*/ 1353 w 6642"/>
                    <a:gd name="connsiteY146-2284" fmla="*/ 5111 h 5728"/>
                    <a:gd name="connsiteX147-2285" fmla="*/ 1290 w 6642"/>
                    <a:gd name="connsiteY147-2286" fmla="*/ 5063 h 5728"/>
                    <a:gd name="connsiteX148-2287" fmla="*/ 1052 w 6642"/>
                    <a:gd name="connsiteY148-2288" fmla="*/ 5254 h 5728"/>
                    <a:gd name="connsiteX149-2289" fmla="*/ 924 w 6642"/>
                    <a:gd name="connsiteY149-2290" fmla="*/ 5231 h 5728"/>
                    <a:gd name="connsiteX150-2291" fmla="*/ 813 w 6642"/>
                    <a:gd name="connsiteY150-2292" fmla="*/ 5097 h 5728"/>
                    <a:gd name="connsiteX151-2293" fmla="*/ 683 w 6642"/>
                    <a:gd name="connsiteY151-2294" fmla="*/ 4930 h 5728"/>
                    <a:gd name="connsiteX152-2295" fmla="*/ 572 w 6642"/>
                    <a:gd name="connsiteY152-2296" fmla="*/ 4806 h 5728"/>
                    <a:gd name="connsiteX153-2297" fmla="*/ 505 w 6642"/>
                    <a:gd name="connsiteY153-2298" fmla="*/ 4788 h 5728"/>
                    <a:gd name="connsiteX154-2299" fmla="*/ 640 w 6642"/>
                    <a:gd name="connsiteY154-2300" fmla="*/ 4631 h 5728"/>
                    <a:gd name="connsiteX155-2301" fmla="*/ 683 w 6642"/>
                    <a:gd name="connsiteY155-2302" fmla="*/ 4541 h 5728"/>
                    <a:gd name="connsiteX156-2303" fmla="*/ 651 w 6642"/>
                    <a:gd name="connsiteY156-2304" fmla="*/ 4438 h 5728"/>
                    <a:gd name="connsiteX157-2305" fmla="*/ 277 w 6642"/>
                    <a:gd name="connsiteY157-2306" fmla="*/ 4491 h 5728"/>
                    <a:gd name="connsiteX158-2307" fmla="*/ 187 w 6642"/>
                    <a:gd name="connsiteY158-2308" fmla="*/ 4518 h 5728"/>
                    <a:gd name="connsiteX159-2309" fmla="*/ 195 w 6642"/>
                    <a:gd name="connsiteY159-2310" fmla="*/ 4384 h 5728"/>
                    <a:gd name="connsiteX160-2311" fmla="*/ 147 w 6642"/>
                    <a:gd name="connsiteY160-2312" fmla="*/ 4318 h 5728"/>
                    <a:gd name="connsiteX161-2313" fmla="*/ 39 w 6642"/>
                    <a:gd name="connsiteY161-2314" fmla="*/ 4220 h 5728"/>
                    <a:gd name="connsiteX162-2315" fmla="*/ 75 w 6642"/>
                    <a:gd name="connsiteY162-2316" fmla="*/ 4093 h 5728"/>
                    <a:gd name="connsiteX163-2317" fmla="*/ 63 w 6642"/>
                    <a:gd name="connsiteY163-2318" fmla="*/ 3929 h 5728"/>
                    <a:gd name="connsiteX164-2319" fmla="*/ 0 w 6642"/>
                    <a:gd name="connsiteY164-2320" fmla="*/ 3842 h 5728"/>
                    <a:gd name="connsiteX165-2321" fmla="*/ 0 w 6642"/>
                    <a:gd name="connsiteY165-2322" fmla="*/ 3737 h 5728"/>
                    <a:gd name="connsiteX166-2323" fmla="*/ 303 w 6642"/>
                    <a:gd name="connsiteY166-2324" fmla="*/ 3824 h 5728"/>
                    <a:gd name="connsiteX167-2325" fmla="*/ 830 w 6642"/>
                    <a:gd name="connsiteY167-2326" fmla="*/ 3840 h 5728"/>
                    <a:gd name="connsiteX168-2327" fmla="*/ 1044 w 6642"/>
                    <a:gd name="connsiteY168-2328" fmla="*/ 3908 h 5728"/>
                    <a:gd name="connsiteX169-2329" fmla="*/ 1213 w 6642"/>
                    <a:gd name="connsiteY169-2330" fmla="*/ 4053 h 5728"/>
                    <a:gd name="connsiteX170-2331" fmla="*/ 1257 w 6642"/>
                    <a:gd name="connsiteY170-2332" fmla="*/ 4077 h 5728"/>
                    <a:gd name="connsiteX171-2333" fmla="*/ 1417 w 6642"/>
                    <a:gd name="connsiteY171-2334" fmla="*/ 4107 h 5728"/>
                    <a:gd name="connsiteX172-2335" fmla="*/ 1487 w 6642"/>
                    <a:gd name="connsiteY172-2336" fmla="*/ 4158 h 5728"/>
                    <a:gd name="connsiteX173-2337" fmla="*/ 1688 w 6642"/>
                    <a:gd name="connsiteY173-2338" fmla="*/ 4229 h 5728"/>
                    <a:gd name="connsiteX174-2339" fmla="*/ 1904 w 6642"/>
                    <a:gd name="connsiteY174-2340" fmla="*/ 4309 h 5728"/>
                    <a:gd name="connsiteX175-2341" fmla="*/ 2068 w 6642"/>
                    <a:gd name="connsiteY175-2342" fmla="*/ 4212 h 5728"/>
                    <a:gd name="connsiteX176-2343" fmla="*/ 2267 w 6642"/>
                    <a:gd name="connsiteY176-2344" fmla="*/ 4125 h 5728"/>
                    <a:gd name="connsiteX177-2345" fmla="*/ 2363 w 6642"/>
                    <a:gd name="connsiteY177-2346" fmla="*/ 4075 h 5728"/>
                    <a:gd name="connsiteX178-2347" fmla="*/ 2539 w 6642"/>
                    <a:gd name="connsiteY178-2348" fmla="*/ 3995 h 5728"/>
                    <a:gd name="connsiteX179-2349" fmla="*/ 2721 w 6642"/>
                    <a:gd name="connsiteY179-2350" fmla="*/ 3970 h 5728"/>
                    <a:gd name="connsiteX180-2351" fmla="*/ 3073 w 6642"/>
                    <a:gd name="connsiteY180-2352" fmla="*/ 3979 h 5728"/>
                    <a:gd name="connsiteX181-2353" fmla="*/ 3416 w 6642"/>
                    <a:gd name="connsiteY181-2354" fmla="*/ 3722 h 5728"/>
                    <a:gd name="connsiteX182-2355" fmla="*/ 3519 w 6642"/>
                    <a:gd name="connsiteY182-2356" fmla="*/ 3636 h 5728"/>
                    <a:gd name="connsiteX183-2357" fmla="*/ 3609 w 6642"/>
                    <a:gd name="connsiteY183-2358" fmla="*/ 3563 h 5728"/>
                    <a:gd name="connsiteX184-2359" fmla="*/ 3705 w 6642"/>
                    <a:gd name="connsiteY184-2360" fmla="*/ 3503 h 5728"/>
                    <a:gd name="connsiteX185-2361" fmla="*/ 3702 w 6642"/>
                    <a:gd name="connsiteY185-2362" fmla="*/ 3422 h 5728"/>
                    <a:gd name="connsiteX186-2363" fmla="*/ 3597 w 6642"/>
                    <a:gd name="connsiteY186-2364" fmla="*/ 3317 h 5728"/>
                    <a:gd name="connsiteX187-2365" fmla="*/ 3582 w 6642"/>
                    <a:gd name="connsiteY187-2366" fmla="*/ 3252 h 5728"/>
                    <a:gd name="connsiteX188-2367" fmla="*/ 3692 w 6642"/>
                    <a:gd name="connsiteY188-2368" fmla="*/ 3012 h 5728"/>
                    <a:gd name="connsiteX189-2369" fmla="*/ 3835 w 6642"/>
                    <a:gd name="connsiteY189-2370" fmla="*/ 3094 h 5728"/>
                    <a:gd name="connsiteX190-2371" fmla="*/ 3915 w 6642"/>
                    <a:gd name="connsiteY190-2372" fmla="*/ 3122 h 5728"/>
                    <a:gd name="connsiteX191-2373" fmla="*/ 3998 w 6642"/>
                    <a:gd name="connsiteY191-2374" fmla="*/ 3124 h 5728"/>
                    <a:gd name="connsiteX192-2375" fmla="*/ 4258 w 6642"/>
                    <a:gd name="connsiteY192-2376" fmla="*/ 2876 h 5728"/>
                    <a:gd name="connsiteX193-2377" fmla="*/ 4431 w 6642"/>
                    <a:gd name="connsiteY193-2378" fmla="*/ 2857 h 5728"/>
                    <a:gd name="connsiteX194-2379" fmla="*/ 4543 w 6642"/>
                    <a:gd name="connsiteY194-2380" fmla="*/ 2801 h 5728"/>
                    <a:gd name="connsiteX195-2381" fmla="*/ 4626 w 6642"/>
                    <a:gd name="connsiteY195-2382" fmla="*/ 2724 h 5728"/>
                    <a:gd name="connsiteX0-2383" fmla="*/ 5456 w 6642"/>
                    <a:gd name="connsiteY0-2384" fmla="*/ 2333 h 5728"/>
                    <a:gd name="connsiteX1-2385" fmla="*/ 5454 w 6642"/>
                    <a:gd name="connsiteY1-2386" fmla="*/ 2117 h 5728"/>
                    <a:gd name="connsiteX2-2387" fmla="*/ 5378 w 6642"/>
                    <a:gd name="connsiteY2-2388" fmla="*/ 2039 h 5728"/>
                    <a:gd name="connsiteX3-2389" fmla="*/ 5235 w 6642"/>
                    <a:gd name="connsiteY3-2390" fmla="*/ 1951 h 5728"/>
                    <a:gd name="connsiteX4-2391" fmla="*/ 5143 w 6642"/>
                    <a:gd name="connsiteY4-2392" fmla="*/ 1827 h 5728"/>
                    <a:gd name="connsiteX5-2393" fmla="*/ 5047 w 6642"/>
                    <a:gd name="connsiteY5-2394" fmla="*/ 1828 h 5728"/>
                    <a:gd name="connsiteX6-2395" fmla="*/ 5002 w 6642"/>
                    <a:gd name="connsiteY6-2396" fmla="*/ 1883 h 5728"/>
                    <a:gd name="connsiteX7-2397" fmla="*/ 4909 w 6642"/>
                    <a:gd name="connsiteY7-2398" fmla="*/ 1877 h 5728"/>
                    <a:gd name="connsiteX8-2399" fmla="*/ 4889 w 6642"/>
                    <a:gd name="connsiteY8-2400" fmla="*/ 1994 h 5728"/>
                    <a:gd name="connsiteX9-2401" fmla="*/ 4708 w 6642"/>
                    <a:gd name="connsiteY9-2402" fmla="*/ 1941 h 5728"/>
                    <a:gd name="connsiteX10-2403" fmla="*/ 4625 w 6642"/>
                    <a:gd name="connsiteY10-2404" fmla="*/ 1939 h 5728"/>
                    <a:gd name="connsiteX11-2405" fmla="*/ 4500 w 6642"/>
                    <a:gd name="connsiteY11-2406" fmla="*/ 2014 h 5728"/>
                    <a:gd name="connsiteX12-2407" fmla="*/ 4388 w 6642"/>
                    <a:gd name="connsiteY12-2408" fmla="*/ 1890 h 5728"/>
                    <a:gd name="connsiteX13-2409" fmla="*/ 4482 w 6642"/>
                    <a:gd name="connsiteY13-2410" fmla="*/ 1804 h 5728"/>
                    <a:gd name="connsiteX14-2411" fmla="*/ 4486 w 6642"/>
                    <a:gd name="connsiteY14-2412" fmla="*/ 1634 h 5728"/>
                    <a:gd name="connsiteX15-2413" fmla="*/ 4541 w 6642"/>
                    <a:gd name="connsiteY15-2414" fmla="*/ 1514 h 5728"/>
                    <a:gd name="connsiteX16-2415" fmla="*/ 4584 w 6642"/>
                    <a:gd name="connsiteY16-2416" fmla="*/ 1306 h 5728"/>
                    <a:gd name="connsiteX17-2417" fmla="*/ 4644 w 6642"/>
                    <a:gd name="connsiteY17-2418" fmla="*/ 1307 h 5728"/>
                    <a:gd name="connsiteX18-2419" fmla="*/ 4967 w 6642"/>
                    <a:gd name="connsiteY18-2420" fmla="*/ 1286 h 5728"/>
                    <a:gd name="connsiteX19-2421" fmla="*/ 5141 w 6642"/>
                    <a:gd name="connsiteY19-2422" fmla="*/ 1117 h 5728"/>
                    <a:gd name="connsiteX20-2423" fmla="*/ 5210 w 6642"/>
                    <a:gd name="connsiteY20-2424" fmla="*/ 748 h 5728"/>
                    <a:gd name="connsiteX21-2425" fmla="*/ 5320 w 6642"/>
                    <a:gd name="connsiteY21-2426" fmla="*/ 486 h 5728"/>
                    <a:gd name="connsiteX22-2427" fmla="*/ 5318 w 6642"/>
                    <a:gd name="connsiteY22-2428" fmla="*/ 358 h 5728"/>
                    <a:gd name="connsiteX23-2429" fmla="*/ 5305 w 6642"/>
                    <a:gd name="connsiteY23-2430" fmla="*/ 328 h 5728"/>
                    <a:gd name="connsiteX24-2431" fmla="*/ 5238 w 6642"/>
                    <a:gd name="connsiteY24-2432" fmla="*/ 251 h 5728"/>
                    <a:gd name="connsiteX25-2433" fmla="*/ 5178 w 6642"/>
                    <a:gd name="connsiteY25-2434" fmla="*/ 217 h 5728"/>
                    <a:gd name="connsiteX26-2435" fmla="*/ 5303 w 6642"/>
                    <a:gd name="connsiteY26-2436" fmla="*/ 56 h 5728"/>
                    <a:gd name="connsiteX27-2437" fmla="*/ 5476 w 6642"/>
                    <a:gd name="connsiteY27-2438" fmla="*/ 2 h 5728"/>
                    <a:gd name="connsiteX28-2439" fmla="*/ 5508 w 6642"/>
                    <a:gd name="connsiteY28-2440" fmla="*/ 49 h 5728"/>
                    <a:gd name="connsiteX29-2441" fmla="*/ 5498 w 6642"/>
                    <a:gd name="connsiteY29-2442" fmla="*/ 133 h 5728"/>
                    <a:gd name="connsiteX30-2443" fmla="*/ 5437 w 6642"/>
                    <a:gd name="connsiteY30-2444" fmla="*/ 243 h 5728"/>
                    <a:gd name="connsiteX31-2445" fmla="*/ 5507 w 6642"/>
                    <a:gd name="connsiteY31-2446" fmla="*/ 301 h 5728"/>
                    <a:gd name="connsiteX32-2447" fmla="*/ 5621 w 6642"/>
                    <a:gd name="connsiteY32-2448" fmla="*/ 366 h 5728"/>
                    <a:gd name="connsiteX33-2449" fmla="*/ 5641 w 6642"/>
                    <a:gd name="connsiteY33-2450" fmla="*/ 255 h 5728"/>
                    <a:gd name="connsiteX34-2451" fmla="*/ 5775 w 6642"/>
                    <a:gd name="connsiteY34-2452" fmla="*/ 291 h 5728"/>
                    <a:gd name="connsiteX35-2453" fmla="*/ 5800 w 6642"/>
                    <a:gd name="connsiteY35-2454" fmla="*/ 331 h 5728"/>
                    <a:gd name="connsiteX36-2455" fmla="*/ 5876 w 6642"/>
                    <a:gd name="connsiteY36-2456" fmla="*/ 562 h 5728"/>
                    <a:gd name="connsiteX37-2457" fmla="*/ 5911 w 6642"/>
                    <a:gd name="connsiteY37-2458" fmla="*/ 586 h 5728"/>
                    <a:gd name="connsiteX38-2459" fmla="*/ 6003 w 6642"/>
                    <a:gd name="connsiteY38-2460" fmla="*/ 578 h 5728"/>
                    <a:gd name="connsiteX39-2461" fmla="*/ 6263 w 6642"/>
                    <a:gd name="connsiteY39-2462" fmla="*/ 490 h 5728"/>
                    <a:gd name="connsiteX40-2463" fmla="*/ 6483 w 6642"/>
                    <a:gd name="connsiteY40-2464" fmla="*/ 479 h 5728"/>
                    <a:gd name="connsiteX41-2465" fmla="*/ 6543 w 6642"/>
                    <a:gd name="connsiteY41-2466" fmla="*/ 648 h 5728"/>
                    <a:gd name="connsiteX42-2467" fmla="*/ 6461 w 6642"/>
                    <a:gd name="connsiteY42-2468" fmla="*/ 944 h 5728"/>
                    <a:gd name="connsiteX43-2469" fmla="*/ 6461 w 6642"/>
                    <a:gd name="connsiteY43-2470" fmla="*/ 1022 h 5728"/>
                    <a:gd name="connsiteX44-2471" fmla="*/ 6530 w 6642"/>
                    <a:gd name="connsiteY44-2472" fmla="*/ 1168 h 5728"/>
                    <a:gd name="connsiteX45-2473" fmla="*/ 6545 w 6642"/>
                    <a:gd name="connsiteY45-2474" fmla="*/ 1427 h 5728"/>
                    <a:gd name="connsiteX46-2475" fmla="*/ 6547 w 6642"/>
                    <a:gd name="connsiteY46-2476" fmla="*/ 1617 h 5728"/>
                    <a:gd name="connsiteX47-2477" fmla="*/ 6480 w 6642"/>
                    <a:gd name="connsiteY47-2478" fmla="*/ 1625 h 5728"/>
                    <a:gd name="connsiteX48-2479" fmla="*/ 6458 w 6642"/>
                    <a:gd name="connsiteY48-2480" fmla="*/ 1507 h 5728"/>
                    <a:gd name="connsiteX49-2481" fmla="*/ 6423 w 6642"/>
                    <a:gd name="connsiteY49-2482" fmla="*/ 1450 h 5728"/>
                    <a:gd name="connsiteX50-2483" fmla="*/ 6333 w 6642"/>
                    <a:gd name="connsiteY50-2484" fmla="*/ 1582 h 5728"/>
                    <a:gd name="connsiteX51-2485" fmla="*/ 6220 w 6642"/>
                    <a:gd name="connsiteY51-2486" fmla="*/ 1776 h 5728"/>
                    <a:gd name="connsiteX52-2487" fmla="*/ 6101 w 6642"/>
                    <a:gd name="connsiteY52-2488" fmla="*/ 1904 h 5728"/>
                    <a:gd name="connsiteX53-2489" fmla="*/ 6094 w 6642"/>
                    <a:gd name="connsiteY53-2490" fmla="*/ 2018 h 5728"/>
                    <a:gd name="connsiteX54-2491" fmla="*/ 6154 w 6642"/>
                    <a:gd name="connsiteY54-2492" fmla="*/ 2115 h 5728"/>
                    <a:gd name="connsiteX55-2493" fmla="*/ 6256 w 6642"/>
                    <a:gd name="connsiteY55-2494" fmla="*/ 2183 h 5728"/>
                    <a:gd name="connsiteX56-2495" fmla="*/ 6333 w 6642"/>
                    <a:gd name="connsiteY56-2496" fmla="*/ 2178 h 5728"/>
                    <a:gd name="connsiteX57-2497" fmla="*/ 6378 w 6642"/>
                    <a:gd name="connsiteY57-2498" fmla="*/ 2104 h 5728"/>
                    <a:gd name="connsiteX58-2499" fmla="*/ 6412 w 6642"/>
                    <a:gd name="connsiteY58-2500" fmla="*/ 2210 h 5728"/>
                    <a:gd name="connsiteX59-2501" fmla="*/ 6300 w 6642"/>
                    <a:gd name="connsiteY59-2502" fmla="*/ 2249 h 5728"/>
                    <a:gd name="connsiteX60-2503" fmla="*/ 6347 w 6642"/>
                    <a:gd name="connsiteY60-2504" fmla="*/ 2362 h 5728"/>
                    <a:gd name="connsiteX61-2505" fmla="*/ 6212 w 6642"/>
                    <a:gd name="connsiteY61-2506" fmla="*/ 2509 h 5728"/>
                    <a:gd name="connsiteX62-2507" fmla="*/ 6171 w 6642"/>
                    <a:gd name="connsiteY62-2508" fmla="*/ 2498 h 5728"/>
                    <a:gd name="connsiteX63-2509" fmla="*/ 6047 w 6642"/>
                    <a:gd name="connsiteY63-2510" fmla="*/ 2413 h 5728"/>
                    <a:gd name="connsiteX64-2511" fmla="*/ 5992 w 6642"/>
                    <a:gd name="connsiteY64-2512" fmla="*/ 2412 h 5728"/>
                    <a:gd name="connsiteX65-2513" fmla="*/ 5957 w 6642"/>
                    <a:gd name="connsiteY65-2514" fmla="*/ 2480 h 5728"/>
                    <a:gd name="connsiteX66-2515" fmla="*/ 5960 w 6642"/>
                    <a:gd name="connsiteY66-2516" fmla="*/ 2562 h 5728"/>
                    <a:gd name="connsiteX67-2517" fmla="*/ 6138 w 6642"/>
                    <a:gd name="connsiteY67-2518" fmla="*/ 2730 h 5728"/>
                    <a:gd name="connsiteX68-2519" fmla="*/ 6137 w 6642"/>
                    <a:gd name="connsiteY68-2520" fmla="*/ 2844 h 5728"/>
                    <a:gd name="connsiteX69-2521" fmla="*/ 6228 w 6642"/>
                    <a:gd name="connsiteY69-2522" fmla="*/ 3060 h 5728"/>
                    <a:gd name="connsiteX70-2523" fmla="*/ 6254 w 6642"/>
                    <a:gd name="connsiteY70-2524" fmla="*/ 3090 h 5728"/>
                    <a:gd name="connsiteX71-2525" fmla="*/ 6298 w 6642"/>
                    <a:gd name="connsiteY71-2526" fmla="*/ 3094 h 5728"/>
                    <a:gd name="connsiteX72-2527" fmla="*/ 6344 w 6642"/>
                    <a:gd name="connsiteY72-2528" fmla="*/ 3010 h 5728"/>
                    <a:gd name="connsiteX73-2529" fmla="*/ 6424 w 6642"/>
                    <a:gd name="connsiteY73-2530" fmla="*/ 2950 h 5728"/>
                    <a:gd name="connsiteX74-2531" fmla="*/ 6519 w 6642"/>
                    <a:gd name="connsiteY74-2532" fmla="*/ 3126 h 5728"/>
                    <a:gd name="connsiteX75-2533" fmla="*/ 6629 w 6642"/>
                    <a:gd name="connsiteY75-2534" fmla="*/ 3312 h 5728"/>
                    <a:gd name="connsiteX76-2535" fmla="*/ 6642 w 6642"/>
                    <a:gd name="connsiteY76-2536" fmla="*/ 3342 h 5728"/>
                    <a:gd name="connsiteX77-2537" fmla="*/ 6631 w 6642"/>
                    <a:gd name="connsiteY77-2538" fmla="*/ 3518 h 5728"/>
                    <a:gd name="connsiteX78-2539" fmla="*/ 6596 w 6642"/>
                    <a:gd name="connsiteY78-2540" fmla="*/ 3554 h 5728"/>
                    <a:gd name="connsiteX79-2541" fmla="*/ 6507 w 6642"/>
                    <a:gd name="connsiteY79-2542" fmla="*/ 3515 h 5728"/>
                    <a:gd name="connsiteX80-2543" fmla="*/ 6273 w 6642"/>
                    <a:gd name="connsiteY80-2544" fmla="*/ 3644 h 5728"/>
                    <a:gd name="connsiteX81-2545" fmla="*/ 6247 w 6642"/>
                    <a:gd name="connsiteY81-2546" fmla="*/ 3666 h 5728"/>
                    <a:gd name="connsiteX82-2547" fmla="*/ 6067 w 6642"/>
                    <a:gd name="connsiteY82-2548" fmla="*/ 3812 h 5728"/>
                    <a:gd name="connsiteX83-2549" fmla="*/ 5926 w 6642"/>
                    <a:gd name="connsiteY83-2550" fmla="*/ 3926 h 5728"/>
                    <a:gd name="connsiteX84-2551" fmla="*/ 5891 w 6642"/>
                    <a:gd name="connsiteY84-2552" fmla="*/ 3965 h 5728"/>
                    <a:gd name="connsiteX85-2553" fmla="*/ 5839 w 6642"/>
                    <a:gd name="connsiteY85-2554" fmla="*/ 3973 h 5728"/>
                    <a:gd name="connsiteX86-2555" fmla="*/ 5782 w 6642"/>
                    <a:gd name="connsiteY86-2556" fmla="*/ 3916 h 5728"/>
                    <a:gd name="connsiteX87-2557" fmla="*/ 5658 w 6642"/>
                    <a:gd name="connsiteY87-2558" fmla="*/ 3808 h 5728"/>
                    <a:gd name="connsiteX88-2559" fmla="*/ 5682 w 6642"/>
                    <a:gd name="connsiteY88-2560" fmla="*/ 4064 h 5728"/>
                    <a:gd name="connsiteX89-2561" fmla="*/ 5691 w 6642"/>
                    <a:gd name="connsiteY89-2562" fmla="*/ 4192 h 5728"/>
                    <a:gd name="connsiteX90-2563" fmla="*/ 5429 w 6642"/>
                    <a:gd name="connsiteY90-2564" fmla="*/ 4166 h 5728"/>
                    <a:gd name="connsiteX91-2565" fmla="*/ 5347 w 6642"/>
                    <a:gd name="connsiteY91-2566" fmla="*/ 3987 h 5728"/>
                    <a:gd name="connsiteX92-2567" fmla="*/ 5265 w 6642"/>
                    <a:gd name="connsiteY92-2568" fmla="*/ 3802 h 5728"/>
                    <a:gd name="connsiteX93-2569" fmla="*/ 5003 w 6642"/>
                    <a:gd name="connsiteY93-2570" fmla="*/ 3867 h 5728"/>
                    <a:gd name="connsiteX94-2571" fmla="*/ 4999 w 6642"/>
                    <a:gd name="connsiteY94-2572" fmla="*/ 4057 h 5728"/>
                    <a:gd name="connsiteX95-2573" fmla="*/ 4807 w 6642"/>
                    <a:gd name="connsiteY95-2574" fmla="*/ 4072 h 5728"/>
                    <a:gd name="connsiteX96-2575" fmla="*/ 4634 w 6642"/>
                    <a:gd name="connsiteY96-2576" fmla="*/ 4175 h 5728"/>
                    <a:gd name="connsiteX97-2577" fmla="*/ 4569 w 6642"/>
                    <a:gd name="connsiteY97-2578" fmla="*/ 4246 h 5728"/>
                    <a:gd name="connsiteX98-2579" fmla="*/ 4506 w 6642"/>
                    <a:gd name="connsiteY98-2580" fmla="*/ 4159 h 5728"/>
                    <a:gd name="connsiteX99-2581" fmla="*/ 4541 w 6642"/>
                    <a:gd name="connsiteY99-2582" fmla="*/ 4134 h 5728"/>
                    <a:gd name="connsiteX100-2583" fmla="*/ 4408 w 6642"/>
                    <a:gd name="connsiteY100-2584" fmla="*/ 3980 h 5728"/>
                    <a:gd name="connsiteX101-2585" fmla="*/ 4340 w 6642"/>
                    <a:gd name="connsiteY101-2586" fmla="*/ 4188 h 5728"/>
                    <a:gd name="connsiteX102-2587" fmla="*/ 4282 w 6642"/>
                    <a:gd name="connsiteY102-2588" fmla="*/ 4193 h 5728"/>
                    <a:gd name="connsiteX103-2589" fmla="*/ 4260 w 6642"/>
                    <a:gd name="connsiteY103-2590" fmla="*/ 4238 h 5728"/>
                    <a:gd name="connsiteX104-2591" fmla="*/ 4231 w 6642"/>
                    <a:gd name="connsiteY104-2592" fmla="*/ 4250 h 5728"/>
                    <a:gd name="connsiteX105-2593" fmla="*/ 4230 w 6642"/>
                    <a:gd name="connsiteY105-2594" fmla="*/ 4427 h 5728"/>
                    <a:gd name="connsiteX106-2595" fmla="*/ 4290 w 6642"/>
                    <a:gd name="connsiteY106-2596" fmla="*/ 4504 h 5728"/>
                    <a:gd name="connsiteX107-2597" fmla="*/ 4293 w 6642"/>
                    <a:gd name="connsiteY107-2598" fmla="*/ 4556 h 5728"/>
                    <a:gd name="connsiteX108-2599" fmla="*/ 4257 w 6642"/>
                    <a:gd name="connsiteY108-2600" fmla="*/ 4614 h 5728"/>
                    <a:gd name="connsiteX109-2601" fmla="*/ 3992 w 6642"/>
                    <a:gd name="connsiteY109-2602" fmla="*/ 4680 h 5728"/>
                    <a:gd name="connsiteX110-2603" fmla="*/ 3857 w 6642"/>
                    <a:gd name="connsiteY110-2604" fmla="*/ 4739 h 5728"/>
                    <a:gd name="connsiteX111-2605" fmla="*/ 3815 w 6642"/>
                    <a:gd name="connsiteY111-2606" fmla="*/ 4777 h 5728"/>
                    <a:gd name="connsiteX112-2607" fmla="*/ 3616 w 6642"/>
                    <a:gd name="connsiteY112-2608" fmla="*/ 5021 h 5728"/>
                    <a:gd name="connsiteX113-2609" fmla="*/ 3543 w 6642"/>
                    <a:gd name="connsiteY113-2610" fmla="*/ 4970 h 5728"/>
                    <a:gd name="connsiteX114-2611" fmla="*/ 3460 w 6642"/>
                    <a:gd name="connsiteY114-2612" fmla="*/ 4971 h 5728"/>
                    <a:gd name="connsiteX115-2613" fmla="*/ 3424 w 6642"/>
                    <a:gd name="connsiteY115-2614" fmla="*/ 5045 h 5728"/>
                    <a:gd name="connsiteX116-2615" fmla="*/ 3313 w 6642"/>
                    <a:gd name="connsiteY116-2616" fmla="*/ 5000 h 5728"/>
                    <a:gd name="connsiteX117-2617" fmla="*/ 3235 w 6642"/>
                    <a:gd name="connsiteY117-2618" fmla="*/ 5109 h 5728"/>
                    <a:gd name="connsiteX118-2619" fmla="*/ 3013 w 6642"/>
                    <a:gd name="connsiteY118-2620" fmla="*/ 5349 h 5728"/>
                    <a:gd name="connsiteX119-2621" fmla="*/ 2993 w 6642"/>
                    <a:gd name="connsiteY119-2622" fmla="*/ 5516 h 5728"/>
                    <a:gd name="connsiteX120-2623" fmla="*/ 2976 w 6642"/>
                    <a:gd name="connsiteY120-2624" fmla="*/ 5659 h 5728"/>
                    <a:gd name="connsiteX121-2625" fmla="*/ 2960 w 6642"/>
                    <a:gd name="connsiteY121-2626" fmla="*/ 5669 h 5728"/>
                    <a:gd name="connsiteX122-2627" fmla="*/ 2638 w 6642"/>
                    <a:gd name="connsiteY122-2628" fmla="*/ 5621 h 5728"/>
                    <a:gd name="connsiteX123-2629" fmla="*/ 2536 w 6642"/>
                    <a:gd name="connsiteY123-2630" fmla="*/ 5566 h 5728"/>
                    <a:gd name="connsiteX124-2631" fmla="*/ 2482 w 6642"/>
                    <a:gd name="connsiteY124-2632" fmla="*/ 5503 h 5728"/>
                    <a:gd name="connsiteX125-2633" fmla="*/ 2377 w 6642"/>
                    <a:gd name="connsiteY125-2634" fmla="*/ 5477 h 5728"/>
                    <a:gd name="connsiteX126-2635" fmla="*/ 2377 w 6642"/>
                    <a:gd name="connsiteY126-2636" fmla="*/ 5379 h 5728"/>
                    <a:gd name="connsiteX127-2637" fmla="*/ 2481 w 6642"/>
                    <a:gd name="connsiteY127-2638" fmla="*/ 5149 h 5728"/>
                    <a:gd name="connsiteX128-2639" fmla="*/ 2341 w 6642"/>
                    <a:gd name="connsiteY128-2640" fmla="*/ 5070 h 5728"/>
                    <a:gd name="connsiteX129-2641" fmla="*/ 2299 w 6642"/>
                    <a:gd name="connsiteY129-2642" fmla="*/ 5095 h 5728"/>
                    <a:gd name="connsiteX130-2643" fmla="*/ 2209 w 6642"/>
                    <a:gd name="connsiteY130-2644" fmla="*/ 5214 h 5728"/>
                    <a:gd name="connsiteX131-2645" fmla="*/ 2177 w 6642"/>
                    <a:gd name="connsiteY131-2646" fmla="*/ 5276 h 5728"/>
                    <a:gd name="connsiteX132-2647" fmla="*/ 2115 w 6642"/>
                    <a:gd name="connsiteY132-2648" fmla="*/ 5386 h 5728"/>
                    <a:gd name="connsiteX133-2649" fmla="*/ 2121 w 6642"/>
                    <a:gd name="connsiteY133-2650" fmla="*/ 5510 h 5728"/>
                    <a:gd name="connsiteX134-2651" fmla="*/ 2082 w 6642"/>
                    <a:gd name="connsiteY134-2652" fmla="*/ 5558 h 5728"/>
                    <a:gd name="connsiteX135-2653" fmla="*/ 1951 w 6642"/>
                    <a:gd name="connsiteY135-2654" fmla="*/ 5617 h 5728"/>
                    <a:gd name="connsiteX136-2655" fmla="*/ 1785 w 6642"/>
                    <a:gd name="connsiteY136-2656" fmla="*/ 5649 h 5728"/>
                    <a:gd name="connsiteX137-2657" fmla="*/ 1682 w 6642"/>
                    <a:gd name="connsiteY137-2658" fmla="*/ 5728 h 5728"/>
                    <a:gd name="connsiteX138-2659" fmla="*/ 1568 w 6642"/>
                    <a:gd name="connsiteY138-2660" fmla="*/ 5611 h 5728"/>
                    <a:gd name="connsiteX139-2661" fmla="*/ 1508 w 6642"/>
                    <a:gd name="connsiteY139-2662" fmla="*/ 5485 h 5728"/>
                    <a:gd name="connsiteX140-2663" fmla="*/ 1630 w 6642"/>
                    <a:gd name="connsiteY140-2664" fmla="*/ 5242 h 5728"/>
                    <a:gd name="connsiteX141-2665" fmla="*/ 1685 w 6642"/>
                    <a:gd name="connsiteY141-2666" fmla="*/ 5195 h 5728"/>
                    <a:gd name="connsiteX142-2667" fmla="*/ 1730 w 6642"/>
                    <a:gd name="connsiteY142-2668" fmla="*/ 5120 h 5728"/>
                    <a:gd name="connsiteX143-2669" fmla="*/ 1727 w 6642"/>
                    <a:gd name="connsiteY143-2670" fmla="*/ 5071 h 5728"/>
                    <a:gd name="connsiteX144-2671" fmla="*/ 1530 w 6642"/>
                    <a:gd name="connsiteY144-2672" fmla="*/ 5007 h 5728"/>
                    <a:gd name="connsiteX145-2673" fmla="*/ 1459 w 6642"/>
                    <a:gd name="connsiteY145-2674" fmla="*/ 5064 h 5728"/>
                    <a:gd name="connsiteX146-2675" fmla="*/ 1353 w 6642"/>
                    <a:gd name="connsiteY146-2676" fmla="*/ 5111 h 5728"/>
                    <a:gd name="connsiteX147-2677" fmla="*/ 1290 w 6642"/>
                    <a:gd name="connsiteY147-2678" fmla="*/ 5063 h 5728"/>
                    <a:gd name="connsiteX148-2679" fmla="*/ 1052 w 6642"/>
                    <a:gd name="connsiteY148-2680" fmla="*/ 5254 h 5728"/>
                    <a:gd name="connsiteX149-2681" fmla="*/ 924 w 6642"/>
                    <a:gd name="connsiteY149-2682" fmla="*/ 5231 h 5728"/>
                    <a:gd name="connsiteX150-2683" fmla="*/ 813 w 6642"/>
                    <a:gd name="connsiteY150-2684" fmla="*/ 5097 h 5728"/>
                    <a:gd name="connsiteX151-2685" fmla="*/ 683 w 6642"/>
                    <a:gd name="connsiteY151-2686" fmla="*/ 4930 h 5728"/>
                    <a:gd name="connsiteX152-2687" fmla="*/ 572 w 6642"/>
                    <a:gd name="connsiteY152-2688" fmla="*/ 4806 h 5728"/>
                    <a:gd name="connsiteX153-2689" fmla="*/ 505 w 6642"/>
                    <a:gd name="connsiteY153-2690" fmla="*/ 4788 h 5728"/>
                    <a:gd name="connsiteX154-2691" fmla="*/ 640 w 6642"/>
                    <a:gd name="connsiteY154-2692" fmla="*/ 4631 h 5728"/>
                    <a:gd name="connsiteX155-2693" fmla="*/ 683 w 6642"/>
                    <a:gd name="connsiteY155-2694" fmla="*/ 4541 h 5728"/>
                    <a:gd name="connsiteX156-2695" fmla="*/ 651 w 6642"/>
                    <a:gd name="connsiteY156-2696" fmla="*/ 4438 h 5728"/>
                    <a:gd name="connsiteX157-2697" fmla="*/ 277 w 6642"/>
                    <a:gd name="connsiteY157-2698" fmla="*/ 4491 h 5728"/>
                    <a:gd name="connsiteX158-2699" fmla="*/ 187 w 6642"/>
                    <a:gd name="connsiteY158-2700" fmla="*/ 4518 h 5728"/>
                    <a:gd name="connsiteX159-2701" fmla="*/ 195 w 6642"/>
                    <a:gd name="connsiteY159-2702" fmla="*/ 4384 h 5728"/>
                    <a:gd name="connsiteX160-2703" fmla="*/ 147 w 6642"/>
                    <a:gd name="connsiteY160-2704" fmla="*/ 4318 h 5728"/>
                    <a:gd name="connsiteX161-2705" fmla="*/ 39 w 6642"/>
                    <a:gd name="connsiteY161-2706" fmla="*/ 4220 h 5728"/>
                    <a:gd name="connsiteX162-2707" fmla="*/ 75 w 6642"/>
                    <a:gd name="connsiteY162-2708" fmla="*/ 4093 h 5728"/>
                    <a:gd name="connsiteX163-2709" fmla="*/ 63 w 6642"/>
                    <a:gd name="connsiteY163-2710" fmla="*/ 3929 h 5728"/>
                    <a:gd name="connsiteX164-2711" fmla="*/ 0 w 6642"/>
                    <a:gd name="connsiteY164-2712" fmla="*/ 3842 h 5728"/>
                    <a:gd name="connsiteX165-2713" fmla="*/ 0 w 6642"/>
                    <a:gd name="connsiteY165-2714" fmla="*/ 3737 h 5728"/>
                    <a:gd name="connsiteX166-2715" fmla="*/ 303 w 6642"/>
                    <a:gd name="connsiteY166-2716" fmla="*/ 3824 h 5728"/>
                    <a:gd name="connsiteX167-2717" fmla="*/ 830 w 6642"/>
                    <a:gd name="connsiteY167-2718" fmla="*/ 3840 h 5728"/>
                    <a:gd name="connsiteX168-2719" fmla="*/ 1044 w 6642"/>
                    <a:gd name="connsiteY168-2720" fmla="*/ 3908 h 5728"/>
                    <a:gd name="connsiteX169-2721" fmla="*/ 1213 w 6642"/>
                    <a:gd name="connsiteY169-2722" fmla="*/ 4053 h 5728"/>
                    <a:gd name="connsiteX170-2723" fmla="*/ 1257 w 6642"/>
                    <a:gd name="connsiteY170-2724" fmla="*/ 4077 h 5728"/>
                    <a:gd name="connsiteX171-2725" fmla="*/ 1417 w 6642"/>
                    <a:gd name="connsiteY171-2726" fmla="*/ 4107 h 5728"/>
                    <a:gd name="connsiteX172-2727" fmla="*/ 1487 w 6642"/>
                    <a:gd name="connsiteY172-2728" fmla="*/ 4158 h 5728"/>
                    <a:gd name="connsiteX173-2729" fmla="*/ 1688 w 6642"/>
                    <a:gd name="connsiteY173-2730" fmla="*/ 4229 h 5728"/>
                    <a:gd name="connsiteX174-2731" fmla="*/ 1904 w 6642"/>
                    <a:gd name="connsiteY174-2732" fmla="*/ 4309 h 5728"/>
                    <a:gd name="connsiteX175-2733" fmla="*/ 2068 w 6642"/>
                    <a:gd name="connsiteY175-2734" fmla="*/ 4212 h 5728"/>
                    <a:gd name="connsiteX176-2735" fmla="*/ 2267 w 6642"/>
                    <a:gd name="connsiteY176-2736" fmla="*/ 4125 h 5728"/>
                    <a:gd name="connsiteX177-2737" fmla="*/ 2363 w 6642"/>
                    <a:gd name="connsiteY177-2738" fmla="*/ 4075 h 5728"/>
                    <a:gd name="connsiteX178-2739" fmla="*/ 2539 w 6642"/>
                    <a:gd name="connsiteY178-2740" fmla="*/ 3995 h 5728"/>
                    <a:gd name="connsiteX179-2741" fmla="*/ 2721 w 6642"/>
                    <a:gd name="connsiteY179-2742" fmla="*/ 3970 h 5728"/>
                    <a:gd name="connsiteX180-2743" fmla="*/ 3073 w 6642"/>
                    <a:gd name="connsiteY180-2744" fmla="*/ 3979 h 5728"/>
                    <a:gd name="connsiteX181-2745" fmla="*/ 3416 w 6642"/>
                    <a:gd name="connsiteY181-2746" fmla="*/ 3722 h 5728"/>
                    <a:gd name="connsiteX182-2747" fmla="*/ 3519 w 6642"/>
                    <a:gd name="connsiteY182-2748" fmla="*/ 3636 h 5728"/>
                    <a:gd name="connsiteX183-2749" fmla="*/ 3609 w 6642"/>
                    <a:gd name="connsiteY183-2750" fmla="*/ 3563 h 5728"/>
                    <a:gd name="connsiteX184-2751" fmla="*/ 3705 w 6642"/>
                    <a:gd name="connsiteY184-2752" fmla="*/ 3503 h 5728"/>
                    <a:gd name="connsiteX185-2753" fmla="*/ 3702 w 6642"/>
                    <a:gd name="connsiteY185-2754" fmla="*/ 3422 h 5728"/>
                    <a:gd name="connsiteX186-2755" fmla="*/ 3597 w 6642"/>
                    <a:gd name="connsiteY186-2756" fmla="*/ 3317 h 5728"/>
                    <a:gd name="connsiteX187-2757" fmla="*/ 3582 w 6642"/>
                    <a:gd name="connsiteY187-2758" fmla="*/ 3252 h 5728"/>
                    <a:gd name="connsiteX188-2759" fmla="*/ 3692 w 6642"/>
                    <a:gd name="connsiteY188-2760" fmla="*/ 3012 h 5728"/>
                    <a:gd name="connsiteX189-2761" fmla="*/ 3835 w 6642"/>
                    <a:gd name="connsiteY189-2762" fmla="*/ 3094 h 5728"/>
                    <a:gd name="connsiteX190-2763" fmla="*/ 3915 w 6642"/>
                    <a:gd name="connsiteY190-2764" fmla="*/ 3122 h 5728"/>
                    <a:gd name="connsiteX191-2765" fmla="*/ 3998 w 6642"/>
                    <a:gd name="connsiteY191-2766" fmla="*/ 3124 h 5728"/>
                    <a:gd name="connsiteX192-2767" fmla="*/ 4258 w 6642"/>
                    <a:gd name="connsiteY192-2768" fmla="*/ 2876 h 5728"/>
                    <a:gd name="connsiteX193-2769" fmla="*/ 4431 w 6642"/>
                    <a:gd name="connsiteY193-2770" fmla="*/ 2857 h 5728"/>
                    <a:gd name="connsiteX194-2771" fmla="*/ 4543 w 6642"/>
                    <a:gd name="connsiteY194-2772" fmla="*/ 2801 h 5728"/>
                    <a:gd name="connsiteX0-2773" fmla="*/ 5456 w 6642"/>
                    <a:gd name="connsiteY0-2774" fmla="*/ 2333 h 5728"/>
                    <a:gd name="connsiteX1-2775" fmla="*/ 5454 w 6642"/>
                    <a:gd name="connsiteY1-2776" fmla="*/ 2117 h 5728"/>
                    <a:gd name="connsiteX2-2777" fmla="*/ 5378 w 6642"/>
                    <a:gd name="connsiteY2-2778" fmla="*/ 2039 h 5728"/>
                    <a:gd name="connsiteX3-2779" fmla="*/ 5235 w 6642"/>
                    <a:gd name="connsiteY3-2780" fmla="*/ 1951 h 5728"/>
                    <a:gd name="connsiteX4-2781" fmla="*/ 5143 w 6642"/>
                    <a:gd name="connsiteY4-2782" fmla="*/ 1827 h 5728"/>
                    <a:gd name="connsiteX5-2783" fmla="*/ 5047 w 6642"/>
                    <a:gd name="connsiteY5-2784" fmla="*/ 1828 h 5728"/>
                    <a:gd name="connsiteX6-2785" fmla="*/ 5002 w 6642"/>
                    <a:gd name="connsiteY6-2786" fmla="*/ 1883 h 5728"/>
                    <a:gd name="connsiteX7-2787" fmla="*/ 4909 w 6642"/>
                    <a:gd name="connsiteY7-2788" fmla="*/ 1877 h 5728"/>
                    <a:gd name="connsiteX8-2789" fmla="*/ 4889 w 6642"/>
                    <a:gd name="connsiteY8-2790" fmla="*/ 1994 h 5728"/>
                    <a:gd name="connsiteX9-2791" fmla="*/ 4708 w 6642"/>
                    <a:gd name="connsiteY9-2792" fmla="*/ 1941 h 5728"/>
                    <a:gd name="connsiteX10-2793" fmla="*/ 4625 w 6642"/>
                    <a:gd name="connsiteY10-2794" fmla="*/ 1939 h 5728"/>
                    <a:gd name="connsiteX11-2795" fmla="*/ 4500 w 6642"/>
                    <a:gd name="connsiteY11-2796" fmla="*/ 2014 h 5728"/>
                    <a:gd name="connsiteX12-2797" fmla="*/ 4388 w 6642"/>
                    <a:gd name="connsiteY12-2798" fmla="*/ 1890 h 5728"/>
                    <a:gd name="connsiteX13-2799" fmla="*/ 4482 w 6642"/>
                    <a:gd name="connsiteY13-2800" fmla="*/ 1804 h 5728"/>
                    <a:gd name="connsiteX14-2801" fmla="*/ 4486 w 6642"/>
                    <a:gd name="connsiteY14-2802" fmla="*/ 1634 h 5728"/>
                    <a:gd name="connsiteX15-2803" fmla="*/ 4541 w 6642"/>
                    <a:gd name="connsiteY15-2804" fmla="*/ 1514 h 5728"/>
                    <a:gd name="connsiteX16-2805" fmla="*/ 4584 w 6642"/>
                    <a:gd name="connsiteY16-2806" fmla="*/ 1306 h 5728"/>
                    <a:gd name="connsiteX17-2807" fmla="*/ 4644 w 6642"/>
                    <a:gd name="connsiteY17-2808" fmla="*/ 1307 h 5728"/>
                    <a:gd name="connsiteX18-2809" fmla="*/ 4967 w 6642"/>
                    <a:gd name="connsiteY18-2810" fmla="*/ 1286 h 5728"/>
                    <a:gd name="connsiteX19-2811" fmla="*/ 5141 w 6642"/>
                    <a:gd name="connsiteY19-2812" fmla="*/ 1117 h 5728"/>
                    <a:gd name="connsiteX20-2813" fmla="*/ 5210 w 6642"/>
                    <a:gd name="connsiteY20-2814" fmla="*/ 748 h 5728"/>
                    <a:gd name="connsiteX21-2815" fmla="*/ 5320 w 6642"/>
                    <a:gd name="connsiteY21-2816" fmla="*/ 486 h 5728"/>
                    <a:gd name="connsiteX22-2817" fmla="*/ 5318 w 6642"/>
                    <a:gd name="connsiteY22-2818" fmla="*/ 358 h 5728"/>
                    <a:gd name="connsiteX23-2819" fmla="*/ 5305 w 6642"/>
                    <a:gd name="connsiteY23-2820" fmla="*/ 328 h 5728"/>
                    <a:gd name="connsiteX24-2821" fmla="*/ 5238 w 6642"/>
                    <a:gd name="connsiteY24-2822" fmla="*/ 251 h 5728"/>
                    <a:gd name="connsiteX25-2823" fmla="*/ 5178 w 6642"/>
                    <a:gd name="connsiteY25-2824" fmla="*/ 217 h 5728"/>
                    <a:gd name="connsiteX26-2825" fmla="*/ 5303 w 6642"/>
                    <a:gd name="connsiteY26-2826" fmla="*/ 56 h 5728"/>
                    <a:gd name="connsiteX27-2827" fmla="*/ 5476 w 6642"/>
                    <a:gd name="connsiteY27-2828" fmla="*/ 2 h 5728"/>
                    <a:gd name="connsiteX28-2829" fmla="*/ 5508 w 6642"/>
                    <a:gd name="connsiteY28-2830" fmla="*/ 49 h 5728"/>
                    <a:gd name="connsiteX29-2831" fmla="*/ 5498 w 6642"/>
                    <a:gd name="connsiteY29-2832" fmla="*/ 133 h 5728"/>
                    <a:gd name="connsiteX30-2833" fmla="*/ 5437 w 6642"/>
                    <a:gd name="connsiteY30-2834" fmla="*/ 243 h 5728"/>
                    <a:gd name="connsiteX31-2835" fmla="*/ 5507 w 6642"/>
                    <a:gd name="connsiteY31-2836" fmla="*/ 301 h 5728"/>
                    <a:gd name="connsiteX32-2837" fmla="*/ 5621 w 6642"/>
                    <a:gd name="connsiteY32-2838" fmla="*/ 366 h 5728"/>
                    <a:gd name="connsiteX33-2839" fmla="*/ 5641 w 6642"/>
                    <a:gd name="connsiteY33-2840" fmla="*/ 255 h 5728"/>
                    <a:gd name="connsiteX34-2841" fmla="*/ 5775 w 6642"/>
                    <a:gd name="connsiteY34-2842" fmla="*/ 291 h 5728"/>
                    <a:gd name="connsiteX35-2843" fmla="*/ 5800 w 6642"/>
                    <a:gd name="connsiteY35-2844" fmla="*/ 331 h 5728"/>
                    <a:gd name="connsiteX36-2845" fmla="*/ 5876 w 6642"/>
                    <a:gd name="connsiteY36-2846" fmla="*/ 562 h 5728"/>
                    <a:gd name="connsiteX37-2847" fmla="*/ 5911 w 6642"/>
                    <a:gd name="connsiteY37-2848" fmla="*/ 586 h 5728"/>
                    <a:gd name="connsiteX38-2849" fmla="*/ 6003 w 6642"/>
                    <a:gd name="connsiteY38-2850" fmla="*/ 578 h 5728"/>
                    <a:gd name="connsiteX39-2851" fmla="*/ 6263 w 6642"/>
                    <a:gd name="connsiteY39-2852" fmla="*/ 490 h 5728"/>
                    <a:gd name="connsiteX40-2853" fmla="*/ 6483 w 6642"/>
                    <a:gd name="connsiteY40-2854" fmla="*/ 479 h 5728"/>
                    <a:gd name="connsiteX41-2855" fmla="*/ 6543 w 6642"/>
                    <a:gd name="connsiteY41-2856" fmla="*/ 648 h 5728"/>
                    <a:gd name="connsiteX42-2857" fmla="*/ 6461 w 6642"/>
                    <a:gd name="connsiteY42-2858" fmla="*/ 944 h 5728"/>
                    <a:gd name="connsiteX43-2859" fmla="*/ 6461 w 6642"/>
                    <a:gd name="connsiteY43-2860" fmla="*/ 1022 h 5728"/>
                    <a:gd name="connsiteX44-2861" fmla="*/ 6530 w 6642"/>
                    <a:gd name="connsiteY44-2862" fmla="*/ 1168 h 5728"/>
                    <a:gd name="connsiteX45-2863" fmla="*/ 6545 w 6642"/>
                    <a:gd name="connsiteY45-2864" fmla="*/ 1427 h 5728"/>
                    <a:gd name="connsiteX46-2865" fmla="*/ 6547 w 6642"/>
                    <a:gd name="connsiteY46-2866" fmla="*/ 1617 h 5728"/>
                    <a:gd name="connsiteX47-2867" fmla="*/ 6480 w 6642"/>
                    <a:gd name="connsiteY47-2868" fmla="*/ 1625 h 5728"/>
                    <a:gd name="connsiteX48-2869" fmla="*/ 6458 w 6642"/>
                    <a:gd name="connsiteY48-2870" fmla="*/ 1507 h 5728"/>
                    <a:gd name="connsiteX49-2871" fmla="*/ 6423 w 6642"/>
                    <a:gd name="connsiteY49-2872" fmla="*/ 1450 h 5728"/>
                    <a:gd name="connsiteX50-2873" fmla="*/ 6333 w 6642"/>
                    <a:gd name="connsiteY50-2874" fmla="*/ 1582 h 5728"/>
                    <a:gd name="connsiteX51-2875" fmla="*/ 6220 w 6642"/>
                    <a:gd name="connsiteY51-2876" fmla="*/ 1776 h 5728"/>
                    <a:gd name="connsiteX52-2877" fmla="*/ 6101 w 6642"/>
                    <a:gd name="connsiteY52-2878" fmla="*/ 1904 h 5728"/>
                    <a:gd name="connsiteX53-2879" fmla="*/ 6094 w 6642"/>
                    <a:gd name="connsiteY53-2880" fmla="*/ 2018 h 5728"/>
                    <a:gd name="connsiteX54-2881" fmla="*/ 6154 w 6642"/>
                    <a:gd name="connsiteY54-2882" fmla="*/ 2115 h 5728"/>
                    <a:gd name="connsiteX55-2883" fmla="*/ 6256 w 6642"/>
                    <a:gd name="connsiteY55-2884" fmla="*/ 2183 h 5728"/>
                    <a:gd name="connsiteX56-2885" fmla="*/ 6333 w 6642"/>
                    <a:gd name="connsiteY56-2886" fmla="*/ 2178 h 5728"/>
                    <a:gd name="connsiteX57-2887" fmla="*/ 6378 w 6642"/>
                    <a:gd name="connsiteY57-2888" fmla="*/ 2104 h 5728"/>
                    <a:gd name="connsiteX58-2889" fmla="*/ 6412 w 6642"/>
                    <a:gd name="connsiteY58-2890" fmla="*/ 2210 h 5728"/>
                    <a:gd name="connsiteX59-2891" fmla="*/ 6300 w 6642"/>
                    <a:gd name="connsiteY59-2892" fmla="*/ 2249 h 5728"/>
                    <a:gd name="connsiteX60-2893" fmla="*/ 6347 w 6642"/>
                    <a:gd name="connsiteY60-2894" fmla="*/ 2362 h 5728"/>
                    <a:gd name="connsiteX61-2895" fmla="*/ 6212 w 6642"/>
                    <a:gd name="connsiteY61-2896" fmla="*/ 2509 h 5728"/>
                    <a:gd name="connsiteX62-2897" fmla="*/ 6171 w 6642"/>
                    <a:gd name="connsiteY62-2898" fmla="*/ 2498 h 5728"/>
                    <a:gd name="connsiteX63-2899" fmla="*/ 6047 w 6642"/>
                    <a:gd name="connsiteY63-2900" fmla="*/ 2413 h 5728"/>
                    <a:gd name="connsiteX64-2901" fmla="*/ 5992 w 6642"/>
                    <a:gd name="connsiteY64-2902" fmla="*/ 2412 h 5728"/>
                    <a:gd name="connsiteX65-2903" fmla="*/ 5957 w 6642"/>
                    <a:gd name="connsiteY65-2904" fmla="*/ 2480 h 5728"/>
                    <a:gd name="connsiteX66-2905" fmla="*/ 5960 w 6642"/>
                    <a:gd name="connsiteY66-2906" fmla="*/ 2562 h 5728"/>
                    <a:gd name="connsiteX67-2907" fmla="*/ 6138 w 6642"/>
                    <a:gd name="connsiteY67-2908" fmla="*/ 2730 h 5728"/>
                    <a:gd name="connsiteX68-2909" fmla="*/ 6137 w 6642"/>
                    <a:gd name="connsiteY68-2910" fmla="*/ 2844 h 5728"/>
                    <a:gd name="connsiteX69-2911" fmla="*/ 6228 w 6642"/>
                    <a:gd name="connsiteY69-2912" fmla="*/ 3060 h 5728"/>
                    <a:gd name="connsiteX70-2913" fmla="*/ 6254 w 6642"/>
                    <a:gd name="connsiteY70-2914" fmla="*/ 3090 h 5728"/>
                    <a:gd name="connsiteX71-2915" fmla="*/ 6298 w 6642"/>
                    <a:gd name="connsiteY71-2916" fmla="*/ 3094 h 5728"/>
                    <a:gd name="connsiteX72-2917" fmla="*/ 6344 w 6642"/>
                    <a:gd name="connsiteY72-2918" fmla="*/ 3010 h 5728"/>
                    <a:gd name="connsiteX73-2919" fmla="*/ 6424 w 6642"/>
                    <a:gd name="connsiteY73-2920" fmla="*/ 2950 h 5728"/>
                    <a:gd name="connsiteX74-2921" fmla="*/ 6519 w 6642"/>
                    <a:gd name="connsiteY74-2922" fmla="*/ 3126 h 5728"/>
                    <a:gd name="connsiteX75-2923" fmla="*/ 6629 w 6642"/>
                    <a:gd name="connsiteY75-2924" fmla="*/ 3312 h 5728"/>
                    <a:gd name="connsiteX76-2925" fmla="*/ 6642 w 6642"/>
                    <a:gd name="connsiteY76-2926" fmla="*/ 3342 h 5728"/>
                    <a:gd name="connsiteX77-2927" fmla="*/ 6631 w 6642"/>
                    <a:gd name="connsiteY77-2928" fmla="*/ 3518 h 5728"/>
                    <a:gd name="connsiteX78-2929" fmla="*/ 6596 w 6642"/>
                    <a:gd name="connsiteY78-2930" fmla="*/ 3554 h 5728"/>
                    <a:gd name="connsiteX79-2931" fmla="*/ 6507 w 6642"/>
                    <a:gd name="connsiteY79-2932" fmla="*/ 3515 h 5728"/>
                    <a:gd name="connsiteX80-2933" fmla="*/ 6273 w 6642"/>
                    <a:gd name="connsiteY80-2934" fmla="*/ 3644 h 5728"/>
                    <a:gd name="connsiteX81-2935" fmla="*/ 6247 w 6642"/>
                    <a:gd name="connsiteY81-2936" fmla="*/ 3666 h 5728"/>
                    <a:gd name="connsiteX82-2937" fmla="*/ 6067 w 6642"/>
                    <a:gd name="connsiteY82-2938" fmla="*/ 3812 h 5728"/>
                    <a:gd name="connsiteX83-2939" fmla="*/ 5926 w 6642"/>
                    <a:gd name="connsiteY83-2940" fmla="*/ 3926 h 5728"/>
                    <a:gd name="connsiteX84-2941" fmla="*/ 5891 w 6642"/>
                    <a:gd name="connsiteY84-2942" fmla="*/ 3965 h 5728"/>
                    <a:gd name="connsiteX85-2943" fmla="*/ 5839 w 6642"/>
                    <a:gd name="connsiteY85-2944" fmla="*/ 3973 h 5728"/>
                    <a:gd name="connsiteX86-2945" fmla="*/ 5782 w 6642"/>
                    <a:gd name="connsiteY86-2946" fmla="*/ 3916 h 5728"/>
                    <a:gd name="connsiteX87-2947" fmla="*/ 5658 w 6642"/>
                    <a:gd name="connsiteY87-2948" fmla="*/ 3808 h 5728"/>
                    <a:gd name="connsiteX88-2949" fmla="*/ 5682 w 6642"/>
                    <a:gd name="connsiteY88-2950" fmla="*/ 4064 h 5728"/>
                    <a:gd name="connsiteX89-2951" fmla="*/ 5691 w 6642"/>
                    <a:gd name="connsiteY89-2952" fmla="*/ 4192 h 5728"/>
                    <a:gd name="connsiteX90-2953" fmla="*/ 5429 w 6642"/>
                    <a:gd name="connsiteY90-2954" fmla="*/ 4166 h 5728"/>
                    <a:gd name="connsiteX91-2955" fmla="*/ 5347 w 6642"/>
                    <a:gd name="connsiteY91-2956" fmla="*/ 3987 h 5728"/>
                    <a:gd name="connsiteX92-2957" fmla="*/ 5265 w 6642"/>
                    <a:gd name="connsiteY92-2958" fmla="*/ 3802 h 5728"/>
                    <a:gd name="connsiteX93-2959" fmla="*/ 5003 w 6642"/>
                    <a:gd name="connsiteY93-2960" fmla="*/ 3867 h 5728"/>
                    <a:gd name="connsiteX94-2961" fmla="*/ 4999 w 6642"/>
                    <a:gd name="connsiteY94-2962" fmla="*/ 4057 h 5728"/>
                    <a:gd name="connsiteX95-2963" fmla="*/ 4807 w 6642"/>
                    <a:gd name="connsiteY95-2964" fmla="*/ 4072 h 5728"/>
                    <a:gd name="connsiteX96-2965" fmla="*/ 4634 w 6642"/>
                    <a:gd name="connsiteY96-2966" fmla="*/ 4175 h 5728"/>
                    <a:gd name="connsiteX97-2967" fmla="*/ 4569 w 6642"/>
                    <a:gd name="connsiteY97-2968" fmla="*/ 4246 h 5728"/>
                    <a:gd name="connsiteX98-2969" fmla="*/ 4506 w 6642"/>
                    <a:gd name="connsiteY98-2970" fmla="*/ 4159 h 5728"/>
                    <a:gd name="connsiteX99-2971" fmla="*/ 4541 w 6642"/>
                    <a:gd name="connsiteY99-2972" fmla="*/ 4134 h 5728"/>
                    <a:gd name="connsiteX100-2973" fmla="*/ 4408 w 6642"/>
                    <a:gd name="connsiteY100-2974" fmla="*/ 3980 h 5728"/>
                    <a:gd name="connsiteX101-2975" fmla="*/ 4340 w 6642"/>
                    <a:gd name="connsiteY101-2976" fmla="*/ 4188 h 5728"/>
                    <a:gd name="connsiteX102-2977" fmla="*/ 4282 w 6642"/>
                    <a:gd name="connsiteY102-2978" fmla="*/ 4193 h 5728"/>
                    <a:gd name="connsiteX103-2979" fmla="*/ 4260 w 6642"/>
                    <a:gd name="connsiteY103-2980" fmla="*/ 4238 h 5728"/>
                    <a:gd name="connsiteX104-2981" fmla="*/ 4231 w 6642"/>
                    <a:gd name="connsiteY104-2982" fmla="*/ 4250 h 5728"/>
                    <a:gd name="connsiteX105-2983" fmla="*/ 4230 w 6642"/>
                    <a:gd name="connsiteY105-2984" fmla="*/ 4427 h 5728"/>
                    <a:gd name="connsiteX106-2985" fmla="*/ 4290 w 6642"/>
                    <a:gd name="connsiteY106-2986" fmla="*/ 4504 h 5728"/>
                    <a:gd name="connsiteX107-2987" fmla="*/ 4293 w 6642"/>
                    <a:gd name="connsiteY107-2988" fmla="*/ 4556 h 5728"/>
                    <a:gd name="connsiteX108-2989" fmla="*/ 4257 w 6642"/>
                    <a:gd name="connsiteY108-2990" fmla="*/ 4614 h 5728"/>
                    <a:gd name="connsiteX109-2991" fmla="*/ 3992 w 6642"/>
                    <a:gd name="connsiteY109-2992" fmla="*/ 4680 h 5728"/>
                    <a:gd name="connsiteX110-2993" fmla="*/ 3857 w 6642"/>
                    <a:gd name="connsiteY110-2994" fmla="*/ 4739 h 5728"/>
                    <a:gd name="connsiteX111-2995" fmla="*/ 3815 w 6642"/>
                    <a:gd name="connsiteY111-2996" fmla="*/ 4777 h 5728"/>
                    <a:gd name="connsiteX112-2997" fmla="*/ 3616 w 6642"/>
                    <a:gd name="connsiteY112-2998" fmla="*/ 5021 h 5728"/>
                    <a:gd name="connsiteX113-2999" fmla="*/ 3543 w 6642"/>
                    <a:gd name="connsiteY113-3000" fmla="*/ 4970 h 5728"/>
                    <a:gd name="connsiteX114-3001" fmla="*/ 3460 w 6642"/>
                    <a:gd name="connsiteY114-3002" fmla="*/ 4971 h 5728"/>
                    <a:gd name="connsiteX115-3003" fmla="*/ 3424 w 6642"/>
                    <a:gd name="connsiteY115-3004" fmla="*/ 5045 h 5728"/>
                    <a:gd name="connsiteX116-3005" fmla="*/ 3313 w 6642"/>
                    <a:gd name="connsiteY116-3006" fmla="*/ 5000 h 5728"/>
                    <a:gd name="connsiteX117-3007" fmla="*/ 3235 w 6642"/>
                    <a:gd name="connsiteY117-3008" fmla="*/ 5109 h 5728"/>
                    <a:gd name="connsiteX118-3009" fmla="*/ 3013 w 6642"/>
                    <a:gd name="connsiteY118-3010" fmla="*/ 5349 h 5728"/>
                    <a:gd name="connsiteX119-3011" fmla="*/ 2993 w 6642"/>
                    <a:gd name="connsiteY119-3012" fmla="*/ 5516 h 5728"/>
                    <a:gd name="connsiteX120-3013" fmla="*/ 2976 w 6642"/>
                    <a:gd name="connsiteY120-3014" fmla="*/ 5659 h 5728"/>
                    <a:gd name="connsiteX121-3015" fmla="*/ 2960 w 6642"/>
                    <a:gd name="connsiteY121-3016" fmla="*/ 5669 h 5728"/>
                    <a:gd name="connsiteX122-3017" fmla="*/ 2638 w 6642"/>
                    <a:gd name="connsiteY122-3018" fmla="*/ 5621 h 5728"/>
                    <a:gd name="connsiteX123-3019" fmla="*/ 2536 w 6642"/>
                    <a:gd name="connsiteY123-3020" fmla="*/ 5566 h 5728"/>
                    <a:gd name="connsiteX124-3021" fmla="*/ 2482 w 6642"/>
                    <a:gd name="connsiteY124-3022" fmla="*/ 5503 h 5728"/>
                    <a:gd name="connsiteX125-3023" fmla="*/ 2377 w 6642"/>
                    <a:gd name="connsiteY125-3024" fmla="*/ 5477 h 5728"/>
                    <a:gd name="connsiteX126-3025" fmla="*/ 2377 w 6642"/>
                    <a:gd name="connsiteY126-3026" fmla="*/ 5379 h 5728"/>
                    <a:gd name="connsiteX127-3027" fmla="*/ 2481 w 6642"/>
                    <a:gd name="connsiteY127-3028" fmla="*/ 5149 h 5728"/>
                    <a:gd name="connsiteX128-3029" fmla="*/ 2341 w 6642"/>
                    <a:gd name="connsiteY128-3030" fmla="*/ 5070 h 5728"/>
                    <a:gd name="connsiteX129-3031" fmla="*/ 2299 w 6642"/>
                    <a:gd name="connsiteY129-3032" fmla="*/ 5095 h 5728"/>
                    <a:gd name="connsiteX130-3033" fmla="*/ 2209 w 6642"/>
                    <a:gd name="connsiteY130-3034" fmla="*/ 5214 h 5728"/>
                    <a:gd name="connsiteX131-3035" fmla="*/ 2177 w 6642"/>
                    <a:gd name="connsiteY131-3036" fmla="*/ 5276 h 5728"/>
                    <a:gd name="connsiteX132-3037" fmla="*/ 2115 w 6642"/>
                    <a:gd name="connsiteY132-3038" fmla="*/ 5386 h 5728"/>
                    <a:gd name="connsiteX133-3039" fmla="*/ 2121 w 6642"/>
                    <a:gd name="connsiteY133-3040" fmla="*/ 5510 h 5728"/>
                    <a:gd name="connsiteX134-3041" fmla="*/ 2082 w 6642"/>
                    <a:gd name="connsiteY134-3042" fmla="*/ 5558 h 5728"/>
                    <a:gd name="connsiteX135-3043" fmla="*/ 1951 w 6642"/>
                    <a:gd name="connsiteY135-3044" fmla="*/ 5617 h 5728"/>
                    <a:gd name="connsiteX136-3045" fmla="*/ 1785 w 6642"/>
                    <a:gd name="connsiteY136-3046" fmla="*/ 5649 h 5728"/>
                    <a:gd name="connsiteX137-3047" fmla="*/ 1682 w 6642"/>
                    <a:gd name="connsiteY137-3048" fmla="*/ 5728 h 5728"/>
                    <a:gd name="connsiteX138-3049" fmla="*/ 1568 w 6642"/>
                    <a:gd name="connsiteY138-3050" fmla="*/ 5611 h 5728"/>
                    <a:gd name="connsiteX139-3051" fmla="*/ 1508 w 6642"/>
                    <a:gd name="connsiteY139-3052" fmla="*/ 5485 h 5728"/>
                    <a:gd name="connsiteX140-3053" fmla="*/ 1630 w 6642"/>
                    <a:gd name="connsiteY140-3054" fmla="*/ 5242 h 5728"/>
                    <a:gd name="connsiteX141-3055" fmla="*/ 1685 w 6642"/>
                    <a:gd name="connsiteY141-3056" fmla="*/ 5195 h 5728"/>
                    <a:gd name="connsiteX142-3057" fmla="*/ 1730 w 6642"/>
                    <a:gd name="connsiteY142-3058" fmla="*/ 5120 h 5728"/>
                    <a:gd name="connsiteX143-3059" fmla="*/ 1727 w 6642"/>
                    <a:gd name="connsiteY143-3060" fmla="*/ 5071 h 5728"/>
                    <a:gd name="connsiteX144-3061" fmla="*/ 1530 w 6642"/>
                    <a:gd name="connsiteY144-3062" fmla="*/ 5007 h 5728"/>
                    <a:gd name="connsiteX145-3063" fmla="*/ 1459 w 6642"/>
                    <a:gd name="connsiteY145-3064" fmla="*/ 5064 h 5728"/>
                    <a:gd name="connsiteX146-3065" fmla="*/ 1353 w 6642"/>
                    <a:gd name="connsiteY146-3066" fmla="*/ 5111 h 5728"/>
                    <a:gd name="connsiteX147-3067" fmla="*/ 1290 w 6642"/>
                    <a:gd name="connsiteY147-3068" fmla="*/ 5063 h 5728"/>
                    <a:gd name="connsiteX148-3069" fmla="*/ 1052 w 6642"/>
                    <a:gd name="connsiteY148-3070" fmla="*/ 5254 h 5728"/>
                    <a:gd name="connsiteX149-3071" fmla="*/ 924 w 6642"/>
                    <a:gd name="connsiteY149-3072" fmla="*/ 5231 h 5728"/>
                    <a:gd name="connsiteX150-3073" fmla="*/ 813 w 6642"/>
                    <a:gd name="connsiteY150-3074" fmla="*/ 5097 h 5728"/>
                    <a:gd name="connsiteX151-3075" fmla="*/ 683 w 6642"/>
                    <a:gd name="connsiteY151-3076" fmla="*/ 4930 h 5728"/>
                    <a:gd name="connsiteX152-3077" fmla="*/ 572 w 6642"/>
                    <a:gd name="connsiteY152-3078" fmla="*/ 4806 h 5728"/>
                    <a:gd name="connsiteX153-3079" fmla="*/ 505 w 6642"/>
                    <a:gd name="connsiteY153-3080" fmla="*/ 4788 h 5728"/>
                    <a:gd name="connsiteX154-3081" fmla="*/ 640 w 6642"/>
                    <a:gd name="connsiteY154-3082" fmla="*/ 4631 h 5728"/>
                    <a:gd name="connsiteX155-3083" fmla="*/ 683 w 6642"/>
                    <a:gd name="connsiteY155-3084" fmla="*/ 4541 h 5728"/>
                    <a:gd name="connsiteX156-3085" fmla="*/ 651 w 6642"/>
                    <a:gd name="connsiteY156-3086" fmla="*/ 4438 h 5728"/>
                    <a:gd name="connsiteX157-3087" fmla="*/ 277 w 6642"/>
                    <a:gd name="connsiteY157-3088" fmla="*/ 4491 h 5728"/>
                    <a:gd name="connsiteX158-3089" fmla="*/ 187 w 6642"/>
                    <a:gd name="connsiteY158-3090" fmla="*/ 4518 h 5728"/>
                    <a:gd name="connsiteX159-3091" fmla="*/ 195 w 6642"/>
                    <a:gd name="connsiteY159-3092" fmla="*/ 4384 h 5728"/>
                    <a:gd name="connsiteX160-3093" fmla="*/ 147 w 6642"/>
                    <a:gd name="connsiteY160-3094" fmla="*/ 4318 h 5728"/>
                    <a:gd name="connsiteX161-3095" fmla="*/ 39 w 6642"/>
                    <a:gd name="connsiteY161-3096" fmla="*/ 4220 h 5728"/>
                    <a:gd name="connsiteX162-3097" fmla="*/ 75 w 6642"/>
                    <a:gd name="connsiteY162-3098" fmla="*/ 4093 h 5728"/>
                    <a:gd name="connsiteX163-3099" fmla="*/ 63 w 6642"/>
                    <a:gd name="connsiteY163-3100" fmla="*/ 3929 h 5728"/>
                    <a:gd name="connsiteX164-3101" fmla="*/ 0 w 6642"/>
                    <a:gd name="connsiteY164-3102" fmla="*/ 3842 h 5728"/>
                    <a:gd name="connsiteX165-3103" fmla="*/ 0 w 6642"/>
                    <a:gd name="connsiteY165-3104" fmla="*/ 3737 h 5728"/>
                    <a:gd name="connsiteX166-3105" fmla="*/ 303 w 6642"/>
                    <a:gd name="connsiteY166-3106" fmla="*/ 3824 h 5728"/>
                    <a:gd name="connsiteX167-3107" fmla="*/ 830 w 6642"/>
                    <a:gd name="connsiteY167-3108" fmla="*/ 3840 h 5728"/>
                    <a:gd name="connsiteX168-3109" fmla="*/ 1044 w 6642"/>
                    <a:gd name="connsiteY168-3110" fmla="*/ 3908 h 5728"/>
                    <a:gd name="connsiteX169-3111" fmla="*/ 1213 w 6642"/>
                    <a:gd name="connsiteY169-3112" fmla="*/ 4053 h 5728"/>
                    <a:gd name="connsiteX170-3113" fmla="*/ 1257 w 6642"/>
                    <a:gd name="connsiteY170-3114" fmla="*/ 4077 h 5728"/>
                    <a:gd name="connsiteX171-3115" fmla="*/ 1417 w 6642"/>
                    <a:gd name="connsiteY171-3116" fmla="*/ 4107 h 5728"/>
                    <a:gd name="connsiteX172-3117" fmla="*/ 1487 w 6642"/>
                    <a:gd name="connsiteY172-3118" fmla="*/ 4158 h 5728"/>
                    <a:gd name="connsiteX173-3119" fmla="*/ 1688 w 6642"/>
                    <a:gd name="connsiteY173-3120" fmla="*/ 4229 h 5728"/>
                    <a:gd name="connsiteX174-3121" fmla="*/ 1904 w 6642"/>
                    <a:gd name="connsiteY174-3122" fmla="*/ 4309 h 5728"/>
                    <a:gd name="connsiteX175-3123" fmla="*/ 2068 w 6642"/>
                    <a:gd name="connsiteY175-3124" fmla="*/ 4212 h 5728"/>
                    <a:gd name="connsiteX176-3125" fmla="*/ 2267 w 6642"/>
                    <a:gd name="connsiteY176-3126" fmla="*/ 4125 h 5728"/>
                    <a:gd name="connsiteX177-3127" fmla="*/ 2363 w 6642"/>
                    <a:gd name="connsiteY177-3128" fmla="*/ 4075 h 5728"/>
                    <a:gd name="connsiteX178-3129" fmla="*/ 2539 w 6642"/>
                    <a:gd name="connsiteY178-3130" fmla="*/ 3995 h 5728"/>
                    <a:gd name="connsiteX179-3131" fmla="*/ 2721 w 6642"/>
                    <a:gd name="connsiteY179-3132" fmla="*/ 3970 h 5728"/>
                    <a:gd name="connsiteX180-3133" fmla="*/ 3073 w 6642"/>
                    <a:gd name="connsiteY180-3134" fmla="*/ 3979 h 5728"/>
                    <a:gd name="connsiteX181-3135" fmla="*/ 3416 w 6642"/>
                    <a:gd name="connsiteY181-3136" fmla="*/ 3722 h 5728"/>
                    <a:gd name="connsiteX182-3137" fmla="*/ 3519 w 6642"/>
                    <a:gd name="connsiteY182-3138" fmla="*/ 3636 h 5728"/>
                    <a:gd name="connsiteX183-3139" fmla="*/ 3609 w 6642"/>
                    <a:gd name="connsiteY183-3140" fmla="*/ 3563 h 5728"/>
                    <a:gd name="connsiteX184-3141" fmla="*/ 3705 w 6642"/>
                    <a:gd name="connsiteY184-3142" fmla="*/ 3503 h 5728"/>
                    <a:gd name="connsiteX185-3143" fmla="*/ 3702 w 6642"/>
                    <a:gd name="connsiteY185-3144" fmla="*/ 3422 h 5728"/>
                    <a:gd name="connsiteX186-3145" fmla="*/ 3597 w 6642"/>
                    <a:gd name="connsiteY186-3146" fmla="*/ 3317 h 5728"/>
                    <a:gd name="connsiteX187-3147" fmla="*/ 3582 w 6642"/>
                    <a:gd name="connsiteY187-3148" fmla="*/ 3252 h 5728"/>
                    <a:gd name="connsiteX188-3149" fmla="*/ 3692 w 6642"/>
                    <a:gd name="connsiteY188-3150" fmla="*/ 3012 h 5728"/>
                    <a:gd name="connsiteX189-3151" fmla="*/ 3835 w 6642"/>
                    <a:gd name="connsiteY189-3152" fmla="*/ 3094 h 5728"/>
                    <a:gd name="connsiteX190-3153" fmla="*/ 3915 w 6642"/>
                    <a:gd name="connsiteY190-3154" fmla="*/ 3122 h 5728"/>
                    <a:gd name="connsiteX191-3155" fmla="*/ 3998 w 6642"/>
                    <a:gd name="connsiteY191-3156" fmla="*/ 3124 h 5728"/>
                    <a:gd name="connsiteX192-3157" fmla="*/ 4258 w 6642"/>
                    <a:gd name="connsiteY192-3158" fmla="*/ 2876 h 5728"/>
                    <a:gd name="connsiteX193-3159" fmla="*/ 4431 w 6642"/>
                    <a:gd name="connsiteY193-3160" fmla="*/ 2857 h 5728"/>
                    <a:gd name="connsiteX0-3161" fmla="*/ 5456 w 6642"/>
                    <a:gd name="connsiteY0-3162" fmla="*/ 2333 h 5728"/>
                    <a:gd name="connsiteX1-3163" fmla="*/ 5454 w 6642"/>
                    <a:gd name="connsiteY1-3164" fmla="*/ 2117 h 5728"/>
                    <a:gd name="connsiteX2-3165" fmla="*/ 5378 w 6642"/>
                    <a:gd name="connsiteY2-3166" fmla="*/ 2039 h 5728"/>
                    <a:gd name="connsiteX3-3167" fmla="*/ 5235 w 6642"/>
                    <a:gd name="connsiteY3-3168" fmla="*/ 1951 h 5728"/>
                    <a:gd name="connsiteX4-3169" fmla="*/ 5143 w 6642"/>
                    <a:gd name="connsiteY4-3170" fmla="*/ 1827 h 5728"/>
                    <a:gd name="connsiteX5-3171" fmla="*/ 5047 w 6642"/>
                    <a:gd name="connsiteY5-3172" fmla="*/ 1828 h 5728"/>
                    <a:gd name="connsiteX6-3173" fmla="*/ 5002 w 6642"/>
                    <a:gd name="connsiteY6-3174" fmla="*/ 1883 h 5728"/>
                    <a:gd name="connsiteX7-3175" fmla="*/ 4909 w 6642"/>
                    <a:gd name="connsiteY7-3176" fmla="*/ 1877 h 5728"/>
                    <a:gd name="connsiteX8-3177" fmla="*/ 4889 w 6642"/>
                    <a:gd name="connsiteY8-3178" fmla="*/ 1994 h 5728"/>
                    <a:gd name="connsiteX9-3179" fmla="*/ 4708 w 6642"/>
                    <a:gd name="connsiteY9-3180" fmla="*/ 1941 h 5728"/>
                    <a:gd name="connsiteX10-3181" fmla="*/ 4625 w 6642"/>
                    <a:gd name="connsiteY10-3182" fmla="*/ 1939 h 5728"/>
                    <a:gd name="connsiteX11-3183" fmla="*/ 4500 w 6642"/>
                    <a:gd name="connsiteY11-3184" fmla="*/ 2014 h 5728"/>
                    <a:gd name="connsiteX12-3185" fmla="*/ 4388 w 6642"/>
                    <a:gd name="connsiteY12-3186" fmla="*/ 1890 h 5728"/>
                    <a:gd name="connsiteX13-3187" fmla="*/ 4482 w 6642"/>
                    <a:gd name="connsiteY13-3188" fmla="*/ 1804 h 5728"/>
                    <a:gd name="connsiteX14-3189" fmla="*/ 4486 w 6642"/>
                    <a:gd name="connsiteY14-3190" fmla="*/ 1634 h 5728"/>
                    <a:gd name="connsiteX15-3191" fmla="*/ 4541 w 6642"/>
                    <a:gd name="connsiteY15-3192" fmla="*/ 1514 h 5728"/>
                    <a:gd name="connsiteX16-3193" fmla="*/ 4584 w 6642"/>
                    <a:gd name="connsiteY16-3194" fmla="*/ 1306 h 5728"/>
                    <a:gd name="connsiteX17-3195" fmla="*/ 4644 w 6642"/>
                    <a:gd name="connsiteY17-3196" fmla="*/ 1307 h 5728"/>
                    <a:gd name="connsiteX18-3197" fmla="*/ 4967 w 6642"/>
                    <a:gd name="connsiteY18-3198" fmla="*/ 1286 h 5728"/>
                    <a:gd name="connsiteX19-3199" fmla="*/ 5141 w 6642"/>
                    <a:gd name="connsiteY19-3200" fmla="*/ 1117 h 5728"/>
                    <a:gd name="connsiteX20-3201" fmla="*/ 5210 w 6642"/>
                    <a:gd name="connsiteY20-3202" fmla="*/ 748 h 5728"/>
                    <a:gd name="connsiteX21-3203" fmla="*/ 5320 w 6642"/>
                    <a:gd name="connsiteY21-3204" fmla="*/ 486 h 5728"/>
                    <a:gd name="connsiteX22-3205" fmla="*/ 5318 w 6642"/>
                    <a:gd name="connsiteY22-3206" fmla="*/ 358 h 5728"/>
                    <a:gd name="connsiteX23-3207" fmla="*/ 5305 w 6642"/>
                    <a:gd name="connsiteY23-3208" fmla="*/ 328 h 5728"/>
                    <a:gd name="connsiteX24-3209" fmla="*/ 5238 w 6642"/>
                    <a:gd name="connsiteY24-3210" fmla="*/ 251 h 5728"/>
                    <a:gd name="connsiteX25-3211" fmla="*/ 5178 w 6642"/>
                    <a:gd name="connsiteY25-3212" fmla="*/ 217 h 5728"/>
                    <a:gd name="connsiteX26-3213" fmla="*/ 5303 w 6642"/>
                    <a:gd name="connsiteY26-3214" fmla="*/ 56 h 5728"/>
                    <a:gd name="connsiteX27-3215" fmla="*/ 5476 w 6642"/>
                    <a:gd name="connsiteY27-3216" fmla="*/ 2 h 5728"/>
                    <a:gd name="connsiteX28-3217" fmla="*/ 5508 w 6642"/>
                    <a:gd name="connsiteY28-3218" fmla="*/ 49 h 5728"/>
                    <a:gd name="connsiteX29-3219" fmla="*/ 5498 w 6642"/>
                    <a:gd name="connsiteY29-3220" fmla="*/ 133 h 5728"/>
                    <a:gd name="connsiteX30-3221" fmla="*/ 5437 w 6642"/>
                    <a:gd name="connsiteY30-3222" fmla="*/ 243 h 5728"/>
                    <a:gd name="connsiteX31-3223" fmla="*/ 5507 w 6642"/>
                    <a:gd name="connsiteY31-3224" fmla="*/ 301 h 5728"/>
                    <a:gd name="connsiteX32-3225" fmla="*/ 5621 w 6642"/>
                    <a:gd name="connsiteY32-3226" fmla="*/ 366 h 5728"/>
                    <a:gd name="connsiteX33-3227" fmla="*/ 5641 w 6642"/>
                    <a:gd name="connsiteY33-3228" fmla="*/ 255 h 5728"/>
                    <a:gd name="connsiteX34-3229" fmla="*/ 5775 w 6642"/>
                    <a:gd name="connsiteY34-3230" fmla="*/ 291 h 5728"/>
                    <a:gd name="connsiteX35-3231" fmla="*/ 5800 w 6642"/>
                    <a:gd name="connsiteY35-3232" fmla="*/ 331 h 5728"/>
                    <a:gd name="connsiteX36-3233" fmla="*/ 5876 w 6642"/>
                    <a:gd name="connsiteY36-3234" fmla="*/ 562 h 5728"/>
                    <a:gd name="connsiteX37-3235" fmla="*/ 5911 w 6642"/>
                    <a:gd name="connsiteY37-3236" fmla="*/ 586 h 5728"/>
                    <a:gd name="connsiteX38-3237" fmla="*/ 6003 w 6642"/>
                    <a:gd name="connsiteY38-3238" fmla="*/ 578 h 5728"/>
                    <a:gd name="connsiteX39-3239" fmla="*/ 6263 w 6642"/>
                    <a:gd name="connsiteY39-3240" fmla="*/ 490 h 5728"/>
                    <a:gd name="connsiteX40-3241" fmla="*/ 6483 w 6642"/>
                    <a:gd name="connsiteY40-3242" fmla="*/ 479 h 5728"/>
                    <a:gd name="connsiteX41-3243" fmla="*/ 6543 w 6642"/>
                    <a:gd name="connsiteY41-3244" fmla="*/ 648 h 5728"/>
                    <a:gd name="connsiteX42-3245" fmla="*/ 6461 w 6642"/>
                    <a:gd name="connsiteY42-3246" fmla="*/ 944 h 5728"/>
                    <a:gd name="connsiteX43-3247" fmla="*/ 6461 w 6642"/>
                    <a:gd name="connsiteY43-3248" fmla="*/ 1022 h 5728"/>
                    <a:gd name="connsiteX44-3249" fmla="*/ 6530 w 6642"/>
                    <a:gd name="connsiteY44-3250" fmla="*/ 1168 h 5728"/>
                    <a:gd name="connsiteX45-3251" fmla="*/ 6545 w 6642"/>
                    <a:gd name="connsiteY45-3252" fmla="*/ 1427 h 5728"/>
                    <a:gd name="connsiteX46-3253" fmla="*/ 6547 w 6642"/>
                    <a:gd name="connsiteY46-3254" fmla="*/ 1617 h 5728"/>
                    <a:gd name="connsiteX47-3255" fmla="*/ 6480 w 6642"/>
                    <a:gd name="connsiteY47-3256" fmla="*/ 1625 h 5728"/>
                    <a:gd name="connsiteX48-3257" fmla="*/ 6458 w 6642"/>
                    <a:gd name="connsiteY48-3258" fmla="*/ 1507 h 5728"/>
                    <a:gd name="connsiteX49-3259" fmla="*/ 6423 w 6642"/>
                    <a:gd name="connsiteY49-3260" fmla="*/ 1450 h 5728"/>
                    <a:gd name="connsiteX50-3261" fmla="*/ 6333 w 6642"/>
                    <a:gd name="connsiteY50-3262" fmla="*/ 1582 h 5728"/>
                    <a:gd name="connsiteX51-3263" fmla="*/ 6220 w 6642"/>
                    <a:gd name="connsiteY51-3264" fmla="*/ 1776 h 5728"/>
                    <a:gd name="connsiteX52-3265" fmla="*/ 6101 w 6642"/>
                    <a:gd name="connsiteY52-3266" fmla="*/ 1904 h 5728"/>
                    <a:gd name="connsiteX53-3267" fmla="*/ 6094 w 6642"/>
                    <a:gd name="connsiteY53-3268" fmla="*/ 2018 h 5728"/>
                    <a:gd name="connsiteX54-3269" fmla="*/ 6154 w 6642"/>
                    <a:gd name="connsiteY54-3270" fmla="*/ 2115 h 5728"/>
                    <a:gd name="connsiteX55-3271" fmla="*/ 6256 w 6642"/>
                    <a:gd name="connsiteY55-3272" fmla="*/ 2183 h 5728"/>
                    <a:gd name="connsiteX56-3273" fmla="*/ 6333 w 6642"/>
                    <a:gd name="connsiteY56-3274" fmla="*/ 2178 h 5728"/>
                    <a:gd name="connsiteX57-3275" fmla="*/ 6378 w 6642"/>
                    <a:gd name="connsiteY57-3276" fmla="*/ 2104 h 5728"/>
                    <a:gd name="connsiteX58-3277" fmla="*/ 6412 w 6642"/>
                    <a:gd name="connsiteY58-3278" fmla="*/ 2210 h 5728"/>
                    <a:gd name="connsiteX59-3279" fmla="*/ 6300 w 6642"/>
                    <a:gd name="connsiteY59-3280" fmla="*/ 2249 h 5728"/>
                    <a:gd name="connsiteX60-3281" fmla="*/ 6347 w 6642"/>
                    <a:gd name="connsiteY60-3282" fmla="*/ 2362 h 5728"/>
                    <a:gd name="connsiteX61-3283" fmla="*/ 6212 w 6642"/>
                    <a:gd name="connsiteY61-3284" fmla="*/ 2509 h 5728"/>
                    <a:gd name="connsiteX62-3285" fmla="*/ 6171 w 6642"/>
                    <a:gd name="connsiteY62-3286" fmla="*/ 2498 h 5728"/>
                    <a:gd name="connsiteX63-3287" fmla="*/ 6047 w 6642"/>
                    <a:gd name="connsiteY63-3288" fmla="*/ 2413 h 5728"/>
                    <a:gd name="connsiteX64-3289" fmla="*/ 5992 w 6642"/>
                    <a:gd name="connsiteY64-3290" fmla="*/ 2412 h 5728"/>
                    <a:gd name="connsiteX65-3291" fmla="*/ 5957 w 6642"/>
                    <a:gd name="connsiteY65-3292" fmla="*/ 2480 h 5728"/>
                    <a:gd name="connsiteX66-3293" fmla="*/ 5960 w 6642"/>
                    <a:gd name="connsiteY66-3294" fmla="*/ 2562 h 5728"/>
                    <a:gd name="connsiteX67-3295" fmla="*/ 6138 w 6642"/>
                    <a:gd name="connsiteY67-3296" fmla="*/ 2730 h 5728"/>
                    <a:gd name="connsiteX68-3297" fmla="*/ 6137 w 6642"/>
                    <a:gd name="connsiteY68-3298" fmla="*/ 2844 h 5728"/>
                    <a:gd name="connsiteX69-3299" fmla="*/ 6228 w 6642"/>
                    <a:gd name="connsiteY69-3300" fmla="*/ 3060 h 5728"/>
                    <a:gd name="connsiteX70-3301" fmla="*/ 6254 w 6642"/>
                    <a:gd name="connsiteY70-3302" fmla="*/ 3090 h 5728"/>
                    <a:gd name="connsiteX71-3303" fmla="*/ 6298 w 6642"/>
                    <a:gd name="connsiteY71-3304" fmla="*/ 3094 h 5728"/>
                    <a:gd name="connsiteX72-3305" fmla="*/ 6344 w 6642"/>
                    <a:gd name="connsiteY72-3306" fmla="*/ 3010 h 5728"/>
                    <a:gd name="connsiteX73-3307" fmla="*/ 6424 w 6642"/>
                    <a:gd name="connsiteY73-3308" fmla="*/ 2950 h 5728"/>
                    <a:gd name="connsiteX74-3309" fmla="*/ 6519 w 6642"/>
                    <a:gd name="connsiteY74-3310" fmla="*/ 3126 h 5728"/>
                    <a:gd name="connsiteX75-3311" fmla="*/ 6629 w 6642"/>
                    <a:gd name="connsiteY75-3312" fmla="*/ 3312 h 5728"/>
                    <a:gd name="connsiteX76-3313" fmla="*/ 6642 w 6642"/>
                    <a:gd name="connsiteY76-3314" fmla="*/ 3342 h 5728"/>
                    <a:gd name="connsiteX77-3315" fmla="*/ 6631 w 6642"/>
                    <a:gd name="connsiteY77-3316" fmla="*/ 3518 h 5728"/>
                    <a:gd name="connsiteX78-3317" fmla="*/ 6596 w 6642"/>
                    <a:gd name="connsiteY78-3318" fmla="*/ 3554 h 5728"/>
                    <a:gd name="connsiteX79-3319" fmla="*/ 6507 w 6642"/>
                    <a:gd name="connsiteY79-3320" fmla="*/ 3515 h 5728"/>
                    <a:gd name="connsiteX80-3321" fmla="*/ 6273 w 6642"/>
                    <a:gd name="connsiteY80-3322" fmla="*/ 3644 h 5728"/>
                    <a:gd name="connsiteX81-3323" fmla="*/ 6247 w 6642"/>
                    <a:gd name="connsiteY81-3324" fmla="*/ 3666 h 5728"/>
                    <a:gd name="connsiteX82-3325" fmla="*/ 6067 w 6642"/>
                    <a:gd name="connsiteY82-3326" fmla="*/ 3812 h 5728"/>
                    <a:gd name="connsiteX83-3327" fmla="*/ 5926 w 6642"/>
                    <a:gd name="connsiteY83-3328" fmla="*/ 3926 h 5728"/>
                    <a:gd name="connsiteX84-3329" fmla="*/ 5891 w 6642"/>
                    <a:gd name="connsiteY84-3330" fmla="*/ 3965 h 5728"/>
                    <a:gd name="connsiteX85-3331" fmla="*/ 5839 w 6642"/>
                    <a:gd name="connsiteY85-3332" fmla="*/ 3973 h 5728"/>
                    <a:gd name="connsiteX86-3333" fmla="*/ 5782 w 6642"/>
                    <a:gd name="connsiteY86-3334" fmla="*/ 3916 h 5728"/>
                    <a:gd name="connsiteX87-3335" fmla="*/ 5658 w 6642"/>
                    <a:gd name="connsiteY87-3336" fmla="*/ 3808 h 5728"/>
                    <a:gd name="connsiteX88-3337" fmla="*/ 5682 w 6642"/>
                    <a:gd name="connsiteY88-3338" fmla="*/ 4064 h 5728"/>
                    <a:gd name="connsiteX89-3339" fmla="*/ 5691 w 6642"/>
                    <a:gd name="connsiteY89-3340" fmla="*/ 4192 h 5728"/>
                    <a:gd name="connsiteX90-3341" fmla="*/ 5429 w 6642"/>
                    <a:gd name="connsiteY90-3342" fmla="*/ 4166 h 5728"/>
                    <a:gd name="connsiteX91-3343" fmla="*/ 5347 w 6642"/>
                    <a:gd name="connsiteY91-3344" fmla="*/ 3987 h 5728"/>
                    <a:gd name="connsiteX92-3345" fmla="*/ 5265 w 6642"/>
                    <a:gd name="connsiteY92-3346" fmla="*/ 3802 h 5728"/>
                    <a:gd name="connsiteX93-3347" fmla="*/ 5003 w 6642"/>
                    <a:gd name="connsiteY93-3348" fmla="*/ 3867 h 5728"/>
                    <a:gd name="connsiteX94-3349" fmla="*/ 4999 w 6642"/>
                    <a:gd name="connsiteY94-3350" fmla="*/ 4057 h 5728"/>
                    <a:gd name="connsiteX95-3351" fmla="*/ 4807 w 6642"/>
                    <a:gd name="connsiteY95-3352" fmla="*/ 4072 h 5728"/>
                    <a:gd name="connsiteX96-3353" fmla="*/ 4634 w 6642"/>
                    <a:gd name="connsiteY96-3354" fmla="*/ 4175 h 5728"/>
                    <a:gd name="connsiteX97-3355" fmla="*/ 4569 w 6642"/>
                    <a:gd name="connsiteY97-3356" fmla="*/ 4246 h 5728"/>
                    <a:gd name="connsiteX98-3357" fmla="*/ 4506 w 6642"/>
                    <a:gd name="connsiteY98-3358" fmla="*/ 4159 h 5728"/>
                    <a:gd name="connsiteX99-3359" fmla="*/ 4541 w 6642"/>
                    <a:gd name="connsiteY99-3360" fmla="*/ 4134 h 5728"/>
                    <a:gd name="connsiteX100-3361" fmla="*/ 4408 w 6642"/>
                    <a:gd name="connsiteY100-3362" fmla="*/ 3980 h 5728"/>
                    <a:gd name="connsiteX101-3363" fmla="*/ 4340 w 6642"/>
                    <a:gd name="connsiteY101-3364" fmla="*/ 4188 h 5728"/>
                    <a:gd name="connsiteX102-3365" fmla="*/ 4282 w 6642"/>
                    <a:gd name="connsiteY102-3366" fmla="*/ 4193 h 5728"/>
                    <a:gd name="connsiteX103-3367" fmla="*/ 4260 w 6642"/>
                    <a:gd name="connsiteY103-3368" fmla="*/ 4238 h 5728"/>
                    <a:gd name="connsiteX104-3369" fmla="*/ 4231 w 6642"/>
                    <a:gd name="connsiteY104-3370" fmla="*/ 4250 h 5728"/>
                    <a:gd name="connsiteX105-3371" fmla="*/ 4230 w 6642"/>
                    <a:gd name="connsiteY105-3372" fmla="*/ 4427 h 5728"/>
                    <a:gd name="connsiteX106-3373" fmla="*/ 4290 w 6642"/>
                    <a:gd name="connsiteY106-3374" fmla="*/ 4504 h 5728"/>
                    <a:gd name="connsiteX107-3375" fmla="*/ 4293 w 6642"/>
                    <a:gd name="connsiteY107-3376" fmla="*/ 4556 h 5728"/>
                    <a:gd name="connsiteX108-3377" fmla="*/ 4257 w 6642"/>
                    <a:gd name="connsiteY108-3378" fmla="*/ 4614 h 5728"/>
                    <a:gd name="connsiteX109-3379" fmla="*/ 3992 w 6642"/>
                    <a:gd name="connsiteY109-3380" fmla="*/ 4680 h 5728"/>
                    <a:gd name="connsiteX110-3381" fmla="*/ 3857 w 6642"/>
                    <a:gd name="connsiteY110-3382" fmla="*/ 4739 h 5728"/>
                    <a:gd name="connsiteX111-3383" fmla="*/ 3815 w 6642"/>
                    <a:gd name="connsiteY111-3384" fmla="*/ 4777 h 5728"/>
                    <a:gd name="connsiteX112-3385" fmla="*/ 3616 w 6642"/>
                    <a:gd name="connsiteY112-3386" fmla="*/ 5021 h 5728"/>
                    <a:gd name="connsiteX113-3387" fmla="*/ 3543 w 6642"/>
                    <a:gd name="connsiteY113-3388" fmla="*/ 4970 h 5728"/>
                    <a:gd name="connsiteX114-3389" fmla="*/ 3460 w 6642"/>
                    <a:gd name="connsiteY114-3390" fmla="*/ 4971 h 5728"/>
                    <a:gd name="connsiteX115-3391" fmla="*/ 3424 w 6642"/>
                    <a:gd name="connsiteY115-3392" fmla="*/ 5045 h 5728"/>
                    <a:gd name="connsiteX116-3393" fmla="*/ 3313 w 6642"/>
                    <a:gd name="connsiteY116-3394" fmla="*/ 5000 h 5728"/>
                    <a:gd name="connsiteX117-3395" fmla="*/ 3235 w 6642"/>
                    <a:gd name="connsiteY117-3396" fmla="*/ 5109 h 5728"/>
                    <a:gd name="connsiteX118-3397" fmla="*/ 3013 w 6642"/>
                    <a:gd name="connsiteY118-3398" fmla="*/ 5349 h 5728"/>
                    <a:gd name="connsiteX119-3399" fmla="*/ 2993 w 6642"/>
                    <a:gd name="connsiteY119-3400" fmla="*/ 5516 h 5728"/>
                    <a:gd name="connsiteX120-3401" fmla="*/ 2976 w 6642"/>
                    <a:gd name="connsiteY120-3402" fmla="*/ 5659 h 5728"/>
                    <a:gd name="connsiteX121-3403" fmla="*/ 2960 w 6642"/>
                    <a:gd name="connsiteY121-3404" fmla="*/ 5669 h 5728"/>
                    <a:gd name="connsiteX122-3405" fmla="*/ 2638 w 6642"/>
                    <a:gd name="connsiteY122-3406" fmla="*/ 5621 h 5728"/>
                    <a:gd name="connsiteX123-3407" fmla="*/ 2536 w 6642"/>
                    <a:gd name="connsiteY123-3408" fmla="*/ 5566 h 5728"/>
                    <a:gd name="connsiteX124-3409" fmla="*/ 2482 w 6642"/>
                    <a:gd name="connsiteY124-3410" fmla="*/ 5503 h 5728"/>
                    <a:gd name="connsiteX125-3411" fmla="*/ 2377 w 6642"/>
                    <a:gd name="connsiteY125-3412" fmla="*/ 5477 h 5728"/>
                    <a:gd name="connsiteX126-3413" fmla="*/ 2377 w 6642"/>
                    <a:gd name="connsiteY126-3414" fmla="*/ 5379 h 5728"/>
                    <a:gd name="connsiteX127-3415" fmla="*/ 2481 w 6642"/>
                    <a:gd name="connsiteY127-3416" fmla="*/ 5149 h 5728"/>
                    <a:gd name="connsiteX128-3417" fmla="*/ 2341 w 6642"/>
                    <a:gd name="connsiteY128-3418" fmla="*/ 5070 h 5728"/>
                    <a:gd name="connsiteX129-3419" fmla="*/ 2299 w 6642"/>
                    <a:gd name="connsiteY129-3420" fmla="*/ 5095 h 5728"/>
                    <a:gd name="connsiteX130-3421" fmla="*/ 2209 w 6642"/>
                    <a:gd name="connsiteY130-3422" fmla="*/ 5214 h 5728"/>
                    <a:gd name="connsiteX131-3423" fmla="*/ 2177 w 6642"/>
                    <a:gd name="connsiteY131-3424" fmla="*/ 5276 h 5728"/>
                    <a:gd name="connsiteX132-3425" fmla="*/ 2115 w 6642"/>
                    <a:gd name="connsiteY132-3426" fmla="*/ 5386 h 5728"/>
                    <a:gd name="connsiteX133-3427" fmla="*/ 2121 w 6642"/>
                    <a:gd name="connsiteY133-3428" fmla="*/ 5510 h 5728"/>
                    <a:gd name="connsiteX134-3429" fmla="*/ 2082 w 6642"/>
                    <a:gd name="connsiteY134-3430" fmla="*/ 5558 h 5728"/>
                    <a:gd name="connsiteX135-3431" fmla="*/ 1951 w 6642"/>
                    <a:gd name="connsiteY135-3432" fmla="*/ 5617 h 5728"/>
                    <a:gd name="connsiteX136-3433" fmla="*/ 1785 w 6642"/>
                    <a:gd name="connsiteY136-3434" fmla="*/ 5649 h 5728"/>
                    <a:gd name="connsiteX137-3435" fmla="*/ 1682 w 6642"/>
                    <a:gd name="connsiteY137-3436" fmla="*/ 5728 h 5728"/>
                    <a:gd name="connsiteX138-3437" fmla="*/ 1568 w 6642"/>
                    <a:gd name="connsiteY138-3438" fmla="*/ 5611 h 5728"/>
                    <a:gd name="connsiteX139-3439" fmla="*/ 1508 w 6642"/>
                    <a:gd name="connsiteY139-3440" fmla="*/ 5485 h 5728"/>
                    <a:gd name="connsiteX140-3441" fmla="*/ 1630 w 6642"/>
                    <a:gd name="connsiteY140-3442" fmla="*/ 5242 h 5728"/>
                    <a:gd name="connsiteX141-3443" fmla="*/ 1685 w 6642"/>
                    <a:gd name="connsiteY141-3444" fmla="*/ 5195 h 5728"/>
                    <a:gd name="connsiteX142-3445" fmla="*/ 1730 w 6642"/>
                    <a:gd name="connsiteY142-3446" fmla="*/ 5120 h 5728"/>
                    <a:gd name="connsiteX143-3447" fmla="*/ 1727 w 6642"/>
                    <a:gd name="connsiteY143-3448" fmla="*/ 5071 h 5728"/>
                    <a:gd name="connsiteX144-3449" fmla="*/ 1530 w 6642"/>
                    <a:gd name="connsiteY144-3450" fmla="*/ 5007 h 5728"/>
                    <a:gd name="connsiteX145-3451" fmla="*/ 1459 w 6642"/>
                    <a:gd name="connsiteY145-3452" fmla="*/ 5064 h 5728"/>
                    <a:gd name="connsiteX146-3453" fmla="*/ 1353 w 6642"/>
                    <a:gd name="connsiteY146-3454" fmla="*/ 5111 h 5728"/>
                    <a:gd name="connsiteX147-3455" fmla="*/ 1290 w 6642"/>
                    <a:gd name="connsiteY147-3456" fmla="*/ 5063 h 5728"/>
                    <a:gd name="connsiteX148-3457" fmla="*/ 1052 w 6642"/>
                    <a:gd name="connsiteY148-3458" fmla="*/ 5254 h 5728"/>
                    <a:gd name="connsiteX149-3459" fmla="*/ 924 w 6642"/>
                    <a:gd name="connsiteY149-3460" fmla="*/ 5231 h 5728"/>
                    <a:gd name="connsiteX150-3461" fmla="*/ 813 w 6642"/>
                    <a:gd name="connsiteY150-3462" fmla="*/ 5097 h 5728"/>
                    <a:gd name="connsiteX151-3463" fmla="*/ 683 w 6642"/>
                    <a:gd name="connsiteY151-3464" fmla="*/ 4930 h 5728"/>
                    <a:gd name="connsiteX152-3465" fmla="*/ 572 w 6642"/>
                    <a:gd name="connsiteY152-3466" fmla="*/ 4806 h 5728"/>
                    <a:gd name="connsiteX153-3467" fmla="*/ 505 w 6642"/>
                    <a:gd name="connsiteY153-3468" fmla="*/ 4788 h 5728"/>
                    <a:gd name="connsiteX154-3469" fmla="*/ 640 w 6642"/>
                    <a:gd name="connsiteY154-3470" fmla="*/ 4631 h 5728"/>
                    <a:gd name="connsiteX155-3471" fmla="*/ 683 w 6642"/>
                    <a:gd name="connsiteY155-3472" fmla="*/ 4541 h 5728"/>
                    <a:gd name="connsiteX156-3473" fmla="*/ 651 w 6642"/>
                    <a:gd name="connsiteY156-3474" fmla="*/ 4438 h 5728"/>
                    <a:gd name="connsiteX157-3475" fmla="*/ 277 w 6642"/>
                    <a:gd name="connsiteY157-3476" fmla="*/ 4491 h 5728"/>
                    <a:gd name="connsiteX158-3477" fmla="*/ 187 w 6642"/>
                    <a:gd name="connsiteY158-3478" fmla="*/ 4518 h 5728"/>
                    <a:gd name="connsiteX159-3479" fmla="*/ 195 w 6642"/>
                    <a:gd name="connsiteY159-3480" fmla="*/ 4384 h 5728"/>
                    <a:gd name="connsiteX160-3481" fmla="*/ 147 w 6642"/>
                    <a:gd name="connsiteY160-3482" fmla="*/ 4318 h 5728"/>
                    <a:gd name="connsiteX161-3483" fmla="*/ 39 w 6642"/>
                    <a:gd name="connsiteY161-3484" fmla="*/ 4220 h 5728"/>
                    <a:gd name="connsiteX162-3485" fmla="*/ 75 w 6642"/>
                    <a:gd name="connsiteY162-3486" fmla="*/ 4093 h 5728"/>
                    <a:gd name="connsiteX163-3487" fmla="*/ 63 w 6642"/>
                    <a:gd name="connsiteY163-3488" fmla="*/ 3929 h 5728"/>
                    <a:gd name="connsiteX164-3489" fmla="*/ 0 w 6642"/>
                    <a:gd name="connsiteY164-3490" fmla="*/ 3842 h 5728"/>
                    <a:gd name="connsiteX165-3491" fmla="*/ 0 w 6642"/>
                    <a:gd name="connsiteY165-3492" fmla="*/ 3737 h 5728"/>
                    <a:gd name="connsiteX166-3493" fmla="*/ 303 w 6642"/>
                    <a:gd name="connsiteY166-3494" fmla="*/ 3824 h 5728"/>
                    <a:gd name="connsiteX167-3495" fmla="*/ 830 w 6642"/>
                    <a:gd name="connsiteY167-3496" fmla="*/ 3840 h 5728"/>
                    <a:gd name="connsiteX168-3497" fmla="*/ 1044 w 6642"/>
                    <a:gd name="connsiteY168-3498" fmla="*/ 3908 h 5728"/>
                    <a:gd name="connsiteX169-3499" fmla="*/ 1213 w 6642"/>
                    <a:gd name="connsiteY169-3500" fmla="*/ 4053 h 5728"/>
                    <a:gd name="connsiteX170-3501" fmla="*/ 1257 w 6642"/>
                    <a:gd name="connsiteY170-3502" fmla="*/ 4077 h 5728"/>
                    <a:gd name="connsiteX171-3503" fmla="*/ 1417 w 6642"/>
                    <a:gd name="connsiteY171-3504" fmla="*/ 4107 h 5728"/>
                    <a:gd name="connsiteX172-3505" fmla="*/ 1487 w 6642"/>
                    <a:gd name="connsiteY172-3506" fmla="*/ 4158 h 5728"/>
                    <a:gd name="connsiteX173-3507" fmla="*/ 1688 w 6642"/>
                    <a:gd name="connsiteY173-3508" fmla="*/ 4229 h 5728"/>
                    <a:gd name="connsiteX174-3509" fmla="*/ 1904 w 6642"/>
                    <a:gd name="connsiteY174-3510" fmla="*/ 4309 h 5728"/>
                    <a:gd name="connsiteX175-3511" fmla="*/ 2068 w 6642"/>
                    <a:gd name="connsiteY175-3512" fmla="*/ 4212 h 5728"/>
                    <a:gd name="connsiteX176-3513" fmla="*/ 2267 w 6642"/>
                    <a:gd name="connsiteY176-3514" fmla="*/ 4125 h 5728"/>
                    <a:gd name="connsiteX177-3515" fmla="*/ 2363 w 6642"/>
                    <a:gd name="connsiteY177-3516" fmla="*/ 4075 h 5728"/>
                    <a:gd name="connsiteX178-3517" fmla="*/ 2539 w 6642"/>
                    <a:gd name="connsiteY178-3518" fmla="*/ 3995 h 5728"/>
                    <a:gd name="connsiteX179-3519" fmla="*/ 2721 w 6642"/>
                    <a:gd name="connsiteY179-3520" fmla="*/ 3970 h 5728"/>
                    <a:gd name="connsiteX180-3521" fmla="*/ 3073 w 6642"/>
                    <a:gd name="connsiteY180-3522" fmla="*/ 3979 h 5728"/>
                    <a:gd name="connsiteX181-3523" fmla="*/ 3416 w 6642"/>
                    <a:gd name="connsiteY181-3524" fmla="*/ 3722 h 5728"/>
                    <a:gd name="connsiteX182-3525" fmla="*/ 3519 w 6642"/>
                    <a:gd name="connsiteY182-3526" fmla="*/ 3636 h 5728"/>
                    <a:gd name="connsiteX183-3527" fmla="*/ 3609 w 6642"/>
                    <a:gd name="connsiteY183-3528" fmla="*/ 3563 h 5728"/>
                    <a:gd name="connsiteX184-3529" fmla="*/ 3705 w 6642"/>
                    <a:gd name="connsiteY184-3530" fmla="*/ 3503 h 5728"/>
                    <a:gd name="connsiteX185-3531" fmla="*/ 3702 w 6642"/>
                    <a:gd name="connsiteY185-3532" fmla="*/ 3422 h 5728"/>
                    <a:gd name="connsiteX186-3533" fmla="*/ 3597 w 6642"/>
                    <a:gd name="connsiteY186-3534" fmla="*/ 3317 h 5728"/>
                    <a:gd name="connsiteX187-3535" fmla="*/ 3582 w 6642"/>
                    <a:gd name="connsiteY187-3536" fmla="*/ 3252 h 5728"/>
                    <a:gd name="connsiteX188-3537" fmla="*/ 3692 w 6642"/>
                    <a:gd name="connsiteY188-3538" fmla="*/ 3012 h 5728"/>
                    <a:gd name="connsiteX189-3539" fmla="*/ 3835 w 6642"/>
                    <a:gd name="connsiteY189-3540" fmla="*/ 3094 h 5728"/>
                    <a:gd name="connsiteX190-3541" fmla="*/ 3915 w 6642"/>
                    <a:gd name="connsiteY190-3542" fmla="*/ 3122 h 5728"/>
                    <a:gd name="connsiteX191-3543" fmla="*/ 3998 w 6642"/>
                    <a:gd name="connsiteY191-3544" fmla="*/ 3124 h 5728"/>
                    <a:gd name="connsiteX192-3545" fmla="*/ 4258 w 6642"/>
                    <a:gd name="connsiteY192-3546" fmla="*/ 2876 h 5728"/>
                    <a:gd name="connsiteX0-3547" fmla="*/ 5456 w 6642"/>
                    <a:gd name="connsiteY0-3548" fmla="*/ 2333 h 5728"/>
                    <a:gd name="connsiteX1-3549" fmla="*/ 5454 w 6642"/>
                    <a:gd name="connsiteY1-3550" fmla="*/ 2117 h 5728"/>
                    <a:gd name="connsiteX2-3551" fmla="*/ 5378 w 6642"/>
                    <a:gd name="connsiteY2-3552" fmla="*/ 2039 h 5728"/>
                    <a:gd name="connsiteX3-3553" fmla="*/ 5235 w 6642"/>
                    <a:gd name="connsiteY3-3554" fmla="*/ 1951 h 5728"/>
                    <a:gd name="connsiteX4-3555" fmla="*/ 5143 w 6642"/>
                    <a:gd name="connsiteY4-3556" fmla="*/ 1827 h 5728"/>
                    <a:gd name="connsiteX5-3557" fmla="*/ 5047 w 6642"/>
                    <a:gd name="connsiteY5-3558" fmla="*/ 1828 h 5728"/>
                    <a:gd name="connsiteX6-3559" fmla="*/ 5002 w 6642"/>
                    <a:gd name="connsiteY6-3560" fmla="*/ 1883 h 5728"/>
                    <a:gd name="connsiteX7-3561" fmla="*/ 4909 w 6642"/>
                    <a:gd name="connsiteY7-3562" fmla="*/ 1877 h 5728"/>
                    <a:gd name="connsiteX8-3563" fmla="*/ 4889 w 6642"/>
                    <a:gd name="connsiteY8-3564" fmla="*/ 1994 h 5728"/>
                    <a:gd name="connsiteX9-3565" fmla="*/ 4708 w 6642"/>
                    <a:gd name="connsiteY9-3566" fmla="*/ 1941 h 5728"/>
                    <a:gd name="connsiteX10-3567" fmla="*/ 4625 w 6642"/>
                    <a:gd name="connsiteY10-3568" fmla="*/ 1939 h 5728"/>
                    <a:gd name="connsiteX11-3569" fmla="*/ 4500 w 6642"/>
                    <a:gd name="connsiteY11-3570" fmla="*/ 2014 h 5728"/>
                    <a:gd name="connsiteX12-3571" fmla="*/ 4388 w 6642"/>
                    <a:gd name="connsiteY12-3572" fmla="*/ 1890 h 5728"/>
                    <a:gd name="connsiteX13-3573" fmla="*/ 4482 w 6642"/>
                    <a:gd name="connsiteY13-3574" fmla="*/ 1804 h 5728"/>
                    <a:gd name="connsiteX14-3575" fmla="*/ 4486 w 6642"/>
                    <a:gd name="connsiteY14-3576" fmla="*/ 1634 h 5728"/>
                    <a:gd name="connsiteX15-3577" fmla="*/ 4541 w 6642"/>
                    <a:gd name="connsiteY15-3578" fmla="*/ 1514 h 5728"/>
                    <a:gd name="connsiteX16-3579" fmla="*/ 4584 w 6642"/>
                    <a:gd name="connsiteY16-3580" fmla="*/ 1306 h 5728"/>
                    <a:gd name="connsiteX17-3581" fmla="*/ 4644 w 6642"/>
                    <a:gd name="connsiteY17-3582" fmla="*/ 1307 h 5728"/>
                    <a:gd name="connsiteX18-3583" fmla="*/ 4967 w 6642"/>
                    <a:gd name="connsiteY18-3584" fmla="*/ 1286 h 5728"/>
                    <a:gd name="connsiteX19-3585" fmla="*/ 5141 w 6642"/>
                    <a:gd name="connsiteY19-3586" fmla="*/ 1117 h 5728"/>
                    <a:gd name="connsiteX20-3587" fmla="*/ 5210 w 6642"/>
                    <a:gd name="connsiteY20-3588" fmla="*/ 748 h 5728"/>
                    <a:gd name="connsiteX21-3589" fmla="*/ 5320 w 6642"/>
                    <a:gd name="connsiteY21-3590" fmla="*/ 486 h 5728"/>
                    <a:gd name="connsiteX22-3591" fmla="*/ 5318 w 6642"/>
                    <a:gd name="connsiteY22-3592" fmla="*/ 358 h 5728"/>
                    <a:gd name="connsiteX23-3593" fmla="*/ 5305 w 6642"/>
                    <a:gd name="connsiteY23-3594" fmla="*/ 328 h 5728"/>
                    <a:gd name="connsiteX24-3595" fmla="*/ 5238 w 6642"/>
                    <a:gd name="connsiteY24-3596" fmla="*/ 251 h 5728"/>
                    <a:gd name="connsiteX25-3597" fmla="*/ 5178 w 6642"/>
                    <a:gd name="connsiteY25-3598" fmla="*/ 217 h 5728"/>
                    <a:gd name="connsiteX26-3599" fmla="*/ 5303 w 6642"/>
                    <a:gd name="connsiteY26-3600" fmla="*/ 56 h 5728"/>
                    <a:gd name="connsiteX27-3601" fmla="*/ 5476 w 6642"/>
                    <a:gd name="connsiteY27-3602" fmla="*/ 2 h 5728"/>
                    <a:gd name="connsiteX28-3603" fmla="*/ 5508 w 6642"/>
                    <a:gd name="connsiteY28-3604" fmla="*/ 49 h 5728"/>
                    <a:gd name="connsiteX29-3605" fmla="*/ 5498 w 6642"/>
                    <a:gd name="connsiteY29-3606" fmla="*/ 133 h 5728"/>
                    <a:gd name="connsiteX30-3607" fmla="*/ 5437 w 6642"/>
                    <a:gd name="connsiteY30-3608" fmla="*/ 243 h 5728"/>
                    <a:gd name="connsiteX31-3609" fmla="*/ 5507 w 6642"/>
                    <a:gd name="connsiteY31-3610" fmla="*/ 301 h 5728"/>
                    <a:gd name="connsiteX32-3611" fmla="*/ 5621 w 6642"/>
                    <a:gd name="connsiteY32-3612" fmla="*/ 366 h 5728"/>
                    <a:gd name="connsiteX33-3613" fmla="*/ 5641 w 6642"/>
                    <a:gd name="connsiteY33-3614" fmla="*/ 255 h 5728"/>
                    <a:gd name="connsiteX34-3615" fmla="*/ 5775 w 6642"/>
                    <a:gd name="connsiteY34-3616" fmla="*/ 291 h 5728"/>
                    <a:gd name="connsiteX35-3617" fmla="*/ 5800 w 6642"/>
                    <a:gd name="connsiteY35-3618" fmla="*/ 331 h 5728"/>
                    <a:gd name="connsiteX36-3619" fmla="*/ 5876 w 6642"/>
                    <a:gd name="connsiteY36-3620" fmla="*/ 562 h 5728"/>
                    <a:gd name="connsiteX37-3621" fmla="*/ 5911 w 6642"/>
                    <a:gd name="connsiteY37-3622" fmla="*/ 586 h 5728"/>
                    <a:gd name="connsiteX38-3623" fmla="*/ 6003 w 6642"/>
                    <a:gd name="connsiteY38-3624" fmla="*/ 578 h 5728"/>
                    <a:gd name="connsiteX39-3625" fmla="*/ 6263 w 6642"/>
                    <a:gd name="connsiteY39-3626" fmla="*/ 490 h 5728"/>
                    <a:gd name="connsiteX40-3627" fmla="*/ 6483 w 6642"/>
                    <a:gd name="connsiteY40-3628" fmla="*/ 479 h 5728"/>
                    <a:gd name="connsiteX41-3629" fmla="*/ 6543 w 6642"/>
                    <a:gd name="connsiteY41-3630" fmla="*/ 648 h 5728"/>
                    <a:gd name="connsiteX42-3631" fmla="*/ 6461 w 6642"/>
                    <a:gd name="connsiteY42-3632" fmla="*/ 944 h 5728"/>
                    <a:gd name="connsiteX43-3633" fmla="*/ 6461 w 6642"/>
                    <a:gd name="connsiteY43-3634" fmla="*/ 1022 h 5728"/>
                    <a:gd name="connsiteX44-3635" fmla="*/ 6530 w 6642"/>
                    <a:gd name="connsiteY44-3636" fmla="*/ 1168 h 5728"/>
                    <a:gd name="connsiteX45-3637" fmla="*/ 6545 w 6642"/>
                    <a:gd name="connsiteY45-3638" fmla="*/ 1427 h 5728"/>
                    <a:gd name="connsiteX46-3639" fmla="*/ 6547 w 6642"/>
                    <a:gd name="connsiteY46-3640" fmla="*/ 1617 h 5728"/>
                    <a:gd name="connsiteX47-3641" fmla="*/ 6480 w 6642"/>
                    <a:gd name="connsiteY47-3642" fmla="*/ 1625 h 5728"/>
                    <a:gd name="connsiteX48-3643" fmla="*/ 6458 w 6642"/>
                    <a:gd name="connsiteY48-3644" fmla="*/ 1507 h 5728"/>
                    <a:gd name="connsiteX49-3645" fmla="*/ 6423 w 6642"/>
                    <a:gd name="connsiteY49-3646" fmla="*/ 1450 h 5728"/>
                    <a:gd name="connsiteX50-3647" fmla="*/ 6333 w 6642"/>
                    <a:gd name="connsiteY50-3648" fmla="*/ 1582 h 5728"/>
                    <a:gd name="connsiteX51-3649" fmla="*/ 6220 w 6642"/>
                    <a:gd name="connsiteY51-3650" fmla="*/ 1776 h 5728"/>
                    <a:gd name="connsiteX52-3651" fmla="*/ 6101 w 6642"/>
                    <a:gd name="connsiteY52-3652" fmla="*/ 1904 h 5728"/>
                    <a:gd name="connsiteX53-3653" fmla="*/ 6094 w 6642"/>
                    <a:gd name="connsiteY53-3654" fmla="*/ 2018 h 5728"/>
                    <a:gd name="connsiteX54-3655" fmla="*/ 6154 w 6642"/>
                    <a:gd name="connsiteY54-3656" fmla="*/ 2115 h 5728"/>
                    <a:gd name="connsiteX55-3657" fmla="*/ 6256 w 6642"/>
                    <a:gd name="connsiteY55-3658" fmla="*/ 2183 h 5728"/>
                    <a:gd name="connsiteX56-3659" fmla="*/ 6333 w 6642"/>
                    <a:gd name="connsiteY56-3660" fmla="*/ 2178 h 5728"/>
                    <a:gd name="connsiteX57-3661" fmla="*/ 6378 w 6642"/>
                    <a:gd name="connsiteY57-3662" fmla="*/ 2104 h 5728"/>
                    <a:gd name="connsiteX58-3663" fmla="*/ 6412 w 6642"/>
                    <a:gd name="connsiteY58-3664" fmla="*/ 2210 h 5728"/>
                    <a:gd name="connsiteX59-3665" fmla="*/ 6300 w 6642"/>
                    <a:gd name="connsiteY59-3666" fmla="*/ 2249 h 5728"/>
                    <a:gd name="connsiteX60-3667" fmla="*/ 6347 w 6642"/>
                    <a:gd name="connsiteY60-3668" fmla="*/ 2362 h 5728"/>
                    <a:gd name="connsiteX61-3669" fmla="*/ 6212 w 6642"/>
                    <a:gd name="connsiteY61-3670" fmla="*/ 2509 h 5728"/>
                    <a:gd name="connsiteX62-3671" fmla="*/ 6171 w 6642"/>
                    <a:gd name="connsiteY62-3672" fmla="*/ 2498 h 5728"/>
                    <a:gd name="connsiteX63-3673" fmla="*/ 6047 w 6642"/>
                    <a:gd name="connsiteY63-3674" fmla="*/ 2413 h 5728"/>
                    <a:gd name="connsiteX64-3675" fmla="*/ 5992 w 6642"/>
                    <a:gd name="connsiteY64-3676" fmla="*/ 2412 h 5728"/>
                    <a:gd name="connsiteX65-3677" fmla="*/ 5957 w 6642"/>
                    <a:gd name="connsiteY65-3678" fmla="*/ 2480 h 5728"/>
                    <a:gd name="connsiteX66-3679" fmla="*/ 5960 w 6642"/>
                    <a:gd name="connsiteY66-3680" fmla="*/ 2562 h 5728"/>
                    <a:gd name="connsiteX67-3681" fmla="*/ 6138 w 6642"/>
                    <a:gd name="connsiteY67-3682" fmla="*/ 2730 h 5728"/>
                    <a:gd name="connsiteX68-3683" fmla="*/ 6137 w 6642"/>
                    <a:gd name="connsiteY68-3684" fmla="*/ 2844 h 5728"/>
                    <a:gd name="connsiteX69-3685" fmla="*/ 6228 w 6642"/>
                    <a:gd name="connsiteY69-3686" fmla="*/ 3060 h 5728"/>
                    <a:gd name="connsiteX70-3687" fmla="*/ 6254 w 6642"/>
                    <a:gd name="connsiteY70-3688" fmla="*/ 3090 h 5728"/>
                    <a:gd name="connsiteX71-3689" fmla="*/ 6298 w 6642"/>
                    <a:gd name="connsiteY71-3690" fmla="*/ 3094 h 5728"/>
                    <a:gd name="connsiteX72-3691" fmla="*/ 6344 w 6642"/>
                    <a:gd name="connsiteY72-3692" fmla="*/ 3010 h 5728"/>
                    <a:gd name="connsiteX73-3693" fmla="*/ 6424 w 6642"/>
                    <a:gd name="connsiteY73-3694" fmla="*/ 2950 h 5728"/>
                    <a:gd name="connsiteX74-3695" fmla="*/ 6519 w 6642"/>
                    <a:gd name="connsiteY74-3696" fmla="*/ 3126 h 5728"/>
                    <a:gd name="connsiteX75-3697" fmla="*/ 6629 w 6642"/>
                    <a:gd name="connsiteY75-3698" fmla="*/ 3312 h 5728"/>
                    <a:gd name="connsiteX76-3699" fmla="*/ 6642 w 6642"/>
                    <a:gd name="connsiteY76-3700" fmla="*/ 3342 h 5728"/>
                    <a:gd name="connsiteX77-3701" fmla="*/ 6631 w 6642"/>
                    <a:gd name="connsiteY77-3702" fmla="*/ 3518 h 5728"/>
                    <a:gd name="connsiteX78-3703" fmla="*/ 6596 w 6642"/>
                    <a:gd name="connsiteY78-3704" fmla="*/ 3554 h 5728"/>
                    <a:gd name="connsiteX79-3705" fmla="*/ 6507 w 6642"/>
                    <a:gd name="connsiteY79-3706" fmla="*/ 3515 h 5728"/>
                    <a:gd name="connsiteX80-3707" fmla="*/ 6273 w 6642"/>
                    <a:gd name="connsiteY80-3708" fmla="*/ 3644 h 5728"/>
                    <a:gd name="connsiteX81-3709" fmla="*/ 6247 w 6642"/>
                    <a:gd name="connsiteY81-3710" fmla="*/ 3666 h 5728"/>
                    <a:gd name="connsiteX82-3711" fmla="*/ 6067 w 6642"/>
                    <a:gd name="connsiteY82-3712" fmla="*/ 3812 h 5728"/>
                    <a:gd name="connsiteX83-3713" fmla="*/ 5926 w 6642"/>
                    <a:gd name="connsiteY83-3714" fmla="*/ 3926 h 5728"/>
                    <a:gd name="connsiteX84-3715" fmla="*/ 5891 w 6642"/>
                    <a:gd name="connsiteY84-3716" fmla="*/ 3965 h 5728"/>
                    <a:gd name="connsiteX85-3717" fmla="*/ 5839 w 6642"/>
                    <a:gd name="connsiteY85-3718" fmla="*/ 3973 h 5728"/>
                    <a:gd name="connsiteX86-3719" fmla="*/ 5782 w 6642"/>
                    <a:gd name="connsiteY86-3720" fmla="*/ 3916 h 5728"/>
                    <a:gd name="connsiteX87-3721" fmla="*/ 5658 w 6642"/>
                    <a:gd name="connsiteY87-3722" fmla="*/ 3808 h 5728"/>
                    <a:gd name="connsiteX88-3723" fmla="*/ 5682 w 6642"/>
                    <a:gd name="connsiteY88-3724" fmla="*/ 4064 h 5728"/>
                    <a:gd name="connsiteX89-3725" fmla="*/ 5691 w 6642"/>
                    <a:gd name="connsiteY89-3726" fmla="*/ 4192 h 5728"/>
                    <a:gd name="connsiteX90-3727" fmla="*/ 5429 w 6642"/>
                    <a:gd name="connsiteY90-3728" fmla="*/ 4166 h 5728"/>
                    <a:gd name="connsiteX91-3729" fmla="*/ 5347 w 6642"/>
                    <a:gd name="connsiteY91-3730" fmla="*/ 3987 h 5728"/>
                    <a:gd name="connsiteX92-3731" fmla="*/ 5265 w 6642"/>
                    <a:gd name="connsiteY92-3732" fmla="*/ 3802 h 5728"/>
                    <a:gd name="connsiteX93-3733" fmla="*/ 5003 w 6642"/>
                    <a:gd name="connsiteY93-3734" fmla="*/ 3867 h 5728"/>
                    <a:gd name="connsiteX94-3735" fmla="*/ 4999 w 6642"/>
                    <a:gd name="connsiteY94-3736" fmla="*/ 4057 h 5728"/>
                    <a:gd name="connsiteX95-3737" fmla="*/ 4807 w 6642"/>
                    <a:gd name="connsiteY95-3738" fmla="*/ 4072 h 5728"/>
                    <a:gd name="connsiteX96-3739" fmla="*/ 4634 w 6642"/>
                    <a:gd name="connsiteY96-3740" fmla="*/ 4175 h 5728"/>
                    <a:gd name="connsiteX97-3741" fmla="*/ 4569 w 6642"/>
                    <a:gd name="connsiteY97-3742" fmla="*/ 4246 h 5728"/>
                    <a:gd name="connsiteX98-3743" fmla="*/ 4506 w 6642"/>
                    <a:gd name="connsiteY98-3744" fmla="*/ 4159 h 5728"/>
                    <a:gd name="connsiteX99-3745" fmla="*/ 4541 w 6642"/>
                    <a:gd name="connsiteY99-3746" fmla="*/ 4134 h 5728"/>
                    <a:gd name="connsiteX100-3747" fmla="*/ 4408 w 6642"/>
                    <a:gd name="connsiteY100-3748" fmla="*/ 3980 h 5728"/>
                    <a:gd name="connsiteX101-3749" fmla="*/ 4340 w 6642"/>
                    <a:gd name="connsiteY101-3750" fmla="*/ 4188 h 5728"/>
                    <a:gd name="connsiteX102-3751" fmla="*/ 4282 w 6642"/>
                    <a:gd name="connsiteY102-3752" fmla="*/ 4193 h 5728"/>
                    <a:gd name="connsiteX103-3753" fmla="*/ 4260 w 6642"/>
                    <a:gd name="connsiteY103-3754" fmla="*/ 4238 h 5728"/>
                    <a:gd name="connsiteX104-3755" fmla="*/ 4231 w 6642"/>
                    <a:gd name="connsiteY104-3756" fmla="*/ 4250 h 5728"/>
                    <a:gd name="connsiteX105-3757" fmla="*/ 4230 w 6642"/>
                    <a:gd name="connsiteY105-3758" fmla="*/ 4427 h 5728"/>
                    <a:gd name="connsiteX106-3759" fmla="*/ 4290 w 6642"/>
                    <a:gd name="connsiteY106-3760" fmla="*/ 4504 h 5728"/>
                    <a:gd name="connsiteX107-3761" fmla="*/ 4293 w 6642"/>
                    <a:gd name="connsiteY107-3762" fmla="*/ 4556 h 5728"/>
                    <a:gd name="connsiteX108-3763" fmla="*/ 4257 w 6642"/>
                    <a:gd name="connsiteY108-3764" fmla="*/ 4614 h 5728"/>
                    <a:gd name="connsiteX109-3765" fmla="*/ 3992 w 6642"/>
                    <a:gd name="connsiteY109-3766" fmla="*/ 4680 h 5728"/>
                    <a:gd name="connsiteX110-3767" fmla="*/ 3857 w 6642"/>
                    <a:gd name="connsiteY110-3768" fmla="*/ 4739 h 5728"/>
                    <a:gd name="connsiteX111-3769" fmla="*/ 3815 w 6642"/>
                    <a:gd name="connsiteY111-3770" fmla="*/ 4777 h 5728"/>
                    <a:gd name="connsiteX112-3771" fmla="*/ 3616 w 6642"/>
                    <a:gd name="connsiteY112-3772" fmla="*/ 5021 h 5728"/>
                    <a:gd name="connsiteX113-3773" fmla="*/ 3543 w 6642"/>
                    <a:gd name="connsiteY113-3774" fmla="*/ 4970 h 5728"/>
                    <a:gd name="connsiteX114-3775" fmla="*/ 3460 w 6642"/>
                    <a:gd name="connsiteY114-3776" fmla="*/ 4971 h 5728"/>
                    <a:gd name="connsiteX115-3777" fmla="*/ 3424 w 6642"/>
                    <a:gd name="connsiteY115-3778" fmla="*/ 5045 h 5728"/>
                    <a:gd name="connsiteX116-3779" fmla="*/ 3313 w 6642"/>
                    <a:gd name="connsiteY116-3780" fmla="*/ 5000 h 5728"/>
                    <a:gd name="connsiteX117-3781" fmla="*/ 3235 w 6642"/>
                    <a:gd name="connsiteY117-3782" fmla="*/ 5109 h 5728"/>
                    <a:gd name="connsiteX118-3783" fmla="*/ 3013 w 6642"/>
                    <a:gd name="connsiteY118-3784" fmla="*/ 5349 h 5728"/>
                    <a:gd name="connsiteX119-3785" fmla="*/ 2993 w 6642"/>
                    <a:gd name="connsiteY119-3786" fmla="*/ 5516 h 5728"/>
                    <a:gd name="connsiteX120-3787" fmla="*/ 2976 w 6642"/>
                    <a:gd name="connsiteY120-3788" fmla="*/ 5659 h 5728"/>
                    <a:gd name="connsiteX121-3789" fmla="*/ 2960 w 6642"/>
                    <a:gd name="connsiteY121-3790" fmla="*/ 5669 h 5728"/>
                    <a:gd name="connsiteX122-3791" fmla="*/ 2638 w 6642"/>
                    <a:gd name="connsiteY122-3792" fmla="*/ 5621 h 5728"/>
                    <a:gd name="connsiteX123-3793" fmla="*/ 2536 w 6642"/>
                    <a:gd name="connsiteY123-3794" fmla="*/ 5566 h 5728"/>
                    <a:gd name="connsiteX124-3795" fmla="*/ 2482 w 6642"/>
                    <a:gd name="connsiteY124-3796" fmla="*/ 5503 h 5728"/>
                    <a:gd name="connsiteX125-3797" fmla="*/ 2377 w 6642"/>
                    <a:gd name="connsiteY125-3798" fmla="*/ 5477 h 5728"/>
                    <a:gd name="connsiteX126-3799" fmla="*/ 2377 w 6642"/>
                    <a:gd name="connsiteY126-3800" fmla="*/ 5379 h 5728"/>
                    <a:gd name="connsiteX127-3801" fmla="*/ 2481 w 6642"/>
                    <a:gd name="connsiteY127-3802" fmla="*/ 5149 h 5728"/>
                    <a:gd name="connsiteX128-3803" fmla="*/ 2341 w 6642"/>
                    <a:gd name="connsiteY128-3804" fmla="*/ 5070 h 5728"/>
                    <a:gd name="connsiteX129-3805" fmla="*/ 2299 w 6642"/>
                    <a:gd name="connsiteY129-3806" fmla="*/ 5095 h 5728"/>
                    <a:gd name="connsiteX130-3807" fmla="*/ 2209 w 6642"/>
                    <a:gd name="connsiteY130-3808" fmla="*/ 5214 h 5728"/>
                    <a:gd name="connsiteX131-3809" fmla="*/ 2177 w 6642"/>
                    <a:gd name="connsiteY131-3810" fmla="*/ 5276 h 5728"/>
                    <a:gd name="connsiteX132-3811" fmla="*/ 2115 w 6642"/>
                    <a:gd name="connsiteY132-3812" fmla="*/ 5386 h 5728"/>
                    <a:gd name="connsiteX133-3813" fmla="*/ 2121 w 6642"/>
                    <a:gd name="connsiteY133-3814" fmla="*/ 5510 h 5728"/>
                    <a:gd name="connsiteX134-3815" fmla="*/ 2082 w 6642"/>
                    <a:gd name="connsiteY134-3816" fmla="*/ 5558 h 5728"/>
                    <a:gd name="connsiteX135-3817" fmla="*/ 1951 w 6642"/>
                    <a:gd name="connsiteY135-3818" fmla="*/ 5617 h 5728"/>
                    <a:gd name="connsiteX136-3819" fmla="*/ 1785 w 6642"/>
                    <a:gd name="connsiteY136-3820" fmla="*/ 5649 h 5728"/>
                    <a:gd name="connsiteX137-3821" fmla="*/ 1682 w 6642"/>
                    <a:gd name="connsiteY137-3822" fmla="*/ 5728 h 5728"/>
                    <a:gd name="connsiteX138-3823" fmla="*/ 1568 w 6642"/>
                    <a:gd name="connsiteY138-3824" fmla="*/ 5611 h 5728"/>
                    <a:gd name="connsiteX139-3825" fmla="*/ 1508 w 6642"/>
                    <a:gd name="connsiteY139-3826" fmla="*/ 5485 h 5728"/>
                    <a:gd name="connsiteX140-3827" fmla="*/ 1630 w 6642"/>
                    <a:gd name="connsiteY140-3828" fmla="*/ 5242 h 5728"/>
                    <a:gd name="connsiteX141-3829" fmla="*/ 1685 w 6642"/>
                    <a:gd name="connsiteY141-3830" fmla="*/ 5195 h 5728"/>
                    <a:gd name="connsiteX142-3831" fmla="*/ 1730 w 6642"/>
                    <a:gd name="connsiteY142-3832" fmla="*/ 5120 h 5728"/>
                    <a:gd name="connsiteX143-3833" fmla="*/ 1727 w 6642"/>
                    <a:gd name="connsiteY143-3834" fmla="*/ 5071 h 5728"/>
                    <a:gd name="connsiteX144-3835" fmla="*/ 1530 w 6642"/>
                    <a:gd name="connsiteY144-3836" fmla="*/ 5007 h 5728"/>
                    <a:gd name="connsiteX145-3837" fmla="*/ 1459 w 6642"/>
                    <a:gd name="connsiteY145-3838" fmla="*/ 5064 h 5728"/>
                    <a:gd name="connsiteX146-3839" fmla="*/ 1353 w 6642"/>
                    <a:gd name="connsiteY146-3840" fmla="*/ 5111 h 5728"/>
                    <a:gd name="connsiteX147-3841" fmla="*/ 1290 w 6642"/>
                    <a:gd name="connsiteY147-3842" fmla="*/ 5063 h 5728"/>
                    <a:gd name="connsiteX148-3843" fmla="*/ 1052 w 6642"/>
                    <a:gd name="connsiteY148-3844" fmla="*/ 5254 h 5728"/>
                    <a:gd name="connsiteX149-3845" fmla="*/ 924 w 6642"/>
                    <a:gd name="connsiteY149-3846" fmla="*/ 5231 h 5728"/>
                    <a:gd name="connsiteX150-3847" fmla="*/ 813 w 6642"/>
                    <a:gd name="connsiteY150-3848" fmla="*/ 5097 h 5728"/>
                    <a:gd name="connsiteX151-3849" fmla="*/ 683 w 6642"/>
                    <a:gd name="connsiteY151-3850" fmla="*/ 4930 h 5728"/>
                    <a:gd name="connsiteX152-3851" fmla="*/ 572 w 6642"/>
                    <a:gd name="connsiteY152-3852" fmla="*/ 4806 h 5728"/>
                    <a:gd name="connsiteX153-3853" fmla="*/ 505 w 6642"/>
                    <a:gd name="connsiteY153-3854" fmla="*/ 4788 h 5728"/>
                    <a:gd name="connsiteX154-3855" fmla="*/ 640 w 6642"/>
                    <a:gd name="connsiteY154-3856" fmla="*/ 4631 h 5728"/>
                    <a:gd name="connsiteX155-3857" fmla="*/ 683 w 6642"/>
                    <a:gd name="connsiteY155-3858" fmla="*/ 4541 h 5728"/>
                    <a:gd name="connsiteX156-3859" fmla="*/ 651 w 6642"/>
                    <a:gd name="connsiteY156-3860" fmla="*/ 4438 h 5728"/>
                    <a:gd name="connsiteX157-3861" fmla="*/ 277 w 6642"/>
                    <a:gd name="connsiteY157-3862" fmla="*/ 4491 h 5728"/>
                    <a:gd name="connsiteX158-3863" fmla="*/ 187 w 6642"/>
                    <a:gd name="connsiteY158-3864" fmla="*/ 4518 h 5728"/>
                    <a:gd name="connsiteX159-3865" fmla="*/ 195 w 6642"/>
                    <a:gd name="connsiteY159-3866" fmla="*/ 4384 h 5728"/>
                    <a:gd name="connsiteX160-3867" fmla="*/ 147 w 6642"/>
                    <a:gd name="connsiteY160-3868" fmla="*/ 4318 h 5728"/>
                    <a:gd name="connsiteX161-3869" fmla="*/ 39 w 6642"/>
                    <a:gd name="connsiteY161-3870" fmla="*/ 4220 h 5728"/>
                    <a:gd name="connsiteX162-3871" fmla="*/ 75 w 6642"/>
                    <a:gd name="connsiteY162-3872" fmla="*/ 4093 h 5728"/>
                    <a:gd name="connsiteX163-3873" fmla="*/ 63 w 6642"/>
                    <a:gd name="connsiteY163-3874" fmla="*/ 3929 h 5728"/>
                    <a:gd name="connsiteX164-3875" fmla="*/ 0 w 6642"/>
                    <a:gd name="connsiteY164-3876" fmla="*/ 3842 h 5728"/>
                    <a:gd name="connsiteX165-3877" fmla="*/ 0 w 6642"/>
                    <a:gd name="connsiteY165-3878" fmla="*/ 3737 h 5728"/>
                    <a:gd name="connsiteX166-3879" fmla="*/ 303 w 6642"/>
                    <a:gd name="connsiteY166-3880" fmla="*/ 3824 h 5728"/>
                    <a:gd name="connsiteX167-3881" fmla="*/ 830 w 6642"/>
                    <a:gd name="connsiteY167-3882" fmla="*/ 3840 h 5728"/>
                    <a:gd name="connsiteX168-3883" fmla="*/ 1044 w 6642"/>
                    <a:gd name="connsiteY168-3884" fmla="*/ 3908 h 5728"/>
                    <a:gd name="connsiteX169-3885" fmla="*/ 1213 w 6642"/>
                    <a:gd name="connsiteY169-3886" fmla="*/ 4053 h 5728"/>
                    <a:gd name="connsiteX170-3887" fmla="*/ 1257 w 6642"/>
                    <a:gd name="connsiteY170-3888" fmla="*/ 4077 h 5728"/>
                    <a:gd name="connsiteX171-3889" fmla="*/ 1417 w 6642"/>
                    <a:gd name="connsiteY171-3890" fmla="*/ 4107 h 5728"/>
                    <a:gd name="connsiteX172-3891" fmla="*/ 1487 w 6642"/>
                    <a:gd name="connsiteY172-3892" fmla="*/ 4158 h 5728"/>
                    <a:gd name="connsiteX173-3893" fmla="*/ 1688 w 6642"/>
                    <a:gd name="connsiteY173-3894" fmla="*/ 4229 h 5728"/>
                    <a:gd name="connsiteX174-3895" fmla="*/ 1904 w 6642"/>
                    <a:gd name="connsiteY174-3896" fmla="*/ 4309 h 5728"/>
                    <a:gd name="connsiteX175-3897" fmla="*/ 2068 w 6642"/>
                    <a:gd name="connsiteY175-3898" fmla="*/ 4212 h 5728"/>
                    <a:gd name="connsiteX176-3899" fmla="*/ 2267 w 6642"/>
                    <a:gd name="connsiteY176-3900" fmla="*/ 4125 h 5728"/>
                    <a:gd name="connsiteX177-3901" fmla="*/ 2363 w 6642"/>
                    <a:gd name="connsiteY177-3902" fmla="*/ 4075 h 5728"/>
                    <a:gd name="connsiteX178-3903" fmla="*/ 2539 w 6642"/>
                    <a:gd name="connsiteY178-3904" fmla="*/ 3995 h 5728"/>
                    <a:gd name="connsiteX179-3905" fmla="*/ 2721 w 6642"/>
                    <a:gd name="connsiteY179-3906" fmla="*/ 3970 h 5728"/>
                    <a:gd name="connsiteX180-3907" fmla="*/ 3073 w 6642"/>
                    <a:gd name="connsiteY180-3908" fmla="*/ 3979 h 5728"/>
                    <a:gd name="connsiteX181-3909" fmla="*/ 3416 w 6642"/>
                    <a:gd name="connsiteY181-3910" fmla="*/ 3722 h 5728"/>
                    <a:gd name="connsiteX182-3911" fmla="*/ 3519 w 6642"/>
                    <a:gd name="connsiteY182-3912" fmla="*/ 3636 h 5728"/>
                    <a:gd name="connsiteX183-3913" fmla="*/ 3609 w 6642"/>
                    <a:gd name="connsiteY183-3914" fmla="*/ 3563 h 5728"/>
                    <a:gd name="connsiteX184-3915" fmla="*/ 3705 w 6642"/>
                    <a:gd name="connsiteY184-3916" fmla="*/ 3503 h 5728"/>
                    <a:gd name="connsiteX185-3917" fmla="*/ 3702 w 6642"/>
                    <a:gd name="connsiteY185-3918" fmla="*/ 3422 h 5728"/>
                    <a:gd name="connsiteX186-3919" fmla="*/ 3597 w 6642"/>
                    <a:gd name="connsiteY186-3920" fmla="*/ 3317 h 5728"/>
                    <a:gd name="connsiteX187-3921" fmla="*/ 3582 w 6642"/>
                    <a:gd name="connsiteY187-3922" fmla="*/ 3252 h 5728"/>
                    <a:gd name="connsiteX188-3923" fmla="*/ 3692 w 6642"/>
                    <a:gd name="connsiteY188-3924" fmla="*/ 3012 h 5728"/>
                    <a:gd name="connsiteX189-3925" fmla="*/ 3835 w 6642"/>
                    <a:gd name="connsiteY189-3926" fmla="*/ 3094 h 5728"/>
                    <a:gd name="connsiteX190-3927" fmla="*/ 3915 w 6642"/>
                    <a:gd name="connsiteY190-3928" fmla="*/ 3122 h 5728"/>
                    <a:gd name="connsiteX191-3929" fmla="*/ 3998 w 6642"/>
                    <a:gd name="connsiteY191-3930" fmla="*/ 3124 h 5728"/>
                    <a:gd name="connsiteX0-3931" fmla="*/ 5456 w 6642"/>
                    <a:gd name="connsiteY0-3932" fmla="*/ 2333 h 5728"/>
                    <a:gd name="connsiteX1-3933" fmla="*/ 5454 w 6642"/>
                    <a:gd name="connsiteY1-3934" fmla="*/ 2117 h 5728"/>
                    <a:gd name="connsiteX2-3935" fmla="*/ 5378 w 6642"/>
                    <a:gd name="connsiteY2-3936" fmla="*/ 2039 h 5728"/>
                    <a:gd name="connsiteX3-3937" fmla="*/ 5235 w 6642"/>
                    <a:gd name="connsiteY3-3938" fmla="*/ 1951 h 5728"/>
                    <a:gd name="connsiteX4-3939" fmla="*/ 5143 w 6642"/>
                    <a:gd name="connsiteY4-3940" fmla="*/ 1827 h 5728"/>
                    <a:gd name="connsiteX5-3941" fmla="*/ 5047 w 6642"/>
                    <a:gd name="connsiteY5-3942" fmla="*/ 1828 h 5728"/>
                    <a:gd name="connsiteX6-3943" fmla="*/ 5002 w 6642"/>
                    <a:gd name="connsiteY6-3944" fmla="*/ 1883 h 5728"/>
                    <a:gd name="connsiteX7-3945" fmla="*/ 4909 w 6642"/>
                    <a:gd name="connsiteY7-3946" fmla="*/ 1877 h 5728"/>
                    <a:gd name="connsiteX8-3947" fmla="*/ 4889 w 6642"/>
                    <a:gd name="connsiteY8-3948" fmla="*/ 1994 h 5728"/>
                    <a:gd name="connsiteX9-3949" fmla="*/ 4708 w 6642"/>
                    <a:gd name="connsiteY9-3950" fmla="*/ 1941 h 5728"/>
                    <a:gd name="connsiteX10-3951" fmla="*/ 4625 w 6642"/>
                    <a:gd name="connsiteY10-3952" fmla="*/ 1939 h 5728"/>
                    <a:gd name="connsiteX11-3953" fmla="*/ 4500 w 6642"/>
                    <a:gd name="connsiteY11-3954" fmla="*/ 2014 h 5728"/>
                    <a:gd name="connsiteX12-3955" fmla="*/ 4388 w 6642"/>
                    <a:gd name="connsiteY12-3956" fmla="*/ 1890 h 5728"/>
                    <a:gd name="connsiteX13-3957" fmla="*/ 4482 w 6642"/>
                    <a:gd name="connsiteY13-3958" fmla="*/ 1804 h 5728"/>
                    <a:gd name="connsiteX14-3959" fmla="*/ 4486 w 6642"/>
                    <a:gd name="connsiteY14-3960" fmla="*/ 1634 h 5728"/>
                    <a:gd name="connsiteX15-3961" fmla="*/ 4541 w 6642"/>
                    <a:gd name="connsiteY15-3962" fmla="*/ 1514 h 5728"/>
                    <a:gd name="connsiteX16-3963" fmla="*/ 4584 w 6642"/>
                    <a:gd name="connsiteY16-3964" fmla="*/ 1306 h 5728"/>
                    <a:gd name="connsiteX17-3965" fmla="*/ 4644 w 6642"/>
                    <a:gd name="connsiteY17-3966" fmla="*/ 1307 h 5728"/>
                    <a:gd name="connsiteX18-3967" fmla="*/ 4967 w 6642"/>
                    <a:gd name="connsiteY18-3968" fmla="*/ 1286 h 5728"/>
                    <a:gd name="connsiteX19-3969" fmla="*/ 5141 w 6642"/>
                    <a:gd name="connsiteY19-3970" fmla="*/ 1117 h 5728"/>
                    <a:gd name="connsiteX20-3971" fmla="*/ 5210 w 6642"/>
                    <a:gd name="connsiteY20-3972" fmla="*/ 748 h 5728"/>
                    <a:gd name="connsiteX21-3973" fmla="*/ 5320 w 6642"/>
                    <a:gd name="connsiteY21-3974" fmla="*/ 486 h 5728"/>
                    <a:gd name="connsiteX22-3975" fmla="*/ 5318 w 6642"/>
                    <a:gd name="connsiteY22-3976" fmla="*/ 358 h 5728"/>
                    <a:gd name="connsiteX23-3977" fmla="*/ 5305 w 6642"/>
                    <a:gd name="connsiteY23-3978" fmla="*/ 328 h 5728"/>
                    <a:gd name="connsiteX24-3979" fmla="*/ 5238 w 6642"/>
                    <a:gd name="connsiteY24-3980" fmla="*/ 251 h 5728"/>
                    <a:gd name="connsiteX25-3981" fmla="*/ 5178 w 6642"/>
                    <a:gd name="connsiteY25-3982" fmla="*/ 217 h 5728"/>
                    <a:gd name="connsiteX26-3983" fmla="*/ 5303 w 6642"/>
                    <a:gd name="connsiteY26-3984" fmla="*/ 56 h 5728"/>
                    <a:gd name="connsiteX27-3985" fmla="*/ 5476 w 6642"/>
                    <a:gd name="connsiteY27-3986" fmla="*/ 2 h 5728"/>
                    <a:gd name="connsiteX28-3987" fmla="*/ 5508 w 6642"/>
                    <a:gd name="connsiteY28-3988" fmla="*/ 49 h 5728"/>
                    <a:gd name="connsiteX29-3989" fmla="*/ 5498 w 6642"/>
                    <a:gd name="connsiteY29-3990" fmla="*/ 133 h 5728"/>
                    <a:gd name="connsiteX30-3991" fmla="*/ 5437 w 6642"/>
                    <a:gd name="connsiteY30-3992" fmla="*/ 243 h 5728"/>
                    <a:gd name="connsiteX31-3993" fmla="*/ 5507 w 6642"/>
                    <a:gd name="connsiteY31-3994" fmla="*/ 301 h 5728"/>
                    <a:gd name="connsiteX32-3995" fmla="*/ 5621 w 6642"/>
                    <a:gd name="connsiteY32-3996" fmla="*/ 366 h 5728"/>
                    <a:gd name="connsiteX33-3997" fmla="*/ 5641 w 6642"/>
                    <a:gd name="connsiteY33-3998" fmla="*/ 255 h 5728"/>
                    <a:gd name="connsiteX34-3999" fmla="*/ 5775 w 6642"/>
                    <a:gd name="connsiteY34-4000" fmla="*/ 291 h 5728"/>
                    <a:gd name="connsiteX35-4001" fmla="*/ 5800 w 6642"/>
                    <a:gd name="connsiteY35-4002" fmla="*/ 331 h 5728"/>
                    <a:gd name="connsiteX36-4003" fmla="*/ 5876 w 6642"/>
                    <a:gd name="connsiteY36-4004" fmla="*/ 562 h 5728"/>
                    <a:gd name="connsiteX37-4005" fmla="*/ 5911 w 6642"/>
                    <a:gd name="connsiteY37-4006" fmla="*/ 586 h 5728"/>
                    <a:gd name="connsiteX38-4007" fmla="*/ 6003 w 6642"/>
                    <a:gd name="connsiteY38-4008" fmla="*/ 578 h 5728"/>
                    <a:gd name="connsiteX39-4009" fmla="*/ 6263 w 6642"/>
                    <a:gd name="connsiteY39-4010" fmla="*/ 490 h 5728"/>
                    <a:gd name="connsiteX40-4011" fmla="*/ 6483 w 6642"/>
                    <a:gd name="connsiteY40-4012" fmla="*/ 479 h 5728"/>
                    <a:gd name="connsiteX41-4013" fmla="*/ 6543 w 6642"/>
                    <a:gd name="connsiteY41-4014" fmla="*/ 648 h 5728"/>
                    <a:gd name="connsiteX42-4015" fmla="*/ 6461 w 6642"/>
                    <a:gd name="connsiteY42-4016" fmla="*/ 944 h 5728"/>
                    <a:gd name="connsiteX43-4017" fmla="*/ 6461 w 6642"/>
                    <a:gd name="connsiteY43-4018" fmla="*/ 1022 h 5728"/>
                    <a:gd name="connsiteX44-4019" fmla="*/ 6530 w 6642"/>
                    <a:gd name="connsiteY44-4020" fmla="*/ 1168 h 5728"/>
                    <a:gd name="connsiteX45-4021" fmla="*/ 6545 w 6642"/>
                    <a:gd name="connsiteY45-4022" fmla="*/ 1427 h 5728"/>
                    <a:gd name="connsiteX46-4023" fmla="*/ 6547 w 6642"/>
                    <a:gd name="connsiteY46-4024" fmla="*/ 1617 h 5728"/>
                    <a:gd name="connsiteX47-4025" fmla="*/ 6480 w 6642"/>
                    <a:gd name="connsiteY47-4026" fmla="*/ 1625 h 5728"/>
                    <a:gd name="connsiteX48-4027" fmla="*/ 6458 w 6642"/>
                    <a:gd name="connsiteY48-4028" fmla="*/ 1507 h 5728"/>
                    <a:gd name="connsiteX49-4029" fmla="*/ 6423 w 6642"/>
                    <a:gd name="connsiteY49-4030" fmla="*/ 1450 h 5728"/>
                    <a:gd name="connsiteX50-4031" fmla="*/ 6333 w 6642"/>
                    <a:gd name="connsiteY50-4032" fmla="*/ 1582 h 5728"/>
                    <a:gd name="connsiteX51-4033" fmla="*/ 6220 w 6642"/>
                    <a:gd name="connsiteY51-4034" fmla="*/ 1776 h 5728"/>
                    <a:gd name="connsiteX52-4035" fmla="*/ 6101 w 6642"/>
                    <a:gd name="connsiteY52-4036" fmla="*/ 1904 h 5728"/>
                    <a:gd name="connsiteX53-4037" fmla="*/ 6094 w 6642"/>
                    <a:gd name="connsiteY53-4038" fmla="*/ 2018 h 5728"/>
                    <a:gd name="connsiteX54-4039" fmla="*/ 6154 w 6642"/>
                    <a:gd name="connsiteY54-4040" fmla="*/ 2115 h 5728"/>
                    <a:gd name="connsiteX55-4041" fmla="*/ 6256 w 6642"/>
                    <a:gd name="connsiteY55-4042" fmla="*/ 2183 h 5728"/>
                    <a:gd name="connsiteX56-4043" fmla="*/ 6333 w 6642"/>
                    <a:gd name="connsiteY56-4044" fmla="*/ 2178 h 5728"/>
                    <a:gd name="connsiteX57-4045" fmla="*/ 6378 w 6642"/>
                    <a:gd name="connsiteY57-4046" fmla="*/ 2104 h 5728"/>
                    <a:gd name="connsiteX58-4047" fmla="*/ 6412 w 6642"/>
                    <a:gd name="connsiteY58-4048" fmla="*/ 2210 h 5728"/>
                    <a:gd name="connsiteX59-4049" fmla="*/ 6300 w 6642"/>
                    <a:gd name="connsiteY59-4050" fmla="*/ 2249 h 5728"/>
                    <a:gd name="connsiteX60-4051" fmla="*/ 6347 w 6642"/>
                    <a:gd name="connsiteY60-4052" fmla="*/ 2362 h 5728"/>
                    <a:gd name="connsiteX61-4053" fmla="*/ 6212 w 6642"/>
                    <a:gd name="connsiteY61-4054" fmla="*/ 2509 h 5728"/>
                    <a:gd name="connsiteX62-4055" fmla="*/ 6171 w 6642"/>
                    <a:gd name="connsiteY62-4056" fmla="*/ 2498 h 5728"/>
                    <a:gd name="connsiteX63-4057" fmla="*/ 6047 w 6642"/>
                    <a:gd name="connsiteY63-4058" fmla="*/ 2413 h 5728"/>
                    <a:gd name="connsiteX64-4059" fmla="*/ 5992 w 6642"/>
                    <a:gd name="connsiteY64-4060" fmla="*/ 2412 h 5728"/>
                    <a:gd name="connsiteX65-4061" fmla="*/ 5957 w 6642"/>
                    <a:gd name="connsiteY65-4062" fmla="*/ 2480 h 5728"/>
                    <a:gd name="connsiteX66-4063" fmla="*/ 5960 w 6642"/>
                    <a:gd name="connsiteY66-4064" fmla="*/ 2562 h 5728"/>
                    <a:gd name="connsiteX67-4065" fmla="*/ 6138 w 6642"/>
                    <a:gd name="connsiteY67-4066" fmla="*/ 2730 h 5728"/>
                    <a:gd name="connsiteX68-4067" fmla="*/ 6137 w 6642"/>
                    <a:gd name="connsiteY68-4068" fmla="*/ 2844 h 5728"/>
                    <a:gd name="connsiteX69-4069" fmla="*/ 6228 w 6642"/>
                    <a:gd name="connsiteY69-4070" fmla="*/ 3060 h 5728"/>
                    <a:gd name="connsiteX70-4071" fmla="*/ 6254 w 6642"/>
                    <a:gd name="connsiteY70-4072" fmla="*/ 3090 h 5728"/>
                    <a:gd name="connsiteX71-4073" fmla="*/ 6298 w 6642"/>
                    <a:gd name="connsiteY71-4074" fmla="*/ 3094 h 5728"/>
                    <a:gd name="connsiteX72-4075" fmla="*/ 6344 w 6642"/>
                    <a:gd name="connsiteY72-4076" fmla="*/ 3010 h 5728"/>
                    <a:gd name="connsiteX73-4077" fmla="*/ 6424 w 6642"/>
                    <a:gd name="connsiteY73-4078" fmla="*/ 2950 h 5728"/>
                    <a:gd name="connsiteX74-4079" fmla="*/ 6519 w 6642"/>
                    <a:gd name="connsiteY74-4080" fmla="*/ 3126 h 5728"/>
                    <a:gd name="connsiteX75-4081" fmla="*/ 6629 w 6642"/>
                    <a:gd name="connsiteY75-4082" fmla="*/ 3312 h 5728"/>
                    <a:gd name="connsiteX76-4083" fmla="*/ 6642 w 6642"/>
                    <a:gd name="connsiteY76-4084" fmla="*/ 3342 h 5728"/>
                    <a:gd name="connsiteX77-4085" fmla="*/ 6631 w 6642"/>
                    <a:gd name="connsiteY77-4086" fmla="*/ 3518 h 5728"/>
                    <a:gd name="connsiteX78-4087" fmla="*/ 6596 w 6642"/>
                    <a:gd name="connsiteY78-4088" fmla="*/ 3554 h 5728"/>
                    <a:gd name="connsiteX79-4089" fmla="*/ 6507 w 6642"/>
                    <a:gd name="connsiteY79-4090" fmla="*/ 3515 h 5728"/>
                    <a:gd name="connsiteX80-4091" fmla="*/ 6273 w 6642"/>
                    <a:gd name="connsiteY80-4092" fmla="*/ 3644 h 5728"/>
                    <a:gd name="connsiteX81-4093" fmla="*/ 6247 w 6642"/>
                    <a:gd name="connsiteY81-4094" fmla="*/ 3666 h 5728"/>
                    <a:gd name="connsiteX82-4095" fmla="*/ 6067 w 6642"/>
                    <a:gd name="connsiteY82-4096" fmla="*/ 3812 h 5728"/>
                    <a:gd name="connsiteX83-4097" fmla="*/ 5926 w 6642"/>
                    <a:gd name="connsiteY83-4098" fmla="*/ 3926 h 5728"/>
                    <a:gd name="connsiteX84-4099" fmla="*/ 5891 w 6642"/>
                    <a:gd name="connsiteY84-4100" fmla="*/ 3965 h 5728"/>
                    <a:gd name="connsiteX85-4101" fmla="*/ 5839 w 6642"/>
                    <a:gd name="connsiteY85-4102" fmla="*/ 3973 h 5728"/>
                    <a:gd name="connsiteX86-4103" fmla="*/ 5782 w 6642"/>
                    <a:gd name="connsiteY86-4104" fmla="*/ 3916 h 5728"/>
                    <a:gd name="connsiteX87-4105" fmla="*/ 5658 w 6642"/>
                    <a:gd name="connsiteY87-4106" fmla="*/ 3808 h 5728"/>
                    <a:gd name="connsiteX88-4107" fmla="*/ 5682 w 6642"/>
                    <a:gd name="connsiteY88-4108" fmla="*/ 4064 h 5728"/>
                    <a:gd name="connsiteX89-4109" fmla="*/ 5691 w 6642"/>
                    <a:gd name="connsiteY89-4110" fmla="*/ 4192 h 5728"/>
                    <a:gd name="connsiteX90-4111" fmla="*/ 5429 w 6642"/>
                    <a:gd name="connsiteY90-4112" fmla="*/ 4166 h 5728"/>
                    <a:gd name="connsiteX91-4113" fmla="*/ 5347 w 6642"/>
                    <a:gd name="connsiteY91-4114" fmla="*/ 3987 h 5728"/>
                    <a:gd name="connsiteX92-4115" fmla="*/ 5265 w 6642"/>
                    <a:gd name="connsiteY92-4116" fmla="*/ 3802 h 5728"/>
                    <a:gd name="connsiteX93-4117" fmla="*/ 4999 w 6642"/>
                    <a:gd name="connsiteY93-4118" fmla="*/ 4057 h 5728"/>
                    <a:gd name="connsiteX94-4119" fmla="*/ 4807 w 6642"/>
                    <a:gd name="connsiteY94-4120" fmla="*/ 4072 h 5728"/>
                    <a:gd name="connsiteX95-4121" fmla="*/ 4634 w 6642"/>
                    <a:gd name="connsiteY95-4122" fmla="*/ 4175 h 5728"/>
                    <a:gd name="connsiteX96-4123" fmla="*/ 4569 w 6642"/>
                    <a:gd name="connsiteY96-4124" fmla="*/ 4246 h 5728"/>
                    <a:gd name="connsiteX97-4125" fmla="*/ 4506 w 6642"/>
                    <a:gd name="connsiteY97-4126" fmla="*/ 4159 h 5728"/>
                    <a:gd name="connsiteX98-4127" fmla="*/ 4541 w 6642"/>
                    <a:gd name="connsiteY98-4128" fmla="*/ 4134 h 5728"/>
                    <a:gd name="connsiteX99-4129" fmla="*/ 4408 w 6642"/>
                    <a:gd name="connsiteY99-4130" fmla="*/ 3980 h 5728"/>
                    <a:gd name="connsiteX100-4131" fmla="*/ 4340 w 6642"/>
                    <a:gd name="connsiteY100-4132" fmla="*/ 4188 h 5728"/>
                    <a:gd name="connsiteX101-4133" fmla="*/ 4282 w 6642"/>
                    <a:gd name="connsiteY101-4134" fmla="*/ 4193 h 5728"/>
                    <a:gd name="connsiteX102-4135" fmla="*/ 4260 w 6642"/>
                    <a:gd name="connsiteY102-4136" fmla="*/ 4238 h 5728"/>
                    <a:gd name="connsiteX103-4137" fmla="*/ 4231 w 6642"/>
                    <a:gd name="connsiteY103-4138" fmla="*/ 4250 h 5728"/>
                    <a:gd name="connsiteX104-4139" fmla="*/ 4230 w 6642"/>
                    <a:gd name="connsiteY104-4140" fmla="*/ 4427 h 5728"/>
                    <a:gd name="connsiteX105-4141" fmla="*/ 4290 w 6642"/>
                    <a:gd name="connsiteY105-4142" fmla="*/ 4504 h 5728"/>
                    <a:gd name="connsiteX106-4143" fmla="*/ 4293 w 6642"/>
                    <a:gd name="connsiteY106-4144" fmla="*/ 4556 h 5728"/>
                    <a:gd name="connsiteX107-4145" fmla="*/ 4257 w 6642"/>
                    <a:gd name="connsiteY107-4146" fmla="*/ 4614 h 5728"/>
                    <a:gd name="connsiteX108-4147" fmla="*/ 3992 w 6642"/>
                    <a:gd name="connsiteY108-4148" fmla="*/ 4680 h 5728"/>
                    <a:gd name="connsiteX109-4149" fmla="*/ 3857 w 6642"/>
                    <a:gd name="connsiteY109-4150" fmla="*/ 4739 h 5728"/>
                    <a:gd name="connsiteX110-4151" fmla="*/ 3815 w 6642"/>
                    <a:gd name="connsiteY110-4152" fmla="*/ 4777 h 5728"/>
                    <a:gd name="connsiteX111-4153" fmla="*/ 3616 w 6642"/>
                    <a:gd name="connsiteY111-4154" fmla="*/ 5021 h 5728"/>
                    <a:gd name="connsiteX112-4155" fmla="*/ 3543 w 6642"/>
                    <a:gd name="connsiteY112-4156" fmla="*/ 4970 h 5728"/>
                    <a:gd name="connsiteX113-4157" fmla="*/ 3460 w 6642"/>
                    <a:gd name="connsiteY113-4158" fmla="*/ 4971 h 5728"/>
                    <a:gd name="connsiteX114-4159" fmla="*/ 3424 w 6642"/>
                    <a:gd name="connsiteY114-4160" fmla="*/ 5045 h 5728"/>
                    <a:gd name="connsiteX115-4161" fmla="*/ 3313 w 6642"/>
                    <a:gd name="connsiteY115-4162" fmla="*/ 5000 h 5728"/>
                    <a:gd name="connsiteX116-4163" fmla="*/ 3235 w 6642"/>
                    <a:gd name="connsiteY116-4164" fmla="*/ 5109 h 5728"/>
                    <a:gd name="connsiteX117-4165" fmla="*/ 3013 w 6642"/>
                    <a:gd name="connsiteY117-4166" fmla="*/ 5349 h 5728"/>
                    <a:gd name="connsiteX118-4167" fmla="*/ 2993 w 6642"/>
                    <a:gd name="connsiteY118-4168" fmla="*/ 5516 h 5728"/>
                    <a:gd name="connsiteX119-4169" fmla="*/ 2976 w 6642"/>
                    <a:gd name="connsiteY119-4170" fmla="*/ 5659 h 5728"/>
                    <a:gd name="connsiteX120-4171" fmla="*/ 2960 w 6642"/>
                    <a:gd name="connsiteY120-4172" fmla="*/ 5669 h 5728"/>
                    <a:gd name="connsiteX121-4173" fmla="*/ 2638 w 6642"/>
                    <a:gd name="connsiteY121-4174" fmla="*/ 5621 h 5728"/>
                    <a:gd name="connsiteX122-4175" fmla="*/ 2536 w 6642"/>
                    <a:gd name="connsiteY122-4176" fmla="*/ 5566 h 5728"/>
                    <a:gd name="connsiteX123-4177" fmla="*/ 2482 w 6642"/>
                    <a:gd name="connsiteY123-4178" fmla="*/ 5503 h 5728"/>
                    <a:gd name="connsiteX124-4179" fmla="*/ 2377 w 6642"/>
                    <a:gd name="connsiteY124-4180" fmla="*/ 5477 h 5728"/>
                    <a:gd name="connsiteX125-4181" fmla="*/ 2377 w 6642"/>
                    <a:gd name="connsiteY125-4182" fmla="*/ 5379 h 5728"/>
                    <a:gd name="connsiteX126-4183" fmla="*/ 2481 w 6642"/>
                    <a:gd name="connsiteY126-4184" fmla="*/ 5149 h 5728"/>
                    <a:gd name="connsiteX127-4185" fmla="*/ 2341 w 6642"/>
                    <a:gd name="connsiteY127-4186" fmla="*/ 5070 h 5728"/>
                    <a:gd name="connsiteX128-4187" fmla="*/ 2299 w 6642"/>
                    <a:gd name="connsiteY128-4188" fmla="*/ 5095 h 5728"/>
                    <a:gd name="connsiteX129-4189" fmla="*/ 2209 w 6642"/>
                    <a:gd name="connsiteY129-4190" fmla="*/ 5214 h 5728"/>
                    <a:gd name="connsiteX130-4191" fmla="*/ 2177 w 6642"/>
                    <a:gd name="connsiteY130-4192" fmla="*/ 5276 h 5728"/>
                    <a:gd name="connsiteX131-4193" fmla="*/ 2115 w 6642"/>
                    <a:gd name="connsiteY131-4194" fmla="*/ 5386 h 5728"/>
                    <a:gd name="connsiteX132-4195" fmla="*/ 2121 w 6642"/>
                    <a:gd name="connsiteY132-4196" fmla="*/ 5510 h 5728"/>
                    <a:gd name="connsiteX133-4197" fmla="*/ 2082 w 6642"/>
                    <a:gd name="connsiteY133-4198" fmla="*/ 5558 h 5728"/>
                    <a:gd name="connsiteX134-4199" fmla="*/ 1951 w 6642"/>
                    <a:gd name="connsiteY134-4200" fmla="*/ 5617 h 5728"/>
                    <a:gd name="connsiteX135-4201" fmla="*/ 1785 w 6642"/>
                    <a:gd name="connsiteY135-4202" fmla="*/ 5649 h 5728"/>
                    <a:gd name="connsiteX136-4203" fmla="*/ 1682 w 6642"/>
                    <a:gd name="connsiteY136-4204" fmla="*/ 5728 h 5728"/>
                    <a:gd name="connsiteX137-4205" fmla="*/ 1568 w 6642"/>
                    <a:gd name="connsiteY137-4206" fmla="*/ 5611 h 5728"/>
                    <a:gd name="connsiteX138-4207" fmla="*/ 1508 w 6642"/>
                    <a:gd name="connsiteY138-4208" fmla="*/ 5485 h 5728"/>
                    <a:gd name="connsiteX139-4209" fmla="*/ 1630 w 6642"/>
                    <a:gd name="connsiteY139-4210" fmla="*/ 5242 h 5728"/>
                    <a:gd name="connsiteX140-4211" fmla="*/ 1685 w 6642"/>
                    <a:gd name="connsiteY140-4212" fmla="*/ 5195 h 5728"/>
                    <a:gd name="connsiteX141-4213" fmla="*/ 1730 w 6642"/>
                    <a:gd name="connsiteY141-4214" fmla="*/ 5120 h 5728"/>
                    <a:gd name="connsiteX142-4215" fmla="*/ 1727 w 6642"/>
                    <a:gd name="connsiteY142-4216" fmla="*/ 5071 h 5728"/>
                    <a:gd name="connsiteX143-4217" fmla="*/ 1530 w 6642"/>
                    <a:gd name="connsiteY143-4218" fmla="*/ 5007 h 5728"/>
                    <a:gd name="connsiteX144-4219" fmla="*/ 1459 w 6642"/>
                    <a:gd name="connsiteY144-4220" fmla="*/ 5064 h 5728"/>
                    <a:gd name="connsiteX145-4221" fmla="*/ 1353 w 6642"/>
                    <a:gd name="connsiteY145-4222" fmla="*/ 5111 h 5728"/>
                    <a:gd name="connsiteX146-4223" fmla="*/ 1290 w 6642"/>
                    <a:gd name="connsiteY146-4224" fmla="*/ 5063 h 5728"/>
                    <a:gd name="connsiteX147-4225" fmla="*/ 1052 w 6642"/>
                    <a:gd name="connsiteY147-4226" fmla="*/ 5254 h 5728"/>
                    <a:gd name="connsiteX148-4227" fmla="*/ 924 w 6642"/>
                    <a:gd name="connsiteY148-4228" fmla="*/ 5231 h 5728"/>
                    <a:gd name="connsiteX149-4229" fmla="*/ 813 w 6642"/>
                    <a:gd name="connsiteY149-4230" fmla="*/ 5097 h 5728"/>
                    <a:gd name="connsiteX150-4231" fmla="*/ 683 w 6642"/>
                    <a:gd name="connsiteY150-4232" fmla="*/ 4930 h 5728"/>
                    <a:gd name="connsiteX151-4233" fmla="*/ 572 w 6642"/>
                    <a:gd name="connsiteY151-4234" fmla="*/ 4806 h 5728"/>
                    <a:gd name="connsiteX152-4235" fmla="*/ 505 w 6642"/>
                    <a:gd name="connsiteY152-4236" fmla="*/ 4788 h 5728"/>
                    <a:gd name="connsiteX153-4237" fmla="*/ 640 w 6642"/>
                    <a:gd name="connsiteY153-4238" fmla="*/ 4631 h 5728"/>
                    <a:gd name="connsiteX154-4239" fmla="*/ 683 w 6642"/>
                    <a:gd name="connsiteY154-4240" fmla="*/ 4541 h 5728"/>
                    <a:gd name="connsiteX155-4241" fmla="*/ 651 w 6642"/>
                    <a:gd name="connsiteY155-4242" fmla="*/ 4438 h 5728"/>
                    <a:gd name="connsiteX156-4243" fmla="*/ 277 w 6642"/>
                    <a:gd name="connsiteY156-4244" fmla="*/ 4491 h 5728"/>
                    <a:gd name="connsiteX157-4245" fmla="*/ 187 w 6642"/>
                    <a:gd name="connsiteY157-4246" fmla="*/ 4518 h 5728"/>
                    <a:gd name="connsiteX158-4247" fmla="*/ 195 w 6642"/>
                    <a:gd name="connsiteY158-4248" fmla="*/ 4384 h 5728"/>
                    <a:gd name="connsiteX159-4249" fmla="*/ 147 w 6642"/>
                    <a:gd name="connsiteY159-4250" fmla="*/ 4318 h 5728"/>
                    <a:gd name="connsiteX160-4251" fmla="*/ 39 w 6642"/>
                    <a:gd name="connsiteY160-4252" fmla="*/ 4220 h 5728"/>
                    <a:gd name="connsiteX161-4253" fmla="*/ 75 w 6642"/>
                    <a:gd name="connsiteY161-4254" fmla="*/ 4093 h 5728"/>
                    <a:gd name="connsiteX162-4255" fmla="*/ 63 w 6642"/>
                    <a:gd name="connsiteY162-4256" fmla="*/ 3929 h 5728"/>
                    <a:gd name="connsiteX163-4257" fmla="*/ 0 w 6642"/>
                    <a:gd name="connsiteY163-4258" fmla="*/ 3842 h 5728"/>
                    <a:gd name="connsiteX164-4259" fmla="*/ 0 w 6642"/>
                    <a:gd name="connsiteY164-4260" fmla="*/ 3737 h 5728"/>
                    <a:gd name="connsiteX165-4261" fmla="*/ 303 w 6642"/>
                    <a:gd name="connsiteY165-4262" fmla="*/ 3824 h 5728"/>
                    <a:gd name="connsiteX166-4263" fmla="*/ 830 w 6642"/>
                    <a:gd name="connsiteY166-4264" fmla="*/ 3840 h 5728"/>
                    <a:gd name="connsiteX167-4265" fmla="*/ 1044 w 6642"/>
                    <a:gd name="connsiteY167-4266" fmla="*/ 3908 h 5728"/>
                    <a:gd name="connsiteX168-4267" fmla="*/ 1213 w 6642"/>
                    <a:gd name="connsiteY168-4268" fmla="*/ 4053 h 5728"/>
                    <a:gd name="connsiteX169-4269" fmla="*/ 1257 w 6642"/>
                    <a:gd name="connsiteY169-4270" fmla="*/ 4077 h 5728"/>
                    <a:gd name="connsiteX170-4271" fmla="*/ 1417 w 6642"/>
                    <a:gd name="connsiteY170-4272" fmla="*/ 4107 h 5728"/>
                    <a:gd name="connsiteX171-4273" fmla="*/ 1487 w 6642"/>
                    <a:gd name="connsiteY171-4274" fmla="*/ 4158 h 5728"/>
                    <a:gd name="connsiteX172-4275" fmla="*/ 1688 w 6642"/>
                    <a:gd name="connsiteY172-4276" fmla="*/ 4229 h 5728"/>
                    <a:gd name="connsiteX173-4277" fmla="*/ 1904 w 6642"/>
                    <a:gd name="connsiteY173-4278" fmla="*/ 4309 h 5728"/>
                    <a:gd name="connsiteX174-4279" fmla="*/ 2068 w 6642"/>
                    <a:gd name="connsiteY174-4280" fmla="*/ 4212 h 5728"/>
                    <a:gd name="connsiteX175-4281" fmla="*/ 2267 w 6642"/>
                    <a:gd name="connsiteY175-4282" fmla="*/ 4125 h 5728"/>
                    <a:gd name="connsiteX176-4283" fmla="*/ 2363 w 6642"/>
                    <a:gd name="connsiteY176-4284" fmla="*/ 4075 h 5728"/>
                    <a:gd name="connsiteX177-4285" fmla="*/ 2539 w 6642"/>
                    <a:gd name="connsiteY177-4286" fmla="*/ 3995 h 5728"/>
                    <a:gd name="connsiteX178-4287" fmla="*/ 2721 w 6642"/>
                    <a:gd name="connsiteY178-4288" fmla="*/ 3970 h 5728"/>
                    <a:gd name="connsiteX179-4289" fmla="*/ 3073 w 6642"/>
                    <a:gd name="connsiteY179-4290" fmla="*/ 3979 h 5728"/>
                    <a:gd name="connsiteX180-4291" fmla="*/ 3416 w 6642"/>
                    <a:gd name="connsiteY180-4292" fmla="*/ 3722 h 5728"/>
                    <a:gd name="connsiteX181-4293" fmla="*/ 3519 w 6642"/>
                    <a:gd name="connsiteY181-4294" fmla="*/ 3636 h 5728"/>
                    <a:gd name="connsiteX182-4295" fmla="*/ 3609 w 6642"/>
                    <a:gd name="connsiteY182-4296" fmla="*/ 3563 h 5728"/>
                    <a:gd name="connsiteX183-4297" fmla="*/ 3705 w 6642"/>
                    <a:gd name="connsiteY183-4298" fmla="*/ 3503 h 5728"/>
                    <a:gd name="connsiteX184-4299" fmla="*/ 3702 w 6642"/>
                    <a:gd name="connsiteY184-4300" fmla="*/ 3422 h 5728"/>
                    <a:gd name="connsiteX185-4301" fmla="*/ 3597 w 6642"/>
                    <a:gd name="connsiteY185-4302" fmla="*/ 3317 h 5728"/>
                    <a:gd name="connsiteX186-4303" fmla="*/ 3582 w 6642"/>
                    <a:gd name="connsiteY186-4304" fmla="*/ 3252 h 5728"/>
                    <a:gd name="connsiteX187-4305" fmla="*/ 3692 w 6642"/>
                    <a:gd name="connsiteY187-4306" fmla="*/ 3012 h 5728"/>
                    <a:gd name="connsiteX188-4307" fmla="*/ 3835 w 6642"/>
                    <a:gd name="connsiteY188-4308" fmla="*/ 3094 h 5728"/>
                    <a:gd name="connsiteX189-4309" fmla="*/ 3915 w 6642"/>
                    <a:gd name="connsiteY189-4310" fmla="*/ 3122 h 5728"/>
                    <a:gd name="connsiteX190-4311" fmla="*/ 3998 w 6642"/>
                    <a:gd name="connsiteY190-4312" fmla="*/ 3124 h 5728"/>
                    <a:gd name="connsiteX0-4313" fmla="*/ 5456 w 6642"/>
                    <a:gd name="connsiteY0-4314" fmla="*/ 2333 h 5728"/>
                    <a:gd name="connsiteX1-4315" fmla="*/ 5454 w 6642"/>
                    <a:gd name="connsiteY1-4316" fmla="*/ 2117 h 5728"/>
                    <a:gd name="connsiteX2-4317" fmla="*/ 5378 w 6642"/>
                    <a:gd name="connsiteY2-4318" fmla="*/ 2039 h 5728"/>
                    <a:gd name="connsiteX3-4319" fmla="*/ 5235 w 6642"/>
                    <a:gd name="connsiteY3-4320" fmla="*/ 1951 h 5728"/>
                    <a:gd name="connsiteX4-4321" fmla="*/ 5143 w 6642"/>
                    <a:gd name="connsiteY4-4322" fmla="*/ 1827 h 5728"/>
                    <a:gd name="connsiteX5-4323" fmla="*/ 5047 w 6642"/>
                    <a:gd name="connsiteY5-4324" fmla="*/ 1828 h 5728"/>
                    <a:gd name="connsiteX6-4325" fmla="*/ 5002 w 6642"/>
                    <a:gd name="connsiteY6-4326" fmla="*/ 1883 h 5728"/>
                    <a:gd name="connsiteX7-4327" fmla="*/ 4909 w 6642"/>
                    <a:gd name="connsiteY7-4328" fmla="*/ 1877 h 5728"/>
                    <a:gd name="connsiteX8-4329" fmla="*/ 4889 w 6642"/>
                    <a:gd name="connsiteY8-4330" fmla="*/ 1994 h 5728"/>
                    <a:gd name="connsiteX9-4331" fmla="*/ 4708 w 6642"/>
                    <a:gd name="connsiteY9-4332" fmla="*/ 1941 h 5728"/>
                    <a:gd name="connsiteX10-4333" fmla="*/ 4625 w 6642"/>
                    <a:gd name="connsiteY10-4334" fmla="*/ 1939 h 5728"/>
                    <a:gd name="connsiteX11-4335" fmla="*/ 4500 w 6642"/>
                    <a:gd name="connsiteY11-4336" fmla="*/ 2014 h 5728"/>
                    <a:gd name="connsiteX12-4337" fmla="*/ 4388 w 6642"/>
                    <a:gd name="connsiteY12-4338" fmla="*/ 1890 h 5728"/>
                    <a:gd name="connsiteX13-4339" fmla="*/ 4482 w 6642"/>
                    <a:gd name="connsiteY13-4340" fmla="*/ 1804 h 5728"/>
                    <a:gd name="connsiteX14-4341" fmla="*/ 4486 w 6642"/>
                    <a:gd name="connsiteY14-4342" fmla="*/ 1634 h 5728"/>
                    <a:gd name="connsiteX15-4343" fmla="*/ 4541 w 6642"/>
                    <a:gd name="connsiteY15-4344" fmla="*/ 1514 h 5728"/>
                    <a:gd name="connsiteX16-4345" fmla="*/ 4584 w 6642"/>
                    <a:gd name="connsiteY16-4346" fmla="*/ 1306 h 5728"/>
                    <a:gd name="connsiteX17-4347" fmla="*/ 4644 w 6642"/>
                    <a:gd name="connsiteY17-4348" fmla="*/ 1307 h 5728"/>
                    <a:gd name="connsiteX18-4349" fmla="*/ 4967 w 6642"/>
                    <a:gd name="connsiteY18-4350" fmla="*/ 1286 h 5728"/>
                    <a:gd name="connsiteX19-4351" fmla="*/ 5141 w 6642"/>
                    <a:gd name="connsiteY19-4352" fmla="*/ 1117 h 5728"/>
                    <a:gd name="connsiteX20-4353" fmla="*/ 5210 w 6642"/>
                    <a:gd name="connsiteY20-4354" fmla="*/ 748 h 5728"/>
                    <a:gd name="connsiteX21-4355" fmla="*/ 5320 w 6642"/>
                    <a:gd name="connsiteY21-4356" fmla="*/ 486 h 5728"/>
                    <a:gd name="connsiteX22-4357" fmla="*/ 5318 w 6642"/>
                    <a:gd name="connsiteY22-4358" fmla="*/ 358 h 5728"/>
                    <a:gd name="connsiteX23-4359" fmla="*/ 5305 w 6642"/>
                    <a:gd name="connsiteY23-4360" fmla="*/ 328 h 5728"/>
                    <a:gd name="connsiteX24-4361" fmla="*/ 5238 w 6642"/>
                    <a:gd name="connsiteY24-4362" fmla="*/ 251 h 5728"/>
                    <a:gd name="connsiteX25-4363" fmla="*/ 5178 w 6642"/>
                    <a:gd name="connsiteY25-4364" fmla="*/ 217 h 5728"/>
                    <a:gd name="connsiteX26-4365" fmla="*/ 5303 w 6642"/>
                    <a:gd name="connsiteY26-4366" fmla="*/ 56 h 5728"/>
                    <a:gd name="connsiteX27-4367" fmla="*/ 5476 w 6642"/>
                    <a:gd name="connsiteY27-4368" fmla="*/ 2 h 5728"/>
                    <a:gd name="connsiteX28-4369" fmla="*/ 5508 w 6642"/>
                    <a:gd name="connsiteY28-4370" fmla="*/ 49 h 5728"/>
                    <a:gd name="connsiteX29-4371" fmla="*/ 5498 w 6642"/>
                    <a:gd name="connsiteY29-4372" fmla="*/ 133 h 5728"/>
                    <a:gd name="connsiteX30-4373" fmla="*/ 5437 w 6642"/>
                    <a:gd name="connsiteY30-4374" fmla="*/ 243 h 5728"/>
                    <a:gd name="connsiteX31-4375" fmla="*/ 5507 w 6642"/>
                    <a:gd name="connsiteY31-4376" fmla="*/ 301 h 5728"/>
                    <a:gd name="connsiteX32-4377" fmla="*/ 5621 w 6642"/>
                    <a:gd name="connsiteY32-4378" fmla="*/ 366 h 5728"/>
                    <a:gd name="connsiteX33-4379" fmla="*/ 5641 w 6642"/>
                    <a:gd name="connsiteY33-4380" fmla="*/ 255 h 5728"/>
                    <a:gd name="connsiteX34-4381" fmla="*/ 5775 w 6642"/>
                    <a:gd name="connsiteY34-4382" fmla="*/ 291 h 5728"/>
                    <a:gd name="connsiteX35-4383" fmla="*/ 5800 w 6642"/>
                    <a:gd name="connsiteY35-4384" fmla="*/ 331 h 5728"/>
                    <a:gd name="connsiteX36-4385" fmla="*/ 5876 w 6642"/>
                    <a:gd name="connsiteY36-4386" fmla="*/ 562 h 5728"/>
                    <a:gd name="connsiteX37-4387" fmla="*/ 5911 w 6642"/>
                    <a:gd name="connsiteY37-4388" fmla="*/ 586 h 5728"/>
                    <a:gd name="connsiteX38-4389" fmla="*/ 6003 w 6642"/>
                    <a:gd name="connsiteY38-4390" fmla="*/ 578 h 5728"/>
                    <a:gd name="connsiteX39-4391" fmla="*/ 6263 w 6642"/>
                    <a:gd name="connsiteY39-4392" fmla="*/ 490 h 5728"/>
                    <a:gd name="connsiteX40-4393" fmla="*/ 6483 w 6642"/>
                    <a:gd name="connsiteY40-4394" fmla="*/ 479 h 5728"/>
                    <a:gd name="connsiteX41-4395" fmla="*/ 6543 w 6642"/>
                    <a:gd name="connsiteY41-4396" fmla="*/ 648 h 5728"/>
                    <a:gd name="connsiteX42-4397" fmla="*/ 6461 w 6642"/>
                    <a:gd name="connsiteY42-4398" fmla="*/ 944 h 5728"/>
                    <a:gd name="connsiteX43-4399" fmla="*/ 6461 w 6642"/>
                    <a:gd name="connsiteY43-4400" fmla="*/ 1022 h 5728"/>
                    <a:gd name="connsiteX44-4401" fmla="*/ 6530 w 6642"/>
                    <a:gd name="connsiteY44-4402" fmla="*/ 1168 h 5728"/>
                    <a:gd name="connsiteX45-4403" fmla="*/ 6545 w 6642"/>
                    <a:gd name="connsiteY45-4404" fmla="*/ 1427 h 5728"/>
                    <a:gd name="connsiteX46-4405" fmla="*/ 6547 w 6642"/>
                    <a:gd name="connsiteY46-4406" fmla="*/ 1617 h 5728"/>
                    <a:gd name="connsiteX47-4407" fmla="*/ 6480 w 6642"/>
                    <a:gd name="connsiteY47-4408" fmla="*/ 1625 h 5728"/>
                    <a:gd name="connsiteX48-4409" fmla="*/ 6458 w 6642"/>
                    <a:gd name="connsiteY48-4410" fmla="*/ 1507 h 5728"/>
                    <a:gd name="connsiteX49-4411" fmla="*/ 6423 w 6642"/>
                    <a:gd name="connsiteY49-4412" fmla="*/ 1450 h 5728"/>
                    <a:gd name="connsiteX50-4413" fmla="*/ 6333 w 6642"/>
                    <a:gd name="connsiteY50-4414" fmla="*/ 1582 h 5728"/>
                    <a:gd name="connsiteX51-4415" fmla="*/ 6220 w 6642"/>
                    <a:gd name="connsiteY51-4416" fmla="*/ 1776 h 5728"/>
                    <a:gd name="connsiteX52-4417" fmla="*/ 6101 w 6642"/>
                    <a:gd name="connsiteY52-4418" fmla="*/ 1904 h 5728"/>
                    <a:gd name="connsiteX53-4419" fmla="*/ 6094 w 6642"/>
                    <a:gd name="connsiteY53-4420" fmla="*/ 2018 h 5728"/>
                    <a:gd name="connsiteX54-4421" fmla="*/ 6154 w 6642"/>
                    <a:gd name="connsiteY54-4422" fmla="*/ 2115 h 5728"/>
                    <a:gd name="connsiteX55-4423" fmla="*/ 6256 w 6642"/>
                    <a:gd name="connsiteY55-4424" fmla="*/ 2183 h 5728"/>
                    <a:gd name="connsiteX56-4425" fmla="*/ 6333 w 6642"/>
                    <a:gd name="connsiteY56-4426" fmla="*/ 2178 h 5728"/>
                    <a:gd name="connsiteX57-4427" fmla="*/ 6378 w 6642"/>
                    <a:gd name="connsiteY57-4428" fmla="*/ 2104 h 5728"/>
                    <a:gd name="connsiteX58-4429" fmla="*/ 6412 w 6642"/>
                    <a:gd name="connsiteY58-4430" fmla="*/ 2210 h 5728"/>
                    <a:gd name="connsiteX59-4431" fmla="*/ 6300 w 6642"/>
                    <a:gd name="connsiteY59-4432" fmla="*/ 2249 h 5728"/>
                    <a:gd name="connsiteX60-4433" fmla="*/ 6347 w 6642"/>
                    <a:gd name="connsiteY60-4434" fmla="*/ 2362 h 5728"/>
                    <a:gd name="connsiteX61-4435" fmla="*/ 6212 w 6642"/>
                    <a:gd name="connsiteY61-4436" fmla="*/ 2509 h 5728"/>
                    <a:gd name="connsiteX62-4437" fmla="*/ 6171 w 6642"/>
                    <a:gd name="connsiteY62-4438" fmla="*/ 2498 h 5728"/>
                    <a:gd name="connsiteX63-4439" fmla="*/ 6047 w 6642"/>
                    <a:gd name="connsiteY63-4440" fmla="*/ 2413 h 5728"/>
                    <a:gd name="connsiteX64-4441" fmla="*/ 5992 w 6642"/>
                    <a:gd name="connsiteY64-4442" fmla="*/ 2412 h 5728"/>
                    <a:gd name="connsiteX65-4443" fmla="*/ 5957 w 6642"/>
                    <a:gd name="connsiteY65-4444" fmla="*/ 2480 h 5728"/>
                    <a:gd name="connsiteX66-4445" fmla="*/ 5960 w 6642"/>
                    <a:gd name="connsiteY66-4446" fmla="*/ 2562 h 5728"/>
                    <a:gd name="connsiteX67-4447" fmla="*/ 6138 w 6642"/>
                    <a:gd name="connsiteY67-4448" fmla="*/ 2730 h 5728"/>
                    <a:gd name="connsiteX68-4449" fmla="*/ 6137 w 6642"/>
                    <a:gd name="connsiteY68-4450" fmla="*/ 2844 h 5728"/>
                    <a:gd name="connsiteX69-4451" fmla="*/ 6228 w 6642"/>
                    <a:gd name="connsiteY69-4452" fmla="*/ 3060 h 5728"/>
                    <a:gd name="connsiteX70-4453" fmla="*/ 6254 w 6642"/>
                    <a:gd name="connsiteY70-4454" fmla="*/ 3090 h 5728"/>
                    <a:gd name="connsiteX71-4455" fmla="*/ 6298 w 6642"/>
                    <a:gd name="connsiteY71-4456" fmla="*/ 3094 h 5728"/>
                    <a:gd name="connsiteX72-4457" fmla="*/ 6344 w 6642"/>
                    <a:gd name="connsiteY72-4458" fmla="*/ 3010 h 5728"/>
                    <a:gd name="connsiteX73-4459" fmla="*/ 6424 w 6642"/>
                    <a:gd name="connsiteY73-4460" fmla="*/ 2950 h 5728"/>
                    <a:gd name="connsiteX74-4461" fmla="*/ 6519 w 6642"/>
                    <a:gd name="connsiteY74-4462" fmla="*/ 3126 h 5728"/>
                    <a:gd name="connsiteX75-4463" fmla="*/ 6629 w 6642"/>
                    <a:gd name="connsiteY75-4464" fmla="*/ 3312 h 5728"/>
                    <a:gd name="connsiteX76-4465" fmla="*/ 6642 w 6642"/>
                    <a:gd name="connsiteY76-4466" fmla="*/ 3342 h 5728"/>
                    <a:gd name="connsiteX77-4467" fmla="*/ 6631 w 6642"/>
                    <a:gd name="connsiteY77-4468" fmla="*/ 3518 h 5728"/>
                    <a:gd name="connsiteX78-4469" fmla="*/ 6596 w 6642"/>
                    <a:gd name="connsiteY78-4470" fmla="*/ 3554 h 5728"/>
                    <a:gd name="connsiteX79-4471" fmla="*/ 6507 w 6642"/>
                    <a:gd name="connsiteY79-4472" fmla="*/ 3515 h 5728"/>
                    <a:gd name="connsiteX80-4473" fmla="*/ 6273 w 6642"/>
                    <a:gd name="connsiteY80-4474" fmla="*/ 3644 h 5728"/>
                    <a:gd name="connsiteX81-4475" fmla="*/ 6247 w 6642"/>
                    <a:gd name="connsiteY81-4476" fmla="*/ 3666 h 5728"/>
                    <a:gd name="connsiteX82-4477" fmla="*/ 6067 w 6642"/>
                    <a:gd name="connsiteY82-4478" fmla="*/ 3812 h 5728"/>
                    <a:gd name="connsiteX83-4479" fmla="*/ 5926 w 6642"/>
                    <a:gd name="connsiteY83-4480" fmla="*/ 3926 h 5728"/>
                    <a:gd name="connsiteX84-4481" fmla="*/ 5891 w 6642"/>
                    <a:gd name="connsiteY84-4482" fmla="*/ 3965 h 5728"/>
                    <a:gd name="connsiteX85-4483" fmla="*/ 5839 w 6642"/>
                    <a:gd name="connsiteY85-4484" fmla="*/ 3973 h 5728"/>
                    <a:gd name="connsiteX86-4485" fmla="*/ 5782 w 6642"/>
                    <a:gd name="connsiteY86-4486" fmla="*/ 3916 h 5728"/>
                    <a:gd name="connsiteX87-4487" fmla="*/ 5658 w 6642"/>
                    <a:gd name="connsiteY87-4488" fmla="*/ 3808 h 5728"/>
                    <a:gd name="connsiteX88-4489" fmla="*/ 5682 w 6642"/>
                    <a:gd name="connsiteY88-4490" fmla="*/ 4064 h 5728"/>
                    <a:gd name="connsiteX89-4491" fmla="*/ 5691 w 6642"/>
                    <a:gd name="connsiteY89-4492" fmla="*/ 4192 h 5728"/>
                    <a:gd name="connsiteX90-4493" fmla="*/ 5429 w 6642"/>
                    <a:gd name="connsiteY90-4494" fmla="*/ 4166 h 5728"/>
                    <a:gd name="connsiteX91-4495" fmla="*/ 5347 w 6642"/>
                    <a:gd name="connsiteY91-4496" fmla="*/ 3987 h 5728"/>
                    <a:gd name="connsiteX92-4497" fmla="*/ 5265 w 6642"/>
                    <a:gd name="connsiteY92-4498" fmla="*/ 3802 h 5728"/>
                    <a:gd name="connsiteX93-4499" fmla="*/ 4807 w 6642"/>
                    <a:gd name="connsiteY93-4500" fmla="*/ 4072 h 5728"/>
                    <a:gd name="connsiteX94-4501" fmla="*/ 4634 w 6642"/>
                    <a:gd name="connsiteY94-4502" fmla="*/ 4175 h 5728"/>
                    <a:gd name="connsiteX95-4503" fmla="*/ 4569 w 6642"/>
                    <a:gd name="connsiteY95-4504" fmla="*/ 4246 h 5728"/>
                    <a:gd name="connsiteX96-4505" fmla="*/ 4506 w 6642"/>
                    <a:gd name="connsiteY96-4506" fmla="*/ 4159 h 5728"/>
                    <a:gd name="connsiteX97-4507" fmla="*/ 4541 w 6642"/>
                    <a:gd name="connsiteY97-4508" fmla="*/ 4134 h 5728"/>
                    <a:gd name="connsiteX98-4509" fmla="*/ 4408 w 6642"/>
                    <a:gd name="connsiteY98-4510" fmla="*/ 3980 h 5728"/>
                    <a:gd name="connsiteX99-4511" fmla="*/ 4340 w 6642"/>
                    <a:gd name="connsiteY99-4512" fmla="*/ 4188 h 5728"/>
                    <a:gd name="connsiteX100-4513" fmla="*/ 4282 w 6642"/>
                    <a:gd name="connsiteY100-4514" fmla="*/ 4193 h 5728"/>
                    <a:gd name="connsiteX101-4515" fmla="*/ 4260 w 6642"/>
                    <a:gd name="connsiteY101-4516" fmla="*/ 4238 h 5728"/>
                    <a:gd name="connsiteX102-4517" fmla="*/ 4231 w 6642"/>
                    <a:gd name="connsiteY102-4518" fmla="*/ 4250 h 5728"/>
                    <a:gd name="connsiteX103-4519" fmla="*/ 4230 w 6642"/>
                    <a:gd name="connsiteY103-4520" fmla="*/ 4427 h 5728"/>
                    <a:gd name="connsiteX104-4521" fmla="*/ 4290 w 6642"/>
                    <a:gd name="connsiteY104-4522" fmla="*/ 4504 h 5728"/>
                    <a:gd name="connsiteX105-4523" fmla="*/ 4293 w 6642"/>
                    <a:gd name="connsiteY105-4524" fmla="*/ 4556 h 5728"/>
                    <a:gd name="connsiteX106-4525" fmla="*/ 4257 w 6642"/>
                    <a:gd name="connsiteY106-4526" fmla="*/ 4614 h 5728"/>
                    <a:gd name="connsiteX107-4527" fmla="*/ 3992 w 6642"/>
                    <a:gd name="connsiteY107-4528" fmla="*/ 4680 h 5728"/>
                    <a:gd name="connsiteX108-4529" fmla="*/ 3857 w 6642"/>
                    <a:gd name="connsiteY108-4530" fmla="*/ 4739 h 5728"/>
                    <a:gd name="connsiteX109-4531" fmla="*/ 3815 w 6642"/>
                    <a:gd name="connsiteY109-4532" fmla="*/ 4777 h 5728"/>
                    <a:gd name="connsiteX110-4533" fmla="*/ 3616 w 6642"/>
                    <a:gd name="connsiteY110-4534" fmla="*/ 5021 h 5728"/>
                    <a:gd name="connsiteX111-4535" fmla="*/ 3543 w 6642"/>
                    <a:gd name="connsiteY111-4536" fmla="*/ 4970 h 5728"/>
                    <a:gd name="connsiteX112-4537" fmla="*/ 3460 w 6642"/>
                    <a:gd name="connsiteY112-4538" fmla="*/ 4971 h 5728"/>
                    <a:gd name="connsiteX113-4539" fmla="*/ 3424 w 6642"/>
                    <a:gd name="connsiteY113-4540" fmla="*/ 5045 h 5728"/>
                    <a:gd name="connsiteX114-4541" fmla="*/ 3313 w 6642"/>
                    <a:gd name="connsiteY114-4542" fmla="*/ 5000 h 5728"/>
                    <a:gd name="connsiteX115-4543" fmla="*/ 3235 w 6642"/>
                    <a:gd name="connsiteY115-4544" fmla="*/ 5109 h 5728"/>
                    <a:gd name="connsiteX116-4545" fmla="*/ 3013 w 6642"/>
                    <a:gd name="connsiteY116-4546" fmla="*/ 5349 h 5728"/>
                    <a:gd name="connsiteX117-4547" fmla="*/ 2993 w 6642"/>
                    <a:gd name="connsiteY117-4548" fmla="*/ 5516 h 5728"/>
                    <a:gd name="connsiteX118-4549" fmla="*/ 2976 w 6642"/>
                    <a:gd name="connsiteY118-4550" fmla="*/ 5659 h 5728"/>
                    <a:gd name="connsiteX119-4551" fmla="*/ 2960 w 6642"/>
                    <a:gd name="connsiteY119-4552" fmla="*/ 5669 h 5728"/>
                    <a:gd name="connsiteX120-4553" fmla="*/ 2638 w 6642"/>
                    <a:gd name="connsiteY120-4554" fmla="*/ 5621 h 5728"/>
                    <a:gd name="connsiteX121-4555" fmla="*/ 2536 w 6642"/>
                    <a:gd name="connsiteY121-4556" fmla="*/ 5566 h 5728"/>
                    <a:gd name="connsiteX122-4557" fmla="*/ 2482 w 6642"/>
                    <a:gd name="connsiteY122-4558" fmla="*/ 5503 h 5728"/>
                    <a:gd name="connsiteX123-4559" fmla="*/ 2377 w 6642"/>
                    <a:gd name="connsiteY123-4560" fmla="*/ 5477 h 5728"/>
                    <a:gd name="connsiteX124-4561" fmla="*/ 2377 w 6642"/>
                    <a:gd name="connsiteY124-4562" fmla="*/ 5379 h 5728"/>
                    <a:gd name="connsiteX125-4563" fmla="*/ 2481 w 6642"/>
                    <a:gd name="connsiteY125-4564" fmla="*/ 5149 h 5728"/>
                    <a:gd name="connsiteX126-4565" fmla="*/ 2341 w 6642"/>
                    <a:gd name="connsiteY126-4566" fmla="*/ 5070 h 5728"/>
                    <a:gd name="connsiteX127-4567" fmla="*/ 2299 w 6642"/>
                    <a:gd name="connsiteY127-4568" fmla="*/ 5095 h 5728"/>
                    <a:gd name="connsiteX128-4569" fmla="*/ 2209 w 6642"/>
                    <a:gd name="connsiteY128-4570" fmla="*/ 5214 h 5728"/>
                    <a:gd name="connsiteX129-4571" fmla="*/ 2177 w 6642"/>
                    <a:gd name="connsiteY129-4572" fmla="*/ 5276 h 5728"/>
                    <a:gd name="connsiteX130-4573" fmla="*/ 2115 w 6642"/>
                    <a:gd name="connsiteY130-4574" fmla="*/ 5386 h 5728"/>
                    <a:gd name="connsiteX131-4575" fmla="*/ 2121 w 6642"/>
                    <a:gd name="connsiteY131-4576" fmla="*/ 5510 h 5728"/>
                    <a:gd name="connsiteX132-4577" fmla="*/ 2082 w 6642"/>
                    <a:gd name="connsiteY132-4578" fmla="*/ 5558 h 5728"/>
                    <a:gd name="connsiteX133-4579" fmla="*/ 1951 w 6642"/>
                    <a:gd name="connsiteY133-4580" fmla="*/ 5617 h 5728"/>
                    <a:gd name="connsiteX134-4581" fmla="*/ 1785 w 6642"/>
                    <a:gd name="connsiteY134-4582" fmla="*/ 5649 h 5728"/>
                    <a:gd name="connsiteX135-4583" fmla="*/ 1682 w 6642"/>
                    <a:gd name="connsiteY135-4584" fmla="*/ 5728 h 5728"/>
                    <a:gd name="connsiteX136-4585" fmla="*/ 1568 w 6642"/>
                    <a:gd name="connsiteY136-4586" fmla="*/ 5611 h 5728"/>
                    <a:gd name="connsiteX137-4587" fmla="*/ 1508 w 6642"/>
                    <a:gd name="connsiteY137-4588" fmla="*/ 5485 h 5728"/>
                    <a:gd name="connsiteX138-4589" fmla="*/ 1630 w 6642"/>
                    <a:gd name="connsiteY138-4590" fmla="*/ 5242 h 5728"/>
                    <a:gd name="connsiteX139-4591" fmla="*/ 1685 w 6642"/>
                    <a:gd name="connsiteY139-4592" fmla="*/ 5195 h 5728"/>
                    <a:gd name="connsiteX140-4593" fmla="*/ 1730 w 6642"/>
                    <a:gd name="connsiteY140-4594" fmla="*/ 5120 h 5728"/>
                    <a:gd name="connsiteX141-4595" fmla="*/ 1727 w 6642"/>
                    <a:gd name="connsiteY141-4596" fmla="*/ 5071 h 5728"/>
                    <a:gd name="connsiteX142-4597" fmla="*/ 1530 w 6642"/>
                    <a:gd name="connsiteY142-4598" fmla="*/ 5007 h 5728"/>
                    <a:gd name="connsiteX143-4599" fmla="*/ 1459 w 6642"/>
                    <a:gd name="connsiteY143-4600" fmla="*/ 5064 h 5728"/>
                    <a:gd name="connsiteX144-4601" fmla="*/ 1353 w 6642"/>
                    <a:gd name="connsiteY144-4602" fmla="*/ 5111 h 5728"/>
                    <a:gd name="connsiteX145-4603" fmla="*/ 1290 w 6642"/>
                    <a:gd name="connsiteY145-4604" fmla="*/ 5063 h 5728"/>
                    <a:gd name="connsiteX146-4605" fmla="*/ 1052 w 6642"/>
                    <a:gd name="connsiteY146-4606" fmla="*/ 5254 h 5728"/>
                    <a:gd name="connsiteX147-4607" fmla="*/ 924 w 6642"/>
                    <a:gd name="connsiteY147-4608" fmla="*/ 5231 h 5728"/>
                    <a:gd name="connsiteX148-4609" fmla="*/ 813 w 6642"/>
                    <a:gd name="connsiteY148-4610" fmla="*/ 5097 h 5728"/>
                    <a:gd name="connsiteX149-4611" fmla="*/ 683 w 6642"/>
                    <a:gd name="connsiteY149-4612" fmla="*/ 4930 h 5728"/>
                    <a:gd name="connsiteX150-4613" fmla="*/ 572 w 6642"/>
                    <a:gd name="connsiteY150-4614" fmla="*/ 4806 h 5728"/>
                    <a:gd name="connsiteX151-4615" fmla="*/ 505 w 6642"/>
                    <a:gd name="connsiteY151-4616" fmla="*/ 4788 h 5728"/>
                    <a:gd name="connsiteX152-4617" fmla="*/ 640 w 6642"/>
                    <a:gd name="connsiteY152-4618" fmla="*/ 4631 h 5728"/>
                    <a:gd name="connsiteX153-4619" fmla="*/ 683 w 6642"/>
                    <a:gd name="connsiteY153-4620" fmla="*/ 4541 h 5728"/>
                    <a:gd name="connsiteX154-4621" fmla="*/ 651 w 6642"/>
                    <a:gd name="connsiteY154-4622" fmla="*/ 4438 h 5728"/>
                    <a:gd name="connsiteX155-4623" fmla="*/ 277 w 6642"/>
                    <a:gd name="connsiteY155-4624" fmla="*/ 4491 h 5728"/>
                    <a:gd name="connsiteX156-4625" fmla="*/ 187 w 6642"/>
                    <a:gd name="connsiteY156-4626" fmla="*/ 4518 h 5728"/>
                    <a:gd name="connsiteX157-4627" fmla="*/ 195 w 6642"/>
                    <a:gd name="connsiteY157-4628" fmla="*/ 4384 h 5728"/>
                    <a:gd name="connsiteX158-4629" fmla="*/ 147 w 6642"/>
                    <a:gd name="connsiteY158-4630" fmla="*/ 4318 h 5728"/>
                    <a:gd name="connsiteX159-4631" fmla="*/ 39 w 6642"/>
                    <a:gd name="connsiteY159-4632" fmla="*/ 4220 h 5728"/>
                    <a:gd name="connsiteX160-4633" fmla="*/ 75 w 6642"/>
                    <a:gd name="connsiteY160-4634" fmla="*/ 4093 h 5728"/>
                    <a:gd name="connsiteX161-4635" fmla="*/ 63 w 6642"/>
                    <a:gd name="connsiteY161-4636" fmla="*/ 3929 h 5728"/>
                    <a:gd name="connsiteX162-4637" fmla="*/ 0 w 6642"/>
                    <a:gd name="connsiteY162-4638" fmla="*/ 3842 h 5728"/>
                    <a:gd name="connsiteX163-4639" fmla="*/ 0 w 6642"/>
                    <a:gd name="connsiteY163-4640" fmla="*/ 3737 h 5728"/>
                    <a:gd name="connsiteX164-4641" fmla="*/ 303 w 6642"/>
                    <a:gd name="connsiteY164-4642" fmla="*/ 3824 h 5728"/>
                    <a:gd name="connsiteX165-4643" fmla="*/ 830 w 6642"/>
                    <a:gd name="connsiteY165-4644" fmla="*/ 3840 h 5728"/>
                    <a:gd name="connsiteX166-4645" fmla="*/ 1044 w 6642"/>
                    <a:gd name="connsiteY166-4646" fmla="*/ 3908 h 5728"/>
                    <a:gd name="connsiteX167-4647" fmla="*/ 1213 w 6642"/>
                    <a:gd name="connsiteY167-4648" fmla="*/ 4053 h 5728"/>
                    <a:gd name="connsiteX168-4649" fmla="*/ 1257 w 6642"/>
                    <a:gd name="connsiteY168-4650" fmla="*/ 4077 h 5728"/>
                    <a:gd name="connsiteX169-4651" fmla="*/ 1417 w 6642"/>
                    <a:gd name="connsiteY169-4652" fmla="*/ 4107 h 5728"/>
                    <a:gd name="connsiteX170-4653" fmla="*/ 1487 w 6642"/>
                    <a:gd name="connsiteY170-4654" fmla="*/ 4158 h 5728"/>
                    <a:gd name="connsiteX171-4655" fmla="*/ 1688 w 6642"/>
                    <a:gd name="connsiteY171-4656" fmla="*/ 4229 h 5728"/>
                    <a:gd name="connsiteX172-4657" fmla="*/ 1904 w 6642"/>
                    <a:gd name="connsiteY172-4658" fmla="*/ 4309 h 5728"/>
                    <a:gd name="connsiteX173-4659" fmla="*/ 2068 w 6642"/>
                    <a:gd name="connsiteY173-4660" fmla="*/ 4212 h 5728"/>
                    <a:gd name="connsiteX174-4661" fmla="*/ 2267 w 6642"/>
                    <a:gd name="connsiteY174-4662" fmla="*/ 4125 h 5728"/>
                    <a:gd name="connsiteX175-4663" fmla="*/ 2363 w 6642"/>
                    <a:gd name="connsiteY175-4664" fmla="*/ 4075 h 5728"/>
                    <a:gd name="connsiteX176-4665" fmla="*/ 2539 w 6642"/>
                    <a:gd name="connsiteY176-4666" fmla="*/ 3995 h 5728"/>
                    <a:gd name="connsiteX177-4667" fmla="*/ 2721 w 6642"/>
                    <a:gd name="connsiteY177-4668" fmla="*/ 3970 h 5728"/>
                    <a:gd name="connsiteX178-4669" fmla="*/ 3073 w 6642"/>
                    <a:gd name="connsiteY178-4670" fmla="*/ 3979 h 5728"/>
                    <a:gd name="connsiteX179-4671" fmla="*/ 3416 w 6642"/>
                    <a:gd name="connsiteY179-4672" fmla="*/ 3722 h 5728"/>
                    <a:gd name="connsiteX180-4673" fmla="*/ 3519 w 6642"/>
                    <a:gd name="connsiteY180-4674" fmla="*/ 3636 h 5728"/>
                    <a:gd name="connsiteX181-4675" fmla="*/ 3609 w 6642"/>
                    <a:gd name="connsiteY181-4676" fmla="*/ 3563 h 5728"/>
                    <a:gd name="connsiteX182-4677" fmla="*/ 3705 w 6642"/>
                    <a:gd name="connsiteY182-4678" fmla="*/ 3503 h 5728"/>
                    <a:gd name="connsiteX183-4679" fmla="*/ 3702 w 6642"/>
                    <a:gd name="connsiteY183-4680" fmla="*/ 3422 h 5728"/>
                    <a:gd name="connsiteX184-4681" fmla="*/ 3597 w 6642"/>
                    <a:gd name="connsiteY184-4682" fmla="*/ 3317 h 5728"/>
                    <a:gd name="connsiteX185-4683" fmla="*/ 3582 w 6642"/>
                    <a:gd name="connsiteY185-4684" fmla="*/ 3252 h 5728"/>
                    <a:gd name="connsiteX186-4685" fmla="*/ 3692 w 6642"/>
                    <a:gd name="connsiteY186-4686" fmla="*/ 3012 h 5728"/>
                    <a:gd name="connsiteX187-4687" fmla="*/ 3835 w 6642"/>
                    <a:gd name="connsiteY187-4688" fmla="*/ 3094 h 5728"/>
                    <a:gd name="connsiteX188-4689" fmla="*/ 3915 w 6642"/>
                    <a:gd name="connsiteY188-4690" fmla="*/ 3122 h 5728"/>
                    <a:gd name="connsiteX189-4691" fmla="*/ 3998 w 6642"/>
                    <a:gd name="connsiteY189-4692" fmla="*/ 3124 h 5728"/>
                    <a:gd name="connsiteX0-4693" fmla="*/ 5456 w 6642"/>
                    <a:gd name="connsiteY0-4694" fmla="*/ 2333 h 5728"/>
                    <a:gd name="connsiteX1-4695" fmla="*/ 5454 w 6642"/>
                    <a:gd name="connsiteY1-4696" fmla="*/ 2117 h 5728"/>
                    <a:gd name="connsiteX2-4697" fmla="*/ 5378 w 6642"/>
                    <a:gd name="connsiteY2-4698" fmla="*/ 2039 h 5728"/>
                    <a:gd name="connsiteX3-4699" fmla="*/ 5235 w 6642"/>
                    <a:gd name="connsiteY3-4700" fmla="*/ 1951 h 5728"/>
                    <a:gd name="connsiteX4-4701" fmla="*/ 5143 w 6642"/>
                    <a:gd name="connsiteY4-4702" fmla="*/ 1827 h 5728"/>
                    <a:gd name="connsiteX5-4703" fmla="*/ 5047 w 6642"/>
                    <a:gd name="connsiteY5-4704" fmla="*/ 1828 h 5728"/>
                    <a:gd name="connsiteX6-4705" fmla="*/ 5002 w 6642"/>
                    <a:gd name="connsiteY6-4706" fmla="*/ 1883 h 5728"/>
                    <a:gd name="connsiteX7-4707" fmla="*/ 4909 w 6642"/>
                    <a:gd name="connsiteY7-4708" fmla="*/ 1877 h 5728"/>
                    <a:gd name="connsiteX8-4709" fmla="*/ 4889 w 6642"/>
                    <a:gd name="connsiteY8-4710" fmla="*/ 1994 h 5728"/>
                    <a:gd name="connsiteX9-4711" fmla="*/ 4708 w 6642"/>
                    <a:gd name="connsiteY9-4712" fmla="*/ 1941 h 5728"/>
                    <a:gd name="connsiteX10-4713" fmla="*/ 4625 w 6642"/>
                    <a:gd name="connsiteY10-4714" fmla="*/ 1939 h 5728"/>
                    <a:gd name="connsiteX11-4715" fmla="*/ 4500 w 6642"/>
                    <a:gd name="connsiteY11-4716" fmla="*/ 2014 h 5728"/>
                    <a:gd name="connsiteX12-4717" fmla="*/ 4388 w 6642"/>
                    <a:gd name="connsiteY12-4718" fmla="*/ 1890 h 5728"/>
                    <a:gd name="connsiteX13-4719" fmla="*/ 4482 w 6642"/>
                    <a:gd name="connsiteY13-4720" fmla="*/ 1804 h 5728"/>
                    <a:gd name="connsiteX14-4721" fmla="*/ 4486 w 6642"/>
                    <a:gd name="connsiteY14-4722" fmla="*/ 1634 h 5728"/>
                    <a:gd name="connsiteX15-4723" fmla="*/ 4541 w 6642"/>
                    <a:gd name="connsiteY15-4724" fmla="*/ 1514 h 5728"/>
                    <a:gd name="connsiteX16-4725" fmla="*/ 4584 w 6642"/>
                    <a:gd name="connsiteY16-4726" fmla="*/ 1306 h 5728"/>
                    <a:gd name="connsiteX17-4727" fmla="*/ 4644 w 6642"/>
                    <a:gd name="connsiteY17-4728" fmla="*/ 1307 h 5728"/>
                    <a:gd name="connsiteX18-4729" fmla="*/ 4967 w 6642"/>
                    <a:gd name="connsiteY18-4730" fmla="*/ 1286 h 5728"/>
                    <a:gd name="connsiteX19-4731" fmla="*/ 5141 w 6642"/>
                    <a:gd name="connsiteY19-4732" fmla="*/ 1117 h 5728"/>
                    <a:gd name="connsiteX20-4733" fmla="*/ 5210 w 6642"/>
                    <a:gd name="connsiteY20-4734" fmla="*/ 748 h 5728"/>
                    <a:gd name="connsiteX21-4735" fmla="*/ 5320 w 6642"/>
                    <a:gd name="connsiteY21-4736" fmla="*/ 486 h 5728"/>
                    <a:gd name="connsiteX22-4737" fmla="*/ 5318 w 6642"/>
                    <a:gd name="connsiteY22-4738" fmla="*/ 358 h 5728"/>
                    <a:gd name="connsiteX23-4739" fmla="*/ 5305 w 6642"/>
                    <a:gd name="connsiteY23-4740" fmla="*/ 328 h 5728"/>
                    <a:gd name="connsiteX24-4741" fmla="*/ 5238 w 6642"/>
                    <a:gd name="connsiteY24-4742" fmla="*/ 251 h 5728"/>
                    <a:gd name="connsiteX25-4743" fmla="*/ 5178 w 6642"/>
                    <a:gd name="connsiteY25-4744" fmla="*/ 217 h 5728"/>
                    <a:gd name="connsiteX26-4745" fmla="*/ 5303 w 6642"/>
                    <a:gd name="connsiteY26-4746" fmla="*/ 56 h 5728"/>
                    <a:gd name="connsiteX27-4747" fmla="*/ 5476 w 6642"/>
                    <a:gd name="connsiteY27-4748" fmla="*/ 2 h 5728"/>
                    <a:gd name="connsiteX28-4749" fmla="*/ 5508 w 6642"/>
                    <a:gd name="connsiteY28-4750" fmla="*/ 49 h 5728"/>
                    <a:gd name="connsiteX29-4751" fmla="*/ 5498 w 6642"/>
                    <a:gd name="connsiteY29-4752" fmla="*/ 133 h 5728"/>
                    <a:gd name="connsiteX30-4753" fmla="*/ 5437 w 6642"/>
                    <a:gd name="connsiteY30-4754" fmla="*/ 243 h 5728"/>
                    <a:gd name="connsiteX31-4755" fmla="*/ 5507 w 6642"/>
                    <a:gd name="connsiteY31-4756" fmla="*/ 301 h 5728"/>
                    <a:gd name="connsiteX32-4757" fmla="*/ 5621 w 6642"/>
                    <a:gd name="connsiteY32-4758" fmla="*/ 366 h 5728"/>
                    <a:gd name="connsiteX33-4759" fmla="*/ 5641 w 6642"/>
                    <a:gd name="connsiteY33-4760" fmla="*/ 255 h 5728"/>
                    <a:gd name="connsiteX34-4761" fmla="*/ 5775 w 6642"/>
                    <a:gd name="connsiteY34-4762" fmla="*/ 291 h 5728"/>
                    <a:gd name="connsiteX35-4763" fmla="*/ 5800 w 6642"/>
                    <a:gd name="connsiteY35-4764" fmla="*/ 331 h 5728"/>
                    <a:gd name="connsiteX36-4765" fmla="*/ 5876 w 6642"/>
                    <a:gd name="connsiteY36-4766" fmla="*/ 562 h 5728"/>
                    <a:gd name="connsiteX37-4767" fmla="*/ 5911 w 6642"/>
                    <a:gd name="connsiteY37-4768" fmla="*/ 586 h 5728"/>
                    <a:gd name="connsiteX38-4769" fmla="*/ 6003 w 6642"/>
                    <a:gd name="connsiteY38-4770" fmla="*/ 578 h 5728"/>
                    <a:gd name="connsiteX39-4771" fmla="*/ 6263 w 6642"/>
                    <a:gd name="connsiteY39-4772" fmla="*/ 490 h 5728"/>
                    <a:gd name="connsiteX40-4773" fmla="*/ 6483 w 6642"/>
                    <a:gd name="connsiteY40-4774" fmla="*/ 479 h 5728"/>
                    <a:gd name="connsiteX41-4775" fmla="*/ 6543 w 6642"/>
                    <a:gd name="connsiteY41-4776" fmla="*/ 648 h 5728"/>
                    <a:gd name="connsiteX42-4777" fmla="*/ 6461 w 6642"/>
                    <a:gd name="connsiteY42-4778" fmla="*/ 944 h 5728"/>
                    <a:gd name="connsiteX43-4779" fmla="*/ 6461 w 6642"/>
                    <a:gd name="connsiteY43-4780" fmla="*/ 1022 h 5728"/>
                    <a:gd name="connsiteX44-4781" fmla="*/ 6530 w 6642"/>
                    <a:gd name="connsiteY44-4782" fmla="*/ 1168 h 5728"/>
                    <a:gd name="connsiteX45-4783" fmla="*/ 6545 w 6642"/>
                    <a:gd name="connsiteY45-4784" fmla="*/ 1427 h 5728"/>
                    <a:gd name="connsiteX46-4785" fmla="*/ 6547 w 6642"/>
                    <a:gd name="connsiteY46-4786" fmla="*/ 1617 h 5728"/>
                    <a:gd name="connsiteX47-4787" fmla="*/ 6480 w 6642"/>
                    <a:gd name="connsiteY47-4788" fmla="*/ 1625 h 5728"/>
                    <a:gd name="connsiteX48-4789" fmla="*/ 6458 w 6642"/>
                    <a:gd name="connsiteY48-4790" fmla="*/ 1507 h 5728"/>
                    <a:gd name="connsiteX49-4791" fmla="*/ 6423 w 6642"/>
                    <a:gd name="connsiteY49-4792" fmla="*/ 1450 h 5728"/>
                    <a:gd name="connsiteX50-4793" fmla="*/ 6333 w 6642"/>
                    <a:gd name="connsiteY50-4794" fmla="*/ 1582 h 5728"/>
                    <a:gd name="connsiteX51-4795" fmla="*/ 6220 w 6642"/>
                    <a:gd name="connsiteY51-4796" fmla="*/ 1776 h 5728"/>
                    <a:gd name="connsiteX52-4797" fmla="*/ 6101 w 6642"/>
                    <a:gd name="connsiteY52-4798" fmla="*/ 1904 h 5728"/>
                    <a:gd name="connsiteX53-4799" fmla="*/ 6094 w 6642"/>
                    <a:gd name="connsiteY53-4800" fmla="*/ 2018 h 5728"/>
                    <a:gd name="connsiteX54-4801" fmla="*/ 6154 w 6642"/>
                    <a:gd name="connsiteY54-4802" fmla="*/ 2115 h 5728"/>
                    <a:gd name="connsiteX55-4803" fmla="*/ 6256 w 6642"/>
                    <a:gd name="connsiteY55-4804" fmla="*/ 2183 h 5728"/>
                    <a:gd name="connsiteX56-4805" fmla="*/ 6333 w 6642"/>
                    <a:gd name="connsiteY56-4806" fmla="*/ 2178 h 5728"/>
                    <a:gd name="connsiteX57-4807" fmla="*/ 6378 w 6642"/>
                    <a:gd name="connsiteY57-4808" fmla="*/ 2104 h 5728"/>
                    <a:gd name="connsiteX58-4809" fmla="*/ 6412 w 6642"/>
                    <a:gd name="connsiteY58-4810" fmla="*/ 2210 h 5728"/>
                    <a:gd name="connsiteX59-4811" fmla="*/ 6300 w 6642"/>
                    <a:gd name="connsiteY59-4812" fmla="*/ 2249 h 5728"/>
                    <a:gd name="connsiteX60-4813" fmla="*/ 6347 w 6642"/>
                    <a:gd name="connsiteY60-4814" fmla="*/ 2362 h 5728"/>
                    <a:gd name="connsiteX61-4815" fmla="*/ 6212 w 6642"/>
                    <a:gd name="connsiteY61-4816" fmla="*/ 2509 h 5728"/>
                    <a:gd name="connsiteX62-4817" fmla="*/ 6171 w 6642"/>
                    <a:gd name="connsiteY62-4818" fmla="*/ 2498 h 5728"/>
                    <a:gd name="connsiteX63-4819" fmla="*/ 6047 w 6642"/>
                    <a:gd name="connsiteY63-4820" fmla="*/ 2413 h 5728"/>
                    <a:gd name="connsiteX64-4821" fmla="*/ 5992 w 6642"/>
                    <a:gd name="connsiteY64-4822" fmla="*/ 2412 h 5728"/>
                    <a:gd name="connsiteX65-4823" fmla="*/ 5957 w 6642"/>
                    <a:gd name="connsiteY65-4824" fmla="*/ 2480 h 5728"/>
                    <a:gd name="connsiteX66-4825" fmla="*/ 5960 w 6642"/>
                    <a:gd name="connsiteY66-4826" fmla="*/ 2562 h 5728"/>
                    <a:gd name="connsiteX67-4827" fmla="*/ 6138 w 6642"/>
                    <a:gd name="connsiteY67-4828" fmla="*/ 2730 h 5728"/>
                    <a:gd name="connsiteX68-4829" fmla="*/ 6137 w 6642"/>
                    <a:gd name="connsiteY68-4830" fmla="*/ 2844 h 5728"/>
                    <a:gd name="connsiteX69-4831" fmla="*/ 6228 w 6642"/>
                    <a:gd name="connsiteY69-4832" fmla="*/ 3060 h 5728"/>
                    <a:gd name="connsiteX70-4833" fmla="*/ 6254 w 6642"/>
                    <a:gd name="connsiteY70-4834" fmla="*/ 3090 h 5728"/>
                    <a:gd name="connsiteX71-4835" fmla="*/ 6298 w 6642"/>
                    <a:gd name="connsiteY71-4836" fmla="*/ 3094 h 5728"/>
                    <a:gd name="connsiteX72-4837" fmla="*/ 6344 w 6642"/>
                    <a:gd name="connsiteY72-4838" fmla="*/ 3010 h 5728"/>
                    <a:gd name="connsiteX73-4839" fmla="*/ 6424 w 6642"/>
                    <a:gd name="connsiteY73-4840" fmla="*/ 2950 h 5728"/>
                    <a:gd name="connsiteX74-4841" fmla="*/ 6519 w 6642"/>
                    <a:gd name="connsiteY74-4842" fmla="*/ 3126 h 5728"/>
                    <a:gd name="connsiteX75-4843" fmla="*/ 6629 w 6642"/>
                    <a:gd name="connsiteY75-4844" fmla="*/ 3312 h 5728"/>
                    <a:gd name="connsiteX76-4845" fmla="*/ 6642 w 6642"/>
                    <a:gd name="connsiteY76-4846" fmla="*/ 3342 h 5728"/>
                    <a:gd name="connsiteX77-4847" fmla="*/ 6631 w 6642"/>
                    <a:gd name="connsiteY77-4848" fmla="*/ 3518 h 5728"/>
                    <a:gd name="connsiteX78-4849" fmla="*/ 6596 w 6642"/>
                    <a:gd name="connsiteY78-4850" fmla="*/ 3554 h 5728"/>
                    <a:gd name="connsiteX79-4851" fmla="*/ 6507 w 6642"/>
                    <a:gd name="connsiteY79-4852" fmla="*/ 3515 h 5728"/>
                    <a:gd name="connsiteX80-4853" fmla="*/ 6273 w 6642"/>
                    <a:gd name="connsiteY80-4854" fmla="*/ 3644 h 5728"/>
                    <a:gd name="connsiteX81-4855" fmla="*/ 6247 w 6642"/>
                    <a:gd name="connsiteY81-4856" fmla="*/ 3666 h 5728"/>
                    <a:gd name="connsiteX82-4857" fmla="*/ 6067 w 6642"/>
                    <a:gd name="connsiteY82-4858" fmla="*/ 3812 h 5728"/>
                    <a:gd name="connsiteX83-4859" fmla="*/ 5926 w 6642"/>
                    <a:gd name="connsiteY83-4860" fmla="*/ 3926 h 5728"/>
                    <a:gd name="connsiteX84-4861" fmla="*/ 5891 w 6642"/>
                    <a:gd name="connsiteY84-4862" fmla="*/ 3965 h 5728"/>
                    <a:gd name="connsiteX85-4863" fmla="*/ 5839 w 6642"/>
                    <a:gd name="connsiteY85-4864" fmla="*/ 3973 h 5728"/>
                    <a:gd name="connsiteX86-4865" fmla="*/ 5782 w 6642"/>
                    <a:gd name="connsiteY86-4866" fmla="*/ 3916 h 5728"/>
                    <a:gd name="connsiteX87-4867" fmla="*/ 5658 w 6642"/>
                    <a:gd name="connsiteY87-4868" fmla="*/ 3808 h 5728"/>
                    <a:gd name="connsiteX88-4869" fmla="*/ 5682 w 6642"/>
                    <a:gd name="connsiteY88-4870" fmla="*/ 4064 h 5728"/>
                    <a:gd name="connsiteX89-4871" fmla="*/ 5691 w 6642"/>
                    <a:gd name="connsiteY89-4872" fmla="*/ 4192 h 5728"/>
                    <a:gd name="connsiteX90-4873" fmla="*/ 5429 w 6642"/>
                    <a:gd name="connsiteY90-4874" fmla="*/ 4166 h 5728"/>
                    <a:gd name="connsiteX91-4875" fmla="*/ 5347 w 6642"/>
                    <a:gd name="connsiteY91-4876" fmla="*/ 3987 h 5728"/>
                    <a:gd name="connsiteX92-4877" fmla="*/ 5265 w 6642"/>
                    <a:gd name="connsiteY92-4878" fmla="*/ 3802 h 5728"/>
                    <a:gd name="connsiteX93-4879" fmla="*/ 4634 w 6642"/>
                    <a:gd name="connsiteY93-4880" fmla="*/ 4175 h 5728"/>
                    <a:gd name="connsiteX94-4881" fmla="*/ 4569 w 6642"/>
                    <a:gd name="connsiteY94-4882" fmla="*/ 4246 h 5728"/>
                    <a:gd name="connsiteX95-4883" fmla="*/ 4506 w 6642"/>
                    <a:gd name="connsiteY95-4884" fmla="*/ 4159 h 5728"/>
                    <a:gd name="connsiteX96-4885" fmla="*/ 4541 w 6642"/>
                    <a:gd name="connsiteY96-4886" fmla="*/ 4134 h 5728"/>
                    <a:gd name="connsiteX97-4887" fmla="*/ 4408 w 6642"/>
                    <a:gd name="connsiteY97-4888" fmla="*/ 3980 h 5728"/>
                    <a:gd name="connsiteX98-4889" fmla="*/ 4340 w 6642"/>
                    <a:gd name="connsiteY98-4890" fmla="*/ 4188 h 5728"/>
                    <a:gd name="connsiteX99-4891" fmla="*/ 4282 w 6642"/>
                    <a:gd name="connsiteY99-4892" fmla="*/ 4193 h 5728"/>
                    <a:gd name="connsiteX100-4893" fmla="*/ 4260 w 6642"/>
                    <a:gd name="connsiteY100-4894" fmla="*/ 4238 h 5728"/>
                    <a:gd name="connsiteX101-4895" fmla="*/ 4231 w 6642"/>
                    <a:gd name="connsiteY101-4896" fmla="*/ 4250 h 5728"/>
                    <a:gd name="connsiteX102-4897" fmla="*/ 4230 w 6642"/>
                    <a:gd name="connsiteY102-4898" fmla="*/ 4427 h 5728"/>
                    <a:gd name="connsiteX103-4899" fmla="*/ 4290 w 6642"/>
                    <a:gd name="connsiteY103-4900" fmla="*/ 4504 h 5728"/>
                    <a:gd name="connsiteX104-4901" fmla="*/ 4293 w 6642"/>
                    <a:gd name="connsiteY104-4902" fmla="*/ 4556 h 5728"/>
                    <a:gd name="connsiteX105-4903" fmla="*/ 4257 w 6642"/>
                    <a:gd name="connsiteY105-4904" fmla="*/ 4614 h 5728"/>
                    <a:gd name="connsiteX106-4905" fmla="*/ 3992 w 6642"/>
                    <a:gd name="connsiteY106-4906" fmla="*/ 4680 h 5728"/>
                    <a:gd name="connsiteX107-4907" fmla="*/ 3857 w 6642"/>
                    <a:gd name="connsiteY107-4908" fmla="*/ 4739 h 5728"/>
                    <a:gd name="connsiteX108-4909" fmla="*/ 3815 w 6642"/>
                    <a:gd name="connsiteY108-4910" fmla="*/ 4777 h 5728"/>
                    <a:gd name="connsiteX109-4911" fmla="*/ 3616 w 6642"/>
                    <a:gd name="connsiteY109-4912" fmla="*/ 5021 h 5728"/>
                    <a:gd name="connsiteX110-4913" fmla="*/ 3543 w 6642"/>
                    <a:gd name="connsiteY110-4914" fmla="*/ 4970 h 5728"/>
                    <a:gd name="connsiteX111-4915" fmla="*/ 3460 w 6642"/>
                    <a:gd name="connsiteY111-4916" fmla="*/ 4971 h 5728"/>
                    <a:gd name="connsiteX112-4917" fmla="*/ 3424 w 6642"/>
                    <a:gd name="connsiteY112-4918" fmla="*/ 5045 h 5728"/>
                    <a:gd name="connsiteX113-4919" fmla="*/ 3313 w 6642"/>
                    <a:gd name="connsiteY113-4920" fmla="*/ 5000 h 5728"/>
                    <a:gd name="connsiteX114-4921" fmla="*/ 3235 w 6642"/>
                    <a:gd name="connsiteY114-4922" fmla="*/ 5109 h 5728"/>
                    <a:gd name="connsiteX115-4923" fmla="*/ 3013 w 6642"/>
                    <a:gd name="connsiteY115-4924" fmla="*/ 5349 h 5728"/>
                    <a:gd name="connsiteX116-4925" fmla="*/ 2993 w 6642"/>
                    <a:gd name="connsiteY116-4926" fmla="*/ 5516 h 5728"/>
                    <a:gd name="connsiteX117-4927" fmla="*/ 2976 w 6642"/>
                    <a:gd name="connsiteY117-4928" fmla="*/ 5659 h 5728"/>
                    <a:gd name="connsiteX118-4929" fmla="*/ 2960 w 6642"/>
                    <a:gd name="connsiteY118-4930" fmla="*/ 5669 h 5728"/>
                    <a:gd name="connsiteX119-4931" fmla="*/ 2638 w 6642"/>
                    <a:gd name="connsiteY119-4932" fmla="*/ 5621 h 5728"/>
                    <a:gd name="connsiteX120-4933" fmla="*/ 2536 w 6642"/>
                    <a:gd name="connsiteY120-4934" fmla="*/ 5566 h 5728"/>
                    <a:gd name="connsiteX121-4935" fmla="*/ 2482 w 6642"/>
                    <a:gd name="connsiteY121-4936" fmla="*/ 5503 h 5728"/>
                    <a:gd name="connsiteX122-4937" fmla="*/ 2377 w 6642"/>
                    <a:gd name="connsiteY122-4938" fmla="*/ 5477 h 5728"/>
                    <a:gd name="connsiteX123-4939" fmla="*/ 2377 w 6642"/>
                    <a:gd name="connsiteY123-4940" fmla="*/ 5379 h 5728"/>
                    <a:gd name="connsiteX124-4941" fmla="*/ 2481 w 6642"/>
                    <a:gd name="connsiteY124-4942" fmla="*/ 5149 h 5728"/>
                    <a:gd name="connsiteX125-4943" fmla="*/ 2341 w 6642"/>
                    <a:gd name="connsiteY125-4944" fmla="*/ 5070 h 5728"/>
                    <a:gd name="connsiteX126-4945" fmla="*/ 2299 w 6642"/>
                    <a:gd name="connsiteY126-4946" fmla="*/ 5095 h 5728"/>
                    <a:gd name="connsiteX127-4947" fmla="*/ 2209 w 6642"/>
                    <a:gd name="connsiteY127-4948" fmla="*/ 5214 h 5728"/>
                    <a:gd name="connsiteX128-4949" fmla="*/ 2177 w 6642"/>
                    <a:gd name="connsiteY128-4950" fmla="*/ 5276 h 5728"/>
                    <a:gd name="connsiteX129-4951" fmla="*/ 2115 w 6642"/>
                    <a:gd name="connsiteY129-4952" fmla="*/ 5386 h 5728"/>
                    <a:gd name="connsiteX130-4953" fmla="*/ 2121 w 6642"/>
                    <a:gd name="connsiteY130-4954" fmla="*/ 5510 h 5728"/>
                    <a:gd name="connsiteX131-4955" fmla="*/ 2082 w 6642"/>
                    <a:gd name="connsiteY131-4956" fmla="*/ 5558 h 5728"/>
                    <a:gd name="connsiteX132-4957" fmla="*/ 1951 w 6642"/>
                    <a:gd name="connsiteY132-4958" fmla="*/ 5617 h 5728"/>
                    <a:gd name="connsiteX133-4959" fmla="*/ 1785 w 6642"/>
                    <a:gd name="connsiteY133-4960" fmla="*/ 5649 h 5728"/>
                    <a:gd name="connsiteX134-4961" fmla="*/ 1682 w 6642"/>
                    <a:gd name="connsiteY134-4962" fmla="*/ 5728 h 5728"/>
                    <a:gd name="connsiteX135-4963" fmla="*/ 1568 w 6642"/>
                    <a:gd name="connsiteY135-4964" fmla="*/ 5611 h 5728"/>
                    <a:gd name="connsiteX136-4965" fmla="*/ 1508 w 6642"/>
                    <a:gd name="connsiteY136-4966" fmla="*/ 5485 h 5728"/>
                    <a:gd name="connsiteX137-4967" fmla="*/ 1630 w 6642"/>
                    <a:gd name="connsiteY137-4968" fmla="*/ 5242 h 5728"/>
                    <a:gd name="connsiteX138-4969" fmla="*/ 1685 w 6642"/>
                    <a:gd name="connsiteY138-4970" fmla="*/ 5195 h 5728"/>
                    <a:gd name="connsiteX139-4971" fmla="*/ 1730 w 6642"/>
                    <a:gd name="connsiteY139-4972" fmla="*/ 5120 h 5728"/>
                    <a:gd name="connsiteX140-4973" fmla="*/ 1727 w 6642"/>
                    <a:gd name="connsiteY140-4974" fmla="*/ 5071 h 5728"/>
                    <a:gd name="connsiteX141-4975" fmla="*/ 1530 w 6642"/>
                    <a:gd name="connsiteY141-4976" fmla="*/ 5007 h 5728"/>
                    <a:gd name="connsiteX142-4977" fmla="*/ 1459 w 6642"/>
                    <a:gd name="connsiteY142-4978" fmla="*/ 5064 h 5728"/>
                    <a:gd name="connsiteX143-4979" fmla="*/ 1353 w 6642"/>
                    <a:gd name="connsiteY143-4980" fmla="*/ 5111 h 5728"/>
                    <a:gd name="connsiteX144-4981" fmla="*/ 1290 w 6642"/>
                    <a:gd name="connsiteY144-4982" fmla="*/ 5063 h 5728"/>
                    <a:gd name="connsiteX145-4983" fmla="*/ 1052 w 6642"/>
                    <a:gd name="connsiteY145-4984" fmla="*/ 5254 h 5728"/>
                    <a:gd name="connsiteX146-4985" fmla="*/ 924 w 6642"/>
                    <a:gd name="connsiteY146-4986" fmla="*/ 5231 h 5728"/>
                    <a:gd name="connsiteX147-4987" fmla="*/ 813 w 6642"/>
                    <a:gd name="connsiteY147-4988" fmla="*/ 5097 h 5728"/>
                    <a:gd name="connsiteX148-4989" fmla="*/ 683 w 6642"/>
                    <a:gd name="connsiteY148-4990" fmla="*/ 4930 h 5728"/>
                    <a:gd name="connsiteX149-4991" fmla="*/ 572 w 6642"/>
                    <a:gd name="connsiteY149-4992" fmla="*/ 4806 h 5728"/>
                    <a:gd name="connsiteX150-4993" fmla="*/ 505 w 6642"/>
                    <a:gd name="connsiteY150-4994" fmla="*/ 4788 h 5728"/>
                    <a:gd name="connsiteX151-4995" fmla="*/ 640 w 6642"/>
                    <a:gd name="connsiteY151-4996" fmla="*/ 4631 h 5728"/>
                    <a:gd name="connsiteX152-4997" fmla="*/ 683 w 6642"/>
                    <a:gd name="connsiteY152-4998" fmla="*/ 4541 h 5728"/>
                    <a:gd name="connsiteX153-4999" fmla="*/ 651 w 6642"/>
                    <a:gd name="connsiteY153-5000" fmla="*/ 4438 h 5728"/>
                    <a:gd name="connsiteX154-5001" fmla="*/ 277 w 6642"/>
                    <a:gd name="connsiteY154-5002" fmla="*/ 4491 h 5728"/>
                    <a:gd name="connsiteX155-5003" fmla="*/ 187 w 6642"/>
                    <a:gd name="connsiteY155-5004" fmla="*/ 4518 h 5728"/>
                    <a:gd name="connsiteX156-5005" fmla="*/ 195 w 6642"/>
                    <a:gd name="connsiteY156-5006" fmla="*/ 4384 h 5728"/>
                    <a:gd name="connsiteX157-5007" fmla="*/ 147 w 6642"/>
                    <a:gd name="connsiteY157-5008" fmla="*/ 4318 h 5728"/>
                    <a:gd name="connsiteX158-5009" fmla="*/ 39 w 6642"/>
                    <a:gd name="connsiteY158-5010" fmla="*/ 4220 h 5728"/>
                    <a:gd name="connsiteX159-5011" fmla="*/ 75 w 6642"/>
                    <a:gd name="connsiteY159-5012" fmla="*/ 4093 h 5728"/>
                    <a:gd name="connsiteX160-5013" fmla="*/ 63 w 6642"/>
                    <a:gd name="connsiteY160-5014" fmla="*/ 3929 h 5728"/>
                    <a:gd name="connsiteX161-5015" fmla="*/ 0 w 6642"/>
                    <a:gd name="connsiteY161-5016" fmla="*/ 3842 h 5728"/>
                    <a:gd name="connsiteX162-5017" fmla="*/ 0 w 6642"/>
                    <a:gd name="connsiteY162-5018" fmla="*/ 3737 h 5728"/>
                    <a:gd name="connsiteX163-5019" fmla="*/ 303 w 6642"/>
                    <a:gd name="connsiteY163-5020" fmla="*/ 3824 h 5728"/>
                    <a:gd name="connsiteX164-5021" fmla="*/ 830 w 6642"/>
                    <a:gd name="connsiteY164-5022" fmla="*/ 3840 h 5728"/>
                    <a:gd name="connsiteX165-5023" fmla="*/ 1044 w 6642"/>
                    <a:gd name="connsiteY165-5024" fmla="*/ 3908 h 5728"/>
                    <a:gd name="connsiteX166-5025" fmla="*/ 1213 w 6642"/>
                    <a:gd name="connsiteY166-5026" fmla="*/ 4053 h 5728"/>
                    <a:gd name="connsiteX167-5027" fmla="*/ 1257 w 6642"/>
                    <a:gd name="connsiteY167-5028" fmla="*/ 4077 h 5728"/>
                    <a:gd name="connsiteX168-5029" fmla="*/ 1417 w 6642"/>
                    <a:gd name="connsiteY168-5030" fmla="*/ 4107 h 5728"/>
                    <a:gd name="connsiteX169-5031" fmla="*/ 1487 w 6642"/>
                    <a:gd name="connsiteY169-5032" fmla="*/ 4158 h 5728"/>
                    <a:gd name="connsiteX170-5033" fmla="*/ 1688 w 6642"/>
                    <a:gd name="connsiteY170-5034" fmla="*/ 4229 h 5728"/>
                    <a:gd name="connsiteX171-5035" fmla="*/ 1904 w 6642"/>
                    <a:gd name="connsiteY171-5036" fmla="*/ 4309 h 5728"/>
                    <a:gd name="connsiteX172-5037" fmla="*/ 2068 w 6642"/>
                    <a:gd name="connsiteY172-5038" fmla="*/ 4212 h 5728"/>
                    <a:gd name="connsiteX173-5039" fmla="*/ 2267 w 6642"/>
                    <a:gd name="connsiteY173-5040" fmla="*/ 4125 h 5728"/>
                    <a:gd name="connsiteX174-5041" fmla="*/ 2363 w 6642"/>
                    <a:gd name="connsiteY174-5042" fmla="*/ 4075 h 5728"/>
                    <a:gd name="connsiteX175-5043" fmla="*/ 2539 w 6642"/>
                    <a:gd name="connsiteY175-5044" fmla="*/ 3995 h 5728"/>
                    <a:gd name="connsiteX176-5045" fmla="*/ 2721 w 6642"/>
                    <a:gd name="connsiteY176-5046" fmla="*/ 3970 h 5728"/>
                    <a:gd name="connsiteX177-5047" fmla="*/ 3073 w 6642"/>
                    <a:gd name="connsiteY177-5048" fmla="*/ 3979 h 5728"/>
                    <a:gd name="connsiteX178-5049" fmla="*/ 3416 w 6642"/>
                    <a:gd name="connsiteY178-5050" fmla="*/ 3722 h 5728"/>
                    <a:gd name="connsiteX179-5051" fmla="*/ 3519 w 6642"/>
                    <a:gd name="connsiteY179-5052" fmla="*/ 3636 h 5728"/>
                    <a:gd name="connsiteX180-5053" fmla="*/ 3609 w 6642"/>
                    <a:gd name="connsiteY180-5054" fmla="*/ 3563 h 5728"/>
                    <a:gd name="connsiteX181-5055" fmla="*/ 3705 w 6642"/>
                    <a:gd name="connsiteY181-5056" fmla="*/ 3503 h 5728"/>
                    <a:gd name="connsiteX182-5057" fmla="*/ 3702 w 6642"/>
                    <a:gd name="connsiteY182-5058" fmla="*/ 3422 h 5728"/>
                    <a:gd name="connsiteX183-5059" fmla="*/ 3597 w 6642"/>
                    <a:gd name="connsiteY183-5060" fmla="*/ 3317 h 5728"/>
                    <a:gd name="connsiteX184-5061" fmla="*/ 3582 w 6642"/>
                    <a:gd name="connsiteY184-5062" fmla="*/ 3252 h 5728"/>
                    <a:gd name="connsiteX185-5063" fmla="*/ 3692 w 6642"/>
                    <a:gd name="connsiteY185-5064" fmla="*/ 3012 h 5728"/>
                    <a:gd name="connsiteX186-5065" fmla="*/ 3835 w 6642"/>
                    <a:gd name="connsiteY186-5066" fmla="*/ 3094 h 5728"/>
                    <a:gd name="connsiteX187-5067" fmla="*/ 3915 w 6642"/>
                    <a:gd name="connsiteY187-5068" fmla="*/ 3122 h 5728"/>
                    <a:gd name="connsiteX188-5069" fmla="*/ 3998 w 6642"/>
                    <a:gd name="connsiteY188-5070" fmla="*/ 3124 h 5728"/>
                    <a:gd name="connsiteX0-5071" fmla="*/ 5456 w 6642"/>
                    <a:gd name="connsiteY0-5072" fmla="*/ 2333 h 5728"/>
                    <a:gd name="connsiteX1-5073" fmla="*/ 5454 w 6642"/>
                    <a:gd name="connsiteY1-5074" fmla="*/ 2117 h 5728"/>
                    <a:gd name="connsiteX2-5075" fmla="*/ 5378 w 6642"/>
                    <a:gd name="connsiteY2-5076" fmla="*/ 2039 h 5728"/>
                    <a:gd name="connsiteX3-5077" fmla="*/ 5235 w 6642"/>
                    <a:gd name="connsiteY3-5078" fmla="*/ 1951 h 5728"/>
                    <a:gd name="connsiteX4-5079" fmla="*/ 5143 w 6642"/>
                    <a:gd name="connsiteY4-5080" fmla="*/ 1827 h 5728"/>
                    <a:gd name="connsiteX5-5081" fmla="*/ 5047 w 6642"/>
                    <a:gd name="connsiteY5-5082" fmla="*/ 1828 h 5728"/>
                    <a:gd name="connsiteX6-5083" fmla="*/ 5002 w 6642"/>
                    <a:gd name="connsiteY6-5084" fmla="*/ 1883 h 5728"/>
                    <a:gd name="connsiteX7-5085" fmla="*/ 4909 w 6642"/>
                    <a:gd name="connsiteY7-5086" fmla="*/ 1877 h 5728"/>
                    <a:gd name="connsiteX8-5087" fmla="*/ 4889 w 6642"/>
                    <a:gd name="connsiteY8-5088" fmla="*/ 1994 h 5728"/>
                    <a:gd name="connsiteX9-5089" fmla="*/ 4708 w 6642"/>
                    <a:gd name="connsiteY9-5090" fmla="*/ 1941 h 5728"/>
                    <a:gd name="connsiteX10-5091" fmla="*/ 4625 w 6642"/>
                    <a:gd name="connsiteY10-5092" fmla="*/ 1939 h 5728"/>
                    <a:gd name="connsiteX11-5093" fmla="*/ 4500 w 6642"/>
                    <a:gd name="connsiteY11-5094" fmla="*/ 2014 h 5728"/>
                    <a:gd name="connsiteX12-5095" fmla="*/ 4388 w 6642"/>
                    <a:gd name="connsiteY12-5096" fmla="*/ 1890 h 5728"/>
                    <a:gd name="connsiteX13-5097" fmla="*/ 4482 w 6642"/>
                    <a:gd name="connsiteY13-5098" fmla="*/ 1804 h 5728"/>
                    <a:gd name="connsiteX14-5099" fmla="*/ 4486 w 6642"/>
                    <a:gd name="connsiteY14-5100" fmla="*/ 1634 h 5728"/>
                    <a:gd name="connsiteX15-5101" fmla="*/ 4541 w 6642"/>
                    <a:gd name="connsiteY15-5102" fmla="*/ 1514 h 5728"/>
                    <a:gd name="connsiteX16-5103" fmla="*/ 4584 w 6642"/>
                    <a:gd name="connsiteY16-5104" fmla="*/ 1306 h 5728"/>
                    <a:gd name="connsiteX17-5105" fmla="*/ 4644 w 6642"/>
                    <a:gd name="connsiteY17-5106" fmla="*/ 1307 h 5728"/>
                    <a:gd name="connsiteX18-5107" fmla="*/ 4967 w 6642"/>
                    <a:gd name="connsiteY18-5108" fmla="*/ 1286 h 5728"/>
                    <a:gd name="connsiteX19-5109" fmla="*/ 5141 w 6642"/>
                    <a:gd name="connsiteY19-5110" fmla="*/ 1117 h 5728"/>
                    <a:gd name="connsiteX20-5111" fmla="*/ 5210 w 6642"/>
                    <a:gd name="connsiteY20-5112" fmla="*/ 748 h 5728"/>
                    <a:gd name="connsiteX21-5113" fmla="*/ 5320 w 6642"/>
                    <a:gd name="connsiteY21-5114" fmla="*/ 486 h 5728"/>
                    <a:gd name="connsiteX22-5115" fmla="*/ 5318 w 6642"/>
                    <a:gd name="connsiteY22-5116" fmla="*/ 358 h 5728"/>
                    <a:gd name="connsiteX23-5117" fmla="*/ 5305 w 6642"/>
                    <a:gd name="connsiteY23-5118" fmla="*/ 328 h 5728"/>
                    <a:gd name="connsiteX24-5119" fmla="*/ 5238 w 6642"/>
                    <a:gd name="connsiteY24-5120" fmla="*/ 251 h 5728"/>
                    <a:gd name="connsiteX25-5121" fmla="*/ 5178 w 6642"/>
                    <a:gd name="connsiteY25-5122" fmla="*/ 217 h 5728"/>
                    <a:gd name="connsiteX26-5123" fmla="*/ 5303 w 6642"/>
                    <a:gd name="connsiteY26-5124" fmla="*/ 56 h 5728"/>
                    <a:gd name="connsiteX27-5125" fmla="*/ 5476 w 6642"/>
                    <a:gd name="connsiteY27-5126" fmla="*/ 2 h 5728"/>
                    <a:gd name="connsiteX28-5127" fmla="*/ 5508 w 6642"/>
                    <a:gd name="connsiteY28-5128" fmla="*/ 49 h 5728"/>
                    <a:gd name="connsiteX29-5129" fmla="*/ 5498 w 6642"/>
                    <a:gd name="connsiteY29-5130" fmla="*/ 133 h 5728"/>
                    <a:gd name="connsiteX30-5131" fmla="*/ 5437 w 6642"/>
                    <a:gd name="connsiteY30-5132" fmla="*/ 243 h 5728"/>
                    <a:gd name="connsiteX31-5133" fmla="*/ 5507 w 6642"/>
                    <a:gd name="connsiteY31-5134" fmla="*/ 301 h 5728"/>
                    <a:gd name="connsiteX32-5135" fmla="*/ 5621 w 6642"/>
                    <a:gd name="connsiteY32-5136" fmla="*/ 366 h 5728"/>
                    <a:gd name="connsiteX33-5137" fmla="*/ 5641 w 6642"/>
                    <a:gd name="connsiteY33-5138" fmla="*/ 255 h 5728"/>
                    <a:gd name="connsiteX34-5139" fmla="*/ 5775 w 6642"/>
                    <a:gd name="connsiteY34-5140" fmla="*/ 291 h 5728"/>
                    <a:gd name="connsiteX35-5141" fmla="*/ 5800 w 6642"/>
                    <a:gd name="connsiteY35-5142" fmla="*/ 331 h 5728"/>
                    <a:gd name="connsiteX36-5143" fmla="*/ 5876 w 6642"/>
                    <a:gd name="connsiteY36-5144" fmla="*/ 562 h 5728"/>
                    <a:gd name="connsiteX37-5145" fmla="*/ 5911 w 6642"/>
                    <a:gd name="connsiteY37-5146" fmla="*/ 586 h 5728"/>
                    <a:gd name="connsiteX38-5147" fmla="*/ 6003 w 6642"/>
                    <a:gd name="connsiteY38-5148" fmla="*/ 578 h 5728"/>
                    <a:gd name="connsiteX39-5149" fmla="*/ 6263 w 6642"/>
                    <a:gd name="connsiteY39-5150" fmla="*/ 490 h 5728"/>
                    <a:gd name="connsiteX40-5151" fmla="*/ 6483 w 6642"/>
                    <a:gd name="connsiteY40-5152" fmla="*/ 479 h 5728"/>
                    <a:gd name="connsiteX41-5153" fmla="*/ 6543 w 6642"/>
                    <a:gd name="connsiteY41-5154" fmla="*/ 648 h 5728"/>
                    <a:gd name="connsiteX42-5155" fmla="*/ 6461 w 6642"/>
                    <a:gd name="connsiteY42-5156" fmla="*/ 944 h 5728"/>
                    <a:gd name="connsiteX43-5157" fmla="*/ 6461 w 6642"/>
                    <a:gd name="connsiteY43-5158" fmla="*/ 1022 h 5728"/>
                    <a:gd name="connsiteX44-5159" fmla="*/ 6530 w 6642"/>
                    <a:gd name="connsiteY44-5160" fmla="*/ 1168 h 5728"/>
                    <a:gd name="connsiteX45-5161" fmla="*/ 6545 w 6642"/>
                    <a:gd name="connsiteY45-5162" fmla="*/ 1427 h 5728"/>
                    <a:gd name="connsiteX46-5163" fmla="*/ 6547 w 6642"/>
                    <a:gd name="connsiteY46-5164" fmla="*/ 1617 h 5728"/>
                    <a:gd name="connsiteX47-5165" fmla="*/ 6480 w 6642"/>
                    <a:gd name="connsiteY47-5166" fmla="*/ 1625 h 5728"/>
                    <a:gd name="connsiteX48-5167" fmla="*/ 6458 w 6642"/>
                    <a:gd name="connsiteY48-5168" fmla="*/ 1507 h 5728"/>
                    <a:gd name="connsiteX49-5169" fmla="*/ 6423 w 6642"/>
                    <a:gd name="connsiteY49-5170" fmla="*/ 1450 h 5728"/>
                    <a:gd name="connsiteX50-5171" fmla="*/ 6333 w 6642"/>
                    <a:gd name="connsiteY50-5172" fmla="*/ 1582 h 5728"/>
                    <a:gd name="connsiteX51-5173" fmla="*/ 6220 w 6642"/>
                    <a:gd name="connsiteY51-5174" fmla="*/ 1776 h 5728"/>
                    <a:gd name="connsiteX52-5175" fmla="*/ 6101 w 6642"/>
                    <a:gd name="connsiteY52-5176" fmla="*/ 1904 h 5728"/>
                    <a:gd name="connsiteX53-5177" fmla="*/ 6094 w 6642"/>
                    <a:gd name="connsiteY53-5178" fmla="*/ 2018 h 5728"/>
                    <a:gd name="connsiteX54-5179" fmla="*/ 6154 w 6642"/>
                    <a:gd name="connsiteY54-5180" fmla="*/ 2115 h 5728"/>
                    <a:gd name="connsiteX55-5181" fmla="*/ 6256 w 6642"/>
                    <a:gd name="connsiteY55-5182" fmla="*/ 2183 h 5728"/>
                    <a:gd name="connsiteX56-5183" fmla="*/ 6333 w 6642"/>
                    <a:gd name="connsiteY56-5184" fmla="*/ 2178 h 5728"/>
                    <a:gd name="connsiteX57-5185" fmla="*/ 6378 w 6642"/>
                    <a:gd name="connsiteY57-5186" fmla="*/ 2104 h 5728"/>
                    <a:gd name="connsiteX58-5187" fmla="*/ 6412 w 6642"/>
                    <a:gd name="connsiteY58-5188" fmla="*/ 2210 h 5728"/>
                    <a:gd name="connsiteX59-5189" fmla="*/ 6300 w 6642"/>
                    <a:gd name="connsiteY59-5190" fmla="*/ 2249 h 5728"/>
                    <a:gd name="connsiteX60-5191" fmla="*/ 6347 w 6642"/>
                    <a:gd name="connsiteY60-5192" fmla="*/ 2362 h 5728"/>
                    <a:gd name="connsiteX61-5193" fmla="*/ 6212 w 6642"/>
                    <a:gd name="connsiteY61-5194" fmla="*/ 2509 h 5728"/>
                    <a:gd name="connsiteX62-5195" fmla="*/ 6171 w 6642"/>
                    <a:gd name="connsiteY62-5196" fmla="*/ 2498 h 5728"/>
                    <a:gd name="connsiteX63-5197" fmla="*/ 6047 w 6642"/>
                    <a:gd name="connsiteY63-5198" fmla="*/ 2413 h 5728"/>
                    <a:gd name="connsiteX64-5199" fmla="*/ 5992 w 6642"/>
                    <a:gd name="connsiteY64-5200" fmla="*/ 2412 h 5728"/>
                    <a:gd name="connsiteX65-5201" fmla="*/ 5957 w 6642"/>
                    <a:gd name="connsiteY65-5202" fmla="*/ 2480 h 5728"/>
                    <a:gd name="connsiteX66-5203" fmla="*/ 5960 w 6642"/>
                    <a:gd name="connsiteY66-5204" fmla="*/ 2562 h 5728"/>
                    <a:gd name="connsiteX67-5205" fmla="*/ 6138 w 6642"/>
                    <a:gd name="connsiteY67-5206" fmla="*/ 2730 h 5728"/>
                    <a:gd name="connsiteX68-5207" fmla="*/ 6137 w 6642"/>
                    <a:gd name="connsiteY68-5208" fmla="*/ 2844 h 5728"/>
                    <a:gd name="connsiteX69-5209" fmla="*/ 6228 w 6642"/>
                    <a:gd name="connsiteY69-5210" fmla="*/ 3060 h 5728"/>
                    <a:gd name="connsiteX70-5211" fmla="*/ 6254 w 6642"/>
                    <a:gd name="connsiteY70-5212" fmla="*/ 3090 h 5728"/>
                    <a:gd name="connsiteX71-5213" fmla="*/ 6298 w 6642"/>
                    <a:gd name="connsiteY71-5214" fmla="*/ 3094 h 5728"/>
                    <a:gd name="connsiteX72-5215" fmla="*/ 6344 w 6642"/>
                    <a:gd name="connsiteY72-5216" fmla="*/ 3010 h 5728"/>
                    <a:gd name="connsiteX73-5217" fmla="*/ 6424 w 6642"/>
                    <a:gd name="connsiteY73-5218" fmla="*/ 2950 h 5728"/>
                    <a:gd name="connsiteX74-5219" fmla="*/ 6519 w 6642"/>
                    <a:gd name="connsiteY74-5220" fmla="*/ 3126 h 5728"/>
                    <a:gd name="connsiteX75-5221" fmla="*/ 6629 w 6642"/>
                    <a:gd name="connsiteY75-5222" fmla="*/ 3312 h 5728"/>
                    <a:gd name="connsiteX76-5223" fmla="*/ 6642 w 6642"/>
                    <a:gd name="connsiteY76-5224" fmla="*/ 3342 h 5728"/>
                    <a:gd name="connsiteX77-5225" fmla="*/ 6631 w 6642"/>
                    <a:gd name="connsiteY77-5226" fmla="*/ 3518 h 5728"/>
                    <a:gd name="connsiteX78-5227" fmla="*/ 6596 w 6642"/>
                    <a:gd name="connsiteY78-5228" fmla="*/ 3554 h 5728"/>
                    <a:gd name="connsiteX79-5229" fmla="*/ 6507 w 6642"/>
                    <a:gd name="connsiteY79-5230" fmla="*/ 3515 h 5728"/>
                    <a:gd name="connsiteX80-5231" fmla="*/ 6273 w 6642"/>
                    <a:gd name="connsiteY80-5232" fmla="*/ 3644 h 5728"/>
                    <a:gd name="connsiteX81-5233" fmla="*/ 6247 w 6642"/>
                    <a:gd name="connsiteY81-5234" fmla="*/ 3666 h 5728"/>
                    <a:gd name="connsiteX82-5235" fmla="*/ 6067 w 6642"/>
                    <a:gd name="connsiteY82-5236" fmla="*/ 3812 h 5728"/>
                    <a:gd name="connsiteX83-5237" fmla="*/ 5926 w 6642"/>
                    <a:gd name="connsiteY83-5238" fmla="*/ 3926 h 5728"/>
                    <a:gd name="connsiteX84-5239" fmla="*/ 5891 w 6642"/>
                    <a:gd name="connsiteY84-5240" fmla="*/ 3965 h 5728"/>
                    <a:gd name="connsiteX85-5241" fmla="*/ 5839 w 6642"/>
                    <a:gd name="connsiteY85-5242" fmla="*/ 3973 h 5728"/>
                    <a:gd name="connsiteX86-5243" fmla="*/ 5782 w 6642"/>
                    <a:gd name="connsiteY86-5244" fmla="*/ 3916 h 5728"/>
                    <a:gd name="connsiteX87-5245" fmla="*/ 5658 w 6642"/>
                    <a:gd name="connsiteY87-5246" fmla="*/ 3808 h 5728"/>
                    <a:gd name="connsiteX88-5247" fmla="*/ 5682 w 6642"/>
                    <a:gd name="connsiteY88-5248" fmla="*/ 4064 h 5728"/>
                    <a:gd name="connsiteX89-5249" fmla="*/ 5691 w 6642"/>
                    <a:gd name="connsiteY89-5250" fmla="*/ 4192 h 5728"/>
                    <a:gd name="connsiteX90-5251" fmla="*/ 5429 w 6642"/>
                    <a:gd name="connsiteY90-5252" fmla="*/ 4166 h 5728"/>
                    <a:gd name="connsiteX91-5253" fmla="*/ 5347 w 6642"/>
                    <a:gd name="connsiteY91-5254" fmla="*/ 3987 h 5728"/>
                    <a:gd name="connsiteX92-5255" fmla="*/ 5265 w 6642"/>
                    <a:gd name="connsiteY92-5256" fmla="*/ 3802 h 5728"/>
                    <a:gd name="connsiteX93-5257" fmla="*/ 4569 w 6642"/>
                    <a:gd name="connsiteY93-5258" fmla="*/ 4246 h 5728"/>
                    <a:gd name="connsiteX94-5259" fmla="*/ 4506 w 6642"/>
                    <a:gd name="connsiteY94-5260" fmla="*/ 4159 h 5728"/>
                    <a:gd name="connsiteX95-5261" fmla="*/ 4541 w 6642"/>
                    <a:gd name="connsiteY95-5262" fmla="*/ 4134 h 5728"/>
                    <a:gd name="connsiteX96-5263" fmla="*/ 4408 w 6642"/>
                    <a:gd name="connsiteY96-5264" fmla="*/ 3980 h 5728"/>
                    <a:gd name="connsiteX97-5265" fmla="*/ 4340 w 6642"/>
                    <a:gd name="connsiteY97-5266" fmla="*/ 4188 h 5728"/>
                    <a:gd name="connsiteX98-5267" fmla="*/ 4282 w 6642"/>
                    <a:gd name="connsiteY98-5268" fmla="*/ 4193 h 5728"/>
                    <a:gd name="connsiteX99-5269" fmla="*/ 4260 w 6642"/>
                    <a:gd name="connsiteY99-5270" fmla="*/ 4238 h 5728"/>
                    <a:gd name="connsiteX100-5271" fmla="*/ 4231 w 6642"/>
                    <a:gd name="connsiteY100-5272" fmla="*/ 4250 h 5728"/>
                    <a:gd name="connsiteX101-5273" fmla="*/ 4230 w 6642"/>
                    <a:gd name="connsiteY101-5274" fmla="*/ 4427 h 5728"/>
                    <a:gd name="connsiteX102-5275" fmla="*/ 4290 w 6642"/>
                    <a:gd name="connsiteY102-5276" fmla="*/ 4504 h 5728"/>
                    <a:gd name="connsiteX103-5277" fmla="*/ 4293 w 6642"/>
                    <a:gd name="connsiteY103-5278" fmla="*/ 4556 h 5728"/>
                    <a:gd name="connsiteX104-5279" fmla="*/ 4257 w 6642"/>
                    <a:gd name="connsiteY104-5280" fmla="*/ 4614 h 5728"/>
                    <a:gd name="connsiteX105-5281" fmla="*/ 3992 w 6642"/>
                    <a:gd name="connsiteY105-5282" fmla="*/ 4680 h 5728"/>
                    <a:gd name="connsiteX106-5283" fmla="*/ 3857 w 6642"/>
                    <a:gd name="connsiteY106-5284" fmla="*/ 4739 h 5728"/>
                    <a:gd name="connsiteX107-5285" fmla="*/ 3815 w 6642"/>
                    <a:gd name="connsiteY107-5286" fmla="*/ 4777 h 5728"/>
                    <a:gd name="connsiteX108-5287" fmla="*/ 3616 w 6642"/>
                    <a:gd name="connsiteY108-5288" fmla="*/ 5021 h 5728"/>
                    <a:gd name="connsiteX109-5289" fmla="*/ 3543 w 6642"/>
                    <a:gd name="connsiteY109-5290" fmla="*/ 4970 h 5728"/>
                    <a:gd name="connsiteX110-5291" fmla="*/ 3460 w 6642"/>
                    <a:gd name="connsiteY110-5292" fmla="*/ 4971 h 5728"/>
                    <a:gd name="connsiteX111-5293" fmla="*/ 3424 w 6642"/>
                    <a:gd name="connsiteY111-5294" fmla="*/ 5045 h 5728"/>
                    <a:gd name="connsiteX112-5295" fmla="*/ 3313 w 6642"/>
                    <a:gd name="connsiteY112-5296" fmla="*/ 5000 h 5728"/>
                    <a:gd name="connsiteX113-5297" fmla="*/ 3235 w 6642"/>
                    <a:gd name="connsiteY113-5298" fmla="*/ 5109 h 5728"/>
                    <a:gd name="connsiteX114-5299" fmla="*/ 3013 w 6642"/>
                    <a:gd name="connsiteY114-5300" fmla="*/ 5349 h 5728"/>
                    <a:gd name="connsiteX115-5301" fmla="*/ 2993 w 6642"/>
                    <a:gd name="connsiteY115-5302" fmla="*/ 5516 h 5728"/>
                    <a:gd name="connsiteX116-5303" fmla="*/ 2976 w 6642"/>
                    <a:gd name="connsiteY116-5304" fmla="*/ 5659 h 5728"/>
                    <a:gd name="connsiteX117-5305" fmla="*/ 2960 w 6642"/>
                    <a:gd name="connsiteY117-5306" fmla="*/ 5669 h 5728"/>
                    <a:gd name="connsiteX118-5307" fmla="*/ 2638 w 6642"/>
                    <a:gd name="connsiteY118-5308" fmla="*/ 5621 h 5728"/>
                    <a:gd name="connsiteX119-5309" fmla="*/ 2536 w 6642"/>
                    <a:gd name="connsiteY119-5310" fmla="*/ 5566 h 5728"/>
                    <a:gd name="connsiteX120-5311" fmla="*/ 2482 w 6642"/>
                    <a:gd name="connsiteY120-5312" fmla="*/ 5503 h 5728"/>
                    <a:gd name="connsiteX121-5313" fmla="*/ 2377 w 6642"/>
                    <a:gd name="connsiteY121-5314" fmla="*/ 5477 h 5728"/>
                    <a:gd name="connsiteX122-5315" fmla="*/ 2377 w 6642"/>
                    <a:gd name="connsiteY122-5316" fmla="*/ 5379 h 5728"/>
                    <a:gd name="connsiteX123-5317" fmla="*/ 2481 w 6642"/>
                    <a:gd name="connsiteY123-5318" fmla="*/ 5149 h 5728"/>
                    <a:gd name="connsiteX124-5319" fmla="*/ 2341 w 6642"/>
                    <a:gd name="connsiteY124-5320" fmla="*/ 5070 h 5728"/>
                    <a:gd name="connsiteX125-5321" fmla="*/ 2299 w 6642"/>
                    <a:gd name="connsiteY125-5322" fmla="*/ 5095 h 5728"/>
                    <a:gd name="connsiteX126-5323" fmla="*/ 2209 w 6642"/>
                    <a:gd name="connsiteY126-5324" fmla="*/ 5214 h 5728"/>
                    <a:gd name="connsiteX127-5325" fmla="*/ 2177 w 6642"/>
                    <a:gd name="connsiteY127-5326" fmla="*/ 5276 h 5728"/>
                    <a:gd name="connsiteX128-5327" fmla="*/ 2115 w 6642"/>
                    <a:gd name="connsiteY128-5328" fmla="*/ 5386 h 5728"/>
                    <a:gd name="connsiteX129-5329" fmla="*/ 2121 w 6642"/>
                    <a:gd name="connsiteY129-5330" fmla="*/ 5510 h 5728"/>
                    <a:gd name="connsiteX130-5331" fmla="*/ 2082 w 6642"/>
                    <a:gd name="connsiteY130-5332" fmla="*/ 5558 h 5728"/>
                    <a:gd name="connsiteX131-5333" fmla="*/ 1951 w 6642"/>
                    <a:gd name="connsiteY131-5334" fmla="*/ 5617 h 5728"/>
                    <a:gd name="connsiteX132-5335" fmla="*/ 1785 w 6642"/>
                    <a:gd name="connsiteY132-5336" fmla="*/ 5649 h 5728"/>
                    <a:gd name="connsiteX133-5337" fmla="*/ 1682 w 6642"/>
                    <a:gd name="connsiteY133-5338" fmla="*/ 5728 h 5728"/>
                    <a:gd name="connsiteX134-5339" fmla="*/ 1568 w 6642"/>
                    <a:gd name="connsiteY134-5340" fmla="*/ 5611 h 5728"/>
                    <a:gd name="connsiteX135-5341" fmla="*/ 1508 w 6642"/>
                    <a:gd name="connsiteY135-5342" fmla="*/ 5485 h 5728"/>
                    <a:gd name="connsiteX136-5343" fmla="*/ 1630 w 6642"/>
                    <a:gd name="connsiteY136-5344" fmla="*/ 5242 h 5728"/>
                    <a:gd name="connsiteX137-5345" fmla="*/ 1685 w 6642"/>
                    <a:gd name="connsiteY137-5346" fmla="*/ 5195 h 5728"/>
                    <a:gd name="connsiteX138-5347" fmla="*/ 1730 w 6642"/>
                    <a:gd name="connsiteY138-5348" fmla="*/ 5120 h 5728"/>
                    <a:gd name="connsiteX139-5349" fmla="*/ 1727 w 6642"/>
                    <a:gd name="connsiteY139-5350" fmla="*/ 5071 h 5728"/>
                    <a:gd name="connsiteX140-5351" fmla="*/ 1530 w 6642"/>
                    <a:gd name="connsiteY140-5352" fmla="*/ 5007 h 5728"/>
                    <a:gd name="connsiteX141-5353" fmla="*/ 1459 w 6642"/>
                    <a:gd name="connsiteY141-5354" fmla="*/ 5064 h 5728"/>
                    <a:gd name="connsiteX142-5355" fmla="*/ 1353 w 6642"/>
                    <a:gd name="connsiteY142-5356" fmla="*/ 5111 h 5728"/>
                    <a:gd name="connsiteX143-5357" fmla="*/ 1290 w 6642"/>
                    <a:gd name="connsiteY143-5358" fmla="*/ 5063 h 5728"/>
                    <a:gd name="connsiteX144-5359" fmla="*/ 1052 w 6642"/>
                    <a:gd name="connsiteY144-5360" fmla="*/ 5254 h 5728"/>
                    <a:gd name="connsiteX145-5361" fmla="*/ 924 w 6642"/>
                    <a:gd name="connsiteY145-5362" fmla="*/ 5231 h 5728"/>
                    <a:gd name="connsiteX146-5363" fmla="*/ 813 w 6642"/>
                    <a:gd name="connsiteY146-5364" fmla="*/ 5097 h 5728"/>
                    <a:gd name="connsiteX147-5365" fmla="*/ 683 w 6642"/>
                    <a:gd name="connsiteY147-5366" fmla="*/ 4930 h 5728"/>
                    <a:gd name="connsiteX148-5367" fmla="*/ 572 w 6642"/>
                    <a:gd name="connsiteY148-5368" fmla="*/ 4806 h 5728"/>
                    <a:gd name="connsiteX149-5369" fmla="*/ 505 w 6642"/>
                    <a:gd name="connsiteY149-5370" fmla="*/ 4788 h 5728"/>
                    <a:gd name="connsiteX150-5371" fmla="*/ 640 w 6642"/>
                    <a:gd name="connsiteY150-5372" fmla="*/ 4631 h 5728"/>
                    <a:gd name="connsiteX151-5373" fmla="*/ 683 w 6642"/>
                    <a:gd name="connsiteY151-5374" fmla="*/ 4541 h 5728"/>
                    <a:gd name="connsiteX152-5375" fmla="*/ 651 w 6642"/>
                    <a:gd name="connsiteY152-5376" fmla="*/ 4438 h 5728"/>
                    <a:gd name="connsiteX153-5377" fmla="*/ 277 w 6642"/>
                    <a:gd name="connsiteY153-5378" fmla="*/ 4491 h 5728"/>
                    <a:gd name="connsiteX154-5379" fmla="*/ 187 w 6642"/>
                    <a:gd name="connsiteY154-5380" fmla="*/ 4518 h 5728"/>
                    <a:gd name="connsiteX155-5381" fmla="*/ 195 w 6642"/>
                    <a:gd name="connsiteY155-5382" fmla="*/ 4384 h 5728"/>
                    <a:gd name="connsiteX156-5383" fmla="*/ 147 w 6642"/>
                    <a:gd name="connsiteY156-5384" fmla="*/ 4318 h 5728"/>
                    <a:gd name="connsiteX157-5385" fmla="*/ 39 w 6642"/>
                    <a:gd name="connsiteY157-5386" fmla="*/ 4220 h 5728"/>
                    <a:gd name="connsiteX158-5387" fmla="*/ 75 w 6642"/>
                    <a:gd name="connsiteY158-5388" fmla="*/ 4093 h 5728"/>
                    <a:gd name="connsiteX159-5389" fmla="*/ 63 w 6642"/>
                    <a:gd name="connsiteY159-5390" fmla="*/ 3929 h 5728"/>
                    <a:gd name="connsiteX160-5391" fmla="*/ 0 w 6642"/>
                    <a:gd name="connsiteY160-5392" fmla="*/ 3842 h 5728"/>
                    <a:gd name="connsiteX161-5393" fmla="*/ 0 w 6642"/>
                    <a:gd name="connsiteY161-5394" fmla="*/ 3737 h 5728"/>
                    <a:gd name="connsiteX162-5395" fmla="*/ 303 w 6642"/>
                    <a:gd name="connsiteY162-5396" fmla="*/ 3824 h 5728"/>
                    <a:gd name="connsiteX163-5397" fmla="*/ 830 w 6642"/>
                    <a:gd name="connsiteY163-5398" fmla="*/ 3840 h 5728"/>
                    <a:gd name="connsiteX164-5399" fmla="*/ 1044 w 6642"/>
                    <a:gd name="connsiteY164-5400" fmla="*/ 3908 h 5728"/>
                    <a:gd name="connsiteX165-5401" fmla="*/ 1213 w 6642"/>
                    <a:gd name="connsiteY165-5402" fmla="*/ 4053 h 5728"/>
                    <a:gd name="connsiteX166-5403" fmla="*/ 1257 w 6642"/>
                    <a:gd name="connsiteY166-5404" fmla="*/ 4077 h 5728"/>
                    <a:gd name="connsiteX167-5405" fmla="*/ 1417 w 6642"/>
                    <a:gd name="connsiteY167-5406" fmla="*/ 4107 h 5728"/>
                    <a:gd name="connsiteX168-5407" fmla="*/ 1487 w 6642"/>
                    <a:gd name="connsiteY168-5408" fmla="*/ 4158 h 5728"/>
                    <a:gd name="connsiteX169-5409" fmla="*/ 1688 w 6642"/>
                    <a:gd name="connsiteY169-5410" fmla="*/ 4229 h 5728"/>
                    <a:gd name="connsiteX170-5411" fmla="*/ 1904 w 6642"/>
                    <a:gd name="connsiteY170-5412" fmla="*/ 4309 h 5728"/>
                    <a:gd name="connsiteX171-5413" fmla="*/ 2068 w 6642"/>
                    <a:gd name="connsiteY171-5414" fmla="*/ 4212 h 5728"/>
                    <a:gd name="connsiteX172-5415" fmla="*/ 2267 w 6642"/>
                    <a:gd name="connsiteY172-5416" fmla="*/ 4125 h 5728"/>
                    <a:gd name="connsiteX173-5417" fmla="*/ 2363 w 6642"/>
                    <a:gd name="connsiteY173-5418" fmla="*/ 4075 h 5728"/>
                    <a:gd name="connsiteX174-5419" fmla="*/ 2539 w 6642"/>
                    <a:gd name="connsiteY174-5420" fmla="*/ 3995 h 5728"/>
                    <a:gd name="connsiteX175-5421" fmla="*/ 2721 w 6642"/>
                    <a:gd name="connsiteY175-5422" fmla="*/ 3970 h 5728"/>
                    <a:gd name="connsiteX176-5423" fmla="*/ 3073 w 6642"/>
                    <a:gd name="connsiteY176-5424" fmla="*/ 3979 h 5728"/>
                    <a:gd name="connsiteX177-5425" fmla="*/ 3416 w 6642"/>
                    <a:gd name="connsiteY177-5426" fmla="*/ 3722 h 5728"/>
                    <a:gd name="connsiteX178-5427" fmla="*/ 3519 w 6642"/>
                    <a:gd name="connsiteY178-5428" fmla="*/ 3636 h 5728"/>
                    <a:gd name="connsiteX179-5429" fmla="*/ 3609 w 6642"/>
                    <a:gd name="connsiteY179-5430" fmla="*/ 3563 h 5728"/>
                    <a:gd name="connsiteX180-5431" fmla="*/ 3705 w 6642"/>
                    <a:gd name="connsiteY180-5432" fmla="*/ 3503 h 5728"/>
                    <a:gd name="connsiteX181-5433" fmla="*/ 3702 w 6642"/>
                    <a:gd name="connsiteY181-5434" fmla="*/ 3422 h 5728"/>
                    <a:gd name="connsiteX182-5435" fmla="*/ 3597 w 6642"/>
                    <a:gd name="connsiteY182-5436" fmla="*/ 3317 h 5728"/>
                    <a:gd name="connsiteX183-5437" fmla="*/ 3582 w 6642"/>
                    <a:gd name="connsiteY183-5438" fmla="*/ 3252 h 5728"/>
                    <a:gd name="connsiteX184-5439" fmla="*/ 3692 w 6642"/>
                    <a:gd name="connsiteY184-5440" fmla="*/ 3012 h 5728"/>
                    <a:gd name="connsiteX185-5441" fmla="*/ 3835 w 6642"/>
                    <a:gd name="connsiteY185-5442" fmla="*/ 3094 h 5728"/>
                    <a:gd name="connsiteX186-5443" fmla="*/ 3915 w 6642"/>
                    <a:gd name="connsiteY186-5444" fmla="*/ 3122 h 5728"/>
                    <a:gd name="connsiteX187-5445" fmla="*/ 3998 w 6642"/>
                    <a:gd name="connsiteY187-5446" fmla="*/ 3124 h 5728"/>
                    <a:gd name="connsiteX0-5447" fmla="*/ 5456 w 6642"/>
                    <a:gd name="connsiteY0-5448" fmla="*/ 2333 h 5728"/>
                    <a:gd name="connsiteX1-5449" fmla="*/ 5454 w 6642"/>
                    <a:gd name="connsiteY1-5450" fmla="*/ 2117 h 5728"/>
                    <a:gd name="connsiteX2-5451" fmla="*/ 5378 w 6642"/>
                    <a:gd name="connsiteY2-5452" fmla="*/ 2039 h 5728"/>
                    <a:gd name="connsiteX3-5453" fmla="*/ 5235 w 6642"/>
                    <a:gd name="connsiteY3-5454" fmla="*/ 1951 h 5728"/>
                    <a:gd name="connsiteX4-5455" fmla="*/ 5143 w 6642"/>
                    <a:gd name="connsiteY4-5456" fmla="*/ 1827 h 5728"/>
                    <a:gd name="connsiteX5-5457" fmla="*/ 5047 w 6642"/>
                    <a:gd name="connsiteY5-5458" fmla="*/ 1828 h 5728"/>
                    <a:gd name="connsiteX6-5459" fmla="*/ 5002 w 6642"/>
                    <a:gd name="connsiteY6-5460" fmla="*/ 1883 h 5728"/>
                    <a:gd name="connsiteX7-5461" fmla="*/ 4909 w 6642"/>
                    <a:gd name="connsiteY7-5462" fmla="*/ 1877 h 5728"/>
                    <a:gd name="connsiteX8-5463" fmla="*/ 4889 w 6642"/>
                    <a:gd name="connsiteY8-5464" fmla="*/ 1994 h 5728"/>
                    <a:gd name="connsiteX9-5465" fmla="*/ 4708 w 6642"/>
                    <a:gd name="connsiteY9-5466" fmla="*/ 1941 h 5728"/>
                    <a:gd name="connsiteX10-5467" fmla="*/ 4625 w 6642"/>
                    <a:gd name="connsiteY10-5468" fmla="*/ 1939 h 5728"/>
                    <a:gd name="connsiteX11-5469" fmla="*/ 4500 w 6642"/>
                    <a:gd name="connsiteY11-5470" fmla="*/ 2014 h 5728"/>
                    <a:gd name="connsiteX12-5471" fmla="*/ 4388 w 6642"/>
                    <a:gd name="connsiteY12-5472" fmla="*/ 1890 h 5728"/>
                    <a:gd name="connsiteX13-5473" fmla="*/ 4482 w 6642"/>
                    <a:gd name="connsiteY13-5474" fmla="*/ 1804 h 5728"/>
                    <a:gd name="connsiteX14-5475" fmla="*/ 4486 w 6642"/>
                    <a:gd name="connsiteY14-5476" fmla="*/ 1634 h 5728"/>
                    <a:gd name="connsiteX15-5477" fmla="*/ 4541 w 6642"/>
                    <a:gd name="connsiteY15-5478" fmla="*/ 1514 h 5728"/>
                    <a:gd name="connsiteX16-5479" fmla="*/ 4584 w 6642"/>
                    <a:gd name="connsiteY16-5480" fmla="*/ 1306 h 5728"/>
                    <a:gd name="connsiteX17-5481" fmla="*/ 4644 w 6642"/>
                    <a:gd name="connsiteY17-5482" fmla="*/ 1307 h 5728"/>
                    <a:gd name="connsiteX18-5483" fmla="*/ 4967 w 6642"/>
                    <a:gd name="connsiteY18-5484" fmla="*/ 1286 h 5728"/>
                    <a:gd name="connsiteX19-5485" fmla="*/ 5141 w 6642"/>
                    <a:gd name="connsiteY19-5486" fmla="*/ 1117 h 5728"/>
                    <a:gd name="connsiteX20-5487" fmla="*/ 5210 w 6642"/>
                    <a:gd name="connsiteY20-5488" fmla="*/ 748 h 5728"/>
                    <a:gd name="connsiteX21-5489" fmla="*/ 5320 w 6642"/>
                    <a:gd name="connsiteY21-5490" fmla="*/ 486 h 5728"/>
                    <a:gd name="connsiteX22-5491" fmla="*/ 5318 w 6642"/>
                    <a:gd name="connsiteY22-5492" fmla="*/ 358 h 5728"/>
                    <a:gd name="connsiteX23-5493" fmla="*/ 5305 w 6642"/>
                    <a:gd name="connsiteY23-5494" fmla="*/ 328 h 5728"/>
                    <a:gd name="connsiteX24-5495" fmla="*/ 5238 w 6642"/>
                    <a:gd name="connsiteY24-5496" fmla="*/ 251 h 5728"/>
                    <a:gd name="connsiteX25-5497" fmla="*/ 5178 w 6642"/>
                    <a:gd name="connsiteY25-5498" fmla="*/ 217 h 5728"/>
                    <a:gd name="connsiteX26-5499" fmla="*/ 5303 w 6642"/>
                    <a:gd name="connsiteY26-5500" fmla="*/ 56 h 5728"/>
                    <a:gd name="connsiteX27-5501" fmla="*/ 5476 w 6642"/>
                    <a:gd name="connsiteY27-5502" fmla="*/ 2 h 5728"/>
                    <a:gd name="connsiteX28-5503" fmla="*/ 5508 w 6642"/>
                    <a:gd name="connsiteY28-5504" fmla="*/ 49 h 5728"/>
                    <a:gd name="connsiteX29-5505" fmla="*/ 5498 w 6642"/>
                    <a:gd name="connsiteY29-5506" fmla="*/ 133 h 5728"/>
                    <a:gd name="connsiteX30-5507" fmla="*/ 5437 w 6642"/>
                    <a:gd name="connsiteY30-5508" fmla="*/ 243 h 5728"/>
                    <a:gd name="connsiteX31-5509" fmla="*/ 5507 w 6642"/>
                    <a:gd name="connsiteY31-5510" fmla="*/ 301 h 5728"/>
                    <a:gd name="connsiteX32-5511" fmla="*/ 5621 w 6642"/>
                    <a:gd name="connsiteY32-5512" fmla="*/ 366 h 5728"/>
                    <a:gd name="connsiteX33-5513" fmla="*/ 5641 w 6642"/>
                    <a:gd name="connsiteY33-5514" fmla="*/ 255 h 5728"/>
                    <a:gd name="connsiteX34-5515" fmla="*/ 5775 w 6642"/>
                    <a:gd name="connsiteY34-5516" fmla="*/ 291 h 5728"/>
                    <a:gd name="connsiteX35-5517" fmla="*/ 5800 w 6642"/>
                    <a:gd name="connsiteY35-5518" fmla="*/ 331 h 5728"/>
                    <a:gd name="connsiteX36-5519" fmla="*/ 5876 w 6642"/>
                    <a:gd name="connsiteY36-5520" fmla="*/ 562 h 5728"/>
                    <a:gd name="connsiteX37-5521" fmla="*/ 5911 w 6642"/>
                    <a:gd name="connsiteY37-5522" fmla="*/ 586 h 5728"/>
                    <a:gd name="connsiteX38-5523" fmla="*/ 6003 w 6642"/>
                    <a:gd name="connsiteY38-5524" fmla="*/ 578 h 5728"/>
                    <a:gd name="connsiteX39-5525" fmla="*/ 6263 w 6642"/>
                    <a:gd name="connsiteY39-5526" fmla="*/ 490 h 5728"/>
                    <a:gd name="connsiteX40-5527" fmla="*/ 6483 w 6642"/>
                    <a:gd name="connsiteY40-5528" fmla="*/ 479 h 5728"/>
                    <a:gd name="connsiteX41-5529" fmla="*/ 6543 w 6642"/>
                    <a:gd name="connsiteY41-5530" fmla="*/ 648 h 5728"/>
                    <a:gd name="connsiteX42-5531" fmla="*/ 6461 w 6642"/>
                    <a:gd name="connsiteY42-5532" fmla="*/ 944 h 5728"/>
                    <a:gd name="connsiteX43-5533" fmla="*/ 6461 w 6642"/>
                    <a:gd name="connsiteY43-5534" fmla="*/ 1022 h 5728"/>
                    <a:gd name="connsiteX44-5535" fmla="*/ 6530 w 6642"/>
                    <a:gd name="connsiteY44-5536" fmla="*/ 1168 h 5728"/>
                    <a:gd name="connsiteX45-5537" fmla="*/ 6545 w 6642"/>
                    <a:gd name="connsiteY45-5538" fmla="*/ 1427 h 5728"/>
                    <a:gd name="connsiteX46-5539" fmla="*/ 6547 w 6642"/>
                    <a:gd name="connsiteY46-5540" fmla="*/ 1617 h 5728"/>
                    <a:gd name="connsiteX47-5541" fmla="*/ 6480 w 6642"/>
                    <a:gd name="connsiteY47-5542" fmla="*/ 1625 h 5728"/>
                    <a:gd name="connsiteX48-5543" fmla="*/ 6458 w 6642"/>
                    <a:gd name="connsiteY48-5544" fmla="*/ 1507 h 5728"/>
                    <a:gd name="connsiteX49-5545" fmla="*/ 6423 w 6642"/>
                    <a:gd name="connsiteY49-5546" fmla="*/ 1450 h 5728"/>
                    <a:gd name="connsiteX50-5547" fmla="*/ 6333 w 6642"/>
                    <a:gd name="connsiteY50-5548" fmla="*/ 1582 h 5728"/>
                    <a:gd name="connsiteX51-5549" fmla="*/ 6220 w 6642"/>
                    <a:gd name="connsiteY51-5550" fmla="*/ 1776 h 5728"/>
                    <a:gd name="connsiteX52-5551" fmla="*/ 6101 w 6642"/>
                    <a:gd name="connsiteY52-5552" fmla="*/ 1904 h 5728"/>
                    <a:gd name="connsiteX53-5553" fmla="*/ 6094 w 6642"/>
                    <a:gd name="connsiteY53-5554" fmla="*/ 2018 h 5728"/>
                    <a:gd name="connsiteX54-5555" fmla="*/ 6154 w 6642"/>
                    <a:gd name="connsiteY54-5556" fmla="*/ 2115 h 5728"/>
                    <a:gd name="connsiteX55-5557" fmla="*/ 6256 w 6642"/>
                    <a:gd name="connsiteY55-5558" fmla="*/ 2183 h 5728"/>
                    <a:gd name="connsiteX56-5559" fmla="*/ 6333 w 6642"/>
                    <a:gd name="connsiteY56-5560" fmla="*/ 2178 h 5728"/>
                    <a:gd name="connsiteX57-5561" fmla="*/ 6378 w 6642"/>
                    <a:gd name="connsiteY57-5562" fmla="*/ 2104 h 5728"/>
                    <a:gd name="connsiteX58-5563" fmla="*/ 6412 w 6642"/>
                    <a:gd name="connsiteY58-5564" fmla="*/ 2210 h 5728"/>
                    <a:gd name="connsiteX59-5565" fmla="*/ 6300 w 6642"/>
                    <a:gd name="connsiteY59-5566" fmla="*/ 2249 h 5728"/>
                    <a:gd name="connsiteX60-5567" fmla="*/ 6347 w 6642"/>
                    <a:gd name="connsiteY60-5568" fmla="*/ 2362 h 5728"/>
                    <a:gd name="connsiteX61-5569" fmla="*/ 6212 w 6642"/>
                    <a:gd name="connsiteY61-5570" fmla="*/ 2509 h 5728"/>
                    <a:gd name="connsiteX62-5571" fmla="*/ 6171 w 6642"/>
                    <a:gd name="connsiteY62-5572" fmla="*/ 2498 h 5728"/>
                    <a:gd name="connsiteX63-5573" fmla="*/ 6047 w 6642"/>
                    <a:gd name="connsiteY63-5574" fmla="*/ 2413 h 5728"/>
                    <a:gd name="connsiteX64-5575" fmla="*/ 5992 w 6642"/>
                    <a:gd name="connsiteY64-5576" fmla="*/ 2412 h 5728"/>
                    <a:gd name="connsiteX65-5577" fmla="*/ 5957 w 6642"/>
                    <a:gd name="connsiteY65-5578" fmla="*/ 2480 h 5728"/>
                    <a:gd name="connsiteX66-5579" fmla="*/ 5960 w 6642"/>
                    <a:gd name="connsiteY66-5580" fmla="*/ 2562 h 5728"/>
                    <a:gd name="connsiteX67-5581" fmla="*/ 6138 w 6642"/>
                    <a:gd name="connsiteY67-5582" fmla="*/ 2730 h 5728"/>
                    <a:gd name="connsiteX68-5583" fmla="*/ 6137 w 6642"/>
                    <a:gd name="connsiteY68-5584" fmla="*/ 2844 h 5728"/>
                    <a:gd name="connsiteX69-5585" fmla="*/ 6228 w 6642"/>
                    <a:gd name="connsiteY69-5586" fmla="*/ 3060 h 5728"/>
                    <a:gd name="connsiteX70-5587" fmla="*/ 6254 w 6642"/>
                    <a:gd name="connsiteY70-5588" fmla="*/ 3090 h 5728"/>
                    <a:gd name="connsiteX71-5589" fmla="*/ 6298 w 6642"/>
                    <a:gd name="connsiteY71-5590" fmla="*/ 3094 h 5728"/>
                    <a:gd name="connsiteX72-5591" fmla="*/ 6344 w 6642"/>
                    <a:gd name="connsiteY72-5592" fmla="*/ 3010 h 5728"/>
                    <a:gd name="connsiteX73-5593" fmla="*/ 6424 w 6642"/>
                    <a:gd name="connsiteY73-5594" fmla="*/ 2950 h 5728"/>
                    <a:gd name="connsiteX74-5595" fmla="*/ 6519 w 6642"/>
                    <a:gd name="connsiteY74-5596" fmla="*/ 3126 h 5728"/>
                    <a:gd name="connsiteX75-5597" fmla="*/ 6629 w 6642"/>
                    <a:gd name="connsiteY75-5598" fmla="*/ 3312 h 5728"/>
                    <a:gd name="connsiteX76-5599" fmla="*/ 6642 w 6642"/>
                    <a:gd name="connsiteY76-5600" fmla="*/ 3342 h 5728"/>
                    <a:gd name="connsiteX77-5601" fmla="*/ 6631 w 6642"/>
                    <a:gd name="connsiteY77-5602" fmla="*/ 3518 h 5728"/>
                    <a:gd name="connsiteX78-5603" fmla="*/ 6596 w 6642"/>
                    <a:gd name="connsiteY78-5604" fmla="*/ 3554 h 5728"/>
                    <a:gd name="connsiteX79-5605" fmla="*/ 6507 w 6642"/>
                    <a:gd name="connsiteY79-5606" fmla="*/ 3515 h 5728"/>
                    <a:gd name="connsiteX80-5607" fmla="*/ 6273 w 6642"/>
                    <a:gd name="connsiteY80-5608" fmla="*/ 3644 h 5728"/>
                    <a:gd name="connsiteX81-5609" fmla="*/ 6247 w 6642"/>
                    <a:gd name="connsiteY81-5610" fmla="*/ 3666 h 5728"/>
                    <a:gd name="connsiteX82-5611" fmla="*/ 6067 w 6642"/>
                    <a:gd name="connsiteY82-5612" fmla="*/ 3812 h 5728"/>
                    <a:gd name="connsiteX83-5613" fmla="*/ 5926 w 6642"/>
                    <a:gd name="connsiteY83-5614" fmla="*/ 3926 h 5728"/>
                    <a:gd name="connsiteX84-5615" fmla="*/ 5891 w 6642"/>
                    <a:gd name="connsiteY84-5616" fmla="*/ 3965 h 5728"/>
                    <a:gd name="connsiteX85-5617" fmla="*/ 5839 w 6642"/>
                    <a:gd name="connsiteY85-5618" fmla="*/ 3973 h 5728"/>
                    <a:gd name="connsiteX86-5619" fmla="*/ 5782 w 6642"/>
                    <a:gd name="connsiteY86-5620" fmla="*/ 3916 h 5728"/>
                    <a:gd name="connsiteX87-5621" fmla="*/ 5658 w 6642"/>
                    <a:gd name="connsiteY87-5622" fmla="*/ 3808 h 5728"/>
                    <a:gd name="connsiteX88-5623" fmla="*/ 5682 w 6642"/>
                    <a:gd name="connsiteY88-5624" fmla="*/ 4064 h 5728"/>
                    <a:gd name="connsiteX89-5625" fmla="*/ 5691 w 6642"/>
                    <a:gd name="connsiteY89-5626" fmla="*/ 4192 h 5728"/>
                    <a:gd name="connsiteX90-5627" fmla="*/ 5429 w 6642"/>
                    <a:gd name="connsiteY90-5628" fmla="*/ 4166 h 5728"/>
                    <a:gd name="connsiteX91-5629" fmla="*/ 5347 w 6642"/>
                    <a:gd name="connsiteY91-5630" fmla="*/ 3987 h 5728"/>
                    <a:gd name="connsiteX92-5631" fmla="*/ 5265 w 6642"/>
                    <a:gd name="connsiteY92-5632" fmla="*/ 3802 h 5728"/>
                    <a:gd name="connsiteX93-5633" fmla="*/ 4506 w 6642"/>
                    <a:gd name="connsiteY93-5634" fmla="*/ 4159 h 5728"/>
                    <a:gd name="connsiteX94-5635" fmla="*/ 4541 w 6642"/>
                    <a:gd name="connsiteY94-5636" fmla="*/ 4134 h 5728"/>
                    <a:gd name="connsiteX95-5637" fmla="*/ 4408 w 6642"/>
                    <a:gd name="connsiteY95-5638" fmla="*/ 3980 h 5728"/>
                    <a:gd name="connsiteX96-5639" fmla="*/ 4340 w 6642"/>
                    <a:gd name="connsiteY96-5640" fmla="*/ 4188 h 5728"/>
                    <a:gd name="connsiteX97-5641" fmla="*/ 4282 w 6642"/>
                    <a:gd name="connsiteY97-5642" fmla="*/ 4193 h 5728"/>
                    <a:gd name="connsiteX98-5643" fmla="*/ 4260 w 6642"/>
                    <a:gd name="connsiteY98-5644" fmla="*/ 4238 h 5728"/>
                    <a:gd name="connsiteX99-5645" fmla="*/ 4231 w 6642"/>
                    <a:gd name="connsiteY99-5646" fmla="*/ 4250 h 5728"/>
                    <a:gd name="connsiteX100-5647" fmla="*/ 4230 w 6642"/>
                    <a:gd name="connsiteY100-5648" fmla="*/ 4427 h 5728"/>
                    <a:gd name="connsiteX101-5649" fmla="*/ 4290 w 6642"/>
                    <a:gd name="connsiteY101-5650" fmla="*/ 4504 h 5728"/>
                    <a:gd name="connsiteX102-5651" fmla="*/ 4293 w 6642"/>
                    <a:gd name="connsiteY102-5652" fmla="*/ 4556 h 5728"/>
                    <a:gd name="connsiteX103-5653" fmla="*/ 4257 w 6642"/>
                    <a:gd name="connsiteY103-5654" fmla="*/ 4614 h 5728"/>
                    <a:gd name="connsiteX104-5655" fmla="*/ 3992 w 6642"/>
                    <a:gd name="connsiteY104-5656" fmla="*/ 4680 h 5728"/>
                    <a:gd name="connsiteX105-5657" fmla="*/ 3857 w 6642"/>
                    <a:gd name="connsiteY105-5658" fmla="*/ 4739 h 5728"/>
                    <a:gd name="connsiteX106-5659" fmla="*/ 3815 w 6642"/>
                    <a:gd name="connsiteY106-5660" fmla="*/ 4777 h 5728"/>
                    <a:gd name="connsiteX107-5661" fmla="*/ 3616 w 6642"/>
                    <a:gd name="connsiteY107-5662" fmla="*/ 5021 h 5728"/>
                    <a:gd name="connsiteX108-5663" fmla="*/ 3543 w 6642"/>
                    <a:gd name="connsiteY108-5664" fmla="*/ 4970 h 5728"/>
                    <a:gd name="connsiteX109-5665" fmla="*/ 3460 w 6642"/>
                    <a:gd name="connsiteY109-5666" fmla="*/ 4971 h 5728"/>
                    <a:gd name="connsiteX110-5667" fmla="*/ 3424 w 6642"/>
                    <a:gd name="connsiteY110-5668" fmla="*/ 5045 h 5728"/>
                    <a:gd name="connsiteX111-5669" fmla="*/ 3313 w 6642"/>
                    <a:gd name="connsiteY111-5670" fmla="*/ 5000 h 5728"/>
                    <a:gd name="connsiteX112-5671" fmla="*/ 3235 w 6642"/>
                    <a:gd name="connsiteY112-5672" fmla="*/ 5109 h 5728"/>
                    <a:gd name="connsiteX113-5673" fmla="*/ 3013 w 6642"/>
                    <a:gd name="connsiteY113-5674" fmla="*/ 5349 h 5728"/>
                    <a:gd name="connsiteX114-5675" fmla="*/ 2993 w 6642"/>
                    <a:gd name="connsiteY114-5676" fmla="*/ 5516 h 5728"/>
                    <a:gd name="connsiteX115-5677" fmla="*/ 2976 w 6642"/>
                    <a:gd name="connsiteY115-5678" fmla="*/ 5659 h 5728"/>
                    <a:gd name="connsiteX116-5679" fmla="*/ 2960 w 6642"/>
                    <a:gd name="connsiteY116-5680" fmla="*/ 5669 h 5728"/>
                    <a:gd name="connsiteX117-5681" fmla="*/ 2638 w 6642"/>
                    <a:gd name="connsiteY117-5682" fmla="*/ 5621 h 5728"/>
                    <a:gd name="connsiteX118-5683" fmla="*/ 2536 w 6642"/>
                    <a:gd name="connsiteY118-5684" fmla="*/ 5566 h 5728"/>
                    <a:gd name="connsiteX119-5685" fmla="*/ 2482 w 6642"/>
                    <a:gd name="connsiteY119-5686" fmla="*/ 5503 h 5728"/>
                    <a:gd name="connsiteX120-5687" fmla="*/ 2377 w 6642"/>
                    <a:gd name="connsiteY120-5688" fmla="*/ 5477 h 5728"/>
                    <a:gd name="connsiteX121-5689" fmla="*/ 2377 w 6642"/>
                    <a:gd name="connsiteY121-5690" fmla="*/ 5379 h 5728"/>
                    <a:gd name="connsiteX122-5691" fmla="*/ 2481 w 6642"/>
                    <a:gd name="connsiteY122-5692" fmla="*/ 5149 h 5728"/>
                    <a:gd name="connsiteX123-5693" fmla="*/ 2341 w 6642"/>
                    <a:gd name="connsiteY123-5694" fmla="*/ 5070 h 5728"/>
                    <a:gd name="connsiteX124-5695" fmla="*/ 2299 w 6642"/>
                    <a:gd name="connsiteY124-5696" fmla="*/ 5095 h 5728"/>
                    <a:gd name="connsiteX125-5697" fmla="*/ 2209 w 6642"/>
                    <a:gd name="connsiteY125-5698" fmla="*/ 5214 h 5728"/>
                    <a:gd name="connsiteX126-5699" fmla="*/ 2177 w 6642"/>
                    <a:gd name="connsiteY126-5700" fmla="*/ 5276 h 5728"/>
                    <a:gd name="connsiteX127-5701" fmla="*/ 2115 w 6642"/>
                    <a:gd name="connsiteY127-5702" fmla="*/ 5386 h 5728"/>
                    <a:gd name="connsiteX128-5703" fmla="*/ 2121 w 6642"/>
                    <a:gd name="connsiteY128-5704" fmla="*/ 5510 h 5728"/>
                    <a:gd name="connsiteX129-5705" fmla="*/ 2082 w 6642"/>
                    <a:gd name="connsiteY129-5706" fmla="*/ 5558 h 5728"/>
                    <a:gd name="connsiteX130-5707" fmla="*/ 1951 w 6642"/>
                    <a:gd name="connsiteY130-5708" fmla="*/ 5617 h 5728"/>
                    <a:gd name="connsiteX131-5709" fmla="*/ 1785 w 6642"/>
                    <a:gd name="connsiteY131-5710" fmla="*/ 5649 h 5728"/>
                    <a:gd name="connsiteX132-5711" fmla="*/ 1682 w 6642"/>
                    <a:gd name="connsiteY132-5712" fmla="*/ 5728 h 5728"/>
                    <a:gd name="connsiteX133-5713" fmla="*/ 1568 w 6642"/>
                    <a:gd name="connsiteY133-5714" fmla="*/ 5611 h 5728"/>
                    <a:gd name="connsiteX134-5715" fmla="*/ 1508 w 6642"/>
                    <a:gd name="connsiteY134-5716" fmla="*/ 5485 h 5728"/>
                    <a:gd name="connsiteX135-5717" fmla="*/ 1630 w 6642"/>
                    <a:gd name="connsiteY135-5718" fmla="*/ 5242 h 5728"/>
                    <a:gd name="connsiteX136-5719" fmla="*/ 1685 w 6642"/>
                    <a:gd name="connsiteY136-5720" fmla="*/ 5195 h 5728"/>
                    <a:gd name="connsiteX137-5721" fmla="*/ 1730 w 6642"/>
                    <a:gd name="connsiteY137-5722" fmla="*/ 5120 h 5728"/>
                    <a:gd name="connsiteX138-5723" fmla="*/ 1727 w 6642"/>
                    <a:gd name="connsiteY138-5724" fmla="*/ 5071 h 5728"/>
                    <a:gd name="connsiteX139-5725" fmla="*/ 1530 w 6642"/>
                    <a:gd name="connsiteY139-5726" fmla="*/ 5007 h 5728"/>
                    <a:gd name="connsiteX140-5727" fmla="*/ 1459 w 6642"/>
                    <a:gd name="connsiteY140-5728" fmla="*/ 5064 h 5728"/>
                    <a:gd name="connsiteX141-5729" fmla="*/ 1353 w 6642"/>
                    <a:gd name="connsiteY141-5730" fmla="*/ 5111 h 5728"/>
                    <a:gd name="connsiteX142-5731" fmla="*/ 1290 w 6642"/>
                    <a:gd name="connsiteY142-5732" fmla="*/ 5063 h 5728"/>
                    <a:gd name="connsiteX143-5733" fmla="*/ 1052 w 6642"/>
                    <a:gd name="connsiteY143-5734" fmla="*/ 5254 h 5728"/>
                    <a:gd name="connsiteX144-5735" fmla="*/ 924 w 6642"/>
                    <a:gd name="connsiteY144-5736" fmla="*/ 5231 h 5728"/>
                    <a:gd name="connsiteX145-5737" fmla="*/ 813 w 6642"/>
                    <a:gd name="connsiteY145-5738" fmla="*/ 5097 h 5728"/>
                    <a:gd name="connsiteX146-5739" fmla="*/ 683 w 6642"/>
                    <a:gd name="connsiteY146-5740" fmla="*/ 4930 h 5728"/>
                    <a:gd name="connsiteX147-5741" fmla="*/ 572 w 6642"/>
                    <a:gd name="connsiteY147-5742" fmla="*/ 4806 h 5728"/>
                    <a:gd name="connsiteX148-5743" fmla="*/ 505 w 6642"/>
                    <a:gd name="connsiteY148-5744" fmla="*/ 4788 h 5728"/>
                    <a:gd name="connsiteX149-5745" fmla="*/ 640 w 6642"/>
                    <a:gd name="connsiteY149-5746" fmla="*/ 4631 h 5728"/>
                    <a:gd name="connsiteX150-5747" fmla="*/ 683 w 6642"/>
                    <a:gd name="connsiteY150-5748" fmla="*/ 4541 h 5728"/>
                    <a:gd name="connsiteX151-5749" fmla="*/ 651 w 6642"/>
                    <a:gd name="connsiteY151-5750" fmla="*/ 4438 h 5728"/>
                    <a:gd name="connsiteX152-5751" fmla="*/ 277 w 6642"/>
                    <a:gd name="connsiteY152-5752" fmla="*/ 4491 h 5728"/>
                    <a:gd name="connsiteX153-5753" fmla="*/ 187 w 6642"/>
                    <a:gd name="connsiteY153-5754" fmla="*/ 4518 h 5728"/>
                    <a:gd name="connsiteX154-5755" fmla="*/ 195 w 6642"/>
                    <a:gd name="connsiteY154-5756" fmla="*/ 4384 h 5728"/>
                    <a:gd name="connsiteX155-5757" fmla="*/ 147 w 6642"/>
                    <a:gd name="connsiteY155-5758" fmla="*/ 4318 h 5728"/>
                    <a:gd name="connsiteX156-5759" fmla="*/ 39 w 6642"/>
                    <a:gd name="connsiteY156-5760" fmla="*/ 4220 h 5728"/>
                    <a:gd name="connsiteX157-5761" fmla="*/ 75 w 6642"/>
                    <a:gd name="connsiteY157-5762" fmla="*/ 4093 h 5728"/>
                    <a:gd name="connsiteX158-5763" fmla="*/ 63 w 6642"/>
                    <a:gd name="connsiteY158-5764" fmla="*/ 3929 h 5728"/>
                    <a:gd name="connsiteX159-5765" fmla="*/ 0 w 6642"/>
                    <a:gd name="connsiteY159-5766" fmla="*/ 3842 h 5728"/>
                    <a:gd name="connsiteX160-5767" fmla="*/ 0 w 6642"/>
                    <a:gd name="connsiteY160-5768" fmla="*/ 3737 h 5728"/>
                    <a:gd name="connsiteX161-5769" fmla="*/ 303 w 6642"/>
                    <a:gd name="connsiteY161-5770" fmla="*/ 3824 h 5728"/>
                    <a:gd name="connsiteX162-5771" fmla="*/ 830 w 6642"/>
                    <a:gd name="connsiteY162-5772" fmla="*/ 3840 h 5728"/>
                    <a:gd name="connsiteX163-5773" fmla="*/ 1044 w 6642"/>
                    <a:gd name="connsiteY163-5774" fmla="*/ 3908 h 5728"/>
                    <a:gd name="connsiteX164-5775" fmla="*/ 1213 w 6642"/>
                    <a:gd name="connsiteY164-5776" fmla="*/ 4053 h 5728"/>
                    <a:gd name="connsiteX165-5777" fmla="*/ 1257 w 6642"/>
                    <a:gd name="connsiteY165-5778" fmla="*/ 4077 h 5728"/>
                    <a:gd name="connsiteX166-5779" fmla="*/ 1417 w 6642"/>
                    <a:gd name="connsiteY166-5780" fmla="*/ 4107 h 5728"/>
                    <a:gd name="connsiteX167-5781" fmla="*/ 1487 w 6642"/>
                    <a:gd name="connsiteY167-5782" fmla="*/ 4158 h 5728"/>
                    <a:gd name="connsiteX168-5783" fmla="*/ 1688 w 6642"/>
                    <a:gd name="connsiteY168-5784" fmla="*/ 4229 h 5728"/>
                    <a:gd name="connsiteX169-5785" fmla="*/ 1904 w 6642"/>
                    <a:gd name="connsiteY169-5786" fmla="*/ 4309 h 5728"/>
                    <a:gd name="connsiteX170-5787" fmla="*/ 2068 w 6642"/>
                    <a:gd name="connsiteY170-5788" fmla="*/ 4212 h 5728"/>
                    <a:gd name="connsiteX171-5789" fmla="*/ 2267 w 6642"/>
                    <a:gd name="connsiteY171-5790" fmla="*/ 4125 h 5728"/>
                    <a:gd name="connsiteX172-5791" fmla="*/ 2363 w 6642"/>
                    <a:gd name="connsiteY172-5792" fmla="*/ 4075 h 5728"/>
                    <a:gd name="connsiteX173-5793" fmla="*/ 2539 w 6642"/>
                    <a:gd name="connsiteY173-5794" fmla="*/ 3995 h 5728"/>
                    <a:gd name="connsiteX174-5795" fmla="*/ 2721 w 6642"/>
                    <a:gd name="connsiteY174-5796" fmla="*/ 3970 h 5728"/>
                    <a:gd name="connsiteX175-5797" fmla="*/ 3073 w 6642"/>
                    <a:gd name="connsiteY175-5798" fmla="*/ 3979 h 5728"/>
                    <a:gd name="connsiteX176-5799" fmla="*/ 3416 w 6642"/>
                    <a:gd name="connsiteY176-5800" fmla="*/ 3722 h 5728"/>
                    <a:gd name="connsiteX177-5801" fmla="*/ 3519 w 6642"/>
                    <a:gd name="connsiteY177-5802" fmla="*/ 3636 h 5728"/>
                    <a:gd name="connsiteX178-5803" fmla="*/ 3609 w 6642"/>
                    <a:gd name="connsiteY178-5804" fmla="*/ 3563 h 5728"/>
                    <a:gd name="connsiteX179-5805" fmla="*/ 3705 w 6642"/>
                    <a:gd name="connsiteY179-5806" fmla="*/ 3503 h 5728"/>
                    <a:gd name="connsiteX180-5807" fmla="*/ 3702 w 6642"/>
                    <a:gd name="connsiteY180-5808" fmla="*/ 3422 h 5728"/>
                    <a:gd name="connsiteX181-5809" fmla="*/ 3597 w 6642"/>
                    <a:gd name="connsiteY181-5810" fmla="*/ 3317 h 5728"/>
                    <a:gd name="connsiteX182-5811" fmla="*/ 3582 w 6642"/>
                    <a:gd name="connsiteY182-5812" fmla="*/ 3252 h 5728"/>
                    <a:gd name="connsiteX183-5813" fmla="*/ 3692 w 6642"/>
                    <a:gd name="connsiteY183-5814" fmla="*/ 3012 h 5728"/>
                    <a:gd name="connsiteX184-5815" fmla="*/ 3835 w 6642"/>
                    <a:gd name="connsiteY184-5816" fmla="*/ 3094 h 5728"/>
                    <a:gd name="connsiteX185-5817" fmla="*/ 3915 w 6642"/>
                    <a:gd name="connsiteY185-5818" fmla="*/ 3122 h 5728"/>
                    <a:gd name="connsiteX186-5819" fmla="*/ 3998 w 6642"/>
                    <a:gd name="connsiteY186-5820" fmla="*/ 3124 h 5728"/>
                    <a:gd name="connsiteX0-5821" fmla="*/ 5456 w 6642"/>
                    <a:gd name="connsiteY0-5822" fmla="*/ 2333 h 5728"/>
                    <a:gd name="connsiteX1-5823" fmla="*/ 5454 w 6642"/>
                    <a:gd name="connsiteY1-5824" fmla="*/ 2117 h 5728"/>
                    <a:gd name="connsiteX2-5825" fmla="*/ 5378 w 6642"/>
                    <a:gd name="connsiteY2-5826" fmla="*/ 2039 h 5728"/>
                    <a:gd name="connsiteX3-5827" fmla="*/ 5235 w 6642"/>
                    <a:gd name="connsiteY3-5828" fmla="*/ 1951 h 5728"/>
                    <a:gd name="connsiteX4-5829" fmla="*/ 5143 w 6642"/>
                    <a:gd name="connsiteY4-5830" fmla="*/ 1827 h 5728"/>
                    <a:gd name="connsiteX5-5831" fmla="*/ 5047 w 6642"/>
                    <a:gd name="connsiteY5-5832" fmla="*/ 1828 h 5728"/>
                    <a:gd name="connsiteX6-5833" fmla="*/ 5002 w 6642"/>
                    <a:gd name="connsiteY6-5834" fmla="*/ 1883 h 5728"/>
                    <a:gd name="connsiteX7-5835" fmla="*/ 4909 w 6642"/>
                    <a:gd name="connsiteY7-5836" fmla="*/ 1877 h 5728"/>
                    <a:gd name="connsiteX8-5837" fmla="*/ 4889 w 6642"/>
                    <a:gd name="connsiteY8-5838" fmla="*/ 1994 h 5728"/>
                    <a:gd name="connsiteX9-5839" fmla="*/ 4708 w 6642"/>
                    <a:gd name="connsiteY9-5840" fmla="*/ 1941 h 5728"/>
                    <a:gd name="connsiteX10-5841" fmla="*/ 4625 w 6642"/>
                    <a:gd name="connsiteY10-5842" fmla="*/ 1939 h 5728"/>
                    <a:gd name="connsiteX11-5843" fmla="*/ 4500 w 6642"/>
                    <a:gd name="connsiteY11-5844" fmla="*/ 2014 h 5728"/>
                    <a:gd name="connsiteX12-5845" fmla="*/ 4388 w 6642"/>
                    <a:gd name="connsiteY12-5846" fmla="*/ 1890 h 5728"/>
                    <a:gd name="connsiteX13-5847" fmla="*/ 4482 w 6642"/>
                    <a:gd name="connsiteY13-5848" fmla="*/ 1804 h 5728"/>
                    <a:gd name="connsiteX14-5849" fmla="*/ 4486 w 6642"/>
                    <a:gd name="connsiteY14-5850" fmla="*/ 1634 h 5728"/>
                    <a:gd name="connsiteX15-5851" fmla="*/ 4541 w 6642"/>
                    <a:gd name="connsiteY15-5852" fmla="*/ 1514 h 5728"/>
                    <a:gd name="connsiteX16-5853" fmla="*/ 4584 w 6642"/>
                    <a:gd name="connsiteY16-5854" fmla="*/ 1306 h 5728"/>
                    <a:gd name="connsiteX17-5855" fmla="*/ 4644 w 6642"/>
                    <a:gd name="connsiteY17-5856" fmla="*/ 1307 h 5728"/>
                    <a:gd name="connsiteX18-5857" fmla="*/ 4967 w 6642"/>
                    <a:gd name="connsiteY18-5858" fmla="*/ 1286 h 5728"/>
                    <a:gd name="connsiteX19-5859" fmla="*/ 5141 w 6642"/>
                    <a:gd name="connsiteY19-5860" fmla="*/ 1117 h 5728"/>
                    <a:gd name="connsiteX20-5861" fmla="*/ 5210 w 6642"/>
                    <a:gd name="connsiteY20-5862" fmla="*/ 748 h 5728"/>
                    <a:gd name="connsiteX21-5863" fmla="*/ 5320 w 6642"/>
                    <a:gd name="connsiteY21-5864" fmla="*/ 486 h 5728"/>
                    <a:gd name="connsiteX22-5865" fmla="*/ 5318 w 6642"/>
                    <a:gd name="connsiteY22-5866" fmla="*/ 358 h 5728"/>
                    <a:gd name="connsiteX23-5867" fmla="*/ 5305 w 6642"/>
                    <a:gd name="connsiteY23-5868" fmla="*/ 328 h 5728"/>
                    <a:gd name="connsiteX24-5869" fmla="*/ 5238 w 6642"/>
                    <a:gd name="connsiteY24-5870" fmla="*/ 251 h 5728"/>
                    <a:gd name="connsiteX25-5871" fmla="*/ 5178 w 6642"/>
                    <a:gd name="connsiteY25-5872" fmla="*/ 217 h 5728"/>
                    <a:gd name="connsiteX26-5873" fmla="*/ 5303 w 6642"/>
                    <a:gd name="connsiteY26-5874" fmla="*/ 56 h 5728"/>
                    <a:gd name="connsiteX27-5875" fmla="*/ 5476 w 6642"/>
                    <a:gd name="connsiteY27-5876" fmla="*/ 2 h 5728"/>
                    <a:gd name="connsiteX28-5877" fmla="*/ 5508 w 6642"/>
                    <a:gd name="connsiteY28-5878" fmla="*/ 49 h 5728"/>
                    <a:gd name="connsiteX29-5879" fmla="*/ 5498 w 6642"/>
                    <a:gd name="connsiteY29-5880" fmla="*/ 133 h 5728"/>
                    <a:gd name="connsiteX30-5881" fmla="*/ 5437 w 6642"/>
                    <a:gd name="connsiteY30-5882" fmla="*/ 243 h 5728"/>
                    <a:gd name="connsiteX31-5883" fmla="*/ 5507 w 6642"/>
                    <a:gd name="connsiteY31-5884" fmla="*/ 301 h 5728"/>
                    <a:gd name="connsiteX32-5885" fmla="*/ 5621 w 6642"/>
                    <a:gd name="connsiteY32-5886" fmla="*/ 366 h 5728"/>
                    <a:gd name="connsiteX33-5887" fmla="*/ 5641 w 6642"/>
                    <a:gd name="connsiteY33-5888" fmla="*/ 255 h 5728"/>
                    <a:gd name="connsiteX34-5889" fmla="*/ 5775 w 6642"/>
                    <a:gd name="connsiteY34-5890" fmla="*/ 291 h 5728"/>
                    <a:gd name="connsiteX35-5891" fmla="*/ 5800 w 6642"/>
                    <a:gd name="connsiteY35-5892" fmla="*/ 331 h 5728"/>
                    <a:gd name="connsiteX36-5893" fmla="*/ 5876 w 6642"/>
                    <a:gd name="connsiteY36-5894" fmla="*/ 562 h 5728"/>
                    <a:gd name="connsiteX37-5895" fmla="*/ 5911 w 6642"/>
                    <a:gd name="connsiteY37-5896" fmla="*/ 586 h 5728"/>
                    <a:gd name="connsiteX38-5897" fmla="*/ 6003 w 6642"/>
                    <a:gd name="connsiteY38-5898" fmla="*/ 578 h 5728"/>
                    <a:gd name="connsiteX39-5899" fmla="*/ 6263 w 6642"/>
                    <a:gd name="connsiteY39-5900" fmla="*/ 490 h 5728"/>
                    <a:gd name="connsiteX40-5901" fmla="*/ 6483 w 6642"/>
                    <a:gd name="connsiteY40-5902" fmla="*/ 479 h 5728"/>
                    <a:gd name="connsiteX41-5903" fmla="*/ 6543 w 6642"/>
                    <a:gd name="connsiteY41-5904" fmla="*/ 648 h 5728"/>
                    <a:gd name="connsiteX42-5905" fmla="*/ 6461 w 6642"/>
                    <a:gd name="connsiteY42-5906" fmla="*/ 944 h 5728"/>
                    <a:gd name="connsiteX43-5907" fmla="*/ 6461 w 6642"/>
                    <a:gd name="connsiteY43-5908" fmla="*/ 1022 h 5728"/>
                    <a:gd name="connsiteX44-5909" fmla="*/ 6530 w 6642"/>
                    <a:gd name="connsiteY44-5910" fmla="*/ 1168 h 5728"/>
                    <a:gd name="connsiteX45-5911" fmla="*/ 6545 w 6642"/>
                    <a:gd name="connsiteY45-5912" fmla="*/ 1427 h 5728"/>
                    <a:gd name="connsiteX46-5913" fmla="*/ 6547 w 6642"/>
                    <a:gd name="connsiteY46-5914" fmla="*/ 1617 h 5728"/>
                    <a:gd name="connsiteX47-5915" fmla="*/ 6480 w 6642"/>
                    <a:gd name="connsiteY47-5916" fmla="*/ 1625 h 5728"/>
                    <a:gd name="connsiteX48-5917" fmla="*/ 6458 w 6642"/>
                    <a:gd name="connsiteY48-5918" fmla="*/ 1507 h 5728"/>
                    <a:gd name="connsiteX49-5919" fmla="*/ 6423 w 6642"/>
                    <a:gd name="connsiteY49-5920" fmla="*/ 1450 h 5728"/>
                    <a:gd name="connsiteX50-5921" fmla="*/ 6333 w 6642"/>
                    <a:gd name="connsiteY50-5922" fmla="*/ 1582 h 5728"/>
                    <a:gd name="connsiteX51-5923" fmla="*/ 6220 w 6642"/>
                    <a:gd name="connsiteY51-5924" fmla="*/ 1776 h 5728"/>
                    <a:gd name="connsiteX52-5925" fmla="*/ 6101 w 6642"/>
                    <a:gd name="connsiteY52-5926" fmla="*/ 1904 h 5728"/>
                    <a:gd name="connsiteX53-5927" fmla="*/ 6094 w 6642"/>
                    <a:gd name="connsiteY53-5928" fmla="*/ 2018 h 5728"/>
                    <a:gd name="connsiteX54-5929" fmla="*/ 6154 w 6642"/>
                    <a:gd name="connsiteY54-5930" fmla="*/ 2115 h 5728"/>
                    <a:gd name="connsiteX55-5931" fmla="*/ 6256 w 6642"/>
                    <a:gd name="connsiteY55-5932" fmla="*/ 2183 h 5728"/>
                    <a:gd name="connsiteX56-5933" fmla="*/ 6333 w 6642"/>
                    <a:gd name="connsiteY56-5934" fmla="*/ 2178 h 5728"/>
                    <a:gd name="connsiteX57-5935" fmla="*/ 6378 w 6642"/>
                    <a:gd name="connsiteY57-5936" fmla="*/ 2104 h 5728"/>
                    <a:gd name="connsiteX58-5937" fmla="*/ 6412 w 6642"/>
                    <a:gd name="connsiteY58-5938" fmla="*/ 2210 h 5728"/>
                    <a:gd name="connsiteX59-5939" fmla="*/ 6300 w 6642"/>
                    <a:gd name="connsiteY59-5940" fmla="*/ 2249 h 5728"/>
                    <a:gd name="connsiteX60-5941" fmla="*/ 6347 w 6642"/>
                    <a:gd name="connsiteY60-5942" fmla="*/ 2362 h 5728"/>
                    <a:gd name="connsiteX61-5943" fmla="*/ 6212 w 6642"/>
                    <a:gd name="connsiteY61-5944" fmla="*/ 2509 h 5728"/>
                    <a:gd name="connsiteX62-5945" fmla="*/ 6171 w 6642"/>
                    <a:gd name="connsiteY62-5946" fmla="*/ 2498 h 5728"/>
                    <a:gd name="connsiteX63-5947" fmla="*/ 6047 w 6642"/>
                    <a:gd name="connsiteY63-5948" fmla="*/ 2413 h 5728"/>
                    <a:gd name="connsiteX64-5949" fmla="*/ 5992 w 6642"/>
                    <a:gd name="connsiteY64-5950" fmla="*/ 2412 h 5728"/>
                    <a:gd name="connsiteX65-5951" fmla="*/ 5957 w 6642"/>
                    <a:gd name="connsiteY65-5952" fmla="*/ 2480 h 5728"/>
                    <a:gd name="connsiteX66-5953" fmla="*/ 5960 w 6642"/>
                    <a:gd name="connsiteY66-5954" fmla="*/ 2562 h 5728"/>
                    <a:gd name="connsiteX67-5955" fmla="*/ 6138 w 6642"/>
                    <a:gd name="connsiteY67-5956" fmla="*/ 2730 h 5728"/>
                    <a:gd name="connsiteX68-5957" fmla="*/ 6137 w 6642"/>
                    <a:gd name="connsiteY68-5958" fmla="*/ 2844 h 5728"/>
                    <a:gd name="connsiteX69-5959" fmla="*/ 6228 w 6642"/>
                    <a:gd name="connsiteY69-5960" fmla="*/ 3060 h 5728"/>
                    <a:gd name="connsiteX70-5961" fmla="*/ 6254 w 6642"/>
                    <a:gd name="connsiteY70-5962" fmla="*/ 3090 h 5728"/>
                    <a:gd name="connsiteX71-5963" fmla="*/ 6298 w 6642"/>
                    <a:gd name="connsiteY71-5964" fmla="*/ 3094 h 5728"/>
                    <a:gd name="connsiteX72-5965" fmla="*/ 6344 w 6642"/>
                    <a:gd name="connsiteY72-5966" fmla="*/ 3010 h 5728"/>
                    <a:gd name="connsiteX73-5967" fmla="*/ 6424 w 6642"/>
                    <a:gd name="connsiteY73-5968" fmla="*/ 2950 h 5728"/>
                    <a:gd name="connsiteX74-5969" fmla="*/ 6519 w 6642"/>
                    <a:gd name="connsiteY74-5970" fmla="*/ 3126 h 5728"/>
                    <a:gd name="connsiteX75-5971" fmla="*/ 6629 w 6642"/>
                    <a:gd name="connsiteY75-5972" fmla="*/ 3312 h 5728"/>
                    <a:gd name="connsiteX76-5973" fmla="*/ 6642 w 6642"/>
                    <a:gd name="connsiteY76-5974" fmla="*/ 3342 h 5728"/>
                    <a:gd name="connsiteX77-5975" fmla="*/ 6631 w 6642"/>
                    <a:gd name="connsiteY77-5976" fmla="*/ 3518 h 5728"/>
                    <a:gd name="connsiteX78-5977" fmla="*/ 6596 w 6642"/>
                    <a:gd name="connsiteY78-5978" fmla="*/ 3554 h 5728"/>
                    <a:gd name="connsiteX79-5979" fmla="*/ 6507 w 6642"/>
                    <a:gd name="connsiteY79-5980" fmla="*/ 3515 h 5728"/>
                    <a:gd name="connsiteX80-5981" fmla="*/ 6273 w 6642"/>
                    <a:gd name="connsiteY80-5982" fmla="*/ 3644 h 5728"/>
                    <a:gd name="connsiteX81-5983" fmla="*/ 6247 w 6642"/>
                    <a:gd name="connsiteY81-5984" fmla="*/ 3666 h 5728"/>
                    <a:gd name="connsiteX82-5985" fmla="*/ 6067 w 6642"/>
                    <a:gd name="connsiteY82-5986" fmla="*/ 3812 h 5728"/>
                    <a:gd name="connsiteX83-5987" fmla="*/ 5926 w 6642"/>
                    <a:gd name="connsiteY83-5988" fmla="*/ 3926 h 5728"/>
                    <a:gd name="connsiteX84-5989" fmla="*/ 5891 w 6642"/>
                    <a:gd name="connsiteY84-5990" fmla="*/ 3965 h 5728"/>
                    <a:gd name="connsiteX85-5991" fmla="*/ 5839 w 6642"/>
                    <a:gd name="connsiteY85-5992" fmla="*/ 3973 h 5728"/>
                    <a:gd name="connsiteX86-5993" fmla="*/ 5782 w 6642"/>
                    <a:gd name="connsiteY86-5994" fmla="*/ 3916 h 5728"/>
                    <a:gd name="connsiteX87-5995" fmla="*/ 5658 w 6642"/>
                    <a:gd name="connsiteY87-5996" fmla="*/ 3808 h 5728"/>
                    <a:gd name="connsiteX88-5997" fmla="*/ 5682 w 6642"/>
                    <a:gd name="connsiteY88-5998" fmla="*/ 4064 h 5728"/>
                    <a:gd name="connsiteX89-5999" fmla="*/ 5691 w 6642"/>
                    <a:gd name="connsiteY89-6000" fmla="*/ 4192 h 5728"/>
                    <a:gd name="connsiteX90-6001" fmla="*/ 5429 w 6642"/>
                    <a:gd name="connsiteY90-6002" fmla="*/ 4166 h 5728"/>
                    <a:gd name="connsiteX91-6003" fmla="*/ 5347 w 6642"/>
                    <a:gd name="connsiteY91-6004" fmla="*/ 3987 h 5728"/>
                    <a:gd name="connsiteX92-6005" fmla="*/ 5265 w 6642"/>
                    <a:gd name="connsiteY92-6006" fmla="*/ 3802 h 5728"/>
                    <a:gd name="connsiteX93-6007" fmla="*/ 4541 w 6642"/>
                    <a:gd name="connsiteY93-6008" fmla="*/ 4134 h 5728"/>
                    <a:gd name="connsiteX94-6009" fmla="*/ 4408 w 6642"/>
                    <a:gd name="connsiteY94-6010" fmla="*/ 3980 h 5728"/>
                    <a:gd name="connsiteX95-6011" fmla="*/ 4340 w 6642"/>
                    <a:gd name="connsiteY95-6012" fmla="*/ 4188 h 5728"/>
                    <a:gd name="connsiteX96-6013" fmla="*/ 4282 w 6642"/>
                    <a:gd name="connsiteY96-6014" fmla="*/ 4193 h 5728"/>
                    <a:gd name="connsiteX97-6015" fmla="*/ 4260 w 6642"/>
                    <a:gd name="connsiteY97-6016" fmla="*/ 4238 h 5728"/>
                    <a:gd name="connsiteX98-6017" fmla="*/ 4231 w 6642"/>
                    <a:gd name="connsiteY98-6018" fmla="*/ 4250 h 5728"/>
                    <a:gd name="connsiteX99-6019" fmla="*/ 4230 w 6642"/>
                    <a:gd name="connsiteY99-6020" fmla="*/ 4427 h 5728"/>
                    <a:gd name="connsiteX100-6021" fmla="*/ 4290 w 6642"/>
                    <a:gd name="connsiteY100-6022" fmla="*/ 4504 h 5728"/>
                    <a:gd name="connsiteX101-6023" fmla="*/ 4293 w 6642"/>
                    <a:gd name="connsiteY101-6024" fmla="*/ 4556 h 5728"/>
                    <a:gd name="connsiteX102-6025" fmla="*/ 4257 w 6642"/>
                    <a:gd name="connsiteY102-6026" fmla="*/ 4614 h 5728"/>
                    <a:gd name="connsiteX103-6027" fmla="*/ 3992 w 6642"/>
                    <a:gd name="connsiteY103-6028" fmla="*/ 4680 h 5728"/>
                    <a:gd name="connsiteX104-6029" fmla="*/ 3857 w 6642"/>
                    <a:gd name="connsiteY104-6030" fmla="*/ 4739 h 5728"/>
                    <a:gd name="connsiteX105-6031" fmla="*/ 3815 w 6642"/>
                    <a:gd name="connsiteY105-6032" fmla="*/ 4777 h 5728"/>
                    <a:gd name="connsiteX106-6033" fmla="*/ 3616 w 6642"/>
                    <a:gd name="connsiteY106-6034" fmla="*/ 5021 h 5728"/>
                    <a:gd name="connsiteX107-6035" fmla="*/ 3543 w 6642"/>
                    <a:gd name="connsiteY107-6036" fmla="*/ 4970 h 5728"/>
                    <a:gd name="connsiteX108-6037" fmla="*/ 3460 w 6642"/>
                    <a:gd name="connsiteY108-6038" fmla="*/ 4971 h 5728"/>
                    <a:gd name="connsiteX109-6039" fmla="*/ 3424 w 6642"/>
                    <a:gd name="connsiteY109-6040" fmla="*/ 5045 h 5728"/>
                    <a:gd name="connsiteX110-6041" fmla="*/ 3313 w 6642"/>
                    <a:gd name="connsiteY110-6042" fmla="*/ 5000 h 5728"/>
                    <a:gd name="connsiteX111-6043" fmla="*/ 3235 w 6642"/>
                    <a:gd name="connsiteY111-6044" fmla="*/ 5109 h 5728"/>
                    <a:gd name="connsiteX112-6045" fmla="*/ 3013 w 6642"/>
                    <a:gd name="connsiteY112-6046" fmla="*/ 5349 h 5728"/>
                    <a:gd name="connsiteX113-6047" fmla="*/ 2993 w 6642"/>
                    <a:gd name="connsiteY113-6048" fmla="*/ 5516 h 5728"/>
                    <a:gd name="connsiteX114-6049" fmla="*/ 2976 w 6642"/>
                    <a:gd name="connsiteY114-6050" fmla="*/ 5659 h 5728"/>
                    <a:gd name="connsiteX115-6051" fmla="*/ 2960 w 6642"/>
                    <a:gd name="connsiteY115-6052" fmla="*/ 5669 h 5728"/>
                    <a:gd name="connsiteX116-6053" fmla="*/ 2638 w 6642"/>
                    <a:gd name="connsiteY116-6054" fmla="*/ 5621 h 5728"/>
                    <a:gd name="connsiteX117-6055" fmla="*/ 2536 w 6642"/>
                    <a:gd name="connsiteY117-6056" fmla="*/ 5566 h 5728"/>
                    <a:gd name="connsiteX118-6057" fmla="*/ 2482 w 6642"/>
                    <a:gd name="connsiteY118-6058" fmla="*/ 5503 h 5728"/>
                    <a:gd name="connsiteX119-6059" fmla="*/ 2377 w 6642"/>
                    <a:gd name="connsiteY119-6060" fmla="*/ 5477 h 5728"/>
                    <a:gd name="connsiteX120-6061" fmla="*/ 2377 w 6642"/>
                    <a:gd name="connsiteY120-6062" fmla="*/ 5379 h 5728"/>
                    <a:gd name="connsiteX121-6063" fmla="*/ 2481 w 6642"/>
                    <a:gd name="connsiteY121-6064" fmla="*/ 5149 h 5728"/>
                    <a:gd name="connsiteX122-6065" fmla="*/ 2341 w 6642"/>
                    <a:gd name="connsiteY122-6066" fmla="*/ 5070 h 5728"/>
                    <a:gd name="connsiteX123-6067" fmla="*/ 2299 w 6642"/>
                    <a:gd name="connsiteY123-6068" fmla="*/ 5095 h 5728"/>
                    <a:gd name="connsiteX124-6069" fmla="*/ 2209 w 6642"/>
                    <a:gd name="connsiteY124-6070" fmla="*/ 5214 h 5728"/>
                    <a:gd name="connsiteX125-6071" fmla="*/ 2177 w 6642"/>
                    <a:gd name="connsiteY125-6072" fmla="*/ 5276 h 5728"/>
                    <a:gd name="connsiteX126-6073" fmla="*/ 2115 w 6642"/>
                    <a:gd name="connsiteY126-6074" fmla="*/ 5386 h 5728"/>
                    <a:gd name="connsiteX127-6075" fmla="*/ 2121 w 6642"/>
                    <a:gd name="connsiteY127-6076" fmla="*/ 5510 h 5728"/>
                    <a:gd name="connsiteX128-6077" fmla="*/ 2082 w 6642"/>
                    <a:gd name="connsiteY128-6078" fmla="*/ 5558 h 5728"/>
                    <a:gd name="connsiteX129-6079" fmla="*/ 1951 w 6642"/>
                    <a:gd name="connsiteY129-6080" fmla="*/ 5617 h 5728"/>
                    <a:gd name="connsiteX130-6081" fmla="*/ 1785 w 6642"/>
                    <a:gd name="connsiteY130-6082" fmla="*/ 5649 h 5728"/>
                    <a:gd name="connsiteX131-6083" fmla="*/ 1682 w 6642"/>
                    <a:gd name="connsiteY131-6084" fmla="*/ 5728 h 5728"/>
                    <a:gd name="connsiteX132-6085" fmla="*/ 1568 w 6642"/>
                    <a:gd name="connsiteY132-6086" fmla="*/ 5611 h 5728"/>
                    <a:gd name="connsiteX133-6087" fmla="*/ 1508 w 6642"/>
                    <a:gd name="connsiteY133-6088" fmla="*/ 5485 h 5728"/>
                    <a:gd name="connsiteX134-6089" fmla="*/ 1630 w 6642"/>
                    <a:gd name="connsiteY134-6090" fmla="*/ 5242 h 5728"/>
                    <a:gd name="connsiteX135-6091" fmla="*/ 1685 w 6642"/>
                    <a:gd name="connsiteY135-6092" fmla="*/ 5195 h 5728"/>
                    <a:gd name="connsiteX136-6093" fmla="*/ 1730 w 6642"/>
                    <a:gd name="connsiteY136-6094" fmla="*/ 5120 h 5728"/>
                    <a:gd name="connsiteX137-6095" fmla="*/ 1727 w 6642"/>
                    <a:gd name="connsiteY137-6096" fmla="*/ 5071 h 5728"/>
                    <a:gd name="connsiteX138-6097" fmla="*/ 1530 w 6642"/>
                    <a:gd name="connsiteY138-6098" fmla="*/ 5007 h 5728"/>
                    <a:gd name="connsiteX139-6099" fmla="*/ 1459 w 6642"/>
                    <a:gd name="connsiteY139-6100" fmla="*/ 5064 h 5728"/>
                    <a:gd name="connsiteX140-6101" fmla="*/ 1353 w 6642"/>
                    <a:gd name="connsiteY140-6102" fmla="*/ 5111 h 5728"/>
                    <a:gd name="connsiteX141-6103" fmla="*/ 1290 w 6642"/>
                    <a:gd name="connsiteY141-6104" fmla="*/ 5063 h 5728"/>
                    <a:gd name="connsiteX142-6105" fmla="*/ 1052 w 6642"/>
                    <a:gd name="connsiteY142-6106" fmla="*/ 5254 h 5728"/>
                    <a:gd name="connsiteX143-6107" fmla="*/ 924 w 6642"/>
                    <a:gd name="connsiteY143-6108" fmla="*/ 5231 h 5728"/>
                    <a:gd name="connsiteX144-6109" fmla="*/ 813 w 6642"/>
                    <a:gd name="connsiteY144-6110" fmla="*/ 5097 h 5728"/>
                    <a:gd name="connsiteX145-6111" fmla="*/ 683 w 6642"/>
                    <a:gd name="connsiteY145-6112" fmla="*/ 4930 h 5728"/>
                    <a:gd name="connsiteX146-6113" fmla="*/ 572 w 6642"/>
                    <a:gd name="connsiteY146-6114" fmla="*/ 4806 h 5728"/>
                    <a:gd name="connsiteX147-6115" fmla="*/ 505 w 6642"/>
                    <a:gd name="connsiteY147-6116" fmla="*/ 4788 h 5728"/>
                    <a:gd name="connsiteX148-6117" fmla="*/ 640 w 6642"/>
                    <a:gd name="connsiteY148-6118" fmla="*/ 4631 h 5728"/>
                    <a:gd name="connsiteX149-6119" fmla="*/ 683 w 6642"/>
                    <a:gd name="connsiteY149-6120" fmla="*/ 4541 h 5728"/>
                    <a:gd name="connsiteX150-6121" fmla="*/ 651 w 6642"/>
                    <a:gd name="connsiteY150-6122" fmla="*/ 4438 h 5728"/>
                    <a:gd name="connsiteX151-6123" fmla="*/ 277 w 6642"/>
                    <a:gd name="connsiteY151-6124" fmla="*/ 4491 h 5728"/>
                    <a:gd name="connsiteX152-6125" fmla="*/ 187 w 6642"/>
                    <a:gd name="connsiteY152-6126" fmla="*/ 4518 h 5728"/>
                    <a:gd name="connsiteX153-6127" fmla="*/ 195 w 6642"/>
                    <a:gd name="connsiteY153-6128" fmla="*/ 4384 h 5728"/>
                    <a:gd name="connsiteX154-6129" fmla="*/ 147 w 6642"/>
                    <a:gd name="connsiteY154-6130" fmla="*/ 4318 h 5728"/>
                    <a:gd name="connsiteX155-6131" fmla="*/ 39 w 6642"/>
                    <a:gd name="connsiteY155-6132" fmla="*/ 4220 h 5728"/>
                    <a:gd name="connsiteX156-6133" fmla="*/ 75 w 6642"/>
                    <a:gd name="connsiteY156-6134" fmla="*/ 4093 h 5728"/>
                    <a:gd name="connsiteX157-6135" fmla="*/ 63 w 6642"/>
                    <a:gd name="connsiteY157-6136" fmla="*/ 3929 h 5728"/>
                    <a:gd name="connsiteX158-6137" fmla="*/ 0 w 6642"/>
                    <a:gd name="connsiteY158-6138" fmla="*/ 3842 h 5728"/>
                    <a:gd name="connsiteX159-6139" fmla="*/ 0 w 6642"/>
                    <a:gd name="connsiteY159-6140" fmla="*/ 3737 h 5728"/>
                    <a:gd name="connsiteX160-6141" fmla="*/ 303 w 6642"/>
                    <a:gd name="connsiteY160-6142" fmla="*/ 3824 h 5728"/>
                    <a:gd name="connsiteX161-6143" fmla="*/ 830 w 6642"/>
                    <a:gd name="connsiteY161-6144" fmla="*/ 3840 h 5728"/>
                    <a:gd name="connsiteX162-6145" fmla="*/ 1044 w 6642"/>
                    <a:gd name="connsiteY162-6146" fmla="*/ 3908 h 5728"/>
                    <a:gd name="connsiteX163-6147" fmla="*/ 1213 w 6642"/>
                    <a:gd name="connsiteY163-6148" fmla="*/ 4053 h 5728"/>
                    <a:gd name="connsiteX164-6149" fmla="*/ 1257 w 6642"/>
                    <a:gd name="connsiteY164-6150" fmla="*/ 4077 h 5728"/>
                    <a:gd name="connsiteX165-6151" fmla="*/ 1417 w 6642"/>
                    <a:gd name="connsiteY165-6152" fmla="*/ 4107 h 5728"/>
                    <a:gd name="connsiteX166-6153" fmla="*/ 1487 w 6642"/>
                    <a:gd name="connsiteY166-6154" fmla="*/ 4158 h 5728"/>
                    <a:gd name="connsiteX167-6155" fmla="*/ 1688 w 6642"/>
                    <a:gd name="connsiteY167-6156" fmla="*/ 4229 h 5728"/>
                    <a:gd name="connsiteX168-6157" fmla="*/ 1904 w 6642"/>
                    <a:gd name="connsiteY168-6158" fmla="*/ 4309 h 5728"/>
                    <a:gd name="connsiteX169-6159" fmla="*/ 2068 w 6642"/>
                    <a:gd name="connsiteY169-6160" fmla="*/ 4212 h 5728"/>
                    <a:gd name="connsiteX170-6161" fmla="*/ 2267 w 6642"/>
                    <a:gd name="connsiteY170-6162" fmla="*/ 4125 h 5728"/>
                    <a:gd name="connsiteX171-6163" fmla="*/ 2363 w 6642"/>
                    <a:gd name="connsiteY171-6164" fmla="*/ 4075 h 5728"/>
                    <a:gd name="connsiteX172-6165" fmla="*/ 2539 w 6642"/>
                    <a:gd name="connsiteY172-6166" fmla="*/ 3995 h 5728"/>
                    <a:gd name="connsiteX173-6167" fmla="*/ 2721 w 6642"/>
                    <a:gd name="connsiteY173-6168" fmla="*/ 3970 h 5728"/>
                    <a:gd name="connsiteX174-6169" fmla="*/ 3073 w 6642"/>
                    <a:gd name="connsiteY174-6170" fmla="*/ 3979 h 5728"/>
                    <a:gd name="connsiteX175-6171" fmla="*/ 3416 w 6642"/>
                    <a:gd name="connsiteY175-6172" fmla="*/ 3722 h 5728"/>
                    <a:gd name="connsiteX176-6173" fmla="*/ 3519 w 6642"/>
                    <a:gd name="connsiteY176-6174" fmla="*/ 3636 h 5728"/>
                    <a:gd name="connsiteX177-6175" fmla="*/ 3609 w 6642"/>
                    <a:gd name="connsiteY177-6176" fmla="*/ 3563 h 5728"/>
                    <a:gd name="connsiteX178-6177" fmla="*/ 3705 w 6642"/>
                    <a:gd name="connsiteY178-6178" fmla="*/ 3503 h 5728"/>
                    <a:gd name="connsiteX179-6179" fmla="*/ 3702 w 6642"/>
                    <a:gd name="connsiteY179-6180" fmla="*/ 3422 h 5728"/>
                    <a:gd name="connsiteX180-6181" fmla="*/ 3597 w 6642"/>
                    <a:gd name="connsiteY180-6182" fmla="*/ 3317 h 5728"/>
                    <a:gd name="connsiteX181-6183" fmla="*/ 3582 w 6642"/>
                    <a:gd name="connsiteY181-6184" fmla="*/ 3252 h 5728"/>
                    <a:gd name="connsiteX182-6185" fmla="*/ 3692 w 6642"/>
                    <a:gd name="connsiteY182-6186" fmla="*/ 3012 h 5728"/>
                    <a:gd name="connsiteX183-6187" fmla="*/ 3835 w 6642"/>
                    <a:gd name="connsiteY183-6188" fmla="*/ 3094 h 5728"/>
                    <a:gd name="connsiteX184-6189" fmla="*/ 3915 w 6642"/>
                    <a:gd name="connsiteY184-6190" fmla="*/ 3122 h 5728"/>
                    <a:gd name="connsiteX185-6191" fmla="*/ 3998 w 6642"/>
                    <a:gd name="connsiteY185-6192" fmla="*/ 3124 h 5728"/>
                    <a:gd name="connsiteX0-6193" fmla="*/ 5456 w 6642"/>
                    <a:gd name="connsiteY0-6194" fmla="*/ 2333 h 5728"/>
                    <a:gd name="connsiteX1-6195" fmla="*/ 5454 w 6642"/>
                    <a:gd name="connsiteY1-6196" fmla="*/ 2117 h 5728"/>
                    <a:gd name="connsiteX2-6197" fmla="*/ 5378 w 6642"/>
                    <a:gd name="connsiteY2-6198" fmla="*/ 2039 h 5728"/>
                    <a:gd name="connsiteX3-6199" fmla="*/ 5235 w 6642"/>
                    <a:gd name="connsiteY3-6200" fmla="*/ 1951 h 5728"/>
                    <a:gd name="connsiteX4-6201" fmla="*/ 5143 w 6642"/>
                    <a:gd name="connsiteY4-6202" fmla="*/ 1827 h 5728"/>
                    <a:gd name="connsiteX5-6203" fmla="*/ 5047 w 6642"/>
                    <a:gd name="connsiteY5-6204" fmla="*/ 1828 h 5728"/>
                    <a:gd name="connsiteX6-6205" fmla="*/ 5002 w 6642"/>
                    <a:gd name="connsiteY6-6206" fmla="*/ 1883 h 5728"/>
                    <a:gd name="connsiteX7-6207" fmla="*/ 4909 w 6642"/>
                    <a:gd name="connsiteY7-6208" fmla="*/ 1877 h 5728"/>
                    <a:gd name="connsiteX8-6209" fmla="*/ 4889 w 6642"/>
                    <a:gd name="connsiteY8-6210" fmla="*/ 1994 h 5728"/>
                    <a:gd name="connsiteX9-6211" fmla="*/ 4708 w 6642"/>
                    <a:gd name="connsiteY9-6212" fmla="*/ 1941 h 5728"/>
                    <a:gd name="connsiteX10-6213" fmla="*/ 4625 w 6642"/>
                    <a:gd name="connsiteY10-6214" fmla="*/ 1939 h 5728"/>
                    <a:gd name="connsiteX11-6215" fmla="*/ 4500 w 6642"/>
                    <a:gd name="connsiteY11-6216" fmla="*/ 2014 h 5728"/>
                    <a:gd name="connsiteX12-6217" fmla="*/ 4388 w 6642"/>
                    <a:gd name="connsiteY12-6218" fmla="*/ 1890 h 5728"/>
                    <a:gd name="connsiteX13-6219" fmla="*/ 4482 w 6642"/>
                    <a:gd name="connsiteY13-6220" fmla="*/ 1804 h 5728"/>
                    <a:gd name="connsiteX14-6221" fmla="*/ 4486 w 6642"/>
                    <a:gd name="connsiteY14-6222" fmla="*/ 1634 h 5728"/>
                    <a:gd name="connsiteX15-6223" fmla="*/ 4541 w 6642"/>
                    <a:gd name="connsiteY15-6224" fmla="*/ 1514 h 5728"/>
                    <a:gd name="connsiteX16-6225" fmla="*/ 4584 w 6642"/>
                    <a:gd name="connsiteY16-6226" fmla="*/ 1306 h 5728"/>
                    <a:gd name="connsiteX17-6227" fmla="*/ 4644 w 6642"/>
                    <a:gd name="connsiteY17-6228" fmla="*/ 1307 h 5728"/>
                    <a:gd name="connsiteX18-6229" fmla="*/ 4967 w 6642"/>
                    <a:gd name="connsiteY18-6230" fmla="*/ 1286 h 5728"/>
                    <a:gd name="connsiteX19-6231" fmla="*/ 5141 w 6642"/>
                    <a:gd name="connsiteY19-6232" fmla="*/ 1117 h 5728"/>
                    <a:gd name="connsiteX20-6233" fmla="*/ 5210 w 6642"/>
                    <a:gd name="connsiteY20-6234" fmla="*/ 748 h 5728"/>
                    <a:gd name="connsiteX21-6235" fmla="*/ 5320 w 6642"/>
                    <a:gd name="connsiteY21-6236" fmla="*/ 486 h 5728"/>
                    <a:gd name="connsiteX22-6237" fmla="*/ 5318 w 6642"/>
                    <a:gd name="connsiteY22-6238" fmla="*/ 358 h 5728"/>
                    <a:gd name="connsiteX23-6239" fmla="*/ 5305 w 6642"/>
                    <a:gd name="connsiteY23-6240" fmla="*/ 328 h 5728"/>
                    <a:gd name="connsiteX24-6241" fmla="*/ 5238 w 6642"/>
                    <a:gd name="connsiteY24-6242" fmla="*/ 251 h 5728"/>
                    <a:gd name="connsiteX25-6243" fmla="*/ 5178 w 6642"/>
                    <a:gd name="connsiteY25-6244" fmla="*/ 217 h 5728"/>
                    <a:gd name="connsiteX26-6245" fmla="*/ 5303 w 6642"/>
                    <a:gd name="connsiteY26-6246" fmla="*/ 56 h 5728"/>
                    <a:gd name="connsiteX27-6247" fmla="*/ 5476 w 6642"/>
                    <a:gd name="connsiteY27-6248" fmla="*/ 2 h 5728"/>
                    <a:gd name="connsiteX28-6249" fmla="*/ 5508 w 6642"/>
                    <a:gd name="connsiteY28-6250" fmla="*/ 49 h 5728"/>
                    <a:gd name="connsiteX29-6251" fmla="*/ 5498 w 6642"/>
                    <a:gd name="connsiteY29-6252" fmla="*/ 133 h 5728"/>
                    <a:gd name="connsiteX30-6253" fmla="*/ 5437 w 6642"/>
                    <a:gd name="connsiteY30-6254" fmla="*/ 243 h 5728"/>
                    <a:gd name="connsiteX31-6255" fmla="*/ 5507 w 6642"/>
                    <a:gd name="connsiteY31-6256" fmla="*/ 301 h 5728"/>
                    <a:gd name="connsiteX32-6257" fmla="*/ 5621 w 6642"/>
                    <a:gd name="connsiteY32-6258" fmla="*/ 366 h 5728"/>
                    <a:gd name="connsiteX33-6259" fmla="*/ 5641 w 6642"/>
                    <a:gd name="connsiteY33-6260" fmla="*/ 255 h 5728"/>
                    <a:gd name="connsiteX34-6261" fmla="*/ 5775 w 6642"/>
                    <a:gd name="connsiteY34-6262" fmla="*/ 291 h 5728"/>
                    <a:gd name="connsiteX35-6263" fmla="*/ 5800 w 6642"/>
                    <a:gd name="connsiteY35-6264" fmla="*/ 331 h 5728"/>
                    <a:gd name="connsiteX36-6265" fmla="*/ 5876 w 6642"/>
                    <a:gd name="connsiteY36-6266" fmla="*/ 562 h 5728"/>
                    <a:gd name="connsiteX37-6267" fmla="*/ 5911 w 6642"/>
                    <a:gd name="connsiteY37-6268" fmla="*/ 586 h 5728"/>
                    <a:gd name="connsiteX38-6269" fmla="*/ 6003 w 6642"/>
                    <a:gd name="connsiteY38-6270" fmla="*/ 578 h 5728"/>
                    <a:gd name="connsiteX39-6271" fmla="*/ 6263 w 6642"/>
                    <a:gd name="connsiteY39-6272" fmla="*/ 490 h 5728"/>
                    <a:gd name="connsiteX40-6273" fmla="*/ 6483 w 6642"/>
                    <a:gd name="connsiteY40-6274" fmla="*/ 479 h 5728"/>
                    <a:gd name="connsiteX41-6275" fmla="*/ 6543 w 6642"/>
                    <a:gd name="connsiteY41-6276" fmla="*/ 648 h 5728"/>
                    <a:gd name="connsiteX42-6277" fmla="*/ 6461 w 6642"/>
                    <a:gd name="connsiteY42-6278" fmla="*/ 944 h 5728"/>
                    <a:gd name="connsiteX43-6279" fmla="*/ 6461 w 6642"/>
                    <a:gd name="connsiteY43-6280" fmla="*/ 1022 h 5728"/>
                    <a:gd name="connsiteX44-6281" fmla="*/ 6530 w 6642"/>
                    <a:gd name="connsiteY44-6282" fmla="*/ 1168 h 5728"/>
                    <a:gd name="connsiteX45-6283" fmla="*/ 6545 w 6642"/>
                    <a:gd name="connsiteY45-6284" fmla="*/ 1427 h 5728"/>
                    <a:gd name="connsiteX46-6285" fmla="*/ 6547 w 6642"/>
                    <a:gd name="connsiteY46-6286" fmla="*/ 1617 h 5728"/>
                    <a:gd name="connsiteX47-6287" fmla="*/ 6480 w 6642"/>
                    <a:gd name="connsiteY47-6288" fmla="*/ 1625 h 5728"/>
                    <a:gd name="connsiteX48-6289" fmla="*/ 6458 w 6642"/>
                    <a:gd name="connsiteY48-6290" fmla="*/ 1507 h 5728"/>
                    <a:gd name="connsiteX49-6291" fmla="*/ 6423 w 6642"/>
                    <a:gd name="connsiteY49-6292" fmla="*/ 1450 h 5728"/>
                    <a:gd name="connsiteX50-6293" fmla="*/ 6333 w 6642"/>
                    <a:gd name="connsiteY50-6294" fmla="*/ 1582 h 5728"/>
                    <a:gd name="connsiteX51-6295" fmla="*/ 6220 w 6642"/>
                    <a:gd name="connsiteY51-6296" fmla="*/ 1776 h 5728"/>
                    <a:gd name="connsiteX52-6297" fmla="*/ 6101 w 6642"/>
                    <a:gd name="connsiteY52-6298" fmla="*/ 1904 h 5728"/>
                    <a:gd name="connsiteX53-6299" fmla="*/ 6094 w 6642"/>
                    <a:gd name="connsiteY53-6300" fmla="*/ 2018 h 5728"/>
                    <a:gd name="connsiteX54-6301" fmla="*/ 6154 w 6642"/>
                    <a:gd name="connsiteY54-6302" fmla="*/ 2115 h 5728"/>
                    <a:gd name="connsiteX55-6303" fmla="*/ 6256 w 6642"/>
                    <a:gd name="connsiteY55-6304" fmla="*/ 2183 h 5728"/>
                    <a:gd name="connsiteX56-6305" fmla="*/ 6333 w 6642"/>
                    <a:gd name="connsiteY56-6306" fmla="*/ 2178 h 5728"/>
                    <a:gd name="connsiteX57-6307" fmla="*/ 6378 w 6642"/>
                    <a:gd name="connsiteY57-6308" fmla="*/ 2104 h 5728"/>
                    <a:gd name="connsiteX58-6309" fmla="*/ 6412 w 6642"/>
                    <a:gd name="connsiteY58-6310" fmla="*/ 2210 h 5728"/>
                    <a:gd name="connsiteX59-6311" fmla="*/ 6300 w 6642"/>
                    <a:gd name="connsiteY59-6312" fmla="*/ 2249 h 5728"/>
                    <a:gd name="connsiteX60-6313" fmla="*/ 6347 w 6642"/>
                    <a:gd name="connsiteY60-6314" fmla="*/ 2362 h 5728"/>
                    <a:gd name="connsiteX61-6315" fmla="*/ 6212 w 6642"/>
                    <a:gd name="connsiteY61-6316" fmla="*/ 2509 h 5728"/>
                    <a:gd name="connsiteX62-6317" fmla="*/ 6171 w 6642"/>
                    <a:gd name="connsiteY62-6318" fmla="*/ 2498 h 5728"/>
                    <a:gd name="connsiteX63-6319" fmla="*/ 6047 w 6642"/>
                    <a:gd name="connsiteY63-6320" fmla="*/ 2413 h 5728"/>
                    <a:gd name="connsiteX64-6321" fmla="*/ 5992 w 6642"/>
                    <a:gd name="connsiteY64-6322" fmla="*/ 2412 h 5728"/>
                    <a:gd name="connsiteX65-6323" fmla="*/ 5957 w 6642"/>
                    <a:gd name="connsiteY65-6324" fmla="*/ 2480 h 5728"/>
                    <a:gd name="connsiteX66-6325" fmla="*/ 5960 w 6642"/>
                    <a:gd name="connsiteY66-6326" fmla="*/ 2562 h 5728"/>
                    <a:gd name="connsiteX67-6327" fmla="*/ 6138 w 6642"/>
                    <a:gd name="connsiteY67-6328" fmla="*/ 2730 h 5728"/>
                    <a:gd name="connsiteX68-6329" fmla="*/ 6137 w 6642"/>
                    <a:gd name="connsiteY68-6330" fmla="*/ 2844 h 5728"/>
                    <a:gd name="connsiteX69-6331" fmla="*/ 6228 w 6642"/>
                    <a:gd name="connsiteY69-6332" fmla="*/ 3060 h 5728"/>
                    <a:gd name="connsiteX70-6333" fmla="*/ 6254 w 6642"/>
                    <a:gd name="connsiteY70-6334" fmla="*/ 3090 h 5728"/>
                    <a:gd name="connsiteX71-6335" fmla="*/ 6298 w 6642"/>
                    <a:gd name="connsiteY71-6336" fmla="*/ 3094 h 5728"/>
                    <a:gd name="connsiteX72-6337" fmla="*/ 6344 w 6642"/>
                    <a:gd name="connsiteY72-6338" fmla="*/ 3010 h 5728"/>
                    <a:gd name="connsiteX73-6339" fmla="*/ 6424 w 6642"/>
                    <a:gd name="connsiteY73-6340" fmla="*/ 2950 h 5728"/>
                    <a:gd name="connsiteX74-6341" fmla="*/ 6519 w 6642"/>
                    <a:gd name="connsiteY74-6342" fmla="*/ 3126 h 5728"/>
                    <a:gd name="connsiteX75-6343" fmla="*/ 6629 w 6642"/>
                    <a:gd name="connsiteY75-6344" fmla="*/ 3312 h 5728"/>
                    <a:gd name="connsiteX76-6345" fmla="*/ 6642 w 6642"/>
                    <a:gd name="connsiteY76-6346" fmla="*/ 3342 h 5728"/>
                    <a:gd name="connsiteX77-6347" fmla="*/ 6631 w 6642"/>
                    <a:gd name="connsiteY77-6348" fmla="*/ 3518 h 5728"/>
                    <a:gd name="connsiteX78-6349" fmla="*/ 6596 w 6642"/>
                    <a:gd name="connsiteY78-6350" fmla="*/ 3554 h 5728"/>
                    <a:gd name="connsiteX79-6351" fmla="*/ 6507 w 6642"/>
                    <a:gd name="connsiteY79-6352" fmla="*/ 3515 h 5728"/>
                    <a:gd name="connsiteX80-6353" fmla="*/ 6273 w 6642"/>
                    <a:gd name="connsiteY80-6354" fmla="*/ 3644 h 5728"/>
                    <a:gd name="connsiteX81-6355" fmla="*/ 6247 w 6642"/>
                    <a:gd name="connsiteY81-6356" fmla="*/ 3666 h 5728"/>
                    <a:gd name="connsiteX82-6357" fmla="*/ 6067 w 6642"/>
                    <a:gd name="connsiteY82-6358" fmla="*/ 3812 h 5728"/>
                    <a:gd name="connsiteX83-6359" fmla="*/ 5926 w 6642"/>
                    <a:gd name="connsiteY83-6360" fmla="*/ 3926 h 5728"/>
                    <a:gd name="connsiteX84-6361" fmla="*/ 5891 w 6642"/>
                    <a:gd name="connsiteY84-6362" fmla="*/ 3965 h 5728"/>
                    <a:gd name="connsiteX85-6363" fmla="*/ 5839 w 6642"/>
                    <a:gd name="connsiteY85-6364" fmla="*/ 3973 h 5728"/>
                    <a:gd name="connsiteX86-6365" fmla="*/ 5782 w 6642"/>
                    <a:gd name="connsiteY86-6366" fmla="*/ 3916 h 5728"/>
                    <a:gd name="connsiteX87-6367" fmla="*/ 5658 w 6642"/>
                    <a:gd name="connsiteY87-6368" fmla="*/ 3808 h 5728"/>
                    <a:gd name="connsiteX88-6369" fmla="*/ 5682 w 6642"/>
                    <a:gd name="connsiteY88-6370" fmla="*/ 4064 h 5728"/>
                    <a:gd name="connsiteX89-6371" fmla="*/ 5691 w 6642"/>
                    <a:gd name="connsiteY89-6372" fmla="*/ 4192 h 5728"/>
                    <a:gd name="connsiteX90-6373" fmla="*/ 5429 w 6642"/>
                    <a:gd name="connsiteY90-6374" fmla="*/ 4166 h 5728"/>
                    <a:gd name="connsiteX91-6375" fmla="*/ 5347 w 6642"/>
                    <a:gd name="connsiteY91-6376" fmla="*/ 3987 h 5728"/>
                    <a:gd name="connsiteX92-6377" fmla="*/ 5265 w 6642"/>
                    <a:gd name="connsiteY92-6378" fmla="*/ 3802 h 5728"/>
                    <a:gd name="connsiteX93-6379" fmla="*/ 4408 w 6642"/>
                    <a:gd name="connsiteY93-6380" fmla="*/ 3980 h 5728"/>
                    <a:gd name="connsiteX94-6381" fmla="*/ 4340 w 6642"/>
                    <a:gd name="connsiteY94-6382" fmla="*/ 4188 h 5728"/>
                    <a:gd name="connsiteX95-6383" fmla="*/ 4282 w 6642"/>
                    <a:gd name="connsiteY95-6384" fmla="*/ 4193 h 5728"/>
                    <a:gd name="connsiteX96-6385" fmla="*/ 4260 w 6642"/>
                    <a:gd name="connsiteY96-6386" fmla="*/ 4238 h 5728"/>
                    <a:gd name="connsiteX97-6387" fmla="*/ 4231 w 6642"/>
                    <a:gd name="connsiteY97-6388" fmla="*/ 4250 h 5728"/>
                    <a:gd name="connsiteX98-6389" fmla="*/ 4230 w 6642"/>
                    <a:gd name="connsiteY98-6390" fmla="*/ 4427 h 5728"/>
                    <a:gd name="connsiteX99-6391" fmla="*/ 4290 w 6642"/>
                    <a:gd name="connsiteY99-6392" fmla="*/ 4504 h 5728"/>
                    <a:gd name="connsiteX100-6393" fmla="*/ 4293 w 6642"/>
                    <a:gd name="connsiteY100-6394" fmla="*/ 4556 h 5728"/>
                    <a:gd name="connsiteX101-6395" fmla="*/ 4257 w 6642"/>
                    <a:gd name="connsiteY101-6396" fmla="*/ 4614 h 5728"/>
                    <a:gd name="connsiteX102-6397" fmla="*/ 3992 w 6642"/>
                    <a:gd name="connsiteY102-6398" fmla="*/ 4680 h 5728"/>
                    <a:gd name="connsiteX103-6399" fmla="*/ 3857 w 6642"/>
                    <a:gd name="connsiteY103-6400" fmla="*/ 4739 h 5728"/>
                    <a:gd name="connsiteX104-6401" fmla="*/ 3815 w 6642"/>
                    <a:gd name="connsiteY104-6402" fmla="*/ 4777 h 5728"/>
                    <a:gd name="connsiteX105-6403" fmla="*/ 3616 w 6642"/>
                    <a:gd name="connsiteY105-6404" fmla="*/ 5021 h 5728"/>
                    <a:gd name="connsiteX106-6405" fmla="*/ 3543 w 6642"/>
                    <a:gd name="connsiteY106-6406" fmla="*/ 4970 h 5728"/>
                    <a:gd name="connsiteX107-6407" fmla="*/ 3460 w 6642"/>
                    <a:gd name="connsiteY107-6408" fmla="*/ 4971 h 5728"/>
                    <a:gd name="connsiteX108-6409" fmla="*/ 3424 w 6642"/>
                    <a:gd name="connsiteY108-6410" fmla="*/ 5045 h 5728"/>
                    <a:gd name="connsiteX109-6411" fmla="*/ 3313 w 6642"/>
                    <a:gd name="connsiteY109-6412" fmla="*/ 5000 h 5728"/>
                    <a:gd name="connsiteX110-6413" fmla="*/ 3235 w 6642"/>
                    <a:gd name="connsiteY110-6414" fmla="*/ 5109 h 5728"/>
                    <a:gd name="connsiteX111-6415" fmla="*/ 3013 w 6642"/>
                    <a:gd name="connsiteY111-6416" fmla="*/ 5349 h 5728"/>
                    <a:gd name="connsiteX112-6417" fmla="*/ 2993 w 6642"/>
                    <a:gd name="connsiteY112-6418" fmla="*/ 5516 h 5728"/>
                    <a:gd name="connsiteX113-6419" fmla="*/ 2976 w 6642"/>
                    <a:gd name="connsiteY113-6420" fmla="*/ 5659 h 5728"/>
                    <a:gd name="connsiteX114-6421" fmla="*/ 2960 w 6642"/>
                    <a:gd name="connsiteY114-6422" fmla="*/ 5669 h 5728"/>
                    <a:gd name="connsiteX115-6423" fmla="*/ 2638 w 6642"/>
                    <a:gd name="connsiteY115-6424" fmla="*/ 5621 h 5728"/>
                    <a:gd name="connsiteX116-6425" fmla="*/ 2536 w 6642"/>
                    <a:gd name="connsiteY116-6426" fmla="*/ 5566 h 5728"/>
                    <a:gd name="connsiteX117-6427" fmla="*/ 2482 w 6642"/>
                    <a:gd name="connsiteY117-6428" fmla="*/ 5503 h 5728"/>
                    <a:gd name="connsiteX118-6429" fmla="*/ 2377 w 6642"/>
                    <a:gd name="connsiteY118-6430" fmla="*/ 5477 h 5728"/>
                    <a:gd name="connsiteX119-6431" fmla="*/ 2377 w 6642"/>
                    <a:gd name="connsiteY119-6432" fmla="*/ 5379 h 5728"/>
                    <a:gd name="connsiteX120-6433" fmla="*/ 2481 w 6642"/>
                    <a:gd name="connsiteY120-6434" fmla="*/ 5149 h 5728"/>
                    <a:gd name="connsiteX121-6435" fmla="*/ 2341 w 6642"/>
                    <a:gd name="connsiteY121-6436" fmla="*/ 5070 h 5728"/>
                    <a:gd name="connsiteX122-6437" fmla="*/ 2299 w 6642"/>
                    <a:gd name="connsiteY122-6438" fmla="*/ 5095 h 5728"/>
                    <a:gd name="connsiteX123-6439" fmla="*/ 2209 w 6642"/>
                    <a:gd name="connsiteY123-6440" fmla="*/ 5214 h 5728"/>
                    <a:gd name="connsiteX124-6441" fmla="*/ 2177 w 6642"/>
                    <a:gd name="connsiteY124-6442" fmla="*/ 5276 h 5728"/>
                    <a:gd name="connsiteX125-6443" fmla="*/ 2115 w 6642"/>
                    <a:gd name="connsiteY125-6444" fmla="*/ 5386 h 5728"/>
                    <a:gd name="connsiteX126-6445" fmla="*/ 2121 w 6642"/>
                    <a:gd name="connsiteY126-6446" fmla="*/ 5510 h 5728"/>
                    <a:gd name="connsiteX127-6447" fmla="*/ 2082 w 6642"/>
                    <a:gd name="connsiteY127-6448" fmla="*/ 5558 h 5728"/>
                    <a:gd name="connsiteX128-6449" fmla="*/ 1951 w 6642"/>
                    <a:gd name="connsiteY128-6450" fmla="*/ 5617 h 5728"/>
                    <a:gd name="connsiteX129-6451" fmla="*/ 1785 w 6642"/>
                    <a:gd name="connsiteY129-6452" fmla="*/ 5649 h 5728"/>
                    <a:gd name="connsiteX130-6453" fmla="*/ 1682 w 6642"/>
                    <a:gd name="connsiteY130-6454" fmla="*/ 5728 h 5728"/>
                    <a:gd name="connsiteX131-6455" fmla="*/ 1568 w 6642"/>
                    <a:gd name="connsiteY131-6456" fmla="*/ 5611 h 5728"/>
                    <a:gd name="connsiteX132-6457" fmla="*/ 1508 w 6642"/>
                    <a:gd name="connsiteY132-6458" fmla="*/ 5485 h 5728"/>
                    <a:gd name="connsiteX133-6459" fmla="*/ 1630 w 6642"/>
                    <a:gd name="connsiteY133-6460" fmla="*/ 5242 h 5728"/>
                    <a:gd name="connsiteX134-6461" fmla="*/ 1685 w 6642"/>
                    <a:gd name="connsiteY134-6462" fmla="*/ 5195 h 5728"/>
                    <a:gd name="connsiteX135-6463" fmla="*/ 1730 w 6642"/>
                    <a:gd name="connsiteY135-6464" fmla="*/ 5120 h 5728"/>
                    <a:gd name="connsiteX136-6465" fmla="*/ 1727 w 6642"/>
                    <a:gd name="connsiteY136-6466" fmla="*/ 5071 h 5728"/>
                    <a:gd name="connsiteX137-6467" fmla="*/ 1530 w 6642"/>
                    <a:gd name="connsiteY137-6468" fmla="*/ 5007 h 5728"/>
                    <a:gd name="connsiteX138-6469" fmla="*/ 1459 w 6642"/>
                    <a:gd name="connsiteY138-6470" fmla="*/ 5064 h 5728"/>
                    <a:gd name="connsiteX139-6471" fmla="*/ 1353 w 6642"/>
                    <a:gd name="connsiteY139-6472" fmla="*/ 5111 h 5728"/>
                    <a:gd name="connsiteX140-6473" fmla="*/ 1290 w 6642"/>
                    <a:gd name="connsiteY140-6474" fmla="*/ 5063 h 5728"/>
                    <a:gd name="connsiteX141-6475" fmla="*/ 1052 w 6642"/>
                    <a:gd name="connsiteY141-6476" fmla="*/ 5254 h 5728"/>
                    <a:gd name="connsiteX142-6477" fmla="*/ 924 w 6642"/>
                    <a:gd name="connsiteY142-6478" fmla="*/ 5231 h 5728"/>
                    <a:gd name="connsiteX143-6479" fmla="*/ 813 w 6642"/>
                    <a:gd name="connsiteY143-6480" fmla="*/ 5097 h 5728"/>
                    <a:gd name="connsiteX144-6481" fmla="*/ 683 w 6642"/>
                    <a:gd name="connsiteY144-6482" fmla="*/ 4930 h 5728"/>
                    <a:gd name="connsiteX145-6483" fmla="*/ 572 w 6642"/>
                    <a:gd name="connsiteY145-6484" fmla="*/ 4806 h 5728"/>
                    <a:gd name="connsiteX146-6485" fmla="*/ 505 w 6642"/>
                    <a:gd name="connsiteY146-6486" fmla="*/ 4788 h 5728"/>
                    <a:gd name="connsiteX147-6487" fmla="*/ 640 w 6642"/>
                    <a:gd name="connsiteY147-6488" fmla="*/ 4631 h 5728"/>
                    <a:gd name="connsiteX148-6489" fmla="*/ 683 w 6642"/>
                    <a:gd name="connsiteY148-6490" fmla="*/ 4541 h 5728"/>
                    <a:gd name="connsiteX149-6491" fmla="*/ 651 w 6642"/>
                    <a:gd name="connsiteY149-6492" fmla="*/ 4438 h 5728"/>
                    <a:gd name="connsiteX150-6493" fmla="*/ 277 w 6642"/>
                    <a:gd name="connsiteY150-6494" fmla="*/ 4491 h 5728"/>
                    <a:gd name="connsiteX151-6495" fmla="*/ 187 w 6642"/>
                    <a:gd name="connsiteY151-6496" fmla="*/ 4518 h 5728"/>
                    <a:gd name="connsiteX152-6497" fmla="*/ 195 w 6642"/>
                    <a:gd name="connsiteY152-6498" fmla="*/ 4384 h 5728"/>
                    <a:gd name="connsiteX153-6499" fmla="*/ 147 w 6642"/>
                    <a:gd name="connsiteY153-6500" fmla="*/ 4318 h 5728"/>
                    <a:gd name="connsiteX154-6501" fmla="*/ 39 w 6642"/>
                    <a:gd name="connsiteY154-6502" fmla="*/ 4220 h 5728"/>
                    <a:gd name="connsiteX155-6503" fmla="*/ 75 w 6642"/>
                    <a:gd name="connsiteY155-6504" fmla="*/ 4093 h 5728"/>
                    <a:gd name="connsiteX156-6505" fmla="*/ 63 w 6642"/>
                    <a:gd name="connsiteY156-6506" fmla="*/ 3929 h 5728"/>
                    <a:gd name="connsiteX157-6507" fmla="*/ 0 w 6642"/>
                    <a:gd name="connsiteY157-6508" fmla="*/ 3842 h 5728"/>
                    <a:gd name="connsiteX158-6509" fmla="*/ 0 w 6642"/>
                    <a:gd name="connsiteY158-6510" fmla="*/ 3737 h 5728"/>
                    <a:gd name="connsiteX159-6511" fmla="*/ 303 w 6642"/>
                    <a:gd name="connsiteY159-6512" fmla="*/ 3824 h 5728"/>
                    <a:gd name="connsiteX160-6513" fmla="*/ 830 w 6642"/>
                    <a:gd name="connsiteY160-6514" fmla="*/ 3840 h 5728"/>
                    <a:gd name="connsiteX161-6515" fmla="*/ 1044 w 6642"/>
                    <a:gd name="connsiteY161-6516" fmla="*/ 3908 h 5728"/>
                    <a:gd name="connsiteX162-6517" fmla="*/ 1213 w 6642"/>
                    <a:gd name="connsiteY162-6518" fmla="*/ 4053 h 5728"/>
                    <a:gd name="connsiteX163-6519" fmla="*/ 1257 w 6642"/>
                    <a:gd name="connsiteY163-6520" fmla="*/ 4077 h 5728"/>
                    <a:gd name="connsiteX164-6521" fmla="*/ 1417 w 6642"/>
                    <a:gd name="connsiteY164-6522" fmla="*/ 4107 h 5728"/>
                    <a:gd name="connsiteX165-6523" fmla="*/ 1487 w 6642"/>
                    <a:gd name="connsiteY165-6524" fmla="*/ 4158 h 5728"/>
                    <a:gd name="connsiteX166-6525" fmla="*/ 1688 w 6642"/>
                    <a:gd name="connsiteY166-6526" fmla="*/ 4229 h 5728"/>
                    <a:gd name="connsiteX167-6527" fmla="*/ 1904 w 6642"/>
                    <a:gd name="connsiteY167-6528" fmla="*/ 4309 h 5728"/>
                    <a:gd name="connsiteX168-6529" fmla="*/ 2068 w 6642"/>
                    <a:gd name="connsiteY168-6530" fmla="*/ 4212 h 5728"/>
                    <a:gd name="connsiteX169-6531" fmla="*/ 2267 w 6642"/>
                    <a:gd name="connsiteY169-6532" fmla="*/ 4125 h 5728"/>
                    <a:gd name="connsiteX170-6533" fmla="*/ 2363 w 6642"/>
                    <a:gd name="connsiteY170-6534" fmla="*/ 4075 h 5728"/>
                    <a:gd name="connsiteX171-6535" fmla="*/ 2539 w 6642"/>
                    <a:gd name="connsiteY171-6536" fmla="*/ 3995 h 5728"/>
                    <a:gd name="connsiteX172-6537" fmla="*/ 2721 w 6642"/>
                    <a:gd name="connsiteY172-6538" fmla="*/ 3970 h 5728"/>
                    <a:gd name="connsiteX173-6539" fmla="*/ 3073 w 6642"/>
                    <a:gd name="connsiteY173-6540" fmla="*/ 3979 h 5728"/>
                    <a:gd name="connsiteX174-6541" fmla="*/ 3416 w 6642"/>
                    <a:gd name="connsiteY174-6542" fmla="*/ 3722 h 5728"/>
                    <a:gd name="connsiteX175-6543" fmla="*/ 3519 w 6642"/>
                    <a:gd name="connsiteY175-6544" fmla="*/ 3636 h 5728"/>
                    <a:gd name="connsiteX176-6545" fmla="*/ 3609 w 6642"/>
                    <a:gd name="connsiteY176-6546" fmla="*/ 3563 h 5728"/>
                    <a:gd name="connsiteX177-6547" fmla="*/ 3705 w 6642"/>
                    <a:gd name="connsiteY177-6548" fmla="*/ 3503 h 5728"/>
                    <a:gd name="connsiteX178-6549" fmla="*/ 3702 w 6642"/>
                    <a:gd name="connsiteY178-6550" fmla="*/ 3422 h 5728"/>
                    <a:gd name="connsiteX179-6551" fmla="*/ 3597 w 6642"/>
                    <a:gd name="connsiteY179-6552" fmla="*/ 3317 h 5728"/>
                    <a:gd name="connsiteX180-6553" fmla="*/ 3582 w 6642"/>
                    <a:gd name="connsiteY180-6554" fmla="*/ 3252 h 5728"/>
                    <a:gd name="connsiteX181-6555" fmla="*/ 3692 w 6642"/>
                    <a:gd name="connsiteY181-6556" fmla="*/ 3012 h 5728"/>
                    <a:gd name="connsiteX182-6557" fmla="*/ 3835 w 6642"/>
                    <a:gd name="connsiteY182-6558" fmla="*/ 3094 h 5728"/>
                    <a:gd name="connsiteX183-6559" fmla="*/ 3915 w 6642"/>
                    <a:gd name="connsiteY183-6560" fmla="*/ 3122 h 5728"/>
                    <a:gd name="connsiteX184-6561" fmla="*/ 3998 w 6642"/>
                    <a:gd name="connsiteY184-6562" fmla="*/ 3124 h 5728"/>
                    <a:gd name="connsiteX0-6563" fmla="*/ 5456 w 6642"/>
                    <a:gd name="connsiteY0-6564" fmla="*/ 2333 h 5728"/>
                    <a:gd name="connsiteX1-6565" fmla="*/ 5454 w 6642"/>
                    <a:gd name="connsiteY1-6566" fmla="*/ 2117 h 5728"/>
                    <a:gd name="connsiteX2-6567" fmla="*/ 5378 w 6642"/>
                    <a:gd name="connsiteY2-6568" fmla="*/ 2039 h 5728"/>
                    <a:gd name="connsiteX3-6569" fmla="*/ 5235 w 6642"/>
                    <a:gd name="connsiteY3-6570" fmla="*/ 1951 h 5728"/>
                    <a:gd name="connsiteX4-6571" fmla="*/ 5143 w 6642"/>
                    <a:gd name="connsiteY4-6572" fmla="*/ 1827 h 5728"/>
                    <a:gd name="connsiteX5-6573" fmla="*/ 5047 w 6642"/>
                    <a:gd name="connsiteY5-6574" fmla="*/ 1828 h 5728"/>
                    <a:gd name="connsiteX6-6575" fmla="*/ 5002 w 6642"/>
                    <a:gd name="connsiteY6-6576" fmla="*/ 1883 h 5728"/>
                    <a:gd name="connsiteX7-6577" fmla="*/ 4909 w 6642"/>
                    <a:gd name="connsiteY7-6578" fmla="*/ 1877 h 5728"/>
                    <a:gd name="connsiteX8-6579" fmla="*/ 4889 w 6642"/>
                    <a:gd name="connsiteY8-6580" fmla="*/ 1994 h 5728"/>
                    <a:gd name="connsiteX9-6581" fmla="*/ 4708 w 6642"/>
                    <a:gd name="connsiteY9-6582" fmla="*/ 1941 h 5728"/>
                    <a:gd name="connsiteX10-6583" fmla="*/ 4625 w 6642"/>
                    <a:gd name="connsiteY10-6584" fmla="*/ 1939 h 5728"/>
                    <a:gd name="connsiteX11-6585" fmla="*/ 4500 w 6642"/>
                    <a:gd name="connsiteY11-6586" fmla="*/ 2014 h 5728"/>
                    <a:gd name="connsiteX12-6587" fmla="*/ 4388 w 6642"/>
                    <a:gd name="connsiteY12-6588" fmla="*/ 1890 h 5728"/>
                    <a:gd name="connsiteX13-6589" fmla="*/ 4482 w 6642"/>
                    <a:gd name="connsiteY13-6590" fmla="*/ 1804 h 5728"/>
                    <a:gd name="connsiteX14-6591" fmla="*/ 4486 w 6642"/>
                    <a:gd name="connsiteY14-6592" fmla="*/ 1634 h 5728"/>
                    <a:gd name="connsiteX15-6593" fmla="*/ 4541 w 6642"/>
                    <a:gd name="connsiteY15-6594" fmla="*/ 1514 h 5728"/>
                    <a:gd name="connsiteX16-6595" fmla="*/ 4584 w 6642"/>
                    <a:gd name="connsiteY16-6596" fmla="*/ 1306 h 5728"/>
                    <a:gd name="connsiteX17-6597" fmla="*/ 4644 w 6642"/>
                    <a:gd name="connsiteY17-6598" fmla="*/ 1307 h 5728"/>
                    <a:gd name="connsiteX18-6599" fmla="*/ 4967 w 6642"/>
                    <a:gd name="connsiteY18-6600" fmla="*/ 1286 h 5728"/>
                    <a:gd name="connsiteX19-6601" fmla="*/ 5141 w 6642"/>
                    <a:gd name="connsiteY19-6602" fmla="*/ 1117 h 5728"/>
                    <a:gd name="connsiteX20-6603" fmla="*/ 5210 w 6642"/>
                    <a:gd name="connsiteY20-6604" fmla="*/ 748 h 5728"/>
                    <a:gd name="connsiteX21-6605" fmla="*/ 5320 w 6642"/>
                    <a:gd name="connsiteY21-6606" fmla="*/ 486 h 5728"/>
                    <a:gd name="connsiteX22-6607" fmla="*/ 5318 w 6642"/>
                    <a:gd name="connsiteY22-6608" fmla="*/ 358 h 5728"/>
                    <a:gd name="connsiteX23-6609" fmla="*/ 5305 w 6642"/>
                    <a:gd name="connsiteY23-6610" fmla="*/ 328 h 5728"/>
                    <a:gd name="connsiteX24-6611" fmla="*/ 5238 w 6642"/>
                    <a:gd name="connsiteY24-6612" fmla="*/ 251 h 5728"/>
                    <a:gd name="connsiteX25-6613" fmla="*/ 5178 w 6642"/>
                    <a:gd name="connsiteY25-6614" fmla="*/ 217 h 5728"/>
                    <a:gd name="connsiteX26-6615" fmla="*/ 5303 w 6642"/>
                    <a:gd name="connsiteY26-6616" fmla="*/ 56 h 5728"/>
                    <a:gd name="connsiteX27-6617" fmla="*/ 5476 w 6642"/>
                    <a:gd name="connsiteY27-6618" fmla="*/ 2 h 5728"/>
                    <a:gd name="connsiteX28-6619" fmla="*/ 5508 w 6642"/>
                    <a:gd name="connsiteY28-6620" fmla="*/ 49 h 5728"/>
                    <a:gd name="connsiteX29-6621" fmla="*/ 5498 w 6642"/>
                    <a:gd name="connsiteY29-6622" fmla="*/ 133 h 5728"/>
                    <a:gd name="connsiteX30-6623" fmla="*/ 5437 w 6642"/>
                    <a:gd name="connsiteY30-6624" fmla="*/ 243 h 5728"/>
                    <a:gd name="connsiteX31-6625" fmla="*/ 5507 w 6642"/>
                    <a:gd name="connsiteY31-6626" fmla="*/ 301 h 5728"/>
                    <a:gd name="connsiteX32-6627" fmla="*/ 5621 w 6642"/>
                    <a:gd name="connsiteY32-6628" fmla="*/ 366 h 5728"/>
                    <a:gd name="connsiteX33-6629" fmla="*/ 5641 w 6642"/>
                    <a:gd name="connsiteY33-6630" fmla="*/ 255 h 5728"/>
                    <a:gd name="connsiteX34-6631" fmla="*/ 5775 w 6642"/>
                    <a:gd name="connsiteY34-6632" fmla="*/ 291 h 5728"/>
                    <a:gd name="connsiteX35-6633" fmla="*/ 5800 w 6642"/>
                    <a:gd name="connsiteY35-6634" fmla="*/ 331 h 5728"/>
                    <a:gd name="connsiteX36-6635" fmla="*/ 5876 w 6642"/>
                    <a:gd name="connsiteY36-6636" fmla="*/ 562 h 5728"/>
                    <a:gd name="connsiteX37-6637" fmla="*/ 5911 w 6642"/>
                    <a:gd name="connsiteY37-6638" fmla="*/ 586 h 5728"/>
                    <a:gd name="connsiteX38-6639" fmla="*/ 6003 w 6642"/>
                    <a:gd name="connsiteY38-6640" fmla="*/ 578 h 5728"/>
                    <a:gd name="connsiteX39-6641" fmla="*/ 6263 w 6642"/>
                    <a:gd name="connsiteY39-6642" fmla="*/ 490 h 5728"/>
                    <a:gd name="connsiteX40-6643" fmla="*/ 6483 w 6642"/>
                    <a:gd name="connsiteY40-6644" fmla="*/ 479 h 5728"/>
                    <a:gd name="connsiteX41-6645" fmla="*/ 6543 w 6642"/>
                    <a:gd name="connsiteY41-6646" fmla="*/ 648 h 5728"/>
                    <a:gd name="connsiteX42-6647" fmla="*/ 6461 w 6642"/>
                    <a:gd name="connsiteY42-6648" fmla="*/ 944 h 5728"/>
                    <a:gd name="connsiteX43-6649" fmla="*/ 6461 w 6642"/>
                    <a:gd name="connsiteY43-6650" fmla="*/ 1022 h 5728"/>
                    <a:gd name="connsiteX44-6651" fmla="*/ 6530 w 6642"/>
                    <a:gd name="connsiteY44-6652" fmla="*/ 1168 h 5728"/>
                    <a:gd name="connsiteX45-6653" fmla="*/ 6545 w 6642"/>
                    <a:gd name="connsiteY45-6654" fmla="*/ 1427 h 5728"/>
                    <a:gd name="connsiteX46-6655" fmla="*/ 6547 w 6642"/>
                    <a:gd name="connsiteY46-6656" fmla="*/ 1617 h 5728"/>
                    <a:gd name="connsiteX47-6657" fmla="*/ 6480 w 6642"/>
                    <a:gd name="connsiteY47-6658" fmla="*/ 1625 h 5728"/>
                    <a:gd name="connsiteX48-6659" fmla="*/ 6458 w 6642"/>
                    <a:gd name="connsiteY48-6660" fmla="*/ 1507 h 5728"/>
                    <a:gd name="connsiteX49-6661" fmla="*/ 6423 w 6642"/>
                    <a:gd name="connsiteY49-6662" fmla="*/ 1450 h 5728"/>
                    <a:gd name="connsiteX50-6663" fmla="*/ 6333 w 6642"/>
                    <a:gd name="connsiteY50-6664" fmla="*/ 1582 h 5728"/>
                    <a:gd name="connsiteX51-6665" fmla="*/ 6220 w 6642"/>
                    <a:gd name="connsiteY51-6666" fmla="*/ 1776 h 5728"/>
                    <a:gd name="connsiteX52-6667" fmla="*/ 6101 w 6642"/>
                    <a:gd name="connsiteY52-6668" fmla="*/ 1904 h 5728"/>
                    <a:gd name="connsiteX53-6669" fmla="*/ 6094 w 6642"/>
                    <a:gd name="connsiteY53-6670" fmla="*/ 2018 h 5728"/>
                    <a:gd name="connsiteX54-6671" fmla="*/ 6154 w 6642"/>
                    <a:gd name="connsiteY54-6672" fmla="*/ 2115 h 5728"/>
                    <a:gd name="connsiteX55-6673" fmla="*/ 6256 w 6642"/>
                    <a:gd name="connsiteY55-6674" fmla="*/ 2183 h 5728"/>
                    <a:gd name="connsiteX56-6675" fmla="*/ 6333 w 6642"/>
                    <a:gd name="connsiteY56-6676" fmla="*/ 2178 h 5728"/>
                    <a:gd name="connsiteX57-6677" fmla="*/ 6378 w 6642"/>
                    <a:gd name="connsiteY57-6678" fmla="*/ 2104 h 5728"/>
                    <a:gd name="connsiteX58-6679" fmla="*/ 6412 w 6642"/>
                    <a:gd name="connsiteY58-6680" fmla="*/ 2210 h 5728"/>
                    <a:gd name="connsiteX59-6681" fmla="*/ 6300 w 6642"/>
                    <a:gd name="connsiteY59-6682" fmla="*/ 2249 h 5728"/>
                    <a:gd name="connsiteX60-6683" fmla="*/ 6347 w 6642"/>
                    <a:gd name="connsiteY60-6684" fmla="*/ 2362 h 5728"/>
                    <a:gd name="connsiteX61-6685" fmla="*/ 6212 w 6642"/>
                    <a:gd name="connsiteY61-6686" fmla="*/ 2509 h 5728"/>
                    <a:gd name="connsiteX62-6687" fmla="*/ 6171 w 6642"/>
                    <a:gd name="connsiteY62-6688" fmla="*/ 2498 h 5728"/>
                    <a:gd name="connsiteX63-6689" fmla="*/ 6047 w 6642"/>
                    <a:gd name="connsiteY63-6690" fmla="*/ 2413 h 5728"/>
                    <a:gd name="connsiteX64-6691" fmla="*/ 5992 w 6642"/>
                    <a:gd name="connsiteY64-6692" fmla="*/ 2412 h 5728"/>
                    <a:gd name="connsiteX65-6693" fmla="*/ 5957 w 6642"/>
                    <a:gd name="connsiteY65-6694" fmla="*/ 2480 h 5728"/>
                    <a:gd name="connsiteX66-6695" fmla="*/ 5960 w 6642"/>
                    <a:gd name="connsiteY66-6696" fmla="*/ 2562 h 5728"/>
                    <a:gd name="connsiteX67-6697" fmla="*/ 6138 w 6642"/>
                    <a:gd name="connsiteY67-6698" fmla="*/ 2730 h 5728"/>
                    <a:gd name="connsiteX68-6699" fmla="*/ 6137 w 6642"/>
                    <a:gd name="connsiteY68-6700" fmla="*/ 2844 h 5728"/>
                    <a:gd name="connsiteX69-6701" fmla="*/ 6228 w 6642"/>
                    <a:gd name="connsiteY69-6702" fmla="*/ 3060 h 5728"/>
                    <a:gd name="connsiteX70-6703" fmla="*/ 6254 w 6642"/>
                    <a:gd name="connsiteY70-6704" fmla="*/ 3090 h 5728"/>
                    <a:gd name="connsiteX71-6705" fmla="*/ 6298 w 6642"/>
                    <a:gd name="connsiteY71-6706" fmla="*/ 3094 h 5728"/>
                    <a:gd name="connsiteX72-6707" fmla="*/ 6344 w 6642"/>
                    <a:gd name="connsiteY72-6708" fmla="*/ 3010 h 5728"/>
                    <a:gd name="connsiteX73-6709" fmla="*/ 6424 w 6642"/>
                    <a:gd name="connsiteY73-6710" fmla="*/ 2950 h 5728"/>
                    <a:gd name="connsiteX74-6711" fmla="*/ 6519 w 6642"/>
                    <a:gd name="connsiteY74-6712" fmla="*/ 3126 h 5728"/>
                    <a:gd name="connsiteX75-6713" fmla="*/ 6629 w 6642"/>
                    <a:gd name="connsiteY75-6714" fmla="*/ 3312 h 5728"/>
                    <a:gd name="connsiteX76-6715" fmla="*/ 6642 w 6642"/>
                    <a:gd name="connsiteY76-6716" fmla="*/ 3342 h 5728"/>
                    <a:gd name="connsiteX77-6717" fmla="*/ 6631 w 6642"/>
                    <a:gd name="connsiteY77-6718" fmla="*/ 3518 h 5728"/>
                    <a:gd name="connsiteX78-6719" fmla="*/ 6596 w 6642"/>
                    <a:gd name="connsiteY78-6720" fmla="*/ 3554 h 5728"/>
                    <a:gd name="connsiteX79-6721" fmla="*/ 6507 w 6642"/>
                    <a:gd name="connsiteY79-6722" fmla="*/ 3515 h 5728"/>
                    <a:gd name="connsiteX80-6723" fmla="*/ 6273 w 6642"/>
                    <a:gd name="connsiteY80-6724" fmla="*/ 3644 h 5728"/>
                    <a:gd name="connsiteX81-6725" fmla="*/ 6247 w 6642"/>
                    <a:gd name="connsiteY81-6726" fmla="*/ 3666 h 5728"/>
                    <a:gd name="connsiteX82-6727" fmla="*/ 6067 w 6642"/>
                    <a:gd name="connsiteY82-6728" fmla="*/ 3812 h 5728"/>
                    <a:gd name="connsiteX83-6729" fmla="*/ 5926 w 6642"/>
                    <a:gd name="connsiteY83-6730" fmla="*/ 3926 h 5728"/>
                    <a:gd name="connsiteX84-6731" fmla="*/ 5891 w 6642"/>
                    <a:gd name="connsiteY84-6732" fmla="*/ 3965 h 5728"/>
                    <a:gd name="connsiteX85-6733" fmla="*/ 5839 w 6642"/>
                    <a:gd name="connsiteY85-6734" fmla="*/ 3973 h 5728"/>
                    <a:gd name="connsiteX86-6735" fmla="*/ 5782 w 6642"/>
                    <a:gd name="connsiteY86-6736" fmla="*/ 3916 h 5728"/>
                    <a:gd name="connsiteX87-6737" fmla="*/ 5658 w 6642"/>
                    <a:gd name="connsiteY87-6738" fmla="*/ 3808 h 5728"/>
                    <a:gd name="connsiteX88-6739" fmla="*/ 5682 w 6642"/>
                    <a:gd name="connsiteY88-6740" fmla="*/ 4064 h 5728"/>
                    <a:gd name="connsiteX89-6741" fmla="*/ 5691 w 6642"/>
                    <a:gd name="connsiteY89-6742" fmla="*/ 4192 h 5728"/>
                    <a:gd name="connsiteX90-6743" fmla="*/ 5429 w 6642"/>
                    <a:gd name="connsiteY90-6744" fmla="*/ 4166 h 5728"/>
                    <a:gd name="connsiteX91-6745" fmla="*/ 5347 w 6642"/>
                    <a:gd name="connsiteY91-6746" fmla="*/ 3987 h 5728"/>
                    <a:gd name="connsiteX92-6747" fmla="*/ 5265 w 6642"/>
                    <a:gd name="connsiteY92-6748" fmla="*/ 3802 h 5728"/>
                    <a:gd name="connsiteX93-6749" fmla="*/ 4340 w 6642"/>
                    <a:gd name="connsiteY93-6750" fmla="*/ 4188 h 5728"/>
                    <a:gd name="connsiteX94-6751" fmla="*/ 4282 w 6642"/>
                    <a:gd name="connsiteY94-6752" fmla="*/ 4193 h 5728"/>
                    <a:gd name="connsiteX95-6753" fmla="*/ 4260 w 6642"/>
                    <a:gd name="connsiteY95-6754" fmla="*/ 4238 h 5728"/>
                    <a:gd name="connsiteX96-6755" fmla="*/ 4231 w 6642"/>
                    <a:gd name="connsiteY96-6756" fmla="*/ 4250 h 5728"/>
                    <a:gd name="connsiteX97-6757" fmla="*/ 4230 w 6642"/>
                    <a:gd name="connsiteY97-6758" fmla="*/ 4427 h 5728"/>
                    <a:gd name="connsiteX98-6759" fmla="*/ 4290 w 6642"/>
                    <a:gd name="connsiteY98-6760" fmla="*/ 4504 h 5728"/>
                    <a:gd name="connsiteX99-6761" fmla="*/ 4293 w 6642"/>
                    <a:gd name="connsiteY99-6762" fmla="*/ 4556 h 5728"/>
                    <a:gd name="connsiteX100-6763" fmla="*/ 4257 w 6642"/>
                    <a:gd name="connsiteY100-6764" fmla="*/ 4614 h 5728"/>
                    <a:gd name="connsiteX101-6765" fmla="*/ 3992 w 6642"/>
                    <a:gd name="connsiteY101-6766" fmla="*/ 4680 h 5728"/>
                    <a:gd name="connsiteX102-6767" fmla="*/ 3857 w 6642"/>
                    <a:gd name="connsiteY102-6768" fmla="*/ 4739 h 5728"/>
                    <a:gd name="connsiteX103-6769" fmla="*/ 3815 w 6642"/>
                    <a:gd name="connsiteY103-6770" fmla="*/ 4777 h 5728"/>
                    <a:gd name="connsiteX104-6771" fmla="*/ 3616 w 6642"/>
                    <a:gd name="connsiteY104-6772" fmla="*/ 5021 h 5728"/>
                    <a:gd name="connsiteX105-6773" fmla="*/ 3543 w 6642"/>
                    <a:gd name="connsiteY105-6774" fmla="*/ 4970 h 5728"/>
                    <a:gd name="connsiteX106-6775" fmla="*/ 3460 w 6642"/>
                    <a:gd name="connsiteY106-6776" fmla="*/ 4971 h 5728"/>
                    <a:gd name="connsiteX107-6777" fmla="*/ 3424 w 6642"/>
                    <a:gd name="connsiteY107-6778" fmla="*/ 5045 h 5728"/>
                    <a:gd name="connsiteX108-6779" fmla="*/ 3313 w 6642"/>
                    <a:gd name="connsiteY108-6780" fmla="*/ 5000 h 5728"/>
                    <a:gd name="connsiteX109-6781" fmla="*/ 3235 w 6642"/>
                    <a:gd name="connsiteY109-6782" fmla="*/ 5109 h 5728"/>
                    <a:gd name="connsiteX110-6783" fmla="*/ 3013 w 6642"/>
                    <a:gd name="connsiteY110-6784" fmla="*/ 5349 h 5728"/>
                    <a:gd name="connsiteX111-6785" fmla="*/ 2993 w 6642"/>
                    <a:gd name="connsiteY111-6786" fmla="*/ 5516 h 5728"/>
                    <a:gd name="connsiteX112-6787" fmla="*/ 2976 w 6642"/>
                    <a:gd name="connsiteY112-6788" fmla="*/ 5659 h 5728"/>
                    <a:gd name="connsiteX113-6789" fmla="*/ 2960 w 6642"/>
                    <a:gd name="connsiteY113-6790" fmla="*/ 5669 h 5728"/>
                    <a:gd name="connsiteX114-6791" fmla="*/ 2638 w 6642"/>
                    <a:gd name="connsiteY114-6792" fmla="*/ 5621 h 5728"/>
                    <a:gd name="connsiteX115-6793" fmla="*/ 2536 w 6642"/>
                    <a:gd name="connsiteY115-6794" fmla="*/ 5566 h 5728"/>
                    <a:gd name="connsiteX116-6795" fmla="*/ 2482 w 6642"/>
                    <a:gd name="connsiteY116-6796" fmla="*/ 5503 h 5728"/>
                    <a:gd name="connsiteX117-6797" fmla="*/ 2377 w 6642"/>
                    <a:gd name="connsiteY117-6798" fmla="*/ 5477 h 5728"/>
                    <a:gd name="connsiteX118-6799" fmla="*/ 2377 w 6642"/>
                    <a:gd name="connsiteY118-6800" fmla="*/ 5379 h 5728"/>
                    <a:gd name="connsiteX119-6801" fmla="*/ 2481 w 6642"/>
                    <a:gd name="connsiteY119-6802" fmla="*/ 5149 h 5728"/>
                    <a:gd name="connsiteX120-6803" fmla="*/ 2341 w 6642"/>
                    <a:gd name="connsiteY120-6804" fmla="*/ 5070 h 5728"/>
                    <a:gd name="connsiteX121-6805" fmla="*/ 2299 w 6642"/>
                    <a:gd name="connsiteY121-6806" fmla="*/ 5095 h 5728"/>
                    <a:gd name="connsiteX122-6807" fmla="*/ 2209 w 6642"/>
                    <a:gd name="connsiteY122-6808" fmla="*/ 5214 h 5728"/>
                    <a:gd name="connsiteX123-6809" fmla="*/ 2177 w 6642"/>
                    <a:gd name="connsiteY123-6810" fmla="*/ 5276 h 5728"/>
                    <a:gd name="connsiteX124-6811" fmla="*/ 2115 w 6642"/>
                    <a:gd name="connsiteY124-6812" fmla="*/ 5386 h 5728"/>
                    <a:gd name="connsiteX125-6813" fmla="*/ 2121 w 6642"/>
                    <a:gd name="connsiteY125-6814" fmla="*/ 5510 h 5728"/>
                    <a:gd name="connsiteX126-6815" fmla="*/ 2082 w 6642"/>
                    <a:gd name="connsiteY126-6816" fmla="*/ 5558 h 5728"/>
                    <a:gd name="connsiteX127-6817" fmla="*/ 1951 w 6642"/>
                    <a:gd name="connsiteY127-6818" fmla="*/ 5617 h 5728"/>
                    <a:gd name="connsiteX128-6819" fmla="*/ 1785 w 6642"/>
                    <a:gd name="connsiteY128-6820" fmla="*/ 5649 h 5728"/>
                    <a:gd name="connsiteX129-6821" fmla="*/ 1682 w 6642"/>
                    <a:gd name="connsiteY129-6822" fmla="*/ 5728 h 5728"/>
                    <a:gd name="connsiteX130-6823" fmla="*/ 1568 w 6642"/>
                    <a:gd name="connsiteY130-6824" fmla="*/ 5611 h 5728"/>
                    <a:gd name="connsiteX131-6825" fmla="*/ 1508 w 6642"/>
                    <a:gd name="connsiteY131-6826" fmla="*/ 5485 h 5728"/>
                    <a:gd name="connsiteX132-6827" fmla="*/ 1630 w 6642"/>
                    <a:gd name="connsiteY132-6828" fmla="*/ 5242 h 5728"/>
                    <a:gd name="connsiteX133-6829" fmla="*/ 1685 w 6642"/>
                    <a:gd name="connsiteY133-6830" fmla="*/ 5195 h 5728"/>
                    <a:gd name="connsiteX134-6831" fmla="*/ 1730 w 6642"/>
                    <a:gd name="connsiteY134-6832" fmla="*/ 5120 h 5728"/>
                    <a:gd name="connsiteX135-6833" fmla="*/ 1727 w 6642"/>
                    <a:gd name="connsiteY135-6834" fmla="*/ 5071 h 5728"/>
                    <a:gd name="connsiteX136-6835" fmla="*/ 1530 w 6642"/>
                    <a:gd name="connsiteY136-6836" fmla="*/ 5007 h 5728"/>
                    <a:gd name="connsiteX137-6837" fmla="*/ 1459 w 6642"/>
                    <a:gd name="connsiteY137-6838" fmla="*/ 5064 h 5728"/>
                    <a:gd name="connsiteX138-6839" fmla="*/ 1353 w 6642"/>
                    <a:gd name="connsiteY138-6840" fmla="*/ 5111 h 5728"/>
                    <a:gd name="connsiteX139-6841" fmla="*/ 1290 w 6642"/>
                    <a:gd name="connsiteY139-6842" fmla="*/ 5063 h 5728"/>
                    <a:gd name="connsiteX140-6843" fmla="*/ 1052 w 6642"/>
                    <a:gd name="connsiteY140-6844" fmla="*/ 5254 h 5728"/>
                    <a:gd name="connsiteX141-6845" fmla="*/ 924 w 6642"/>
                    <a:gd name="connsiteY141-6846" fmla="*/ 5231 h 5728"/>
                    <a:gd name="connsiteX142-6847" fmla="*/ 813 w 6642"/>
                    <a:gd name="connsiteY142-6848" fmla="*/ 5097 h 5728"/>
                    <a:gd name="connsiteX143-6849" fmla="*/ 683 w 6642"/>
                    <a:gd name="connsiteY143-6850" fmla="*/ 4930 h 5728"/>
                    <a:gd name="connsiteX144-6851" fmla="*/ 572 w 6642"/>
                    <a:gd name="connsiteY144-6852" fmla="*/ 4806 h 5728"/>
                    <a:gd name="connsiteX145-6853" fmla="*/ 505 w 6642"/>
                    <a:gd name="connsiteY145-6854" fmla="*/ 4788 h 5728"/>
                    <a:gd name="connsiteX146-6855" fmla="*/ 640 w 6642"/>
                    <a:gd name="connsiteY146-6856" fmla="*/ 4631 h 5728"/>
                    <a:gd name="connsiteX147-6857" fmla="*/ 683 w 6642"/>
                    <a:gd name="connsiteY147-6858" fmla="*/ 4541 h 5728"/>
                    <a:gd name="connsiteX148-6859" fmla="*/ 651 w 6642"/>
                    <a:gd name="connsiteY148-6860" fmla="*/ 4438 h 5728"/>
                    <a:gd name="connsiteX149-6861" fmla="*/ 277 w 6642"/>
                    <a:gd name="connsiteY149-6862" fmla="*/ 4491 h 5728"/>
                    <a:gd name="connsiteX150-6863" fmla="*/ 187 w 6642"/>
                    <a:gd name="connsiteY150-6864" fmla="*/ 4518 h 5728"/>
                    <a:gd name="connsiteX151-6865" fmla="*/ 195 w 6642"/>
                    <a:gd name="connsiteY151-6866" fmla="*/ 4384 h 5728"/>
                    <a:gd name="connsiteX152-6867" fmla="*/ 147 w 6642"/>
                    <a:gd name="connsiteY152-6868" fmla="*/ 4318 h 5728"/>
                    <a:gd name="connsiteX153-6869" fmla="*/ 39 w 6642"/>
                    <a:gd name="connsiteY153-6870" fmla="*/ 4220 h 5728"/>
                    <a:gd name="connsiteX154-6871" fmla="*/ 75 w 6642"/>
                    <a:gd name="connsiteY154-6872" fmla="*/ 4093 h 5728"/>
                    <a:gd name="connsiteX155-6873" fmla="*/ 63 w 6642"/>
                    <a:gd name="connsiteY155-6874" fmla="*/ 3929 h 5728"/>
                    <a:gd name="connsiteX156-6875" fmla="*/ 0 w 6642"/>
                    <a:gd name="connsiteY156-6876" fmla="*/ 3842 h 5728"/>
                    <a:gd name="connsiteX157-6877" fmla="*/ 0 w 6642"/>
                    <a:gd name="connsiteY157-6878" fmla="*/ 3737 h 5728"/>
                    <a:gd name="connsiteX158-6879" fmla="*/ 303 w 6642"/>
                    <a:gd name="connsiteY158-6880" fmla="*/ 3824 h 5728"/>
                    <a:gd name="connsiteX159-6881" fmla="*/ 830 w 6642"/>
                    <a:gd name="connsiteY159-6882" fmla="*/ 3840 h 5728"/>
                    <a:gd name="connsiteX160-6883" fmla="*/ 1044 w 6642"/>
                    <a:gd name="connsiteY160-6884" fmla="*/ 3908 h 5728"/>
                    <a:gd name="connsiteX161-6885" fmla="*/ 1213 w 6642"/>
                    <a:gd name="connsiteY161-6886" fmla="*/ 4053 h 5728"/>
                    <a:gd name="connsiteX162-6887" fmla="*/ 1257 w 6642"/>
                    <a:gd name="connsiteY162-6888" fmla="*/ 4077 h 5728"/>
                    <a:gd name="connsiteX163-6889" fmla="*/ 1417 w 6642"/>
                    <a:gd name="connsiteY163-6890" fmla="*/ 4107 h 5728"/>
                    <a:gd name="connsiteX164-6891" fmla="*/ 1487 w 6642"/>
                    <a:gd name="connsiteY164-6892" fmla="*/ 4158 h 5728"/>
                    <a:gd name="connsiteX165-6893" fmla="*/ 1688 w 6642"/>
                    <a:gd name="connsiteY165-6894" fmla="*/ 4229 h 5728"/>
                    <a:gd name="connsiteX166-6895" fmla="*/ 1904 w 6642"/>
                    <a:gd name="connsiteY166-6896" fmla="*/ 4309 h 5728"/>
                    <a:gd name="connsiteX167-6897" fmla="*/ 2068 w 6642"/>
                    <a:gd name="connsiteY167-6898" fmla="*/ 4212 h 5728"/>
                    <a:gd name="connsiteX168-6899" fmla="*/ 2267 w 6642"/>
                    <a:gd name="connsiteY168-6900" fmla="*/ 4125 h 5728"/>
                    <a:gd name="connsiteX169-6901" fmla="*/ 2363 w 6642"/>
                    <a:gd name="connsiteY169-6902" fmla="*/ 4075 h 5728"/>
                    <a:gd name="connsiteX170-6903" fmla="*/ 2539 w 6642"/>
                    <a:gd name="connsiteY170-6904" fmla="*/ 3995 h 5728"/>
                    <a:gd name="connsiteX171-6905" fmla="*/ 2721 w 6642"/>
                    <a:gd name="connsiteY171-6906" fmla="*/ 3970 h 5728"/>
                    <a:gd name="connsiteX172-6907" fmla="*/ 3073 w 6642"/>
                    <a:gd name="connsiteY172-6908" fmla="*/ 3979 h 5728"/>
                    <a:gd name="connsiteX173-6909" fmla="*/ 3416 w 6642"/>
                    <a:gd name="connsiteY173-6910" fmla="*/ 3722 h 5728"/>
                    <a:gd name="connsiteX174-6911" fmla="*/ 3519 w 6642"/>
                    <a:gd name="connsiteY174-6912" fmla="*/ 3636 h 5728"/>
                    <a:gd name="connsiteX175-6913" fmla="*/ 3609 w 6642"/>
                    <a:gd name="connsiteY175-6914" fmla="*/ 3563 h 5728"/>
                    <a:gd name="connsiteX176-6915" fmla="*/ 3705 w 6642"/>
                    <a:gd name="connsiteY176-6916" fmla="*/ 3503 h 5728"/>
                    <a:gd name="connsiteX177-6917" fmla="*/ 3702 w 6642"/>
                    <a:gd name="connsiteY177-6918" fmla="*/ 3422 h 5728"/>
                    <a:gd name="connsiteX178-6919" fmla="*/ 3597 w 6642"/>
                    <a:gd name="connsiteY178-6920" fmla="*/ 3317 h 5728"/>
                    <a:gd name="connsiteX179-6921" fmla="*/ 3582 w 6642"/>
                    <a:gd name="connsiteY179-6922" fmla="*/ 3252 h 5728"/>
                    <a:gd name="connsiteX180-6923" fmla="*/ 3692 w 6642"/>
                    <a:gd name="connsiteY180-6924" fmla="*/ 3012 h 5728"/>
                    <a:gd name="connsiteX181-6925" fmla="*/ 3835 w 6642"/>
                    <a:gd name="connsiteY181-6926" fmla="*/ 3094 h 5728"/>
                    <a:gd name="connsiteX182-6927" fmla="*/ 3915 w 6642"/>
                    <a:gd name="connsiteY182-6928" fmla="*/ 3122 h 5728"/>
                    <a:gd name="connsiteX183-6929" fmla="*/ 3998 w 6642"/>
                    <a:gd name="connsiteY183-6930" fmla="*/ 3124 h 5728"/>
                    <a:gd name="connsiteX0-6931" fmla="*/ 5456 w 6642"/>
                    <a:gd name="connsiteY0-6932" fmla="*/ 2333 h 5728"/>
                    <a:gd name="connsiteX1-6933" fmla="*/ 5454 w 6642"/>
                    <a:gd name="connsiteY1-6934" fmla="*/ 2117 h 5728"/>
                    <a:gd name="connsiteX2-6935" fmla="*/ 5378 w 6642"/>
                    <a:gd name="connsiteY2-6936" fmla="*/ 2039 h 5728"/>
                    <a:gd name="connsiteX3-6937" fmla="*/ 5235 w 6642"/>
                    <a:gd name="connsiteY3-6938" fmla="*/ 1951 h 5728"/>
                    <a:gd name="connsiteX4-6939" fmla="*/ 5143 w 6642"/>
                    <a:gd name="connsiteY4-6940" fmla="*/ 1827 h 5728"/>
                    <a:gd name="connsiteX5-6941" fmla="*/ 5047 w 6642"/>
                    <a:gd name="connsiteY5-6942" fmla="*/ 1828 h 5728"/>
                    <a:gd name="connsiteX6-6943" fmla="*/ 5002 w 6642"/>
                    <a:gd name="connsiteY6-6944" fmla="*/ 1883 h 5728"/>
                    <a:gd name="connsiteX7-6945" fmla="*/ 4909 w 6642"/>
                    <a:gd name="connsiteY7-6946" fmla="*/ 1877 h 5728"/>
                    <a:gd name="connsiteX8-6947" fmla="*/ 4889 w 6642"/>
                    <a:gd name="connsiteY8-6948" fmla="*/ 1994 h 5728"/>
                    <a:gd name="connsiteX9-6949" fmla="*/ 4708 w 6642"/>
                    <a:gd name="connsiteY9-6950" fmla="*/ 1941 h 5728"/>
                    <a:gd name="connsiteX10-6951" fmla="*/ 4625 w 6642"/>
                    <a:gd name="connsiteY10-6952" fmla="*/ 1939 h 5728"/>
                    <a:gd name="connsiteX11-6953" fmla="*/ 4500 w 6642"/>
                    <a:gd name="connsiteY11-6954" fmla="*/ 2014 h 5728"/>
                    <a:gd name="connsiteX12-6955" fmla="*/ 4388 w 6642"/>
                    <a:gd name="connsiteY12-6956" fmla="*/ 1890 h 5728"/>
                    <a:gd name="connsiteX13-6957" fmla="*/ 4482 w 6642"/>
                    <a:gd name="connsiteY13-6958" fmla="*/ 1804 h 5728"/>
                    <a:gd name="connsiteX14-6959" fmla="*/ 4486 w 6642"/>
                    <a:gd name="connsiteY14-6960" fmla="*/ 1634 h 5728"/>
                    <a:gd name="connsiteX15-6961" fmla="*/ 4541 w 6642"/>
                    <a:gd name="connsiteY15-6962" fmla="*/ 1514 h 5728"/>
                    <a:gd name="connsiteX16-6963" fmla="*/ 4584 w 6642"/>
                    <a:gd name="connsiteY16-6964" fmla="*/ 1306 h 5728"/>
                    <a:gd name="connsiteX17-6965" fmla="*/ 4644 w 6642"/>
                    <a:gd name="connsiteY17-6966" fmla="*/ 1307 h 5728"/>
                    <a:gd name="connsiteX18-6967" fmla="*/ 4967 w 6642"/>
                    <a:gd name="connsiteY18-6968" fmla="*/ 1286 h 5728"/>
                    <a:gd name="connsiteX19-6969" fmla="*/ 5141 w 6642"/>
                    <a:gd name="connsiteY19-6970" fmla="*/ 1117 h 5728"/>
                    <a:gd name="connsiteX20-6971" fmla="*/ 5210 w 6642"/>
                    <a:gd name="connsiteY20-6972" fmla="*/ 748 h 5728"/>
                    <a:gd name="connsiteX21-6973" fmla="*/ 5320 w 6642"/>
                    <a:gd name="connsiteY21-6974" fmla="*/ 486 h 5728"/>
                    <a:gd name="connsiteX22-6975" fmla="*/ 5318 w 6642"/>
                    <a:gd name="connsiteY22-6976" fmla="*/ 358 h 5728"/>
                    <a:gd name="connsiteX23-6977" fmla="*/ 5305 w 6642"/>
                    <a:gd name="connsiteY23-6978" fmla="*/ 328 h 5728"/>
                    <a:gd name="connsiteX24-6979" fmla="*/ 5238 w 6642"/>
                    <a:gd name="connsiteY24-6980" fmla="*/ 251 h 5728"/>
                    <a:gd name="connsiteX25-6981" fmla="*/ 5178 w 6642"/>
                    <a:gd name="connsiteY25-6982" fmla="*/ 217 h 5728"/>
                    <a:gd name="connsiteX26-6983" fmla="*/ 5303 w 6642"/>
                    <a:gd name="connsiteY26-6984" fmla="*/ 56 h 5728"/>
                    <a:gd name="connsiteX27-6985" fmla="*/ 5476 w 6642"/>
                    <a:gd name="connsiteY27-6986" fmla="*/ 2 h 5728"/>
                    <a:gd name="connsiteX28-6987" fmla="*/ 5508 w 6642"/>
                    <a:gd name="connsiteY28-6988" fmla="*/ 49 h 5728"/>
                    <a:gd name="connsiteX29-6989" fmla="*/ 5498 w 6642"/>
                    <a:gd name="connsiteY29-6990" fmla="*/ 133 h 5728"/>
                    <a:gd name="connsiteX30-6991" fmla="*/ 5437 w 6642"/>
                    <a:gd name="connsiteY30-6992" fmla="*/ 243 h 5728"/>
                    <a:gd name="connsiteX31-6993" fmla="*/ 5507 w 6642"/>
                    <a:gd name="connsiteY31-6994" fmla="*/ 301 h 5728"/>
                    <a:gd name="connsiteX32-6995" fmla="*/ 5621 w 6642"/>
                    <a:gd name="connsiteY32-6996" fmla="*/ 366 h 5728"/>
                    <a:gd name="connsiteX33-6997" fmla="*/ 5641 w 6642"/>
                    <a:gd name="connsiteY33-6998" fmla="*/ 255 h 5728"/>
                    <a:gd name="connsiteX34-6999" fmla="*/ 5775 w 6642"/>
                    <a:gd name="connsiteY34-7000" fmla="*/ 291 h 5728"/>
                    <a:gd name="connsiteX35-7001" fmla="*/ 5800 w 6642"/>
                    <a:gd name="connsiteY35-7002" fmla="*/ 331 h 5728"/>
                    <a:gd name="connsiteX36-7003" fmla="*/ 5876 w 6642"/>
                    <a:gd name="connsiteY36-7004" fmla="*/ 562 h 5728"/>
                    <a:gd name="connsiteX37-7005" fmla="*/ 5911 w 6642"/>
                    <a:gd name="connsiteY37-7006" fmla="*/ 586 h 5728"/>
                    <a:gd name="connsiteX38-7007" fmla="*/ 6003 w 6642"/>
                    <a:gd name="connsiteY38-7008" fmla="*/ 578 h 5728"/>
                    <a:gd name="connsiteX39-7009" fmla="*/ 6263 w 6642"/>
                    <a:gd name="connsiteY39-7010" fmla="*/ 490 h 5728"/>
                    <a:gd name="connsiteX40-7011" fmla="*/ 6483 w 6642"/>
                    <a:gd name="connsiteY40-7012" fmla="*/ 479 h 5728"/>
                    <a:gd name="connsiteX41-7013" fmla="*/ 6543 w 6642"/>
                    <a:gd name="connsiteY41-7014" fmla="*/ 648 h 5728"/>
                    <a:gd name="connsiteX42-7015" fmla="*/ 6461 w 6642"/>
                    <a:gd name="connsiteY42-7016" fmla="*/ 944 h 5728"/>
                    <a:gd name="connsiteX43-7017" fmla="*/ 6461 w 6642"/>
                    <a:gd name="connsiteY43-7018" fmla="*/ 1022 h 5728"/>
                    <a:gd name="connsiteX44-7019" fmla="*/ 6530 w 6642"/>
                    <a:gd name="connsiteY44-7020" fmla="*/ 1168 h 5728"/>
                    <a:gd name="connsiteX45-7021" fmla="*/ 6545 w 6642"/>
                    <a:gd name="connsiteY45-7022" fmla="*/ 1427 h 5728"/>
                    <a:gd name="connsiteX46-7023" fmla="*/ 6547 w 6642"/>
                    <a:gd name="connsiteY46-7024" fmla="*/ 1617 h 5728"/>
                    <a:gd name="connsiteX47-7025" fmla="*/ 6480 w 6642"/>
                    <a:gd name="connsiteY47-7026" fmla="*/ 1625 h 5728"/>
                    <a:gd name="connsiteX48-7027" fmla="*/ 6458 w 6642"/>
                    <a:gd name="connsiteY48-7028" fmla="*/ 1507 h 5728"/>
                    <a:gd name="connsiteX49-7029" fmla="*/ 6423 w 6642"/>
                    <a:gd name="connsiteY49-7030" fmla="*/ 1450 h 5728"/>
                    <a:gd name="connsiteX50-7031" fmla="*/ 6333 w 6642"/>
                    <a:gd name="connsiteY50-7032" fmla="*/ 1582 h 5728"/>
                    <a:gd name="connsiteX51-7033" fmla="*/ 6220 w 6642"/>
                    <a:gd name="connsiteY51-7034" fmla="*/ 1776 h 5728"/>
                    <a:gd name="connsiteX52-7035" fmla="*/ 6101 w 6642"/>
                    <a:gd name="connsiteY52-7036" fmla="*/ 1904 h 5728"/>
                    <a:gd name="connsiteX53-7037" fmla="*/ 6094 w 6642"/>
                    <a:gd name="connsiteY53-7038" fmla="*/ 2018 h 5728"/>
                    <a:gd name="connsiteX54-7039" fmla="*/ 6154 w 6642"/>
                    <a:gd name="connsiteY54-7040" fmla="*/ 2115 h 5728"/>
                    <a:gd name="connsiteX55-7041" fmla="*/ 6256 w 6642"/>
                    <a:gd name="connsiteY55-7042" fmla="*/ 2183 h 5728"/>
                    <a:gd name="connsiteX56-7043" fmla="*/ 6333 w 6642"/>
                    <a:gd name="connsiteY56-7044" fmla="*/ 2178 h 5728"/>
                    <a:gd name="connsiteX57-7045" fmla="*/ 6378 w 6642"/>
                    <a:gd name="connsiteY57-7046" fmla="*/ 2104 h 5728"/>
                    <a:gd name="connsiteX58-7047" fmla="*/ 6412 w 6642"/>
                    <a:gd name="connsiteY58-7048" fmla="*/ 2210 h 5728"/>
                    <a:gd name="connsiteX59-7049" fmla="*/ 6300 w 6642"/>
                    <a:gd name="connsiteY59-7050" fmla="*/ 2249 h 5728"/>
                    <a:gd name="connsiteX60-7051" fmla="*/ 6347 w 6642"/>
                    <a:gd name="connsiteY60-7052" fmla="*/ 2362 h 5728"/>
                    <a:gd name="connsiteX61-7053" fmla="*/ 6212 w 6642"/>
                    <a:gd name="connsiteY61-7054" fmla="*/ 2509 h 5728"/>
                    <a:gd name="connsiteX62-7055" fmla="*/ 6171 w 6642"/>
                    <a:gd name="connsiteY62-7056" fmla="*/ 2498 h 5728"/>
                    <a:gd name="connsiteX63-7057" fmla="*/ 6047 w 6642"/>
                    <a:gd name="connsiteY63-7058" fmla="*/ 2413 h 5728"/>
                    <a:gd name="connsiteX64-7059" fmla="*/ 5992 w 6642"/>
                    <a:gd name="connsiteY64-7060" fmla="*/ 2412 h 5728"/>
                    <a:gd name="connsiteX65-7061" fmla="*/ 5957 w 6642"/>
                    <a:gd name="connsiteY65-7062" fmla="*/ 2480 h 5728"/>
                    <a:gd name="connsiteX66-7063" fmla="*/ 5960 w 6642"/>
                    <a:gd name="connsiteY66-7064" fmla="*/ 2562 h 5728"/>
                    <a:gd name="connsiteX67-7065" fmla="*/ 6138 w 6642"/>
                    <a:gd name="connsiteY67-7066" fmla="*/ 2730 h 5728"/>
                    <a:gd name="connsiteX68-7067" fmla="*/ 6137 w 6642"/>
                    <a:gd name="connsiteY68-7068" fmla="*/ 2844 h 5728"/>
                    <a:gd name="connsiteX69-7069" fmla="*/ 6228 w 6642"/>
                    <a:gd name="connsiteY69-7070" fmla="*/ 3060 h 5728"/>
                    <a:gd name="connsiteX70-7071" fmla="*/ 6254 w 6642"/>
                    <a:gd name="connsiteY70-7072" fmla="*/ 3090 h 5728"/>
                    <a:gd name="connsiteX71-7073" fmla="*/ 6298 w 6642"/>
                    <a:gd name="connsiteY71-7074" fmla="*/ 3094 h 5728"/>
                    <a:gd name="connsiteX72-7075" fmla="*/ 6344 w 6642"/>
                    <a:gd name="connsiteY72-7076" fmla="*/ 3010 h 5728"/>
                    <a:gd name="connsiteX73-7077" fmla="*/ 6424 w 6642"/>
                    <a:gd name="connsiteY73-7078" fmla="*/ 2950 h 5728"/>
                    <a:gd name="connsiteX74-7079" fmla="*/ 6519 w 6642"/>
                    <a:gd name="connsiteY74-7080" fmla="*/ 3126 h 5728"/>
                    <a:gd name="connsiteX75-7081" fmla="*/ 6629 w 6642"/>
                    <a:gd name="connsiteY75-7082" fmla="*/ 3312 h 5728"/>
                    <a:gd name="connsiteX76-7083" fmla="*/ 6642 w 6642"/>
                    <a:gd name="connsiteY76-7084" fmla="*/ 3342 h 5728"/>
                    <a:gd name="connsiteX77-7085" fmla="*/ 6631 w 6642"/>
                    <a:gd name="connsiteY77-7086" fmla="*/ 3518 h 5728"/>
                    <a:gd name="connsiteX78-7087" fmla="*/ 6596 w 6642"/>
                    <a:gd name="connsiteY78-7088" fmla="*/ 3554 h 5728"/>
                    <a:gd name="connsiteX79-7089" fmla="*/ 6507 w 6642"/>
                    <a:gd name="connsiteY79-7090" fmla="*/ 3515 h 5728"/>
                    <a:gd name="connsiteX80-7091" fmla="*/ 6273 w 6642"/>
                    <a:gd name="connsiteY80-7092" fmla="*/ 3644 h 5728"/>
                    <a:gd name="connsiteX81-7093" fmla="*/ 6247 w 6642"/>
                    <a:gd name="connsiteY81-7094" fmla="*/ 3666 h 5728"/>
                    <a:gd name="connsiteX82-7095" fmla="*/ 6067 w 6642"/>
                    <a:gd name="connsiteY82-7096" fmla="*/ 3812 h 5728"/>
                    <a:gd name="connsiteX83-7097" fmla="*/ 5926 w 6642"/>
                    <a:gd name="connsiteY83-7098" fmla="*/ 3926 h 5728"/>
                    <a:gd name="connsiteX84-7099" fmla="*/ 5891 w 6642"/>
                    <a:gd name="connsiteY84-7100" fmla="*/ 3965 h 5728"/>
                    <a:gd name="connsiteX85-7101" fmla="*/ 5839 w 6642"/>
                    <a:gd name="connsiteY85-7102" fmla="*/ 3973 h 5728"/>
                    <a:gd name="connsiteX86-7103" fmla="*/ 5782 w 6642"/>
                    <a:gd name="connsiteY86-7104" fmla="*/ 3916 h 5728"/>
                    <a:gd name="connsiteX87-7105" fmla="*/ 5658 w 6642"/>
                    <a:gd name="connsiteY87-7106" fmla="*/ 3808 h 5728"/>
                    <a:gd name="connsiteX88-7107" fmla="*/ 5682 w 6642"/>
                    <a:gd name="connsiteY88-7108" fmla="*/ 4064 h 5728"/>
                    <a:gd name="connsiteX89-7109" fmla="*/ 5691 w 6642"/>
                    <a:gd name="connsiteY89-7110" fmla="*/ 4192 h 5728"/>
                    <a:gd name="connsiteX90-7111" fmla="*/ 5429 w 6642"/>
                    <a:gd name="connsiteY90-7112" fmla="*/ 4166 h 5728"/>
                    <a:gd name="connsiteX91-7113" fmla="*/ 5347 w 6642"/>
                    <a:gd name="connsiteY91-7114" fmla="*/ 3987 h 5728"/>
                    <a:gd name="connsiteX92-7115" fmla="*/ 5265 w 6642"/>
                    <a:gd name="connsiteY92-7116" fmla="*/ 3802 h 5728"/>
                    <a:gd name="connsiteX93-7117" fmla="*/ 4282 w 6642"/>
                    <a:gd name="connsiteY93-7118" fmla="*/ 4193 h 5728"/>
                    <a:gd name="connsiteX94-7119" fmla="*/ 4260 w 6642"/>
                    <a:gd name="connsiteY94-7120" fmla="*/ 4238 h 5728"/>
                    <a:gd name="connsiteX95-7121" fmla="*/ 4231 w 6642"/>
                    <a:gd name="connsiteY95-7122" fmla="*/ 4250 h 5728"/>
                    <a:gd name="connsiteX96-7123" fmla="*/ 4230 w 6642"/>
                    <a:gd name="connsiteY96-7124" fmla="*/ 4427 h 5728"/>
                    <a:gd name="connsiteX97-7125" fmla="*/ 4290 w 6642"/>
                    <a:gd name="connsiteY97-7126" fmla="*/ 4504 h 5728"/>
                    <a:gd name="connsiteX98-7127" fmla="*/ 4293 w 6642"/>
                    <a:gd name="connsiteY98-7128" fmla="*/ 4556 h 5728"/>
                    <a:gd name="connsiteX99-7129" fmla="*/ 4257 w 6642"/>
                    <a:gd name="connsiteY99-7130" fmla="*/ 4614 h 5728"/>
                    <a:gd name="connsiteX100-7131" fmla="*/ 3992 w 6642"/>
                    <a:gd name="connsiteY100-7132" fmla="*/ 4680 h 5728"/>
                    <a:gd name="connsiteX101-7133" fmla="*/ 3857 w 6642"/>
                    <a:gd name="connsiteY101-7134" fmla="*/ 4739 h 5728"/>
                    <a:gd name="connsiteX102-7135" fmla="*/ 3815 w 6642"/>
                    <a:gd name="connsiteY102-7136" fmla="*/ 4777 h 5728"/>
                    <a:gd name="connsiteX103-7137" fmla="*/ 3616 w 6642"/>
                    <a:gd name="connsiteY103-7138" fmla="*/ 5021 h 5728"/>
                    <a:gd name="connsiteX104-7139" fmla="*/ 3543 w 6642"/>
                    <a:gd name="connsiteY104-7140" fmla="*/ 4970 h 5728"/>
                    <a:gd name="connsiteX105-7141" fmla="*/ 3460 w 6642"/>
                    <a:gd name="connsiteY105-7142" fmla="*/ 4971 h 5728"/>
                    <a:gd name="connsiteX106-7143" fmla="*/ 3424 w 6642"/>
                    <a:gd name="connsiteY106-7144" fmla="*/ 5045 h 5728"/>
                    <a:gd name="connsiteX107-7145" fmla="*/ 3313 w 6642"/>
                    <a:gd name="connsiteY107-7146" fmla="*/ 5000 h 5728"/>
                    <a:gd name="connsiteX108-7147" fmla="*/ 3235 w 6642"/>
                    <a:gd name="connsiteY108-7148" fmla="*/ 5109 h 5728"/>
                    <a:gd name="connsiteX109-7149" fmla="*/ 3013 w 6642"/>
                    <a:gd name="connsiteY109-7150" fmla="*/ 5349 h 5728"/>
                    <a:gd name="connsiteX110-7151" fmla="*/ 2993 w 6642"/>
                    <a:gd name="connsiteY110-7152" fmla="*/ 5516 h 5728"/>
                    <a:gd name="connsiteX111-7153" fmla="*/ 2976 w 6642"/>
                    <a:gd name="connsiteY111-7154" fmla="*/ 5659 h 5728"/>
                    <a:gd name="connsiteX112-7155" fmla="*/ 2960 w 6642"/>
                    <a:gd name="connsiteY112-7156" fmla="*/ 5669 h 5728"/>
                    <a:gd name="connsiteX113-7157" fmla="*/ 2638 w 6642"/>
                    <a:gd name="connsiteY113-7158" fmla="*/ 5621 h 5728"/>
                    <a:gd name="connsiteX114-7159" fmla="*/ 2536 w 6642"/>
                    <a:gd name="connsiteY114-7160" fmla="*/ 5566 h 5728"/>
                    <a:gd name="connsiteX115-7161" fmla="*/ 2482 w 6642"/>
                    <a:gd name="connsiteY115-7162" fmla="*/ 5503 h 5728"/>
                    <a:gd name="connsiteX116-7163" fmla="*/ 2377 w 6642"/>
                    <a:gd name="connsiteY116-7164" fmla="*/ 5477 h 5728"/>
                    <a:gd name="connsiteX117-7165" fmla="*/ 2377 w 6642"/>
                    <a:gd name="connsiteY117-7166" fmla="*/ 5379 h 5728"/>
                    <a:gd name="connsiteX118-7167" fmla="*/ 2481 w 6642"/>
                    <a:gd name="connsiteY118-7168" fmla="*/ 5149 h 5728"/>
                    <a:gd name="connsiteX119-7169" fmla="*/ 2341 w 6642"/>
                    <a:gd name="connsiteY119-7170" fmla="*/ 5070 h 5728"/>
                    <a:gd name="connsiteX120-7171" fmla="*/ 2299 w 6642"/>
                    <a:gd name="connsiteY120-7172" fmla="*/ 5095 h 5728"/>
                    <a:gd name="connsiteX121-7173" fmla="*/ 2209 w 6642"/>
                    <a:gd name="connsiteY121-7174" fmla="*/ 5214 h 5728"/>
                    <a:gd name="connsiteX122-7175" fmla="*/ 2177 w 6642"/>
                    <a:gd name="connsiteY122-7176" fmla="*/ 5276 h 5728"/>
                    <a:gd name="connsiteX123-7177" fmla="*/ 2115 w 6642"/>
                    <a:gd name="connsiteY123-7178" fmla="*/ 5386 h 5728"/>
                    <a:gd name="connsiteX124-7179" fmla="*/ 2121 w 6642"/>
                    <a:gd name="connsiteY124-7180" fmla="*/ 5510 h 5728"/>
                    <a:gd name="connsiteX125-7181" fmla="*/ 2082 w 6642"/>
                    <a:gd name="connsiteY125-7182" fmla="*/ 5558 h 5728"/>
                    <a:gd name="connsiteX126-7183" fmla="*/ 1951 w 6642"/>
                    <a:gd name="connsiteY126-7184" fmla="*/ 5617 h 5728"/>
                    <a:gd name="connsiteX127-7185" fmla="*/ 1785 w 6642"/>
                    <a:gd name="connsiteY127-7186" fmla="*/ 5649 h 5728"/>
                    <a:gd name="connsiteX128-7187" fmla="*/ 1682 w 6642"/>
                    <a:gd name="connsiteY128-7188" fmla="*/ 5728 h 5728"/>
                    <a:gd name="connsiteX129-7189" fmla="*/ 1568 w 6642"/>
                    <a:gd name="connsiteY129-7190" fmla="*/ 5611 h 5728"/>
                    <a:gd name="connsiteX130-7191" fmla="*/ 1508 w 6642"/>
                    <a:gd name="connsiteY130-7192" fmla="*/ 5485 h 5728"/>
                    <a:gd name="connsiteX131-7193" fmla="*/ 1630 w 6642"/>
                    <a:gd name="connsiteY131-7194" fmla="*/ 5242 h 5728"/>
                    <a:gd name="connsiteX132-7195" fmla="*/ 1685 w 6642"/>
                    <a:gd name="connsiteY132-7196" fmla="*/ 5195 h 5728"/>
                    <a:gd name="connsiteX133-7197" fmla="*/ 1730 w 6642"/>
                    <a:gd name="connsiteY133-7198" fmla="*/ 5120 h 5728"/>
                    <a:gd name="connsiteX134-7199" fmla="*/ 1727 w 6642"/>
                    <a:gd name="connsiteY134-7200" fmla="*/ 5071 h 5728"/>
                    <a:gd name="connsiteX135-7201" fmla="*/ 1530 w 6642"/>
                    <a:gd name="connsiteY135-7202" fmla="*/ 5007 h 5728"/>
                    <a:gd name="connsiteX136-7203" fmla="*/ 1459 w 6642"/>
                    <a:gd name="connsiteY136-7204" fmla="*/ 5064 h 5728"/>
                    <a:gd name="connsiteX137-7205" fmla="*/ 1353 w 6642"/>
                    <a:gd name="connsiteY137-7206" fmla="*/ 5111 h 5728"/>
                    <a:gd name="connsiteX138-7207" fmla="*/ 1290 w 6642"/>
                    <a:gd name="connsiteY138-7208" fmla="*/ 5063 h 5728"/>
                    <a:gd name="connsiteX139-7209" fmla="*/ 1052 w 6642"/>
                    <a:gd name="connsiteY139-7210" fmla="*/ 5254 h 5728"/>
                    <a:gd name="connsiteX140-7211" fmla="*/ 924 w 6642"/>
                    <a:gd name="connsiteY140-7212" fmla="*/ 5231 h 5728"/>
                    <a:gd name="connsiteX141-7213" fmla="*/ 813 w 6642"/>
                    <a:gd name="connsiteY141-7214" fmla="*/ 5097 h 5728"/>
                    <a:gd name="connsiteX142-7215" fmla="*/ 683 w 6642"/>
                    <a:gd name="connsiteY142-7216" fmla="*/ 4930 h 5728"/>
                    <a:gd name="connsiteX143-7217" fmla="*/ 572 w 6642"/>
                    <a:gd name="connsiteY143-7218" fmla="*/ 4806 h 5728"/>
                    <a:gd name="connsiteX144-7219" fmla="*/ 505 w 6642"/>
                    <a:gd name="connsiteY144-7220" fmla="*/ 4788 h 5728"/>
                    <a:gd name="connsiteX145-7221" fmla="*/ 640 w 6642"/>
                    <a:gd name="connsiteY145-7222" fmla="*/ 4631 h 5728"/>
                    <a:gd name="connsiteX146-7223" fmla="*/ 683 w 6642"/>
                    <a:gd name="connsiteY146-7224" fmla="*/ 4541 h 5728"/>
                    <a:gd name="connsiteX147-7225" fmla="*/ 651 w 6642"/>
                    <a:gd name="connsiteY147-7226" fmla="*/ 4438 h 5728"/>
                    <a:gd name="connsiteX148-7227" fmla="*/ 277 w 6642"/>
                    <a:gd name="connsiteY148-7228" fmla="*/ 4491 h 5728"/>
                    <a:gd name="connsiteX149-7229" fmla="*/ 187 w 6642"/>
                    <a:gd name="connsiteY149-7230" fmla="*/ 4518 h 5728"/>
                    <a:gd name="connsiteX150-7231" fmla="*/ 195 w 6642"/>
                    <a:gd name="connsiteY150-7232" fmla="*/ 4384 h 5728"/>
                    <a:gd name="connsiteX151-7233" fmla="*/ 147 w 6642"/>
                    <a:gd name="connsiteY151-7234" fmla="*/ 4318 h 5728"/>
                    <a:gd name="connsiteX152-7235" fmla="*/ 39 w 6642"/>
                    <a:gd name="connsiteY152-7236" fmla="*/ 4220 h 5728"/>
                    <a:gd name="connsiteX153-7237" fmla="*/ 75 w 6642"/>
                    <a:gd name="connsiteY153-7238" fmla="*/ 4093 h 5728"/>
                    <a:gd name="connsiteX154-7239" fmla="*/ 63 w 6642"/>
                    <a:gd name="connsiteY154-7240" fmla="*/ 3929 h 5728"/>
                    <a:gd name="connsiteX155-7241" fmla="*/ 0 w 6642"/>
                    <a:gd name="connsiteY155-7242" fmla="*/ 3842 h 5728"/>
                    <a:gd name="connsiteX156-7243" fmla="*/ 0 w 6642"/>
                    <a:gd name="connsiteY156-7244" fmla="*/ 3737 h 5728"/>
                    <a:gd name="connsiteX157-7245" fmla="*/ 303 w 6642"/>
                    <a:gd name="connsiteY157-7246" fmla="*/ 3824 h 5728"/>
                    <a:gd name="connsiteX158-7247" fmla="*/ 830 w 6642"/>
                    <a:gd name="connsiteY158-7248" fmla="*/ 3840 h 5728"/>
                    <a:gd name="connsiteX159-7249" fmla="*/ 1044 w 6642"/>
                    <a:gd name="connsiteY159-7250" fmla="*/ 3908 h 5728"/>
                    <a:gd name="connsiteX160-7251" fmla="*/ 1213 w 6642"/>
                    <a:gd name="connsiteY160-7252" fmla="*/ 4053 h 5728"/>
                    <a:gd name="connsiteX161-7253" fmla="*/ 1257 w 6642"/>
                    <a:gd name="connsiteY161-7254" fmla="*/ 4077 h 5728"/>
                    <a:gd name="connsiteX162-7255" fmla="*/ 1417 w 6642"/>
                    <a:gd name="connsiteY162-7256" fmla="*/ 4107 h 5728"/>
                    <a:gd name="connsiteX163-7257" fmla="*/ 1487 w 6642"/>
                    <a:gd name="connsiteY163-7258" fmla="*/ 4158 h 5728"/>
                    <a:gd name="connsiteX164-7259" fmla="*/ 1688 w 6642"/>
                    <a:gd name="connsiteY164-7260" fmla="*/ 4229 h 5728"/>
                    <a:gd name="connsiteX165-7261" fmla="*/ 1904 w 6642"/>
                    <a:gd name="connsiteY165-7262" fmla="*/ 4309 h 5728"/>
                    <a:gd name="connsiteX166-7263" fmla="*/ 2068 w 6642"/>
                    <a:gd name="connsiteY166-7264" fmla="*/ 4212 h 5728"/>
                    <a:gd name="connsiteX167-7265" fmla="*/ 2267 w 6642"/>
                    <a:gd name="connsiteY167-7266" fmla="*/ 4125 h 5728"/>
                    <a:gd name="connsiteX168-7267" fmla="*/ 2363 w 6642"/>
                    <a:gd name="connsiteY168-7268" fmla="*/ 4075 h 5728"/>
                    <a:gd name="connsiteX169-7269" fmla="*/ 2539 w 6642"/>
                    <a:gd name="connsiteY169-7270" fmla="*/ 3995 h 5728"/>
                    <a:gd name="connsiteX170-7271" fmla="*/ 2721 w 6642"/>
                    <a:gd name="connsiteY170-7272" fmla="*/ 3970 h 5728"/>
                    <a:gd name="connsiteX171-7273" fmla="*/ 3073 w 6642"/>
                    <a:gd name="connsiteY171-7274" fmla="*/ 3979 h 5728"/>
                    <a:gd name="connsiteX172-7275" fmla="*/ 3416 w 6642"/>
                    <a:gd name="connsiteY172-7276" fmla="*/ 3722 h 5728"/>
                    <a:gd name="connsiteX173-7277" fmla="*/ 3519 w 6642"/>
                    <a:gd name="connsiteY173-7278" fmla="*/ 3636 h 5728"/>
                    <a:gd name="connsiteX174-7279" fmla="*/ 3609 w 6642"/>
                    <a:gd name="connsiteY174-7280" fmla="*/ 3563 h 5728"/>
                    <a:gd name="connsiteX175-7281" fmla="*/ 3705 w 6642"/>
                    <a:gd name="connsiteY175-7282" fmla="*/ 3503 h 5728"/>
                    <a:gd name="connsiteX176-7283" fmla="*/ 3702 w 6642"/>
                    <a:gd name="connsiteY176-7284" fmla="*/ 3422 h 5728"/>
                    <a:gd name="connsiteX177-7285" fmla="*/ 3597 w 6642"/>
                    <a:gd name="connsiteY177-7286" fmla="*/ 3317 h 5728"/>
                    <a:gd name="connsiteX178-7287" fmla="*/ 3582 w 6642"/>
                    <a:gd name="connsiteY178-7288" fmla="*/ 3252 h 5728"/>
                    <a:gd name="connsiteX179-7289" fmla="*/ 3692 w 6642"/>
                    <a:gd name="connsiteY179-7290" fmla="*/ 3012 h 5728"/>
                    <a:gd name="connsiteX180-7291" fmla="*/ 3835 w 6642"/>
                    <a:gd name="connsiteY180-7292" fmla="*/ 3094 h 5728"/>
                    <a:gd name="connsiteX181-7293" fmla="*/ 3915 w 6642"/>
                    <a:gd name="connsiteY181-7294" fmla="*/ 3122 h 5728"/>
                    <a:gd name="connsiteX182-7295" fmla="*/ 3998 w 6642"/>
                    <a:gd name="connsiteY182-7296" fmla="*/ 3124 h 5728"/>
                    <a:gd name="connsiteX0-7297" fmla="*/ 5456 w 6642"/>
                    <a:gd name="connsiteY0-7298" fmla="*/ 2333 h 5728"/>
                    <a:gd name="connsiteX1-7299" fmla="*/ 5454 w 6642"/>
                    <a:gd name="connsiteY1-7300" fmla="*/ 2117 h 5728"/>
                    <a:gd name="connsiteX2-7301" fmla="*/ 5378 w 6642"/>
                    <a:gd name="connsiteY2-7302" fmla="*/ 2039 h 5728"/>
                    <a:gd name="connsiteX3-7303" fmla="*/ 5235 w 6642"/>
                    <a:gd name="connsiteY3-7304" fmla="*/ 1951 h 5728"/>
                    <a:gd name="connsiteX4-7305" fmla="*/ 5143 w 6642"/>
                    <a:gd name="connsiteY4-7306" fmla="*/ 1827 h 5728"/>
                    <a:gd name="connsiteX5-7307" fmla="*/ 5047 w 6642"/>
                    <a:gd name="connsiteY5-7308" fmla="*/ 1828 h 5728"/>
                    <a:gd name="connsiteX6-7309" fmla="*/ 5002 w 6642"/>
                    <a:gd name="connsiteY6-7310" fmla="*/ 1883 h 5728"/>
                    <a:gd name="connsiteX7-7311" fmla="*/ 4909 w 6642"/>
                    <a:gd name="connsiteY7-7312" fmla="*/ 1877 h 5728"/>
                    <a:gd name="connsiteX8-7313" fmla="*/ 4889 w 6642"/>
                    <a:gd name="connsiteY8-7314" fmla="*/ 1994 h 5728"/>
                    <a:gd name="connsiteX9-7315" fmla="*/ 4708 w 6642"/>
                    <a:gd name="connsiteY9-7316" fmla="*/ 1941 h 5728"/>
                    <a:gd name="connsiteX10-7317" fmla="*/ 4625 w 6642"/>
                    <a:gd name="connsiteY10-7318" fmla="*/ 1939 h 5728"/>
                    <a:gd name="connsiteX11-7319" fmla="*/ 4500 w 6642"/>
                    <a:gd name="connsiteY11-7320" fmla="*/ 2014 h 5728"/>
                    <a:gd name="connsiteX12-7321" fmla="*/ 4388 w 6642"/>
                    <a:gd name="connsiteY12-7322" fmla="*/ 1890 h 5728"/>
                    <a:gd name="connsiteX13-7323" fmla="*/ 4482 w 6642"/>
                    <a:gd name="connsiteY13-7324" fmla="*/ 1804 h 5728"/>
                    <a:gd name="connsiteX14-7325" fmla="*/ 4486 w 6642"/>
                    <a:gd name="connsiteY14-7326" fmla="*/ 1634 h 5728"/>
                    <a:gd name="connsiteX15-7327" fmla="*/ 4541 w 6642"/>
                    <a:gd name="connsiteY15-7328" fmla="*/ 1514 h 5728"/>
                    <a:gd name="connsiteX16-7329" fmla="*/ 4584 w 6642"/>
                    <a:gd name="connsiteY16-7330" fmla="*/ 1306 h 5728"/>
                    <a:gd name="connsiteX17-7331" fmla="*/ 4644 w 6642"/>
                    <a:gd name="connsiteY17-7332" fmla="*/ 1307 h 5728"/>
                    <a:gd name="connsiteX18-7333" fmla="*/ 4967 w 6642"/>
                    <a:gd name="connsiteY18-7334" fmla="*/ 1286 h 5728"/>
                    <a:gd name="connsiteX19-7335" fmla="*/ 5141 w 6642"/>
                    <a:gd name="connsiteY19-7336" fmla="*/ 1117 h 5728"/>
                    <a:gd name="connsiteX20-7337" fmla="*/ 5210 w 6642"/>
                    <a:gd name="connsiteY20-7338" fmla="*/ 748 h 5728"/>
                    <a:gd name="connsiteX21-7339" fmla="*/ 5320 w 6642"/>
                    <a:gd name="connsiteY21-7340" fmla="*/ 486 h 5728"/>
                    <a:gd name="connsiteX22-7341" fmla="*/ 5318 w 6642"/>
                    <a:gd name="connsiteY22-7342" fmla="*/ 358 h 5728"/>
                    <a:gd name="connsiteX23-7343" fmla="*/ 5305 w 6642"/>
                    <a:gd name="connsiteY23-7344" fmla="*/ 328 h 5728"/>
                    <a:gd name="connsiteX24-7345" fmla="*/ 5238 w 6642"/>
                    <a:gd name="connsiteY24-7346" fmla="*/ 251 h 5728"/>
                    <a:gd name="connsiteX25-7347" fmla="*/ 5178 w 6642"/>
                    <a:gd name="connsiteY25-7348" fmla="*/ 217 h 5728"/>
                    <a:gd name="connsiteX26-7349" fmla="*/ 5303 w 6642"/>
                    <a:gd name="connsiteY26-7350" fmla="*/ 56 h 5728"/>
                    <a:gd name="connsiteX27-7351" fmla="*/ 5476 w 6642"/>
                    <a:gd name="connsiteY27-7352" fmla="*/ 2 h 5728"/>
                    <a:gd name="connsiteX28-7353" fmla="*/ 5508 w 6642"/>
                    <a:gd name="connsiteY28-7354" fmla="*/ 49 h 5728"/>
                    <a:gd name="connsiteX29-7355" fmla="*/ 5498 w 6642"/>
                    <a:gd name="connsiteY29-7356" fmla="*/ 133 h 5728"/>
                    <a:gd name="connsiteX30-7357" fmla="*/ 5437 w 6642"/>
                    <a:gd name="connsiteY30-7358" fmla="*/ 243 h 5728"/>
                    <a:gd name="connsiteX31-7359" fmla="*/ 5507 w 6642"/>
                    <a:gd name="connsiteY31-7360" fmla="*/ 301 h 5728"/>
                    <a:gd name="connsiteX32-7361" fmla="*/ 5621 w 6642"/>
                    <a:gd name="connsiteY32-7362" fmla="*/ 366 h 5728"/>
                    <a:gd name="connsiteX33-7363" fmla="*/ 5641 w 6642"/>
                    <a:gd name="connsiteY33-7364" fmla="*/ 255 h 5728"/>
                    <a:gd name="connsiteX34-7365" fmla="*/ 5775 w 6642"/>
                    <a:gd name="connsiteY34-7366" fmla="*/ 291 h 5728"/>
                    <a:gd name="connsiteX35-7367" fmla="*/ 5800 w 6642"/>
                    <a:gd name="connsiteY35-7368" fmla="*/ 331 h 5728"/>
                    <a:gd name="connsiteX36-7369" fmla="*/ 5876 w 6642"/>
                    <a:gd name="connsiteY36-7370" fmla="*/ 562 h 5728"/>
                    <a:gd name="connsiteX37-7371" fmla="*/ 5911 w 6642"/>
                    <a:gd name="connsiteY37-7372" fmla="*/ 586 h 5728"/>
                    <a:gd name="connsiteX38-7373" fmla="*/ 6003 w 6642"/>
                    <a:gd name="connsiteY38-7374" fmla="*/ 578 h 5728"/>
                    <a:gd name="connsiteX39-7375" fmla="*/ 6263 w 6642"/>
                    <a:gd name="connsiteY39-7376" fmla="*/ 490 h 5728"/>
                    <a:gd name="connsiteX40-7377" fmla="*/ 6483 w 6642"/>
                    <a:gd name="connsiteY40-7378" fmla="*/ 479 h 5728"/>
                    <a:gd name="connsiteX41-7379" fmla="*/ 6543 w 6642"/>
                    <a:gd name="connsiteY41-7380" fmla="*/ 648 h 5728"/>
                    <a:gd name="connsiteX42-7381" fmla="*/ 6461 w 6642"/>
                    <a:gd name="connsiteY42-7382" fmla="*/ 944 h 5728"/>
                    <a:gd name="connsiteX43-7383" fmla="*/ 6461 w 6642"/>
                    <a:gd name="connsiteY43-7384" fmla="*/ 1022 h 5728"/>
                    <a:gd name="connsiteX44-7385" fmla="*/ 6530 w 6642"/>
                    <a:gd name="connsiteY44-7386" fmla="*/ 1168 h 5728"/>
                    <a:gd name="connsiteX45-7387" fmla="*/ 6545 w 6642"/>
                    <a:gd name="connsiteY45-7388" fmla="*/ 1427 h 5728"/>
                    <a:gd name="connsiteX46-7389" fmla="*/ 6547 w 6642"/>
                    <a:gd name="connsiteY46-7390" fmla="*/ 1617 h 5728"/>
                    <a:gd name="connsiteX47-7391" fmla="*/ 6480 w 6642"/>
                    <a:gd name="connsiteY47-7392" fmla="*/ 1625 h 5728"/>
                    <a:gd name="connsiteX48-7393" fmla="*/ 6458 w 6642"/>
                    <a:gd name="connsiteY48-7394" fmla="*/ 1507 h 5728"/>
                    <a:gd name="connsiteX49-7395" fmla="*/ 6423 w 6642"/>
                    <a:gd name="connsiteY49-7396" fmla="*/ 1450 h 5728"/>
                    <a:gd name="connsiteX50-7397" fmla="*/ 6333 w 6642"/>
                    <a:gd name="connsiteY50-7398" fmla="*/ 1582 h 5728"/>
                    <a:gd name="connsiteX51-7399" fmla="*/ 6220 w 6642"/>
                    <a:gd name="connsiteY51-7400" fmla="*/ 1776 h 5728"/>
                    <a:gd name="connsiteX52-7401" fmla="*/ 6101 w 6642"/>
                    <a:gd name="connsiteY52-7402" fmla="*/ 1904 h 5728"/>
                    <a:gd name="connsiteX53-7403" fmla="*/ 6094 w 6642"/>
                    <a:gd name="connsiteY53-7404" fmla="*/ 2018 h 5728"/>
                    <a:gd name="connsiteX54-7405" fmla="*/ 6154 w 6642"/>
                    <a:gd name="connsiteY54-7406" fmla="*/ 2115 h 5728"/>
                    <a:gd name="connsiteX55-7407" fmla="*/ 6256 w 6642"/>
                    <a:gd name="connsiteY55-7408" fmla="*/ 2183 h 5728"/>
                    <a:gd name="connsiteX56-7409" fmla="*/ 6333 w 6642"/>
                    <a:gd name="connsiteY56-7410" fmla="*/ 2178 h 5728"/>
                    <a:gd name="connsiteX57-7411" fmla="*/ 6378 w 6642"/>
                    <a:gd name="connsiteY57-7412" fmla="*/ 2104 h 5728"/>
                    <a:gd name="connsiteX58-7413" fmla="*/ 6412 w 6642"/>
                    <a:gd name="connsiteY58-7414" fmla="*/ 2210 h 5728"/>
                    <a:gd name="connsiteX59-7415" fmla="*/ 6300 w 6642"/>
                    <a:gd name="connsiteY59-7416" fmla="*/ 2249 h 5728"/>
                    <a:gd name="connsiteX60-7417" fmla="*/ 6347 w 6642"/>
                    <a:gd name="connsiteY60-7418" fmla="*/ 2362 h 5728"/>
                    <a:gd name="connsiteX61-7419" fmla="*/ 6212 w 6642"/>
                    <a:gd name="connsiteY61-7420" fmla="*/ 2509 h 5728"/>
                    <a:gd name="connsiteX62-7421" fmla="*/ 6171 w 6642"/>
                    <a:gd name="connsiteY62-7422" fmla="*/ 2498 h 5728"/>
                    <a:gd name="connsiteX63-7423" fmla="*/ 6047 w 6642"/>
                    <a:gd name="connsiteY63-7424" fmla="*/ 2413 h 5728"/>
                    <a:gd name="connsiteX64-7425" fmla="*/ 5992 w 6642"/>
                    <a:gd name="connsiteY64-7426" fmla="*/ 2412 h 5728"/>
                    <a:gd name="connsiteX65-7427" fmla="*/ 5957 w 6642"/>
                    <a:gd name="connsiteY65-7428" fmla="*/ 2480 h 5728"/>
                    <a:gd name="connsiteX66-7429" fmla="*/ 5960 w 6642"/>
                    <a:gd name="connsiteY66-7430" fmla="*/ 2562 h 5728"/>
                    <a:gd name="connsiteX67-7431" fmla="*/ 6138 w 6642"/>
                    <a:gd name="connsiteY67-7432" fmla="*/ 2730 h 5728"/>
                    <a:gd name="connsiteX68-7433" fmla="*/ 6137 w 6642"/>
                    <a:gd name="connsiteY68-7434" fmla="*/ 2844 h 5728"/>
                    <a:gd name="connsiteX69-7435" fmla="*/ 6228 w 6642"/>
                    <a:gd name="connsiteY69-7436" fmla="*/ 3060 h 5728"/>
                    <a:gd name="connsiteX70-7437" fmla="*/ 6254 w 6642"/>
                    <a:gd name="connsiteY70-7438" fmla="*/ 3090 h 5728"/>
                    <a:gd name="connsiteX71-7439" fmla="*/ 6298 w 6642"/>
                    <a:gd name="connsiteY71-7440" fmla="*/ 3094 h 5728"/>
                    <a:gd name="connsiteX72-7441" fmla="*/ 6344 w 6642"/>
                    <a:gd name="connsiteY72-7442" fmla="*/ 3010 h 5728"/>
                    <a:gd name="connsiteX73-7443" fmla="*/ 6424 w 6642"/>
                    <a:gd name="connsiteY73-7444" fmla="*/ 2950 h 5728"/>
                    <a:gd name="connsiteX74-7445" fmla="*/ 6519 w 6642"/>
                    <a:gd name="connsiteY74-7446" fmla="*/ 3126 h 5728"/>
                    <a:gd name="connsiteX75-7447" fmla="*/ 6629 w 6642"/>
                    <a:gd name="connsiteY75-7448" fmla="*/ 3312 h 5728"/>
                    <a:gd name="connsiteX76-7449" fmla="*/ 6642 w 6642"/>
                    <a:gd name="connsiteY76-7450" fmla="*/ 3342 h 5728"/>
                    <a:gd name="connsiteX77-7451" fmla="*/ 6631 w 6642"/>
                    <a:gd name="connsiteY77-7452" fmla="*/ 3518 h 5728"/>
                    <a:gd name="connsiteX78-7453" fmla="*/ 6596 w 6642"/>
                    <a:gd name="connsiteY78-7454" fmla="*/ 3554 h 5728"/>
                    <a:gd name="connsiteX79-7455" fmla="*/ 6507 w 6642"/>
                    <a:gd name="connsiteY79-7456" fmla="*/ 3515 h 5728"/>
                    <a:gd name="connsiteX80-7457" fmla="*/ 6273 w 6642"/>
                    <a:gd name="connsiteY80-7458" fmla="*/ 3644 h 5728"/>
                    <a:gd name="connsiteX81-7459" fmla="*/ 6247 w 6642"/>
                    <a:gd name="connsiteY81-7460" fmla="*/ 3666 h 5728"/>
                    <a:gd name="connsiteX82-7461" fmla="*/ 6067 w 6642"/>
                    <a:gd name="connsiteY82-7462" fmla="*/ 3812 h 5728"/>
                    <a:gd name="connsiteX83-7463" fmla="*/ 5926 w 6642"/>
                    <a:gd name="connsiteY83-7464" fmla="*/ 3926 h 5728"/>
                    <a:gd name="connsiteX84-7465" fmla="*/ 5891 w 6642"/>
                    <a:gd name="connsiteY84-7466" fmla="*/ 3965 h 5728"/>
                    <a:gd name="connsiteX85-7467" fmla="*/ 5839 w 6642"/>
                    <a:gd name="connsiteY85-7468" fmla="*/ 3973 h 5728"/>
                    <a:gd name="connsiteX86-7469" fmla="*/ 5782 w 6642"/>
                    <a:gd name="connsiteY86-7470" fmla="*/ 3916 h 5728"/>
                    <a:gd name="connsiteX87-7471" fmla="*/ 5658 w 6642"/>
                    <a:gd name="connsiteY87-7472" fmla="*/ 3808 h 5728"/>
                    <a:gd name="connsiteX88-7473" fmla="*/ 5682 w 6642"/>
                    <a:gd name="connsiteY88-7474" fmla="*/ 4064 h 5728"/>
                    <a:gd name="connsiteX89-7475" fmla="*/ 5691 w 6642"/>
                    <a:gd name="connsiteY89-7476" fmla="*/ 4192 h 5728"/>
                    <a:gd name="connsiteX90-7477" fmla="*/ 5429 w 6642"/>
                    <a:gd name="connsiteY90-7478" fmla="*/ 4166 h 5728"/>
                    <a:gd name="connsiteX91-7479" fmla="*/ 5347 w 6642"/>
                    <a:gd name="connsiteY91-7480" fmla="*/ 3987 h 5728"/>
                    <a:gd name="connsiteX92-7481" fmla="*/ 5265 w 6642"/>
                    <a:gd name="connsiteY92-7482" fmla="*/ 3802 h 5728"/>
                    <a:gd name="connsiteX93-7483" fmla="*/ 4260 w 6642"/>
                    <a:gd name="connsiteY93-7484" fmla="*/ 4238 h 5728"/>
                    <a:gd name="connsiteX94-7485" fmla="*/ 4231 w 6642"/>
                    <a:gd name="connsiteY94-7486" fmla="*/ 4250 h 5728"/>
                    <a:gd name="connsiteX95-7487" fmla="*/ 4230 w 6642"/>
                    <a:gd name="connsiteY95-7488" fmla="*/ 4427 h 5728"/>
                    <a:gd name="connsiteX96-7489" fmla="*/ 4290 w 6642"/>
                    <a:gd name="connsiteY96-7490" fmla="*/ 4504 h 5728"/>
                    <a:gd name="connsiteX97-7491" fmla="*/ 4293 w 6642"/>
                    <a:gd name="connsiteY97-7492" fmla="*/ 4556 h 5728"/>
                    <a:gd name="connsiteX98-7493" fmla="*/ 4257 w 6642"/>
                    <a:gd name="connsiteY98-7494" fmla="*/ 4614 h 5728"/>
                    <a:gd name="connsiteX99-7495" fmla="*/ 3992 w 6642"/>
                    <a:gd name="connsiteY99-7496" fmla="*/ 4680 h 5728"/>
                    <a:gd name="connsiteX100-7497" fmla="*/ 3857 w 6642"/>
                    <a:gd name="connsiteY100-7498" fmla="*/ 4739 h 5728"/>
                    <a:gd name="connsiteX101-7499" fmla="*/ 3815 w 6642"/>
                    <a:gd name="connsiteY101-7500" fmla="*/ 4777 h 5728"/>
                    <a:gd name="connsiteX102-7501" fmla="*/ 3616 w 6642"/>
                    <a:gd name="connsiteY102-7502" fmla="*/ 5021 h 5728"/>
                    <a:gd name="connsiteX103-7503" fmla="*/ 3543 w 6642"/>
                    <a:gd name="connsiteY103-7504" fmla="*/ 4970 h 5728"/>
                    <a:gd name="connsiteX104-7505" fmla="*/ 3460 w 6642"/>
                    <a:gd name="connsiteY104-7506" fmla="*/ 4971 h 5728"/>
                    <a:gd name="connsiteX105-7507" fmla="*/ 3424 w 6642"/>
                    <a:gd name="connsiteY105-7508" fmla="*/ 5045 h 5728"/>
                    <a:gd name="connsiteX106-7509" fmla="*/ 3313 w 6642"/>
                    <a:gd name="connsiteY106-7510" fmla="*/ 5000 h 5728"/>
                    <a:gd name="connsiteX107-7511" fmla="*/ 3235 w 6642"/>
                    <a:gd name="connsiteY107-7512" fmla="*/ 5109 h 5728"/>
                    <a:gd name="connsiteX108-7513" fmla="*/ 3013 w 6642"/>
                    <a:gd name="connsiteY108-7514" fmla="*/ 5349 h 5728"/>
                    <a:gd name="connsiteX109-7515" fmla="*/ 2993 w 6642"/>
                    <a:gd name="connsiteY109-7516" fmla="*/ 5516 h 5728"/>
                    <a:gd name="connsiteX110-7517" fmla="*/ 2976 w 6642"/>
                    <a:gd name="connsiteY110-7518" fmla="*/ 5659 h 5728"/>
                    <a:gd name="connsiteX111-7519" fmla="*/ 2960 w 6642"/>
                    <a:gd name="connsiteY111-7520" fmla="*/ 5669 h 5728"/>
                    <a:gd name="connsiteX112-7521" fmla="*/ 2638 w 6642"/>
                    <a:gd name="connsiteY112-7522" fmla="*/ 5621 h 5728"/>
                    <a:gd name="connsiteX113-7523" fmla="*/ 2536 w 6642"/>
                    <a:gd name="connsiteY113-7524" fmla="*/ 5566 h 5728"/>
                    <a:gd name="connsiteX114-7525" fmla="*/ 2482 w 6642"/>
                    <a:gd name="connsiteY114-7526" fmla="*/ 5503 h 5728"/>
                    <a:gd name="connsiteX115-7527" fmla="*/ 2377 w 6642"/>
                    <a:gd name="connsiteY115-7528" fmla="*/ 5477 h 5728"/>
                    <a:gd name="connsiteX116-7529" fmla="*/ 2377 w 6642"/>
                    <a:gd name="connsiteY116-7530" fmla="*/ 5379 h 5728"/>
                    <a:gd name="connsiteX117-7531" fmla="*/ 2481 w 6642"/>
                    <a:gd name="connsiteY117-7532" fmla="*/ 5149 h 5728"/>
                    <a:gd name="connsiteX118-7533" fmla="*/ 2341 w 6642"/>
                    <a:gd name="connsiteY118-7534" fmla="*/ 5070 h 5728"/>
                    <a:gd name="connsiteX119-7535" fmla="*/ 2299 w 6642"/>
                    <a:gd name="connsiteY119-7536" fmla="*/ 5095 h 5728"/>
                    <a:gd name="connsiteX120-7537" fmla="*/ 2209 w 6642"/>
                    <a:gd name="connsiteY120-7538" fmla="*/ 5214 h 5728"/>
                    <a:gd name="connsiteX121-7539" fmla="*/ 2177 w 6642"/>
                    <a:gd name="connsiteY121-7540" fmla="*/ 5276 h 5728"/>
                    <a:gd name="connsiteX122-7541" fmla="*/ 2115 w 6642"/>
                    <a:gd name="connsiteY122-7542" fmla="*/ 5386 h 5728"/>
                    <a:gd name="connsiteX123-7543" fmla="*/ 2121 w 6642"/>
                    <a:gd name="connsiteY123-7544" fmla="*/ 5510 h 5728"/>
                    <a:gd name="connsiteX124-7545" fmla="*/ 2082 w 6642"/>
                    <a:gd name="connsiteY124-7546" fmla="*/ 5558 h 5728"/>
                    <a:gd name="connsiteX125-7547" fmla="*/ 1951 w 6642"/>
                    <a:gd name="connsiteY125-7548" fmla="*/ 5617 h 5728"/>
                    <a:gd name="connsiteX126-7549" fmla="*/ 1785 w 6642"/>
                    <a:gd name="connsiteY126-7550" fmla="*/ 5649 h 5728"/>
                    <a:gd name="connsiteX127-7551" fmla="*/ 1682 w 6642"/>
                    <a:gd name="connsiteY127-7552" fmla="*/ 5728 h 5728"/>
                    <a:gd name="connsiteX128-7553" fmla="*/ 1568 w 6642"/>
                    <a:gd name="connsiteY128-7554" fmla="*/ 5611 h 5728"/>
                    <a:gd name="connsiteX129-7555" fmla="*/ 1508 w 6642"/>
                    <a:gd name="connsiteY129-7556" fmla="*/ 5485 h 5728"/>
                    <a:gd name="connsiteX130-7557" fmla="*/ 1630 w 6642"/>
                    <a:gd name="connsiteY130-7558" fmla="*/ 5242 h 5728"/>
                    <a:gd name="connsiteX131-7559" fmla="*/ 1685 w 6642"/>
                    <a:gd name="connsiteY131-7560" fmla="*/ 5195 h 5728"/>
                    <a:gd name="connsiteX132-7561" fmla="*/ 1730 w 6642"/>
                    <a:gd name="connsiteY132-7562" fmla="*/ 5120 h 5728"/>
                    <a:gd name="connsiteX133-7563" fmla="*/ 1727 w 6642"/>
                    <a:gd name="connsiteY133-7564" fmla="*/ 5071 h 5728"/>
                    <a:gd name="connsiteX134-7565" fmla="*/ 1530 w 6642"/>
                    <a:gd name="connsiteY134-7566" fmla="*/ 5007 h 5728"/>
                    <a:gd name="connsiteX135-7567" fmla="*/ 1459 w 6642"/>
                    <a:gd name="connsiteY135-7568" fmla="*/ 5064 h 5728"/>
                    <a:gd name="connsiteX136-7569" fmla="*/ 1353 w 6642"/>
                    <a:gd name="connsiteY136-7570" fmla="*/ 5111 h 5728"/>
                    <a:gd name="connsiteX137-7571" fmla="*/ 1290 w 6642"/>
                    <a:gd name="connsiteY137-7572" fmla="*/ 5063 h 5728"/>
                    <a:gd name="connsiteX138-7573" fmla="*/ 1052 w 6642"/>
                    <a:gd name="connsiteY138-7574" fmla="*/ 5254 h 5728"/>
                    <a:gd name="connsiteX139-7575" fmla="*/ 924 w 6642"/>
                    <a:gd name="connsiteY139-7576" fmla="*/ 5231 h 5728"/>
                    <a:gd name="connsiteX140-7577" fmla="*/ 813 w 6642"/>
                    <a:gd name="connsiteY140-7578" fmla="*/ 5097 h 5728"/>
                    <a:gd name="connsiteX141-7579" fmla="*/ 683 w 6642"/>
                    <a:gd name="connsiteY141-7580" fmla="*/ 4930 h 5728"/>
                    <a:gd name="connsiteX142-7581" fmla="*/ 572 w 6642"/>
                    <a:gd name="connsiteY142-7582" fmla="*/ 4806 h 5728"/>
                    <a:gd name="connsiteX143-7583" fmla="*/ 505 w 6642"/>
                    <a:gd name="connsiteY143-7584" fmla="*/ 4788 h 5728"/>
                    <a:gd name="connsiteX144-7585" fmla="*/ 640 w 6642"/>
                    <a:gd name="connsiteY144-7586" fmla="*/ 4631 h 5728"/>
                    <a:gd name="connsiteX145-7587" fmla="*/ 683 w 6642"/>
                    <a:gd name="connsiteY145-7588" fmla="*/ 4541 h 5728"/>
                    <a:gd name="connsiteX146-7589" fmla="*/ 651 w 6642"/>
                    <a:gd name="connsiteY146-7590" fmla="*/ 4438 h 5728"/>
                    <a:gd name="connsiteX147-7591" fmla="*/ 277 w 6642"/>
                    <a:gd name="connsiteY147-7592" fmla="*/ 4491 h 5728"/>
                    <a:gd name="connsiteX148-7593" fmla="*/ 187 w 6642"/>
                    <a:gd name="connsiteY148-7594" fmla="*/ 4518 h 5728"/>
                    <a:gd name="connsiteX149-7595" fmla="*/ 195 w 6642"/>
                    <a:gd name="connsiteY149-7596" fmla="*/ 4384 h 5728"/>
                    <a:gd name="connsiteX150-7597" fmla="*/ 147 w 6642"/>
                    <a:gd name="connsiteY150-7598" fmla="*/ 4318 h 5728"/>
                    <a:gd name="connsiteX151-7599" fmla="*/ 39 w 6642"/>
                    <a:gd name="connsiteY151-7600" fmla="*/ 4220 h 5728"/>
                    <a:gd name="connsiteX152-7601" fmla="*/ 75 w 6642"/>
                    <a:gd name="connsiteY152-7602" fmla="*/ 4093 h 5728"/>
                    <a:gd name="connsiteX153-7603" fmla="*/ 63 w 6642"/>
                    <a:gd name="connsiteY153-7604" fmla="*/ 3929 h 5728"/>
                    <a:gd name="connsiteX154-7605" fmla="*/ 0 w 6642"/>
                    <a:gd name="connsiteY154-7606" fmla="*/ 3842 h 5728"/>
                    <a:gd name="connsiteX155-7607" fmla="*/ 0 w 6642"/>
                    <a:gd name="connsiteY155-7608" fmla="*/ 3737 h 5728"/>
                    <a:gd name="connsiteX156-7609" fmla="*/ 303 w 6642"/>
                    <a:gd name="connsiteY156-7610" fmla="*/ 3824 h 5728"/>
                    <a:gd name="connsiteX157-7611" fmla="*/ 830 w 6642"/>
                    <a:gd name="connsiteY157-7612" fmla="*/ 3840 h 5728"/>
                    <a:gd name="connsiteX158-7613" fmla="*/ 1044 w 6642"/>
                    <a:gd name="connsiteY158-7614" fmla="*/ 3908 h 5728"/>
                    <a:gd name="connsiteX159-7615" fmla="*/ 1213 w 6642"/>
                    <a:gd name="connsiteY159-7616" fmla="*/ 4053 h 5728"/>
                    <a:gd name="connsiteX160-7617" fmla="*/ 1257 w 6642"/>
                    <a:gd name="connsiteY160-7618" fmla="*/ 4077 h 5728"/>
                    <a:gd name="connsiteX161-7619" fmla="*/ 1417 w 6642"/>
                    <a:gd name="connsiteY161-7620" fmla="*/ 4107 h 5728"/>
                    <a:gd name="connsiteX162-7621" fmla="*/ 1487 w 6642"/>
                    <a:gd name="connsiteY162-7622" fmla="*/ 4158 h 5728"/>
                    <a:gd name="connsiteX163-7623" fmla="*/ 1688 w 6642"/>
                    <a:gd name="connsiteY163-7624" fmla="*/ 4229 h 5728"/>
                    <a:gd name="connsiteX164-7625" fmla="*/ 1904 w 6642"/>
                    <a:gd name="connsiteY164-7626" fmla="*/ 4309 h 5728"/>
                    <a:gd name="connsiteX165-7627" fmla="*/ 2068 w 6642"/>
                    <a:gd name="connsiteY165-7628" fmla="*/ 4212 h 5728"/>
                    <a:gd name="connsiteX166-7629" fmla="*/ 2267 w 6642"/>
                    <a:gd name="connsiteY166-7630" fmla="*/ 4125 h 5728"/>
                    <a:gd name="connsiteX167-7631" fmla="*/ 2363 w 6642"/>
                    <a:gd name="connsiteY167-7632" fmla="*/ 4075 h 5728"/>
                    <a:gd name="connsiteX168-7633" fmla="*/ 2539 w 6642"/>
                    <a:gd name="connsiteY168-7634" fmla="*/ 3995 h 5728"/>
                    <a:gd name="connsiteX169-7635" fmla="*/ 2721 w 6642"/>
                    <a:gd name="connsiteY169-7636" fmla="*/ 3970 h 5728"/>
                    <a:gd name="connsiteX170-7637" fmla="*/ 3073 w 6642"/>
                    <a:gd name="connsiteY170-7638" fmla="*/ 3979 h 5728"/>
                    <a:gd name="connsiteX171-7639" fmla="*/ 3416 w 6642"/>
                    <a:gd name="connsiteY171-7640" fmla="*/ 3722 h 5728"/>
                    <a:gd name="connsiteX172-7641" fmla="*/ 3519 w 6642"/>
                    <a:gd name="connsiteY172-7642" fmla="*/ 3636 h 5728"/>
                    <a:gd name="connsiteX173-7643" fmla="*/ 3609 w 6642"/>
                    <a:gd name="connsiteY173-7644" fmla="*/ 3563 h 5728"/>
                    <a:gd name="connsiteX174-7645" fmla="*/ 3705 w 6642"/>
                    <a:gd name="connsiteY174-7646" fmla="*/ 3503 h 5728"/>
                    <a:gd name="connsiteX175-7647" fmla="*/ 3702 w 6642"/>
                    <a:gd name="connsiteY175-7648" fmla="*/ 3422 h 5728"/>
                    <a:gd name="connsiteX176-7649" fmla="*/ 3597 w 6642"/>
                    <a:gd name="connsiteY176-7650" fmla="*/ 3317 h 5728"/>
                    <a:gd name="connsiteX177-7651" fmla="*/ 3582 w 6642"/>
                    <a:gd name="connsiteY177-7652" fmla="*/ 3252 h 5728"/>
                    <a:gd name="connsiteX178-7653" fmla="*/ 3692 w 6642"/>
                    <a:gd name="connsiteY178-7654" fmla="*/ 3012 h 5728"/>
                    <a:gd name="connsiteX179-7655" fmla="*/ 3835 w 6642"/>
                    <a:gd name="connsiteY179-7656" fmla="*/ 3094 h 5728"/>
                    <a:gd name="connsiteX180-7657" fmla="*/ 3915 w 6642"/>
                    <a:gd name="connsiteY180-7658" fmla="*/ 3122 h 5728"/>
                    <a:gd name="connsiteX181-7659" fmla="*/ 3998 w 6642"/>
                    <a:gd name="connsiteY181-7660" fmla="*/ 3124 h 5728"/>
                    <a:gd name="connsiteX0-7661" fmla="*/ 5456 w 6642"/>
                    <a:gd name="connsiteY0-7662" fmla="*/ 2333 h 5728"/>
                    <a:gd name="connsiteX1-7663" fmla="*/ 5454 w 6642"/>
                    <a:gd name="connsiteY1-7664" fmla="*/ 2117 h 5728"/>
                    <a:gd name="connsiteX2-7665" fmla="*/ 5378 w 6642"/>
                    <a:gd name="connsiteY2-7666" fmla="*/ 2039 h 5728"/>
                    <a:gd name="connsiteX3-7667" fmla="*/ 5235 w 6642"/>
                    <a:gd name="connsiteY3-7668" fmla="*/ 1951 h 5728"/>
                    <a:gd name="connsiteX4-7669" fmla="*/ 5143 w 6642"/>
                    <a:gd name="connsiteY4-7670" fmla="*/ 1827 h 5728"/>
                    <a:gd name="connsiteX5-7671" fmla="*/ 5047 w 6642"/>
                    <a:gd name="connsiteY5-7672" fmla="*/ 1828 h 5728"/>
                    <a:gd name="connsiteX6-7673" fmla="*/ 5002 w 6642"/>
                    <a:gd name="connsiteY6-7674" fmla="*/ 1883 h 5728"/>
                    <a:gd name="connsiteX7-7675" fmla="*/ 4909 w 6642"/>
                    <a:gd name="connsiteY7-7676" fmla="*/ 1877 h 5728"/>
                    <a:gd name="connsiteX8-7677" fmla="*/ 4889 w 6642"/>
                    <a:gd name="connsiteY8-7678" fmla="*/ 1994 h 5728"/>
                    <a:gd name="connsiteX9-7679" fmla="*/ 4708 w 6642"/>
                    <a:gd name="connsiteY9-7680" fmla="*/ 1941 h 5728"/>
                    <a:gd name="connsiteX10-7681" fmla="*/ 4625 w 6642"/>
                    <a:gd name="connsiteY10-7682" fmla="*/ 1939 h 5728"/>
                    <a:gd name="connsiteX11-7683" fmla="*/ 4500 w 6642"/>
                    <a:gd name="connsiteY11-7684" fmla="*/ 2014 h 5728"/>
                    <a:gd name="connsiteX12-7685" fmla="*/ 4388 w 6642"/>
                    <a:gd name="connsiteY12-7686" fmla="*/ 1890 h 5728"/>
                    <a:gd name="connsiteX13-7687" fmla="*/ 4482 w 6642"/>
                    <a:gd name="connsiteY13-7688" fmla="*/ 1804 h 5728"/>
                    <a:gd name="connsiteX14-7689" fmla="*/ 4486 w 6642"/>
                    <a:gd name="connsiteY14-7690" fmla="*/ 1634 h 5728"/>
                    <a:gd name="connsiteX15-7691" fmla="*/ 4541 w 6642"/>
                    <a:gd name="connsiteY15-7692" fmla="*/ 1514 h 5728"/>
                    <a:gd name="connsiteX16-7693" fmla="*/ 4584 w 6642"/>
                    <a:gd name="connsiteY16-7694" fmla="*/ 1306 h 5728"/>
                    <a:gd name="connsiteX17-7695" fmla="*/ 4644 w 6642"/>
                    <a:gd name="connsiteY17-7696" fmla="*/ 1307 h 5728"/>
                    <a:gd name="connsiteX18-7697" fmla="*/ 4967 w 6642"/>
                    <a:gd name="connsiteY18-7698" fmla="*/ 1286 h 5728"/>
                    <a:gd name="connsiteX19-7699" fmla="*/ 5141 w 6642"/>
                    <a:gd name="connsiteY19-7700" fmla="*/ 1117 h 5728"/>
                    <a:gd name="connsiteX20-7701" fmla="*/ 5210 w 6642"/>
                    <a:gd name="connsiteY20-7702" fmla="*/ 748 h 5728"/>
                    <a:gd name="connsiteX21-7703" fmla="*/ 5320 w 6642"/>
                    <a:gd name="connsiteY21-7704" fmla="*/ 486 h 5728"/>
                    <a:gd name="connsiteX22-7705" fmla="*/ 5318 w 6642"/>
                    <a:gd name="connsiteY22-7706" fmla="*/ 358 h 5728"/>
                    <a:gd name="connsiteX23-7707" fmla="*/ 5305 w 6642"/>
                    <a:gd name="connsiteY23-7708" fmla="*/ 328 h 5728"/>
                    <a:gd name="connsiteX24-7709" fmla="*/ 5238 w 6642"/>
                    <a:gd name="connsiteY24-7710" fmla="*/ 251 h 5728"/>
                    <a:gd name="connsiteX25-7711" fmla="*/ 5178 w 6642"/>
                    <a:gd name="connsiteY25-7712" fmla="*/ 217 h 5728"/>
                    <a:gd name="connsiteX26-7713" fmla="*/ 5303 w 6642"/>
                    <a:gd name="connsiteY26-7714" fmla="*/ 56 h 5728"/>
                    <a:gd name="connsiteX27-7715" fmla="*/ 5476 w 6642"/>
                    <a:gd name="connsiteY27-7716" fmla="*/ 2 h 5728"/>
                    <a:gd name="connsiteX28-7717" fmla="*/ 5508 w 6642"/>
                    <a:gd name="connsiteY28-7718" fmla="*/ 49 h 5728"/>
                    <a:gd name="connsiteX29-7719" fmla="*/ 5498 w 6642"/>
                    <a:gd name="connsiteY29-7720" fmla="*/ 133 h 5728"/>
                    <a:gd name="connsiteX30-7721" fmla="*/ 5437 w 6642"/>
                    <a:gd name="connsiteY30-7722" fmla="*/ 243 h 5728"/>
                    <a:gd name="connsiteX31-7723" fmla="*/ 5507 w 6642"/>
                    <a:gd name="connsiteY31-7724" fmla="*/ 301 h 5728"/>
                    <a:gd name="connsiteX32-7725" fmla="*/ 5621 w 6642"/>
                    <a:gd name="connsiteY32-7726" fmla="*/ 366 h 5728"/>
                    <a:gd name="connsiteX33-7727" fmla="*/ 5641 w 6642"/>
                    <a:gd name="connsiteY33-7728" fmla="*/ 255 h 5728"/>
                    <a:gd name="connsiteX34-7729" fmla="*/ 5775 w 6642"/>
                    <a:gd name="connsiteY34-7730" fmla="*/ 291 h 5728"/>
                    <a:gd name="connsiteX35-7731" fmla="*/ 5800 w 6642"/>
                    <a:gd name="connsiteY35-7732" fmla="*/ 331 h 5728"/>
                    <a:gd name="connsiteX36-7733" fmla="*/ 5876 w 6642"/>
                    <a:gd name="connsiteY36-7734" fmla="*/ 562 h 5728"/>
                    <a:gd name="connsiteX37-7735" fmla="*/ 5911 w 6642"/>
                    <a:gd name="connsiteY37-7736" fmla="*/ 586 h 5728"/>
                    <a:gd name="connsiteX38-7737" fmla="*/ 6003 w 6642"/>
                    <a:gd name="connsiteY38-7738" fmla="*/ 578 h 5728"/>
                    <a:gd name="connsiteX39-7739" fmla="*/ 6263 w 6642"/>
                    <a:gd name="connsiteY39-7740" fmla="*/ 490 h 5728"/>
                    <a:gd name="connsiteX40-7741" fmla="*/ 6483 w 6642"/>
                    <a:gd name="connsiteY40-7742" fmla="*/ 479 h 5728"/>
                    <a:gd name="connsiteX41-7743" fmla="*/ 6543 w 6642"/>
                    <a:gd name="connsiteY41-7744" fmla="*/ 648 h 5728"/>
                    <a:gd name="connsiteX42-7745" fmla="*/ 6461 w 6642"/>
                    <a:gd name="connsiteY42-7746" fmla="*/ 944 h 5728"/>
                    <a:gd name="connsiteX43-7747" fmla="*/ 6461 w 6642"/>
                    <a:gd name="connsiteY43-7748" fmla="*/ 1022 h 5728"/>
                    <a:gd name="connsiteX44-7749" fmla="*/ 6530 w 6642"/>
                    <a:gd name="connsiteY44-7750" fmla="*/ 1168 h 5728"/>
                    <a:gd name="connsiteX45-7751" fmla="*/ 6545 w 6642"/>
                    <a:gd name="connsiteY45-7752" fmla="*/ 1427 h 5728"/>
                    <a:gd name="connsiteX46-7753" fmla="*/ 6547 w 6642"/>
                    <a:gd name="connsiteY46-7754" fmla="*/ 1617 h 5728"/>
                    <a:gd name="connsiteX47-7755" fmla="*/ 6480 w 6642"/>
                    <a:gd name="connsiteY47-7756" fmla="*/ 1625 h 5728"/>
                    <a:gd name="connsiteX48-7757" fmla="*/ 6458 w 6642"/>
                    <a:gd name="connsiteY48-7758" fmla="*/ 1507 h 5728"/>
                    <a:gd name="connsiteX49-7759" fmla="*/ 6423 w 6642"/>
                    <a:gd name="connsiteY49-7760" fmla="*/ 1450 h 5728"/>
                    <a:gd name="connsiteX50-7761" fmla="*/ 6333 w 6642"/>
                    <a:gd name="connsiteY50-7762" fmla="*/ 1582 h 5728"/>
                    <a:gd name="connsiteX51-7763" fmla="*/ 6220 w 6642"/>
                    <a:gd name="connsiteY51-7764" fmla="*/ 1776 h 5728"/>
                    <a:gd name="connsiteX52-7765" fmla="*/ 6101 w 6642"/>
                    <a:gd name="connsiteY52-7766" fmla="*/ 1904 h 5728"/>
                    <a:gd name="connsiteX53-7767" fmla="*/ 6094 w 6642"/>
                    <a:gd name="connsiteY53-7768" fmla="*/ 2018 h 5728"/>
                    <a:gd name="connsiteX54-7769" fmla="*/ 6154 w 6642"/>
                    <a:gd name="connsiteY54-7770" fmla="*/ 2115 h 5728"/>
                    <a:gd name="connsiteX55-7771" fmla="*/ 6256 w 6642"/>
                    <a:gd name="connsiteY55-7772" fmla="*/ 2183 h 5728"/>
                    <a:gd name="connsiteX56-7773" fmla="*/ 6333 w 6642"/>
                    <a:gd name="connsiteY56-7774" fmla="*/ 2178 h 5728"/>
                    <a:gd name="connsiteX57-7775" fmla="*/ 6378 w 6642"/>
                    <a:gd name="connsiteY57-7776" fmla="*/ 2104 h 5728"/>
                    <a:gd name="connsiteX58-7777" fmla="*/ 6412 w 6642"/>
                    <a:gd name="connsiteY58-7778" fmla="*/ 2210 h 5728"/>
                    <a:gd name="connsiteX59-7779" fmla="*/ 6300 w 6642"/>
                    <a:gd name="connsiteY59-7780" fmla="*/ 2249 h 5728"/>
                    <a:gd name="connsiteX60-7781" fmla="*/ 6347 w 6642"/>
                    <a:gd name="connsiteY60-7782" fmla="*/ 2362 h 5728"/>
                    <a:gd name="connsiteX61-7783" fmla="*/ 6212 w 6642"/>
                    <a:gd name="connsiteY61-7784" fmla="*/ 2509 h 5728"/>
                    <a:gd name="connsiteX62-7785" fmla="*/ 6171 w 6642"/>
                    <a:gd name="connsiteY62-7786" fmla="*/ 2498 h 5728"/>
                    <a:gd name="connsiteX63-7787" fmla="*/ 6047 w 6642"/>
                    <a:gd name="connsiteY63-7788" fmla="*/ 2413 h 5728"/>
                    <a:gd name="connsiteX64-7789" fmla="*/ 5992 w 6642"/>
                    <a:gd name="connsiteY64-7790" fmla="*/ 2412 h 5728"/>
                    <a:gd name="connsiteX65-7791" fmla="*/ 5957 w 6642"/>
                    <a:gd name="connsiteY65-7792" fmla="*/ 2480 h 5728"/>
                    <a:gd name="connsiteX66-7793" fmla="*/ 5960 w 6642"/>
                    <a:gd name="connsiteY66-7794" fmla="*/ 2562 h 5728"/>
                    <a:gd name="connsiteX67-7795" fmla="*/ 6138 w 6642"/>
                    <a:gd name="connsiteY67-7796" fmla="*/ 2730 h 5728"/>
                    <a:gd name="connsiteX68-7797" fmla="*/ 6137 w 6642"/>
                    <a:gd name="connsiteY68-7798" fmla="*/ 2844 h 5728"/>
                    <a:gd name="connsiteX69-7799" fmla="*/ 6228 w 6642"/>
                    <a:gd name="connsiteY69-7800" fmla="*/ 3060 h 5728"/>
                    <a:gd name="connsiteX70-7801" fmla="*/ 6254 w 6642"/>
                    <a:gd name="connsiteY70-7802" fmla="*/ 3090 h 5728"/>
                    <a:gd name="connsiteX71-7803" fmla="*/ 6298 w 6642"/>
                    <a:gd name="connsiteY71-7804" fmla="*/ 3094 h 5728"/>
                    <a:gd name="connsiteX72-7805" fmla="*/ 6344 w 6642"/>
                    <a:gd name="connsiteY72-7806" fmla="*/ 3010 h 5728"/>
                    <a:gd name="connsiteX73-7807" fmla="*/ 6424 w 6642"/>
                    <a:gd name="connsiteY73-7808" fmla="*/ 2950 h 5728"/>
                    <a:gd name="connsiteX74-7809" fmla="*/ 6519 w 6642"/>
                    <a:gd name="connsiteY74-7810" fmla="*/ 3126 h 5728"/>
                    <a:gd name="connsiteX75-7811" fmla="*/ 6629 w 6642"/>
                    <a:gd name="connsiteY75-7812" fmla="*/ 3312 h 5728"/>
                    <a:gd name="connsiteX76-7813" fmla="*/ 6642 w 6642"/>
                    <a:gd name="connsiteY76-7814" fmla="*/ 3342 h 5728"/>
                    <a:gd name="connsiteX77-7815" fmla="*/ 6631 w 6642"/>
                    <a:gd name="connsiteY77-7816" fmla="*/ 3518 h 5728"/>
                    <a:gd name="connsiteX78-7817" fmla="*/ 6596 w 6642"/>
                    <a:gd name="connsiteY78-7818" fmla="*/ 3554 h 5728"/>
                    <a:gd name="connsiteX79-7819" fmla="*/ 6507 w 6642"/>
                    <a:gd name="connsiteY79-7820" fmla="*/ 3515 h 5728"/>
                    <a:gd name="connsiteX80-7821" fmla="*/ 6273 w 6642"/>
                    <a:gd name="connsiteY80-7822" fmla="*/ 3644 h 5728"/>
                    <a:gd name="connsiteX81-7823" fmla="*/ 6247 w 6642"/>
                    <a:gd name="connsiteY81-7824" fmla="*/ 3666 h 5728"/>
                    <a:gd name="connsiteX82-7825" fmla="*/ 6067 w 6642"/>
                    <a:gd name="connsiteY82-7826" fmla="*/ 3812 h 5728"/>
                    <a:gd name="connsiteX83-7827" fmla="*/ 5926 w 6642"/>
                    <a:gd name="connsiteY83-7828" fmla="*/ 3926 h 5728"/>
                    <a:gd name="connsiteX84-7829" fmla="*/ 5891 w 6642"/>
                    <a:gd name="connsiteY84-7830" fmla="*/ 3965 h 5728"/>
                    <a:gd name="connsiteX85-7831" fmla="*/ 5839 w 6642"/>
                    <a:gd name="connsiteY85-7832" fmla="*/ 3973 h 5728"/>
                    <a:gd name="connsiteX86-7833" fmla="*/ 5782 w 6642"/>
                    <a:gd name="connsiteY86-7834" fmla="*/ 3916 h 5728"/>
                    <a:gd name="connsiteX87-7835" fmla="*/ 5658 w 6642"/>
                    <a:gd name="connsiteY87-7836" fmla="*/ 3808 h 5728"/>
                    <a:gd name="connsiteX88-7837" fmla="*/ 5682 w 6642"/>
                    <a:gd name="connsiteY88-7838" fmla="*/ 4064 h 5728"/>
                    <a:gd name="connsiteX89-7839" fmla="*/ 5691 w 6642"/>
                    <a:gd name="connsiteY89-7840" fmla="*/ 4192 h 5728"/>
                    <a:gd name="connsiteX90-7841" fmla="*/ 5429 w 6642"/>
                    <a:gd name="connsiteY90-7842" fmla="*/ 4166 h 5728"/>
                    <a:gd name="connsiteX91-7843" fmla="*/ 5347 w 6642"/>
                    <a:gd name="connsiteY91-7844" fmla="*/ 3987 h 5728"/>
                    <a:gd name="connsiteX92-7845" fmla="*/ 5265 w 6642"/>
                    <a:gd name="connsiteY92-7846" fmla="*/ 3802 h 5728"/>
                    <a:gd name="connsiteX93-7847" fmla="*/ 4231 w 6642"/>
                    <a:gd name="connsiteY93-7848" fmla="*/ 4250 h 5728"/>
                    <a:gd name="connsiteX94-7849" fmla="*/ 4230 w 6642"/>
                    <a:gd name="connsiteY94-7850" fmla="*/ 4427 h 5728"/>
                    <a:gd name="connsiteX95-7851" fmla="*/ 4290 w 6642"/>
                    <a:gd name="connsiteY95-7852" fmla="*/ 4504 h 5728"/>
                    <a:gd name="connsiteX96-7853" fmla="*/ 4293 w 6642"/>
                    <a:gd name="connsiteY96-7854" fmla="*/ 4556 h 5728"/>
                    <a:gd name="connsiteX97-7855" fmla="*/ 4257 w 6642"/>
                    <a:gd name="connsiteY97-7856" fmla="*/ 4614 h 5728"/>
                    <a:gd name="connsiteX98-7857" fmla="*/ 3992 w 6642"/>
                    <a:gd name="connsiteY98-7858" fmla="*/ 4680 h 5728"/>
                    <a:gd name="connsiteX99-7859" fmla="*/ 3857 w 6642"/>
                    <a:gd name="connsiteY99-7860" fmla="*/ 4739 h 5728"/>
                    <a:gd name="connsiteX100-7861" fmla="*/ 3815 w 6642"/>
                    <a:gd name="connsiteY100-7862" fmla="*/ 4777 h 5728"/>
                    <a:gd name="connsiteX101-7863" fmla="*/ 3616 w 6642"/>
                    <a:gd name="connsiteY101-7864" fmla="*/ 5021 h 5728"/>
                    <a:gd name="connsiteX102-7865" fmla="*/ 3543 w 6642"/>
                    <a:gd name="connsiteY102-7866" fmla="*/ 4970 h 5728"/>
                    <a:gd name="connsiteX103-7867" fmla="*/ 3460 w 6642"/>
                    <a:gd name="connsiteY103-7868" fmla="*/ 4971 h 5728"/>
                    <a:gd name="connsiteX104-7869" fmla="*/ 3424 w 6642"/>
                    <a:gd name="connsiteY104-7870" fmla="*/ 5045 h 5728"/>
                    <a:gd name="connsiteX105-7871" fmla="*/ 3313 w 6642"/>
                    <a:gd name="connsiteY105-7872" fmla="*/ 5000 h 5728"/>
                    <a:gd name="connsiteX106-7873" fmla="*/ 3235 w 6642"/>
                    <a:gd name="connsiteY106-7874" fmla="*/ 5109 h 5728"/>
                    <a:gd name="connsiteX107-7875" fmla="*/ 3013 w 6642"/>
                    <a:gd name="connsiteY107-7876" fmla="*/ 5349 h 5728"/>
                    <a:gd name="connsiteX108-7877" fmla="*/ 2993 w 6642"/>
                    <a:gd name="connsiteY108-7878" fmla="*/ 5516 h 5728"/>
                    <a:gd name="connsiteX109-7879" fmla="*/ 2976 w 6642"/>
                    <a:gd name="connsiteY109-7880" fmla="*/ 5659 h 5728"/>
                    <a:gd name="connsiteX110-7881" fmla="*/ 2960 w 6642"/>
                    <a:gd name="connsiteY110-7882" fmla="*/ 5669 h 5728"/>
                    <a:gd name="connsiteX111-7883" fmla="*/ 2638 w 6642"/>
                    <a:gd name="connsiteY111-7884" fmla="*/ 5621 h 5728"/>
                    <a:gd name="connsiteX112-7885" fmla="*/ 2536 w 6642"/>
                    <a:gd name="connsiteY112-7886" fmla="*/ 5566 h 5728"/>
                    <a:gd name="connsiteX113-7887" fmla="*/ 2482 w 6642"/>
                    <a:gd name="connsiteY113-7888" fmla="*/ 5503 h 5728"/>
                    <a:gd name="connsiteX114-7889" fmla="*/ 2377 w 6642"/>
                    <a:gd name="connsiteY114-7890" fmla="*/ 5477 h 5728"/>
                    <a:gd name="connsiteX115-7891" fmla="*/ 2377 w 6642"/>
                    <a:gd name="connsiteY115-7892" fmla="*/ 5379 h 5728"/>
                    <a:gd name="connsiteX116-7893" fmla="*/ 2481 w 6642"/>
                    <a:gd name="connsiteY116-7894" fmla="*/ 5149 h 5728"/>
                    <a:gd name="connsiteX117-7895" fmla="*/ 2341 w 6642"/>
                    <a:gd name="connsiteY117-7896" fmla="*/ 5070 h 5728"/>
                    <a:gd name="connsiteX118-7897" fmla="*/ 2299 w 6642"/>
                    <a:gd name="connsiteY118-7898" fmla="*/ 5095 h 5728"/>
                    <a:gd name="connsiteX119-7899" fmla="*/ 2209 w 6642"/>
                    <a:gd name="connsiteY119-7900" fmla="*/ 5214 h 5728"/>
                    <a:gd name="connsiteX120-7901" fmla="*/ 2177 w 6642"/>
                    <a:gd name="connsiteY120-7902" fmla="*/ 5276 h 5728"/>
                    <a:gd name="connsiteX121-7903" fmla="*/ 2115 w 6642"/>
                    <a:gd name="connsiteY121-7904" fmla="*/ 5386 h 5728"/>
                    <a:gd name="connsiteX122-7905" fmla="*/ 2121 w 6642"/>
                    <a:gd name="connsiteY122-7906" fmla="*/ 5510 h 5728"/>
                    <a:gd name="connsiteX123-7907" fmla="*/ 2082 w 6642"/>
                    <a:gd name="connsiteY123-7908" fmla="*/ 5558 h 5728"/>
                    <a:gd name="connsiteX124-7909" fmla="*/ 1951 w 6642"/>
                    <a:gd name="connsiteY124-7910" fmla="*/ 5617 h 5728"/>
                    <a:gd name="connsiteX125-7911" fmla="*/ 1785 w 6642"/>
                    <a:gd name="connsiteY125-7912" fmla="*/ 5649 h 5728"/>
                    <a:gd name="connsiteX126-7913" fmla="*/ 1682 w 6642"/>
                    <a:gd name="connsiteY126-7914" fmla="*/ 5728 h 5728"/>
                    <a:gd name="connsiteX127-7915" fmla="*/ 1568 w 6642"/>
                    <a:gd name="connsiteY127-7916" fmla="*/ 5611 h 5728"/>
                    <a:gd name="connsiteX128-7917" fmla="*/ 1508 w 6642"/>
                    <a:gd name="connsiteY128-7918" fmla="*/ 5485 h 5728"/>
                    <a:gd name="connsiteX129-7919" fmla="*/ 1630 w 6642"/>
                    <a:gd name="connsiteY129-7920" fmla="*/ 5242 h 5728"/>
                    <a:gd name="connsiteX130-7921" fmla="*/ 1685 w 6642"/>
                    <a:gd name="connsiteY130-7922" fmla="*/ 5195 h 5728"/>
                    <a:gd name="connsiteX131-7923" fmla="*/ 1730 w 6642"/>
                    <a:gd name="connsiteY131-7924" fmla="*/ 5120 h 5728"/>
                    <a:gd name="connsiteX132-7925" fmla="*/ 1727 w 6642"/>
                    <a:gd name="connsiteY132-7926" fmla="*/ 5071 h 5728"/>
                    <a:gd name="connsiteX133-7927" fmla="*/ 1530 w 6642"/>
                    <a:gd name="connsiteY133-7928" fmla="*/ 5007 h 5728"/>
                    <a:gd name="connsiteX134-7929" fmla="*/ 1459 w 6642"/>
                    <a:gd name="connsiteY134-7930" fmla="*/ 5064 h 5728"/>
                    <a:gd name="connsiteX135-7931" fmla="*/ 1353 w 6642"/>
                    <a:gd name="connsiteY135-7932" fmla="*/ 5111 h 5728"/>
                    <a:gd name="connsiteX136-7933" fmla="*/ 1290 w 6642"/>
                    <a:gd name="connsiteY136-7934" fmla="*/ 5063 h 5728"/>
                    <a:gd name="connsiteX137-7935" fmla="*/ 1052 w 6642"/>
                    <a:gd name="connsiteY137-7936" fmla="*/ 5254 h 5728"/>
                    <a:gd name="connsiteX138-7937" fmla="*/ 924 w 6642"/>
                    <a:gd name="connsiteY138-7938" fmla="*/ 5231 h 5728"/>
                    <a:gd name="connsiteX139-7939" fmla="*/ 813 w 6642"/>
                    <a:gd name="connsiteY139-7940" fmla="*/ 5097 h 5728"/>
                    <a:gd name="connsiteX140-7941" fmla="*/ 683 w 6642"/>
                    <a:gd name="connsiteY140-7942" fmla="*/ 4930 h 5728"/>
                    <a:gd name="connsiteX141-7943" fmla="*/ 572 w 6642"/>
                    <a:gd name="connsiteY141-7944" fmla="*/ 4806 h 5728"/>
                    <a:gd name="connsiteX142-7945" fmla="*/ 505 w 6642"/>
                    <a:gd name="connsiteY142-7946" fmla="*/ 4788 h 5728"/>
                    <a:gd name="connsiteX143-7947" fmla="*/ 640 w 6642"/>
                    <a:gd name="connsiteY143-7948" fmla="*/ 4631 h 5728"/>
                    <a:gd name="connsiteX144-7949" fmla="*/ 683 w 6642"/>
                    <a:gd name="connsiteY144-7950" fmla="*/ 4541 h 5728"/>
                    <a:gd name="connsiteX145-7951" fmla="*/ 651 w 6642"/>
                    <a:gd name="connsiteY145-7952" fmla="*/ 4438 h 5728"/>
                    <a:gd name="connsiteX146-7953" fmla="*/ 277 w 6642"/>
                    <a:gd name="connsiteY146-7954" fmla="*/ 4491 h 5728"/>
                    <a:gd name="connsiteX147-7955" fmla="*/ 187 w 6642"/>
                    <a:gd name="connsiteY147-7956" fmla="*/ 4518 h 5728"/>
                    <a:gd name="connsiteX148-7957" fmla="*/ 195 w 6642"/>
                    <a:gd name="connsiteY148-7958" fmla="*/ 4384 h 5728"/>
                    <a:gd name="connsiteX149-7959" fmla="*/ 147 w 6642"/>
                    <a:gd name="connsiteY149-7960" fmla="*/ 4318 h 5728"/>
                    <a:gd name="connsiteX150-7961" fmla="*/ 39 w 6642"/>
                    <a:gd name="connsiteY150-7962" fmla="*/ 4220 h 5728"/>
                    <a:gd name="connsiteX151-7963" fmla="*/ 75 w 6642"/>
                    <a:gd name="connsiteY151-7964" fmla="*/ 4093 h 5728"/>
                    <a:gd name="connsiteX152-7965" fmla="*/ 63 w 6642"/>
                    <a:gd name="connsiteY152-7966" fmla="*/ 3929 h 5728"/>
                    <a:gd name="connsiteX153-7967" fmla="*/ 0 w 6642"/>
                    <a:gd name="connsiteY153-7968" fmla="*/ 3842 h 5728"/>
                    <a:gd name="connsiteX154-7969" fmla="*/ 0 w 6642"/>
                    <a:gd name="connsiteY154-7970" fmla="*/ 3737 h 5728"/>
                    <a:gd name="connsiteX155-7971" fmla="*/ 303 w 6642"/>
                    <a:gd name="connsiteY155-7972" fmla="*/ 3824 h 5728"/>
                    <a:gd name="connsiteX156-7973" fmla="*/ 830 w 6642"/>
                    <a:gd name="connsiteY156-7974" fmla="*/ 3840 h 5728"/>
                    <a:gd name="connsiteX157-7975" fmla="*/ 1044 w 6642"/>
                    <a:gd name="connsiteY157-7976" fmla="*/ 3908 h 5728"/>
                    <a:gd name="connsiteX158-7977" fmla="*/ 1213 w 6642"/>
                    <a:gd name="connsiteY158-7978" fmla="*/ 4053 h 5728"/>
                    <a:gd name="connsiteX159-7979" fmla="*/ 1257 w 6642"/>
                    <a:gd name="connsiteY159-7980" fmla="*/ 4077 h 5728"/>
                    <a:gd name="connsiteX160-7981" fmla="*/ 1417 w 6642"/>
                    <a:gd name="connsiteY160-7982" fmla="*/ 4107 h 5728"/>
                    <a:gd name="connsiteX161-7983" fmla="*/ 1487 w 6642"/>
                    <a:gd name="connsiteY161-7984" fmla="*/ 4158 h 5728"/>
                    <a:gd name="connsiteX162-7985" fmla="*/ 1688 w 6642"/>
                    <a:gd name="connsiteY162-7986" fmla="*/ 4229 h 5728"/>
                    <a:gd name="connsiteX163-7987" fmla="*/ 1904 w 6642"/>
                    <a:gd name="connsiteY163-7988" fmla="*/ 4309 h 5728"/>
                    <a:gd name="connsiteX164-7989" fmla="*/ 2068 w 6642"/>
                    <a:gd name="connsiteY164-7990" fmla="*/ 4212 h 5728"/>
                    <a:gd name="connsiteX165-7991" fmla="*/ 2267 w 6642"/>
                    <a:gd name="connsiteY165-7992" fmla="*/ 4125 h 5728"/>
                    <a:gd name="connsiteX166-7993" fmla="*/ 2363 w 6642"/>
                    <a:gd name="connsiteY166-7994" fmla="*/ 4075 h 5728"/>
                    <a:gd name="connsiteX167-7995" fmla="*/ 2539 w 6642"/>
                    <a:gd name="connsiteY167-7996" fmla="*/ 3995 h 5728"/>
                    <a:gd name="connsiteX168-7997" fmla="*/ 2721 w 6642"/>
                    <a:gd name="connsiteY168-7998" fmla="*/ 3970 h 5728"/>
                    <a:gd name="connsiteX169-7999" fmla="*/ 3073 w 6642"/>
                    <a:gd name="connsiteY169-8000" fmla="*/ 3979 h 5728"/>
                    <a:gd name="connsiteX170-8001" fmla="*/ 3416 w 6642"/>
                    <a:gd name="connsiteY170-8002" fmla="*/ 3722 h 5728"/>
                    <a:gd name="connsiteX171-8003" fmla="*/ 3519 w 6642"/>
                    <a:gd name="connsiteY171-8004" fmla="*/ 3636 h 5728"/>
                    <a:gd name="connsiteX172-8005" fmla="*/ 3609 w 6642"/>
                    <a:gd name="connsiteY172-8006" fmla="*/ 3563 h 5728"/>
                    <a:gd name="connsiteX173-8007" fmla="*/ 3705 w 6642"/>
                    <a:gd name="connsiteY173-8008" fmla="*/ 3503 h 5728"/>
                    <a:gd name="connsiteX174-8009" fmla="*/ 3702 w 6642"/>
                    <a:gd name="connsiteY174-8010" fmla="*/ 3422 h 5728"/>
                    <a:gd name="connsiteX175-8011" fmla="*/ 3597 w 6642"/>
                    <a:gd name="connsiteY175-8012" fmla="*/ 3317 h 5728"/>
                    <a:gd name="connsiteX176-8013" fmla="*/ 3582 w 6642"/>
                    <a:gd name="connsiteY176-8014" fmla="*/ 3252 h 5728"/>
                    <a:gd name="connsiteX177-8015" fmla="*/ 3692 w 6642"/>
                    <a:gd name="connsiteY177-8016" fmla="*/ 3012 h 5728"/>
                    <a:gd name="connsiteX178-8017" fmla="*/ 3835 w 6642"/>
                    <a:gd name="connsiteY178-8018" fmla="*/ 3094 h 5728"/>
                    <a:gd name="connsiteX179-8019" fmla="*/ 3915 w 6642"/>
                    <a:gd name="connsiteY179-8020" fmla="*/ 3122 h 5728"/>
                    <a:gd name="connsiteX180-8021" fmla="*/ 3998 w 6642"/>
                    <a:gd name="connsiteY180-8022" fmla="*/ 3124 h 5728"/>
                    <a:gd name="connsiteX0-8023" fmla="*/ 5456 w 6642"/>
                    <a:gd name="connsiteY0-8024" fmla="*/ 2333 h 5728"/>
                    <a:gd name="connsiteX1-8025" fmla="*/ 5454 w 6642"/>
                    <a:gd name="connsiteY1-8026" fmla="*/ 2117 h 5728"/>
                    <a:gd name="connsiteX2-8027" fmla="*/ 5378 w 6642"/>
                    <a:gd name="connsiteY2-8028" fmla="*/ 2039 h 5728"/>
                    <a:gd name="connsiteX3-8029" fmla="*/ 5235 w 6642"/>
                    <a:gd name="connsiteY3-8030" fmla="*/ 1951 h 5728"/>
                    <a:gd name="connsiteX4-8031" fmla="*/ 5143 w 6642"/>
                    <a:gd name="connsiteY4-8032" fmla="*/ 1827 h 5728"/>
                    <a:gd name="connsiteX5-8033" fmla="*/ 5047 w 6642"/>
                    <a:gd name="connsiteY5-8034" fmla="*/ 1828 h 5728"/>
                    <a:gd name="connsiteX6-8035" fmla="*/ 5002 w 6642"/>
                    <a:gd name="connsiteY6-8036" fmla="*/ 1883 h 5728"/>
                    <a:gd name="connsiteX7-8037" fmla="*/ 4909 w 6642"/>
                    <a:gd name="connsiteY7-8038" fmla="*/ 1877 h 5728"/>
                    <a:gd name="connsiteX8-8039" fmla="*/ 4889 w 6642"/>
                    <a:gd name="connsiteY8-8040" fmla="*/ 1994 h 5728"/>
                    <a:gd name="connsiteX9-8041" fmla="*/ 4708 w 6642"/>
                    <a:gd name="connsiteY9-8042" fmla="*/ 1941 h 5728"/>
                    <a:gd name="connsiteX10-8043" fmla="*/ 4625 w 6642"/>
                    <a:gd name="connsiteY10-8044" fmla="*/ 1939 h 5728"/>
                    <a:gd name="connsiteX11-8045" fmla="*/ 4500 w 6642"/>
                    <a:gd name="connsiteY11-8046" fmla="*/ 2014 h 5728"/>
                    <a:gd name="connsiteX12-8047" fmla="*/ 4388 w 6642"/>
                    <a:gd name="connsiteY12-8048" fmla="*/ 1890 h 5728"/>
                    <a:gd name="connsiteX13-8049" fmla="*/ 4482 w 6642"/>
                    <a:gd name="connsiteY13-8050" fmla="*/ 1804 h 5728"/>
                    <a:gd name="connsiteX14-8051" fmla="*/ 4486 w 6642"/>
                    <a:gd name="connsiteY14-8052" fmla="*/ 1634 h 5728"/>
                    <a:gd name="connsiteX15-8053" fmla="*/ 4541 w 6642"/>
                    <a:gd name="connsiteY15-8054" fmla="*/ 1514 h 5728"/>
                    <a:gd name="connsiteX16-8055" fmla="*/ 4584 w 6642"/>
                    <a:gd name="connsiteY16-8056" fmla="*/ 1306 h 5728"/>
                    <a:gd name="connsiteX17-8057" fmla="*/ 4644 w 6642"/>
                    <a:gd name="connsiteY17-8058" fmla="*/ 1307 h 5728"/>
                    <a:gd name="connsiteX18-8059" fmla="*/ 4967 w 6642"/>
                    <a:gd name="connsiteY18-8060" fmla="*/ 1286 h 5728"/>
                    <a:gd name="connsiteX19-8061" fmla="*/ 5141 w 6642"/>
                    <a:gd name="connsiteY19-8062" fmla="*/ 1117 h 5728"/>
                    <a:gd name="connsiteX20-8063" fmla="*/ 5210 w 6642"/>
                    <a:gd name="connsiteY20-8064" fmla="*/ 748 h 5728"/>
                    <a:gd name="connsiteX21-8065" fmla="*/ 5320 w 6642"/>
                    <a:gd name="connsiteY21-8066" fmla="*/ 486 h 5728"/>
                    <a:gd name="connsiteX22-8067" fmla="*/ 5318 w 6642"/>
                    <a:gd name="connsiteY22-8068" fmla="*/ 358 h 5728"/>
                    <a:gd name="connsiteX23-8069" fmla="*/ 5305 w 6642"/>
                    <a:gd name="connsiteY23-8070" fmla="*/ 328 h 5728"/>
                    <a:gd name="connsiteX24-8071" fmla="*/ 5238 w 6642"/>
                    <a:gd name="connsiteY24-8072" fmla="*/ 251 h 5728"/>
                    <a:gd name="connsiteX25-8073" fmla="*/ 5178 w 6642"/>
                    <a:gd name="connsiteY25-8074" fmla="*/ 217 h 5728"/>
                    <a:gd name="connsiteX26-8075" fmla="*/ 5303 w 6642"/>
                    <a:gd name="connsiteY26-8076" fmla="*/ 56 h 5728"/>
                    <a:gd name="connsiteX27-8077" fmla="*/ 5476 w 6642"/>
                    <a:gd name="connsiteY27-8078" fmla="*/ 2 h 5728"/>
                    <a:gd name="connsiteX28-8079" fmla="*/ 5508 w 6642"/>
                    <a:gd name="connsiteY28-8080" fmla="*/ 49 h 5728"/>
                    <a:gd name="connsiteX29-8081" fmla="*/ 5498 w 6642"/>
                    <a:gd name="connsiteY29-8082" fmla="*/ 133 h 5728"/>
                    <a:gd name="connsiteX30-8083" fmla="*/ 5437 w 6642"/>
                    <a:gd name="connsiteY30-8084" fmla="*/ 243 h 5728"/>
                    <a:gd name="connsiteX31-8085" fmla="*/ 5507 w 6642"/>
                    <a:gd name="connsiteY31-8086" fmla="*/ 301 h 5728"/>
                    <a:gd name="connsiteX32-8087" fmla="*/ 5621 w 6642"/>
                    <a:gd name="connsiteY32-8088" fmla="*/ 366 h 5728"/>
                    <a:gd name="connsiteX33-8089" fmla="*/ 5641 w 6642"/>
                    <a:gd name="connsiteY33-8090" fmla="*/ 255 h 5728"/>
                    <a:gd name="connsiteX34-8091" fmla="*/ 5775 w 6642"/>
                    <a:gd name="connsiteY34-8092" fmla="*/ 291 h 5728"/>
                    <a:gd name="connsiteX35-8093" fmla="*/ 5800 w 6642"/>
                    <a:gd name="connsiteY35-8094" fmla="*/ 331 h 5728"/>
                    <a:gd name="connsiteX36-8095" fmla="*/ 5876 w 6642"/>
                    <a:gd name="connsiteY36-8096" fmla="*/ 562 h 5728"/>
                    <a:gd name="connsiteX37-8097" fmla="*/ 5911 w 6642"/>
                    <a:gd name="connsiteY37-8098" fmla="*/ 586 h 5728"/>
                    <a:gd name="connsiteX38-8099" fmla="*/ 6003 w 6642"/>
                    <a:gd name="connsiteY38-8100" fmla="*/ 578 h 5728"/>
                    <a:gd name="connsiteX39-8101" fmla="*/ 6263 w 6642"/>
                    <a:gd name="connsiteY39-8102" fmla="*/ 490 h 5728"/>
                    <a:gd name="connsiteX40-8103" fmla="*/ 6483 w 6642"/>
                    <a:gd name="connsiteY40-8104" fmla="*/ 479 h 5728"/>
                    <a:gd name="connsiteX41-8105" fmla="*/ 6543 w 6642"/>
                    <a:gd name="connsiteY41-8106" fmla="*/ 648 h 5728"/>
                    <a:gd name="connsiteX42-8107" fmla="*/ 6461 w 6642"/>
                    <a:gd name="connsiteY42-8108" fmla="*/ 944 h 5728"/>
                    <a:gd name="connsiteX43-8109" fmla="*/ 6461 w 6642"/>
                    <a:gd name="connsiteY43-8110" fmla="*/ 1022 h 5728"/>
                    <a:gd name="connsiteX44-8111" fmla="*/ 6530 w 6642"/>
                    <a:gd name="connsiteY44-8112" fmla="*/ 1168 h 5728"/>
                    <a:gd name="connsiteX45-8113" fmla="*/ 6545 w 6642"/>
                    <a:gd name="connsiteY45-8114" fmla="*/ 1427 h 5728"/>
                    <a:gd name="connsiteX46-8115" fmla="*/ 6547 w 6642"/>
                    <a:gd name="connsiteY46-8116" fmla="*/ 1617 h 5728"/>
                    <a:gd name="connsiteX47-8117" fmla="*/ 6480 w 6642"/>
                    <a:gd name="connsiteY47-8118" fmla="*/ 1625 h 5728"/>
                    <a:gd name="connsiteX48-8119" fmla="*/ 6458 w 6642"/>
                    <a:gd name="connsiteY48-8120" fmla="*/ 1507 h 5728"/>
                    <a:gd name="connsiteX49-8121" fmla="*/ 6423 w 6642"/>
                    <a:gd name="connsiteY49-8122" fmla="*/ 1450 h 5728"/>
                    <a:gd name="connsiteX50-8123" fmla="*/ 6333 w 6642"/>
                    <a:gd name="connsiteY50-8124" fmla="*/ 1582 h 5728"/>
                    <a:gd name="connsiteX51-8125" fmla="*/ 6220 w 6642"/>
                    <a:gd name="connsiteY51-8126" fmla="*/ 1776 h 5728"/>
                    <a:gd name="connsiteX52-8127" fmla="*/ 6101 w 6642"/>
                    <a:gd name="connsiteY52-8128" fmla="*/ 1904 h 5728"/>
                    <a:gd name="connsiteX53-8129" fmla="*/ 6094 w 6642"/>
                    <a:gd name="connsiteY53-8130" fmla="*/ 2018 h 5728"/>
                    <a:gd name="connsiteX54-8131" fmla="*/ 6154 w 6642"/>
                    <a:gd name="connsiteY54-8132" fmla="*/ 2115 h 5728"/>
                    <a:gd name="connsiteX55-8133" fmla="*/ 6256 w 6642"/>
                    <a:gd name="connsiteY55-8134" fmla="*/ 2183 h 5728"/>
                    <a:gd name="connsiteX56-8135" fmla="*/ 6333 w 6642"/>
                    <a:gd name="connsiteY56-8136" fmla="*/ 2178 h 5728"/>
                    <a:gd name="connsiteX57-8137" fmla="*/ 6378 w 6642"/>
                    <a:gd name="connsiteY57-8138" fmla="*/ 2104 h 5728"/>
                    <a:gd name="connsiteX58-8139" fmla="*/ 6412 w 6642"/>
                    <a:gd name="connsiteY58-8140" fmla="*/ 2210 h 5728"/>
                    <a:gd name="connsiteX59-8141" fmla="*/ 6300 w 6642"/>
                    <a:gd name="connsiteY59-8142" fmla="*/ 2249 h 5728"/>
                    <a:gd name="connsiteX60-8143" fmla="*/ 6347 w 6642"/>
                    <a:gd name="connsiteY60-8144" fmla="*/ 2362 h 5728"/>
                    <a:gd name="connsiteX61-8145" fmla="*/ 6212 w 6642"/>
                    <a:gd name="connsiteY61-8146" fmla="*/ 2509 h 5728"/>
                    <a:gd name="connsiteX62-8147" fmla="*/ 6171 w 6642"/>
                    <a:gd name="connsiteY62-8148" fmla="*/ 2498 h 5728"/>
                    <a:gd name="connsiteX63-8149" fmla="*/ 6047 w 6642"/>
                    <a:gd name="connsiteY63-8150" fmla="*/ 2413 h 5728"/>
                    <a:gd name="connsiteX64-8151" fmla="*/ 5992 w 6642"/>
                    <a:gd name="connsiteY64-8152" fmla="*/ 2412 h 5728"/>
                    <a:gd name="connsiteX65-8153" fmla="*/ 5957 w 6642"/>
                    <a:gd name="connsiteY65-8154" fmla="*/ 2480 h 5728"/>
                    <a:gd name="connsiteX66-8155" fmla="*/ 5960 w 6642"/>
                    <a:gd name="connsiteY66-8156" fmla="*/ 2562 h 5728"/>
                    <a:gd name="connsiteX67-8157" fmla="*/ 6138 w 6642"/>
                    <a:gd name="connsiteY67-8158" fmla="*/ 2730 h 5728"/>
                    <a:gd name="connsiteX68-8159" fmla="*/ 6137 w 6642"/>
                    <a:gd name="connsiteY68-8160" fmla="*/ 2844 h 5728"/>
                    <a:gd name="connsiteX69-8161" fmla="*/ 6228 w 6642"/>
                    <a:gd name="connsiteY69-8162" fmla="*/ 3060 h 5728"/>
                    <a:gd name="connsiteX70-8163" fmla="*/ 6254 w 6642"/>
                    <a:gd name="connsiteY70-8164" fmla="*/ 3090 h 5728"/>
                    <a:gd name="connsiteX71-8165" fmla="*/ 6298 w 6642"/>
                    <a:gd name="connsiteY71-8166" fmla="*/ 3094 h 5728"/>
                    <a:gd name="connsiteX72-8167" fmla="*/ 6344 w 6642"/>
                    <a:gd name="connsiteY72-8168" fmla="*/ 3010 h 5728"/>
                    <a:gd name="connsiteX73-8169" fmla="*/ 6424 w 6642"/>
                    <a:gd name="connsiteY73-8170" fmla="*/ 2950 h 5728"/>
                    <a:gd name="connsiteX74-8171" fmla="*/ 6519 w 6642"/>
                    <a:gd name="connsiteY74-8172" fmla="*/ 3126 h 5728"/>
                    <a:gd name="connsiteX75-8173" fmla="*/ 6629 w 6642"/>
                    <a:gd name="connsiteY75-8174" fmla="*/ 3312 h 5728"/>
                    <a:gd name="connsiteX76-8175" fmla="*/ 6642 w 6642"/>
                    <a:gd name="connsiteY76-8176" fmla="*/ 3342 h 5728"/>
                    <a:gd name="connsiteX77-8177" fmla="*/ 6631 w 6642"/>
                    <a:gd name="connsiteY77-8178" fmla="*/ 3518 h 5728"/>
                    <a:gd name="connsiteX78-8179" fmla="*/ 6596 w 6642"/>
                    <a:gd name="connsiteY78-8180" fmla="*/ 3554 h 5728"/>
                    <a:gd name="connsiteX79-8181" fmla="*/ 6507 w 6642"/>
                    <a:gd name="connsiteY79-8182" fmla="*/ 3515 h 5728"/>
                    <a:gd name="connsiteX80-8183" fmla="*/ 6273 w 6642"/>
                    <a:gd name="connsiteY80-8184" fmla="*/ 3644 h 5728"/>
                    <a:gd name="connsiteX81-8185" fmla="*/ 6247 w 6642"/>
                    <a:gd name="connsiteY81-8186" fmla="*/ 3666 h 5728"/>
                    <a:gd name="connsiteX82-8187" fmla="*/ 6067 w 6642"/>
                    <a:gd name="connsiteY82-8188" fmla="*/ 3812 h 5728"/>
                    <a:gd name="connsiteX83-8189" fmla="*/ 5926 w 6642"/>
                    <a:gd name="connsiteY83-8190" fmla="*/ 3926 h 5728"/>
                    <a:gd name="connsiteX84-8191" fmla="*/ 5891 w 6642"/>
                    <a:gd name="connsiteY84-8192" fmla="*/ 3965 h 5728"/>
                    <a:gd name="connsiteX85-8193" fmla="*/ 5839 w 6642"/>
                    <a:gd name="connsiteY85-8194" fmla="*/ 3973 h 5728"/>
                    <a:gd name="connsiteX86-8195" fmla="*/ 5782 w 6642"/>
                    <a:gd name="connsiteY86-8196" fmla="*/ 3916 h 5728"/>
                    <a:gd name="connsiteX87-8197" fmla="*/ 5658 w 6642"/>
                    <a:gd name="connsiteY87-8198" fmla="*/ 3808 h 5728"/>
                    <a:gd name="connsiteX88-8199" fmla="*/ 5682 w 6642"/>
                    <a:gd name="connsiteY88-8200" fmla="*/ 4064 h 5728"/>
                    <a:gd name="connsiteX89-8201" fmla="*/ 5691 w 6642"/>
                    <a:gd name="connsiteY89-8202" fmla="*/ 4192 h 5728"/>
                    <a:gd name="connsiteX90-8203" fmla="*/ 5429 w 6642"/>
                    <a:gd name="connsiteY90-8204" fmla="*/ 4166 h 5728"/>
                    <a:gd name="connsiteX91-8205" fmla="*/ 5347 w 6642"/>
                    <a:gd name="connsiteY91-8206" fmla="*/ 3987 h 5728"/>
                    <a:gd name="connsiteX92-8207" fmla="*/ 5265 w 6642"/>
                    <a:gd name="connsiteY92-8208" fmla="*/ 3802 h 5728"/>
                    <a:gd name="connsiteX93-8209" fmla="*/ 4230 w 6642"/>
                    <a:gd name="connsiteY93-8210" fmla="*/ 4427 h 5728"/>
                    <a:gd name="connsiteX94-8211" fmla="*/ 4290 w 6642"/>
                    <a:gd name="connsiteY94-8212" fmla="*/ 4504 h 5728"/>
                    <a:gd name="connsiteX95-8213" fmla="*/ 4293 w 6642"/>
                    <a:gd name="connsiteY95-8214" fmla="*/ 4556 h 5728"/>
                    <a:gd name="connsiteX96-8215" fmla="*/ 4257 w 6642"/>
                    <a:gd name="connsiteY96-8216" fmla="*/ 4614 h 5728"/>
                    <a:gd name="connsiteX97-8217" fmla="*/ 3992 w 6642"/>
                    <a:gd name="connsiteY97-8218" fmla="*/ 4680 h 5728"/>
                    <a:gd name="connsiteX98-8219" fmla="*/ 3857 w 6642"/>
                    <a:gd name="connsiteY98-8220" fmla="*/ 4739 h 5728"/>
                    <a:gd name="connsiteX99-8221" fmla="*/ 3815 w 6642"/>
                    <a:gd name="connsiteY99-8222" fmla="*/ 4777 h 5728"/>
                    <a:gd name="connsiteX100-8223" fmla="*/ 3616 w 6642"/>
                    <a:gd name="connsiteY100-8224" fmla="*/ 5021 h 5728"/>
                    <a:gd name="connsiteX101-8225" fmla="*/ 3543 w 6642"/>
                    <a:gd name="connsiteY101-8226" fmla="*/ 4970 h 5728"/>
                    <a:gd name="connsiteX102-8227" fmla="*/ 3460 w 6642"/>
                    <a:gd name="connsiteY102-8228" fmla="*/ 4971 h 5728"/>
                    <a:gd name="connsiteX103-8229" fmla="*/ 3424 w 6642"/>
                    <a:gd name="connsiteY103-8230" fmla="*/ 5045 h 5728"/>
                    <a:gd name="connsiteX104-8231" fmla="*/ 3313 w 6642"/>
                    <a:gd name="connsiteY104-8232" fmla="*/ 5000 h 5728"/>
                    <a:gd name="connsiteX105-8233" fmla="*/ 3235 w 6642"/>
                    <a:gd name="connsiteY105-8234" fmla="*/ 5109 h 5728"/>
                    <a:gd name="connsiteX106-8235" fmla="*/ 3013 w 6642"/>
                    <a:gd name="connsiteY106-8236" fmla="*/ 5349 h 5728"/>
                    <a:gd name="connsiteX107-8237" fmla="*/ 2993 w 6642"/>
                    <a:gd name="connsiteY107-8238" fmla="*/ 5516 h 5728"/>
                    <a:gd name="connsiteX108-8239" fmla="*/ 2976 w 6642"/>
                    <a:gd name="connsiteY108-8240" fmla="*/ 5659 h 5728"/>
                    <a:gd name="connsiteX109-8241" fmla="*/ 2960 w 6642"/>
                    <a:gd name="connsiteY109-8242" fmla="*/ 5669 h 5728"/>
                    <a:gd name="connsiteX110-8243" fmla="*/ 2638 w 6642"/>
                    <a:gd name="connsiteY110-8244" fmla="*/ 5621 h 5728"/>
                    <a:gd name="connsiteX111-8245" fmla="*/ 2536 w 6642"/>
                    <a:gd name="connsiteY111-8246" fmla="*/ 5566 h 5728"/>
                    <a:gd name="connsiteX112-8247" fmla="*/ 2482 w 6642"/>
                    <a:gd name="connsiteY112-8248" fmla="*/ 5503 h 5728"/>
                    <a:gd name="connsiteX113-8249" fmla="*/ 2377 w 6642"/>
                    <a:gd name="connsiteY113-8250" fmla="*/ 5477 h 5728"/>
                    <a:gd name="connsiteX114-8251" fmla="*/ 2377 w 6642"/>
                    <a:gd name="connsiteY114-8252" fmla="*/ 5379 h 5728"/>
                    <a:gd name="connsiteX115-8253" fmla="*/ 2481 w 6642"/>
                    <a:gd name="connsiteY115-8254" fmla="*/ 5149 h 5728"/>
                    <a:gd name="connsiteX116-8255" fmla="*/ 2341 w 6642"/>
                    <a:gd name="connsiteY116-8256" fmla="*/ 5070 h 5728"/>
                    <a:gd name="connsiteX117-8257" fmla="*/ 2299 w 6642"/>
                    <a:gd name="connsiteY117-8258" fmla="*/ 5095 h 5728"/>
                    <a:gd name="connsiteX118-8259" fmla="*/ 2209 w 6642"/>
                    <a:gd name="connsiteY118-8260" fmla="*/ 5214 h 5728"/>
                    <a:gd name="connsiteX119-8261" fmla="*/ 2177 w 6642"/>
                    <a:gd name="connsiteY119-8262" fmla="*/ 5276 h 5728"/>
                    <a:gd name="connsiteX120-8263" fmla="*/ 2115 w 6642"/>
                    <a:gd name="connsiteY120-8264" fmla="*/ 5386 h 5728"/>
                    <a:gd name="connsiteX121-8265" fmla="*/ 2121 w 6642"/>
                    <a:gd name="connsiteY121-8266" fmla="*/ 5510 h 5728"/>
                    <a:gd name="connsiteX122-8267" fmla="*/ 2082 w 6642"/>
                    <a:gd name="connsiteY122-8268" fmla="*/ 5558 h 5728"/>
                    <a:gd name="connsiteX123-8269" fmla="*/ 1951 w 6642"/>
                    <a:gd name="connsiteY123-8270" fmla="*/ 5617 h 5728"/>
                    <a:gd name="connsiteX124-8271" fmla="*/ 1785 w 6642"/>
                    <a:gd name="connsiteY124-8272" fmla="*/ 5649 h 5728"/>
                    <a:gd name="connsiteX125-8273" fmla="*/ 1682 w 6642"/>
                    <a:gd name="connsiteY125-8274" fmla="*/ 5728 h 5728"/>
                    <a:gd name="connsiteX126-8275" fmla="*/ 1568 w 6642"/>
                    <a:gd name="connsiteY126-8276" fmla="*/ 5611 h 5728"/>
                    <a:gd name="connsiteX127-8277" fmla="*/ 1508 w 6642"/>
                    <a:gd name="connsiteY127-8278" fmla="*/ 5485 h 5728"/>
                    <a:gd name="connsiteX128-8279" fmla="*/ 1630 w 6642"/>
                    <a:gd name="connsiteY128-8280" fmla="*/ 5242 h 5728"/>
                    <a:gd name="connsiteX129-8281" fmla="*/ 1685 w 6642"/>
                    <a:gd name="connsiteY129-8282" fmla="*/ 5195 h 5728"/>
                    <a:gd name="connsiteX130-8283" fmla="*/ 1730 w 6642"/>
                    <a:gd name="connsiteY130-8284" fmla="*/ 5120 h 5728"/>
                    <a:gd name="connsiteX131-8285" fmla="*/ 1727 w 6642"/>
                    <a:gd name="connsiteY131-8286" fmla="*/ 5071 h 5728"/>
                    <a:gd name="connsiteX132-8287" fmla="*/ 1530 w 6642"/>
                    <a:gd name="connsiteY132-8288" fmla="*/ 5007 h 5728"/>
                    <a:gd name="connsiteX133-8289" fmla="*/ 1459 w 6642"/>
                    <a:gd name="connsiteY133-8290" fmla="*/ 5064 h 5728"/>
                    <a:gd name="connsiteX134-8291" fmla="*/ 1353 w 6642"/>
                    <a:gd name="connsiteY134-8292" fmla="*/ 5111 h 5728"/>
                    <a:gd name="connsiteX135-8293" fmla="*/ 1290 w 6642"/>
                    <a:gd name="connsiteY135-8294" fmla="*/ 5063 h 5728"/>
                    <a:gd name="connsiteX136-8295" fmla="*/ 1052 w 6642"/>
                    <a:gd name="connsiteY136-8296" fmla="*/ 5254 h 5728"/>
                    <a:gd name="connsiteX137-8297" fmla="*/ 924 w 6642"/>
                    <a:gd name="connsiteY137-8298" fmla="*/ 5231 h 5728"/>
                    <a:gd name="connsiteX138-8299" fmla="*/ 813 w 6642"/>
                    <a:gd name="connsiteY138-8300" fmla="*/ 5097 h 5728"/>
                    <a:gd name="connsiteX139-8301" fmla="*/ 683 w 6642"/>
                    <a:gd name="connsiteY139-8302" fmla="*/ 4930 h 5728"/>
                    <a:gd name="connsiteX140-8303" fmla="*/ 572 w 6642"/>
                    <a:gd name="connsiteY140-8304" fmla="*/ 4806 h 5728"/>
                    <a:gd name="connsiteX141-8305" fmla="*/ 505 w 6642"/>
                    <a:gd name="connsiteY141-8306" fmla="*/ 4788 h 5728"/>
                    <a:gd name="connsiteX142-8307" fmla="*/ 640 w 6642"/>
                    <a:gd name="connsiteY142-8308" fmla="*/ 4631 h 5728"/>
                    <a:gd name="connsiteX143-8309" fmla="*/ 683 w 6642"/>
                    <a:gd name="connsiteY143-8310" fmla="*/ 4541 h 5728"/>
                    <a:gd name="connsiteX144-8311" fmla="*/ 651 w 6642"/>
                    <a:gd name="connsiteY144-8312" fmla="*/ 4438 h 5728"/>
                    <a:gd name="connsiteX145-8313" fmla="*/ 277 w 6642"/>
                    <a:gd name="connsiteY145-8314" fmla="*/ 4491 h 5728"/>
                    <a:gd name="connsiteX146-8315" fmla="*/ 187 w 6642"/>
                    <a:gd name="connsiteY146-8316" fmla="*/ 4518 h 5728"/>
                    <a:gd name="connsiteX147-8317" fmla="*/ 195 w 6642"/>
                    <a:gd name="connsiteY147-8318" fmla="*/ 4384 h 5728"/>
                    <a:gd name="connsiteX148-8319" fmla="*/ 147 w 6642"/>
                    <a:gd name="connsiteY148-8320" fmla="*/ 4318 h 5728"/>
                    <a:gd name="connsiteX149-8321" fmla="*/ 39 w 6642"/>
                    <a:gd name="connsiteY149-8322" fmla="*/ 4220 h 5728"/>
                    <a:gd name="connsiteX150-8323" fmla="*/ 75 w 6642"/>
                    <a:gd name="connsiteY150-8324" fmla="*/ 4093 h 5728"/>
                    <a:gd name="connsiteX151-8325" fmla="*/ 63 w 6642"/>
                    <a:gd name="connsiteY151-8326" fmla="*/ 3929 h 5728"/>
                    <a:gd name="connsiteX152-8327" fmla="*/ 0 w 6642"/>
                    <a:gd name="connsiteY152-8328" fmla="*/ 3842 h 5728"/>
                    <a:gd name="connsiteX153-8329" fmla="*/ 0 w 6642"/>
                    <a:gd name="connsiteY153-8330" fmla="*/ 3737 h 5728"/>
                    <a:gd name="connsiteX154-8331" fmla="*/ 303 w 6642"/>
                    <a:gd name="connsiteY154-8332" fmla="*/ 3824 h 5728"/>
                    <a:gd name="connsiteX155-8333" fmla="*/ 830 w 6642"/>
                    <a:gd name="connsiteY155-8334" fmla="*/ 3840 h 5728"/>
                    <a:gd name="connsiteX156-8335" fmla="*/ 1044 w 6642"/>
                    <a:gd name="connsiteY156-8336" fmla="*/ 3908 h 5728"/>
                    <a:gd name="connsiteX157-8337" fmla="*/ 1213 w 6642"/>
                    <a:gd name="connsiteY157-8338" fmla="*/ 4053 h 5728"/>
                    <a:gd name="connsiteX158-8339" fmla="*/ 1257 w 6642"/>
                    <a:gd name="connsiteY158-8340" fmla="*/ 4077 h 5728"/>
                    <a:gd name="connsiteX159-8341" fmla="*/ 1417 w 6642"/>
                    <a:gd name="connsiteY159-8342" fmla="*/ 4107 h 5728"/>
                    <a:gd name="connsiteX160-8343" fmla="*/ 1487 w 6642"/>
                    <a:gd name="connsiteY160-8344" fmla="*/ 4158 h 5728"/>
                    <a:gd name="connsiteX161-8345" fmla="*/ 1688 w 6642"/>
                    <a:gd name="connsiteY161-8346" fmla="*/ 4229 h 5728"/>
                    <a:gd name="connsiteX162-8347" fmla="*/ 1904 w 6642"/>
                    <a:gd name="connsiteY162-8348" fmla="*/ 4309 h 5728"/>
                    <a:gd name="connsiteX163-8349" fmla="*/ 2068 w 6642"/>
                    <a:gd name="connsiteY163-8350" fmla="*/ 4212 h 5728"/>
                    <a:gd name="connsiteX164-8351" fmla="*/ 2267 w 6642"/>
                    <a:gd name="connsiteY164-8352" fmla="*/ 4125 h 5728"/>
                    <a:gd name="connsiteX165-8353" fmla="*/ 2363 w 6642"/>
                    <a:gd name="connsiteY165-8354" fmla="*/ 4075 h 5728"/>
                    <a:gd name="connsiteX166-8355" fmla="*/ 2539 w 6642"/>
                    <a:gd name="connsiteY166-8356" fmla="*/ 3995 h 5728"/>
                    <a:gd name="connsiteX167-8357" fmla="*/ 2721 w 6642"/>
                    <a:gd name="connsiteY167-8358" fmla="*/ 3970 h 5728"/>
                    <a:gd name="connsiteX168-8359" fmla="*/ 3073 w 6642"/>
                    <a:gd name="connsiteY168-8360" fmla="*/ 3979 h 5728"/>
                    <a:gd name="connsiteX169-8361" fmla="*/ 3416 w 6642"/>
                    <a:gd name="connsiteY169-8362" fmla="*/ 3722 h 5728"/>
                    <a:gd name="connsiteX170-8363" fmla="*/ 3519 w 6642"/>
                    <a:gd name="connsiteY170-8364" fmla="*/ 3636 h 5728"/>
                    <a:gd name="connsiteX171-8365" fmla="*/ 3609 w 6642"/>
                    <a:gd name="connsiteY171-8366" fmla="*/ 3563 h 5728"/>
                    <a:gd name="connsiteX172-8367" fmla="*/ 3705 w 6642"/>
                    <a:gd name="connsiteY172-8368" fmla="*/ 3503 h 5728"/>
                    <a:gd name="connsiteX173-8369" fmla="*/ 3702 w 6642"/>
                    <a:gd name="connsiteY173-8370" fmla="*/ 3422 h 5728"/>
                    <a:gd name="connsiteX174-8371" fmla="*/ 3597 w 6642"/>
                    <a:gd name="connsiteY174-8372" fmla="*/ 3317 h 5728"/>
                    <a:gd name="connsiteX175-8373" fmla="*/ 3582 w 6642"/>
                    <a:gd name="connsiteY175-8374" fmla="*/ 3252 h 5728"/>
                    <a:gd name="connsiteX176-8375" fmla="*/ 3692 w 6642"/>
                    <a:gd name="connsiteY176-8376" fmla="*/ 3012 h 5728"/>
                    <a:gd name="connsiteX177-8377" fmla="*/ 3835 w 6642"/>
                    <a:gd name="connsiteY177-8378" fmla="*/ 3094 h 5728"/>
                    <a:gd name="connsiteX178-8379" fmla="*/ 3915 w 6642"/>
                    <a:gd name="connsiteY178-8380" fmla="*/ 3122 h 5728"/>
                    <a:gd name="connsiteX179-8381" fmla="*/ 3998 w 6642"/>
                    <a:gd name="connsiteY179-8382" fmla="*/ 3124 h 5728"/>
                    <a:gd name="connsiteX0-8383" fmla="*/ 5456 w 6642"/>
                    <a:gd name="connsiteY0-8384" fmla="*/ 2333 h 5728"/>
                    <a:gd name="connsiteX1-8385" fmla="*/ 5454 w 6642"/>
                    <a:gd name="connsiteY1-8386" fmla="*/ 2117 h 5728"/>
                    <a:gd name="connsiteX2-8387" fmla="*/ 5378 w 6642"/>
                    <a:gd name="connsiteY2-8388" fmla="*/ 2039 h 5728"/>
                    <a:gd name="connsiteX3-8389" fmla="*/ 5235 w 6642"/>
                    <a:gd name="connsiteY3-8390" fmla="*/ 1951 h 5728"/>
                    <a:gd name="connsiteX4-8391" fmla="*/ 5143 w 6642"/>
                    <a:gd name="connsiteY4-8392" fmla="*/ 1827 h 5728"/>
                    <a:gd name="connsiteX5-8393" fmla="*/ 5047 w 6642"/>
                    <a:gd name="connsiteY5-8394" fmla="*/ 1828 h 5728"/>
                    <a:gd name="connsiteX6-8395" fmla="*/ 5002 w 6642"/>
                    <a:gd name="connsiteY6-8396" fmla="*/ 1883 h 5728"/>
                    <a:gd name="connsiteX7-8397" fmla="*/ 4909 w 6642"/>
                    <a:gd name="connsiteY7-8398" fmla="*/ 1877 h 5728"/>
                    <a:gd name="connsiteX8-8399" fmla="*/ 4889 w 6642"/>
                    <a:gd name="connsiteY8-8400" fmla="*/ 1994 h 5728"/>
                    <a:gd name="connsiteX9-8401" fmla="*/ 4708 w 6642"/>
                    <a:gd name="connsiteY9-8402" fmla="*/ 1941 h 5728"/>
                    <a:gd name="connsiteX10-8403" fmla="*/ 4625 w 6642"/>
                    <a:gd name="connsiteY10-8404" fmla="*/ 1939 h 5728"/>
                    <a:gd name="connsiteX11-8405" fmla="*/ 4500 w 6642"/>
                    <a:gd name="connsiteY11-8406" fmla="*/ 2014 h 5728"/>
                    <a:gd name="connsiteX12-8407" fmla="*/ 4388 w 6642"/>
                    <a:gd name="connsiteY12-8408" fmla="*/ 1890 h 5728"/>
                    <a:gd name="connsiteX13-8409" fmla="*/ 4482 w 6642"/>
                    <a:gd name="connsiteY13-8410" fmla="*/ 1804 h 5728"/>
                    <a:gd name="connsiteX14-8411" fmla="*/ 4486 w 6642"/>
                    <a:gd name="connsiteY14-8412" fmla="*/ 1634 h 5728"/>
                    <a:gd name="connsiteX15-8413" fmla="*/ 4541 w 6642"/>
                    <a:gd name="connsiteY15-8414" fmla="*/ 1514 h 5728"/>
                    <a:gd name="connsiteX16-8415" fmla="*/ 4584 w 6642"/>
                    <a:gd name="connsiteY16-8416" fmla="*/ 1306 h 5728"/>
                    <a:gd name="connsiteX17-8417" fmla="*/ 4644 w 6642"/>
                    <a:gd name="connsiteY17-8418" fmla="*/ 1307 h 5728"/>
                    <a:gd name="connsiteX18-8419" fmla="*/ 4967 w 6642"/>
                    <a:gd name="connsiteY18-8420" fmla="*/ 1286 h 5728"/>
                    <a:gd name="connsiteX19-8421" fmla="*/ 5141 w 6642"/>
                    <a:gd name="connsiteY19-8422" fmla="*/ 1117 h 5728"/>
                    <a:gd name="connsiteX20-8423" fmla="*/ 5210 w 6642"/>
                    <a:gd name="connsiteY20-8424" fmla="*/ 748 h 5728"/>
                    <a:gd name="connsiteX21-8425" fmla="*/ 5320 w 6642"/>
                    <a:gd name="connsiteY21-8426" fmla="*/ 486 h 5728"/>
                    <a:gd name="connsiteX22-8427" fmla="*/ 5318 w 6642"/>
                    <a:gd name="connsiteY22-8428" fmla="*/ 358 h 5728"/>
                    <a:gd name="connsiteX23-8429" fmla="*/ 5305 w 6642"/>
                    <a:gd name="connsiteY23-8430" fmla="*/ 328 h 5728"/>
                    <a:gd name="connsiteX24-8431" fmla="*/ 5238 w 6642"/>
                    <a:gd name="connsiteY24-8432" fmla="*/ 251 h 5728"/>
                    <a:gd name="connsiteX25-8433" fmla="*/ 5178 w 6642"/>
                    <a:gd name="connsiteY25-8434" fmla="*/ 217 h 5728"/>
                    <a:gd name="connsiteX26-8435" fmla="*/ 5303 w 6642"/>
                    <a:gd name="connsiteY26-8436" fmla="*/ 56 h 5728"/>
                    <a:gd name="connsiteX27-8437" fmla="*/ 5476 w 6642"/>
                    <a:gd name="connsiteY27-8438" fmla="*/ 2 h 5728"/>
                    <a:gd name="connsiteX28-8439" fmla="*/ 5508 w 6642"/>
                    <a:gd name="connsiteY28-8440" fmla="*/ 49 h 5728"/>
                    <a:gd name="connsiteX29-8441" fmla="*/ 5498 w 6642"/>
                    <a:gd name="connsiteY29-8442" fmla="*/ 133 h 5728"/>
                    <a:gd name="connsiteX30-8443" fmla="*/ 5437 w 6642"/>
                    <a:gd name="connsiteY30-8444" fmla="*/ 243 h 5728"/>
                    <a:gd name="connsiteX31-8445" fmla="*/ 5507 w 6642"/>
                    <a:gd name="connsiteY31-8446" fmla="*/ 301 h 5728"/>
                    <a:gd name="connsiteX32-8447" fmla="*/ 5621 w 6642"/>
                    <a:gd name="connsiteY32-8448" fmla="*/ 366 h 5728"/>
                    <a:gd name="connsiteX33-8449" fmla="*/ 5641 w 6642"/>
                    <a:gd name="connsiteY33-8450" fmla="*/ 255 h 5728"/>
                    <a:gd name="connsiteX34-8451" fmla="*/ 5775 w 6642"/>
                    <a:gd name="connsiteY34-8452" fmla="*/ 291 h 5728"/>
                    <a:gd name="connsiteX35-8453" fmla="*/ 5800 w 6642"/>
                    <a:gd name="connsiteY35-8454" fmla="*/ 331 h 5728"/>
                    <a:gd name="connsiteX36-8455" fmla="*/ 5876 w 6642"/>
                    <a:gd name="connsiteY36-8456" fmla="*/ 562 h 5728"/>
                    <a:gd name="connsiteX37-8457" fmla="*/ 5911 w 6642"/>
                    <a:gd name="connsiteY37-8458" fmla="*/ 586 h 5728"/>
                    <a:gd name="connsiteX38-8459" fmla="*/ 6003 w 6642"/>
                    <a:gd name="connsiteY38-8460" fmla="*/ 578 h 5728"/>
                    <a:gd name="connsiteX39-8461" fmla="*/ 6263 w 6642"/>
                    <a:gd name="connsiteY39-8462" fmla="*/ 490 h 5728"/>
                    <a:gd name="connsiteX40-8463" fmla="*/ 6483 w 6642"/>
                    <a:gd name="connsiteY40-8464" fmla="*/ 479 h 5728"/>
                    <a:gd name="connsiteX41-8465" fmla="*/ 6543 w 6642"/>
                    <a:gd name="connsiteY41-8466" fmla="*/ 648 h 5728"/>
                    <a:gd name="connsiteX42-8467" fmla="*/ 6461 w 6642"/>
                    <a:gd name="connsiteY42-8468" fmla="*/ 944 h 5728"/>
                    <a:gd name="connsiteX43-8469" fmla="*/ 6461 w 6642"/>
                    <a:gd name="connsiteY43-8470" fmla="*/ 1022 h 5728"/>
                    <a:gd name="connsiteX44-8471" fmla="*/ 6530 w 6642"/>
                    <a:gd name="connsiteY44-8472" fmla="*/ 1168 h 5728"/>
                    <a:gd name="connsiteX45-8473" fmla="*/ 6545 w 6642"/>
                    <a:gd name="connsiteY45-8474" fmla="*/ 1427 h 5728"/>
                    <a:gd name="connsiteX46-8475" fmla="*/ 6547 w 6642"/>
                    <a:gd name="connsiteY46-8476" fmla="*/ 1617 h 5728"/>
                    <a:gd name="connsiteX47-8477" fmla="*/ 6480 w 6642"/>
                    <a:gd name="connsiteY47-8478" fmla="*/ 1625 h 5728"/>
                    <a:gd name="connsiteX48-8479" fmla="*/ 6458 w 6642"/>
                    <a:gd name="connsiteY48-8480" fmla="*/ 1507 h 5728"/>
                    <a:gd name="connsiteX49-8481" fmla="*/ 6423 w 6642"/>
                    <a:gd name="connsiteY49-8482" fmla="*/ 1450 h 5728"/>
                    <a:gd name="connsiteX50-8483" fmla="*/ 6333 w 6642"/>
                    <a:gd name="connsiteY50-8484" fmla="*/ 1582 h 5728"/>
                    <a:gd name="connsiteX51-8485" fmla="*/ 6220 w 6642"/>
                    <a:gd name="connsiteY51-8486" fmla="*/ 1776 h 5728"/>
                    <a:gd name="connsiteX52-8487" fmla="*/ 6101 w 6642"/>
                    <a:gd name="connsiteY52-8488" fmla="*/ 1904 h 5728"/>
                    <a:gd name="connsiteX53-8489" fmla="*/ 6094 w 6642"/>
                    <a:gd name="connsiteY53-8490" fmla="*/ 2018 h 5728"/>
                    <a:gd name="connsiteX54-8491" fmla="*/ 6154 w 6642"/>
                    <a:gd name="connsiteY54-8492" fmla="*/ 2115 h 5728"/>
                    <a:gd name="connsiteX55-8493" fmla="*/ 6256 w 6642"/>
                    <a:gd name="connsiteY55-8494" fmla="*/ 2183 h 5728"/>
                    <a:gd name="connsiteX56-8495" fmla="*/ 6333 w 6642"/>
                    <a:gd name="connsiteY56-8496" fmla="*/ 2178 h 5728"/>
                    <a:gd name="connsiteX57-8497" fmla="*/ 6378 w 6642"/>
                    <a:gd name="connsiteY57-8498" fmla="*/ 2104 h 5728"/>
                    <a:gd name="connsiteX58-8499" fmla="*/ 6412 w 6642"/>
                    <a:gd name="connsiteY58-8500" fmla="*/ 2210 h 5728"/>
                    <a:gd name="connsiteX59-8501" fmla="*/ 6300 w 6642"/>
                    <a:gd name="connsiteY59-8502" fmla="*/ 2249 h 5728"/>
                    <a:gd name="connsiteX60-8503" fmla="*/ 6347 w 6642"/>
                    <a:gd name="connsiteY60-8504" fmla="*/ 2362 h 5728"/>
                    <a:gd name="connsiteX61-8505" fmla="*/ 6212 w 6642"/>
                    <a:gd name="connsiteY61-8506" fmla="*/ 2509 h 5728"/>
                    <a:gd name="connsiteX62-8507" fmla="*/ 6171 w 6642"/>
                    <a:gd name="connsiteY62-8508" fmla="*/ 2498 h 5728"/>
                    <a:gd name="connsiteX63-8509" fmla="*/ 6047 w 6642"/>
                    <a:gd name="connsiteY63-8510" fmla="*/ 2413 h 5728"/>
                    <a:gd name="connsiteX64-8511" fmla="*/ 5992 w 6642"/>
                    <a:gd name="connsiteY64-8512" fmla="*/ 2412 h 5728"/>
                    <a:gd name="connsiteX65-8513" fmla="*/ 5957 w 6642"/>
                    <a:gd name="connsiteY65-8514" fmla="*/ 2480 h 5728"/>
                    <a:gd name="connsiteX66-8515" fmla="*/ 5960 w 6642"/>
                    <a:gd name="connsiteY66-8516" fmla="*/ 2562 h 5728"/>
                    <a:gd name="connsiteX67-8517" fmla="*/ 6138 w 6642"/>
                    <a:gd name="connsiteY67-8518" fmla="*/ 2730 h 5728"/>
                    <a:gd name="connsiteX68-8519" fmla="*/ 6137 w 6642"/>
                    <a:gd name="connsiteY68-8520" fmla="*/ 2844 h 5728"/>
                    <a:gd name="connsiteX69-8521" fmla="*/ 6228 w 6642"/>
                    <a:gd name="connsiteY69-8522" fmla="*/ 3060 h 5728"/>
                    <a:gd name="connsiteX70-8523" fmla="*/ 6254 w 6642"/>
                    <a:gd name="connsiteY70-8524" fmla="*/ 3090 h 5728"/>
                    <a:gd name="connsiteX71-8525" fmla="*/ 6298 w 6642"/>
                    <a:gd name="connsiteY71-8526" fmla="*/ 3094 h 5728"/>
                    <a:gd name="connsiteX72-8527" fmla="*/ 6344 w 6642"/>
                    <a:gd name="connsiteY72-8528" fmla="*/ 3010 h 5728"/>
                    <a:gd name="connsiteX73-8529" fmla="*/ 6424 w 6642"/>
                    <a:gd name="connsiteY73-8530" fmla="*/ 2950 h 5728"/>
                    <a:gd name="connsiteX74-8531" fmla="*/ 6519 w 6642"/>
                    <a:gd name="connsiteY74-8532" fmla="*/ 3126 h 5728"/>
                    <a:gd name="connsiteX75-8533" fmla="*/ 6629 w 6642"/>
                    <a:gd name="connsiteY75-8534" fmla="*/ 3312 h 5728"/>
                    <a:gd name="connsiteX76-8535" fmla="*/ 6642 w 6642"/>
                    <a:gd name="connsiteY76-8536" fmla="*/ 3342 h 5728"/>
                    <a:gd name="connsiteX77-8537" fmla="*/ 6631 w 6642"/>
                    <a:gd name="connsiteY77-8538" fmla="*/ 3518 h 5728"/>
                    <a:gd name="connsiteX78-8539" fmla="*/ 6596 w 6642"/>
                    <a:gd name="connsiteY78-8540" fmla="*/ 3554 h 5728"/>
                    <a:gd name="connsiteX79-8541" fmla="*/ 6507 w 6642"/>
                    <a:gd name="connsiteY79-8542" fmla="*/ 3515 h 5728"/>
                    <a:gd name="connsiteX80-8543" fmla="*/ 6273 w 6642"/>
                    <a:gd name="connsiteY80-8544" fmla="*/ 3644 h 5728"/>
                    <a:gd name="connsiteX81-8545" fmla="*/ 6247 w 6642"/>
                    <a:gd name="connsiteY81-8546" fmla="*/ 3666 h 5728"/>
                    <a:gd name="connsiteX82-8547" fmla="*/ 6067 w 6642"/>
                    <a:gd name="connsiteY82-8548" fmla="*/ 3812 h 5728"/>
                    <a:gd name="connsiteX83-8549" fmla="*/ 5926 w 6642"/>
                    <a:gd name="connsiteY83-8550" fmla="*/ 3926 h 5728"/>
                    <a:gd name="connsiteX84-8551" fmla="*/ 5891 w 6642"/>
                    <a:gd name="connsiteY84-8552" fmla="*/ 3965 h 5728"/>
                    <a:gd name="connsiteX85-8553" fmla="*/ 5839 w 6642"/>
                    <a:gd name="connsiteY85-8554" fmla="*/ 3973 h 5728"/>
                    <a:gd name="connsiteX86-8555" fmla="*/ 5782 w 6642"/>
                    <a:gd name="connsiteY86-8556" fmla="*/ 3916 h 5728"/>
                    <a:gd name="connsiteX87-8557" fmla="*/ 5658 w 6642"/>
                    <a:gd name="connsiteY87-8558" fmla="*/ 3808 h 5728"/>
                    <a:gd name="connsiteX88-8559" fmla="*/ 5682 w 6642"/>
                    <a:gd name="connsiteY88-8560" fmla="*/ 4064 h 5728"/>
                    <a:gd name="connsiteX89-8561" fmla="*/ 5691 w 6642"/>
                    <a:gd name="connsiteY89-8562" fmla="*/ 4192 h 5728"/>
                    <a:gd name="connsiteX90-8563" fmla="*/ 5429 w 6642"/>
                    <a:gd name="connsiteY90-8564" fmla="*/ 4166 h 5728"/>
                    <a:gd name="connsiteX91-8565" fmla="*/ 5347 w 6642"/>
                    <a:gd name="connsiteY91-8566" fmla="*/ 3987 h 5728"/>
                    <a:gd name="connsiteX92-8567" fmla="*/ 5265 w 6642"/>
                    <a:gd name="connsiteY92-8568" fmla="*/ 3802 h 5728"/>
                    <a:gd name="connsiteX93-8569" fmla="*/ 4290 w 6642"/>
                    <a:gd name="connsiteY93-8570" fmla="*/ 4504 h 5728"/>
                    <a:gd name="connsiteX94-8571" fmla="*/ 4293 w 6642"/>
                    <a:gd name="connsiteY94-8572" fmla="*/ 4556 h 5728"/>
                    <a:gd name="connsiteX95-8573" fmla="*/ 4257 w 6642"/>
                    <a:gd name="connsiteY95-8574" fmla="*/ 4614 h 5728"/>
                    <a:gd name="connsiteX96-8575" fmla="*/ 3992 w 6642"/>
                    <a:gd name="connsiteY96-8576" fmla="*/ 4680 h 5728"/>
                    <a:gd name="connsiteX97-8577" fmla="*/ 3857 w 6642"/>
                    <a:gd name="connsiteY97-8578" fmla="*/ 4739 h 5728"/>
                    <a:gd name="connsiteX98-8579" fmla="*/ 3815 w 6642"/>
                    <a:gd name="connsiteY98-8580" fmla="*/ 4777 h 5728"/>
                    <a:gd name="connsiteX99-8581" fmla="*/ 3616 w 6642"/>
                    <a:gd name="connsiteY99-8582" fmla="*/ 5021 h 5728"/>
                    <a:gd name="connsiteX100-8583" fmla="*/ 3543 w 6642"/>
                    <a:gd name="connsiteY100-8584" fmla="*/ 4970 h 5728"/>
                    <a:gd name="connsiteX101-8585" fmla="*/ 3460 w 6642"/>
                    <a:gd name="connsiteY101-8586" fmla="*/ 4971 h 5728"/>
                    <a:gd name="connsiteX102-8587" fmla="*/ 3424 w 6642"/>
                    <a:gd name="connsiteY102-8588" fmla="*/ 5045 h 5728"/>
                    <a:gd name="connsiteX103-8589" fmla="*/ 3313 w 6642"/>
                    <a:gd name="connsiteY103-8590" fmla="*/ 5000 h 5728"/>
                    <a:gd name="connsiteX104-8591" fmla="*/ 3235 w 6642"/>
                    <a:gd name="connsiteY104-8592" fmla="*/ 5109 h 5728"/>
                    <a:gd name="connsiteX105-8593" fmla="*/ 3013 w 6642"/>
                    <a:gd name="connsiteY105-8594" fmla="*/ 5349 h 5728"/>
                    <a:gd name="connsiteX106-8595" fmla="*/ 2993 w 6642"/>
                    <a:gd name="connsiteY106-8596" fmla="*/ 5516 h 5728"/>
                    <a:gd name="connsiteX107-8597" fmla="*/ 2976 w 6642"/>
                    <a:gd name="connsiteY107-8598" fmla="*/ 5659 h 5728"/>
                    <a:gd name="connsiteX108-8599" fmla="*/ 2960 w 6642"/>
                    <a:gd name="connsiteY108-8600" fmla="*/ 5669 h 5728"/>
                    <a:gd name="connsiteX109-8601" fmla="*/ 2638 w 6642"/>
                    <a:gd name="connsiteY109-8602" fmla="*/ 5621 h 5728"/>
                    <a:gd name="connsiteX110-8603" fmla="*/ 2536 w 6642"/>
                    <a:gd name="connsiteY110-8604" fmla="*/ 5566 h 5728"/>
                    <a:gd name="connsiteX111-8605" fmla="*/ 2482 w 6642"/>
                    <a:gd name="connsiteY111-8606" fmla="*/ 5503 h 5728"/>
                    <a:gd name="connsiteX112-8607" fmla="*/ 2377 w 6642"/>
                    <a:gd name="connsiteY112-8608" fmla="*/ 5477 h 5728"/>
                    <a:gd name="connsiteX113-8609" fmla="*/ 2377 w 6642"/>
                    <a:gd name="connsiteY113-8610" fmla="*/ 5379 h 5728"/>
                    <a:gd name="connsiteX114-8611" fmla="*/ 2481 w 6642"/>
                    <a:gd name="connsiteY114-8612" fmla="*/ 5149 h 5728"/>
                    <a:gd name="connsiteX115-8613" fmla="*/ 2341 w 6642"/>
                    <a:gd name="connsiteY115-8614" fmla="*/ 5070 h 5728"/>
                    <a:gd name="connsiteX116-8615" fmla="*/ 2299 w 6642"/>
                    <a:gd name="connsiteY116-8616" fmla="*/ 5095 h 5728"/>
                    <a:gd name="connsiteX117-8617" fmla="*/ 2209 w 6642"/>
                    <a:gd name="connsiteY117-8618" fmla="*/ 5214 h 5728"/>
                    <a:gd name="connsiteX118-8619" fmla="*/ 2177 w 6642"/>
                    <a:gd name="connsiteY118-8620" fmla="*/ 5276 h 5728"/>
                    <a:gd name="connsiteX119-8621" fmla="*/ 2115 w 6642"/>
                    <a:gd name="connsiteY119-8622" fmla="*/ 5386 h 5728"/>
                    <a:gd name="connsiteX120-8623" fmla="*/ 2121 w 6642"/>
                    <a:gd name="connsiteY120-8624" fmla="*/ 5510 h 5728"/>
                    <a:gd name="connsiteX121-8625" fmla="*/ 2082 w 6642"/>
                    <a:gd name="connsiteY121-8626" fmla="*/ 5558 h 5728"/>
                    <a:gd name="connsiteX122-8627" fmla="*/ 1951 w 6642"/>
                    <a:gd name="connsiteY122-8628" fmla="*/ 5617 h 5728"/>
                    <a:gd name="connsiteX123-8629" fmla="*/ 1785 w 6642"/>
                    <a:gd name="connsiteY123-8630" fmla="*/ 5649 h 5728"/>
                    <a:gd name="connsiteX124-8631" fmla="*/ 1682 w 6642"/>
                    <a:gd name="connsiteY124-8632" fmla="*/ 5728 h 5728"/>
                    <a:gd name="connsiteX125-8633" fmla="*/ 1568 w 6642"/>
                    <a:gd name="connsiteY125-8634" fmla="*/ 5611 h 5728"/>
                    <a:gd name="connsiteX126-8635" fmla="*/ 1508 w 6642"/>
                    <a:gd name="connsiteY126-8636" fmla="*/ 5485 h 5728"/>
                    <a:gd name="connsiteX127-8637" fmla="*/ 1630 w 6642"/>
                    <a:gd name="connsiteY127-8638" fmla="*/ 5242 h 5728"/>
                    <a:gd name="connsiteX128-8639" fmla="*/ 1685 w 6642"/>
                    <a:gd name="connsiteY128-8640" fmla="*/ 5195 h 5728"/>
                    <a:gd name="connsiteX129-8641" fmla="*/ 1730 w 6642"/>
                    <a:gd name="connsiteY129-8642" fmla="*/ 5120 h 5728"/>
                    <a:gd name="connsiteX130-8643" fmla="*/ 1727 w 6642"/>
                    <a:gd name="connsiteY130-8644" fmla="*/ 5071 h 5728"/>
                    <a:gd name="connsiteX131-8645" fmla="*/ 1530 w 6642"/>
                    <a:gd name="connsiteY131-8646" fmla="*/ 5007 h 5728"/>
                    <a:gd name="connsiteX132-8647" fmla="*/ 1459 w 6642"/>
                    <a:gd name="connsiteY132-8648" fmla="*/ 5064 h 5728"/>
                    <a:gd name="connsiteX133-8649" fmla="*/ 1353 w 6642"/>
                    <a:gd name="connsiteY133-8650" fmla="*/ 5111 h 5728"/>
                    <a:gd name="connsiteX134-8651" fmla="*/ 1290 w 6642"/>
                    <a:gd name="connsiteY134-8652" fmla="*/ 5063 h 5728"/>
                    <a:gd name="connsiteX135-8653" fmla="*/ 1052 w 6642"/>
                    <a:gd name="connsiteY135-8654" fmla="*/ 5254 h 5728"/>
                    <a:gd name="connsiteX136-8655" fmla="*/ 924 w 6642"/>
                    <a:gd name="connsiteY136-8656" fmla="*/ 5231 h 5728"/>
                    <a:gd name="connsiteX137-8657" fmla="*/ 813 w 6642"/>
                    <a:gd name="connsiteY137-8658" fmla="*/ 5097 h 5728"/>
                    <a:gd name="connsiteX138-8659" fmla="*/ 683 w 6642"/>
                    <a:gd name="connsiteY138-8660" fmla="*/ 4930 h 5728"/>
                    <a:gd name="connsiteX139-8661" fmla="*/ 572 w 6642"/>
                    <a:gd name="connsiteY139-8662" fmla="*/ 4806 h 5728"/>
                    <a:gd name="connsiteX140-8663" fmla="*/ 505 w 6642"/>
                    <a:gd name="connsiteY140-8664" fmla="*/ 4788 h 5728"/>
                    <a:gd name="connsiteX141-8665" fmla="*/ 640 w 6642"/>
                    <a:gd name="connsiteY141-8666" fmla="*/ 4631 h 5728"/>
                    <a:gd name="connsiteX142-8667" fmla="*/ 683 w 6642"/>
                    <a:gd name="connsiteY142-8668" fmla="*/ 4541 h 5728"/>
                    <a:gd name="connsiteX143-8669" fmla="*/ 651 w 6642"/>
                    <a:gd name="connsiteY143-8670" fmla="*/ 4438 h 5728"/>
                    <a:gd name="connsiteX144-8671" fmla="*/ 277 w 6642"/>
                    <a:gd name="connsiteY144-8672" fmla="*/ 4491 h 5728"/>
                    <a:gd name="connsiteX145-8673" fmla="*/ 187 w 6642"/>
                    <a:gd name="connsiteY145-8674" fmla="*/ 4518 h 5728"/>
                    <a:gd name="connsiteX146-8675" fmla="*/ 195 w 6642"/>
                    <a:gd name="connsiteY146-8676" fmla="*/ 4384 h 5728"/>
                    <a:gd name="connsiteX147-8677" fmla="*/ 147 w 6642"/>
                    <a:gd name="connsiteY147-8678" fmla="*/ 4318 h 5728"/>
                    <a:gd name="connsiteX148-8679" fmla="*/ 39 w 6642"/>
                    <a:gd name="connsiteY148-8680" fmla="*/ 4220 h 5728"/>
                    <a:gd name="connsiteX149-8681" fmla="*/ 75 w 6642"/>
                    <a:gd name="connsiteY149-8682" fmla="*/ 4093 h 5728"/>
                    <a:gd name="connsiteX150-8683" fmla="*/ 63 w 6642"/>
                    <a:gd name="connsiteY150-8684" fmla="*/ 3929 h 5728"/>
                    <a:gd name="connsiteX151-8685" fmla="*/ 0 w 6642"/>
                    <a:gd name="connsiteY151-8686" fmla="*/ 3842 h 5728"/>
                    <a:gd name="connsiteX152-8687" fmla="*/ 0 w 6642"/>
                    <a:gd name="connsiteY152-8688" fmla="*/ 3737 h 5728"/>
                    <a:gd name="connsiteX153-8689" fmla="*/ 303 w 6642"/>
                    <a:gd name="connsiteY153-8690" fmla="*/ 3824 h 5728"/>
                    <a:gd name="connsiteX154-8691" fmla="*/ 830 w 6642"/>
                    <a:gd name="connsiteY154-8692" fmla="*/ 3840 h 5728"/>
                    <a:gd name="connsiteX155-8693" fmla="*/ 1044 w 6642"/>
                    <a:gd name="connsiteY155-8694" fmla="*/ 3908 h 5728"/>
                    <a:gd name="connsiteX156-8695" fmla="*/ 1213 w 6642"/>
                    <a:gd name="connsiteY156-8696" fmla="*/ 4053 h 5728"/>
                    <a:gd name="connsiteX157-8697" fmla="*/ 1257 w 6642"/>
                    <a:gd name="connsiteY157-8698" fmla="*/ 4077 h 5728"/>
                    <a:gd name="connsiteX158-8699" fmla="*/ 1417 w 6642"/>
                    <a:gd name="connsiteY158-8700" fmla="*/ 4107 h 5728"/>
                    <a:gd name="connsiteX159-8701" fmla="*/ 1487 w 6642"/>
                    <a:gd name="connsiteY159-8702" fmla="*/ 4158 h 5728"/>
                    <a:gd name="connsiteX160-8703" fmla="*/ 1688 w 6642"/>
                    <a:gd name="connsiteY160-8704" fmla="*/ 4229 h 5728"/>
                    <a:gd name="connsiteX161-8705" fmla="*/ 1904 w 6642"/>
                    <a:gd name="connsiteY161-8706" fmla="*/ 4309 h 5728"/>
                    <a:gd name="connsiteX162-8707" fmla="*/ 2068 w 6642"/>
                    <a:gd name="connsiteY162-8708" fmla="*/ 4212 h 5728"/>
                    <a:gd name="connsiteX163-8709" fmla="*/ 2267 w 6642"/>
                    <a:gd name="connsiteY163-8710" fmla="*/ 4125 h 5728"/>
                    <a:gd name="connsiteX164-8711" fmla="*/ 2363 w 6642"/>
                    <a:gd name="connsiteY164-8712" fmla="*/ 4075 h 5728"/>
                    <a:gd name="connsiteX165-8713" fmla="*/ 2539 w 6642"/>
                    <a:gd name="connsiteY165-8714" fmla="*/ 3995 h 5728"/>
                    <a:gd name="connsiteX166-8715" fmla="*/ 2721 w 6642"/>
                    <a:gd name="connsiteY166-8716" fmla="*/ 3970 h 5728"/>
                    <a:gd name="connsiteX167-8717" fmla="*/ 3073 w 6642"/>
                    <a:gd name="connsiteY167-8718" fmla="*/ 3979 h 5728"/>
                    <a:gd name="connsiteX168-8719" fmla="*/ 3416 w 6642"/>
                    <a:gd name="connsiteY168-8720" fmla="*/ 3722 h 5728"/>
                    <a:gd name="connsiteX169-8721" fmla="*/ 3519 w 6642"/>
                    <a:gd name="connsiteY169-8722" fmla="*/ 3636 h 5728"/>
                    <a:gd name="connsiteX170-8723" fmla="*/ 3609 w 6642"/>
                    <a:gd name="connsiteY170-8724" fmla="*/ 3563 h 5728"/>
                    <a:gd name="connsiteX171-8725" fmla="*/ 3705 w 6642"/>
                    <a:gd name="connsiteY171-8726" fmla="*/ 3503 h 5728"/>
                    <a:gd name="connsiteX172-8727" fmla="*/ 3702 w 6642"/>
                    <a:gd name="connsiteY172-8728" fmla="*/ 3422 h 5728"/>
                    <a:gd name="connsiteX173-8729" fmla="*/ 3597 w 6642"/>
                    <a:gd name="connsiteY173-8730" fmla="*/ 3317 h 5728"/>
                    <a:gd name="connsiteX174-8731" fmla="*/ 3582 w 6642"/>
                    <a:gd name="connsiteY174-8732" fmla="*/ 3252 h 5728"/>
                    <a:gd name="connsiteX175-8733" fmla="*/ 3692 w 6642"/>
                    <a:gd name="connsiteY175-8734" fmla="*/ 3012 h 5728"/>
                    <a:gd name="connsiteX176-8735" fmla="*/ 3835 w 6642"/>
                    <a:gd name="connsiteY176-8736" fmla="*/ 3094 h 5728"/>
                    <a:gd name="connsiteX177-8737" fmla="*/ 3915 w 6642"/>
                    <a:gd name="connsiteY177-8738" fmla="*/ 3122 h 5728"/>
                    <a:gd name="connsiteX178-8739" fmla="*/ 3998 w 6642"/>
                    <a:gd name="connsiteY178-8740" fmla="*/ 3124 h 5728"/>
                    <a:gd name="connsiteX0-8741" fmla="*/ 5456 w 6642"/>
                    <a:gd name="connsiteY0-8742" fmla="*/ 2333 h 5728"/>
                    <a:gd name="connsiteX1-8743" fmla="*/ 5454 w 6642"/>
                    <a:gd name="connsiteY1-8744" fmla="*/ 2117 h 5728"/>
                    <a:gd name="connsiteX2-8745" fmla="*/ 5378 w 6642"/>
                    <a:gd name="connsiteY2-8746" fmla="*/ 2039 h 5728"/>
                    <a:gd name="connsiteX3-8747" fmla="*/ 5235 w 6642"/>
                    <a:gd name="connsiteY3-8748" fmla="*/ 1951 h 5728"/>
                    <a:gd name="connsiteX4-8749" fmla="*/ 5143 w 6642"/>
                    <a:gd name="connsiteY4-8750" fmla="*/ 1827 h 5728"/>
                    <a:gd name="connsiteX5-8751" fmla="*/ 5047 w 6642"/>
                    <a:gd name="connsiteY5-8752" fmla="*/ 1828 h 5728"/>
                    <a:gd name="connsiteX6-8753" fmla="*/ 5002 w 6642"/>
                    <a:gd name="connsiteY6-8754" fmla="*/ 1883 h 5728"/>
                    <a:gd name="connsiteX7-8755" fmla="*/ 4909 w 6642"/>
                    <a:gd name="connsiteY7-8756" fmla="*/ 1877 h 5728"/>
                    <a:gd name="connsiteX8-8757" fmla="*/ 4889 w 6642"/>
                    <a:gd name="connsiteY8-8758" fmla="*/ 1994 h 5728"/>
                    <a:gd name="connsiteX9-8759" fmla="*/ 4708 w 6642"/>
                    <a:gd name="connsiteY9-8760" fmla="*/ 1941 h 5728"/>
                    <a:gd name="connsiteX10-8761" fmla="*/ 4625 w 6642"/>
                    <a:gd name="connsiteY10-8762" fmla="*/ 1939 h 5728"/>
                    <a:gd name="connsiteX11-8763" fmla="*/ 4500 w 6642"/>
                    <a:gd name="connsiteY11-8764" fmla="*/ 2014 h 5728"/>
                    <a:gd name="connsiteX12-8765" fmla="*/ 4388 w 6642"/>
                    <a:gd name="connsiteY12-8766" fmla="*/ 1890 h 5728"/>
                    <a:gd name="connsiteX13-8767" fmla="*/ 4482 w 6642"/>
                    <a:gd name="connsiteY13-8768" fmla="*/ 1804 h 5728"/>
                    <a:gd name="connsiteX14-8769" fmla="*/ 4486 w 6642"/>
                    <a:gd name="connsiteY14-8770" fmla="*/ 1634 h 5728"/>
                    <a:gd name="connsiteX15-8771" fmla="*/ 4541 w 6642"/>
                    <a:gd name="connsiteY15-8772" fmla="*/ 1514 h 5728"/>
                    <a:gd name="connsiteX16-8773" fmla="*/ 4584 w 6642"/>
                    <a:gd name="connsiteY16-8774" fmla="*/ 1306 h 5728"/>
                    <a:gd name="connsiteX17-8775" fmla="*/ 4644 w 6642"/>
                    <a:gd name="connsiteY17-8776" fmla="*/ 1307 h 5728"/>
                    <a:gd name="connsiteX18-8777" fmla="*/ 4967 w 6642"/>
                    <a:gd name="connsiteY18-8778" fmla="*/ 1286 h 5728"/>
                    <a:gd name="connsiteX19-8779" fmla="*/ 5141 w 6642"/>
                    <a:gd name="connsiteY19-8780" fmla="*/ 1117 h 5728"/>
                    <a:gd name="connsiteX20-8781" fmla="*/ 5210 w 6642"/>
                    <a:gd name="connsiteY20-8782" fmla="*/ 748 h 5728"/>
                    <a:gd name="connsiteX21-8783" fmla="*/ 5320 w 6642"/>
                    <a:gd name="connsiteY21-8784" fmla="*/ 486 h 5728"/>
                    <a:gd name="connsiteX22-8785" fmla="*/ 5318 w 6642"/>
                    <a:gd name="connsiteY22-8786" fmla="*/ 358 h 5728"/>
                    <a:gd name="connsiteX23-8787" fmla="*/ 5305 w 6642"/>
                    <a:gd name="connsiteY23-8788" fmla="*/ 328 h 5728"/>
                    <a:gd name="connsiteX24-8789" fmla="*/ 5238 w 6642"/>
                    <a:gd name="connsiteY24-8790" fmla="*/ 251 h 5728"/>
                    <a:gd name="connsiteX25-8791" fmla="*/ 5178 w 6642"/>
                    <a:gd name="connsiteY25-8792" fmla="*/ 217 h 5728"/>
                    <a:gd name="connsiteX26-8793" fmla="*/ 5303 w 6642"/>
                    <a:gd name="connsiteY26-8794" fmla="*/ 56 h 5728"/>
                    <a:gd name="connsiteX27-8795" fmla="*/ 5476 w 6642"/>
                    <a:gd name="connsiteY27-8796" fmla="*/ 2 h 5728"/>
                    <a:gd name="connsiteX28-8797" fmla="*/ 5508 w 6642"/>
                    <a:gd name="connsiteY28-8798" fmla="*/ 49 h 5728"/>
                    <a:gd name="connsiteX29-8799" fmla="*/ 5498 w 6642"/>
                    <a:gd name="connsiteY29-8800" fmla="*/ 133 h 5728"/>
                    <a:gd name="connsiteX30-8801" fmla="*/ 5437 w 6642"/>
                    <a:gd name="connsiteY30-8802" fmla="*/ 243 h 5728"/>
                    <a:gd name="connsiteX31-8803" fmla="*/ 5507 w 6642"/>
                    <a:gd name="connsiteY31-8804" fmla="*/ 301 h 5728"/>
                    <a:gd name="connsiteX32-8805" fmla="*/ 5621 w 6642"/>
                    <a:gd name="connsiteY32-8806" fmla="*/ 366 h 5728"/>
                    <a:gd name="connsiteX33-8807" fmla="*/ 5641 w 6642"/>
                    <a:gd name="connsiteY33-8808" fmla="*/ 255 h 5728"/>
                    <a:gd name="connsiteX34-8809" fmla="*/ 5775 w 6642"/>
                    <a:gd name="connsiteY34-8810" fmla="*/ 291 h 5728"/>
                    <a:gd name="connsiteX35-8811" fmla="*/ 5800 w 6642"/>
                    <a:gd name="connsiteY35-8812" fmla="*/ 331 h 5728"/>
                    <a:gd name="connsiteX36-8813" fmla="*/ 5876 w 6642"/>
                    <a:gd name="connsiteY36-8814" fmla="*/ 562 h 5728"/>
                    <a:gd name="connsiteX37-8815" fmla="*/ 5911 w 6642"/>
                    <a:gd name="connsiteY37-8816" fmla="*/ 586 h 5728"/>
                    <a:gd name="connsiteX38-8817" fmla="*/ 6003 w 6642"/>
                    <a:gd name="connsiteY38-8818" fmla="*/ 578 h 5728"/>
                    <a:gd name="connsiteX39-8819" fmla="*/ 6263 w 6642"/>
                    <a:gd name="connsiteY39-8820" fmla="*/ 490 h 5728"/>
                    <a:gd name="connsiteX40-8821" fmla="*/ 6483 w 6642"/>
                    <a:gd name="connsiteY40-8822" fmla="*/ 479 h 5728"/>
                    <a:gd name="connsiteX41-8823" fmla="*/ 6543 w 6642"/>
                    <a:gd name="connsiteY41-8824" fmla="*/ 648 h 5728"/>
                    <a:gd name="connsiteX42-8825" fmla="*/ 6461 w 6642"/>
                    <a:gd name="connsiteY42-8826" fmla="*/ 944 h 5728"/>
                    <a:gd name="connsiteX43-8827" fmla="*/ 6461 w 6642"/>
                    <a:gd name="connsiteY43-8828" fmla="*/ 1022 h 5728"/>
                    <a:gd name="connsiteX44-8829" fmla="*/ 6530 w 6642"/>
                    <a:gd name="connsiteY44-8830" fmla="*/ 1168 h 5728"/>
                    <a:gd name="connsiteX45-8831" fmla="*/ 6545 w 6642"/>
                    <a:gd name="connsiteY45-8832" fmla="*/ 1427 h 5728"/>
                    <a:gd name="connsiteX46-8833" fmla="*/ 6547 w 6642"/>
                    <a:gd name="connsiteY46-8834" fmla="*/ 1617 h 5728"/>
                    <a:gd name="connsiteX47-8835" fmla="*/ 6480 w 6642"/>
                    <a:gd name="connsiteY47-8836" fmla="*/ 1625 h 5728"/>
                    <a:gd name="connsiteX48-8837" fmla="*/ 6458 w 6642"/>
                    <a:gd name="connsiteY48-8838" fmla="*/ 1507 h 5728"/>
                    <a:gd name="connsiteX49-8839" fmla="*/ 6423 w 6642"/>
                    <a:gd name="connsiteY49-8840" fmla="*/ 1450 h 5728"/>
                    <a:gd name="connsiteX50-8841" fmla="*/ 6333 w 6642"/>
                    <a:gd name="connsiteY50-8842" fmla="*/ 1582 h 5728"/>
                    <a:gd name="connsiteX51-8843" fmla="*/ 6220 w 6642"/>
                    <a:gd name="connsiteY51-8844" fmla="*/ 1776 h 5728"/>
                    <a:gd name="connsiteX52-8845" fmla="*/ 6101 w 6642"/>
                    <a:gd name="connsiteY52-8846" fmla="*/ 1904 h 5728"/>
                    <a:gd name="connsiteX53-8847" fmla="*/ 6094 w 6642"/>
                    <a:gd name="connsiteY53-8848" fmla="*/ 2018 h 5728"/>
                    <a:gd name="connsiteX54-8849" fmla="*/ 6154 w 6642"/>
                    <a:gd name="connsiteY54-8850" fmla="*/ 2115 h 5728"/>
                    <a:gd name="connsiteX55-8851" fmla="*/ 6256 w 6642"/>
                    <a:gd name="connsiteY55-8852" fmla="*/ 2183 h 5728"/>
                    <a:gd name="connsiteX56-8853" fmla="*/ 6333 w 6642"/>
                    <a:gd name="connsiteY56-8854" fmla="*/ 2178 h 5728"/>
                    <a:gd name="connsiteX57-8855" fmla="*/ 6378 w 6642"/>
                    <a:gd name="connsiteY57-8856" fmla="*/ 2104 h 5728"/>
                    <a:gd name="connsiteX58-8857" fmla="*/ 6412 w 6642"/>
                    <a:gd name="connsiteY58-8858" fmla="*/ 2210 h 5728"/>
                    <a:gd name="connsiteX59-8859" fmla="*/ 6300 w 6642"/>
                    <a:gd name="connsiteY59-8860" fmla="*/ 2249 h 5728"/>
                    <a:gd name="connsiteX60-8861" fmla="*/ 6347 w 6642"/>
                    <a:gd name="connsiteY60-8862" fmla="*/ 2362 h 5728"/>
                    <a:gd name="connsiteX61-8863" fmla="*/ 6212 w 6642"/>
                    <a:gd name="connsiteY61-8864" fmla="*/ 2509 h 5728"/>
                    <a:gd name="connsiteX62-8865" fmla="*/ 6171 w 6642"/>
                    <a:gd name="connsiteY62-8866" fmla="*/ 2498 h 5728"/>
                    <a:gd name="connsiteX63-8867" fmla="*/ 6047 w 6642"/>
                    <a:gd name="connsiteY63-8868" fmla="*/ 2413 h 5728"/>
                    <a:gd name="connsiteX64-8869" fmla="*/ 5992 w 6642"/>
                    <a:gd name="connsiteY64-8870" fmla="*/ 2412 h 5728"/>
                    <a:gd name="connsiteX65-8871" fmla="*/ 5957 w 6642"/>
                    <a:gd name="connsiteY65-8872" fmla="*/ 2480 h 5728"/>
                    <a:gd name="connsiteX66-8873" fmla="*/ 5960 w 6642"/>
                    <a:gd name="connsiteY66-8874" fmla="*/ 2562 h 5728"/>
                    <a:gd name="connsiteX67-8875" fmla="*/ 6138 w 6642"/>
                    <a:gd name="connsiteY67-8876" fmla="*/ 2730 h 5728"/>
                    <a:gd name="connsiteX68-8877" fmla="*/ 6137 w 6642"/>
                    <a:gd name="connsiteY68-8878" fmla="*/ 2844 h 5728"/>
                    <a:gd name="connsiteX69-8879" fmla="*/ 6228 w 6642"/>
                    <a:gd name="connsiteY69-8880" fmla="*/ 3060 h 5728"/>
                    <a:gd name="connsiteX70-8881" fmla="*/ 6254 w 6642"/>
                    <a:gd name="connsiteY70-8882" fmla="*/ 3090 h 5728"/>
                    <a:gd name="connsiteX71-8883" fmla="*/ 6298 w 6642"/>
                    <a:gd name="connsiteY71-8884" fmla="*/ 3094 h 5728"/>
                    <a:gd name="connsiteX72-8885" fmla="*/ 6344 w 6642"/>
                    <a:gd name="connsiteY72-8886" fmla="*/ 3010 h 5728"/>
                    <a:gd name="connsiteX73-8887" fmla="*/ 6424 w 6642"/>
                    <a:gd name="connsiteY73-8888" fmla="*/ 2950 h 5728"/>
                    <a:gd name="connsiteX74-8889" fmla="*/ 6519 w 6642"/>
                    <a:gd name="connsiteY74-8890" fmla="*/ 3126 h 5728"/>
                    <a:gd name="connsiteX75-8891" fmla="*/ 6629 w 6642"/>
                    <a:gd name="connsiteY75-8892" fmla="*/ 3312 h 5728"/>
                    <a:gd name="connsiteX76-8893" fmla="*/ 6642 w 6642"/>
                    <a:gd name="connsiteY76-8894" fmla="*/ 3342 h 5728"/>
                    <a:gd name="connsiteX77-8895" fmla="*/ 6631 w 6642"/>
                    <a:gd name="connsiteY77-8896" fmla="*/ 3518 h 5728"/>
                    <a:gd name="connsiteX78-8897" fmla="*/ 6596 w 6642"/>
                    <a:gd name="connsiteY78-8898" fmla="*/ 3554 h 5728"/>
                    <a:gd name="connsiteX79-8899" fmla="*/ 6507 w 6642"/>
                    <a:gd name="connsiteY79-8900" fmla="*/ 3515 h 5728"/>
                    <a:gd name="connsiteX80-8901" fmla="*/ 6273 w 6642"/>
                    <a:gd name="connsiteY80-8902" fmla="*/ 3644 h 5728"/>
                    <a:gd name="connsiteX81-8903" fmla="*/ 6247 w 6642"/>
                    <a:gd name="connsiteY81-8904" fmla="*/ 3666 h 5728"/>
                    <a:gd name="connsiteX82-8905" fmla="*/ 6067 w 6642"/>
                    <a:gd name="connsiteY82-8906" fmla="*/ 3812 h 5728"/>
                    <a:gd name="connsiteX83-8907" fmla="*/ 5926 w 6642"/>
                    <a:gd name="connsiteY83-8908" fmla="*/ 3926 h 5728"/>
                    <a:gd name="connsiteX84-8909" fmla="*/ 5891 w 6642"/>
                    <a:gd name="connsiteY84-8910" fmla="*/ 3965 h 5728"/>
                    <a:gd name="connsiteX85-8911" fmla="*/ 5839 w 6642"/>
                    <a:gd name="connsiteY85-8912" fmla="*/ 3973 h 5728"/>
                    <a:gd name="connsiteX86-8913" fmla="*/ 5782 w 6642"/>
                    <a:gd name="connsiteY86-8914" fmla="*/ 3916 h 5728"/>
                    <a:gd name="connsiteX87-8915" fmla="*/ 5658 w 6642"/>
                    <a:gd name="connsiteY87-8916" fmla="*/ 3808 h 5728"/>
                    <a:gd name="connsiteX88-8917" fmla="*/ 5682 w 6642"/>
                    <a:gd name="connsiteY88-8918" fmla="*/ 4064 h 5728"/>
                    <a:gd name="connsiteX89-8919" fmla="*/ 5691 w 6642"/>
                    <a:gd name="connsiteY89-8920" fmla="*/ 4192 h 5728"/>
                    <a:gd name="connsiteX90-8921" fmla="*/ 5429 w 6642"/>
                    <a:gd name="connsiteY90-8922" fmla="*/ 4166 h 5728"/>
                    <a:gd name="connsiteX91-8923" fmla="*/ 5347 w 6642"/>
                    <a:gd name="connsiteY91-8924" fmla="*/ 3987 h 5728"/>
                    <a:gd name="connsiteX92-8925" fmla="*/ 5265 w 6642"/>
                    <a:gd name="connsiteY92-8926" fmla="*/ 3802 h 5728"/>
                    <a:gd name="connsiteX93-8927" fmla="*/ 4290 w 6642"/>
                    <a:gd name="connsiteY93-8928" fmla="*/ 4504 h 5728"/>
                    <a:gd name="connsiteX94-8929" fmla="*/ 4293 w 6642"/>
                    <a:gd name="connsiteY94-8930" fmla="*/ 4556 h 5728"/>
                    <a:gd name="connsiteX95-8931" fmla="*/ 4257 w 6642"/>
                    <a:gd name="connsiteY95-8932" fmla="*/ 4614 h 5728"/>
                    <a:gd name="connsiteX96-8933" fmla="*/ 3992 w 6642"/>
                    <a:gd name="connsiteY96-8934" fmla="*/ 4680 h 5728"/>
                    <a:gd name="connsiteX97-8935" fmla="*/ 3857 w 6642"/>
                    <a:gd name="connsiteY97-8936" fmla="*/ 4739 h 5728"/>
                    <a:gd name="connsiteX98-8937" fmla="*/ 3815 w 6642"/>
                    <a:gd name="connsiteY98-8938" fmla="*/ 4777 h 5728"/>
                    <a:gd name="connsiteX99-8939" fmla="*/ 3616 w 6642"/>
                    <a:gd name="connsiteY99-8940" fmla="*/ 5021 h 5728"/>
                    <a:gd name="connsiteX100-8941" fmla="*/ 3543 w 6642"/>
                    <a:gd name="connsiteY100-8942" fmla="*/ 4970 h 5728"/>
                    <a:gd name="connsiteX101-8943" fmla="*/ 3460 w 6642"/>
                    <a:gd name="connsiteY101-8944" fmla="*/ 4971 h 5728"/>
                    <a:gd name="connsiteX102-8945" fmla="*/ 3424 w 6642"/>
                    <a:gd name="connsiteY102-8946" fmla="*/ 5045 h 5728"/>
                    <a:gd name="connsiteX103-8947" fmla="*/ 3313 w 6642"/>
                    <a:gd name="connsiteY103-8948" fmla="*/ 5000 h 5728"/>
                    <a:gd name="connsiteX104-8949" fmla="*/ 3235 w 6642"/>
                    <a:gd name="connsiteY104-8950" fmla="*/ 5109 h 5728"/>
                    <a:gd name="connsiteX105-8951" fmla="*/ 3013 w 6642"/>
                    <a:gd name="connsiteY105-8952" fmla="*/ 5349 h 5728"/>
                    <a:gd name="connsiteX106-8953" fmla="*/ 2993 w 6642"/>
                    <a:gd name="connsiteY106-8954" fmla="*/ 5516 h 5728"/>
                    <a:gd name="connsiteX107-8955" fmla="*/ 2976 w 6642"/>
                    <a:gd name="connsiteY107-8956" fmla="*/ 5659 h 5728"/>
                    <a:gd name="connsiteX108-8957" fmla="*/ 2960 w 6642"/>
                    <a:gd name="connsiteY108-8958" fmla="*/ 5669 h 5728"/>
                    <a:gd name="connsiteX109-8959" fmla="*/ 2638 w 6642"/>
                    <a:gd name="connsiteY109-8960" fmla="*/ 5621 h 5728"/>
                    <a:gd name="connsiteX110-8961" fmla="*/ 2536 w 6642"/>
                    <a:gd name="connsiteY110-8962" fmla="*/ 5566 h 5728"/>
                    <a:gd name="connsiteX111-8963" fmla="*/ 2482 w 6642"/>
                    <a:gd name="connsiteY111-8964" fmla="*/ 5503 h 5728"/>
                    <a:gd name="connsiteX112-8965" fmla="*/ 2377 w 6642"/>
                    <a:gd name="connsiteY112-8966" fmla="*/ 5477 h 5728"/>
                    <a:gd name="connsiteX113-8967" fmla="*/ 2377 w 6642"/>
                    <a:gd name="connsiteY113-8968" fmla="*/ 5379 h 5728"/>
                    <a:gd name="connsiteX114-8969" fmla="*/ 2481 w 6642"/>
                    <a:gd name="connsiteY114-8970" fmla="*/ 5149 h 5728"/>
                    <a:gd name="connsiteX115-8971" fmla="*/ 2341 w 6642"/>
                    <a:gd name="connsiteY115-8972" fmla="*/ 5070 h 5728"/>
                    <a:gd name="connsiteX116-8973" fmla="*/ 2299 w 6642"/>
                    <a:gd name="connsiteY116-8974" fmla="*/ 5095 h 5728"/>
                    <a:gd name="connsiteX117-8975" fmla="*/ 2209 w 6642"/>
                    <a:gd name="connsiteY117-8976" fmla="*/ 5214 h 5728"/>
                    <a:gd name="connsiteX118-8977" fmla="*/ 2177 w 6642"/>
                    <a:gd name="connsiteY118-8978" fmla="*/ 5276 h 5728"/>
                    <a:gd name="connsiteX119-8979" fmla="*/ 2115 w 6642"/>
                    <a:gd name="connsiteY119-8980" fmla="*/ 5386 h 5728"/>
                    <a:gd name="connsiteX120-8981" fmla="*/ 2121 w 6642"/>
                    <a:gd name="connsiteY120-8982" fmla="*/ 5510 h 5728"/>
                    <a:gd name="connsiteX121-8983" fmla="*/ 2082 w 6642"/>
                    <a:gd name="connsiteY121-8984" fmla="*/ 5558 h 5728"/>
                    <a:gd name="connsiteX122-8985" fmla="*/ 1951 w 6642"/>
                    <a:gd name="connsiteY122-8986" fmla="*/ 5617 h 5728"/>
                    <a:gd name="connsiteX123-8987" fmla="*/ 1785 w 6642"/>
                    <a:gd name="connsiteY123-8988" fmla="*/ 5649 h 5728"/>
                    <a:gd name="connsiteX124-8989" fmla="*/ 1682 w 6642"/>
                    <a:gd name="connsiteY124-8990" fmla="*/ 5728 h 5728"/>
                    <a:gd name="connsiteX125-8991" fmla="*/ 1568 w 6642"/>
                    <a:gd name="connsiteY125-8992" fmla="*/ 5611 h 5728"/>
                    <a:gd name="connsiteX126-8993" fmla="*/ 1508 w 6642"/>
                    <a:gd name="connsiteY126-8994" fmla="*/ 5485 h 5728"/>
                    <a:gd name="connsiteX127-8995" fmla="*/ 1630 w 6642"/>
                    <a:gd name="connsiteY127-8996" fmla="*/ 5242 h 5728"/>
                    <a:gd name="connsiteX128-8997" fmla="*/ 1685 w 6642"/>
                    <a:gd name="connsiteY128-8998" fmla="*/ 5195 h 5728"/>
                    <a:gd name="connsiteX129-8999" fmla="*/ 1730 w 6642"/>
                    <a:gd name="connsiteY129-9000" fmla="*/ 5120 h 5728"/>
                    <a:gd name="connsiteX130-9001" fmla="*/ 1727 w 6642"/>
                    <a:gd name="connsiteY130-9002" fmla="*/ 5071 h 5728"/>
                    <a:gd name="connsiteX131-9003" fmla="*/ 1530 w 6642"/>
                    <a:gd name="connsiteY131-9004" fmla="*/ 5007 h 5728"/>
                    <a:gd name="connsiteX132-9005" fmla="*/ 1459 w 6642"/>
                    <a:gd name="connsiteY132-9006" fmla="*/ 5064 h 5728"/>
                    <a:gd name="connsiteX133-9007" fmla="*/ 1353 w 6642"/>
                    <a:gd name="connsiteY133-9008" fmla="*/ 5111 h 5728"/>
                    <a:gd name="connsiteX134-9009" fmla="*/ 1290 w 6642"/>
                    <a:gd name="connsiteY134-9010" fmla="*/ 5063 h 5728"/>
                    <a:gd name="connsiteX135-9011" fmla="*/ 1052 w 6642"/>
                    <a:gd name="connsiteY135-9012" fmla="*/ 5254 h 5728"/>
                    <a:gd name="connsiteX136-9013" fmla="*/ 924 w 6642"/>
                    <a:gd name="connsiteY136-9014" fmla="*/ 5231 h 5728"/>
                    <a:gd name="connsiteX137-9015" fmla="*/ 813 w 6642"/>
                    <a:gd name="connsiteY137-9016" fmla="*/ 5097 h 5728"/>
                    <a:gd name="connsiteX138-9017" fmla="*/ 683 w 6642"/>
                    <a:gd name="connsiteY138-9018" fmla="*/ 4930 h 5728"/>
                    <a:gd name="connsiteX139-9019" fmla="*/ 572 w 6642"/>
                    <a:gd name="connsiteY139-9020" fmla="*/ 4806 h 5728"/>
                    <a:gd name="connsiteX140-9021" fmla="*/ 505 w 6642"/>
                    <a:gd name="connsiteY140-9022" fmla="*/ 4788 h 5728"/>
                    <a:gd name="connsiteX141-9023" fmla="*/ 640 w 6642"/>
                    <a:gd name="connsiteY141-9024" fmla="*/ 4631 h 5728"/>
                    <a:gd name="connsiteX142-9025" fmla="*/ 683 w 6642"/>
                    <a:gd name="connsiteY142-9026" fmla="*/ 4541 h 5728"/>
                    <a:gd name="connsiteX143-9027" fmla="*/ 651 w 6642"/>
                    <a:gd name="connsiteY143-9028" fmla="*/ 4438 h 5728"/>
                    <a:gd name="connsiteX144-9029" fmla="*/ 277 w 6642"/>
                    <a:gd name="connsiteY144-9030" fmla="*/ 4491 h 5728"/>
                    <a:gd name="connsiteX145-9031" fmla="*/ 187 w 6642"/>
                    <a:gd name="connsiteY145-9032" fmla="*/ 4518 h 5728"/>
                    <a:gd name="connsiteX146-9033" fmla="*/ 195 w 6642"/>
                    <a:gd name="connsiteY146-9034" fmla="*/ 4384 h 5728"/>
                    <a:gd name="connsiteX147-9035" fmla="*/ 147 w 6642"/>
                    <a:gd name="connsiteY147-9036" fmla="*/ 4318 h 5728"/>
                    <a:gd name="connsiteX148-9037" fmla="*/ 39 w 6642"/>
                    <a:gd name="connsiteY148-9038" fmla="*/ 4220 h 5728"/>
                    <a:gd name="connsiteX149-9039" fmla="*/ 75 w 6642"/>
                    <a:gd name="connsiteY149-9040" fmla="*/ 4093 h 5728"/>
                    <a:gd name="connsiteX150-9041" fmla="*/ 63 w 6642"/>
                    <a:gd name="connsiteY150-9042" fmla="*/ 3929 h 5728"/>
                    <a:gd name="connsiteX151-9043" fmla="*/ 0 w 6642"/>
                    <a:gd name="connsiteY151-9044" fmla="*/ 3842 h 5728"/>
                    <a:gd name="connsiteX152-9045" fmla="*/ 0 w 6642"/>
                    <a:gd name="connsiteY152-9046" fmla="*/ 3737 h 5728"/>
                    <a:gd name="connsiteX153-9047" fmla="*/ 303 w 6642"/>
                    <a:gd name="connsiteY153-9048" fmla="*/ 3824 h 5728"/>
                    <a:gd name="connsiteX154-9049" fmla="*/ 830 w 6642"/>
                    <a:gd name="connsiteY154-9050" fmla="*/ 3840 h 5728"/>
                    <a:gd name="connsiteX155-9051" fmla="*/ 1044 w 6642"/>
                    <a:gd name="connsiteY155-9052" fmla="*/ 3908 h 5728"/>
                    <a:gd name="connsiteX156-9053" fmla="*/ 1213 w 6642"/>
                    <a:gd name="connsiteY156-9054" fmla="*/ 4053 h 5728"/>
                    <a:gd name="connsiteX157-9055" fmla="*/ 1257 w 6642"/>
                    <a:gd name="connsiteY157-9056" fmla="*/ 4077 h 5728"/>
                    <a:gd name="connsiteX158-9057" fmla="*/ 1417 w 6642"/>
                    <a:gd name="connsiteY158-9058" fmla="*/ 4107 h 5728"/>
                    <a:gd name="connsiteX159-9059" fmla="*/ 1487 w 6642"/>
                    <a:gd name="connsiteY159-9060" fmla="*/ 4158 h 5728"/>
                    <a:gd name="connsiteX160-9061" fmla="*/ 1688 w 6642"/>
                    <a:gd name="connsiteY160-9062" fmla="*/ 4229 h 5728"/>
                    <a:gd name="connsiteX161-9063" fmla="*/ 1904 w 6642"/>
                    <a:gd name="connsiteY161-9064" fmla="*/ 4309 h 5728"/>
                    <a:gd name="connsiteX162-9065" fmla="*/ 2068 w 6642"/>
                    <a:gd name="connsiteY162-9066" fmla="*/ 4212 h 5728"/>
                    <a:gd name="connsiteX163-9067" fmla="*/ 2267 w 6642"/>
                    <a:gd name="connsiteY163-9068" fmla="*/ 4125 h 5728"/>
                    <a:gd name="connsiteX164-9069" fmla="*/ 2363 w 6642"/>
                    <a:gd name="connsiteY164-9070" fmla="*/ 4075 h 5728"/>
                    <a:gd name="connsiteX165-9071" fmla="*/ 2539 w 6642"/>
                    <a:gd name="connsiteY165-9072" fmla="*/ 3995 h 5728"/>
                    <a:gd name="connsiteX166-9073" fmla="*/ 2721 w 6642"/>
                    <a:gd name="connsiteY166-9074" fmla="*/ 3970 h 5728"/>
                    <a:gd name="connsiteX167-9075" fmla="*/ 3073 w 6642"/>
                    <a:gd name="connsiteY167-9076" fmla="*/ 3979 h 5728"/>
                    <a:gd name="connsiteX168-9077" fmla="*/ 3416 w 6642"/>
                    <a:gd name="connsiteY168-9078" fmla="*/ 3722 h 5728"/>
                    <a:gd name="connsiteX169-9079" fmla="*/ 3519 w 6642"/>
                    <a:gd name="connsiteY169-9080" fmla="*/ 3636 h 5728"/>
                    <a:gd name="connsiteX170-9081" fmla="*/ 3609 w 6642"/>
                    <a:gd name="connsiteY170-9082" fmla="*/ 3563 h 5728"/>
                    <a:gd name="connsiteX171-9083" fmla="*/ 3705 w 6642"/>
                    <a:gd name="connsiteY171-9084" fmla="*/ 3503 h 5728"/>
                    <a:gd name="connsiteX172-9085" fmla="*/ 3702 w 6642"/>
                    <a:gd name="connsiteY172-9086" fmla="*/ 3422 h 5728"/>
                    <a:gd name="connsiteX173-9087" fmla="*/ 3597 w 6642"/>
                    <a:gd name="connsiteY173-9088" fmla="*/ 3317 h 5728"/>
                    <a:gd name="connsiteX174-9089" fmla="*/ 3582 w 6642"/>
                    <a:gd name="connsiteY174-9090" fmla="*/ 3252 h 5728"/>
                    <a:gd name="connsiteX175-9091" fmla="*/ 3692 w 6642"/>
                    <a:gd name="connsiteY175-9092" fmla="*/ 3012 h 5728"/>
                    <a:gd name="connsiteX176-9093" fmla="*/ 3835 w 6642"/>
                    <a:gd name="connsiteY176-9094" fmla="*/ 3094 h 5728"/>
                    <a:gd name="connsiteX177-9095" fmla="*/ 3915 w 6642"/>
                    <a:gd name="connsiteY177-9096" fmla="*/ 3122 h 5728"/>
                    <a:gd name="connsiteX0-9097" fmla="*/ 5456 w 6642"/>
                    <a:gd name="connsiteY0-9098" fmla="*/ 2333 h 5728"/>
                    <a:gd name="connsiteX1-9099" fmla="*/ 5454 w 6642"/>
                    <a:gd name="connsiteY1-9100" fmla="*/ 2117 h 5728"/>
                    <a:gd name="connsiteX2-9101" fmla="*/ 5378 w 6642"/>
                    <a:gd name="connsiteY2-9102" fmla="*/ 2039 h 5728"/>
                    <a:gd name="connsiteX3-9103" fmla="*/ 5235 w 6642"/>
                    <a:gd name="connsiteY3-9104" fmla="*/ 1951 h 5728"/>
                    <a:gd name="connsiteX4-9105" fmla="*/ 5143 w 6642"/>
                    <a:gd name="connsiteY4-9106" fmla="*/ 1827 h 5728"/>
                    <a:gd name="connsiteX5-9107" fmla="*/ 5047 w 6642"/>
                    <a:gd name="connsiteY5-9108" fmla="*/ 1828 h 5728"/>
                    <a:gd name="connsiteX6-9109" fmla="*/ 5002 w 6642"/>
                    <a:gd name="connsiteY6-9110" fmla="*/ 1883 h 5728"/>
                    <a:gd name="connsiteX7-9111" fmla="*/ 4909 w 6642"/>
                    <a:gd name="connsiteY7-9112" fmla="*/ 1877 h 5728"/>
                    <a:gd name="connsiteX8-9113" fmla="*/ 4889 w 6642"/>
                    <a:gd name="connsiteY8-9114" fmla="*/ 1994 h 5728"/>
                    <a:gd name="connsiteX9-9115" fmla="*/ 4708 w 6642"/>
                    <a:gd name="connsiteY9-9116" fmla="*/ 1941 h 5728"/>
                    <a:gd name="connsiteX10-9117" fmla="*/ 4625 w 6642"/>
                    <a:gd name="connsiteY10-9118" fmla="*/ 1939 h 5728"/>
                    <a:gd name="connsiteX11-9119" fmla="*/ 4500 w 6642"/>
                    <a:gd name="connsiteY11-9120" fmla="*/ 2014 h 5728"/>
                    <a:gd name="connsiteX12-9121" fmla="*/ 4388 w 6642"/>
                    <a:gd name="connsiteY12-9122" fmla="*/ 1890 h 5728"/>
                    <a:gd name="connsiteX13-9123" fmla="*/ 4482 w 6642"/>
                    <a:gd name="connsiteY13-9124" fmla="*/ 1804 h 5728"/>
                    <a:gd name="connsiteX14-9125" fmla="*/ 4486 w 6642"/>
                    <a:gd name="connsiteY14-9126" fmla="*/ 1634 h 5728"/>
                    <a:gd name="connsiteX15-9127" fmla="*/ 4541 w 6642"/>
                    <a:gd name="connsiteY15-9128" fmla="*/ 1514 h 5728"/>
                    <a:gd name="connsiteX16-9129" fmla="*/ 4584 w 6642"/>
                    <a:gd name="connsiteY16-9130" fmla="*/ 1306 h 5728"/>
                    <a:gd name="connsiteX17-9131" fmla="*/ 4644 w 6642"/>
                    <a:gd name="connsiteY17-9132" fmla="*/ 1307 h 5728"/>
                    <a:gd name="connsiteX18-9133" fmla="*/ 4967 w 6642"/>
                    <a:gd name="connsiteY18-9134" fmla="*/ 1286 h 5728"/>
                    <a:gd name="connsiteX19-9135" fmla="*/ 5141 w 6642"/>
                    <a:gd name="connsiteY19-9136" fmla="*/ 1117 h 5728"/>
                    <a:gd name="connsiteX20-9137" fmla="*/ 5210 w 6642"/>
                    <a:gd name="connsiteY20-9138" fmla="*/ 748 h 5728"/>
                    <a:gd name="connsiteX21-9139" fmla="*/ 5320 w 6642"/>
                    <a:gd name="connsiteY21-9140" fmla="*/ 486 h 5728"/>
                    <a:gd name="connsiteX22-9141" fmla="*/ 5318 w 6642"/>
                    <a:gd name="connsiteY22-9142" fmla="*/ 358 h 5728"/>
                    <a:gd name="connsiteX23-9143" fmla="*/ 5305 w 6642"/>
                    <a:gd name="connsiteY23-9144" fmla="*/ 328 h 5728"/>
                    <a:gd name="connsiteX24-9145" fmla="*/ 5238 w 6642"/>
                    <a:gd name="connsiteY24-9146" fmla="*/ 251 h 5728"/>
                    <a:gd name="connsiteX25-9147" fmla="*/ 5178 w 6642"/>
                    <a:gd name="connsiteY25-9148" fmla="*/ 217 h 5728"/>
                    <a:gd name="connsiteX26-9149" fmla="*/ 5303 w 6642"/>
                    <a:gd name="connsiteY26-9150" fmla="*/ 56 h 5728"/>
                    <a:gd name="connsiteX27-9151" fmla="*/ 5476 w 6642"/>
                    <a:gd name="connsiteY27-9152" fmla="*/ 2 h 5728"/>
                    <a:gd name="connsiteX28-9153" fmla="*/ 5508 w 6642"/>
                    <a:gd name="connsiteY28-9154" fmla="*/ 49 h 5728"/>
                    <a:gd name="connsiteX29-9155" fmla="*/ 5498 w 6642"/>
                    <a:gd name="connsiteY29-9156" fmla="*/ 133 h 5728"/>
                    <a:gd name="connsiteX30-9157" fmla="*/ 5437 w 6642"/>
                    <a:gd name="connsiteY30-9158" fmla="*/ 243 h 5728"/>
                    <a:gd name="connsiteX31-9159" fmla="*/ 5507 w 6642"/>
                    <a:gd name="connsiteY31-9160" fmla="*/ 301 h 5728"/>
                    <a:gd name="connsiteX32-9161" fmla="*/ 5621 w 6642"/>
                    <a:gd name="connsiteY32-9162" fmla="*/ 366 h 5728"/>
                    <a:gd name="connsiteX33-9163" fmla="*/ 5641 w 6642"/>
                    <a:gd name="connsiteY33-9164" fmla="*/ 255 h 5728"/>
                    <a:gd name="connsiteX34-9165" fmla="*/ 5775 w 6642"/>
                    <a:gd name="connsiteY34-9166" fmla="*/ 291 h 5728"/>
                    <a:gd name="connsiteX35-9167" fmla="*/ 5800 w 6642"/>
                    <a:gd name="connsiteY35-9168" fmla="*/ 331 h 5728"/>
                    <a:gd name="connsiteX36-9169" fmla="*/ 5876 w 6642"/>
                    <a:gd name="connsiteY36-9170" fmla="*/ 562 h 5728"/>
                    <a:gd name="connsiteX37-9171" fmla="*/ 5911 w 6642"/>
                    <a:gd name="connsiteY37-9172" fmla="*/ 586 h 5728"/>
                    <a:gd name="connsiteX38-9173" fmla="*/ 6003 w 6642"/>
                    <a:gd name="connsiteY38-9174" fmla="*/ 578 h 5728"/>
                    <a:gd name="connsiteX39-9175" fmla="*/ 6263 w 6642"/>
                    <a:gd name="connsiteY39-9176" fmla="*/ 490 h 5728"/>
                    <a:gd name="connsiteX40-9177" fmla="*/ 6483 w 6642"/>
                    <a:gd name="connsiteY40-9178" fmla="*/ 479 h 5728"/>
                    <a:gd name="connsiteX41-9179" fmla="*/ 6543 w 6642"/>
                    <a:gd name="connsiteY41-9180" fmla="*/ 648 h 5728"/>
                    <a:gd name="connsiteX42-9181" fmla="*/ 6461 w 6642"/>
                    <a:gd name="connsiteY42-9182" fmla="*/ 944 h 5728"/>
                    <a:gd name="connsiteX43-9183" fmla="*/ 6461 w 6642"/>
                    <a:gd name="connsiteY43-9184" fmla="*/ 1022 h 5728"/>
                    <a:gd name="connsiteX44-9185" fmla="*/ 6530 w 6642"/>
                    <a:gd name="connsiteY44-9186" fmla="*/ 1168 h 5728"/>
                    <a:gd name="connsiteX45-9187" fmla="*/ 6545 w 6642"/>
                    <a:gd name="connsiteY45-9188" fmla="*/ 1427 h 5728"/>
                    <a:gd name="connsiteX46-9189" fmla="*/ 6547 w 6642"/>
                    <a:gd name="connsiteY46-9190" fmla="*/ 1617 h 5728"/>
                    <a:gd name="connsiteX47-9191" fmla="*/ 6480 w 6642"/>
                    <a:gd name="connsiteY47-9192" fmla="*/ 1625 h 5728"/>
                    <a:gd name="connsiteX48-9193" fmla="*/ 6458 w 6642"/>
                    <a:gd name="connsiteY48-9194" fmla="*/ 1507 h 5728"/>
                    <a:gd name="connsiteX49-9195" fmla="*/ 6423 w 6642"/>
                    <a:gd name="connsiteY49-9196" fmla="*/ 1450 h 5728"/>
                    <a:gd name="connsiteX50-9197" fmla="*/ 6333 w 6642"/>
                    <a:gd name="connsiteY50-9198" fmla="*/ 1582 h 5728"/>
                    <a:gd name="connsiteX51-9199" fmla="*/ 6220 w 6642"/>
                    <a:gd name="connsiteY51-9200" fmla="*/ 1776 h 5728"/>
                    <a:gd name="connsiteX52-9201" fmla="*/ 6101 w 6642"/>
                    <a:gd name="connsiteY52-9202" fmla="*/ 1904 h 5728"/>
                    <a:gd name="connsiteX53-9203" fmla="*/ 6094 w 6642"/>
                    <a:gd name="connsiteY53-9204" fmla="*/ 2018 h 5728"/>
                    <a:gd name="connsiteX54-9205" fmla="*/ 6154 w 6642"/>
                    <a:gd name="connsiteY54-9206" fmla="*/ 2115 h 5728"/>
                    <a:gd name="connsiteX55-9207" fmla="*/ 6256 w 6642"/>
                    <a:gd name="connsiteY55-9208" fmla="*/ 2183 h 5728"/>
                    <a:gd name="connsiteX56-9209" fmla="*/ 6333 w 6642"/>
                    <a:gd name="connsiteY56-9210" fmla="*/ 2178 h 5728"/>
                    <a:gd name="connsiteX57-9211" fmla="*/ 6378 w 6642"/>
                    <a:gd name="connsiteY57-9212" fmla="*/ 2104 h 5728"/>
                    <a:gd name="connsiteX58-9213" fmla="*/ 6412 w 6642"/>
                    <a:gd name="connsiteY58-9214" fmla="*/ 2210 h 5728"/>
                    <a:gd name="connsiteX59-9215" fmla="*/ 6300 w 6642"/>
                    <a:gd name="connsiteY59-9216" fmla="*/ 2249 h 5728"/>
                    <a:gd name="connsiteX60-9217" fmla="*/ 6347 w 6642"/>
                    <a:gd name="connsiteY60-9218" fmla="*/ 2362 h 5728"/>
                    <a:gd name="connsiteX61-9219" fmla="*/ 6212 w 6642"/>
                    <a:gd name="connsiteY61-9220" fmla="*/ 2509 h 5728"/>
                    <a:gd name="connsiteX62-9221" fmla="*/ 6171 w 6642"/>
                    <a:gd name="connsiteY62-9222" fmla="*/ 2498 h 5728"/>
                    <a:gd name="connsiteX63-9223" fmla="*/ 6047 w 6642"/>
                    <a:gd name="connsiteY63-9224" fmla="*/ 2413 h 5728"/>
                    <a:gd name="connsiteX64-9225" fmla="*/ 5992 w 6642"/>
                    <a:gd name="connsiteY64-9226" fmla="*/ 2412 h 5728"/>
                    <a:gd name="connsiteX65-9227" fmla="*/ 5957 w 6642"/>
                    <a:gd name="connsiteY65-9228" fmla="*/ 2480 h 5728"/>
                    <a:gd name="connsiteX66-9229" fmla="*/ 5960 w 6642"/>
                    <a:gd name="connsiteY66-9230" fmla="*/ 2562 h 5728"/>
                    <a:gd name="connsiteX67-9231" fmla="*/ 6138 w 6642"/>
                    <a:gd name="connsiteY67-9232" fmla="*/ 2730 h 5728"/>
                    <a:gd name="connsiteX68-9233" fmla="*/ 6137 w 6642"/>
                    <a:gd name="connsiteY68-9234" fmla="*/ 2844 h 5728"/>
                    <a:gd name="connsiteX69-9235" fmla="*/ 6228 w 6642"/>
                    <a:gd name="connsiteY69-9236" fmla="*/ 3060 h 5728"/>
                    <a:gd name="connsiteX70-9237" fmla="*/ 6254 w 6642"/>
                    <a:gd name="connsiteY70-9238" fmla="*/ 3090 h 5728"/>
                    <a:gd name="connsiteX71-9239" fmla="*/ 6298 w 6642"/>
                    <a:gd name="connsiteY71-9240" fmla="*/ 3094 h 5728"/>
                    <a:gd name="connsiteX72-9241" fmla="*/ 6344 w 6642"/>
                    <a:gd name="connsiteY72-9242" fmla="*/ 3010 h 5728"/>
                    <a:gd name="connsiteX73-9243" fmla="*/ 6424 w 6642"/>
                    <a:gd name="connsiteY73-9244" fmla="*/ 2950 h 5728"/>
                    <a:gd name="connsiteX74-9245" fmla="*/ 6519 w 6642"/>
                    <a:gd name="connsiteY74-9246" fmla="*/ 3126 h 5728"/>
                    <a:gd name="connsiteX75-9247" fmla="*/ 6629 w 6642"/>
                    <a:gd name="connsiteY75-9248" fmla="*/ 3312 h 5728"/>
                    <a:gd name="connsiteX76-9249" fmla="*/ 6642 w 6642"/>
                    <a:gd name="connsiteY76-9250" fmla="*/ 3342 h 5728"/>
                    <a:gd name="connsiteX77-9251" fmla="*/ 6631 w 6642"/>
                    <a:gd name="connsiteY77-9252" fmla="*/ 3518 h 5728"/>
                    <a:gd name="connsiteX78-9253" fmla="*/ 6596 w 6642"/>
                    <a:gd name="connsiteY78-9254" fmla="*/ 3554 h 5728"/>
                    <a:gd name="connsiteX79-9255" fmla="*/ 6507 w 6642"/>
                    <a:gd name="connsiteY79-9256" fmla="*/ 3515 h 5728"/>
                    <a:gd name="connsiteX80-9257" fmla="*/ 6273 w 6642"/>
                    <a:gd name="connsiteY80-9258" fmla="*/ 3644 h 5728"/>
                    <a:gd name="connsiteX81-9259" fmla="*/ 6247 w 6642"/>
                    <a:gd name="connsiteY81-9260" fmla="*/ 3666 h 5728"/>
                    <a:gd name="connsiteX82-9261" fmla="*/ 6067 w 6642"/>
                    <a:gd name="connsiteY82-9262" fmla="*/ 3812 h 5728"/>
                    <a:gd name="connsiteX83-9263" fmla="*/ 5926 w 6642"/>
                    <a:gd name="connsiteY83-9264" fmla="*/ 3926 h 5728"/>
                    <a:gd name="connsiteX84-9265" fmla="*/ 5891 w 6642"/>
                    <a:gd name="connsiteY84-9266" fmla="*/ 3965 h 5728"/>
                    <a:gd name="connsiteX85-9267" fmla="*/ 5839 w 6642"/>
                    <a:gd name="connsiteY85-9268" fmla="*/ 3973 h 5728"/>
                    <a:gd name="connsiteX86-9269" fmla="*/ 5782 w 6642"/>
                    <a:gd name="connsiteY86-9270" fmla="*/ 3916 h 5728"/>
                    <a:gd name="connsiteX87-9271" fmla="*/ 5658 w 6642"/>
                    <a:gd name="connsiteY87-9272" fmla="*/ 3808 h 5728"/>
                    <a:gd name="connsiteX88-9273" fmla="*/ 5682 w 6642"/>
                    <a:gd name="connsiteY88-9274" fmla="*/ 4064 h 5728"/>
                    <a:gd name="connsiteX89-9275" fmla="*/ 5691 w 6642"/>
                    <a:gd name="connsiteY89-9276" fmla="*/ 4192 h 5728"/>
                    <a:gd name="connsiteX90-9277" fmla="*/ 5429 w 6642"/>
                    <a:gd name="connsiteY90-9278" fmla="*/ 4166 h 5728"/>
                    <a:gd name="connsiteX91-9279" fmla="*/ 5347 w 6642"/>
                    <a:gd name="connsiteY91-9280" fmla="*/ 3987 h 5728"/>
                    <a:gd name="connsiteX92-9281" fmla="*/ 5265 w 6642"/>
                    <a:gd name="connsiteY92-9282" fmla="*/ 3802 h 5728"/>
                    <a:gd name="connsiteX93-9283" fmla="*/ 4290 w 6642"/>
                    <a:gd name="connsiteY93-9284" fmla="*/ 4504 h 5728"/>
                    <a:gd name="connsiteX94-9285" fmla="*/ 4293 w 6642"/>
                    <a:gd name="connsiteY94-9286" fmla="*/ 4556 h 5728"/>
                    <a:gd name="connsiteX95-9287" fmla="*/ 4257 w 6642"/>
                    <a:gd name="connsiteY95-9288" fmla="*/ 4614 h 5728"/>
                    <a:gd name="connsiteX96-9289" fmla="*/ 3992 w 6642"/>
                    <a:gd name="connsiteY96-9290" fmla="*/ 4680 h 5728"/>
                    <a:gd name="connsiteX97-9291" fmla="*/ 3857 w 6642"/>
                    <a:gd name="connsiteY97-9292" fmla="*/ 4739 h 5728"/>
                    <a:gd name="connsiteX98-9293" fmla="*/ 3815 w 6642"/>
                    <a:gd name="connsiteY98-9294" fmla="*/ 4777 h 5728"/>
                    <a:gd name="connsiteX99-9295" fmla="*/ 3616 w 6642"/>
                    <a:gd name="connsiteY99-9296" fmla="*/ 5021 h 5728"/>
                    <a:gd name="connsiteX100-9297" fmla="*/ 3543 w 6642"/>
                    <a:gd name="connsiteY100-9298" fmla="*/ 4970 h 5728"/>
                    <a:gd name="connsiteX101-9299" fmla="*/ 3460 w 6642"/>
                    <a:gd name="connsiteY101-9300" fmla="*/ 4971 h 5728"/>
                    <a:gd name="connsiteX102-9301" fmla="*/ 3424 w 6642"/>
                    <a:gd name="connsiteY102-9302" fmla="*/ 5045 h 5728"/>
                    <a:gd name="connsiteX103-9303" fmla="*/ 3313 w 6642"/>
                    <a:gd name="connsiteY103-9304" fmla="*/ 5000 h 5728"/>
                    <a:gd name="connsiteX104-9305" fmla="*/ 3235 w 6642"/>
                    <a:gd name="connsiteY104-9306" fmla="*/ 5109 h 5728"/>
                    <a:gd name="connsiteX105-9307" fmla="*/ 3013 w 6642"/>
                    <a:gd name="connsiteY105-9308" fmla="*/ 5349 h 5728"/>
                    <a:gd name="connsiteX106-9309" fmla="*/ 2993 w 6642"/>
                    <a:gd name="connsiteY106-9310" fmla="*/ 5516 h 5728"/>
                    <a:gd name="connsiteX107-9311" fmla="*/ 2976 w 6642"/>
                    <a:gd name="connsiteY107-9312" fmla="*/ 5659 h 5728"/>
                    <a:gd name="connsiteX108-9313" fmla="*/ 2960 w 6642"/>
                    <a:gd name="connsiteY108-9314" fmla="*/ 5669 h 5728"/>
                    <a:gd name="connsiteX109-9315" fmla="*/ 2638 w 6642"/>
                    <a:gd name="connsiteY109-9316" fmla="*/ 5621 h 5728"/>
                    <a:gd name="connsiteX110-9317" fmla="*/ 2536 w 6642"/>
                    <a:gd name="connsiteY110-9318" fmla="*/ 5566 h 5728"/>
                    <a:gd name="connsiteX111-9319" fmla="*/ 2482 w 6642"/>
                    <a:gd name="connsiteY111-9320" fmla="*/ 5503 h 5728"/>
                    <a:gd name="connsiteX112-9321" fmla="*/ 2377 w 6642"/>
                    <a:gd name="connsiteY112-9322" fmla="*/ 5477 h 5728"/>
                    <a:gd name="connsiteX113-9323" fmla="*/ 2377 w 6642"/>
                    <a:gd name="connsiteY113-9324" fmla="*/ 5379 h 5728"/>
                    <a:gd name="connsiteX114-9325" fmla="*/ 2481 w 6642"/>
                    <a:gd name="connsiteY114-9326" fmla="*/ 5149 h 5728"/>
                    <a:gd name="connsiteX115-9327" fmla="*/ 2341 w 6642"/>
                    <a:gd name="connsiteY115-9328" fmla="*/ 5070 h 5728"/>
                    <a:gd name="connsiteX116-9329" fmla="*/ 2299 w 6642"/>
                    <a:gd name="connsiteY116-9330" fmla="*/ 5095 h 5728"/>
                    <a:gd name="connsiteX117-9331" fmla="*/ 2209 w 6642"/>
                    <a:gd name="connsiteY117-9332" fmla="*/ 5214 h 5728"/>
                    <a:gd name="connsiteX118-9333" fmla="*/ 2177 w 6642"/>
                    <a:gd name="connsiteY118-9334" fmla="*/ 5276 h 5728"/>
                    <a:gd name="connsiteX119-9335" fmla="*/ 2115 w 6642"/>
                    <a:gd name="connsiteY119-9336" fmla="*/ 5386 h 5728"/>
                    <a:gd name="connsiteX120-9337" fmla="*/ 2121 w 6642"/>
                    <a:gd name="connsiteY120-9338" fmla="*/ 5510 h 5728"/>
                    <a:gd name="connsiteX121-9339" fmla="*/ 2082 w 6642"/>
                    <a:gd name="connsiteY121-9340" fmla="*/ 5558 h 5728"/>
                    <a:gd name="connsiteX122-9341" fmla="*/ 1951 w 6642"/>
                    <a:gd name="connsiteY122-9342" fmla="*/ 5617 h 5728"/>
                    <a:gd name="connsiteX123-9343" fmla="*/ 1785 w 6642"/>
                    <a:gd name="connsiteY123-9344" fmla="*/ 5649 h 5728"/>
                    <a:gd name="connsiteX124-9345" fmla="*/ 1682 w 6642"/>
                    <a:gd name="connsiteY124-9346" fmla="*/ 5728 h 5728"/>
                    <a:gd name="connsiteX125-9347" fmla="*/ 1568 w 6642"/>
                    <a:gd name="connsiteY125-9348" fmla="*/ 5611 h 5728"/>
                    <a:gd name="connsiteX126-9349" fmla="*/ 1508 w 6642"/>
                    <a:gd name="connsiteY126-9350" fmla="*/ 5485 h 5728"/>
                    <a:gd name="connsiteX127-9351" fmla="*/ 1630 w 6642"/>
                    <a:gd name="connsiteY127-9352" fmla="*/ 5242 h 5728"/>
                    <a:gd name="connsiteX128-9353" fmla="*/ 1685 w 6642"/>
                    <a:gd name="connsiteY128-9354" fmla="*/ 5195 h 5728"/>
                    <a:gd name="connsiteX129-9355" fmla="*/ 1730 w 6642"/>
                    <a:gd name="connsiteY129-9356" fmla="*/ 5120 h 5728"/>
                    <a:gd name="connsiteX130-9357" fmla="*/ 1727 w 6642"/>
                    <a:gd name="connsiteY130-9358" fmla="*/ 5071 h 5728"/>
                    <a:gd name="connsiteX131-9359" fmla="*/ 1530 w 6642"/>
                    <a:gd name="connsiteY131-9360" fmla="*/ 5007 h 5728"/>
                    <a:gd name="connsiteX132-9361" fmla="*/ 1459 w 6642"/>
                    <a:gd name="connsiteY132-9362" fmla="*/ 5064 h 5728"/>
                    <a:gd name="connsiteX133-9363" fmla="*/ 1353 w 6642"/>
                    <a:gd name="connsiteY133-9364" fmla="*/ 5111 h 5728"/>
                    <a:gd name="connsiteX134-9365" fmla="*/ 1290 w 6642"/>
                    <a:gd name="connsiteY134-9366" fmla="*/ 5063 h 5728"/>
                    <a:gd name="connsiteX135-9367" fmla="*/ 1052 w 6642"/>
                    <a:gd name="connsiteY135-9368" fmla="*/ 5254 h 5728"/>
                    <a:gd name="connsiteX136-9369" fmla="*/ 924 w 6642"/>
                    <a:gd name="connsiteY136-9370" fmla="*/ 5231 h 5728"/>
                    <a:gd name="connsiteX137-9371" fmla="*/ 813 w 6642"/>
                    <a:gd name="connsiteY137-9372" fmla="*/ 5097 h 5728"/>
                    <a:gd name="connsiteX138-9373" fmla="*/ 683 w 6642"/>
                    <a:gd name="connsiteY138-9374" fmla="*/ 4930 h 5728"/>
                    <a:gd name="connsiteX139-9375" fmla="*/ 572 w 6642"/>
                    <a:gd name="connsiteY139-9376" fmla="*/ 4806 h 5728"/>
                    <a:gd name="connsiteX140-9377" fmla="*/ 505 w 6642"/>
                    <a:gd name="connsiteY140-9378" fmla="*/ 4788 h 5728"/>
                    <a:gd name="connsiteX141-9379" fmla="*/ 640 w 6642"/>
                    <a:gd name="connsiteY141-9380" fmla="*/ 4631 h 5728"/>
                    <a:gd name="connsiteX142-9381" fmla="*/ 683 w 6642"/>
                    <a:gd name="connsiteY142-9382" fmla="*/ 4541 h 5728"/>
                    <a:gd name="connsiteX143-9383" fmla="*/ 651 w 6642"/>
                    <a:gd name="connsiteY143-9384" fmla="*/ 4438 h 5728"/>
                    <a:gd name="connsiteX144-9385" fmla="*/ 277 w 6642"/>
                    <a:gd name="connsiteY144-9386" fmla="*/ 4491 h 5728"/>
                    <a:gd name="connsiteX145-9387" fmla="*/ 187 w 6642"/>
                    <a:gd name="connsiteY145-9388" fmla="*/ 4518 h 5728"/>
                    <a:gd name="connsiteX146-9389" fmla="*/ 195 w 6642"/>
                    <a:gd name="connsiteY146-9390" fmla="*/ 4384 h 5728"/>
                    <a:gd name="connsiteX147-9391" fmla="*/ 147 w 6642"/>
                    <a:gd name="connsiteY147-9392" fmla="*/ 4318 h 5728"/>
                    <a:gd name="connsiteX148-9393" fmla="*/ 39 w 6642"/>
                    <a:gd name="connsiteY148-9394" fmla="*/ 4220 h 5728"/>
                    <a:gd name="connsiteX149-9395" fmla="*/ 75 w 6642"/>
                    <a:gd name="connsiteY149-9396" fmla="*/ 4093 h 5728"/>
                    <a:gd name="connsiteX150-9397" fmla="*/ 63 w 6642"/>
                    <a:gd name="connsiteY150-9398" fmla="*/ 3929 h 5728"/>
                    <a:gd name="connsiteX151-9399" fmla="*/ 0 w 6642"/>
                    <a:gd name="connsiteY151-9400" fmla="*/ 3842 h 5728"/>
                    <a:gd name="connsiteX152-9401" fmla="*/ 0 w 6642"/>
                    <a:gd name="connsiteY152-9402" fmla="*/ 3737 h 5728"/>
                    <a:gd name="connsiteX153-9403" fmla="*/ 303 w 6642"/>
                    <a:gd name="connsiteY153-9404" fmla="*/ 3824 h 5728"/>
                    <a:gd name="connsiteX154-9405" fmla="*/ 830 w 6642"/>
                    <a:gd name="connsiteY154-9406" fmla="*/ 3840 h 5728"/>
                    <a:gd name="connsiteX155-9407" fmla="*/ 1044 w 6642"/>
                    <a:gd name="connsiteY155-9408" fmla="*/ 3908 h 5728"/>
                    <a:gd name="connsiteX156-9409" fmla="*/ 1213 w 6642"/>
                    <a:gd name="connsiteY156-9410" fmla="*/ 4053 h 5728"/>
                    <a:gd name="connsiteX157-9411" fmla="*/ 1257 w 6642"/>
                    <a:gd name="connsiteY157-9412" fmla="*/ 4077 h 5728"/>
                    <a:gd name="connsiteX158-9413" fmla="*/ 1417 w 6642"/>
                    <a:gd name="connsiteY158-9414" fmla="*/ 4107 h 5728"/>
                    <a:gd name="connsiteX159-9415" fmla="*/ 1487 w 6642"/>
                    <a:gd name="connsiteY159-9416" fmla="*/ 4158 h 5728"/>
                    <a:gd name="connsiteX160-9417" fmla="*/ 1688 w 6642"/>
                    <a:gd name="connsiteY160-9418" fmla="*/ 4229 h 5728"/>
                    <a:gd name="connsiteX161-9419" fmla="*/ 1904 w 6642"/>
                    <a:gd name="connsiteY161-9420" fmla="*/ 4309 h 5728"/>
                    <a:gd name="connsiteX162-9421" fmla="*/ 2068 w 6642"/>
                    <a:gd name="connsiteY162-9422" fmla="*/ 4212 h 5728"/>
                    <a:gd name="connsiteX163-9423" fmla="*/ 2267 w 6642"/>
                    <a:gd name="connsiteY163-9424" fmla="*/ 4125 h 5728"/>
                    <a:gd name="connsiteX164-9425" fmla="*/ 2363 w 6642"/>
                    <a:gd name="connsiteY164-9426" fmla="*/ 4075 h 5728"/>
                    <a:gd name="connsiteX165-9427" fmla="*/ 2539 w 6642"/>
                    <a:gd name="connsiteY165-9428" fmla="*/ 3995 h 5728"/>
                    <a:gd name="connsiteX166-9429" fmla="*/ 2721 w 6642"/>
                    <a:gd name="connsiteY166-9430" fmla="*/ 3970 h 5728"/>
                    <a:gd name="connsiteX167-9431" fmla="*/ 3073 w 6642"/>
                    <a:gd name="connsiteY167-9432" fmla="*/ 3979 h 5728"/>
                    <a:gd name="connsiteX168-9433" fmla="*/ 3416 w 6642"/>
                    <a:gd name="connsiteY168-9434" fmla="*/ 3722 h 5728"/>
                    <a:gd name="connsiteX169-9435" fmla="*/ 3519 w 6642"/>
                    <a:gd name="connsiteY169-9436" fmla="*/ 3636 h 5728"/>
                    <a:gd name="connsiteX170-9437" fmla="*/ 3609 w 6642"/>
                    <a:gd name="connsiteY170-9438" fmla="*/ 3563 h 5728"/>
                    <a:gd name="connsiteX171-9439" fmla="*/ 3705 w 6642"/>
                    <a:gd name="connsiteY171-9440" fmla="*/ 3503 h 5728"/>
                    <a:gd name="connsiteX172-9441" fmla="*/ 3702 w 6642"/>
                    <a:gd name="connsiteY172-9442" fmla="*/ 3422 h 5728"/>
                    <a:gd name="connsiteX173-9443" fmla="*/ 3597 w 6642"/>
                    <a:gd name="connsiteY173-9444" fmla="*/ 3317 h 5728"/>
                    <a:gd name="connsiteX174-9445" fmla="*/ 3582 w 6642"/>
                    <a:gd name="connsiteY174-9446" fmla="*/ 3252 h 5728"/>
                    <a:gd name="connsiteX175-9447" fmla="*/ 3692 w 6642"/>
                    <a:gd name="connsiteY175-9448" fmla="*/ 3012 h 5728"/>
                    <a:gd name="connsiteX176-9449" fmla="*/ 3835 w 6642"/>
                    <a:gd name="connsiteY176-9450" fmla="*/ 3094 h 5728"/>
                    <a:gd name="connsiteX0-9451" fmla="*/ 5456 w 6642"/>
                    <a:gd name="connsiteY0-9452" fmla="*/ 2333 h 5728"/>
                    <a:gd name="connsiteX1-9453" fmla="*/ 5454 w 6642"/>
                    <a:gd name="connsiteY1-9454" fmla="*/ 2117 h 5728"/>
                    <a:gd name="connsiteX2-9455" fmla="*/ 5378 w 6642"/>
                    <a:gd name="connsiteY2-9456" fmla="*/ 2039 h 5728"/>
                    <a:gd name="connsiteX3-9457" fmla="*/ 5235 w 6642"/>
                    <a:gd name="connsiteY3-9458" fmla="*/ 1951 h 5728"/>
                    <a:gd name="connsiteX4-9459" fmla="*/ 5143 w 6642"/>
                    <a:gd name="connsiteY4-9460" fmla="*/ 1827 h 5728"/>
                    <a:gd name="connsiteX5-9461" fmla="*/ 5047 w 6642"/>
                    <a:gd name="connsiteY5-9462" fmla="*/ 1828 h 5728"/>
                    <a:gd name="connsiteX6-9463" fmla="*/ 5002 w 6642"/>
                    <a:gd name="connsiteY6-9464" fmla="*/ 1883 h 5728"/>
                    <a:gd name="connsiteX7-9465" fmla="*/ 4909 w 6642"/>
                    <a:gd name="connsiteY7-9466" fmla="*/ 1877 h 5728"/>
                    <a:gd name="connsiteX8-9467" fmla="*/ 4889 w 6642"/>
                    <a:gd name="connsiteY8-9468" fmla="*/ 1994 h 5728"/>
                    <a:gd name="connsiteX9-9469" fmla="*/ 4708 w 6642"/>
                    <a:gd name="connsiteY9-9470" fmla="*/ 1941 h 5728"/>
                    <a:gd name="connsiteX10-9471" fmla="*/ 4625 w 6642"/>
                    <a:gd name="connsiteY10-9472" fmla="*/ 1939 h 5728"/>
                    <a:gd name="connsiteX11-9473" fmla="*/ 4500 w 6642"/>
                    <a:gd name="connsiteY11-9474" fmla="*/ 2014 h 5728"/>
                    <a:gd name="connsiteX12-9475" fmla="*/ 4388 w 6642"/>
                    <a:gd name="connsiteY12-9476" fmla="*/ 1890 h 5728"/>
                    <a:gd name="connsiteX13-9477" fmla="*/ 4482 w 6642"/>
                    <a:gd name="connsiteY13-9478" fmla="*/ 1804 h 5728"/>
                    <a:gd name="connsiteX14-9479" fmla="*/ 4486 w 6642"/>
                    <a:gd name="connsiteY14-9480" fmla="*/ 1634 h 5728"/>
                    <a:gd name="connsiteX15-9481" fmla="*/ 4541 w 6642"/>
                    <a:gd name="connsiteY15-9482" fmla="*/ 1514 h 5728"/>
                    <a:gd name="connsiteX16-9483" fmla="*/ 4584 w 6642"/>
                    <a:gd name="connsiteY16-9484" fmla="*/ 1306 h 5728"/>
                    <a:gd name="connsiteX17-9485" fmla="*/ 4644 w 6642"/>
                    <a:gd name="connsiteY17-9486" fmla="*/ 1307 h 5728"/>
                    <a:gd name="connsiteX18-9487" fmla="*/ 4967 w 6642"/>
                    <a:gd name="connsiteY18-9488" fmla="*/ 1286 h 5728"/>
                    <a:gd name="connsiteX19-9489" fmla="*/ 5141 w 6642"/>
                    <a:gd name="connsiteY19-9490" fmla="*/ 1117 h 5728"/>
                    <a:gd name="connsiteX20-9491" fmla="*/ 5210 w 6642"/>
                    <a:gd name="connsiteY20-9492" fmla="*/ 748 h 5728"/>
                    <a:gd name="connsiteX21-9493" fmla="*/ 5320 w 6642"/>
                    <a:gd name="connsiteY21-9494" fmla="*/ 486 h 5728"/>
                    <a:gd name="connsiteX22-9495" fmla="*/ 5318 w 6642"/>
                    <a:gd name="connsiteY22-9496" fmla="*/ 358 h 5728"/>
                    <a:gd name="connsiteX23-9497" fmla="*/ 5305 w 6642"/>
                    <a:gd name="connsiteY23-9498" fmla="*/ 328 h 5728"/>
                    <a:gd name="connsiteX24-9499" fmla="*/ 5238 w 6642"/>
                    <a:gd name="connsiteY24-9500" fmla="*/ 251 h 5728"/>
                    <a:gd name="connsiteX25-9501" fmla="*/ 5178 w 6642"/>
                    <a:gd name="connsiteY25-9502" fmla="*/ 217 h 5728"/>
                    <a:gd name="connsiteX26-9503" fmla="*/ 5303 w 6642"/>
                    <a:gd name="connsiteY26-9504" fmla="*/ 56 h 5728"/>
                    <a:gd name="connsiteX27-9505" fmla="*/ 5476 w 6642"/>
                    <a:gd name="connsiteY27-9506" fmla="*/ 2 h 5728"/>
                    <a:gd name="connsiteX28-9507" fmla="*/ 5508 w 6642"/>
                    <a:gd name="connsiteY28-9508" fmla="*/ 49 h 5728"/>
                    <a:gd name="connsiteX29-9509" fmla="*/ 5498 w 6642"/>
                    <a:gd name="connsiteY29-9510" fmla="*/ 133 h 5728"/>
                    <a:gd name="connsiteX30-9511" fmla="*/ 5437 w 6642"/>
                    <a:gd name="connsiteY30-9512" fmla="*/ 243 h 5728"/>
                    <a:gd name="connsiteX31-9513" fmla="*/ 5507 w 6642"/>
                    <a:gd name="connsiteY31-9514" fmla="*/ 301 h 5728"/>
                    <a:gd name="connsiteX32-9515" fmla="*/ 5621 w 6642"/>
                    <a:gd name="connsiteY32-9516" fmla="*/ 366 h 5728"/>
                    <a:gd name="connsiteX33-9517" fmla="*/ 5641 w 6642"/>
                    <a:gd name="connsiteY33-9518" fmla="*/ 255 h 5728"/>
                    <a:gd name="connsiteX34-9519" fmla="*/ 5775 w 6642"/>
                    <a:gd name="connsiteY34-9520" fmla="*/ 291 h 5728"/>
                    <a:gd name="connsiteX35-9521" fmla="*/ 5800 w 6642"/>
                    <a:gd name="connsiteY35-9522" fmla="*/ 331 h 5728"/>
                    <a:gd name="connsiteX36-9523" fmla="*/ 5876 w 6642"/>
                    <a:gd name="connsiteY36-9524" fmla="*/ 562 h 5728"/>
                    <a:gd name="connsiteX37-9525" fmla="*/ 5911 w 6642"/>
                    <a:gd name="connsiteY37-9526" fmla="*/ 586 h 5728"/>
                    <a:gd name="connsiteX38-9527" fmla="*/ 6003 w 6642"/>
                    <a:gd name="connsiteY38-9528" fmla="*/ 578 h 5728"/>
                    <a:gd name="connsiteX39-9529" fmla="*/ 6263 w 6642"/>
                    <a:gd name="connsiteY39-9530" fmla="*/ 490 h 5728"/>
                    <a:gd name="connsiteX40-9531" fmla="*/ 6483 w 6642"/>
                    <a:gd name="connsiteY40-9532" fmla="*/ 479 h 5728"/>
                    <a:gd name="connsiteX41-9533" fmla="*/ 6543 w 6642"/>
                    <a:gd name="connsiteY41-9534" fmla="*/ 648 h 5728"/>
                    <a:gd name="connsiteX42-9535" fmla="*/ 6461 w 6642"/>
                    <a:gd name="connsiteY42-9536" fmla="*/ 944 h 5728"/>
                    <a:gd name="connsiteX43-9537" fmla="*/ 6461 w 6642"/>
                    <a:gd name="connsiteY43-9538" fmla="*/ 1022 h 5728"/>
                    <a:gd name="connsiteX44-9539" fmla="*/ 6530 w 6642"/>
                    <a:gd name="connsiteY44-9540" fmla="*/ 1168 h 5728"/>
                    <a:gd name="connsiteX45-9541" fmla="*/ 6545 w 6642"/>
                    <a:gd name="connsiteY45-9542" fmla="*/ 1427 h 5728"/>
                    <a:gd name="connsiteX46-9543" fmla="*/ 6547 w 6642"/>
                    <a:gd name="connsiteY46-9544" fmla="*/ 1617 h 5728"/>
                    <a:gd name="connsiteX47-9545" fmla="*/ 6480 w 6642"/>
                    <a:gd name="connsiteY47-9546" fmla="*/ 1625 h 5728"/>
                    <a:gd name="connsiteX48-9547" fmla="*/ 6458 w 6642"/>
                    <a:gd name="connsiteY48-9548" fmla="*/ 1507 h 5728"/>
                    <a:gd name="connsiteX49-9549" fmla="*/ 6423 w 6642"/>
                    <a:gd name="connsiteY49-9550" fmla="*/ 1450 h 5728"/>
                    <a:gd name="connsiteX50-9551" fmla="*/ 6333 w 6642"/>
                    <a:gd name="connsiteY50-9552" fmla="*/ 1582 h 5728"/>
                    <a:gd name="connsiteX51-9553" fmla="*/ 6220 w 6642"/>
                    <a:gd name="connsiteY51-9554" fmla="*/ 1776 h 5728"/>
                    <a:gd name="connsiteX52-9555" fmla="*/ 6101 w 6642"/>
                    <a:gd name="connsiteY52-9556" fmla="*/ 1904 h 5728"/>
                    <a:gd name="connsiteX53-9557" fmla="*/ 6094 w 6642"/>
                    <a:gd name="connsiteY53-9558" fmla="*/ 2018 h 5728"/>
                    <a:gd name="connsiteX54-9559" fmla="*/ 6154 w 6642"/>
                    <a:gd name="connsiteY54-9560" fmla="*/ 2115 h 5728"/>
                    <a:gd name="connsiteX55-9561" fmla="*/ 6256 w 6642"/>
                    <a:gd name="connsiteY55-9562" fmla="*/ 2183 h 5728"/>
                    <a:gd name="connsiteX56-9563" fmla="*/ 6333 w 6642"/>
                    <a:gd name="connsiteY56-9564" fmla="*/ 2178 h 5728"/>
                    <a:gd name="connsiteX57-9565" fmla="*/ 6378 w 6642"/>
                    <a:gd name="connsiteY57-9566" fmla="*/ 2104 h 5728"/>
                    <a:gd name="connsiteX58-9567" fmla="*/ 6412 w 6642"/>
                    <a:gd name="connsiteY58-9568" fmla="*/ 2210 h 5728"/>
                    <a:gd name="connsiteX59-9569" fmla="*/ 6300 w 6642"/>
                    <a:gd name="connsiteY59-9570" fmla="*/ 2249 h 5728"/>
                    <a:gd name="connsiteX60-9571" fmla="*/ 6347 w 6642"/>
                    <a:gd name="connsiteY60-9572" fmla="*/ 2362 h 5728"/>
                    <a:gd name="connsiteX61-9573" fmla="*/ 6212 w 6642"/>
                    <a:gd name="connsiteY61-9574" fmla="*/ 2509 h 5728"/>
                    <a:gd name="connsiteX62-9575" fmla="*/ 6171 w 6642"/>
                    <a:gd name="connsiteY62-9576" fmla="*/ 2498 h 5728"/>
                    <a:gd name="connsiteX63-9577" fmla="*/ 6047 w 6642"/>
                    <a:gd name="connsiteY63-9578" fmla="*/ 2413 h 5728"/>
                    <a:gd name="connsiteX64-9579" fmla="*/ 5992 w 6642"/>
                    <a:gd name="connsiteY64-9580" fmla="*/ 2412 h 5728"/>
                    <a:gd name="connsiteX65-9581" fmla="*/ 5957 w 6642"/>
                    <a:gd name="connsiteY65-9582" fmla="*/ 2480 h 5728"/>
                    <a:gd name="connsiteX66-9583" fmla="*/ 5960 w 6642"/>
                    <a:gd name="connsiteY66-9584" fmla="*/ 2562 h 5728"/>
                    <a:gd name="connsiteX67-9585" fmla="*/ 6138 w 6642"/>
                    <a:gd name="connsiteY67-9586" fmla="*/ 2730 h 5728"/>
                    <a:gd name="connsiteX68-9587" fmla="*/ 6137 w 6642"/>
                    <a:gd name="connsiteY68-9588" fmla="*/ 2844 h 5728"/>
                    <a:gd name="connsiteX69-9589" fmla="*/ 6228 w 6642"/>
                    <a:gd name="connsiteY69-9590" fmla="*/ 3060 h 5728"/>
                    <a:gd name="connsiteX70-9591" fmla="*/ 6254 w 6642"/>
                    <a:gd name="connsiteY70-9592" fmla="*/ 3090 h 5728"/>
                    <a:gd name="connsiteX71-9593" fmla="*/ 6298 w 6642"/>
                    <a:gd name="connsiteY71-9594" fmla="*/ 3094 h 5728"/>
                    <a:gd name="connsiteX72-9595" fmla="*/ 6344 w 6642"/>
                    <a:gd name="connsiteY72-9596" fmla="*/ 3010 h 5728"/>
                    <a:gd name="connsiteX73-9597" fmla="*/ 6424 w 6642"/>
                    <a:gd name="connsiteY73-9598" fmla="*/ 2950 h 5728"/>
                    <a:gd name="connsiteX74-9599" fmla="*/ 6519 w 6642"/>
                    <a:gd name="connsiteY74-9600" fmla="*/ 3126 h 5728"/>
                    <a:gd name="connsiteX75-9601" fmla="*/ 6629 w 6642"/>
                    <a:gd name="connsiteY75-9602" fmla="*/ 3312 h 5728"/>
                    <a:gd name="connsiteX76-9603" fmla="*/ 6642 w 6642"/>
                    <a:gd name="connsiteY76-9604" fmla="*/ 3342 h 5728"/>
                    <a:gd name="connsiteX77-9605" fmla="*/ 6631 w 6642"/>
                    <a:gd name="connsiteY77-9606" fmla="*/ 3518 h 5728"/>
                    <a:gd name="connsiteX78-9607" fmla="*/ 6596 w 6642"/>
                    <a:gd name="connsiteY78-9608" fmla="*/ 3554 h 5728"/>
                    <a:gd name="connsiteX79-9609" fmla="*/ 6507 w 6642"/>
                    <a:gd name="connsiteY79-9610" fmla="*/ 3515 h 5728"/>
                    <a:gd name="connsiteX80-9611" fmla="*/ 6273 w 6642"/>
                    <a:gd name="connsiteY80-9612" fmla="*/ 3644 h 5728"/>
                    <a:gd name="connsiteX81-9613" fmla="*/ 6247 w 6642"/>
                    <a:gd name="connsiteY81-9614" fmla="*/ 3666 h 5728"/>
                    <a:gd name="connsiteX82-9615" fmla="*/ 6067 w 6642"/>
                    <a:gd name="connsiteY82-9616" fmla="*/ 3812 h 5728"/>
                    <a:gd name="connsiteX83-9617" fmla="*/ 5926 w 6642"/>
                    <a:gd name="connsiteY83-9618" fmla="*/ 3926 h 5728"/>
                    <a:gd name="connsiteX84-9619" fmla="*/ 5891 w 6642"/>
                    <a:gd name="connsiteY84-9620" fmla="*/ 3965 h 5728"/>
                    <a:gd name="connsiteX85-9621" fmla="*/ 5839 w 6642"/>
                    <a:gd name="connsiteY85-9622" fmla="*/ 3973 h 5728"/>
                    <a:gd name="connsiteX86-9623" fmla="*/ 5782 w 6642"/>
                    <a:gd name="connsiteY86-9624" fmla="*/ 3916 h 5728"/>
                    <a:gd name="connsiteX87-9625" fmla="*/ 5658 w 6642"/>
                    <a:gd name="connsiteY87-9626" fmla="*/ 3808 h 5728"/>
                    <a:gd name="connsiteX88-9627" fmla="*/ 5682 w 6642"/>
                    <a:gd name="connsiteY88-9628" fmla="*/ 4064 h 5728"/>
                    <a:gd name="connsiteX89-9629" fmla="*/ 5691 w 6642"/>
                    <a:gd name="connsiteY89-9630" fmla="*/ 4192 h 5728"/>
                    <a:gd name="connsiteX90-9631" fmla="*/ 5429 w 6642"/>
                    <a:gd name="connsiteY90-9632" fmla="*/ 4166 h 5728"/>
                    <a:gd name="connsiteX91-9633" fmla="*/ 5347 w 6642"/>
                    <a:gd name="connsiteY91-9634" fmla="*/ 3987 h 5728"/>
                    <a:gd name="connsiteX92-9635" fmla="*/ 5265 w 6642"/>
                    <a:gd name="connsiteY92-9636" fmla="*/ 3802 h 5728"/>
                    <a:gd name="connsiteX93-9637" fmla="*/ 4290 w 6642"/>
                    <a:gd name="connsiteY93-9638" fmla="*/ 4504 h 5728"/>
                    <a:gd name="connsiteX94-9639" fmla="*/ 4293 w 6642"/>
                    <a:gd name="connsiteY94-9640" fmla="*/ 4556 h 5728"/>
                    <a:gd name="connsiteX95-9641" fmla="*/ 4257 w 6642"/>
                    <a:gd name="connsiteY95-9642" fmla="*/ 4614 h 5728"/>
                    <a:gd name="connsiteX96-9643" fmla="*/ 3992 w 6642"/>
                    <a:gd name="connsiteY96-9644" fmla="*/ 4680 h 5728"/>
                    <a:gd name="connsiteX97-9645" fmla="*/ 3857 w 6642"/>
                    <a:gd name="connsiteY97-9646" fmla="*/ 4739 h 5728"/>
                    <a:gd name="connsiteX98-9647" fmla="*/ 3815 w 6642"/>
                    <a:gd name="connsiteY98-9648" fmla="*/ 4777 h 5728"/>
                    <a:gd name="connsiteX99-9649" fmla="*/ 3616 w 6642"/>
                    <a:gd name="connsiteY99-9650" fmla="*/ 5021 h 5728"/>
                    <a:gd name="connsiteX100-9651" fmla="*/ 3543 w 6642"/>
                    <a:gd name="connsiteY100-9652" fmla="*/ 4970 h 5728"/>
                    <a:gd name="connsiteX101-9653" fmla="*/ 3460 w 6642"/>
                    <a:gd name="connsiteY101-9654" fmla="*/ 4971 h 5728"/>
                    <a:gd name="connsiteX102-9655" fmla="*/ 3424 w 6642"/>
                    <a:gd name="connsiteY102-9656" fmla="*/ 5045 h 5728"/>
                    <a:gd name="connsiteX103-9657" fmla="*/ 3313 w 6642"/>
                    <a:gd name="connsiteY103-9658" fmla="*/ 5000 h 5728"/>
                    <a:gd name="connsiteX104-9659" fmla="*/ 3235 w 6642"/>
                    <a:gd name="connsiteY104-9660" fmla="*/ 5109 h 5728"/>
                    <a:gd name="connsiteX105-9661" fmla="*/ 3013 w 6642"/>
                    <a:gd name="connsiteY105-9662" fmla="*/ 5349 h 5728"/>
                    <a:gd name="connsiteX106-9663" fmla="*/ 2993 w 6642"/>
                    <a:gd name="connsiteY106-9664" fmla="*/ 5516 h 5728"/>
                    <a:gd name="connsiteX107-9665" fmla="*/ 2976 w 6642"/>
                    <a:gd name="connsiteY107-9666" fmla="*/ 5659 h 5728"/>
                    <a:gd name="connsiteX108-9667" fmla="*/ 2960 w 6642"/>
                    <a:gd name="connsiteY108-9668" fmla="*/ 5669 h 5728"/>
                    <a:gd name="connsiteX109-9669" fmla="*/ 2638 w 6642"/>
                    <a:gd name="connsiteY109-9670" fmla="*/ 5621 h 5728"/>
                    <a:gd name="connsiteX110-9671" fmla="*/ 2536 w 6642"/>
                    <a:gd name="connsiteY110-9672" fmla="*/ 5566 h 5728"/>
                    <a:gd name="connsiteX111-9673" fmla="*/ 2482 w 6642"/>
                    <a:gd name="connsiteY111-9674" fmla="*/ 5503 h 5728"/>
                    <a:gd name="connsiteX112-9675" fmla="*/ 2377 w 6642"/>
                    <a:gd name="connsiteY112-9676" fmla="*/ 5477 h 5728"/>
                    <a:gd name="connsiteX113-9677" fmla="*/ 2377 w 6642"/>
                    <a:gd name="connsiteY113-9678" fmla="*/ 5379 h 5728"/>
                    <a:gd name="connsiteX114-9679" fmla="*/ 2481 w 6642"/>
                    <a:gd name="connsiteY114-9680" fmla="*/ 5149 h 5728"/>
                    <a:gd name="connsiteX115-9681" fmla="*/ 2341 w 6642"/>
                    <a:gd name="connsiteY115-9682" fmla="*/ 5070 h 5728"/>
                    <a:gd name="connsiteX116-9683" fmla="*/ 2299 w 6642"/>
                    <a:gd name="connsiteY116-9684" fmla="*/ 5095 h 5728"/>
                    <a:gd name="connsiteX117-9685" fmla="*/ 2209 w 6642"/>
                    <a:gd name="connsiteY117-9686" fmla="*/ 5214 h 5728"/>
                    <a:gd name="connsiteX118-9687" fmla="*/ 2177 w 6642"/>
                    <a:gd name="connsiteY118-9688" fmla="*/ 5276 h 5728"/>
                    <a:gd name="connsiteX119-9689" fmla="*/ 2115 w 6642"/>
                    <a:gd name="connsiteY119-9690" fmla="*/ 5386 h 5728"/>
                    <a:gd name="connsiteX120-9691" fmla="*/ 2121 w 6642"/>
                    <a:gd name="connsiteY120-9692" fmla="*/ 5510 h 5728"/>
                    <a:gd name="connsiteX121-9693" fmla="*/ 2082 w 6642"/>
                    <a:gd name="connsiteY121-9694" fmla="*/ 5558 h 5728"/>
                    <a:gd name="connsiteX122-9695" fmla="*/ 1951 w 6642"/>
                    <a:gd name="connsiteY122-9696" fmla="*/ 5617 h 5728"/>
                    <a:gd name="connsiteX123-9697" fmla="*/ 1785 w 6642"/>
                    <a:gd name="connsiteY123-9698" fmla="*/ 5649 h 5728"/>
                    <a:gd name="connsiteX124-9699" fmla="*/ 1682 w 6642"/>
                    <a:gd name="connsiteY124-9700" fmla="*/ 5728 h 5728"/>
                    <a:gd name="connsiteX125-9701" fmla="*/ 1568 w 6642"/>
                    <a:gd name="connsiteY125-9702" fmla="*/ 5611 h 5728"/>
                    <a:gd name="connsiteX126-9703" fmla="*/ 1508 w 6642"/>
                    <a:gd name="connsiteY126-9704" fmla="*/ 5485 h 5728"/>
                    <a:gd name="connsiteX127-9705" fmla="*/ 1630 w 6642"/>
                    <a:gd name="connsiteY127-9706" fmla="*/ 5242 h 5728"/>
                    <a:gd name="connsiteX128-9707" fmla="*/ 1685 w 6642"/>
                    <a:gd name="connsiteY128-9708" fmla="*/ 5195 h 5728"/>
                    <a:gd name="connsiteX129-9709" fmla="*/ 1730 w 6642"/>
                    <a:gd name="connsiteY129-9710" fmla="*/ 5120 h 5728"/>
                    <a:gd name="connsiteX130-9711" fmla="*/ 1727 w 6642"/>
                    <a:gd name="connsiteY130-9712" fmla="*/ 5071 h 5728"/>
                    <a:gd name="connsiteX131-9713" fmla="*/ 1530 w 6642"/>
                    <a:gd name="connsiteY131-9714" fmla="*/ 5007 h 5728"/>
                    <a:gd name="connsiteX132-9715" fmla="*/ 1459 w 6642"/>
                    <a:gd name="connsiteY132-9716" fmla="*/ 5064 h 5728"/>
                    <a:gd name="connsiteX133-9717" fmla="*/ 1353 w 6642"/>
                    <a:gd name="connsiteY133-9718" fmla="*/ 5111 h 5728"/>
                    <a:gd name="connsiteX134-9719" fmla="*/ 1290 w 6642"/>
                    <a:gd name="connsiteY134-9720" fmla="*/ 5063 h 5728"/>
                    <a:gd name="connsiteX135-9721" fmla="*/ 1052 w 6642"/>
                    <a:gd name="connsiteY135-9722" fmla="*/ 5254 h 5728"/>
                    <a:gd name="connsiteX136-9723" fmla="*/ 924 w 6642"/>
                    <a:gd name="connsiteY136-9724" fmla="*/ 5231 h 5728"/>
                    <a:gd name="connsiteX137-9725" fmla="*/ 813 w 6642"/>
                    <a:gd name="connsiteY137-9726" fmla="*/ 5097 h 5728"/>
                    <a:gd name="connsiteX138-9727" fmla="*/ 683 w 6642"/>
                    <a:gd name="connsiteY138-9728" fmla="*/ 4930 h 5728"/>
                    <a:gd name="connsiteX139-9729" fmla="*/ 572 w 6642"/>
                    <a:gd name="connsiteY139-9730" fmla="*/ 4806 h 5728"/>
                    <a:gd name="connsiteX140-9731" fmla="*/ 505 w 6642"/>
                    <a:gd name="connsiteY140-9732" fmla="*/ 4788 h 5728"/>
                    <a:gd name="connsiteX141-9733" fmla="*/ 640 w 6642"/>
                    <a:gd name="connsiteY141-9734" fmla="*/ 4631 h 5728"/>
                    <a:gd name="connsiteX142-9735" fmla="*/ 683 w 6642"/>
                    <a:gd name="connsiteY142-9736" fmla="*/ 4541 h 5728"/>
                    <a:gd name="connsiteX143-9737" fmla="*/ 651 w 6642"/>
                    <a:gd name="connsiteY143-9738" fmla="*/ 4438 h 5728"/>
                    <a:gd name="connsiteX144-9739" fmla="*/ 277 w 6642"/>
                    <a:gd name="connsiteY144-9740" fmla="*/ 4491 h 5728"/>
                    <a:gd name="connsiteX145-9741" fmla="*/ 187 w 6642"/>
                    <a:gd name="connsiteY145-9742" fmla="*/ 4518 h 5728"/>
                    <a:gd name="connsiteX146-9743" fmla="*/ 195 w 6642"/>
                    <a:gd name="connsiteY146-9744" fmla="*/ 4384 h 5728"/>
                    <a:gd name="connsiteX147-9745" fmla="*/ 147 w 6642"/>
                    <a:gd name="connsiteY147-9746" fmla="*/ 4318 h 5728"/>
                    <a:gd name="connsiteX148-9747" fmla="*/ 39 w 6642"/>
                    <a:gd name="connsiteY148-9748" fmla="*/ 4220 h 5728"/>
                    <a:gd name="connsiteX149-9749" fmla="*/ 75 w 6642"/>
                    <a:gd name="connsiteY149-9750" fmla="*/ 4093 h 5728"/>
                    <a:gd name="connsiteX150-9751" fmla="*/ 63 w 6642"/>
                    <a:gd name="connsiteY150-9752" fmla="*/ 3929 h 5728"/>
                    <a:gd name="connsiteX151-9753" fmla="*/ 0 w 6642"/>
                    <a:gd name="connsiteY151-9754" fmla="*/ 3842 h 5728"/>
                    <a:gd name="connsiteX152-9755" fmla="*/ 0 w 6642"/>
                    <a:gd name="connsiteY152-9756" fmla="*/ 3737 h 5728"/>
                    <a:gd name="connsiteX153-9757" fmla="*/ 303 w 6642"/>
                    <a:gd name="connsiteY153-9758" fmla="*/ 3824 h 5728"/>
                    <a:gd name="connsiteX154-9759" fmla="*/ 830 w 6642"/>
                    <a:gd name="connsiteY154-9760" fmla="*/ 3840 h 5728"/>
                    <a:gd name="connsiteX155-9761" fmla="*/ 1044 w 6642"/>
                    <a:gd name="connsiteY155-9762" fmla="*/ 3908 h 5728"/>
                    <a:gd name="connsiteX156-9763" fmla="*/ 1213 w 6642"/>
                    <a:gd name="connsiteY156-9764" fmla="*/ 4053 h 5728"/>
                    <a:gd name="connsiteX157-9765" fmla="*/ 1257 w 6642"/>
                    <a:gd name="connsiteY157-9766" fmla="*/ 4077 h 5728"/>
                    <a:gd name="connsiteX158-9767" fmla="*/ 1417 w 6642"/>
                    <a:gd name="connsiteY158-9768" fmla="*/ 4107 h 5728"/>
                    <a:gd name="connsiteX159-9769" fmla="*/ 1487 w 6642"/>
                    <a:gd name="connsiteY159-9770" fmla="*/ 4158 h 5728"/>
                    <a:gd name="connsiteX160-9771" fmla="*/ 1688 w 6642"/>
                    <a:gd name="connsiteY160-9772" fmla="*/ 4229 h 5728"/>
                    <a:gd name="connsiteX161-9773" fmla="*/ 1904 w 6642"/>
                    <a:gd name="connsiteY161-9774" fmla="*/ 4309 h 5728"/>
                    <a:gd name="connsiteX162-9775" fmla="*/ 2068 w 6642"/>
                    <a:gd name="connsiteY162-9776" fmla="*/ 4212 h 5728"/>
                    <a:gd name="connsiteX163-9777" fmla="*/ 2267 w 6642"/>
                    <a:gd name="connsiteY163-9778" fmla="*/ 4125 h 5728"/>
                    <a:gd name="connsiteX164-9779" fmla="*/ 2363 w 6642"/>
                    <a:gd name="connsiteY164-9780" fmla="*/ 4075 h 5728"/>
                    <a:gd name="connsiteX165-9781" fmla="*/ 2539 w 6642"/>
                    <a:gd name="connsiteY165-9782" fmla="*/ 3995 h 5728"/>
                    <a:gd name="connsiteX166-9783" fmla="*/ 2721 w 6642"/>
                    <a:gd name="connsiteY166-9784" fmla="*/ 3970 h 5728"/>
                    <a:gd name="connsiteX167-9785" fmla="*/ 3073 w 6642"/>
                    <a:gd name="connsiteY167-9786" fmla="*/ 3979 h 5728"/>
                    <a:gd name="connsiteX168-9787" fmla="*/ 3416 w 6642"/>
                    <a:gd name="connsiteY168-9788" fmla="*/ 3722 h 5728"/>
                    <a:gd name="connsiteX169-9789" fmla="*/ 3519 w 6642"/>
                    <a:gd name="connsiteY169-9790" fmla="*/ 3636 h 5728"/>
                    <a:gd name="connsiteX170-9791" fmla="*/ 3609 w 6642"/>
                    <a:gd name="connsiteY170-9792" fmla="*/ 3563 h 5728"/>
                    <a:gd name="connsiteX171-9793" fmla="*/ 3705 w 6642"/>
                    <a:gd name="connsiteY171-9794" fmla="*/ 3503 h 5728"/>
                    <a:gd name="connsiteX172-9795" fmla="*/ 3702 w 6642"/>
                    <a:gd name="connsiteY172-9796" fmla="*/ 3422 h 5728"/>
                    <a:gd name="connsiteX173-9797" fmla="*/ 3597 w 6642"/>
                    <a:gd name="connsiteY173-9798" fmla="*/ 3317 h 5728"/>
                    <a:gd name="connsiteX174-9799" fmla="*/ 3582 w 6642"/>
                    <a:gd name="connsiteY174-9800" fmla="*/ 3252 h 5728"/>
                    <a:gd name="connsiteX175-9801" fmla="*/ 3692 w 6642"/>
                    <a:gd name="connsiteY175-9802" fmla="*/ 3012 h 5728"/>
                    <a:gd name="connsiteX0-9803" fmla="*/ 5456 w 6642"/>
                    <a:gd name="connsiteY0-9804" fmla="*/ 2333 h 5728"/>
                    <a:gd name="connsiteX1-9805" fmla="*/ 5454 w 6642"/>
                    <a:gd name="connsiteY1-9806" fmla="*/ 2117 h 5728"/>
                    <a:gd name="connsiteX2-9807" fmla="*/ 5378 w 6642"/>
                    <a:gd name="connsiteY2-9808" fmla="*/ 2039 h 5728"/>
                    <a:gd name="connsiteX3-9809" fmla="*/ 5235 w 6642"/>
                    <a:gd name="connsiteY3-9810" fmla="*/ 1951 h 5728"/>
                    <a:gd name="connsiteX4-9811" fmla="*/ 5143 w 6642"/>
                    <a:gd name="connsiteY4-9812" fmla="*/ 1827 h 5728"/>
                    <a:gd name="connsiteX5-9813" fmla="*/ 5047 w 6642"/>
                    <a:gd name="connsiteY5-9814" fmla="*/ 1828 h 5728"/>
                    <a:gd name="connsiteX6-9815" fmla="*/ 5002 w 6642"/>
                    <a:gd name="connsiteY6-9816" fmla="*/ 1883 h 5728"/>
                    <a:gd name="connsiteX7-9817" fmla="*/ 4909 w 6642"/>
                    <a:gd name="connsiteY7-9818" fmla="*/ 1877 h 5728"/>
                    <a:gd name="connsiteX8-9819" fmla="*/ 4889 w 6642"/>
                    <a:gd name="connsiteY8-9820" fmla="*/ 1994 h 5728"/>
                    <a:gd name="connsiteX9-9821" fmla="*/ 4708 w 6642"/>
                    <a:gd name="connsiteY9-9822" fmla="*/ 1941 h 5728"/>
                    <a:gd name="connsiteX10-9823" fmla="*/ 4625 w 6642"/>
                    <a:gd name="connsiteY10-9824" fmla="*/ 1939 h 5728"/>
                    <a:gd name="connsiteX11-9825" fmla="*/ 4500 w 6642"/>
                    <a:gd name="connsiteY11-9826" fmla="*/ 2014 h 5728"/>
                    <a:gd name="connsiteX12-9827" fmla="*/ 4388 w 6642"/>
                    <a:gd name="connsiteY12-9828" fmla="*/ 1890 h 5728"/>
                    <a:gd name="connsiteX13-9829" fmla="*/ 4482 w 6642"/>
                    <a:gd name="connsiteY13-9830" fmla="*/ 1804 h 5728"/>
                    <a:gd name="connsiteX14-9831" fmla="*/ 4486 w 6642"/>
                    <a:gd name="connsiteY14-9832" fmla="*/ 1634 h 5728"/>
                    <a:gd name="connsiteX15-9833" fmla="*/ 4541 w 6642"/>
                    <a:gd name="connsiteY15-9834" fmla="*/ 1514 h 5728"/>
                    <a:gd name="connsiteX16-9835" fmla="*/ 4584 w 6642"/>
                    <a:gd name="connsiteY16-9836" fmla="*/ 1306 h 5728"/>
                    <a:gd name="connsiteX17-9837" fmla="*/ 4644 w 6642"/>
                    <a:gd name="connsiteY17-9838" fmla="*/ 1307 h 5728"/>
                    <a:gd name="connsiteX18-9839" fmla="*/ 4967 w 6642"/>
                    <a:gd name="connsiteY18-9840" fmla="*/ 1286 h 5728"/>
                    <a:gd name="connsiteX19-9841" fmla="*/ 5141 w 6642"/>
                    <a:gd name="connsiteY19-9842" fmla="*/ 1117 h 5728"/>
                    <a:gd name="connsiteX20-9843" fmla="*/ 5210 w 6642"/>
                    <a:gd name="connsiteY20-9844" fmla="*/ 748 h 5728"/>
                    <a:gd name="connsiteX21-9845" fmla="*/ 5320 w 6642"/>
                    <a:gd name="connsiteY21-9846" fmla="*/ 486 h 5728"/>
                    <a:gd name="connsiteX22-9847" fmla="*/ 5318 w 6642"/>
                    <a:gd name="connsiteY22-9848" fmla="*/ 358 h 5728"/>
                    <a:gd name="connsiteX23-9849" fmla="*/ 5305 w 6642"/>
                    <a:gd name="connsiteY23-9850" fmla="*/ 328 h 5728"/>
                    <a:gd name="connsiteX24-9851" fmla="*/ 5238 w 6642"/>
                    <a:gd name="connsiteY24-9852" fmla="*/ 251 h 5728"/>
                    <a:gd name="connsiteX25-9853" fmla="*/ 5178 w 6642"/>
                    <a:gd name="connsiteY25-9854" fmla="*/ 217 h 5728"/>
                    <a:gd name="connsiteX26-9855" fmla="*/ 5303 w 6642"/>
                    <a:gd name="connsiteY26-9856" fmla="*/ 56 h 5728"/>
                    <a:gd name="connsiteX27-9857" fmla="*/ 5476 w 6642"/>
                    <a:gd name="connsiteY27-9858" fmla="*/ 2 h 5728"/>
                    <a:gd name="connsiteX28-9859" fmla="*/ 5508 w 6642"/>
                    <a:gd name="connsiteY28-9860" fmla="*/ 49 h 5728"/>
                    <a:gd name="connsiteX29-9861" fmla="*/ 5498 w 6642"/>
                    <a:gd name="connsiteY29-9862" fmla="*/ 133 h 5728"/>
                    <a:gd name="connsiteX30-9863" fmla="*/ 5437 w 6642"/>
                    <a:gd name="connsiteY30-9864" fmla="*/ 243 h 5728"/>
                    <a:gd name="connsiteX31-9865" fmla="*/ 5507 w 6642"/>
                    <a:gd name="connsiteY31-9866" fmla="*/ 301 h 5728"/>
                    <a:gd name="connsiteX32-9867" fmla="*/ 5621 w 6642"/>
                    <a:gd name="connsiteY32-9868" fmla="*/ 366 h 5728"/>
                    <a:gd name="connsiteX33-9869" fmla="*/ 5641 w 6642"/>
                    <a:gd name="connsiteY33-9870" fmla="*/ 255 h 5728"/>
                    <a:gd name="connsiteX34-9871" fmla="*/ 5775 w 6642"/>
                    <a:gd name="connsiteY34-9872" fmla="*/ 291 h 5728"/>
                    <a:gd name="connsiteX35-9873" fmla="*/ 5800 w 6642"/>
                    <a:gd name="connsiteY35-9874" fmla="*/ 331 h 5728"/>
                    <a:gd name="connsiteX36-9875" fmla="*/ 5876 w 6642"/>
                    <a:gd name="connsiteY36-9876" fmla="*/ 562 h 5728"/>
                    <a:gd name="connsiteX37-9877" fmla="*/ 5911 w 6642"/>
                    <a:gd name="connsiteY37-9878" fmla="*/ 586 h 5728"/>
                    <a:gd name="connsiteX38-9879" fmla="*/ 6003 w 6642"/>
                    <a:gd name="connsiteY38-9880" fmla="*/ 578 h 5728"/>
                    <a:gd name="connsiteX39-9881" fmla="*/ 6263 w 6642"/>
                    <a:gd name="connsiteY39-9882" fmla="*/ 490 h 5728"/>
                    <a:gd name="connsiteX40-9883" fmla="*/ 6483 w 6642"/>
                    <a:gd name="connsiteY40-9884" fmla="*/ 479 h 5728"/>
                    <a:gd name="connsiteX41-9885" fmla="*/ 6543 w 6642"/>
                    <a:gd name="connsiteY41-9886" fmla="*/ 648 h 5728"/>
                    <a:gd name="connsiteX42-9887" fmla="*/ 6461 w 6642"/>
                    <a:gd name="connsiteY42-9888" fmla="*/ 944 h 5728"/>
                    <a:gd name="connsiteX43-9889" fmla="*/ 6461 w 6642"/>
                    <a:gd name="connsiteY43-9890" fmla="*/ 1022 h 5728"/>
                    <a:gd name="connsiteX44-9891" fmla="*/ 6530 w 6642"/>
                    <a:gd name="connsiteY44-9892" fmla="*/ 1168 h 5728"/>
                    <a:gd name="connsiteX45-9893" fmla="*/ 6545 w 6642"/>
                    <a:gd name="connsiteY45-9894" fmla="*/ 1427 h 5728"/>
                    <a:gd name="connsiteX46-9895" fmla="*/ 6547 w 6642"/>
                    <a:gd name="connsiteY46-9896" fmla="*/ 1617 h 5728"/>
                    <a:gd name="connsiteX47-9897" fmla="*/ 6480 w 6642"/>
                    <a:gd name="connsiteY47-9898" fmla="*/ 1625 h 5728"/>
                    <a:gd name="connsiteX48-9899" fmla="*/ 6458 w 6642"/>
                    <a:gd name="connsiteY48-9900" fmla="*/ 1507 h 5728"/>
                    <a:gd name="connsiteX49-9901" fmla="*/ 6423 w 6642"/>
                    <a:gd name="connsiteY49-9902" fmla="*/ 1450 h 5728"/>
                    <a:gd name="connsiteX50-9903" fmla="*/ 6333 w 6642"/>
                    <a:gd name="connsiteY50-9904" fmla="*/ 1582 h 5728"/>
                    <a:gd name="connsiteX51-9905" fmla="*/ 6220 w 6642"/>
                    <a:gd name="connsiteY51-9906" fmla="*/ 1776 h 5728"/>
                    <a:gd name="connsiteX52-9907" fmla="*/ 6101 w 6642"/>
                    <a:gd name="connsiteY52-9908" fmla="*/ 1904 h 5728"/>
                    <a:gd name="connsiteX53-9909" fmla="*/ 6094 w 6642"/>
                    <a:gd name="connsiteY53-9910" fmla="*/ 2018 h 5728"/>
                    <a:gd name="connsiteX54-9911" fmla="*/ 6154 w 6642"/>
                    <a:gd name="connsiteY54-9912" fmla="*/ 2115 h 5728"/>
                    <a:gd name="connsiteX55-9913" fmla="*/ 6256 w 6642"/>
                    <a:gd name="connsiteY55-9914" fmla="*/ 2183 h 5728"/>
                    <a:gd name="connsiteX56-9915" fmla="*/ 6333 w 6642"/>
                    <a:gd name="connsiteY56-9916" fmla="*/ 2178 h 5728"/>
                    <a:gd name="connsiteX57-9917" fmla="*/ 6378 w 6642"/>
                    <a:gd name="connsiteY57-9918" fmla="*/ 2104 h 5728"/>
                    <a:gd name="connsiteX58-9919" fmla="*/ 6412 w 6642"/>
                    <a:gd name="connsiteY58-9920" fmla="*/ 2210 h 5728"/>
                    <a:gd name="connsiteX59-9921" fmla="*/ 6300 w 6642"/>
                    <a:gd name="connsiteY59-9922" fmla="*/ 2249 h 5728"/>
                    <a:gd name="connsiteX60-9923" fmla="*/ 6347 w 6642"/>
                    <a:gd name="connsiteY60-9924" fmla="*/ 2362 h 5728"/>
                    <a:gd name="connsiteX61-9925" fmla="*/ 6212 w 6642"/>
                    <a:gd name="connsiteY61-9926" fmla="*/ 2509 h 5728"/>
                    <a:gd name="connsiteX62-9927" fmla="*/ 6171 w 6642"/>
                    <a:gd name="connsiteY62-9928" fmla="*/ 2498 h 5728"/>
                    <a:gd name="connsiteX63-9929" fmla="*/ 6047 w 6642"/>
                    <a:gd name="connsiteY63-9930" fmla="*/ 2413 h 5728"/>
                    <a:gd name="connsiteX64-9931" fmla="*/ 5992 w 6642"/>
                    <a:gd name="connsiteY64-9932" fmla="*/ 2412 h 5728"/>
                    <a:gd name="connsiteX65-9933" fmla="*/ 5957 w 6642"/>
                    <a:gd name="connsiteY65-9934" fmla="*/ 2480 h 5728"/>
                    <a:gd name="connsiteX66-9935" fmla="*/ 5960 w 6642"/>
                    <a:gd name="connsiteY66-9936" fmla="*/ 2562 h 5728"/>
                    <a:gd name="connsiteX67-9937" fmla="*/ 6138 w 6642"/>
                    <a:gd name="connsiteY67-9938" fmla="*/ 2730 h 5728"/>
                    <a:gd name="connsiteX68-9939" fmla="*/ 6137 w 6642"/>
                    <a:gd name="connsiteY68-9940" fmla="*/ 2844 h 5728"/>
                    <a:gd name="connsiteX69-9941" fmla="*/ 6228 w 6642"/>
                    <a:gd name="connsiteY69-9942" fmla="*/ 3060 h 5728"/>
                    <a:gd name="connsiteX70-9943" fmla="*/ 6254 w 6642"/>
                    <a:gd name="connsiteY70-9944" fmla="*/ 3090 h 5728"/>
                    <a:gd name="connsiteX71-9945" fmla="*/ 6298 w 6642"/>
                    <a:gd name="connsiteY71-9946" fmla="*/ 3094 h 5728"/>
                    <a:gd name="connsiteX72-9947" fmla="*/ 6344 w 6642"/>
                    <a:gd name="connsiteY72-9948" fmla="*/ 3010 h 5728"/>
                    <a:gd name="connsiteX73-9949" fmla="*/ 6424 w 6642"/>
                    <a:gd name="connsiteY73-9950" fmla="*/ 2950 h 5728"/>
                    <a:gd name="connsiteX74-9951" fmla="*/ 6519 w 6642"/>
                    <a:gd name="connsiteY74-9952" fmla="*/ 3126 h 5728"/>
                    <a:gd name="connsiteX75-9953" fmla="*/ 6629 w 6642"/>
                    <a:gd name="connsiteY75-9954" fmla="*/ 3312 h 5728"/>
                    <a:gd name="connsiteX76-9955" fmla="*/ 6642 w 6642"/>
                    <a:gd name="connsiteY76-9956" fmla="*/ 3342 h 5728"/>
                    <a:gd name="connsiteX77-9957" fmla="*/ 6631 w 6642"/>
                    <a:gd name="connsiteY77-9958" fmla="*/ 3518 h 5728"/>
                    <a:gd name="connsiteX78-9959" fmla="*/ 6596 w 6642"/>
                    <a:gd name="connsiteY78-9960" fmla="*/ 3554 h 5728"/>
                    <a:gd name="connsiteX79-9961" fmla="*/ 6507 w 6642"/>
                    <a:gd name="connsiteY79-9962" fmla="*/ 3515 h 5728"/>
                    <a:gd name="connsiteX80-9963" fmla="*/ 6273 w 6642"/>
                    <a:gd name="connsiteY80-9964" fmla="*/ 3644 h 5728"/>
                    <a:gd name="connsiteX81-9965" fmla="*/ 6247 w 6642"/>
                    <a:gd name="connsiteY81-9966" fmla="*/ 3666 h 5728"/>
                    <a:gd name="connsiteX82-9967" fmla="*/ 6067 w 6642"/>
                    <a:gd name="connsiteY82-9968" fmla="*/ 3812 h 5728"/>
                    <a:gd name="connsiteX83-9969" fmla="*/ 5926 w 6642"/>
                    <a:gd name="connsiteY83-9970" fmla="*/ 3926 h 5728"/>
                    <a:gd name="connsiteX84-9971" fmla="*/ 5891 w 6642"/>
                    <a:gd name="connsiteY84-9972" fmla="*/ 3965 h 5728"/>
                    <a:gd name="connsiteX85-9973" fmla="*/ 5839 w 6642"/>
                    <a:gd name="connsiteY85-9974" fmla="*/ 3973 h 5728"/>
                    <a:gd name="connsiteX86-9975" fmla="*/ 5782 w 6642"/>
                    <a:gd name="connsiteY86-9976" fmla="*/ 3916 h 5728"/>
                    <a:gd name="connsiteX87-9977" fmla="*/ 5658 w 6642"/>
                    <a:gd name="connsiteY87-9978" fmla="*/ 3808 h 5728"/>
                    <a:gd name="connsiteX88-9979" fmla="*/ 5682 w 6642"/>
                    <a:gd name="connsiteY88-9980" fmla="*/ 4064 h 5728"/>
                    <a:gd name="connsiteX89-9981" fmla="*/ 5691 w 6642"/>
                    <a:gd name="connsiteY89-9982" fmla="*/ 4192 h 5728"/>
                    <a:gd name="connsiteX90-9983" fmla="*/ 5429 w 6642"/>
                    <a:gd name="connsiteY90-9984" fmla="*/ 4166 h 5728"/>
                    <a:gd name="connsiteX91-9985" fmla="*/ 5347 w 6642"/>
                    <a:gd name="connsiteY91-9986" fmla="*/ 3987 h 5728"/>
                    <a:gd name="connsiteX92-9987" fmla="*/ 5265 w 6642"/>
                    <a:gd name="connsiteY92-9988" fmla="*/ 3802 h 5728"/>
                    <a:gd name="connsiteX93-9989" fmla="*/ 4290 w 6642"/>
                    <a:gd name="connsiteY93-9990" fmla="*/ 4504 h 5728"/>
                    <a:gd name="connsiteX94-9991" fmla="*/ 4293 w 6642"/>
                    <a:gd name="connsiteY94-9992" fmla="*/ 4556 h 5728"/>
                    <a:gd name="connsiteX95-9993" fmla="*/ 4257 w 6642"/>
                    <a:gd name="connsiteY95-9994" fmla="*/ 4614 h 5728"/>
                    <a:gd name="connsiteX96-9995" fmla="*/ 3992 w 6642"/>
                    <a:gd name="connsiteY96-9996" fmla="*/ 4680 h 5728"/>
                    <a:gd name="connsiteX97-9997" fmla="*/ 3857 w 6642"/>
                    <a:gd name="connsiteY97-9998" fmla="*/ 4739 h 5728"/>
                    <a:gd name="connsiteX98-9999" fmla="*/ 3815 w 6642"/>
                    <a:gd name="connsiteY98-10000" fmla="*/ 4777 h 5728"/>
                    <a:gd name="connsiteX99-10001" fmla="*/ 3616 w 6642"/>
                    <a:gd name="connsiteY99-10002" fmla="*/ 5021 h 5728"/>
                    <a:gd name="connsiteX100-10003" fmla="*/ 3543 w 6642"/>
                    <a:gd name="connsiteY100-10004" fmla="*/ 4970 h 5728"/>
                    <a:gd name="connsiteX101-10005" fmla="*/ 3460 w 6642"/>
                    <a:gd name="connsiteY101-10006" fmla="*/ 4971 h 5728"/>
                    <a:gd name="connsiteX102-10007" fmla="*/ 3424 w 6642"/>
                    <a:gd name="connsiteY102-10008" fmla="*/ 5045 h 5728"/>
                    <a:gd name="connsiteX103-10009" fmla="*/ 3313 w 6642"/>
                    <a:gd name="connsiteY103-10010" fmla="*/ 5000 h 5728"/>
                    <a:gd name="connsiteX104-10011" fmla="*/ 3235 w 6642"/>
                    <a:gd name="connsiteY104-10012" fmla="*/ 5109 h 5728"/>
                    <a:gd name="connsiteX105-10013" fmla="*/ 3013 w 6642"/>
                    <a:gd name="connsiteY105-10014" fmla="*/ 5349 h 5728"/>
                    <a:gd name="connsiteX106-10015" fmla="*/ 2993 w 6642"/>
                    <a:gd name="connsiteY106-10016" fmla="*/ 5516 h 5728"/>
                    <a:gd name="connsiteX107-10017" fmla="*/ 2976 w 6642"/>
                    <a:gd name="connsiteY107-10018" fmla="*/ 5659 h 5728"/>
                    <a:gd name="connsiteX108-10019" fmla="*/ 2960 w 6642"/>
                    <a:gd name="connsiteY108-10020" fmla="*/ 5669 h 5728"/>
                    <a:gd name="connsiteX109-10021" fmla="*/ 2638 w 6642"/>
                    <a:gd name="connsiteY109-10022" fmla="*/ 5621 h 5728"/>
                    <a:gd name="connsiteX110-10023" fmla="*/ 2536 w 6642"/>
                    <a:gd name="connsiteY110-10024" fmla="*/ 5566 h 5728"/>
                    <a:gd name="connsiteX111-10025" fmla="*/ 2482 w 6642"/>
                    <a:gd name="connsiteY111-10026" fmla="*/ 5503 h 5728"/>
                    <a:gd name="connsiteX112-10027" fmla="*/ 2377 w 6642"/>
                    <a:gd name="connsiteY112-10028" fmla="*/ 5477 h 5728"/>
                    <a:gd name="connsiteX113-10029" fmla="*/ 2377 w 6642"/>
                    <a:gd name="connsiteY113-10030" fmla="*/ 5379 h 5728"/>
                    <a:gd name="connsiteX114-10031" fmla="*/ 2481 w 6642"/>
                    <a:gd name="connsiteY114-10032" fmla="*/ 5149 h 5728"/>
                    <a:gd name="connsiteX115-10033" fmla="*/ 2341 w 6642"/>
                    <a:gd name="connsiteY115-10034" fmla="*/ 5070 h 5728"/>
                    <a:gd name="connsiteX116-10035" fmla="*/ 2299 w 6642"/>
                    <a:gd name="connsiteY116-10036" fmla="*/ 5095 h 5728"/>
                    <a:gd name="connsiteX117-10037" fmla="*/ 2209 w 6642"/>
                    <a:gd name="connsiteY117-10038" fmla="*/ 5214 h 5728"/>
                    <a:gd name="connsiteX118-10039" fmla="*/ 2177 w 6642"/>
                    <a:gd name="connsiteY118-10040" fmla="*/ 5276 h 5728"/>
                    <a:gd name="connsiteX119-10041" fmla="*/ 2115 w 6642"/>
                    <a:gd name="connsiteY119-10042" fmla="*/ 5386 h 5728"/>
                    <a:gd name="connsiteX120-10043" fmla="*/ 2121 w 6642"/>
                    <a:gd name="connsiteY120-10044" fmla="*/ 5510 h 5728"/>
                    <a:gd name="connsiteX121-10045" fmla="*/ 2082 w 6642"/>
                    <a:gd name="connsiteY121-10046" fmla="*/ 5558 h 5728"/>
                    <a:gd name="connsiteX122-10047" fmla="*/ 1951 w 6642"/>
                    <a:gd name="connsiteY122-10048" fmla="*/ 5617 h 5728"/>
                    <a:gd name="connsiteX123-10049" fmla="*/ 1785 w 6642"/>
                    <a:gd name="connsiteY123-10050" fmla="*/ 5649 h 5728"/>
                    <a:gd name="connsiteX124-10051" fmla="*/ 1682 w 6642"/>
                    <a:gd name="connsiteY124-10052" fmla="*/ 5728 h 5728"/>
                    <a:gd name="connsiteX125-10053" fmla="*/ 1568 w 6642"/>
                    <a:gd name="connsiteY125-10054" fmla="*/ 5611 h 5728"/>
                    <a:gd name="connsiteX126-10055" fmla="*/ 1508 w 6642"/>
                    <a:gd name="connsiteY126-10056" fmla="*/ 5485 h 5728"/>
                    <a:gd name="connsiteX127-10057" fmla="*/ 1630 w 6642"/>
                    <a:gd name="connsiteY127-10058" fmla="*/ 5242 h 5728"/>
                    <a:gd name="connsiteX128-10059" fmla="*/ 1685 w 6642"/>
                    <a:gd name="connsiteY128-10060" fmla="*/ 5195 h 5728"/>
                    <a:gd name="connsiteX129-10061" fmla="*/ 1730 w 6642"/>
                    <a:gd name="connsiteY129-10062" fmla="*/ 5120 h 5728"/>
                    <a:gd name="connsiteX130-10063" fmla="*/ 1727 w 6642"/>
                    <a:gd name="connsiteY130-10064" fmla="*/ 5071 h 5728"/>
                    <a:gd name="connsiteX131-10065" fmla="*/ 1530 w 6642"/>
                    <a:gd name="connsiteY131-10066" fmla="*/ 5007 h 5728"/>
                    <a:gd name="connsiteX132-10067" fmla="*/ 1459 w 6642"/>
                    <a:gd name="connsiteY132-10068" fmla="*/ 5064 h 5728"/>
                    <a:gd name="connsiteX133-10069" fmla="*/ 1353 w 6642"/>
                    <a:gd name="connsiteY133-10070" fmla="*/ 5111 h 5728"/>
                    <a:gd name="connsiteX134-10071" fmla="*/ 1290 w 6642"/>
                    <a:gd name="connsiteY134-10072" fmla="*/ 5063 h 5728"/>
                    <a:gd name="connsiteX135-10073" fmla="*/ 1052 w 6642"/>
                    <a:gd name="connsiteY135-10074" fmla="*/ 5254 h 5728"/>
                    <a:gd name="connsiteX136-10075" fmla="*/ 924 w 6642"/>
                    <a:gd name="connsiteY136-10076" fmla="*/ 5231 h 5728"/>
                    <a:gd name="connsiteX137-10077" fmla="*/ 813 w 6642"/>
                    <a:gd name="connsiteY137-10078" fmla="*/ 5097 h 5728"/>
                    <a:gd name="connsiteX138-10079" fmla="*/ 683 w 6642"/>
                    <a:gd name="connsiteY138-10080" fmla="*/ 4930 h 5728"/>
                    <a:gd name="connsiteX139-10081" fmla="*/ 572 w 6642"/>
                    <a:gd name="connsiteY139-10082" fmla="*/ 4806 h 5728"/>
                    <a:gd name="connsiteX140-10083" fmla="*/ 505 w 6642"/>
                    <a:gd name="connsiteY140-10084" fmla="*/ 4788 h 5728"/>
                    <a:gd name="connsiteX141-10085" fmla="*/ 640 w 6642"/>
                    <a:gd name="connsiteY141-10086" fmla="*/ 4631 h 5728"/>
                    <a:gd name="connsiteX142-10087" fmla="*/ 683 w 6642"/>
                    <a:gd name="connsiteY142-10088" fmla="*/ 4541 h 5728"/>
                    <a:gd name="connsiteX143-10089" fmla="*/ 651 w 6642"/>
                    <a:gd name="connsiteY143-10090" fmla="*/ 4438 h 5728"/>
                    <a:gd name="connsiteX144-10091" fmla="*/ 277 w 6642"/>
                    <a:gd name="connsiteY144-10092" fmla="*/ 4491 h 5728"/>
                    <a:gd name="connsiteX145-10093" fmla="*/ 187 w 6642"/>
                    <a:gd name="connsiteY145-10094" fmla="*/ 4518 h 5728"/>
                    <a:gd name="connsiteX146-10095" fmla="*/ 195 w 6642"/>
                    <a:gd name="connsiteY146-10096" fmla="*/ 4384 h 5728"/>
                    <a:gd name="connsiteX147-10097" fmla="*/ 147 w 6642"/>
                    <a:gd name="connsiteY147-10098" fmla="*/ 4318 h 5728"/>
                    <a:gd name="connsiteX148-10099" fmla="*/ 39 w 6642"/>
                    <a:gd name="connsiteY148-10100" fmla="*/ 4220 h 5728"/>
                    <a:gd name="connsiteX149-10101" fmla="*/ 75 w 6642"/>
                    <a:gd name="connsiteY149-10102" fmla="*/ 4093 h 5728"/>
                    <a:gd name="connsiteX150-10103" fmla="*/ 63 w 6642"/>
                    <a:gd name="connsiteY150-10104" fmla="*/ 3929 h 5728"/>
                    <a:gd name="connsiteX151-10105" fmla="*/ 0 w 6642"/>
                    <a:gd name="connsiteY151-10106" fmla="*/ 3842 h 5728"/>
                    <a:gd name="connsiteX152-10107" fmla="*/ 0 w 6642"/>
                    <a:gd name="connsiteY152-10108" fmla="*/ 3737 h 5728"/>
                    <a:gd name="connsiteX153-10109" fmla="*/ 303 w 6642"/>
                    <a:gd name="connsiteY153-10110" fmla="*/ 3824 h 5728"/>
                    <a:gd name="connsiteX154-10111" fmla="*/ 830 w 6642"/>
                    <a:gd name="connsiteY154-10112" fmla="*/ 3840 h 5728"/>
                    <a:gd name="connsiteX155-10113" fmla="*/ 1044 w 6642"/>
                    <a:gd name="connsiteY155-10114" fmla="*/ 3908 h 5728"/>
                    <a:gd name="connsiteX156-10115" fmla="*/ 1213 w 6642"/>
                    <a:gd name="connsiteY156-10116" fmla="*/ 4053 h 5728"/>
                    <a:gd name="connsiteX157-10117" fmla="*/ 1257 w 6642"/>
                    <a:gd name="connsiteY157-10118" fmla="*/ 4077 h 5728"/>
                    <a:gd name="connsiteX158-10119" fmla="*/ 1417 w 6642"/>
                    <a:gd name="connsiteY158-10120" fmla="*/ 4107 h 5728"/>
                    <a:gd name="connsiteX159-10121" fmla="*/ 1487 w 6642"/>
                    <a:gd name="connsiteY159-10122" fmla="*/ 4158 h 5728"/>
                    <a:gd name="connsiteX160-10123" fmla="*/ 1688 w 6642"/>
                    <a:gd name="connsiteY160-10124" fmla="*/ 4229 h 5728"/>
                    <a:gd name="connsiteX161-10125" fmla="*/ 1904 w 6642"/>
                    <a:gd name="connsiteY161-10126" fmla="*/ 4309 h 5728"/>
                    <a:gd name="connsiteX162-10127" fmla="*/ 2068 w 6642"/>
                    <a:gd name="connsiteY162-10128" fmla="*/ 4212 h 5728"/>
                    <a:gd name="connsiteX163-10129" fmla="*/ 2267 w 6642"/>
                    <a:gd name="connsiteY163-10130" fmla="*/ 4125 h 5728"/>
                    <a:gd name="connsiteX164-10131" fmla="*/ 2363 w 6642"/>
                    <a:gd name="connsiteY164-10132" fmla="*/ 4075 h 5728"/>
                    <a:gd name="connsiteX165-10133" fmla="*/ 2539 w 6642"/>
                    <a:gd name="connsiteY165-10134" fmla="*/ 3995 h 5728"/>
                    <a:gd name="connsiteX166-10135" fmla="*/ 2721 w 6642"/>
                    <a:gd name="connsiteY166-10136" fmla="*/ 3970 h 5728"/>
                    <a:gd name="connsiteX167-10137" fmla="*/ 3073 w 6642"/>
                    <a:gd name="connsiteY167-10138" fmla="*/ 3979 h 5728"/>
                    <a:gd name="connsiteX168-10139" fmla="*/ 3416 w 6642"/>
                    <a:gd name="connsiteY168-10140" fmla="*/ 3722 h 5728"/>
                    <a:gd name="connsiteX169-10141" fmla="*/ 3519 w 6642"/>
                    <a:gd name="connsiteY169-10142" fmla="*/ 3636 h 5728"/>
                    <a:gd name="connsiteX170-10143" fmla="*/ 3609 w 6642"/>
                    <a:gd name="connsiteY170-10144" fmla="*/ 3563 h 5728"/>
                    <a:gd name="connsiteX171-10145" fmla="*/ 3705 w 6642"/>
                    <a:gd name="connsiteY171-10146" fmla="*/ 3503 h 5728"/>
                    <a:gd name="connsiteX172-10147" fmla="*/ 3702 w 6642"/>
                    <a:gd name="connsiteY172-10148" fmla="*/ 3422 h 5728"/>
                    <a:gd name="connsiteX173-10149" fmla="*/ 3597 w 6642"/>
                    <a:gd name="connsiteY173-10150" fmla="*/ 3317 h 5728"/>
                    <a:gd name="connsiteX174-10151" fmla="*/ 3582 w 6642"/>
                    <a:gd name="connsiteY174-10152" fmla="*/ 3252 h 5728"/>
                    <a:gd name="connsiteX0-10153" fmla="*/ 5456 w 6642"/>
                    <a:gd name="connsiteY0-10154" fmla="*/ 2333 h 5728"/>
                    <a:gd name="connsiteX1-10155" fmla="*/ 5454 w 6642"/>
                    <a:gd name="connsiteY1-10156" fmla="*/ 2117 h 5728"/>
                    <a:gd name="connsiteX2-10157" fmla="*/ 5378 w 6642"/>
                    <a:gd name="connsiteY2-10158" fmla="*/ 2039 h 5728"/>
                    <a:gd name="connsiteX3-10159" fmla="*/ 5235 w 6642"/>
                    <a:gd name="connsiteY3-10160" fmla="*/ 1951 h 5728"/>
                    <a:gd name="connsiteX4-10161" fmla="*/ 5143 w 6642"/>
                    <a:gd name="connsiteY4-10162" fmla="*/ 1827 h 5728"/>
                    <a:gd name="connsiteX5-10163" fmla="*/ 5047 w 6642"/>
                    <a:gd name="connsiteY5-10164" fmla="*/ 1828 h 5728"/>
                    <a:gd name="connsiteX6-10165" fmla="*/ 5002 w 6642"/>
                    <a:gd name="connsiteY6-10166" fmla="*/ 1883 h 5728"/>
                    <a:gd name="connsiteX7-10167" fmla="*/ 4909 w 6642"/>
                    <a:gd name="connsiteY7-10168" fmla="*/ 1877 h 5728"/>
                    <a:gd name="connsiteX8-10169" fmla="*/ 4889 w 6642"/>
                    <a:gd name="connsiteY8-10170" fmla="*/ 1994 h 5728"/>
                    <a:gd name="connsiteX9-10171" fmla="*/ 4708 w 6642"/>
                    <a:gd name="connsiteY9-10172" fmla="*/ 1941 h 5728"/>
                    <a:gd name="connsiteX10-10173" fmla="*/ 4625 w 6642"/>
                    <a:gd name="connsiteY10-10174" fmla="*/ 1939 h 5728"/>
                    <a:gd name="connsiteX11-10175" fmla="*/ 4500 w 6642"/>
                    <a:gd name="connsiteY11-10176" fmla="*/ 2014 h 5728"/>
                    <a:gd name="connsiteX12-10177" fmla="*/ 4388 w 6642"/>
                    <a:gd name="connsiteY12-10178" fmla="*/ 1890 h 5728"/>
                    <a:gd name="connsiteX13-10179" fmla="*/ 4482 w 6642"/>
                    <a:gd name="connsiteY13-10180" fmla="*/ 1804 h 5728"/>
                    <a:gd name="connsiteX14-10181" fmla="*/ 4486 w 6642"/>
                    <a:gd name="connsiteY14-10182" fmla="*/ 1634 h 5728"/>
                    <a:gd name="connsiteX15-10183" fmla="*/ 4541 w 6642"/>
                    <a:gd name="connsiteY15-10184" fmla="*/ 1514 h 5728"/>
                    <a:gd name="connsiteX16-10185" fmla="*/ 4584 w 6642"/>
                    <a:gd name="connsiteY16-10186" fmla="*/ 1306 h 5728"/>
                    <a:gd name="connsiteX17-10187" fmla="*/ 4644 w 6642"/>
                    <a:gd name="connsiteY17-10188" fmla="*/ 1307 h 5728"/>
                    <a:gd name="connsiteX18-10189" fmla="*/ 4967 w 6642"/>
                    <a:gd name="connsiteY18-10190" fmla="*/ 1286 h 5728"/>
                    <a:gd name="connsiteX19-10191" fmla="*/ 5141 w 6642"/>
                    <a:gd name="connsiteY19-10192" fmla="*/ 1117 h 5728"/>
                    <a:gd name="connsiteX20-10193" fmla="*/ 5210 w 6642"/>
                    <a:gd name="connsiteY20-10194" fmla="*/ 748 h 5728"/>
                    <a:gd name="connsiteX21-10195" fmla="*/ 5320 w 6642"/>
                    <a:gd name="connsiteY21-10196" fmla="*/ 486 h 5728"/>
                    <a:gd name="connsiteX22-10197" fmla="*/ 5318 w 6642"/>
                    <a:gd name="connsiteY22-10198" fmla="*/ 358 h 5728"/>
                    <a:gd name="connsiteX23-10199" fmla="*/ 5305 w 6642"/>
                    <a:gd name="connsiteY23-10200" fmla="*/ 328 h 5728"/>
                    <a:gd name="connsiteX24-10201" fmla="*/ 5238 w 6642"/>
                    <a:gd name="connsiteY24-10202" fmla="*/ 251 h 5728"/>
                    <a:gd name="connsiteX25-10203" fmla="*/ 5178 w 6642"/>
                    <a:gd name="connsiteY25-10204" fmla="*/ 217 h 5728"/>
                    <a:gd name="connsiteX26-10205" fmla="*/ 5303 w 6642"/>
                    <a:gd name="connsiteY26-10206" fmla="*/ 56 h 5728"/>
                    <a:gd name="connsiteX27-10207" fmla="*/ 5476 w 6642"/>
                    <a:gd name="connsiteY27-10208" fmla="*/ 2 h 5728"/>
                    <a:gd name="connsiteX28-10209" fmla="*/ 5508 w 6642"/>
                    <a:gd name="connsiteY28-10210" fmla="*/ 49 h 5728"/>
                    <a:gd name="connsiteX29-10211" fmla="*/ 5498 w 6642"/>
                    <a:gd name="connsiteY29-10212" fmla="*/ 133 h 5728"/>
                    <a:gd name="connsiteX30-10213" fmla="*/ 5437 w 6642"/>
                    <a:gd name="connsiteY30-10214" fmla="*/ 243 h 5728"/>
                    <a:gd name="connsiteX31-10215" fmla="*/ 5507 w 6642"/>
                    <a:gd name="connsiteY31-10216" fmla="*/ 301 h 5728"/>
                    <a:gd name="connsiteX32-10217" fmla="*/ 5621 w 6642"/>
                    <a:gd name="connsiteY32-10218" fmla="*/ 366 h 5728"/>
                    <a:gd name="connsiteX33-10219" fmla="*/ 5641 w 6642"/>
                    <a:gd name="connsiteY33-10220" fmla="*/ 255 h 5728"/>
                    <a:gd name="connsiteX34-10221" fmla="*/ 5775 w 6642"/>
                    <a:gd name="connsiteY34-10222" fmla="*/ 291 h 5728"/>
                    <a:gd name="connsiteX35-10223" fmla="*/ 5800 w 6642"/>
                    <a:gd name="connsiteY35-10224" fmla="*/ 331 h 5728"/>
                    <a:gd name="connsiteX36-10225" fmla="*/ 5876 w 6642"/>
                    <a:gd name="connsiteY36-10226" fmla="*/ 562 h 5728"/>
                    <a:gd name="connsiteX37-10227" fmla="*/ 5911 w 6642"/>
                    <a:gd name="connsiteY37-10228" fmla="*/ 586 h 5728"/>
                    <a:gd name="connsiteX38-10229" fmla="*/ 6003 w 6642"/>
                    <a:gd name="connsiteY38-10230" fmla="*/ 578 h 5728"/>
                    <a:gd name="connsiteX39-10231" fmla="*/ 6263 w 6642"/>
                    <a:gd name="connsiteY39-10232" fmla="*/ 490 h 5728"/>
                    <a:gd name="connsiteX40-10233" fmla="*/ 6483 w 6642"/>
                    <a:gd name="connsiteY40-10234" fmla="*/ 479 h 5728"/>
                    <a:gd name="connsiteX41-10235" fmla="*/ 6543 w 6642"/>
                    <a:gd name="connsiteY41-10236" fmla="*/ 648 h 5728"/>
                    <a:gd name="connsiteX42-10237" fmla="*/ 6461 w 6642"/>
                    <a:gd name="connsiteY42-10238" fmla="*/ 944 h 5728"/>
                    <a:gd name="connsiteX43-10239" fmla="*/ 6461 w 6642"/>
                    <a:gd name="connsiteY43-10240" fmla="*/ 1022 h 5728"/>
                    <a:gd name="connsiteX44-10241" fmla="*/ 6530 w 6642"/>
                    <a:gd name="connsiteY44-10242" fmla="*/ 1168 h 5728"/>
                    <a:gd name="connsiteX45-10243" fmla="*/ 6545 w 6642"/>
                    <a:gd name="connsiteY45-10244" fmla="*/ 1427 h 5728"/>
                    <a:gd name="connsiteX46-10245" fmla="*/ 6547 w 6642"/>
                    <a:gd name="connsiteY46-10246" fmla="*/ 1617 h 5728"/>
                    <a:gd name="connsiteX47-10247" fmla="*/ 6480 w 6642"/>
                    <a:gd name="connsiteY47-10248" fmla="*/ 1625 h 5728"/>
                    <a:gd name="connsiteX48-10249" fmla="*/ 6458 w 6642"/>
                    <a:gd name="connsiteY48-10250" fmla="*/ 1507 h 5728"/>
                    <a:gd name="connsiteX49-10251" fmla="*/ 6423 w 6642"/>
                    <a:gd name="connsiteY49-10252" fmla="*/ 1450 h 5728"/>
                    <a:gd name="connsiteX50-10253" fmla="*/ 6333 w 6642"/>
                    <a:gd name="connsiteY50-10254" fmla="*/ 1582 h 5728"/>
                    <a:gd name="connsiteX51-10255" fmla="*/ 6220 w 6642"/>
                    <a:gd name="connsiteY51-10256" fmla="*/ 1776 h 5728"/>
                    <a:gd name="connsiteX52-10257" fmla="*/ 6101 w 6642"/>
                    <a:gd name="connsiteY52-10258" fmla="*/ 1904 h 5728"/>
                    <a:gd name="connsiteX53-10259" fmla="*/ 6094 w 6642"/>
                    <a:gd name="connsiteY53-10260" fmla="*/ 2018 h 5728"/>
                    <a:gd name="connsiteX54-10261" fmla="*/ 6154 w 6642"/>
                    <a:gd name="connsiteY54-10262" fmla="*/ 2115 h 5728"/>
                    <a:gd name="connsiteX55-10263" fmla="*/ 6256 w 6642"/>
                    <a:gd name="connsiteY55-10264" fmla="*/ 2183 h 5728"/>
                    <a:gd name="connsiteX56-10265" fmla="*/ 6333 w 6642"/>
                    <a:gd name="connsiteY56-10266" fmla="*/ 2178 h 5728"/>
                    <a:gd name="connsiteX57-10267" fmla="*/ 6378 w 6642"/>
                    <a:gd name="connsiteY57-10268" fmla="*/ 2104 h 5728"/>
                    <a:gd name="connsiteX58-10269" fmla="*/ 6412 w 6642"/>
                    <a:gd name="connsiteY58-10270" fmla="*/ 2210 h 5728"/>
                    <a:gd name="connsiteX59-10271" fmla="*/ 6300 w 6642"/>
                    <a:gd name="connsiteY59-10272" fmla="*/ 2249 h 5728"/>
                    <a:gd name="connsiteX60-10273" fmla="*/ 6347 w 6642"/>
                    <a:gd name="connsiteY60-10274" fmla="*/ 2362 h 5728"/>
                    <a:gd name="connsiteX61-10275" fmla="*/ 6212 w 6642"/>
                    <a:gd name="connsiteY61-10276" fmla="*/ 2509 h 5728"/>
                    <a:gd name="connsiteX62-10277" fmla="*/ 6171 w 6642"/>
                    <a:gd name="connsiteY62-10278" fmla="*/ 2498 h 5728"/>
                    <a:gd name="connsiteX63-10279" fmla="*/ 6047 w 6642"/>
                    <a:gd name="connsiteY63-10280" fmla="*/ 2413 h 5728"/>
                    <a:gd name="connsiteX64-10281" fmla="*/ 5992 w 6642"/>
                    <a:gd name="connsiteY64-10282" fmla="*/ 2412 h 5728"/>
                    <a:gd name="connsiteX65-10283" fmla="*/ 5957 w 6642"/>
                    <a:gd name="connsiteY65-10284" fmla="*/ 2480 h 5728"/>
                    <a:gd name="connsiteX66-10285" fmla="*/ 5960 w 6642"/>
                    <a:gd name="connsiteY66-10286" fmla="*/ 2562 h 5728"/>
                    <a:gd name="connsiteX67-10287" fmla="*/ 6138 w 6642"/>
                    <a:gd name="connsiteY67-10288" fmla="*/ 2730 h 5728"/>
                    <a:gd name="connsiteX68-10289" fmla="*/ 6137 w 6642"/>
                    <a:gd name="connsiteY68-10290" fmla="*/ 2844 h 5728"/>
                    <a:gd name="connsiteX69-10291" fmla="*/ 6228 w 6642"/>
                    <a:gd name="connsiteY69-10292" fmla="*/ 3060 h 5728"/>
                    <a:gd name="connsiteX70-10293" fmla="*/ 6254 w 6642"/>
                    <a:gd name="connsiteY70-10294" fmla="*/ 3090 h 5728"/>
                    <a:gd name="connsiteX71-10295" fmla="*/ 6298 w 6642"/>
                    <a:gd name="connsiteY71-10296" fmla="*/ 3094 h 5728"/>
                    <a:gd name="connsiteX72-10297" fmla="*/ 6344 w 6642"/>
                    <a:gd name="connsiteY72-10298" fmla="*/ 3010 h 5728"/>
                    <a:gd name="connsiteX73-10299" fmla="*/ 6424 w 6642"/>
                    <a:gd name="connsiteY73-10300" fmla="*/ 2950 h 5728"/>
                    <a:gd name="connsiteX74-10301" fmla="*/ 6519 w 6642"/>
                    <a:gd name="connsiteY74-10302" fmla="*/ 3126 h 5728"/>
                    <a:gd name="connsiteX75-10303" fmla="*/ 6629 w 6642"/>
                    <a:gd name="connsiteY75-10304" fmla="*/ 3312 h 5728"/>
                    <a:gd name="connsiteX76-10305" fmla="*/ 6642 w 6642"/>
                    <a:gd name="connsiteY76-10306" fmla="*/ 3342 h 5728"/>
                    <a:gd name="connsiteX77-10307" fmla="*/ 6631 w 6642"/>
                    <a:gd name="connsiteY77-10308" fmla="*/ 3518 h 5728"/>
                    <a:gd name="connsiteX78-10309" fmla="*/ 6596 w 6642"/>
                    <a:gd name="connsiteY78-10310" fmla="*/ 3554 h 5728"/>
                    <a:gd name="connsiteX79-10311" fmla="*/ 6507 w 6642"/>
                    <a:gd name="connsiteY79-10312" fmla="*/ 3515 h 5728"/>
                    <a:gd name="connsiteX80-10313" fmla="*/ 6273 w 6642"/>
                    <a:gd name="connsiteY80-10314" fmla="*/ 3644 h 5728"/>
                    <a:gd name="connsiteX81-10315" fmla="*/ 6247 w 6642"/>
                    <a:gd name="connsiteY81-10316" fmla="*/ 3666 h 5728"/>
                    <a:gd name="connsiteX82-10317" fmla="*/ 6067 w 6642"/>
                    <a:gd name="connsiteY82-10318" fmla="*/ 3812 h 5728"/>
                    <a:gd name="connsiteX83-10319" fmla="*/ 5926 w 6642"/>
                    <a:gd name="connsiteY83-10320" fmla="*/ 3926 h 5728"/>
                    <a:gd name="connsiteX84-10321" fmla="*/ 5891 w 6642"/>
                    <a:gd name="connsiteY84-10322" fmla="*/ 3965 h 5728"/>
                    <a:gd name="connsiteX85-10323" fmla="*/ 5839 w 6642"/>
                    <a:gd name="connsiteY85-10324" fmla="*/ 3973 h 5728"/>
                    <a:gd name="connsiteX86-10325" fmla="*/ 5782 w 6642"/>
                    <a:gd name="connsiteY86-10326" fmla="*/ 3916 h 5728"/>
                    <a:gd name="connsiteX87-10327" fmla="*/ 5658 w 6642"/>
                    <a:gd name="connsiteY87-10328" fmla="*/ 3808 h 5728"/>
                    <a:gd name="connsiteX88-10329" fmla="*/ 5682 w 6642"/>
                    <a:gd name="connsiteY88-10330" fmla="*/ 4064 h 5728"/>
                    <a:gd name="connsiteX89-10331" fmla="*/ 5691 w 6642"/>
                    <a:gd name="connsiteY89-10332" fmla="*/ 4192 h 5728"/>
                    <a:gd name="connsiteX90-10333" fmla="*/ 5429 w 6642"/>
                    <a:gd name="connsiteY90-10334" fmla="*/ 4166 h 5728"/>
                    <a:gd name="connsiteX91-10335" fmla="*/ 5347 w 6642"/>
                    <a:gd name="connsiteY91-10336" fmla="*/ 3987 h 5728"/>
                    <a:gd name="connsiteX92-10337" fmla="*/ 5265 w 6642"/>
                    <a:gd name="connsiteY92-10338" fmla="*/ 3802 h 5728"/>
                    <a:gd name="connsiteX93-10339" fmla="*/ 4290 w 6642"/>
                    <a:gd name="connsiteY93-10340" fmla="*/ 4504 h 5728"/>
                    <a:gd name="connsiteX94-10341" fmla="*/ 4293 w 6642"/>
                    <a:gd name="connsiteY94-10342" fmla="*/ 4556 h 5728"/>
                    <a:gd name="connsiteX95-10343" fmla="*/ 4257 w 6642"/>
                    <a:gd name="connsiteY95-10344" fmla="*/ 4614 h 5728"/>
                    <a:gd name="connsiteX96-10345" fmla="*/ 3992 w 6642"/>
                    <a:gd name="connsiteY96-10346" fmla="*/ 4680 h 5728"/>
                    <a:gd name="connsiteX97-10347" fmla="*/ 3857 w 6642"/>
                    <a:gd name="connsiteY97-10348" fmla="*/ 4739 h 5728"/>
                    <a:gd name="connsiteX98-10349" fmla="*/ 3815 w 6642"/>
                    <a:gd name="connsiteY98-10350" fmla="*/ 4777 h 5728"/>
                    <a:gd name="connsiteX99-10351" fmla="*/ 3616 w 6642"/>
                    <a:gd name="connsiteY99-10352" fmla="*/ 5021 h 5728"/>
                    <a:gd name="connsiteX100-10353" fmla="*/ 3543 w 6642"/>
                    <a:gd name="connsiteY100-10354" fmla="*/ 4970 h 5728"/>
                    <a:gd name="connsiteX101-10355" fmla="*/ 3460 w 6642"/>
                    <a:gd name="connsiteY101-10356" fmla="*/ 4971 h 5728"/>
                    <a:gd name="connsiteX102-10357" fmla="*/ 3424 w 6642"/>
                    <a:gd name="connsiteY102-10358" fmla="*/ 5045 h 5728"/>
                    <a:gd name="connsiteX103-10359" fmla="*/ 3313 w 6642"/>
                    <a:gd name="connsiteY103-10360" fmla="*/ 5000 h 5728"/>
                    <a:gd name="connsiteX104-10361" fmla="*/ 3235 w 6642"/>
                    <a:gd name="connsiteY104-10362" fmla="*/ 5109 h 5728"/>
                    <a:gd name="connsiteX105-10363" fmla="*/ 3013 w 6642"/>
                    <a:gd name="connsiteY105-10364" fmla="*/ 5349 h 5728"/>
                    <a:gd name="connsiteX106-10365" fmla="*/ 2993 w 6642"/>
                    <a:gd name="connsiteY106-10366" fmla="*/ 5516 h 5728"/>
                    <a:gd name="connsiteX107-10367" fmla="*/ 2976 w 6642"/>
                    <a:gd name="connsiteY107-10368" fmla="*/ 5659 h 5728"/>
                    <a:gd name="connsiteX108-10369" fmla="*/ 2960 w 6642"/>
                    <a:gd name="connsiteY108-10370" fmla="*/ 5669 h 5728"/>
                    <a:gd name="connsiteX109-10371" fmla="*/ 2638 w 6642"/>
                    <a:gd name="connsiteY109-10372" fmla="*/ 5621 h 5728"/>
                    <a:gd name="connsiteX110-10373" fmla="*/ 2536 w 6642"/>
                    <a:gd name="connsiteY110-10374" fmla="*/ 5566 h 5728"/>
                    <a:gd name="connsiteX111-10375" fmla="*/ 2482 w 6642"/>
                    <a:gd name="connsiteY111-10376" fmla="*/ 5503 h 5728"/>
                    <a:gd name="connsiteX112-10377" fmla="*/ 2377 w 6642"/>
                    <a:gd name="connsiteY112-10378" fmla="*/ 5477 h 5728"/>
                    <a:gd name="connsiteX113-10379" fmla="*/ 2377 w 6642"/>
                    <a:gd name="connsiteY113-10380" fmla="*/ 5379 h 5728"/>
                    <a:gd name="connsiteX114-10381" fmla="*/ 2481 w 6642"/>
                    <a:gd name="connsiteY114-10382" fmla="*/ 5149 h 5728"/>
                    <a:gd name="connsiteX115-10383" fmla="*/ 2341 w 6642"/>
                    <a:gd name="connsiteY115-10384" fmla="*/ 5070 h 5728"/>
                    <a:gd name="connsiteX116-10385" fmla="*/ 2299 w 6642"/>
                    <a:gd name="connsiteY116-10386" fmla="*/ 5095 h 5728"/>
                    <a:gd name="connsiteX117-10387" fmla="*/ 2209 w 6642"/>
                    <a:gd name="connsiteY117-10388" fmla="*/ 5214 h 5728"/>
                    <a:gd name="connsiteX118-10389" fmla="*/ 2177 w 6642"/>
                    <a:gd name="connsiteY118-10390" fmla="*/ 5276 h 5728"/>
                    <a:gd name="connsiteX119-10391" fmla="*/ 2115 w 6642"/>
                    <a:gd name="connsiteY119-10392" fmla="*/ 5386 h 5728"/>
                    <a:gd name="connsiteX120-10393" fmla="*/ 2121 w 6642"/>
                    <a:gd name="connsiteY120-10394" fmla="*/ 5510 h 5728"/>
                    <a:gd name="connsiteX121-10395" fmla="*/ 2082 w 6642"/>
                    <a:gd name="connsiteY121-10396" fmla="*/ 5558 h 5728"/>
                    <a:gd name="connsiteX122-10397" fmla="*/ 1951 w 6642"/>
                    <a:gd name="connsiteY122-10398" fmla="*/ 5617 h 5728"/>
                    <a:gd name="connsiteX123-10399" fmla="*/ 1785 w 6642"/>
                    <a:gd name="connsiteY123-10400" fmla="*/ 5649 h 5728"/>
                    <a:gd name="connsiteX124-10401" fmla="*/ 1682 w 6642"/>
                    <a:gd name="connsiteY124-10402" fmla="*/ 5728 h 5728"/>
                    <a:gd name="connsiteX125-10403" fmla="*/ 1568 w 6642"/>
                    <a:gd name="connsiteY125-10404" fmla="*/ 5611 h 5728"/>
                    <a:gd name="connsiteX126-10405" fmla="*/ 1508 w 6642"/>
                    <a:gd name="connsiteY126-10406" fmla="*/ 5485 h 5728"/>
                    <a:gd name="connsiteX127-10407" fmla="*/ 1630 w 6642"/>
                    <a:gd name="connsiteY127-10408" fmla="*/ 5242 h 5728"/>
                    <a:gd name="connsiteX128-10409" fmla="*/ 1685 w 6642"/>
                    <a:gd name="connsiteY128-10410" fmla="*/ 5195 h 5728"/>
                    <a:gd name="connsiteX129-10411" fmla="*/ 1730 w 6642"/>
                    <a:gd name="connsiteY129-10412" fmla="*/ 5120 h 5728"/>
                    <a:gd name="connsiteX130-10413" fmla="*/ 1727 w 6642"/>
                    <a:gd name="connsiteY130-10414" fmla="*/ 5071 h 5728"/>
                    <a:gd name="connsiteX131-10415" fmla="*/ 1530 w 6642"/>
                    <a:gd name="connsiteY131-10416" fmla="*/ 5007 h 5728"/>
                    <a:gd name="connsiteX132-10417" fmla="*/ 1459 w 6642"/>
                    <a:gd name="connsiteY132-10418" fmla="*/ 5064 h 5728"/>
                    <a:gd name="connsiteX133-10419" fmla="*/ 1353 w 6642"/>
                    <a:gd name="connsiteY133-10420" fmla="*/ 5111 h 5728"/>
                    <a:gd name="connsiteX134-10421" fmla="*/ 1290 w 6642"/>
                    <a:gd name="connsiteY134-10422" fmla="*/ 5063 h 5728"/>
                    <a:gd name="connsiteX135-10423" fmla="*/ 1052 w 6642"/>
                    <a:gd name="connsiteY135-10424" fmla="*/ 5254 h 5728"/>
                    <a:gd name="connsiteX136-10425" fmla="*/ 924 w 6642"/>
                    <a:gd name="connsiteY136-10426" fmla="*/ 5231 h 5728"/>
                    <a:gd name="connsiteX137-10427" fmla="*/ 813 w 6642"/>
                    <a:gd name="connsiteY137-10428" fmla="*/ 5097 h 5728"/>
                    <a:gd name="connsiteX138-10429" fmla="*/ 683 w 6642"/>
                    <a:gd name="connsiteY138-10430" fmla="*/ 4930 h 5728"/>
                    <a:gd name="connsiteX139-10431" fmla="*/ 572 w 6642"/>
                    <a:gd name="connsiteY139-10432" fmla="*/ 4806 h 5728"/>
                    <a:gd name="connsiteX140-10433" fmla="*/ 505 w 6642"/>
                    <a:gd name="connsiteY140-10434" fmla="*/ 4788 h 5728"/>
                    <a:gd name="connsiteX141-10435" fmla="*/ 640 w 6642"/>
                    <a:gd name="connsiteY141-10436" fmla="*/ 4631 h 5728"/>
                    <a:gd name="connsiteX142-10437" fmla="*/ 683 w 6642"/>
                    <a:gd name="connsiteY142-10438" fmla="*/ 4541 h 5728"/>
                    <a:gd name="connsiteX143-10439" fmla="*/ 651 w 6642"/>
                    <a:gd name="connsiteY143-10440" fmla="*/ 4438 h 5728"/>
                    <a:gd name="connsiteX144-10441" fmla="*/ 277 w 6642"/>
                    <a:gd name="connsiteY144-10442" fmla="*/ 4491 h 5728"/>
                    <a:gd name="connsiteX145-10443" fmla="*/ 187 w 6642"/>
                    <a:gd name="connsiteY145-10444" fmla="*/ 4518 h 5728"/>
                    <a:gd name="connsiteX146-10445" fmla="*/ 195 w 6642"/>
                    <a:gd name="connsiteY146-10446" fmla="*/ 4384 h 5728"/>
                    <a:gd name="connsiteX147-10447" fmla="*/ 147 w 6642"/>
                    <a:gd name="connsiteY147-10448" fmla="*/ 4318 h 5728"/>
                    <a:gd name="connsiteX148-10449" fmla="*/ 39 w 6642"/>
                    <a:gd name="connsiteY148-10450" fmla="*/ 4220 h 5728"/>
                    <a:gd name="connsiteX149-10451" fmla="*/ 75 w 6642"/>
                    <a:gd name="connsiteY149-10452" fmla="*/ 4093 h 5728"/>
                    <a:gd name="connsiteX150-10453" fmla="*/ 63 w 6642"/>
                    <a:gd name="connsiteY150-10454" fmla="*/ 3929 h 5728"/>
                    <a:gd name="connsiteX151-10455" fmla="*/ 0 w 6642"/>
                    <a:gd name="connsiteY151-10456" fmla="*/ 3842 h 5728"/>
                    <a:gd name="connsiteX152-10457" fmla="*/ 0 w 6642"/>
                    <a:gd name="connsiteY152-10458" fmla="*/ 3737 h 5728"/>
                    <a:gd name="connsiteX153-10459" fmla="*/ 303 w 6642"/>
                    <a:gd name="connsiteY153-10460" fmla="*/ 3824 h 5728"/>
                    <a:gd name="connsiteX154-10461" fmla="*/ 830 w 6642"/>
                    <a:gd name="connsiteY154-10462" fmla="*/ 3840 h 5728"/>
                    <a:gd name="connsiteX155-10463" fmla="*/ 1044 w 6642"/>
                    <a:gd name="connsiteY155-10464" fmla="*/ 3908 h 5728"/>
                    <a:gd name="connsiteX156-10465" fmla="*/ 1213 w 6642"/>
                    <a:gd name="connsiteY156-10466" fmla="*/ 4053 h 5728"/>
                    <a:gd name="connsiteX157-10467" fmla="*/ 1257 w 6642"/>
                    <a:gd name="connsiteY157-10468" fmla="*/ 4077 h 5728"/>
                    <a:gd name="connsiteX158-10469" fmla="*/ 1417 w 6642"/>
                    <a:gd name="connsiteY158-10470" fmla="*/ 4107 h 5728"/>
                    <a:gd name="connsiteX159-10471" fmla="*/ 1487 w 6642"/>
                    <a:gd name="connsiteY159-10472" fmla="*/ 4158 h 5728"/>
                    <a:gd name="connsiteX160-10473" fmla="*/ 1688 w 6642"/>
                    <a:gd name="connsiteY160-10474" fmla="*/ 4229 h 5728"/>
                    <a:gd name="connsiteX161-10475" fmla="*/ 1904 w 6642"/>
                    <a:gd name="connsiteY161-10476" fmla="*/ 4309 h 5728"/>
                    <a:gd name="connsiteX162-10477" fmla="*/ 2068 w 6642"/>
                    <a:gd name="connsiteY162-10478" fmla="*/ 4212 h 5728"/>
                    <a:gd name="connsiteX163-10479" fmla="*/ 2267 w 6642"/>
                    <a:gd name="connsiteY163-10480" fmla="*/ 4125 h 5728"/>
                    <a:gd name="connsiteX164-10481" fmla="*/ 2363 w 6642"/>
                    <a:gd name="connsiteY164-10482" fmla="*/ 4075 h 5728"/>
                    <a:gd name="connsiteX165-10483" fmla="*/ 2539 w 6642"/>
                    <a:gd name="connsiteY165-10484" fmla="*/ 3995 h 5728"/>
                    <a:gd name="connsiteX166-10485" fmla="*/ 2721 w 6642"/>
                    <a:gd name="connsiteY166-10486" fmla="*/ 3970 h 5728"/>
                    <a:gd name="connsiteX167-10487" fmla="*/ 3073 w 6642"/>
                    <a:gd name="connsiteY167-10488" fmla="*/ 3979 h 5728"/>
                    <a:gd name="connsiteX168-10489" fmla="*/ 3416 w 6642"/>
                    <a:gd name="connsiteY168-10490" fmla="*/ 3722 h 5728"/>
                    <a:gd name="connsiteX169-10491" fmla="*/ 3519 w 6642"/>
                    <a:gd name="connsiteY169-10492" fmla="*/ 3636 h 5728"/>
                    <a:gd name="connsiteX170-10493" fmla="*/ 3609 w 6642"/>
                    <a:gd name="connsiteY170-10494" fmla="*/ 3563 h 5728"/>
                    <a:gd name="connsiteX171-10495" fmla="*/ 3705 w 6642"/>
                    <a:gd name="connsiteY171-10496" fmla="*/ 3503 h 5728"/>
                    <a:gd name="connsiteX172-10497" fmla="*/ 3702 w 6642"/>
                    <a:gd name="connsiteY172-10498" fmla="*/ 3422 h 5728"/>
                    <a:gd name="connsiteX173-10499" fmla="*/ 3597 w 6642"/>
                    <a:gd name="connsiteY173-10500" fmla="*/ 3317 h 5728"/>
                    <a:gd name="connsiteX0-10501" fmla="*/ 5456 w 6642"/>
                    <a:gd name="connsiteY0-10502" fmla="*/ 2333 h 5728"/>
                    <a:gd name="connsiteX1-10503" fmla="*/ 5454 w 6642"/>
                    <a:gd name="connsiteY1-10504" fmla="*/ 2117 h 5728"/>
                    <a:gd name="connsiteX2-10505" fmla="*/ 5378 w 6642"/>
                    <a:gd name="connsiteY2-10506" fmla="*/ 2039 h 5728"/>
                    <a:gd name="connsiteX3-10507" fmla="*/ 5235 w 6642"/>
                    <a:gd name="connsiteY3-10508" fmla="*/ 1951 h 5728"/>
                    <a:gd name="connsiteX4-10509" fmla="*/ 5143 w 6642"/>
                    <a:gd name="connsiteY4-10510" fmla="*/ 1827 h 5728"/>
                    <a:gd name="connsiteX5-10511" fmla="*/ 5047 w 6642"/>
                    <a:gd name="connsiteY5-10512" fmla="*/ 1828 h 5728"/>
                    <a:gd name="connsiteX6-10513" fmla="*/ 5002 w 6642"/>
                    <a:gd name="connsiteY6-10514" fmla="*/ 1883 h 5728"/>
                    <a:gd name="connsiteX7-10515" fmla="*/ 4909 w 6642"/>
                    <a:gd name="connsiteY7-10516" fmla="*/ 1877 h 5728"/>
                    <a:gd name="connsiteX8-10517" fmla="*/ 4889 w 6642"/>
                    <a:gd name="connsiteY8-10518" fmla="*/ 1994 h 5728"/>
                    <a:gd name="connsiteX9-10519" fmla="*/ 4708 w 6642"/>
                    <a:gd name="connsiteY9-10520" fmla="*/ 1941 h 5728"/>
                    <a:gd name="connsiteX10-10521" fmla="*/ 4625 w 6642"/>
                    <a:gd name="connsiteY10-10522" fmla="*/ 1939 h 5728"/>
                    <a:gd name="connsiteX11-10523" fmla="*/ 4500 w 6642"/>
                    <a:gd name="connsiteY11-10524" fmla="*/ 2014 h 5728"/>
                    <a:gd name="connsiteX12-10525" fmla="*/ 4388 w 6642"/>
                    <a:gd name="connsiteY12-10526" fmla="*/ 1890 h 5728"/>
                    <a:gd name="connsiteX13-10527" fmla="*/ 4482 w 6642"/>
                    <a:gd name="connsiteY13-10528" fmla="*/ 1804 h 5728"/>
                    <a:gd name="connsiteX14-10529" fmla="*/ 4486 w 6642"/>
                    <a:gd name="connsiteY14-10530" fmla="*/ 1634 h 5728"/>
                    <a:gd name="connsiteX15-10531" fmla="*/ 4541 w 6642"/>
                    <a:gd name="connsiteY15-10532" fmla="*/ 1514 h 5728"/>
                    <a:gd name="connsiteX16-10533" fmla="*/ 4584 w 6642"/>
                    <a:gd name="connsiteY16-10534" fmla="*/ 1306 h 5728"/>
                    <a:gd name="connsiteX17-10535" fmla="*/ 4644 w 6642"/>
                    <a:gd name="connsiteY17-10536" fmla="*/ 1307 h 5728"/>
                    <a:gd name="connsiteX18-10537" fmla="*/ 4967 w 6642"/>
                    <a:gd name="connsiteY18-10538" fmla="*/ 1286 h 5728"/>
                    <a:gd name="connsiteX19-10539" fmla="*/ 5141 w 6642"/>
                    <a:gd name="connsiteY19-10540" fmla="*/ 1117 h 5728"/>
                    <a:gd name="connsiteX20-10541" fmla="*/ 5210 w 6642"/>
                    <a:gd name="connsiteY20-10542" fmla="*/ 748 h 5728"/>
                    <a:gd name="connsiteX21-10543" fmla="*/ 5320 w 6642"/>
                    <a:gd name="connsiteY21-10544" fmla="*/ 486 h 5728"/>
                    <a:gd name="connsiteX22-10545" fmla="*/ 5318 w 6642"/>
                    <a:gd name="connsiteY22-10546" fmla="*/ 358 h 5728"/>
                    <a:gd name="connsiteX23-10547" fmla="*/ 5305 w 6642"/>
                    <a:gd name="connsiteY23-10548" fmla="*/ 328 h 5728"/>
                    <a:gd name="connsiteX24-10549" fmla="*/ 5238 w 6642"/>
                    <a:gd name="connsiteY24-10550" fmla="*/ 251 h 5728"/>
                    <a:gd name="connsiteX25-10551" fmla="*/ 5178 w 6642"/>
                    <a:gd name="connsiteY25-10552" fmla="*/ 217 h 5728"/>
                    <a:gd name="connsiteX26-10553" fmla="*/ 5303 w 6642"/>
                    <a:gd name="connsiteY26-10554" fmla="*/ 56 h 5728"/>
                    <a:gd name="connsiteX27-10555" fmla="*/ 5476 w 6642"/>
                    <a:gd name="connsiteY27-10556" fmla="*/ 2 h 5728"/>
                    <a:gd name="connsiteX28-10557" fmla="*/ 5508 w 6642"/>
                    <a:gd name="connsiteY28-10558" fmla="*/ 49 h 5728"/>
                    <a:gd name="connsiteX29-10559" fmla="*/ 5498 w 6642"/>
                    <a:gd name="connsiteY29-10560" fmla="*/ 133 h 5728"/>
                    <a:gd name="connsiteX30-10561" fmla="*/ 5437 w 6642"/>
                    <a:gd name="connsiteY30-10562" fmla="*/ 243 h 5728"/>
                    <a:gd name="connsiteX31-10563" fmla="*/ 5507 w 6642"/>
                    <a:gd name="connsiteY31-10564" fmla="*/ 301 h 5728"/>
                    <a:gd name="connsiteX32-10565" fmla="*/ 5621 w 6642"/>
                    <a:gd name="connsiteY32-10566" fmla="*/ 366 h 5728"/>
                    <a:gd name="connsiteX33-10567" fmla="*/ 5641 w 6642"/>
                    <a:gd name="connsiteY33-10568" fmla="*/ 255 h 5728"/>
                    <a:gd name="connsiteX34-10569" fmla="*/ 5775 w 6642"/>
                    <a:gd name="connsiteY34-10570" fmla="*/ 291 h 5728"/>
                    <a:gd name="connsiteX35-10571" fmla="*/ 5800 w 6642"/>
                    <a:gd name="connsiteY35-10572" fmla="*/ 331 h 5728"/>
                    <a:gd name="connsiteX36-10573" fmla="*/ 5876 w 6642"/>
                    <a:gd name="connsiteY36-10574" fmla="*/ 562 h 5728"/>
                    <a:gd name="connsiteX37-10575" fmla="*/ 5911 w 6642"/>
                    <a:gd name="connsiteY37-10576" fmla="*/ 586 h 5728"/>
                    <a:gd name="connsiteX38-10577" fmla="*/ 6003 w 6642"/>
                    <a:gd name="connsiteY38-10578" fmla="*/ 578 h 5728"/>
                    <a:gd name="connsiteX39-10579" fmla="*/ 6263 w 6642"/>
                    <a:gd name="connsiteY39-10580" fmla="*/ 490 h 5728"/>
                    <a:gd name="connsiteX40-10581" fmla="*/ 6483 w 6642"/>
                    <a:gd name="connsiteY40-10582" fmla="*/ 479 h 5728"/>
                    <a:gd name="connsiteX41-10583" fmla="*/ 6543 w 6642"/>
                    <a:gd name="connsiteY41-10584" fmla="*/ 648 h 5728"/>
                    <a:gd name="connsiteX42-10585" fmla="*/ 6461 w 6642"/>
                    <a:gd name="connsiteY42-10586" fmla="*/ 944 h 5728"/>
                    <a:gd name="connsiteX43-10587" fmla="*/ 6461 w 6642"/>
                    <a:gd name="connsiteY43-10588" fmla="*/ 1022 h 5728"/>
                    <a:gd name="connsiteX44-10589" fmla="*/ 6530 w 6642"/>
                    <a:gd name="connsiteY44-10590" fmla="*/ 1168 h 5728"/>
                    <a:gd name="connsiteX45-10591" fmla="*/ 6545 w 6642"/>
                    <a:gd name="connsiteY45-10592" fmla="*/ 1427 h 5728"/>
                    <a:gd name="connsiteX46-10593" fmla="*/ 6547 w 6642"/>
                    <a:gd name="connsiteY46-10594" fmla="*/ 1617 h 5728"/>
                    <a:gd name="connsiteX47-10595" fmla="*/ 6480 w 6642"/>
                    <a:gd name="connsiteY47-10596" fmla="*/ 1625 h 5728"/>
                    <a:gd name="connsiteX48-10597" fmla="*/ 6458 w 6642"/>
                    <a:gd name="connsiteY48-10598" fmla="*/ 1507 h 5728"/>
                    <a:gd name="connsiteX49-10599" fmla="*/ 6423 w 6642"/>
                    <a:gd name="connsiteY49-10600" fmla="*/ 1450 h 5728"/>
                    <a:gd name="connsiteX50-10601" fmla="*/ 6333 w 6642"/>
                    <a:gd name="connsiteY50-10602" fmla="*/ 1582 h 5728"/>
                    <a:gd name="connsiteX51-10603" fmla="*/ 6220 w 6642"/>
                    <a:gd name="connsiteY51-10604" fmla="*/ 1776 h 5728"/>
                    <a:gd name="connsiteX52-10605" fmla="*/ 6101 w 6642"/>
                    <a:gd name="connsiteY52-10606" fmla="*/ 1904 h 5728"/>
                    <a:gd name="connsiteX53-10607" fmla="*/ 6094 w 6642"/>
                    <a:gd name="connsiteY53-10608" fmla="*/ 2018 h 5728"/>
                    <a:gd name="connsiteX54-10609" fmla="*/ 6154 w 6642"/>
                    <a:gd name="connsiteY54-10610" fmla="*/ 2115 h 5728"/>
                    <a:gd name="connsiteX55-10611" fmla="*/ 6256 w 6642"/>
                    <a:gd name="connsiteY55-10612" fmla="*/ 2183 h 5728"/>
                    <a:gd name="connsiteX56-10613" fmla="*/ 6333 w 6642"/>
                    <a:gd name="connsiteY56-10614" fmla="*/ 2178 h 5728"/>
                    <a:gd name="connsiteX57-10615" fmla="*/ 6378 w 6642"/>
                    <a:gd name="connsiteY57-10616" fmla="*/ 2104 h 5728"/>
                    <a:gd name="connsiteX58-10617" fmla="*/ 6412 w 6642"/>
                    <a:gd name="connsiteY58-10618" fmla="*/ 2210 h 5728"/>
                    <a:gd name="connsiteX59-10619" fmla="*/ 6300 w 6642"/>
                    <a:gd name="connsiteY59-10620" fmla="*/ 2249 h 5728"/>
                    <a:gd name="connsiteX60-10621" fmla="*/ 6347 w 6642"/>
                    <a:gd name="connsiteY60-10622" fmla="*/ 2362 h 5728"/>
                    <a:gd name="connsiteX61-10623" fmla="*/ 6212 w 6642"/>
                    <a:gd name="connsiteY61-10624" fmla="*/ 2509 h 5728"/>
                    <a:gd name="connsiteX62-10625" fmla="*/ 6171 w 6642"/>
                    <a:gd name="connsiteY62-10626" fmla="*/ 2498 h 5728"/>
                    <a:gd name="connsiteX63-10627" fmla="*/ 6047 w 6642"/>
                    <a:gd name="connsiteY63-10628" fmla="*/ 2413 h 5728"/>
                    <a:gd name="connsiteX64-10629" fmla="*/ 5992 w 6642"/>
                    <a:gd name="connsiteY64-10630" fmla="*/ 2412 h 5728"/>
                    <a:gd name="connsiteX65-10631" fmla="*/ 5957 w 6642"/>
                    <a:gd name="connsiteY65-10632" fmla="*/ 2480 h 5728"/>
                    <a:gd name="connsiteX66-10633" fmla="*/ 5960 w 6642"/>
                    <a:gd name="connsiteY66-10634" fmla="*/ 2562 h 5728"/>
                    <a:gd name="connsiteX67-10635" fmla="*/ 6138 w 6642"/>
                    <a:gd name="connsiteY67-10636" fmla="*/ 2730 h 5728"/>
                    <a:gd name="connsiteX68-10637" fmla="*/ 6137 w 6642"/>
                    <a:gd name="connsiteY68-10638" fmla="*/ 2844 h 5728"/>
                    <a:gd name="connsiteX69-10639" fmla="*/ 6228 w 6642"/>
                    <a:gd name="connsiteY69-10640" fmla="*/ 3060 h 5728"/>
                    <a:gd name="connsiteX70-10641" fmla="*/ 6254 w 6642"/>
                    <a:gd name="connsiteY70-10642" fmla="*/ 3090 h 5728"/>
                    <a:gd name="connsiteX71-10643" fmla="*/ 6298 w 6642"/>
                    <a:gd name="connsiteY71-10644" fmla="*/ 3094 h 5728"/>
                    <a:gd name="connsiteX72-10645" fmla="*/ 6344 w 6642"/>
                    <a:gd name="connsiteY72-10646" fmla="*/ 3010 h 5728"/>
                    <a:gd name="connsiteX73-10647" fmla="*/ 6424 w 6642"/>
                    <a:gd name="connsiteY73-10648" fmla="*/ 2950 h 5728"/>
                    <a:gd name="connsiteX74-10649" fmla="*/ 6519 w 6642"/>
                    <a:gd name="connsiteY74-10650" fmla="*/ 3126 h 5728"/>
                    <a:gd name="connsiteX75-10651" fmla="*/ 6629 w 6642"/>
                    <a:gd name="connsiteY75-10652" fmla="*/ 3312 h 5728"/>
                    <a:gd name="connsiteX76-10653" fmla="*/ 6642 w 6642"/>
                    <a:gd name="connsiteY76-10654" fmla="*/ 3342 h 5728"/>
                    <a:gd name="connsiteX77-10655" fmla="*/ 6631 w 6642"/>
                    <a:gd name="connsiteY77-10656" fmla="*/ 3518 h 5728"/>
                    <a:gd name="connsiteX78-10657" fmla="*/ 6596 w 6642"/>
                    <a:gd name="connsiteY78-10658" fmla="*/ 3554 h 5728"/>
                    <a:gd name="connsiteX79-10659" fmla="*/ 6507 w 6642"/>
                    <a:gd name="connsiteY79-10660" fmla="*/ 3515 h 5728"/>
                    <a:gd name="connsiteX80-10661" fmla="*/ 6273 w 6642"/>
                    <a:gd name="connsiteY80-10662" fmla="*/ 3644 h 5728"/>
                    <a:gd name="connsiteX81-10663" fmla="*/ 6247 w 6642"/>
                    <a:gd name="connsiteY81-10664" fmla="*/ 3666 h 5728"/>
                    <a:gd name="connsiteX82-10665" fmla="*/ 6067 w 6642"/>
                    <a:gd name="connsiteY82-10666" fmla="*/ 3812 h 5728"/>
                    <a:gd name="connsiteX83-10667" fmla="*/ 5926 w 6642"/>
                    <a:gd name="connsiteY83-10668" fmla="*/ 3926 h 5728"/>
                    <a:gd name="connsiteX84-10669" fmla="*/ 5891 w 6642"/>
                    <a:gd name="connsiteY84-10670" fmla="*/ 3965 h 5728"/>
                    <a:gd name="connsiteX85-10671" fmla="*/ 5839 w 6642"/>
                    <a:gd name="connsiteY85-10672" fmla="*/ 3973 h 5728"/>
                    <a:gd name="connsiteX86-10673" fmla="*/ 5782 w 6642"/>
                    <a:gd name="connsiteY86-10674" fmla="*/ 3916 h 5728"/>
                    <a:gd name="connsiteX87-10675" fmla="*/ 5658 w 6642"/>
                    <a:gd name="connsiteY87-10676" fmla="*/ 3808 h 5728"/>
                    <a:gd name="connsiteX88-10677" fmla="*/ 5682 w 6642"/>
                    <a:gd name="connsiteY88-10678" fmla="*/ 4064 h 5728"/>
                    <a:gd name="connsiteX89-10679" fmla="*/ 5691 w 6642"/>
                    <a:gd name="connsiteY89-10680" fmla="*/ 4192 h 5728"/>
                    <a:gd name="connsiteX90-10681" fmla="*/ 5429 w 6642"/>
                    <a:gd name="connsiteY90-10682" fmla="*/ 4166 h 5728"/>
                    <a:gd name="connsiteX91-10683" fmla="*/ 5347 w 6642"/>
                    <a:gd name="connsiteY91-10684" fmla="*/ 3987 h 5728"/>
                    <a:gd name="connsiteX92-10685" fmla="*/ 5265 w 6642"/>
                    <a:gd name="connsiteY92-10686" fmla="*/ 3802 h 5728"/>
                    <a:gd name="connsiteX93-10687" fmla="*/ 4290 w 6642"/>
                    <a:gd name="connsiteY93-10688" fmla="*/ 4504 h 5728"/>
                    <a:gd name="connsiteX94-10689" fmla="*/ 4293 w 6642"/>
                    <a:gd name="connsiteY94-10690" fmla="*/ 4556 h 5728"/>
                    <a:gd name="connsiteX95-10691" fmla="*/ 4257 w 6642"/>
                    <a:gd name="connsiteY95-10692" fmla="*/ 4614 h 5728"/>
                    <a:gd name="connsiteX96-10693" fmla="*/ 3992 w 6642"/>
                    <a:gd name="connsiteY96-10694" fmla="*/ 4680 h 5728"/>
                    <a:gd name="connsiteX97-10695" fmla="*/ 3857 w 6642"/>
                    <a:gd name="connsiteY97-10696" fmla="*/ 4739 h 5728"/>
                    <a:gd name="connsiteX98-10697" fmla="*/ 3815 w 6642"/>
                    <a:gd name="connsiteY98-10698" fmla="*/ 4777 h 5728"/>
                    <a:gd name="connsiteX99-10699" fmla="*/ 3616 w 6642"/>
                    <a:gd name="connsiteY99-10700" fmla="*/ 5021 h 5728"/>
                    <a:gd name="connsiteX100-10701" fmla="*/ 3543 w 6642"/>
                    <a:gd name="connsiteY100-10702" fmla="*/ 4970 h 5728"/>
                    <a:gd name="connsiteX101-10703" fmla="*/ 3460 w 6642"/>
                    <a:gd name="connsiteY101-10704" fmla="*/ 4971 h 5728"/>
                    <a:gd name="connsiteX102-10705" fmla="*/ 3424 w 6642"/>
                    <a:gd name="connsiteY102-10706" fmla="*/ 5045 h 5728"/>
                    <a:gd name="connsiteX103-10707" fmla="*/ 3313 w 6642"/>
                    <a:gd name="connsiteY103-10708" fmla="*/ 5000 h 5728"/>
                    <a:gd name="connsiteX104-10709" fmla="*/ 3235 w 6642"/>
                    <a:gd name="connsiteY104-10710" fmla="*/ 5109 h 5728"/>
                    <a:gd name="connsiteX105-10711" fmla="*/ 3013 w 6642"/>
                    <a:gd name="connsiteY105-10712" fmla="*/ 5349 h 5728"/>
                    <a:gd name="connsiteX106-10713" fmla="*/ 2993 w 6642"/>
                    <a:gd name="connsiteY106-10714" fmla="*/ 5516 h 5728"/>
                    <a:gd name="connsiteX107-10715" fmla="*/ 2976 w 6642"/>
                    <a:gd name="connsiteY107-10716" fmla="*/ 5659 h 5728"/>
                    <a:gd name="connsiteX108-10717" fmla="*/ 2960 w 6642"/>
                    <a:gd name="connsiteY108-10718" fmla="*/ 5669 h 5728"/>
                    <a:gd name="connsiteX109-10719" fmla="*/ 2638 w 6642"/>
                    <a:gd name="connsiteY109-10720" fmla="*/ 5621 h 5728"/>
                    <a:gd name="connsiteX110-10721" fmla="*/ 2536 w 6642"/>
                    <a:gd name="connsiteY110-10722" fmla="*/ 5566 h 5728"/>
                    <a:gd name="connsiteX111-10723" fmla="*/ 2482 w 6642"/>
                    <a:gd name="connsiteY111-10724" fmla="*/ 5503 h 5728"/>
                    <a:gd name="connsiteX112-10725" fmla="*/ 2377 w 6642"/>
                    <a:gd name="connsiteY112-10726" fmla="*/ 5477 h 5728"/>
                    <a:gd name="connsiteX113-10727" fmla="*/ 2377 w 6642"/>
                    <a:gd name="connsiteY113-10728" fmla="*/ 5379 h 5728"/>
                    <a:gd name="connsiteX114-10729" fmla="*/ 2481 w 6642"/>
                    <a:gd name="connsiteY114-10730" fmla="*/ 5149 h 5728"/>
                    <a:gd name="connsiteX115-10731" fmla="*/ 2341 w 6642"/>
                    <a:gd name="connsiteY115-10732" fmla="*/ 5070 h 5728"/>
                    <a:gd name="connsiteX116-10733" fmla="*/ 2299 w 6642"/>
                    <a:gd name="connsiteY116-10734" fmla="*/ 5095 h 5728"/>
                    <a:gd name="connsiteX117-10735" fmla="*/ 2209 w 6642"/>
                    <a:gd name="connsiteY117-10736" fmla="*/ 5214 h 5728"/>
                    <a:gd name="connsiteX118-10737" fmla="*/ 2177 w 6642"/>
                    <a:gd name="connsiteY118-10738" fmla="*/ 5276 h 5728"/>
                    <a:gd name="connsiteX119-10739" fmla="*/ 2115 w 6642"/>
                    <a:gd name="connsiteY119-10740" fmla="*/ 5386 h 5728"/>
                    <a:gd name="connsiteX120-10741" fmla="*/ 2121 w 6642"/>
                    <a:gd name="connsiteY120-10742" fmla="*/ 5510 h 5728"/>
                    <a:gd name="connsiteX121-10743" fmla="*/ 2082 w 6642"/>
                    <a:gd name="connsiteY121-10744" fmla="*/ 5558 h 5728"/>
                    <a:gd name="connsiteX122-10745" fmla="*/ 1951 w 6642"/>
                    <a:gd name="connsiteY122-10746" fmla="*/ 5617 h 5728"/>
                    <a:gd name="connsiteX123-10747" fmla="*/ 1785 w 6642"/>
                    <a:gd name="connsiteY123-10748" fmla="*/ 5649 h 5728"/>
                    <a:gd name="connsiteX124-10749" fmla="*/ 1682 w 6642"/>
                    <a:gd name="connsiteY124-10750" fmla="*/ 5728 h 5728"/>
                    <a:gd name="connsiteX125-10751" fmla="*/ 1568 w 6642"/>
                    <a:gd name="connsiteY125-10752" fmla="*/ 5611 h 5728"/>
                    <a:gd name="connsiteX126-10753" fmla="*/ 1508 w 6642"/>
                    <a:gd name="connsiteY126-10754" fmla="*/ 5485 h 5728"/>
                    <a:gd name="connsiteX127-10755" fmla="*/ 1630 w 6642"/>
                    <a:gd name="connsiteY127-10756" fmla="*/ 5242 h 5728"/>
                    <a:gd name="connsiteX128-10757" fmla="*/ 1685 w 6642"/>
                    <a:gd name="connsiteY128-10758" fmla="*/ 5195 h 5728"/>
                    <a:gd name="connsiteX129-10759" fmla="*/ 1730 w 6642"/>
                    <a:gd name="connsiteY129-10760" fmla="*/ 5120 h 5728"/>
                    <a:gd name="connsiteX130-10761" fmla="*/ 1727 w 6642"/>
                    <a:gd name="connsiteY130-10762" fmla="*/ 5071 h 5728"/>
                    <a:gd name="connsiteX131-10763" fmla="*/ 1530 w 6642"/>
                    <a:gd name="connsiteY131-10764" fmla="*/ 5007 h 5728"/>
                    <a:gd name="connsiteX132-10765" fmla="*/ 1459 w 6642"/>
                    <a:gd name="connsiteY132-10766" fmla="*/ 5064 h 5728"/>
                    <a:gd name="connsiteX133-10767" fmla="*/ 1353 w 6642"/>
                    <a:gd name="connsiteY133-10768" fmla="*/ 5111 h 5728"/>
                    <a:gd name="connsiteX134-10769" fmla="*/ 1290 w 6642"/>
                    <a:gd name="connsiteY134-10770" fmla="*/ 5063 h 5728"/>
                    <a:gd name="connsiteX135-10771" fmla="*/ 1052 w 6642"/>
                    <a:gd name="connsiteY135-10772" fmla="*/ 5254 h 5728"/>
                    <a:gd name="connsiteX136-10773" fmla="*/ 924 w 6642"/>
                    <a:gd name="connsiteY136-10774" fmla="*/ 5231 h 5728"/>
                    <a:gd name="connsiteX137-10775" fmla="*/ 813 w 6642"/>
                    <a:gd name="connsiteY137-10776" fmla="*/ 5097 h 5728"/>
                    <a:gd name="connsiteX138-10777" fmla="*/ 683 w 6642"/>
                    <a:gd name="connsiteY138-10778" fmla="*/ 4930 h 5728"/>
                    <a:gd name="connsiteX139-10779" fmla="*/ 572 w 6642"/>
                    <a:gd name="connsiteY139-10780" fmla="*/ 4806 h 5728"/>
                    <a:gd name="connsiteX140-10781" fmla="*/ 505 w 6642"/>
                    <a:gd name="connsiteY140-10782" fmla="*/ 4788 h 5728"/>
                    <a:gd name="connsiteX141-10783" fmla="*/ 640 w 6642"/>
                    <a:gd name="connsiteY141-10784" fmla="*/ 4631 h 5728"/>
                    <a:gd name="connsiteX142-10785" fmla="*/ 683 w 6642"/>
                    <a:gd name="connsiteY142-10786" fmla="*/ 4541 h 5728"/>
                    <a:gd name="connsiteX143-10787" fmla="*/ 651 w 6642"/>
                    <a:gd name="connsiteY143-10788" fmla="*/ 4438 h 5728"/>
                    <a:gd name="connsiteX144-10789" fmla="*/ 277 w 6642"/>
                    <a:gd name="connsiteY144-10790" fmla="*/ 4491 h 5728"/>
                    <a:gd name="connsiteX145-10791" fmla="*/ 187 w 6642"/>
                    <a:gd name="connsiteY145-10792" fmla="*/ 4518 h 5728"/>
                    <a:gd name="connsiteX146-10793" fmla="*/ 195 w 6642"/>
                    <a:gd name="connsiteY146-10794" fmla="*/ 4384 h 5728"/>
                    <a:gd name="connsiteX147-10795" fmla="*/ 147 w 6642"/>
                    <a:gd name="connsiteY147-10796" fmla="*/ 4318 h 5728"/>
                    <a:gd name="connsiteX148-10797" fmla="*/ 39 w 6642"/>
                    <a:gd name="connsiteY148-10798" fmla="*/ 4220 h 5728"/>
                    <a:gd name="connsiteX149-10799" fmla="*/ 75 w 6642"/>
                    <a:gd name="connsiteY149-10800" fmla="*/ 4093 h 5728"/>
                    <a:gd name="connsiteX150-10801" fmla="*/ 63 w 6642"/>
                    <a:gd name="connsiteY150-10802" fmla="*/ 3929 h 5728"/>
                    <a:gd name="connsiteX151-10803" fmla="*/ 0 w 6642"/>
                    <a:gd name="connsiteY151-10804" fmla="*/ 3842 h 5728"/>
                    <a:gd name="connsiteX152-10805" fmla="*/ 0 w 6642"/>
                    <a:gd name="connsiteY152-10806" fmla="*/ 3737 h 5728"/>
                    <a:gd name="connsiteX153-10807" fmla="*/ 303 w 6642"/>
                    <a:gd name="connsiteY153-10808" fmla="*/ 3824 h 5728"/>
                    <a:gd name="connsiteX154-10809" fmla="*/ 830 w 6642"/>
                    <a:gd name="connsiteY154-10810" fmla="*/ 3840 h 5728"/>
                    <a:gd name="connsiteX155-10811" fmla="*/ 1044 w 6642"/>
                    <a:gd name="connsiteY155-10812" fmla="*/ 3908 h 5728"/>
                    <a:gd name="connsiteX156-10813" fmla="*/ 1213 w 6642"/>
                    <a:gd name="connsiteY156-10814" fmla="*/ 4053 h 5728"/>
                    <a:gd name="connsiteX157-10815" fmla="*/ 1257 w 6642"/>
                    <a:gd name="connsiteY157-10816" fmla="*/ 4077 h 5728"/>
                    <a:gd name="connsiteX158-10817" fmla="*/ 1417 w 6642"/>
                    <a:gd name="connsiteY158-10818" fmla="*/ 4107 h 5728"/>
                    <a:gd name="connsiteX159-10819" fmla="*/ 1487 w 6642"/>
                    <a:gd name="connsiteY159-10820" fmla="*/ 4158 h 5728"/>
                    <a:gd name="connsiteX160-10821" fmla="*/ 1688 w 6642"/>
                    <a:gd name="connsiteY160-10822" fmla="*/ 4229 h 5728"/>
                    <a:gd name="connsiteX161-10823" fmla="*/ 1904 w 6642"/>
                    <a:gd name="connsiteY161-10824" fmla="*/ 4309 h 5728"/>
                    <a:gd name="connsiteX162-10825" fmla="*/ 2068 w 6642"/>
                    <a:gd name="connsiteY162-10826" fmla="*/ 4212 h 5728"/>
                    <a:gd name="connsiteX163-10827" fmla="*/ 2267 w 6642"/>
                    <a:gd name="connsiteY163-10828" fmla="*/ 4125 h 5728"/>
                    <a:gd name="connsiteX164-10829" fmla="*/ 2363 w 6642"/>
                    <a:gd name="connsiteY164-10830" fmla="*/ 4075 h 5728"/>
                    <a:gd name="connsiteX165-10831" fmla="*/ 2539 w 6642"/>
                    <a:gd name="connsiteY165-10832" fmla="*/ 3995 h 5728"/>
                    <a:gd name="connsiteX166-10833" fmla="*/ 2721 w 6642"/>
                    <a:gd name="connsiteY166-10834" fmla="*/ 3970 h 5728"/>
                    <a:gd name="connsiteX167-10835" fmla="*/ 3073 w 6642"/>
                    <a:gd name="connsiteY167-10836" fmla="*/ 3979 h 5728"/>
                    <a:gd name="connsiteX168-10837" fmla="*/ 3416 w 6642"/>
                    <a:gd name="connsiteY168-10838" fmla="*/ 3722 h 5728"/>
                    <a:gd name="connsiteX169-10839" fmla="*/ 3519 w 6642"/>
                    <a:gd name="connsiteY169-10840" fmla="*/ 3636 h 5728"/>
                    <a:gd name="connsiteX170-10841" fmla="*/ 3609 w 6642"/>
                    <a:gd name="connsiteY170-10842" fmla="*/ 3563 h 5728"/>
                    <a:gd name="connsiteX171-10843" fmla="*/ 3705 w 6642"/>
                    <a:gd name="connsiteY171-10844" fmla="*/ 3503 h 5728"/>
                    <a:gd name="connsiteX172-10845" fmla="*/ 3702 w 6642"/>
                    <a:gd name="connsiteY172-10846" fmla="*/ 3422 h 5728"/>
                    <a:gd name="connsiteX0-10847" fmla="*/ 5456 w 6642"/>
                    <a:gd name="connsiteY0-10848" fmla="*/ 2333 h 5728"/>
                    <a:gd name="connsiteX1-10849" fmla="*/ 5454 w 6642"/>
                    <a:gd name="connsiteY1-10850" fmla="*/ 2117 h 5728"/>
                    <a:gd name="connsiteX2-10851" fmla="*/ 5378 w 6642"/>
                    <a:gd name="connsiteY2-10852" fmla="*/ 2039 h 5728"/>
                    <a:gd name="connsiteX3-10853" fmla="*/ 5235 w 6642"/>
                    <a:gd name="connsiteY3-10854" fmla="*/ 1951 h 5728"/>
                    <a:gd name="connsiteX4-10855" fmla="*/ 5143 w 6642"/>
                    <a:gd name="connsiteY4-10856" fmla="*/ 1827 h 5728"/>
                    <a:gd name="connsiteX5-10857" fmla="*/ 5047 w 6642"/>
                    <a:gd name="connsiteY5-10858" fmla="*/ 1828 h 5728"/>
                    <a:gd name="connsiteX6-10859" fmla="*/ 5002 w 6642"/>
                    <a:gd name="connsiteY6-10860" fmla="*/ 1883 h 5728"/>
                    <a:gd name="connsiteX7-10861" fmla="*/ 4909 w 6642"/>
                    <a:gd name="connsiteY7-10862" fmla="*/ 1877 h 5728"/>
                    <a:gd name="connsiteX8-10863" fmla="*/ 4889 w 6642"/>
                    <a:gd name="connsiteY8-10864" fmla="*/ 1994 h 5728"/>
                    <a:gd name="connsiteX9-10865" fmla="*/ 4708 w 6642"/>
                    <a:gd name="connsiteY9-10866" fmla="*/ 1941 h 5728"/>
                    <a:gd name="connsiteX10-10867" fmla="*/ 4625 w 6642"/>
                    <a:gd name="connsiteY10-10868" fmla="*/ 1939 h 5728"/>
                    <a:gd name="connsiteX11-10869" fmla="*/ 4500 w 6642"/>
                    <a:gd name="connsiteY11-10870" fmla="*/ 2014 h 5728"/>
                    <a:gd name="connsiteX12-10871" fmla="*/ 4388 w 6642"/>
                    <a:gd name="connsiteY12-10872" fmla="*/ 1890 h 5728"/>
                    <a:gd name="connsiteX13-10873" fmla="*/ 4482 w 6642"/>
                    <a:gd name="connsiteY13-10874" fmla="*/ 1804 h 5728"/>
                    <a:gd name="connsiteX14-10875" fmla="*/ 4486 w 6642"/>
                    <a:gd name="connsiteY14-10876" fmla="*/ 1634 h 5728"/>
                    <a:gd name="connsiteX15-10877" fmla="*/ 4541 w 6642"/>
                    <a:gd name="connsiteY15-10878" fmla="*/ 1514 h 5728"/>
                    <a:gd name="connsiteX16-10879" fmla="*/ 4584 w 6642"/>
                    <a:gd name="connsiteY16-10880" fmla="*/ 1306 h 5728"/>
                    <a:gd name="connsiteX17-10881" fmla="*/ 4644 w 6642"/>
                    <a:gd name="connsiteY17-10882" fmla="*/ 1307 h 5728"/>
                    <a:gd name="connsiteX18-10883" fmla="*/ 4967 w 6642"/>
                    <a:gd name="connsiteY18-10884" fmla="*/ 1286 h 5728"/>
                    <a:gd name="connsiteX19-10885" fmla="*/ 5141 w 6642"/>
                    <a:gd name="connsiteY19-10886" fmla="*/ 1117 h 5728"/>
                    <a:gd name="connsiteX20-10887" fmla="*/ 5210 w 6642"/>
                    <a:gd name="connsiteY20-10888" fmla="*/ 748 h 5728"/>
                    <a:gd name="connsiteX21-10889" fmla="*/ 5320 w 6642"/>
                    <a:gd name="connsiteY21-10890" fmla="*/ 486 h 5728"/>
                    <a:gd name="connsiteX22-10891" fmla="*/ 5318 w 6642"/>
                    <a:gd name="connsiteY22-10892" fmla="*/ 358 h 5728"/>
                    <a:gd name="connsiteX23-10893" fmla="*/ 5305 w 6642"/>
                    <a:gd name="connsiteY23-10894" fmla="*/ 328 h 5728"/>
                    <a:gd name="connsiteX24-10895" fmla="*/ 5238 w 6642"/>
                    <a:gd name="connsiteY24-10896" fmla="*/ 251 h 5728"/>
                    <a:gd name="connsiteX25-10897" fmla="*/ 5178 w 6642"/>
                    <a:gd name="connsiteY25-10898" fmla="*/ 217 h 5728"/>
                    <a:gd name="connsiteX26-10899" fmla="*/ 5303 w 6642"/>
                    <a:gd name="connsiteY26-10900" fmla="*/ 56 h 5728"/>
                    <a:gd name="connsiteX27-10901" fmla="*/ 5476 w 6642"/>
                    <a:gd name="connsiteY27-10902" fmla="*/ 2 h 5728"/>
                    <a:gd name="connsiteX28-10903" fmla="*/ 5508 w 6642"/>
                    <a:gd name="connsiteY28-10904" fmla="*/ 49 h 5728"/>
                    <a:gd name="connsiteX29-10905" fmla="*/ 5498 w 6642"/>
                    <a:gd name="connsiteY29-10906" fmla="*/ 133 h 5728"/>
                    <a:gd name="connsiteX30-10907" fmla="*/ 5437 w 6642"/>
                    <a:gd name="connsiteY30-10908" fmla="*/ 243 h 5728"/>
                    <a:gd name="connsiteX31-10909" fmla="*/ 5507 w 6642"/>
                    <a:gd name="connsiteY31-10910" fmla="*/ 301 h 5728"/>
                    <a:gd name="connsiteX32-10911" fmla="*/ 5621 w 6642"/>
                    <a:gd name="connsiteY32-10912" fmla="*/ 366 h 5728"/>
                    <a:gd name="connsiteX33-10913" fmla="*/ 5641 w 6642"/>
                    <a:gd name="connsiteY33-10914" fmla="*/ 255 h 5728"/>
                    <a:gd name="connsiteX34-10915" fmla="*/ 5775 w 6642"/>
                    <a:gd name="connsiteY34-10916" fmla="*/ 291 h 5728"/>
                    <a:gd name="connsiteX35-10917" fmla="*/ 5800 w 6642"/>
                    <a:gd name="connsiteY35-10918" fmla="*/ 331 h 5728"/>
                    <a:gd name="connsiteX36-10919" fmla="*/ 5876 w 6642"/>
                    <a:gd name="connsiteY36-10920" fmla="*/ 562 h 5728"/>
                    <a:gd name="connsiteX37-10921" fmla="*/ 5911 w 6642"/>
                    <a:gd name="connsiteY37-10922" fmla="*/ 586 h 5728"/>
                    <a:gd name="connsiteX38-10923" fmla="*/ 6003 w 6642"/>
                    <a:gd name="connsiteY38-10924" fmla="*/ 578 h 5728"/>
                    <a:gd name="connsiteX39-10925" fmla="*/ 6263 w 6642"/>
                    <a:gd name="connsiteY39-10926" fmla="*/ 490 h 5728"/>
                    <a:gd name="connsiteX40-10927" fmla="*/ 6483 w 6642"/>
                    <a:gd name="connsiteY40-10928" fmla="*/ 479 h 5728"/>
                    <a:gd name="connsiteX41-10929" fmla="*/ 6543 w 6642"/>
                    <a:gd name="connsiteY41-10930" fmla="*/ 648 h 5728"/>
                    <a:gd name="connsiteX42-10931" fmla="*/ 6461 w 6642"/>
                    <a:gd name="connsiteY42-10932" fmla="*/ 944 h 5728"/>
                    <a:gd name="connsiteX43-10933" fmla="*/ 6461 w 6642"/>
                    <a:gd name="connsiteY43-10934" fmla="*/ 1022 h 5728"/>
                    <a:gd name="connsiteX44-10935" fmla="*/ 6530 w 6642"/>
                    <a:gd name="connsiteY44-10936" fmla="*/ 1168 h 5728"/>
                    <a:gd name="connsiteX45-10937" fmla="*/ 6545 w 6642"/>
                    <a:gd name="connsiteY45-10938" fmla="*/ 1427 h 5728"/>
                    <a:gd name="connsiteX46-10939" fmla="*/ 6547 w 6642"/>
                    <a:gd name="connsiteY46-10940" fmla="*/ 1617 h 5728"/>
                    <a:gd name="connsiteX47-10941" fmla="*/ 6480 w 6642"/>
                    <a:gd name="connsiteY47-10942" fmla="*/ 1625 h 5728"/>
                    <a:gd name="connsiteX48-10943" fmla="*/ 6458 w 6642"/>
                    <a:gd name="connsiteY48-10944" fmla="*/ 1507 h 5728"/>
                    <a:gd name="connsiteX49-10945" fmla="*/ 6423 w 6642"/>
                    <a:gd name="connsiteY49-10946" fmla="*/ 1450 h 5728"/>
                    <a:gd name="connsiteX50-10947" fmla="*/ 6333 w 6642"/>
                    <a:gd name="connsiteY50-10948" fmla="*/ 1582 h 5728"/>
                    <a:gd name="connsiteX51-10949" fmla="*/ 6220 w 6642"/>
                    <a:gd name="connsiteY51-10950" fmla="*/ 1776 h 5728"/>
                    <a:gd name="connsiteX52-10951" fmla="*/ 6101 w 6642"/>
                    <a:gd name="connsiteY52-10952" fmla="*/ 1904 h 5728"/>
                    <a:gd name="connsiteX53-10953" fmla="*/ 6094 w 6642"/>
                    <a:gd name="connsiteY53-10954" fmla="*/ 2018 h 5728"/>
                    <a:gd name="connsiteX54-10955" fmla="*/ 6154 w 6642"/>
                    <a:gd name="connsiteY54-10956" fmla="*/ 2115 h 5728"/>
                    <a:gd name="connsiteX55-10957" fmla="*/ 6256 w 6642"/>
                    <a:gd name="connsiteY55-10958" fmla="*/ 2183 h 5728"/>
                    <a:gd name="connsiteX56-10959" fmla="*/ 6333 w 6642"/>
                    <a:gd name="connsiteY56-10960" fmla="*/ 2178 h 5728"/>
                    <a:gd name="connsiteX57-10961" fmla="*/ 6378 w 6642"/>
                    <a:gd name="connsiteY57-10962" fmla="*/ 2104 h 5728"/>
                    <a:gd name="connsiteX58-10963" fmla="*/ 6412 w 6642"/>
                    <a:gd name="connsiteY58-10964" fmla="*/ 2210 h 5728"/>
                    <a:gd name="connsiteX59-10965" fmla="*/ 6300 w 6642"/>
                    <a:gd name="connsiteY59-10966" fmla="*/ 2249 h 5728"/>
                    <a:gd name="connsiteX60-10967" fmla="*/ 6347 w 6642"/>
                    <a:gd name="connsiteY60-10968" fmla="*/ 2362 h 5728"/>
                    <a:gd name="connsiteX61-10969" fmla="*/ 6212 w 6642"/>
                    <a:gd name="connsiteY61-10970" fmla="*/ 2509 h 5728"/>
                    <a:gd name="connsiteX62-10971" fmla="*/ 6171 w 6642"/>
                    <a:gd name="connsiteY62-10972" fmla="*/ 2498 h 5728"/>
                    <a:gd name="connsiteX63-10973" fmla="*/ 6047 w 6642"/>
                    <a:gd name="connsiteY63-10974" fmla="*/ 2413 h 5728"/>
                    <a:gd name="connsiteX64-10975" fmla="*/ 5992 w 6642"/>
                    <a:gd name="connsiteY64-10976" fmla="*/ 2412 h 5728"/>
                    <a:gd name="connsiteX65-10977" fmla="*/ 5957 w 6642"/>
                    <a:gd name="connsiteY65-10978" fmla="*/ 2480 h 5728"/>
                    <a:gd name="connsiteX66-10979" fmla="*/ 5960 w 6642"/>
                    <a:gd name="connsiteY66-10980" fmla="*/ 2562 h 5728"/>
                    <a:gd name="connsiteX67-10981" fmla="*/ 6138 w 6642"/>
                    <a:gd name="connsiteY67-10982" fmla="*/ 2730 h 5728"/>
                    <a:gd name="connsiteX68-10983" fmla="*/ 6137 w 6642"/>
                    <a:gd name="connsiteY68-10984" fmla="*/ 2844 h 5728"/>
                    <a:gd name="connsiteX69-10985" fmla="*/ 6228 w 6642"/>
                    <a:gd name="connsiteY69-10986" fmla="*/ 3060 h 5728"/>
                    <a:gd name="connsiteX70-10987" fmla="*/ 6254 w 6642"/>
                    <a:gd name="connsiteY70-10988" fmla="*/ 3090 h 5728"/>
                    <a:gd name="connsiteX71-10989" fmla="*/ 6298 w 6642"/>
                    <a:gd name="connsiteY71-10990" fmla="*/ 3094 h 5728"/>
                    <a:gd name="connsiteX72-10991" fmla="*/ 6344 w 6642"/>
                    <a:gd name="connsiteY72-10992" fmla="*/ 3010 h 5728"/>
                    <a:gd name="connsiteX73-10993" fmla="*/ 6424 w 6642"/>
                    <a:gd name="connsiteY73-10994" fmla="*/ 2950 h 5728"/>
                    <a:gd name="connsiteX74-10995" fmla="*/ 6519 w 6642"/>
                    <a:gd name="connsiteY74-10996" fmla="*/ 3126 h 5728"/>
                    <a:gd name="connsiteX75-10997" fmla="*/ 6629 w 6642"/>
                    <a:gd name="connsiteY75-10998" fmla="*/ 3312 h 5728"/>
                    <a:gd name="connsiteX76-10999" fmla="*/ 6642 w 6642"/>
                    <a:gd name="connsiteY76-11000" fmla="*/ 3342 h 5728"/>
                    <a:gd name="connsiteX77-11001" fmla="*/ 6631 w 6642"/>
                    <a:gd name="connsiteY77-11002" fmla="*/ 3518 h 5728"/>
                    <a:gd name="connsiteX78-11003" fmla="*/ 6596 w 6642"/>
                    <a:gd name="connsiteY78-11004" fmla="*/ 3554 h 5728"/>
                    <a:gd name="connsiteX79-11005" fmla="*/ 6507 w 6642"/>
                    <a:gd name="connsiteY79-11006" fmla="*/ 3515 h 5728"/>
                    <a:gd name="connsiteX80-11007" fmla="*/ 6273 w 6642"/>
                    <a:gd name="connsiteY80-11008" fmla="*/ 3644 h 5728"/>
                    <a:gd name="connsiteX81-11009" fmla="*/ 6247 w 6642"/>
                    <a:gd name="connsiteY81-11010" fmla="*/ 3666 h 5728"/>
                    <a:gd name="connsiteX82-11011" fmla="*/ 6067 w 6642"/>
                    <a:gd name="connsiteY82-11012" fmla="*/ 3812 h 5728"/>
                    <a:gd name="connsiteX83-11013" fmla="*/ 5926 w 6642"/>
                    <a:gd name="connsiteY83-11014" fmla="*/ 3926 h 5728"/>
                    <a:gd name="connsiteX84-11015" fmla="*/ 5891 w 6642"/>
                    <a:gd name="connsiteY84-11016" fmla="*/ 3965 h 5728"/>
                    <a:gd name="connsiteX85-11017" fmla="*/ 5839 w 6642"/>
                    <a:gd name="connsiteY85-11018" fmla="*/ 3973 h 5728"/>
                    <a:gd name="connsiteX86-11019" fmla="*/ 5782 w 6642"/>
                    <a:gd name="connsiteY86-11020" fmla="*/ 3916 h 5728"/>
                    <a:gd name="connsiteX87-11021" fmla="*/ 5658 w 6642"/>
                    <a:gd name="connsiteY87-11022" fmla="*/ 3808 h 5728"/>
                    <a:gd name="connsiteX88-11023" fmla="*/ 5682 w 6642"/>
                    <a:gd name="connsiteY88-11024" fmla="*/ 4064 h 5728"/>
                    <a:gd name="connsiteX89-11025" fmla="*/ 5691 w 6642"/>
                    <a:gd name="connsiteY89-11026" fmla="*/ 4192 h 5728"/>
                    <a:gd name="connsiteX90-11027" fmla="*/ 5429 w 6642"/>
                    <a:gd name="connsiteY90-11028" fmla="*/ 4166 h 5728"/>
                    <a:gd name="connsiteX91-11029" fmla="*/ 5347 w 6642"/>
                    <a:gd name="connsiteY91-11030" fmla="*/ 3987 h 5728"/>
                    <a:gd name="connsiteX92-11031" fmla="*/ 5265 w 6642"/>
                    <a:gd name="connsiteY92-11032" fmla="*/ 3802 h 5728"/>
                    <a:gd name="connsiteX93-11033" fmla="*/ 4290 w 6642"/>
                    <a:gd name="connsiteY93-11034" fmla="*/ 4504 h 5728"/>
                    <a:gd name="connsiteX94-11035" fmla="*/ 4293 w 6642"/>
                    <a:gd name="connsiteY94-11036" fmla="*/ 4556 h 5728"/>
                    <a:gd name="connsiteX95-11037" fmla="*/ 4257 w 6642"/>
                    <a:gd name="connsiteY95-11038" fmla="*/ 4614 h 5728"/>
                    <a:gd name="connsiteX96-11039" fmla="*/ 3992 w 6642"/>
                    <a:gd name="connsiteY96-11040" fmla="*/ 4680 h 5728"/>
                    <a:gd name="connsiteX97-11041" fmla="*/ 3857 w 6642"/>
                    <a:gd name="connsiteY97-11042" fmla="*/ 4739 h 5728"/>
                    <a:gd name="connsiteX98-11043" fmla="*/ 3815 w 6642"/>
                    <a:gd name="connsiteY98-11044" fmla="*/ 4777 h 5728"/>
                    <a:gd name="connsiteX99-11045" fmla="*/ 3616 w 6642"/>
                    <a:gd name="connsiteY99-11046" fmla="*/ 5021 h 5728"/>
                    <a:gd name="connsiteX100-11047" fmla="*/ 3543 w 6642"/>
                    <a:gd name="connsiteY100-11048" fmla="*/ 4970 h 5728"/>
                    <a:gd name="connsiteX101-11049" fmla="*/ 3460 w 6642"/>
                    <a:gd name="connsiteY101-11050" fmla="*/ 4971 h 5728"/>
                    <a:gd name="connsiteX102-11051" fmla="*/ 3424 w 6642"/>
                    <a:gd name="connsiteY102-11052" fmla="*/ 5045 h 5728"/>
                    <a:gd name="connsiteX103-11053" fmla="*/ 3313 w 6642"/>
                    <a:gd name="connsiteY103-11054" fmla="*/ 5000 h 5728"/>
                    <a:gd name="connsiteX104-11055" fmla="*/ 3235 w 6642"/>
                    <a:gd name="connsiteY104-11056" fmla="*/ 5109 h 5728"/>
                    <a:gd name="connsiteX105-11057" fmla="*/ 3013 w 6642"/>
                    <a:gd name="connsiteY105-11058" fmla="*/ 5349 h 5728"/>
                    <a:gd name="connsiteX106-11059" fmla="*/ 2993 w 6642"/>
                    <a:gd name="connsiteY106-11060" fmla="*/ 5516 h 5728"/>
                    <a:gd name="connsiteX107-11061" fmla="*/ 2976 w 6642"/>
                    <a:gd name="connsiteY107-11062" fmla="*/ 5659 h 5728"/>
                    <a:gd name="connsiteX108-11063" fmla="*/ 2960 w 6642"/>
                    <a:gd name="connsiteY108-11064" fmla="*/ 5669 h 5728"/>
                    <a:gd name="connsiteX109-11065" fmla="*/ 2638 w 6642"/>
                    <a:gd name="connsiteY109-11066" fmla="*/ 5621 h 5728"/>
                    <a:gd name="connsiteX110-11067" fmla="*/ 2536 w 6642"/>
                    <a:gd name="connsiteY110-11068" fmla="*/ 5566 h 5728"/>
                    <a:gd name="connsiteX111-11069" fmla="*/ 2482 w 6642"/>
                    <a:gd name="connsiteY111-11070" fmla="*/ 5503 h 5728"/>
                    <a:gd name="connsiteX112-11071" fmla="*/ 2377 w 6642"/>
                    <a:gd name="connsiteY112-11072" fmla="*/ 5477 h 5728"/>
                    <a:gd name="connsiteX113-11073" fmla="*/ 2377 w 6642"/>
                    <a:gd name="connsiteY113-11074" fmla="*/ 5379 h 5728"/>
                    <a:gd name="connsiteX114-11075" fmla="*/ 2481 w 6642"/>
                    <a:gd name="connsiteY114-11076" fmla="*/ 5149 h 5728"/>
                    <a:gd name="connsiteX115-11077" fmla="*/ 2341 w 6642"/>
                    <a:gd name="connsiteY115-11078" fmla="*/ 5070 h 5728"/>
                    <a:gd name="connsiteX116-11079" fmla="*/ 2299 w 6642"/>
                    <a:gd name="connsiteY116-11080" fmla="*/ 5095 h 5728"/>
                    <a:gd name="connsiteX117-11081" fmla="*/ 2209 w 6642"/>
                    <a:gd name="connsiteY117-11082" fmla="*/ 5214 h 5728"/>
                    <a:gd name="connsiteX118-11083" fmla="*/ 2177 w 6642"/>
                    <a:gd name="connsiteY118-11084" fmla="*/ 5276 h 5728"/>
                    <a:gd name="connsiteX119-11085" fmla="*/ 2115 w 6642"/>
                    <a:gd name="connsiteY119-11086" fmla="*/ 5386 h 5728"/>
                    <a:gd name="connsiteX120-11087" fmla="*/ 2121 w 6642"/>
                    <a:gd name="connsiteY120-11088" fmla="*/ 5510 h 5728"/>
                    <a:gd name="connsiteX121-11089" fmla="*/ 2082 w 6642"/>
                    <a:gd name="connsiteY121-11090" fmla="*/ 5558 h 5728"/>
                    <a:gd name="connsiteX122-11091" fmla="*/ 1951 w 6642"/>
                    <a:gd name="connsiteY122-11092" fmla="*/ 5617 h 5728"/>
                    <a:gd name="connsiteX123-11093" fmla="*/ 1785 w 6642"/>
                    <a:gd name="connsiteY123-11094" fmla="*/ 5649 h 5728"/>
                    <a:gd name="connsiteX124-11095" fmla="*/ 1682 w 6642"/>
                    <a:gd name="connsiteY124-11096" fmla="*/ 5728 h 5728"/>
                    <a:gd name="connsiteX125-11097" fmla="*/ 1568 w 6642"/>
                    <a:gd name="connsiteY125-11098" fmla="*/ 5611 h 5728"/>
                    <a:gd name="connsiteX126-11099" fmla="*/ 1508 w 6642"/>
                    <a:gd name="connsiteY126-11100" fmla="*/ 5485 h 5728"/>
                    <a:gd name="connsiteX127-11101" fmla="*/ 1630 w 6642"/>
                    <a:gd name="connsiteY127-11102" fmla="*/ 5242 h 5728"/>
                    <a:gd name="connsiteX128-11103" fmla="*/ 1685 w 6642"/>
                    <a:gd name="connsiteY128-11104" fmla="*/ 5195 h 5728"/>
                    <a:gd name="connsiteX129-11105" fmla="*/ 1730 w 6642"/>
                    <a:gd name="connsiteY129-11106" fmla="*/ 5120 h 5728"/>
                    <a:gd name="connsiteX130-11107" fmla="*/ 1727 w 6642"/>
                    <a:gd name="connsiteY130-11108" fmla="*/ 5071 h 5728"/>
                    <a:gd name="connsiteX131-11109" fmla="*/ 1530 w 6642"/>
                    <a:gd name="connsiteY131-11110" fmla="*/ 5007 h 5728"/>
                    <a:gd name="connsiteX132-11111" fmla="*/ 1459 w 6642"/>
                    <a:gd name="connsiteY132-11112" fmla="*/ 5064 h 5728"/>
                    <a:gd name="connsiteX133-11113" fmla="*/ 1353 w 6642"/>
                    <a:gd name="connsiteY133-11114" fmla="*/ 5111 h 5728"/>
                    <a:gd name="connsiteX134-11115" fmla="*/ 1290 w 6642"/>
                    <a:gd name="connsiteY134-11116" fmla="*/ 5063 h 5728"/>
                    <a:gd name="connsiteX135-11117" fmla="*/ 1052 w 6642"/>
                    <a:gd name="connsiteY135-11118" fmla="*/ 5254 h 5728"/>
                    <a:gd name="connsiteX136-11119" fmla="*/ 924 w 6642"/>
                    <a:gd name="connsiteY136-11120" fmla="*/ 5231 h 5728"/>
                    <a:gd name="connsiteX137-11121" fmla="*/ 813 w 6642"/>
                    <a:gd name="connsiteY137-11122" fmla="*/ 5097 h 5728"/>
                    <a:gd name="connsiteX138-11123" fmla="*/ 683 w 6642"/>
                    <a:gd name="connsiteY138-11124" fmla="*/ 4930 h 5728"/>
                    <a:gd name="connsiteX139-11125" fmla="*/ 572 w 6642"/>
                    <a:gd name="connsiteY139-11126" fmla="*/ 4806 h 5728"/>
                    <a:gd name="connsiteX140-11127" fmla="*/ 505 w 6642"/>
                    <a:gd name="connsiteY140-11128" fmla="*/ 4788 h 5728"/>
                    <a:gd name="connsiteX141-11129" fmla="*/ 640 w 6642"/>
                    <a:gd name="connsiteY141-11130" fmla="*/ 4631 h 5728"/>
                    <a:gd name="connsiteX142-11131" fmla="*/ 683 w 6642"/>
                    <a:gd name="connsiteY142-11132" fmla="*/ 4541 h 5728"/>
                    <a:gd name="connsiteX143-11133" fmla="*/ 651 w 6642"/>
                    <a:gd name="connsiteY143-11134" fmla="*/ 4438 h 5728"/>
                    <a:gd name="connsiteX144-11135" fmla="*/ 277 w 6642"/>
                    <a:gd name="connsiteY144-11136" fmla="*/ 4491 h 5728"/>
                    <a:gd name="connsiteX145-11137" fmla="*/ 187 w 6642"/>
                    <a:gd name="connsiteY145-11138" fmla="*/ 4518 h 5728"/>
                    <a:gd name="connsiteX146-11139" fmla="*/ 195 w 6642"/>
                    <a:gd name="connsiteY146-11140" fmla="*/ 4384 h 5728"/>
                    <a:gd name="connsiteX147-11141" fmla="*/ 147 w 6642"/>
                    <a:gd name="connsiteY147-11142" fmla="*/ 4318 h 5728"/>
                    <a:gd name="connsiteX148-11143" fmla="*/ 39 w 6642"/>
                    <a:gd name="connsiteY148-11144" fmla="*/ 4220 h 5728"/>
                    <a:gd name="connsiteX149-11145" fmla="*/ 75 w 6642"/>
                    <a:gd name="connsiteY149-11146" fmla="*/ 4093 h 5728"/>
                    <a:gd name="connsiteX150-11147" fmla="*/ 63 w 6642"/>
                    <a:gd name="connsiteY150-11148" fmla="*/ 3929 h 5728"/>
                    <a:gd name="connsiteX151-11149" fmla="*/ 0 w 6642"/>
                    <a:gd name="connsiteY151-11150" fmla="*/ 3842 h 5728"/>
                    <a:gd name="connsiteX152-11151" fmla="*/ 0 w 6642"/>
                    <a:gd name="connsiteY152-11152" fmla="*/ 3737 h 5728"/>
                    <a:gd name="connsiteX153-11153" fmla="*/ 303 w 6642"/>
                    <a:gd name="connsiteY153-11154" fmla="*/ 3824 h 5728"/>
                    <a:gd name="connsiteX154-11155" fmla="*/ 830 w 6642"/>
                    <a:gd name="connsiteY154-11156" fmla="*/ 3840 h 5728"/>
                    <a:gd name="connsiteX155-11157" fmla="*/ 1044 w 6642"/>
                    <a:gd name="connsiteY155-11158" fmla="*/ 3908 h 5728"/>
                    <a:gd name="connsiteX156-11159" fmla="*/ 1213 w 6642"/>
                    <a:gd name="connsiteY156-11160" fmla="*/ 4053 h 5728"/>
                    <a:gd name="connsiteX157-11161" fmla="*/ 1257 w 6642"/>
                    <a:gd name="connsiteY157-11162" fmla="*/ 4077 h 5728"/>
                    <a:gd name="connsiteX158-11163" fmla="*/ 1417 w 6642"/>
                    <a:gd name="connsiteY158-11164" fmla="*/ 4107 h 5728"/>
                    <a:gd name="connsiteX159-11165" fmla="*/ 1487 w 6642"/>
                    <a:gd name="connsiteY159-11166" fmla="*/ 4158 h 5728"/>
                    <a:gd name="connsiteX160-11167" fmla="*/ 1688 w 6642"/>
                    <a:gd name="connsiteY160-11168" fmla="*/ 4229 h 5728"/>
                    <a:gd name="connsiteX161-11169" fmla="*/ 1904 w 6642"/>
                    <a:gd name="connsiteY161-11170" fmla="*/ 4309 h 5728"/>
                    <a:gd name="connsiteX162-11171" fmla="*/ 2068 w 6642"/>
                    <a:gd name="connsiteY162-11172" fmla="*/ 4212 h 5728"/>
                    <a:gd name="connsiteX163-11173" fmla="*/ 2267 w 6642"/>
                    <a:gd name="connsiteY163-11174" fmla="*/ 4125 h 5728"/>
                    <a:gd name="connsiteX164-11175" fmla="*/ 2363 w 6642"/>
                    <a:gd name="connsiteY164-11176" fmla="*/ 4075 h 5728"/>
                    <a:gd name="connsiteX165-11177" fmla="*/ 2539 w 6642"/>
                    <a:gd name="connsiteY165-11178" fmla="*/ 3995 h 5728"/>
                    <a:gd name="connsiteX166-11179" fmla="*/ 2721 w 6642"/>
                    <a:gd name="connsiteY166-11180" fmla="*/ 3970 h 5728"/>
                    <a:gd name="connsiteX167-11181" fmla="*/ 3073 w 6642"/>
                    <a:gd name="connsiteY167-11182" fmla="*/ 3979 h 5728"/>
                    <a:gd name="connsiteX168-11183" fmla="*/ 3416 w 6642"/>
                    <a:gd name="connsiteY168-11184" fmla="*/ 3722 h 5728"/>
                    <a:gd name="connsiteX169-11185" fmla="*/ 3519 w 6642"/>
                    <a:gd name="connsiteY169-11186" fmla="*/ 3636 h 5728"/>
                    <a:gd name="connsiteX170-11187" fmla="*/ 3609 w 6642"/>
                    <a:gd name="connsiteY170-11188" fmla="*/ 3563 h 5728"/>
                    <a:gd name="connsiteX171-11189" fmla="*/ 3705 w 6642"/>
                    <a:gd name="connsiteY171-11190" fmla="*/ 3503 h 5728"/>
                    <a:gd name="connsiteX0-11191" fmla="*/ 5456 w 6642"/>
                    <a:gd name="connsiteY0-11192" fmla="*/ 2333 h 5728"/>
                    <a:gd name="connsiteX1-11193" fmla="*/ 5454 w 6642"/>
                    <a:gd name="connsiteY1-11194" fmla="*/ 2117 h 5728"/>
                    <a:gd name="connsiteX2-11195" fmla="*/ 5378 w 6642"/>
                    <a:gd name="connsiteY2-11196" fmla="*/ 2039 h 5728"/>
                    <a:gd name="connsiteX3-11197" fmla="*/ 5235 w 6642"/>
                    <a:gd name="connsiteY3-11198" fmla="*/ 1951 h 5728"/>
                    <a:gd name="connsiteX4-11199" fmla="*/ 5143 w 6642"/>
                    <a:gd name="connsiteY4-11200" fmla="*/ 1827 h 5728"/>
                    <a:gd name="connsiteX5-11201" fmla="*/ 5047 w 6642"/>
                    <a:gd name="connsiteY5-11202" fmla="*/ 1828 h 5728"/>
                    <a:gd name="connsiteX6-11203" fmla="*/ 5002 w 6642"/>
                    <a:gd name="connsiteY6-11204" fmla="*/ 1883 h 5728"/>
                    <a:gd name="connsiteX7-11205" fmla="*/ 4909 w 6642"/>
                    <a:gd name="connsiteY7-11206" fmla="*/ 1877 h 5728"/>
                    <a:gd name="connsiteX8-11207" fmla="*/ 4889 w 6642"/>
                    <a:gd name="connsiteY8-11208" fmla="*/ 1994 h 5728"/>
                    <a:gd name="connsiteX9-11209" fmla="*/ 4708 w 6642"/>
                    <a:gd name="connsiteY9-11210" fmla="*/ 1941 h 5728"/>
                    <a:gd name="connsiteX10-11211" fmla="*/ 4625 w 6642"/>
                    <a:gd name="connsiteY10-11212" fmla="*/ 1939 h 5728"/>
                    <a:gd name="connsiteX11-11213" fmla="*/ 4500 w 6642"/>
                    <a:gd name="connsiteY11-11214" fmla="*/ 2014 h 5728"/>
                    <a:gd name="connsiteX12-11215" fmla="*/ 4388 w 6642"/>
                    <a:gd name="connsiteY12-11216" fmla="*/ 1890 h 5728"/>
                    <a:gd name="connsiteX13-11217" fmla="*/ 4482 w 6642"/>
                    <a:gd name="connsiteY13-11218" fmla="*/ 1804 h 5728"/>
                    <a:gd name="connsiteX14-11219" fmla="*/ 4486 w 6642"/>
                    <a:gd name="connsiteY14-11220" fmla="*/ 1634 h 5728"/>
                    <a:gd name="connsiteX15-11221" fmla="*/ 4541 w 6642"/>
                    <a:gd name="connsiteY15-11222" fmla="*/ 1514 h 5728"/>
                    <a:gd name="connsiteX16-11223" fmla="*/ 4584 w 6642"/>
                    <a:gd name="connsiteY16-11224" fmla="*/ 1306 h 5728"/>
                    <a:gd name="connsiteX17-11225" fmla="*/ 4644 w 6642"/>
                    <a:gd name="connsiteY17-11226" fmla="*/ 1307 h 5728"/>
                    <a:gd name="connsiteX18-11227" fmla="*/ 4967 w 6642"/>
                    <a:gd name="connsiteY18-11228" fmla="*/ 1286 h 5728"/>
                    <a:gd name="connsiteX19-11229" fmla="*/ 5141 w 6642"/>
                    <a:gd name="connsiteY19-11230" fmla="*/ 1117 h 5728"/>
                    <a:gd name="connsiteX20-11231" fmla="*/ 5210 w 6642"/>
                    <a:gd name="connsiteY20-11232" fmla="*/ 748 h 5728"/>
                    <a:gd name="connsiteX21-11233" fmla="*/ 5320 w 6642"/>
                    <a:gd name="connsiteY21-11234" fmla="*/ 486 h 5728"/>
                    <a:gd name="connsiteX22-11235" fmla="*/ 5318 w 6642"/>
                    <a:gd name="connsiteY22-11236" fmla="*/ 358 h 5728"/>
                    <a:gd name="connsiteX23-11237" fmla="*/ 5305 w 6642"/>
                    <a:gd name="connsiteY23-11238" fmla="*/ 328 h 5728"/>
                    <a:gd name="connsiteX24-11239" fmla="*/ 5238 w 6642"/>
                    <a:gd name="connsiteY24-11240" fmla="*/ 251 h 5728"/>
                    <a:gd name="connsiteX25-11241" fmla="*/ 5178 w 6642"/>
                    <a:gd name="connsiteY25-11242" fmla="*/ 217 h 5728"/>
                    <a:gd name="connsiteX26-11243" fmla="*/ 5303 w 6642"/>
                    <a:gd name="connsiteY26-11244" fmla="*/ 56 h 5728"/>
                    <a:gd name="connsiteX27-11245" fmla="*/ 5476 w 6642"/>
                    <a:gd name="connsiteY27-11246" fmla="*/ 2 h 5728"/>
                    <a:gd name="connsiteX28-11247" fmla="*/ 5508 w 6642"/>
                    <a:gd name="connsiteY28-11248" fmla="*/ 49 h 5728"/>
                    <a:gd name="connsiteX29-11249" fmla="*/ 5498 w 6642"/>
                    <a:gd name="connsiteY29-11250" fmla="*/ 133 h 5728"/>
                    <a:gd name="connsiteX30-11251" fmla="*/ 5437 w 6642"/>
                    <a:gd name="connsiteY30-11252" fmla="*/ 243 h 5728"/>
                    <a:gd name="connsiteX31-11253" fmla="*/ 5507 w 6642"/>
                    <a:gd name="connsiteY31-11254" fmla="*/ 301 h 5728"/>
                    <a:gd name="connsiteX32-11255" fmla="*/ 5621 w 6642"/>
                    <a:gd name="connsiteY32-11256" fmla="*/ 366 h 5728"/>
                    <a:gd name="connsiteX33-11257" fmla="*/ 5641 w 6642"/>
                    <a:gd name="connsiteY33-11258" fmla="*/ 255 h 5728"/>
                    <a:gd name="connsiteX34-11259" fmla="*/ 5775 w 6642"/>
                    <a:gd name="connsiteY34-11260" fmla="*/ 291 h 5728"/>
                    <a:gd name="connsiteX35-11261" fmla="*/ 5800 w 6642"/>
                    <a:gd name="connsiteY35-11262" fmla="*/ 331 h 5728"/>
                    <a:gd name="connsiteX36-11263" fmla="*/ 5876 w 6642"/>
                    <a:gd name="connsiteY36-11264" fmla="*/ 562 h 5728"/>
                    <a:gd name="connsiteX37-11265" fmla="*/ 5911 w 6642"/>
                    <a:gd name="connsiteY37-11266" fmla="*/ 586 h 5728"/>
                    <a:gd name="connsiteX38-11267" fmla="*/ 6003 w 6642"/>
                    <a:gd name="connsiteY38-11268" fmla="*/ 578 h 5728"/>
                    <a:gd name="connsiteX39-11269" fmla="*/ 6263 w 6642"/>
                    <a:gd name="connsiteY39-11270" fmla="*/ 490 h 5728"/>
                    <a:gd name="connsiteX40-11271" fmla="*/ 6483 w 6642"/>
                    <a:gd name="connsiteY40-11272" fmla="*/ 479 h 5728"/>
                    <a:gd name="connsiteX41-11273" fmla="*/ 6543 w 6642"/>
                    <a:gd name="connsiteY41-11274" fmla="*/ 648 h 5728"/>
                    <a:gd name="connsiteX42-11275" fmla="*/ 6461 w 6642"/>
                    <a:gd name="connsiteY42-11276" fmla="*/ 944 h 5728"/>
                    <a:gd name="connsiteX43-11277" fmla="*/ 6461 w 6642"/>
                    <a:gd name="connsiteY43-11278" fmla="*/ 1022 h 5728"/>
                    <a:gd name="connsiteX44-11279" fmla="*/ 6530 w 6642"/>
                    <a:gd name="connsiteY44-11280" fmla="*/ 1168 h 5728"/>
                    <a:gd name="connsiteX45-11281" fmla="*/ 6545 w 6642"/>
                    <a:gd name="connsiteY45-11282" fmla="*/ 1427 h 5728"/>
                    <a:gd name="connsiteX46-11283" fmla="*/ 6547 w 6642"/>
                    <a:gd name="connsiteY46-11284" fmla="*/ 1617 h 5728"/>
                    <a:gd name="connsiteX47-11285" fmla="*/ 6480 w 6642"/>
                    <a:gd name="connsiteY47-11286" fmla="*/ 1625 h 5728"/>
                    <a:gd name="connsiteX48-11287" fmla="*/ 6458 w 6642"/>
                    <a:gd name="connsiteY48-11288" fmla="*/ 1507 h 5728"/>
                    <a:gd name="connsiteX49-11289" fmla="*/ 6423 w 6642"/>
                    <a:gd name="connsiteY49-11290" fmla="*/ 1450 h 5728"/>
                    <a:gd name="connsiteX50-11291" fmla="*/ 6333 w 6642"/>
                    <a:gd name="connsiteY50-11292" fmla="*/ 1582 h 5728"/>
                    <a:gd name="connsiteX51-11293" fmla="*/ 6220 w 6642"/>
                    <a:gd name="connsiteY51-11294" fmla="*/ 1776 h 5728"/>
                    <a:gd name="connsiteX52-11295" fmla="*/ 6101 w 6642"/>
                    <a:gd name="connsiteY52-11296" fmla="*/ 1904 h 5728"/>
                    <a:gd name="connsiteX53-11297" fmla="*/ 6094 w 6642"/>
                    <a:gd name="connsiteY53-11298" fmla="*/ 2018 h 5728"/>
                    <a:gd name="connsiteX54-11299" fmla="*/ 6154 w 6642"/>
                    <a:gd name="connsiteY54-11300" fmla="*/ 2115 h 5728"/>
                    <a:gd name="connsiteX55-11301" fmla="*/ 6256 w 6642"/>
                    <a:gd name="connsiteY55-11302" fmla="*/ 2183 h 5728"/>
                    <a:gd name="connsiteX56-11303" fmla="*/ 6333 w 6642"/>
                    <a:gd name="connsiteY56-11304" fmla="*/ 2178 h 5728"/>
                    <a:gd name="connsiteX57-11305" fmla="*/ 6378 w 6642"/>
                    <a:gd name="connsiteY57-11306" fmla="*/ 2104 h 5728"/>
                    <a:gd name="connsiteX58-11307" fmla="*/ 6412 w 6642"/>
                    <a:gd name="connsiteY58-11308" fmla="*/ 2210 h 5728"/>
                    <a:gd name="connsiteX59-11309" fmla="*/ 6300 w 6642"/>
                    <a:gd name="connsiteY59-11310" fmla="*/ 2249 h 5728"/>
                    <a:gd name="connsiteX60-11311" fmla="*/ 6347 w 6642"/>
                    <a:gd name="connsiteY60-11312" fmla="*/ 2362 h 5728"/>
                    <a:gd name="connsiteX61-11313" fmla="*/ 6212 w 6642"/>
                    <a:gd name="connsiteY61-11314" fmla="*/ 2509 h 5728"/>
                    <a:gd name="connsiteX62-11315" fmla="*/ 6171 w 6642"/>
                    <a:gd name="connsiteY62-11316" fmla="*/ 2498 h 5728"/>
                    <a:gd name="connsiteX63-11317" fmla="*/ 6047 w 6642"/>
                    <a:gd name="connsiteY63-11318" fmla="*/ 2413 h 5728"/>
                    <a:gd name="connsiteX64-11319" fmla="*/ 5992 w 6642"/>
                    <a:gd name="connsiteY64-11320" fmla="*/ 2412 h 5728"/>
                    <a:gd name="connsiteX65-11321" fmla="*/ 5957 w 6642"/>
                    <a:gd name="connsiteY65-11322" fmla="*/ 2480 h 5728"/>
                    <a:gd name="connsiteX66-11323" fmla="*/ 5960 w 6642"/>
                    <a:gd name="connsiteY66-11324" fmla="*/ 2562 h 5728"/>
                    <a:gd name="connsiteX67-11325" fmla="*/ 6138 w 6642"/>
                    <a:gd name="connsiteY67-11326" fmla="*/ 2730 h 5728"/>
                    <a:gd name="connsiteX68-11327" fmla="*/ 6137 w 6642"/>
                    <a:gd name="connsiteY68-11328" fmla="*/ 2844 h 5728"/>
                    <a:gd name="connsiteX69-11329" fmla="*/ 6228 w 6642"/>
                    <a:gd name="connsiteY69-11330" fmla="*/ 3060 h 5728"/>
                    <a:gd name="connsiteX70-11331" fmla="*/ 6254 w 6642"/>
                    <a:gd name="connsiteY70-11332" fmla="*/ 3090 h 5728"/>
                    <a:gd name="connsiteX71-11333" fmla="*/ 6298 w 6642"/>
                    <a:gd name="connsiteY71-11334" fmla="*/ 3094 h 5728"/>
                    <a:gd name="connsiteX72-11335" fmla="*/ 6344 w 6642"/>
                    <a:gd name="connsiteY72-11336" fmla="*/ 3010 h 5728"/>
                    <a:gd name="connsiteX73-11337" fmla="*/ 6424 w 6642"/>
                    <a:gd name="connsiteY73-11338" fmla="*/ 2950 h 5728"/>
                    <a:gd name="connsiteX74-11339" fmla="*/ 6519 w 6642"/>
                    <a:gd name="connsiteY74-11340" fmla="*/ 3126 h 5728"/>
                    <a:gd name="connsiteX75-11341" fmla="*/ 6629 w 6642"/>
                    <a:gd name="connsiteY75-11342" fmla="*/ 3312 h 5728"/>
                    <a:gd name="connsiteX76-11343" fmla="*/ 6642 w 6642"/>
                    <a:gd name="connsiteY76-11344" fmla="*/ 3342 h 5728"/>
                    <a:gd name="connsiteX77-11345" fmla="*/ 6631 w 6642"/>
                    <a:gd name="connsiteY77-11346" fmla="*/ 3518 h 5728"/>
                    <a:gd name="connsiteX78-11347" fmla="*/ 6596 w 6642"/>
                    <a:gd name="connsiteY78-11348" fmla="*/ 3554 h 5728"/>
                    <a:gd name="connsiteX79-11349" fmla="*/ 6507 w 6642"/>
                    <a:gd name="connsiteY79-11350" fmla="*/ 3515 h 5728"/>
                    <a:gd name="connsiteX80-11351" fmla="*/ 6273 w 6642"/>
                    <a:gd name="connsiteY80-11352" fmla="*/ 3644 h 5728"/>
                    <a:gd name="connsiteX81-11353" fmla="*/ 6247 w 6642"/>
                    <a:gd name="connsiteY81-11354" fmla="*/ 3666 h 5728"/>
                    <a:gd name="connsiteX82-11355" fmla="*/ 6067 w 6642"/>
                    <a:gd name="connsiteY82-11356" fmla="*/ 3812 h 5728"/>
                    <a:gd name="connsiteX83-11357" fmla="*/ 5926 w 6642"/>
                    <a:gd name="connsiteY83-11358" fmla="*/ 3926 h 5728"/>
                    <a:gd name="connsiteX84-11359" fmla="*/ 5891 w 6642"/>
                    <a:gd name="connsiteY84-11360" fmla="*/ 3965 h 5728"/>
                    <a:gd name="connsiteX85-11361" fmla="*/ 5839 w 6642"/>
                    <a:gd name="connsiteY85-11362" fmla="*/ 3973 h 5728"/>
                    <a:gd name="connsiteX86-11363" fmla="*/ 5782 w 6642"/>
                    <a:gd name="connsiteY86-11364" fmla="*/ 3916 h 5728"/>
                    <a:gd name="connsiteX87-11365" fmla="*/ 5658 w 6642"/>
                    <a:gd name="connsiteY87-11366" fmla="*/ 3808 h 5728"/>
                    <a:gd name="connsiteX88-11367" fmla="*/ 5682 w 6642"/>
                    <a:gd name="connsiteY88-11368" fmla="*/ 4064 h 5728"/>
                    <a:gd name="connsiteX89-11369" fmla="*/ 5691 w 6642"/>
                    <a:gd name="connsiteY89-11370" fmla="*/ 4192 h 5728"/>
                    <a:gd name="connsiteX90-11371" fmla="*/ 5429 w 6642"/>
                    <a:gd name="connsiteY90-11372" fmla="*/ 4166 h 5728"/>
                    <a:gd name="connsiteX91-11373" fmla="*/ 5347 w 6642"/>
                    <a:gd name="connsiteY91-11374" fmla="*/ 3987 h 5728"/>
                    <a:gd name="connsiteX92-11375" fmla="*/ 5265 w 6642"/>
                    <a:gd name="connsiteY92-11376" fmla="*/ 3802 h 5728"/>
                    <a:gd name="connsiteX93-11377" fmla="*/ 4290 w 6642"/>
                    <a:gd name="connsiteY93-11378" fmla="*/ 4504 h 5728"/>
                    <a:gd name="connsiteX94-11379" fmla="*/ 4293 w 6642"/>
                    <a:gd name="connsiteY94-11380" fmla="*/ 4556 h 5728"/>
                    <a:gd name="connsiteX95-11381" fmla="*/ 4257 w 6642"/>
                    <a:gd name="connsiteY95-11382" fmla="*/ 4614 h 5728"/>
                    <a:gd name="connsiteX96-11383" fmla="*/ 3992 w 6642"/>
                    <a:gd name="connsiteY96-11384" fmla="*/ 4680 h 5728"/>
                    <a:gd name="connsiteX97-11385" fmla="*/ 3857 w 6642"/>
                    <a:gd name="connsiteY97-11386" fmla="*/ 4739 h 5728"/>
                    <a:gd name="connsiteX98-11387" fmla="*/ 3815 w 6642"/>
                    <a:gd name="connsiteY98-11388" fmla="*/ 4777 h 5728"/>
                    <a:gd name="connsiteX99-11389" fmla="*/ 3616 w 6642"/>
                    <a:gd name="connsiteY99-11390" fmla="*/ 5021 h 5728"/>
                    <a:gd name="connsiteX100-11391" fmla="*/ 3543 w 6642"/>
                    <a:gd name="connsiteY100-11392" fmla="*/ 4970 h 5728"/>
                    <a:gd name="connsiteX101-11393" fmla="*/ 3460 w 6642"/>
                    <a:gd name="connsiteY101-11394" fmla="*/ 4971 h 5728"/>
                    <a:gd name="connsiteX102-11395" fmla="*/ 3424 w 6642"/>
                    <a:gd name="connsiteY102-11396" fmla="*/ 5045 h 5728"/>
                    <a:gd name="connsiteX103-11397" fmla="*/ 3313 w 6642"/>
                    <a:gd name="connsiteY103-11398" fmla="*/ 5000 h 5728"/>
                    <a:gd name="connsiteX104-11399" fmla="*/ 3235 w 6642"/>
                    <a:gd name="connsiteY104-11400" fmla="*/ 5109 h 5728"/>
                    <a:gd name="connsiteX105-11401" fmla="*/ 3013 w 6642"/>
                    <a:gd name="connsiteY105-11402" fmla="*/ 5349 h 5728"/>
                    <a:gd name="connsiteX106-11403" fmla="*/ 2993 w 6642"/>
                    <a:gd name="connsiteY106-11404" fmla="*/ 5516 h 5728"/>
                    <a:gd name="connsiteX107-11405" fmla="*/ 2976 w 6642"/>
                    <a:gd name="connsiteY107-11406" fmla="*/ 5659 h 5728"/>
                    <a:gd name="connsiteX108-11407" fmla="*/ 2960 w 6642"/>
                    <a:gd name="connsiteY108-11408" fmla="*/ 5669 h 5728"/>
                    <a:gd name="connsiteX109-11409" fmla="*/ 2638 w 6642"/>
                    <a:gd name="connsiteY109-11410" fmla="*/ 5621 h 5728"/>
                    <a:gd name="connsiteX110-11411" fmla="*/ 2536 w 6642"/>
                    <a:gd name="connsiteY110-11412" fmla="*/ 5566 h 5728"/>
                    <a:gd name="connsiteX111-11413" fmla="*/ 2482 w 6642"/>
                    <a:gd name="connsiteY111-11414" fmla="*/ 5503 h 5728"/>
                    <a:gd name="connsiteX112-11415" fmla="*/ 2377 w 6642"/>
                    <a:gd name="connsiteY112-11416" fmla="*/ 5477 h 5728"/>
                    <a:gd name="connsiteX113-11417" fmla="*/ 2377 w 6642"/>
                    <a:gd name="connsiteY113-11418" fmla="*/ 5379 h 5728"/>
                    <a:gd name="connsiteX114-11419" fmla="*/ 2481 w 6642"/>
                    <a:gd name="connsiteY114-11420" fmla="*/ 5149 h 5728"/>
                    <a:gd name="connsiteX115-11421" fmla="*/ 2341 w 6642"/>
                    <a:gd name="connsiteY115-11422" fmla="*/ 5070 h 5728"/>
                    <a:gd name="connsiteX116-11423" fmla="*/ 2299 w 6642"/>
                    <a:gd name="connsiteY116-11424" fmla="*/ 5095 h 5728"/>
                    <a:gd name="connsiteX117-11425" fmla="*/ 2209 w 6642"/>
                    <a:gd name="connsiteY117-11426" fmla="*/ 5214 h 5728"/>
                    <a:gd name="connsiteX118-11427" fmla="*/ 2177 w 6642"/>
                    <a:gd name="connsiteY118-11428" fmla="*/ 5276 h 5728"/>
                    <a:gd name="connsiteX119-11429" fmla="*/ 2115 w 6642"/>
                    <a:gd name="connsiteY119-11430" fmla="*/ 5386 h 5728"/>
                    <a:gd name="connsiteX120-11431" fmla="*/ 2121 w 6642"/>
                    <a:gd name="connsiteY120-11432" fmla="*/ 5510 h 5728"/>
                    <a:gd name="connsiteX121-11433" fmla="*/ 2082 w 6642"/>
                    <a:gd name="connsiteY121-11434" fmla="*/ 5558 h 5728"/>
                    <a:gd name="connsiteX122-11435" fmla="*/ 1951 w 6642"/>
                    <a:gd name="connsiteY122-11436" fmla="*/ 5617 h 5728"/>
                    <a:gd name="connsiteX123-11437" fmla="*/ 1785 w 6642"/>
                    <a:gd name="connsiteY123-11438" fmla="*/ 5649 h 5728"/>
                    <a:gd name="connsiteX124-11439" fmla="*/ 1682 w 6642"/>
                    <a:gd name="connsiteY124-11440" fmla="*/ 5728 h 5728"/>
                    <a:gd name="connsiteX125-11441" fmla="*/ 1568 w 6642"/>
                    <a:gd name="connsiteY125-11442" fmla="*/ 5611 h 5728"/>
                    <a:gd name="connsiteX126-11443" fmla="*/ 1508 w 6642"/>
                    <a:gd name="connsiteY126-11444" fmla="*/ 5485 h 5728"/>
                    <a:gd name="connsiteX127-11445" fmla="*/ 1630 w 6642"/>
                    <a:gd name="connsiteY127-11446" fmla="*/ 5242 h 5728"/>
                    <a:gd name="connsiteX128-11447" fmla="*/ 1685 w 6642"/>
                    <a:gd name="connsiteY128-11448" fmla="*/ 5195 h 5728"/>
                    <a:gd name="connsiteX129-11449" fmla="*/ 1730 w 6642"/>
                    <a:gd name="connsiteY129-11450" fmla="*/ 5120 h 5728"/>
                    <a:gd name="connsiteX130-11451" fmla="*/ 1727 w 6642"/>
                    <a:gd name="connsiteY130-11452" fmla="*/ 5071 h 5728"/>
                    <a:gd name="connsiteX131-11453" fmla="*/ 1530 w 6642"/>
                    <a:gd name="connsiteY131-11454" fmla="*/ 5007 h 5728"/>
                    <a:gd name="connsiteX132-11455" fmla="*/ 1459 w 6642"/>
                    <a:gd name="connsiteY132-11456" fmla="*/ 5064 h 5728"/>
                    <a:gd name="connsiteX133-11457" fmla="*/ 1353 w 6642"/>
                    <a:gd name="connsiteY133-11458" fmla="*/ 5111 h 5728"/>
                    <a:gd name="connsiteX134-11459" fmla="*/ 1290 w 6642"/>
                    <a:gd name="connsiteY134-11460" fmla="*/ 5063 h 5728"/>
                    <a:gd name="connsiteX135-11461" fmla="*/ 1052 w 6642"/>
                    <a:gd name="connsiteY135-11462" fmla="*/ 5254 h 5728"/>
                    <a:gd name="connsiteX136-11463" fmla="*/ 924 w 6642"/>
                    <a:gd name="connsiteY136-11464" fmla="*/ 5231 h 5728"/>
                    <a:gd name="connsiteX137-11465" fmla="*/ 813 w 6642"/>
                    <a:gd name="connsiteY137-11466" fmla="*/ 5097 h 5728"/>
                    <a:gd name="connsiteX138-11467" fmla="*/ 683 w 6642"/>
                    <a:gd name="connsiteY138-11468" fmla="*/ 4930 h 5728"/>
                    <a:gd name="connsiteX139-11469" fmla="*/ 572 w 6642"/>
                    <a:gd name="connsiteY139-11470" fmla="*/ 4806 h 5728"/>
                    <a:gd name="connsiteX140-11471" fmla="*/ 505 w 6642"/>
                    <a:gd name="connsiteY140-11472" fmla="*/ 4788 h 5728"/>
                    <a:gd name="connsiteX141-11473" fmla="*/ 640 w 6642"/>
                    <a:gd name="connsiteY141-11474" fmla="*/ 4631 h 5728"/>
                    <a:gd name="connsiteX142-11475" fmla="*/ 683 w 6642"/>
                    <a:gd name="connsiteY142-11476" fmla="*/ 4541 h 5728"/>
                    <a:gd name="connsiteX143-11477" fmla="*/ 651 w 6642"/>
                    <a:gd name="connsiteY143-11478" fmla="*/ 4438 h 5728"/>
                    <a:gd name="connsiteX144-11479" fmla="*/ 277 w 6642"/>
                    <a:gd name="connsiteY144-11480" fmla="*/ 4491 h 5728"/>
                    <a:gd name="connsiteX145-11481" fmla="*/ 187 w 6642"/>
                    <a:gd name="connsiteY145-11482" fmla="*/ 4518 h 5728"/>
                    <a:gd name="connsiteX146-11483" fmla="*/ 195 w 6642"/>
                    <a:gd name="connsiteY146-11484" fmla="*/ 4384 h 5728"/>
                    <a:gd name="connsiteX147-11485" fmla="*/ 147 w 6642"/>
                    <a:gd name="connsiteY147-11486" fmla="*/ 4318 h 5728"/>
                    <a:gd name="connsiteX148-11487" fmla="*/ 39 w 6642"/>
                    <a:gd name="connsiteY148-11488" fmla="*/ 4220 h 5728"/>
                    <a:gd name="connsiteX149-11489" fmla="*/ 75 w 6642"/>
                    <a:gd name="connsiteY149-11490" fmla="*/ 4093 h 5728"/>
                    <a:gd name="connsiteX150-11491" fmla="*/ 63 w 6642"/>
                    <a:gd name="connsiteY150-11492" fmla="*/ 3929 h 5728"/>
                    <a:gd name="connsiteX151-11493" fmla="*/ 0 w 6642"/>
                    <a:gd name="connsiteY151-11494" fmla="*/ 3842 h 5728"/>
                    <a:gd name="connsiteX152-11495" fmla="*/ 0 w 6642"/>
                    <a:gd name="connsiteY152-11496" fmla="*/ 3737 h 5728"/>
                    <a:gd name="connsiteX153-11497" fmla="*/ 303 w 6642"/>
                    <a:gd name="connsiteY153-11498" fmla="*/ 3824 h 5728"/>
                    <a:gd name="connsiteX154-11499" fmla="*/ 830 w 6642"/>
                    <a:gd name="connsiteY154-11500" fmla="*/ 3840 h 5728"/>
                    <a:gd name="connsiteX155-11501" fmla="*/ 1044 w 6642"/>
                    <a:gd name="connsiteY155-11502" fmla="*/ 3908 h 5728"/>
                    <a:gd name="connsiteX156-11503" fmla="*/ 1213 w 6642"/>
                    <a:gd name="connsiteY156-11504" fmla="*/ 4053 h 5728"/>
                    <a:gd name="connsiteX157-11505" fmla="*/ 1257 w 6642"/>
                    <a:gd name="connsiteY157-11506" fmla="*/ 4077 h 5728"/>
                    <a:gd name="connsiteX158-11507" fmla="*/ 1417 w 6642"/>
                    <a:gd name="connsiteY158-11508" fmla="*/ 4107 h 5728"/>
                    <a:gd name="connsiteX159-11509" fmla="*/ 1487 w 6642"/>
                    <a:gd name="connsiteY159-11510" fmla="*/ 4158 h 5728"/>
                    <a:gd name="connsiteX160-11511" fmla="*/ 1688 w 6642"/>
                    <a:gd name="connsiteY160-11512" fmla="*/ 4229 h 5728"/>
                    <a:gd name="connsiteX161-11513" fmla="*/ 1904 w 6642"/>
                    <a:gd name="connsiteY161-11514" fmla="*/ 4309 h 5728"/>
                    <a:gd name="connsiteX162-11515" fmla="*/ 2068 w 6642"/>
                    <a:gd name="connsiteY162-11516" fmla="*/ 4212 h 5728"/>
                    <a:gd name="connsiteX163-11517" fmla="*/ 2267 w 6642"/>
                    <a:gd name="connsiteY163-11518" fmla="*/ 4125 h 5728"/>
                    <a:gd name="connsiteX164-11519" fmla="*/ 2363 w 6642"/>
                    <a:gd name="connsiteY164-11520" fmla="*/ 4075 h 5728"/>
                    <a:gd name="connsiteX165-11521" fmla="*/ 2539 w 6642"/>
                    <a:gd name="connsiteY165-11522" fmla="*/ 3995 h 5728"/>
                    <a:gd name="connsiteX166-11523" fmla="*/ 2721 w 6642"/>
                    <a:gd name="connsiteY166-11524" fmla="*/ 3970 h 5728"/>
                    <a:gd name="connsiteX167-11525" fmla="*/ 3073 w 6642"/>
                    <a:gd name="connsiteY167-11526" fmla="*/ 3979 h 5728"/>
                    <a:gd name="connsiteX168-11527" fmla="*/ 3416 w 6642"/>
                    <a:gd name="connsiteY168-11528" fmla="*/ 3722 h 5728"/>
                    <a:gd name="connsiteX169-11529" fmla="*/ 3519 w 6642"/>
                    <a:gd name="connsiteY169-11530" fmla="*/ 3636 h 5728"/>
                    <a:gd name="connsiteX170-11531" fmla="*/ 3609 w 6642"/>
                    <a:gd name="connsiteY170-11532" fmla="*/ 3563 h 5728"/>
                    <a:gd name="connsiteX0-11533" fmla="*/ 5456 w 6642"/>
                    <a:gd name="connsiteY0-11534" fmla="*/ 2333 h 5728"/>
                    <a:gd name="connsiteX1-11535" fmla="*/ 5454 w 6642"/>
                    <a:gd name="connsiteY1-11536" fmla="*/ 2117 h 5728"/>
                    <a:gd name="connsiteX2-11537" fmla="*/ 5378 w 6642"/>
                    <a:gd name="connsiteY2-11538" fmla="*/ 2039 h 5728"/>
                    <a:gd name="connsiteX3-11539" fmla="*/ 5235 w 6642"/>
                    <a:gd name="connsiteY3-11540" fmla="*/ 1951 h 5728"/>
                    <a:gd name="connsiteX4-11541" fmla="*/ 5143 w 6642"/>
                    <a:gd name="connsiteY4-11542" fmla="*/ 1827 h 5728"/>
                    <a:gd name="connsiteX5-11543" fmla="*/ 5047 w 6642"/>
                    <a:gd name="connsiteY5-11544" fmla="*/ 1828 h 5728"/>
                    <a:gd name="connsiteX6-11545" fmla="*/ 5002 w 6642"/>
                    <a:gd name="connsiteY6-11546" fmla="*/ 1883 h 5728"/>
                    <a:gd name="connsiteX7-11547" fmla="*/ 4909 w 6642"/>
                    <a:gd name="connsiteY7-11548" fmla="*/ 1877 h 5728"/>
                    <a:gd name="connsiteX8-11549" fmla="*/ 4889 w 6642"/>
                    <a:gd name="connsiteY8-11550" fmla="*/ 1994 h 5728"/>
                    <a:gd name="connsiteX9-11551" fmla="*/ 4708 w 6642"/>
                    <a:gd name="connsiteY9-11552" fmla="*/ 1941 h 5728"/>
                    <a:gd name="connsiteX10-11553" fmla="*/ 4625 w 6642"/>
                    <a:gd name="connsiteY10-11554" fmla="*/ 1939 h 5728"/>
                    <a:gd name="connsiteX11-11555" fmla="*/ 4500 w 6642"/>
                    <a:gd name="connsiteY11-11556" fmla="*/ 2014 h 5728"/>
                    <a:gd name="connsiteX12-11557" fmla="*/ 4388 w 6642"/>
                    <a:gd name="connsiteY12-11558" fmla="*/ 1890 h 5728"/>
                    <a:gd name="connsiteX13-11559" fmla="*/ 4482 w 6642"/>
                    <a:gd name="connsiteY13-11560" fmla="*/ 1804 h 5728"/>
                    <a:gd name="connsiteX14-11561" fmla="*/ 4486 w 6642"/>
                    <a:gd name="connsiteY14-11562" fmla="*/ 1634 h 5728"/>
                    <a:gd name="connsiteX15-11563" fmla="*/ 4541 w 6642"/>
                    <a:gd name="connsiteY15-11564" fmla="*/ 1514 h 5728"/>
                    <a:gd name="connsiteX16-11565" fmla="*/ 4584 w 6642"/>
                    <a:gd name="connsiteY16-11566" fmla="*/ 1306 h 5728"/>
                    <a:gd name="connsiteX17-11567" fmla="*/ 4644 w 6642"/>
                    <a:gd name="connsiteY17-11568" fmla="*/ 1307 h 5728"/>
                    <a:gd name="connsiteX18-11569" fmla="*/ 4967 w 6642"/>
                    <a:gd name="connsiteY18-11570" fmla="*/ 1286 h 5728"/>
                    <a:gd name="connsiteX19-11571" fmla="*/ 5141 w 6642"/>
                    <a:gd name="connsiteY19-11572" fmla="*/ 1117 h 5728"/>
                    <a:gd name="connsiteX20-11573" fmla="*/ 5210 w 6642"/>
                    <a:gd name="connsiteY20-11574" fmla="*/ 748 h 5728"/>
                    <a:gd name="connsiteX21-11575" fmla="*/ 5320 w 6642"/>
                    <a:gd name="connsiteY21-11576" fmla="*/ 486 h 5728"/>
                    <a:gd name="connsiteX22-11577" fmla="*/ 5318 w 6642"/>
                    <a:gd name="connsiteY22-11578" fmla="*/ 358 h 5728"/>
                    <a:gd name="connsiteX23-11579" fmla="*/ 5305 w 6642"/>
                    <a:gd name="connsiteY23-11580" fmla="*/ 328 h 5728"/>
                    <a:gd name="connsiteX24-11581" fmla="*/ 5238 w 6642"/>
                    <a:gd name="connsiteY24-11582" fmla="*/ 251 h 5728"/>
                    <a:gd name="connsiteX25-11583" fmla="*/ 5178 w 6642"/>
                    <a:gd name="connsiteY25-11584" fmla="*/ 217 h 5728"/>
                    <a:gd name="connsiteX26-11585" fmla="*/ 5303 w 6642"/>
                    <a:gd name="connsiteY26-11586" fmla="*/ 56 h 5728"/>
                    <a:gd name="connsiteX27-11587" fmla="*/ 5476 w 6642"/>
                    <a:gd name="connsiteY27-11588" fmla="*/ 2 h 5728"/>
                    <a:gd name="connsiteX28-11589" fmla="*/ 5508 w 6642"/>
                    <a:gd name="connsiteY28-11590" fmla="*/ 49 h 5728"/>
                    <a:gd name="connsiteX29-11591" fmla="*/ 5498 w 6642"/>
                    <a:gd name="connsiteY29-11592" fmla="*/ 133 h 5728"/>
                    <a:gd name="connsiteX30-11593" fmla="*/ 5437 w 6642"/>
                    <a:gd name="connsiteY30-11594" fmla="*/ 243 h 5728"/>
                    <a:gd name="connsiteX31-11595" fmla="*/ 5507 w 6642"/>
                    <a:gd name="connsiteY31-11596" fmla="*/ 301 h 5728"/>
                    <a:gd name="connsiteX32-11597" fmla="*/ 5621 w 6642"/>
                    <a:gd name="connsiteY32-11598" fmla="*/ 366 h 5728"/>
                    <a:gd name="connsiteX33-11599" fmla="*/ 5641 w 6642"/>
                    <a:gd name="connsiteY33-11600" fmla="*/ 255 h 5728"/>
                    <a:gd name="connsiteX34-11601" fmla="*/ 5775 w 6642"/>
                    <a:gd name="connsiteY34-11602" fmla="*/ 291 h 5728"/>
                    <a:gd name="connsiteX35-11603" fmla="*/ 5800 w 6642"/>
                    <a:gd name="connsiteY35-11604" fmla="*/ 331 h 5728"/>
                    <a:gd name="connsiteX36-11605" fmla="*/ 5876 w 6642"/>
                    <a:gd name="connsiteY36-11606" fmla="*/ 562 h 5728"/>
                    <a:gd name="connsiteX37-11607" fmla="*/ 5911 w 6642"/>
                    <a:gd name="connsiteY37-11608" fmla="*/ 586 h 5728"/>
                    <a:gd name="connsiteX38-11609" fmla="*/ 6003 w 6642"/>
                    <a:gd name="connsiteY38-11610" fmla="*/ 578 h 5728"/>
                    <a:gd name="connsiteX39-11611" fmla="*/ 6263 w 6642"/>
                    <a:gd name="connsiteY39-11612" fmla="*/ 490 h 5728"/>
                    <a:gd name="connsiteX40-11613" fmla="*/ 6483 w 6642"/>
                    <a:gd name="connsiteY40-11614" fmla="*/ 479 h 5728"/>
                    <a:gd name="connsiteX41-11615" fmla="*/ 6543 w 6642"/>
                    <a:gd name="connsiteY41-11616" fmla="*/ 648 h 5728"/>
                    <a:gd name="connsiteX42-11617" fmla="*/ 6461 w 6642"/>
                    <a:gd name="connsiteY42-11618" fmla="*/ 944 h 5728"/>
                    <a:gd name="connsiteX43-11619" fmla="*/ 6461 w 6642"/>
                    <a:gd name="connsiteY43-11620" fmla="*/ 1022 h 5728"/>
                    <a:gd name="connsiteX44-11621" fmla="*/ 6530 w 6642"/>
                    <a:gd name="connsiteY44-11622" fmla="*/ 1168 h 5728"/>
                    <a:gd name="connsiteX45-11623" fmla="*/ 6545 w 6642"/>
                    <a:gd name="connsiteY45-11624" fmla="*/ 1427 h 5728"/>
                    <a:gd name="connsiteX46-11625" fmla="*/ 6547 w 6642"/>
                    <a:gd name="connsiteY46-11626" fmla="*/ 1617 h 5728"/>
                    <a:gd name="connsiteX47-11627" fmla="*/ 6480 w 6642"/>
                    <a:gd name="connsiteY47-11628" fmla="*/ 1625 h 5728"/>
                    <a:gd name="connsiteX48-11629" fmla="*/ 6458 w 6642"/>
                    <a:gd name="connsiteY48-11630" fmla="*/ 1507 h 5728"/>
                    <a:gd name="connsiteX49-11631" fmla="*/ 6423 w 6642"/>
                    <a:gd name="connsiteY49-11632" fmla="*/ 1450 h 5728"/>
                    <a:gd name="connsiteX50-11633" fmla="*/ 6333 w 6642"/>
                    <a:gd name="connsiteY50-11634" fmla="*/ 1582 h 5728"/>
                    <a:gd name="connsiteX51-11635" fmla="*/ 6220 w 6642"/>
                    <a:gd name="connsiteY51-11636" fmla="*/ 1776 h 5728"/>
                    <a:gd name="connsiteX52-11637" fmla="*/ 6101 w 6642"/>
                    <a:gd name="connsiteY52-11638" fmla="*/ 1904 h 5728"/>
                    <a:gd name="connsiteX53-11639" fmla="*/ 6094 w 6642"/>
                    <a:gd name="connsiteY53-11640" fmla="*/ 2018 h 5728"/>
                    <a:gd name="connsiteX54-11641" fmla="*/ 6154 w 6642"/>
                    <a:gd name="connsiteY54-11642" fmla="*/ 2115 h 5728"/>
                    <a:gd name="connsiteX55-11643" fmla="*/ 6256 w 6642"/>
                    <a:gd name="connsiteY55-11644" fmla="*/ 2183 h 5728"/>
                    <a:gd name="connsiteX56-11645" fmla="*/ 6333 w 6642"/>
                    <a:gd name="connsiteY56-11646" fmla="*/ 2178 h 5728"/>
                    <a:gd name="connsiteX57-11647" fmla="*/ 6378 w 6642"/>
                    <a:gd name="connsiteY57-11648" fmla="*/ 2104 h 5728"/>
                    <a:gd name="connsiteX58-11649" fmla="*/ 6412 w 6642"/>
                    <a:gd name="connsiteY58-11650" fmla="*/ 2210 h 5728"/>
                    <a:gd name="connsiteX59-11651" fmla="*/ 6300 w 6642"/>
                    <a:gd name="connsiteY59-11652" fmla="*/ 2249 h 5728"/>
                    <a:gd name="connsiteX60-11653" fmla="*/ 6347 w 6642"/>
                    <a:gd name="connsiteY60-11654" fmla="*/ 2362 h 5728"/>
                    <a:gd name="connsiteX61-11655" fmla="*/ 6212 w 6642"/>
                    <a:gd name="connsiteY61-11656" fmla="*/ 2509 h 5728"/>
                    <a:gd name="connsiteX62-11657" fmla="*/ 6171 w 6642"/>
                    <a:gd name="connsiteY62-11658" fmla="*/ 2498 h 5728"/>
                    <a:gd name="connsiteX63-11659" fmla="*/ 6047 w 6642"/>
                    <a:gd name="connsiteY63-11660" fmla="*/ 2413 h 5728"/>
                    <a:gd name="connsiteX64-11661" fmla="*/ 5992 w 6642"/>
                    <a:gd name="connsiteY64-11662" fmla="*/ 2412 h 5728"/>
                    <a:gd name="connsiteX65-11663" fmla="*/ 5957 w 6642"/>
                    <a:gd name="connsiteY65-11664" fmla="*/ 2480 h 5728"/>
                    <a:gd name="connsiteX66-11665" fmla="*/ 5960 w 6642"/>
                    <a:gd name="connsiteY66-11666" fmla="*/ 2562 h 5728"/>
                    <a:gd name="connsiteX67-11667" fmla="*/ 6138 w 6642"/>
                    <a:gd name="connsiteY67-11668" fmla="*/ 2730 h 5728"/>
                    <a:gd name="connsiteX68-11669" fmla="*/ 6137 w 6642"/>
                    <a:gd name="connsiteY68-11670" fmla="*/ 2844 h 5728"/>
                    <a:gd name="connsiteX69-11671" fmla="*/ 6228 w 6642"/>
                    <a:gd name="connsiteY69-11672" fmla="*/ 3060 h 5728"/>
                    <a:gd name="connsiteX70-11673" fmla="*/ 6254 w 6642"/>
                    <a:gd name="connsiteY70-11674" fmla="*/ 3090 h 5728"/>
                    <a:gd name="connsiteX71-11675" fmla="*/ 6298 w 6642"/>
                    <a:gd name="connsiteY71-11676" fmla="*/ 3094 h 5728"/>
                    <a:gd name="connsiteX72-11677" fmla="*/ 6344 w 6642"/>
                    <a:gd name="connsiteY72-11678" fmla="*/ 3010 h 5728"/>
                    <a:gd name="connsiteX73-11679" fmla="*/ 6424 w 6642"/>
                    <a:gd name="connsiteY73-11680" fmla="*/ 2950 h 5728"/>
                    <a:gd name="connsiteX74-11681" fmla="*/ 6519 w 6642"/>
                    <a:gd name="connsiteY74-11682" fmla="*/ 3126 h 5728"/>
                    <a:gd name="connsiteX75-11683" fmla="*/ 6629 w 6642"/>
                    <a:gd name="connsiteY75-11684" fmla="*/ 3312 h 5728"/>
                    <a:gd name="connsiteX76-11685" fmla="*/ 6642 w 6642"/>
                    <a:gd name="connsiteY76-11686" fmla="*/ 3342 h 5728"/>
                    <a:gd name="connsiteX77-11687" fmla="*/ 6631 w 6642"/>
                    <a:gd name="connsiteY77-11688" fmla="*/ 3518 h 5728"/>
                    <a:gd name="connsiteX78-11689" fmla="*/ 6596 w 6642"/>
                    <a:gd name="connsiteY78-11690" fmla="*/ 3554 h 5728"/>
                    <a:gd name="connsiteX79-11691" fmla="*/ 6507 w 6642"/>
                    <a:gd name="connsiteY79-11692" fmla="*/ 3515 h 5728"/>
                    <a:gd name="connsiteX80-11693" fmla="*/ 6273 w 6642"/>
                    <a:gd name="connsiteY80-11694" fmla="*/ 3644 h 5728"/>
                    <a:gd name="connsiteX81-11695" fmla="*/ 6247 w 6642"/>
                    <a:gd name="connsiteY81-11696" fmla="*/ 3666 h 5728"/>
                    <a:gd name="connsiteX82-11697" fmla="*/ 6067 w 6642"/>
                    <a:gd name="connsiteY82-11698" fmla="*/ 3812 h 5728"/>
                    <a:gd name="connsiteX83-11699" fmla="*/ 5926 w 6642"/>
                    <a:gd name="connsiteY83-11700" fmla="*/ 3926 h 5728"/>
                    <a:gd name="connsiteX84-11701" fmla="*/ 5891 w 6642"/>
                    <a:gd name="connsiteY84-11702" fmla="*/ 3965 h 5728"/>
                    <a:gd name="connsiteX85-11703" fmla="*/ 5839 w 6642"/>
                    <a:gd name="connsiteY85-11704" fmla="*/ 3973 h 5728"/>
                    <a:gd name="connsiteX86-11705" fmla="*/ 5782 w 6642"/>
                    <a:gd name="connsiteY86-11706" fmla="*/ 3916 h 5728"/>
                    <a:gd name="connsiteX87-11707" fmla="*/ 5658 w 6642"/>
                    <a:gd name="connsiteY87-11708" fmla="*/ 3808 h 5728"/>
                    <a:gd name="connsiteX88-11709" fmla="*/ 5682 w 6642"/>
                    <a:gd name="connsiteY88-11710" fmla="*/ 4064 h 5728"/>
                    <a:gd name="connsiteX89-11711" fmla="*/ 5691 w 6642"/>
                    <a:gd name="connsiteY89-11712" fmla="*/ 4192 h 5728"/>
                    <a:gd name="connsiteX90-11713" fmla="*/ 5429 w 6642"/>
                    <a:gd name="connsiteY90-11714" fmla="*/ 4166 h 5728"/>
                    <a:gd name="connsiteX91-11715" fmla="*/ 5347 w 6642"/>
                    <a:gd name="connsiteY91-11716" fmla="*/ 3987 h 5728"/>
                    <a:gd name="connsiteX92-11717" fmla="*/ 5265 w 6642"/>
                    <a:gd name="connsiteY92-11718" fmla="*/ 3802 h 5728"/>
                    <a:gd name="connsiteX93-11719" fmla="*/ 4290 w 6642"/>
                    <a:gd name="connsiteY93-11720" fmla="*/ 4504 h 5728"/>
                    <a:gd name="connsiteX94-11721" fmla="*/ 4293 w 6642"/>
                    <a:gd name="connsiteY94-11722" fmla="*/ 4556 h 5728"/>
                    <a:gd name="connsiteX95-11723" fmla="*/ 4257 w 6642"/>
                    <a:gd name="connsiteY95-11724" fmla="*/ 4614 h 5728"/>
                    <a:gd name="connsiteX96-11725" fmla="*/ 3992 w 6642"/>
                    <a:gd name="connsiteY96-11726" fmla="*/ 4680 h 5728"/>
                    <a:gd name="connsiteX97-11727" fmla="*/ 3857 w 6642"/>
                    <a:gd name="connsiteY97-11728" fmla="*/ 4739 h 5728"/>
                    <a:gd name="connsiteX98-11729" fmla="*/ 3815 w 6642"/>
                    <a:gd name="connsiteY98-11730" fmla="*/ 4777 h 5728"/>
                    <a:gd name="connsiteX99-11731" fmla="*/ 3616 w 6642"/>
                    <a:gd name="connsiteY99-11732" fmla="*/ 5021 h 5728"/>
                    <a:gd name="connsiteX100-11733" fmla="*/ 3543 w 6642"/>
                    <a:gd name="connsiteY100-11734" fmla="*/ 4970 h 5728"/>
                    <a:gd name="connsiteX101-11735" fmla="*/ 3460 w 6642"/>
                    <a:gd name="connsiteY101-11736" fmla="*/ 4971 h 5728"/>
                    <a:gd name="connsiteX102-11737" fmla="*/ 3424 w 6642"/>
                    <a:gd name="connsiteY102-11738" fmla="*/ 5045 h 5728"/>
                    <a:gd name="connsiteX103-11739" fmla="*/ 3313 w 6642"/>
                    <a:gd name="connsiteY103-11740" fmla="*/ 5000 h 5728"/>
                    <a:gd name="connsiteX104-11741" fmla="*/ 3235 w 6642"/>
                    <a:gd name="connsiteY104-11742" fmla="*/ 5109 h 5728"/>
                    <a:gd name="connsiteX105-11743" fmla="*/ 3013 w 6642"/>
                    <a:gd name="connsiteY105-11744" fmla="*/ 5349 h 5728"/>
                    <a:gd name="connsiteX106-11745" fmla="*/ 2993 w 6642"/>
                    <a:gd name="connsiteY106-11746" fmla="*/ 5516 h 5728"/>
                    <a:gd name="connsiteX107-11747" fmla="*/ 2976 w 6642"/>
                    <a:gd name="connsiteY107-11748" fmla="*/ 5659 h 5728"/>
                    <a:gd name="connsiteX108-11749" fmla="*/ 2960 w 6642"/>
                    <a:gd name="connsiteY108-11750" fmla="*/ 5669 h 5728"/>
                    <a:gd name="connsiteX109-11751" fmla="*/ 2638 w 6642"/>
                    <a:gd name="connsiteY109-11752" fmla="*/ 5621 h 5728"/>
                    <a:gd name="connsiteX110-11753" fmla="*/ 2536 w 6642"/>
                    <a:gd name="connsiteY110-11754" fmla="*/ 5566 h 5728"/>
                    <a:gd name="connsiteX111-11755" fmla="*/ 2482 w 6642"/>
                    <a:gd name="connsiteY111-11756" fmla="*/ 5503 h 5728"/>
                    <a:gd name="connsiteX112-11757" fmla="*/ 2377 w 6642"/>
                    <a:gd name="connsiteY112-11758" fmla="*/ 5477 h 5728"/>
                    <a:gd name="connsiteX113-11759" fmla="*/ 2377 w 6642"/>
                    <a:gd name="connsiteY113-11760" fmla="*/ 5379 h 5728"/>
                    <a:gd name="connsiteX114-11761" fmla="*/ 2481 w 6642"/>
                    <a:gd name="connsiteY114-11762" fmla="*/ 5149 h 5728"/>
                    <a:gd name="connsiteX115-11763" fmla="*/ 2341 w 6642"/>
                    <a:gd name="connsiteY115-11764" fmla="*/ 5070 h 5728"/>
                    <a:gd name="connsiteX116-11765" fmla="*/ 2299 w 6642"/>
                    <a:gd name="connsiteY116-11766" fmla="*/ 5095 h 5728"/>
                    <a:gd name="connsiteX117-11767" fmla="*/ 2209 w 6642"/>
                    <a:gd name="connsiteY117-11768" fmla="*/ 5214 h 5728"/>
                    <a:gd name="connsiteX118-11769" fmla="*/ 2177 w 6642"/>
                    <a:gd name="connsiteY118-11770" fmla="*/ 5276 h 5728"/>
                    <a:gd name="connsiteX119-11771" fmla="*/ 2115 w 6642"/>
                    <a:gd name="connsiteY119-11772" fmla="*/ 5386 h 5728"/>
                    <a:gd name="connsiteX120-11773" fmla="*/ 2121 w 6642"/>
                    <a:gd name="connsiteY120-11774" fmla="*/ 5510 h 5728"/>
                    <a:gd name="connsiteX121-11775" fmla="*/ 2082 w 6642"/>
                    <a:gd name="connsiteY121-11776" fmla="*/ 5558 h 5728"/>
                    <a:gd name="connsiteX122-11777" fmla="*/ 1951 w 6642"/>
                    <a:gd name="connsiteY122-11778" fmla="*/ 5617 h 5728"/>
                    <a:gd name="connsiteX123-11779" fmla="*/ 1785 w 6642"/>
                    <a:gd name="connsiteY123-11780" fmla="*/ 5649 h 5728"/>
                    <a:gd name="connsiteX124-11781" fmla="*/ 1682 w 6642"/>
                    <a:gd name="connsiteY124-11782" fmla="*/ 5728 h 5728"/>
                    <a:gd name="connsiteX125-11783" fmla="*/ 1568 w 6642"/>
                    <a:gd name="connsiteY125-11784" fmla="*/ 5611 h 5728"/>
                    <a:gd name="connsiteX126-11785" fmla="*/ 1508 w 6642"/>
                    <a:gd name="connsiteY126-11786" fmla="*/ 5485 h 5728"/>
                    <a:gd name="connsiteX127-11787" fmla="*/ 1630 w 6642"/>
                    <a:gd name="connsiteY127-11788" fmla="*/ 5242 h 5728"/>
                    <a:gd name="connsiteX128-11789" fmla="*/ 1685 w 6642"/>
                    <a:gd name="connsiteY128-11790" fmla="*/ 5195 h 5728"/>
                    <a:gd name="connsiteX129-11791" fmla="*/ 1730 w 6642"/>
                    <a:gd name="connsiteY129-11792" fmla="*/ 5120 h 5728"/>
                    <a:gd name="connsiteX130-11793" fmla="*/ 1727 w 6642"/>
                    <a:gd name="connsiteY130-11794" fmla="*/ 5071 h 5728"/>
                    <a:gd name="connsiteX131-11795" fmla="*/ 1530 w 6642"/>
                    <a:gd name="connsiteY131-11796" fmla="*/ 5007 h 5728"/>
                    <a:gd name="connsiteX132-11797" fmla="*/ 1459 w 6642"/>
                    <a:gd name="connsiteY132-11798" fmla="*/ 5064 h 5728"/>
                    <a:gd name="connsiteX133-11799" fmla="*/ 1353 w 6642"/>
                    <a:gd name="connsiteY133-11800" fmla="*/ 5111 h 5728"/>
                    <a:gd name="connsiteX134-11801" fmla="*/ 1290 w 6642"/>
                    <a:gd name="connsiteY134-11802" fmla="*/ 5063 h 5728"/>
                    <a:gd name="connsiteX135-11803" fmla="*/ 1052 w 6642"/>
                    <a:gd name="connsiteY135-11804" fmla="*/ 5254 h 5728"/>
                    <a:gd name="connsiteX136-11805" fmla="*/ 924 w 6642"/>
                    <a:gd name="connsiteY136-11806" fmla="*/ 5231 h 5728"/>
                    <a:gd name="connsiteX137-11807" fmla="*/ 813 w 6642"/>
                    <a:gd name="connsiteY137-11808" fmla="*/ 5097 h 5728"/>
                    <a:gd name="connsiteX138-11809" fmla="*/ 683 w 6642"/>
                    <a:gd name="connsiteY138-11810" fmla="*/ 4930 h 5728"/>
                    <a:gd name="connsiteX139-11811" fmla="*/ 572 w 6642"/>
                    <a:gd name="connsiteY139-11812" fmla="*/ 4806 h 5728"/>
                    <a:gd name="connsiteX140-11813" fmla="*/ 505 w 6642"/>
                    <a:gd name="connsiteY140-11814" fmla="*/ 4788 h 5728"/>
                    <a:gd name="connsiteX141-11815" fmla="*/ 640 w 6642"/>
                    <a:gd name="connsiteY141-11816" fmla="*/ 4631 h 5728"/>
                    <a:gd name="connsiteX142-11817" fmla="*/ 683 w 6642"/>
                    <a:gd name="connsiteY142-11818" fmla="*/ 4541 h 5728"/>
                    <a:gd name="connsiteX143-11819" fmla="*/ 651 w 6642"/>
                    <a:gd name="connsiteY143-11820" fmla="*/ 4438 h 5728"/>
                    <a:gd name="connsiteX144-11821" fmla="*/ 277 w 6642"/>
                    <a:gd name="connsiteY144-11822" fmla="*/ 4491 h 5728"/>
                    <a:gd name="connsiteX145-11823" fmla="*/ 187 w 6642"/>
                    <a:gd name="connsiteY145-11824" fmla="*/ 4518 h 5728"/>
                    <a:gd name="connsiteX146-11825" fmla="*/ 195 w 6642"/>
                    <a:gd name="connsiteY146-11826" fmla="*/ 4384 h 5728"/>
                    <a:gd name="connsiteX147-11827" fmla="*/ 147 w 6642"/>
                    <a:gd name="connsiteY147-11828" fmla="*/ 4318 h 5728"/>
                    <a:gd name="connsiteX148-11829" fmla="*/ 39 w 6642"/>
                    <a:gd name="connsiteY148-11830" fmla="*/ 4220 h 5728"/>
                    <a:gd name="connsiteX149-11831" fmla="*/ 75 w 6642"/>
                    <a:gd name="connsiteY149-11832" fmla="*/ 4093 h 5728"/>
                    <a:gd name="connsiteX150-11833" fmla="*/ 63 w 6642"/>
                    <a:gd name="connsiteY150-11834" fmla="*/ 3929 h 5728"/>
                    <a:gd name="connsiteX151-11835" fmla="*/ 0 w 6642"/>
                    <a:gd name="connsiteY151-11836" fmla="*/ 3842 h 5728"/>
                    <a:gd name="connsiteX152-11837" fmla="*/ 0 w 6642"/>
                    <a:gd name="connsiteY152-11838" fmla="*/ 3737 h 5728"/>
                    <a:gd name="connsiteX153-11839" fmla="*/ 303 w 6642"/>
                    <a:gd name="connsiteY153-11840" fmla="*/ 3824 h 5728"/>
                    <a:gd name="connsiteX154-11841" fmla="*/ 830 w 6642"/>
                    <a:gd name="connsiteY154-11842" fmla="*/ 3840 h 5728"/>
                    <a:gd name="connsiteX155-11843" fmla="*/ 1044 w 6642"/>
                    <a:gd name="connsiteY155-11844" fmla="*/ 3908 h 5728"/>
                    <a:gd name="connsiteX156-11845" fmla="*/ 1213 w 6642"/>
                    <a:gd name="connsiteY156-11846" fmla="*/ 4053 h 5728"/>
                    <a:gd name="connsiteX157-11847" fmla="*/ 1257 w 6642"/>
                    <a:gd name="connsiteY157-11848" fmla="*/ 4077 h 5728"/>
                    <a:gd name="connsiteX158-11849" fmla="*/ 1417 w 6642"/>
                    <a:gd name="connsiteY158-11850" fmla="*/ 4107 h 5728"/>
                    <a:gd name="connsiteX159-11851" fmla="*/ 1487 w 6642"/>
                    <a:gd name="connsiteY159-11852" fmla="*/ 4158 h 5728"/>
                    <a:gd name="connsiteX160-11853" fmla="*/ 1688 w 6642"/>
                    <a:gd name="connsiteY160-11854" fmla="*/ 4229 h 5728"/>
                    <a:gd name="connsiteX161-11855" fmla="*/ 1904 w 6642"/>
                    <a:gd name="connsiteY161-11856" fmla="*/ 4309 h 5728"/>
                    <a:gd name="connsiteX162-11857" fmla="*/ 2068 w 6642"/>
                    <a:gd name="connsiteY162-11858" fmla="*/ 4212 h 5728"/>
                    <a:gd name="connsiteX163-11859" fmla="*/ 2267 w 6642"/>
                    <a:gd name="connsiteY163-11860" fmla="*/ 4125 h 5728"/>
                    <a:gd name="connsiteX164-11861" fmla="*/ 2363 w 6642"/>
                    <a:gd name="connsiteY164-11862" fmla="*/ 4075 h 5728"/>
                    <a:gd name="connsiteX165-11863" fmla="*/ 2539 w 6642"/>
                    <a:gd name="connsiteY165-11864" fmla="*/ 3995 h 5728"/>
                    <a:gd name="connsiteX166-11865" fmla="*/ 2721 w 6642"/>
                    <a:gd name="connsiteY166-11866" fmla="*/ 3970 h 5728"/>
                    <a:gd name="connsiteX167-11867" fmla="*/ 3073 w 6642"/>
                    <a:gd name="connsiteY167-11868" fmla="*/ 3979 h 5728"/>
                    <a:gd name="connsiteX168-11869" fmla="*/ 3416 w 6642"/>
                    <a:gd name="connsiteY168-11870" fmla="*/ 3722 h 5728"/>
                    <a:gd name="connsiteX169-11871" fmla="*/ 3519 w 6642"/>
                    <a:gd name="connsiteY169-11872" fmla="*/ 3636 h 5728"/>
                    <a:gd name="connsiteX0-11873" fmla="*/ 5456 w 6642"/>
                    <a:gd name="connsiteY0-11874" fmla="*/ 2333 h 5728"/>
                    <a:gd name="connsiteX1-11875" fmla="*/ 5454 w 6642"/>
                    <a:gd name="connsiteY1-11876" fmla="*/ 2117 h 5728"/>
                    <a:gd name="connsiteX2-11877" fmla="*/ 5378 w 6642"/>
                    <a:gd name="connsiteY2-11878" fmla="*/ 2039 h 5728"/>
                    <a:gd name="connsiteX3-11879" fmla="*/ 5235 w 6642"/>
                    <a:gd name="connsiteY3-11880" fmla="*/ 1951 h 5728"/>
                    <a:gd name="connsiteX4-11881" fmla="*/ 5143 w 6642"/>
                    <a:gd name="connsiteY4-11882" fmla="*/ 1827 h 5728"/>
                    <a:gd name="connsiteX5-11883" fmla="*/ 5047 w 6642"/>
                    <a:gd name="connsiteY5-11884" fmla="*/ 1828 h 5728"/>
                    <a:gd name="connsiteX6-11885" fmla="*/ 5002 w 6642"/>
                    <a:gd name="connsiteY6-11886" fmla="*/ 1883 h 5728"/>
                    <a:gd name="connsiteX7-11887" fmla="*/ 4909 w 6642"/>
                    <a:gd name="connsiteY7-11888" fmla="*/ 1877 h 5728"/>
                    <a:gd name="connsiteX8-11889" fmla="*/ 4889 w 6642"/>
                    <a:gd name="connsiteY8-11890" fmla="*/ 1994 h 5728"/>
                    <a:gd name="connsiteX9-11891" fmla="*/ 4708 w 6642"/>
                    <a:gd name="connsiteY9-11892" fmla="*/ 1941 h 5728"/>
                    <a:gd name="connsiteX10-11893" fmla="*/ 4625 w 6642"/>
                    <a:gd name="connsiteY10-11894" fmla="*/ 1939 h 5728"/>
                    <a:gd name="connsiteX11-11895" fmla="*/ 4500 w 6642"/>
                    <a:gd name="connsiteY11-11896" fmla="*/ 2014 h 5728"/>
                    <a:gd name="connsiteX12-11897" fmla="*/ 4388 w 6642"/>
                    <a:gd name="connsiteY12-11898" fmla="*/ 1890 h 5728"/>
                    <a:gd name="connsiteX13-11899" fmla="*/ 4482 w 6642"/>
                    <a:gd name="connsiteY13-11900" fmla="*/ 1804 h 5728"/>
                    <a:gd name="connsiteX14-11901" fmla="*/ 4486 w 6642"/>
                    <a:gd name="connsiteY14-11902" fmla="*/ 1634 h 5728"/>
                    <a:gd name="connsiteX15-11903" fmla="*/ 4541 w 6642"/>
                    <a:gd name="connsiteY15-11904" fmla="*/ 1514 h 5728"/>
                    <a:gd name="connsiteX16-11905" fmla="*/ 4584 w 6642"/>
                    <a:gd name="connsiteY16-11906" fmla="*/ 1306 h 5728"/>
                    <a:gd name="connsiteX17-11907" fmla="*/ 4644 w 6642"/>
                    <a:gd name="connsiteY17-11908" fmla="*/ 1307 h 5728"/>
                    <a:gd name="connsiteX18-11909" fmla="*/ 4967 w 6642"/>
                    <a:gd name="connsiteY18-11910" fmla="*/ 1286 h 5728"/>
                    <a:gd name="connsiteX19-11911" fmla="*/ 5141 w 6642"/>
                    <a:gd name="connsiteY19-11912" fmla="*/ 1117 h 5728"/>
                    <a:gd name="connsiteX20-11913" fmla="*/ 5210 w 6642"/>
                    <a:gd name="connsiteY20-11914" fmla="*/ 748 h 5728"/>
                    <a:gd name="connsiteX21-11915" fmla="*/ 5320 w 6642"/>
                    <a:gd name="connsiteY21-11916" fmla="*/ 486 h 5728"/>
                    <a:gd name="connsiteX22-11917" fmla="*/ 5318 w 6642"/>
                    <a:gd name="connsiteY22-11918" fmla="*/ 358 h 5728"/>
                    <a:gd name="connsiteX23-11919" fmla="*/ 5305 w 6642"/>
                    <a:gd name="connsiteY23-11920" fmla="*/ 328 h 5728"/>
                    <a:gd name="connsiteX24-11921" fmla="*/ 5238 w 6642"/>
                    <a:gd name="connsiteY24-11922" fmla="*/ 251 h 5728"/>
                    <a:gd name="connsiteX25-11923" fmla="*/ 5178 w 6642"/>
                    <a:gd name="connsiteY25-11924" fmla="*/ 217 h 5728"/>
                    <a:gd name="connsiteX26-11925" fmla="*/ 5303 w 6642"/>
                    <a:gd name="connsiteY26-11926" fmla="*/ 56 h 5728"/>
                    <a:gd name="connsiteX27-11927" fmla="*/ 5476 w 6642"/>
                    <a:gd name="connsiteY27-11928" fmla="*/ 2 h 5728"/>
                    <a:gd name="connsiteX28-11929" fmla="*/ 5508 w 6642"/>
                    <a:gd name="connsiteY28-11930" fmla="*/ 49 h 5728"/>
                    <a:gd name="connsiteX29-11931" fmla="*/ 5498 w 6642"/>
                    <a:gd name="connsiteY29-11932" fmla="*/ 133 h 5728"/>
                    <a:gd name="connsiteX30-11933" fmla="*/ 5437 w 6642"/>
                    <a:gd name="connsiteY30-11934" fmla="*/ 243 h 5728"/>
                    <a:gd name="connsiteX31-11935" fmla="*/ 5507 w 6642"/>
                    <a:gd name="connsiteY31-11936" fmla="*/ 301 h 5728"/>
                    <a:gd name="connsiteX32-11937" fmla="*/ 5621 w 6642"/>
                    <a:gd name="connsiteY32-11938" fmla="*/ 366 h 5728"/>
                    <a:gd name="connsiteX33-11939" fmla="*/ 5641 w 6642"/>
                    <a:gd name="connsiteY33-11940" fmla="*/ 255 h 5728"/>
                    <a:gd name="connsiteX34-11941" fmla="*/ 5775 w 6642"/>
                    <a:gd name="connsiteY34-11942" fmla="*/ 291 h 5728"/>
                    <a:gd name="connsiteX35-11943" fmla="*/ 5800 w 6642"/>
                    <a:gd name="connsiteY35-11944" fmla="*/ 331 h 5728"/>
                    <a:gd name="connsiteX36-11945" fmla="*/ 5876 w 6642"/>
                    <a:gd name="connsiteY36-11946" fmla="*/ 562 h 5728"/>
                    <a:gd name="connsiteX37-11947" fmla="*/ 5911 w 6642"/>
                    <a:gd name="connsiteY37-11948" fmla="*/ 586 h 5728"/>
                    <a:gd name="connsiteX38-11949" fmla="*/ 6003 w 6642"/>
                    <a:gd name="connsiteY38-11950" fmla="*/ 578 h 5728"/>
                    <a:gd name="connsiteX39-11951" fmla="*/ 6263 w 6642"/>
                    <a:gd name="connsiteY39-11952" fmla="*/ 490 h 5728"/>
                    <a:gd name="connsiteX40-11953" fmla="*/ 6483 w 6642"/>
                    <a:gd name="connsiteY40-11954" fmla="*/ 479 h 5728"/>
                    <a:gd name="connsiteX41-11955" fmla="*/ 6543 w 6642"/>
                    <a:gd name="connsiteY41-11956" fmla="*/ 648 h 5728"/>
                    <a:gd name="connsiteX42-11957" fmla="*/ 6461 w 6642"/>
                    <a:gd name="connsiteY42-11958" fmla="*/ 944 h 5728"/>
                    <a:gd name="connsiteX43-11959" fmla="*/ 6461 w 6642"/>
                    <a:gd name="connsiteY43-11960" fmla="*/ 1022 h 5728"/>
                    <a:gd name="connsiteX44-11961" fmla="*/ 6530 w 6642"/>
                    <a:gd name="connsiteY44-11962" fmla="*/ 1168 h 5728"/>
                    <a:gd name="connsiteX45-11963" fmla="*/ 6545 w 6642"/>
                    <a:gd name="connsiteY45-11964" fmla="*/ 1427 h 5728"/>
                    <a:gd name="connsiteX46-11965" fmla="*/ 6547 w 6642"/>
                    <a:gd name="connsiteY46-11966" fmla="*/ 1617 h 5728"/>
                    <a:gd name="connsiteX47-11967" fmla="*/ 6480 w 6642"/>
                    <a:gd name="connsiteY47-11968" fmla="*/ 1625 h 5728"/>
                    <a:gd name="connsiteX48-11969" fmla="*/ 6458 w 6642"/>
                    <a:gd name="connsiteY48-11970" fmla="*/ 1507 h 5728"/>
                    <a:gd name="connsiteX49-11971" fmla="*/ 6423 w 6642"/>
                    <a:gd name="connsiteY49-11972" fmla="*/ 1450 h 5728"/>
                    <a:gd name="connsiteX50-11973" fmla="*/ 6333 w 6642"/>
                    <a:gd name="connsiteY50-11974" fmla="*/ 1582 h 5728"/>
                    <a:gd name="connsiteX51-11975" fmla="*/ 6220 w 6642"/>
                    <a:gd name="connsiteY51-11976" fmla="*/ 1776 h 5728"/>
                    <a:gd name="connsiteX52-11977" fmla="*/ 6101 w 6642"/>
                    <a:gd name="connsiteY52-11978" fmla="*/ 1904 h 5728"/>
                    <a:gd name="connsiteX53-11979" fmla="*/ 6094 w 6642"/>
                    <a:gd name="connsiteY53-11980" fmla="*/ 2018 h 5728"/>
                    <a:gd name="connsiteX54-11981" fmla="*/ 6154 w 6642"/>
                    <a:gd name="connsiteY54-11982" fmla="*/ 2115 h 5728"/>
                    <a:gd name="connsiteX55-11983" fmla="*/ 6256 w 6642"/>
                    <a:gd name="connsiteY55-11984" fmla="*/ 2183 h 5728"/>
                    <a:gd name="connsiteX56-11985" fmla="*/ 6333 w 6642"/>
                    <a:gd name="connsiteY56-11986" fmla="*/ 2178 h 5728"/>
                    <a:gd name="connsiteX57-11987" fmla="*/ 6378 w 6642"/>
                    <a:gd name="connsiteY57-11988" fmla="*/ 2104 h 5728"/>
                    <a:gd name="connsiteX58-11989" fmla="*/ 6412 w 6642"/>
                    <a:gd name="connsiteY58-11990" fmla="*/ 2210 h 5728"/>
                    <a:gd name="connsiteX59-11991" fmla="*/ 6300 w 6642"/>
                    <a:gd name="connsiteY59-11992" fmla="*/ 2249 h 5728"/>
                    <a:gd name="connsiteX60-11993" fmla="*/ 6347 w 6642"/>
                    <a:gd name="connsiteY60-11994" fmla="*/ 2362 h 5728"/>
                    <a:gd name="connsiteX61-11995" fmla="*/ 6212 w 6642"/>
                    <a:gd name="connsiteY61-11996" fmla="*/ 2509 h 5728"/>
                    <a:gd name="connsiteX62-11997" fmla="*/ 6171 w 6642"/>
                    <a:gd name="connsiteY62-11998" fmla="*/ 2498 h 5728"/>
                    <a:gd name="connsiteX63-11999" fmla="*/ 6047 w 6642"/>
                    <a:gd name="connsiteY63-12000" fmla="*/ 2413 h 5728"/>
                    <a:gd name="connsiteX64-12001" fmla="*/ 5992 w 6642"/>
                    <a:gd name="connsiteY64-12002" fmla="*/ 2412 h 5728"/>
                    <a:gd name="connsiteX65-12003" fmla="*/ 5957 w 6642"/>
                    <a:gd name="connsiteY65-12004" fmla="*/ 2480 h 5728"/>
                    <a:gd name="connsiteX66-12005" fmla="*/ 5960 w 6642"/>
                    <a:gd name="connsiteY66-12006" fmla="*/ 2562 h 5728"/>
                    <a:gd name="connsiteX67-12007" fmla="*/ 6138 w 6642"/>
                    <a:gd name="connsiteY67-12008" fmla="*/ 2730 h 5728"/>
                    <a:gd name="connsiteX68-12009" fmla="*/ 6137 w 6642"/>
                    <a:gd name="connsiteY68-12010" fmla="*/ 2844 h 5728"/>
                    <a:gd name="connsiteX69-12011" fmla="*/ 6228 w 6642"/>
                    <a:gd name="connsiteY69-12012" fmla="*/ 3060 h 5728"/>
                    <a:gd name="connsiteX70-12013" fmla="*/ 6254 w 6642"/>
                    <a:gd name="connsiteY70-12014" fmla="*/ 3090 h 5728"/>
                    <a:gd name="connsiteX71-12015" fmla="*/ 6298 w 6642"/>
                    <a:gd name="connsiteY71-12016" fmla="*/ 3094 h 5728"/>
                    <a:gd name="connsiteX72-12017" fmla="*/ 6344 w 6642"/>
                    <a:gd name="connsiteY72-12018" fmla="*/ 3010 h 5728"/>
                    <a:gd name="connsiteX73-12019" fmla="*/ 6424 w 6642"/>
                    <a:gd name="connsiteY73-12020" fmla="*/ 2950 h 5728"/>
                    <a:gd name="connsiteX74-12021" fmla="*/ 6519 w 6642"/>
                    <a:gd name="connsiteY74-12022" fmla="*/ 3126 h 5728"/>
                    <a:gd name="connsiteX75-12023" fmla="*/ 6629 w 6642"/>
                    <a:gd name="connsiteY75-12024" fmla="*/ 3312 h 5728"/>
                    <a:gd name="connsiteX76-12025" fmla="*/ 6642 w 6642"/>
                    <a:gd name="connsiteY76-12026" fmla="*/ 3342 h 5728"/>
                    <a:gd name="connsiteX77-12027" fmla="*/ 6631 w 6642"/>
                    <a:gd name="connsiteY77-12028" fmla="*/ 3518 h 5728"/>
                    <a:gd name="connsiteX78-12029" fmla="*/ 6596 w 6642"/>
                    <a:gd name="connsiteY78-12030" fmla="*/ 3554 h 5728"/>
                    <a:gd name="connsiteX79-12031" fmla="*/ 6507 w 6642"/>
                    <a:gd name="connsiteY79-12032" fmla="*/ 3515 h 5728"/>
                    <a:gd name="connsiteX80-12033" fmla="*/ 6273 w 6642"/>
                    <a:gd name="connsiteY80-12034" fmla="*/ 3644 h 5728"/>
                    <a:gd name="connsiteX81-12035" fmla="*/ 6247 w 6642"/>
                    <a:gd name="connsiteY81-12036" fmla="*/ 3666 h 5728"/>
                    <a:gd name="connsiteX82-12037" fmla="*/ 6067 w 6642"/>
                    <a:gd name="connsiteY82-12038" fmla="*/ 3812 h 5728"/>
                    <a:gd name="connsiteX83-12039" fmla="*/ 5926 w 6642"/>
                    <a:gd name="connsiteY83-12040" fmla="*/ 3926 h 5728"/>
                    <a:gd name="connsiteX84-12041" fmla="*/ 5891 w 6642"/>
                    <a:gd name="connsiteY84-12042" fmla="*/ 3965 h 5728"/>
                    <a:gd name="connsiteX85-12043" fmla="*/ 5839 w 6642"/>
                    <a:gd name="connsiteY85-12044" fmla="*/ 3973 h 5728"/>
                    <a:gd name="connsiteX86-12045" fmla="*/ 5782 w 6642"/>
                    <a:gd name="connsiteY86-12046" fmla="*/ 3916 h 5728"/>
                    <a:gd name="connsiteX87-12047" fmla="*/ 5658 w 6642"/>
                    <a:gd name="connsiteY87-12048" fmla="*/ 3808 h 5728"/>
                    <a:gd name="connsiteX88-12049" fmla="*/ 5682 w 6642"/>
                    <a:gd name="connsiteY88-12050" fmla="*/ 4064 h 5728"/>
                    <a:gd name="connsiteX89-12051" fmla="*/ 5691 w 6642"/>
                    <a:gd name="connsiteY89-12052" fmla="*/ 4192 h 5728"/>
                    <a:gd name="connsiteX90-12053" fmla="*/ 5429 w 6642"/>
                    <a:gd name="connsiteY90-12054" fmla="*/ 4166 h 5728"/>
                    <a:gd name="connsiteX91-12055" fmla="*/ 5347 w 6642"/>
                    <a:gd name="connsiteY91-12056" fmla="*/ 3987 h 5728"/>
                    <a:gd name="connsiteX92-12057" fmla="*/ 5265 w 6642"/>
                    <a:gd name="connsiteY92-12058" fmla="*/ 3802 h 5728"/>
                    <a:gd name="connsiteX93-12059" fmla="*/ 4290 w 6642"/>
                    <a:gd name="connsiteY93-12060" fmla="*/ 4504 h 5728"/>
                    <a:gd name="connsiteX94-12061" fmla="*/ 4293 w 6642"/>
                    <a:gd name="connsiteY94-12062" fmla="*/ 4556 h 5728"/>
                    <a:gd name="connsiteX95-12063" fmla="*/ 4257 w 6642"/>
                    <a:gd name="connsiteY95-12064" fmla="*/ 4614 h 5728"/>
                    <a:gd name="connsiteX96-12065" fmla="*/ 3992 w 6642"/>
                    <a:gd name="connsiteY96-12066" fmla="*/ 4680 h 5728"/>
                    <a:gd name="connsiteX97-12067" fmla="*/ 3857 w 6642"/>
                    <a:gd name="connsiteY97-12068" fmla="*/ 4739 h 5728"/>
                    <a:gd name="connsiteX98-12069" fmla="*/ 3815 w 6642"/>
                    <a:gd name="connsiteY98-12070" fmla="*/ 4777 h 5728"/>
                    <a:gd name="connsiteX99-12071" fmla="*/ 3616 w 6642"/>
                    <a:gd name="connsiteY99-12072" fmla="*/ 5021 h 5728"/>
                    <a:gd name="connsiteX100-12073" fmla="*/ 3543 w 6642"/>
                    <a:gd name="connsiteY100-12074" fmla="*/ 4970 h 5728"/>
                    <a:gd name="connsiteX101-12075" fmla="*/ 3460 w 6642"/>
                    <a:gd name="connsiteY101-12076" fmla="*/ 4971 h 5728"/>
                    <a:gd name="connsiteX102-12077" fmla="*/ 3424 w 6642"/>
                    <a:gd name="connsiteY102-12078" fmla="*/ 5045 h 5728"/>
                    <a:gd name="connsiteX103-12079" fmla="*/ 3313 w 6642"/>
                    <a:gd name="connsiteY103-12080" fmla="*/ 5000 h 5728"/>
                    <a:gd name="connsiteX104-12081" fmla="*/ 3235 w 6642"/>
                    <a:gd name="connsiteY104-12082" fmla="*/ 5109 h 5728"/>
                    <a:gd name="connsiteX105-12083" fmla="*/ 3013 w 6642"/>
                    <a:gd name="connsiteY105-12084" fmla="*/ 5349 h 5728"/>
                    <a:gd name="connsiteX106-12085" fmla="*/ 2993 w 6642"/>
                    <a:gd name="connsiteY106-12086" fmla="*/ 5516 h 5728"/>
                    <a:gd name="connsiteX107-12087" fmla="*/ 2976 w 6642"/>
                    <a:gd name="connsiteY107-12088" fmla="*/ 5659 h 5728"/>
                    <a:gd name="connsiteX108-12089" fmla="*/ 2960 w 6642"/>
                    <a:gd name="connsiteY108-12090" fmla="*/ 5669 h 5728"/>
                    <a:gd name="connsiteX109-12091" fmla="*/ 2638 w 6642"/>
                    <a:gd name="connsiteY109-12092" fmla="*/ 5621 h 5728"/>
                    <a:gd name="connsiteX110-12093" fmla="*/ 2536 w 6642"/>
                    <a:gd name="connsiteY110-12094" fmla="*/ 5566 h 5728"/>
                    <a:gd name="connsiteX111-12095" fmla="*/ 2482 w 6642"/>
                    <a:gd name="connsiteY111-12096" fmla="*/ 5503 h 5728"/>
                    <a:gd name="connsiteX112-12097" fmla="*/ 2377 w 6642"/>
                    <a:gd name="connsiteY112-12098" fmla="*/ 5477 h 5728"/>
                    <a:gd name="connsiteX113-12099" fmla="*/ 2377 w 6642"/>
                    <a:gd name="connsiteY113-12100" fmla="*/ 5379 h 5728"/>
                    <a:gd name="connsiteX114-12101" fmla="*/ 2481 w 6642"/>
                    <a:gd name="connsiteY114-12102" fmla="*/ 5149 h 5728"/>
                    <a:gd name="connsiteX115-12103" fmla="*/ 2341 w 6642"/>
                    <a:gd name="connsiteY115-12104" fmla="*/ 5070 h 5728"/>
                    <a:gd name="connsiteX116-12105" fmla="*/ 2299 w 6642"/>
                    <a:gd name="connsiteY116-12106" fmla="*/ 5095 h 5728"/>
                    <a:gd name="connsiteX117-12107" fmla="*/ 2209 w 6642"/>
                    <a:gd name="connsiteY117-12108" fmla="*/ 5214 h 5728"/>
                    <a:gd name="connsiteX118-12109" fmla="*/ 2177 w 6642"/>
                    <a:gd name="connsiteY118-12110" fmla="*/ 5276 h 5728"/>
                    <a:gd name="connsiteX119-12111" fmla="*/ 2115 w 6642"/>
                    <a:gd name="connsiteY119-12112" fmla="*/ 5386 h 5728"/>
                    <a:gd name="connsiteX120-12113" fmla="*/ 2121 w 6642"/>
                    <a:gd name="connsiteY120-12114" fmla="*/ 5510 h 5728"/>
                    <a:gd name="connsiteX121-12115" fmla="*/ 2082 w 6642"/>
                    <a:gd name="connsiteY121-12116" fmla="*/ 5558 h 5728"/>
                    <a:gd name="connsiteX122-12117" fmla="*/ 1951 w 6642"/>
                    <a:gd name="connsiteY122-12118" fmla="*/ 5617 h 5728"/>
                    <a:gd name="connsiteX123-12119" fmla="*/ 1785 w 6642"/>
                    <a:gd name="connsiteY123-12120" fmla="*/ 5649 h 5728"/>
                    <a:gd name="connsiteX124-12121" fmla="*/ 1682 w 6642"/>
                    <a:gd name="connsiteY124-12122" fmla="*/ 5728 h 5728"/>
                    <a:gd name="connsiteX125-12123" fmla="*/ 1568 w 6642"/>
                    <a:gd name="connsiteY125-12124" fmla="*/ 5611 h 5728"/>
                    <a:gd name="connsiteX126-12125" fmla="*/ 1508 w 6642"/>
                    <a:gd name="connsiteY126-12126" fmla="*/ 5485 h 5728"/>
                    <a:gd name="connsiteX127-12127" fmla="*/ 1630 w 6642"/>
                    <a:gd name="connsiteY127-12128" fmla="*/ 5242 h 5728"/>
                    <a:gd name="connsiteX128-12129" fmla="*/ 1685 w 6642"/>
                    <a:gd name="connsiteY128-12130" fmla="*/ 5195 h 5728"/>
                    <a:gd name="connsiteX129-12131" fmla="*/ 1730 w 6642"/>
                    <a:gd name="connsiteY129-12132" fmla="*/ 5120 h 5728"/>
                    <a:gd name="connsiteX130-12133" fmla="*/ 1727 w 6642"/>
                    <a:gd name="connsiteY130-12134" fmla="*/ 5071 h 5728"/>
                    <a:gd name="connsiteX131-12135" fmla="*/ 1530 w 6642"/>
                    <a:gd name="connsiteY131-12136" fmla="*/ 5007 h 5728"/>
                    <a:gd name="connsiteX132-12137" fmla="*/ 1459 w 6642"/>
                    <a:gd name="connsiteY132-12138" fmla="*/ 5064 h 5728"/>
                    <a:gd name="connsiteX133-12139" fmla="*/ 1353 w 6642"/>
                    <a:gd name="connsiteY133-12140" fmla="*/ 5111 h 5728"/>
                    <a:gd name="connsiteX134-12141" fmla="*/ 1290 w 6642"/>
                    <a:gd name="connsiteY134-12142" fmla="*/ 5063 h 5728"/>
                    <a:gd name="connsiteX135-12143" fmla="*/ 1052 w 6642"/>
                    <a:gd name="connsiteY135-12144" fmla="*/ 5254 h 5728"/>
                    <a:gd name="connsiteX136-12145" fmla="*/ 924 w 6642"/>
                    <a:gd name="connsiteY136-12146" fmla="*/ 5231 h 5728"/>
                    <a:gd name="connsiteX137-12147" fmla="*/ 813 w 6642"/>
                    <a:gd name="connsiteY137-12148" fmla="*/ 5097 h 5728"/>
                    <a:gd name="connsiteX138-12149" fmla="*/ 683 w 6642"/>
                    <a:gd name="connsiteY138-12150" fmla="*/ 4930 h 5728"/>
                    <a:gd name="connsiteX139-12151" fmla="*/ 572 w 6642"/>
                    <a:gd name="connsiteY139-12152" fmla="*/ 4806 h 5728"/>
                    <a:gd name="connsiteX140-12153" fmla="*/ 505 w 6642"/>
                    <a:gd name="connsiteY140-12154" fmla="*/ 4788 h 5728"/>
                    <a:gd name="connsiteX141-12155" fmla="*/ 640 w 6642"/>
                    <a:gd name="connsiteY141-12156" fmla="*/ 4631 h 5728"/>
                    <a:gd name="connsiteX142-12157" fmla="*/ 683 w 6642"/>
                    <a:gd name="connsiteY142-12158" fmla="*/ 4541 h 5728"/>
                    <a:gd name="connsiteX143-12159" fmla="*/ 651 w 6642"/>
                    <a:gd name="connsiteY143-12160" fmla="*/ 4438 h 5728"/>
                    <a:gd name="connsiteX144-12161" fmla="*/ 277 w 6642"/>
                    <a:gd name="connsiteY144-12162" fmla="*/ 4491 h 5728"/>
                    <a:gd name="connsiteX145-12163" fmla="*/ 187 w 6642"/>
                    <a:gd name="connsiteY145-12164" fmla="*/ 4518 h 5728"/>
                    <a:gd name="connsiteX146-12165" fmla="*/ 195 w 6642"/>
                    <a:gd name="connsiteY146-12166" fmla="*/ 4384 h 5728"/>
                    <a:gd name="connsiteX147-12167" fmla="*/ 147 w 6642"/>
                    <a:gd name="connsiteY147-12168" fmla="*/ 4318 h 5728"/>
                    <a:gd name="connsiteX148-12169" fmla="*/ 39 w 6642"/>
                    <a:gd name="connsiteY148-12170" fmla="*/ 4220 h 5728"/>
                    <a:gd name="connsiteX149-12171" fmla="*/ 75 w 6642"/>
                    <a:gd name="connsiteY149-12172" fmla="*/ 4093 h 5728"/>
                    <a:gd name="connsiteX150-12173" fmla="*/ 63 w 6642"/>
                    <a:gd name="connsiteY150-12174" fmla="*/ 3929 h 5728"/>
                    <a:gd name="connsiteX151-12175" fmla="*/ 0 w 6642"/>
                    <a:gd name="connsiteY151-12176" fmla="*/ 3842 h 5728"/>
                    <a:gd name="connsiteX152-12177" fmla="*/ 0 w 6642"/>
                    <a:gd name="connsiteY152-12178" fmla="*/ 3737 h 5728"/>
                    <a:gd name="connsiteX153-12179" fmla="*/ 303 w 6642"/>
                    <a:gd name="connsiteY153-12180" fmla="*/ 3824 h 5728"/>
                    <a:gd name="connsiteX154-12181" fmla="*/ 830 w 6642"/>
                    <a:gd name="connsiteY154-12182" fmla="*/ 3840 h 5728"/>
                    <a:gd name="connsiteX155-12183" fmla="*/ 1044 w 6642"/>
                    <a:gd name="connsiteY155-12184" fmla="*/ 3908 h 5728"/>
                    <a:gd name="connsiteX156-12185" fmla="*/ 1213 w 6642"/>
                    <a:gd name="connsiteY156-12186" fmla="*/ 4053 h 5728"/>
                    <a:gd name="connsiteX157-12187" fmla="*/ 1257 w 6642"/>
                    <a:gd name="connsiteY157-12188" fmla="*/ 4077 h 5728"/>
                    <a:gd name="connsiteX158-12189" fmla="*/ 1417 w 6642"/>
                    <a:gd name="connsiteY158-12190" fmla="*/ 4107 h 5728"/>
                    <a:gd name="connsiteX159-12191" fmla="*/ 1487 w 6642"/>
                    <a:gd name="connsiteY159-12192" fmla="*/ 4158 h 5728"/>
                    <a:gd name="connsiteX160-12193" fmla="*/ 1688 w 6642"/>
                    <a:gd name="connsiteY160-12194" fmla="*/ 4229 h 5728"/>
                    <a:gd name="connsiteX161-12195" fmla="*/ 1904 w 6642"/>
                    <a:gd name="connsiteY161-12196" fmla="*/ 4309 h 5728"/>
                    <a:gd name="connsiteX162-12197" fmla="*/ 2068 w 6642"/>
                    <a:gd name="connsiteY162-12198" fmla="*/ 4212 h 5728"/>
                    <a:gd name="connsiteX163-12199" fmla="*/ 2267 w 6642"/>
                    <a:gd name="connsiteY163-12200" fmla="*/ 4125 h 5728"/>
                    <a:gd name="connsiteX164-12201" fmla="*/ 2363 w 6642"/>
                    <a:gd name="connsiteY164-12202" fmla="*/ 4075 h 5728"/>
                    <a:gd name="connsiteX165-12203" fmla="*/ 2539 w 6642"/>
                    <a:gd name="connsiteY165-12204" fmla="*/ 3995 h 5728"/>
                    <a:gd name="connsiteX166-12205" fmla="*/ 2721 w 6642"/>
                    <a:gd name="connsiteY166-12206" fmla="*/ 3970 h 5728"/>
                    <a:gd name="connsiteX167-12207" fmla="*/ 3073 w 6642"/>
                    <a:gd name="connsiteY167-12208" fmla="*/ 3979 h 5728"/>
                    <a:gd name="connsiteX168-12209" fmla="*/ 3416 w 6642"/>
                    <a:gd name="connsiteY168-12210" fmla="*/ 3722 h 5728"/>
                    <a:gd name="connsiteX0-12211" fmla="*/ 5456 w 6642"/>
                    <a:gd name="connsiteY0-12212" fmla="*/ 2333 h 5728"/>
                    <a:gd name="connsiteX1-12213" fmla="*/ 5454 w 6642"/>
                    <a:gd name="connsiteY1-12214" fmla="*/ 2117 h 5728"/>
                    <a:gd name="connsiteX2-12215" fmla="*/ 5378 w 6642"/>
                    <a:gd name="connsiteY2-12216" fmla="*/ 2039 h 5728"/>
                    <a:gd name="connsiteX3-12217" fmla="*/ 5235 w 6642"/>
                    <a:gd name="connsiteY3-12218" fmla="*/ 1951 h 5728"/>
                    <a:gd name="connsiteX4-12219" fmla="*/ 5143 w 6642"/>
                    <a:gd name="connsiteY4-12220" fmla="*/ 1827 h 5728"/>
                    <a:gd name="connsiteX5-12221" fmla="*/ 5047 w 6642"/>
                    <a:gd name="connsiteY5-12222" fmla="*/ 1828 h 5728"/>
                    <a:gd name="connsiteX6-12223" fmla="*/ 5002 w 6642"/>
                    <a:gd name="connsiteY6-12224" fmla="*/ 1883 h 5728"/>
                    <a:gd name="connsiteX7-12225" fmla="*/ 4909 w 6642"/>
                    <a:gd name="connsiteY7-12226" fmla="*/ 1877 h 5728"/>
                    <a:gd name="connsiteX8-12227" fmla="*/ 4889 w 6642"/>
                    <a:gd name="connsiteY8-12228" fmla="*/ 1994 h 5728"/>
                    <a:gd name="connsiteX9-12229" fmla="*/ 4708 w 6642"/>
                    <a:gd name="connsiteY9-12230" fmla="*/ 1941 h 5728"/>
                    <a:gd name="connsiteX10-12231" fmla="*/ 4625 w 6642"/>
                    <a:gd name="connsiteY10-12232" fmla="*/ 1939 h 5728"/>
                    <a:gd name="connsiteX11-12233" fmla="*/ 4500 w 6642"/>
                    <a:gd name="connsiteY11-12234" fmla="*/ 2014 h 5728"/>
                    <a:gd name="connsiteX12-12235" fmla="*/ 4388 w 6642"/>
                    <a:gd name="connsiteY12-12236" fmla="*/ 1890 h 5728"/>
                    <a:gd name="connsiteX13-12237" fmla="*/ 4482 w 6642"/>
                    <a:gd name="connsiteY13-12238" fmla="*/ 1804 h 5728"/>
                    <a:gd name="connsiteX14-12239" fmla="*/ 4486 w 6642"/>
                    <a:gd name="connsiteY14-12240" fmla="*/ 1634 h 5728"/>
                    <a:gd name="connsiteX15-12241" fmla="*/ 4541 w 6642"/>
                    <a:gd name="connsiteY15-12242" fmla="*/ 1514 h 5728"/>
                    <a:gd name="connsiteX16-12243" fmla="*/ 4584 w 6642"/>
                    <a:gd name="connsiteY16-12244" fmla="*/ 1306 h 5728"/>
                    <a:gd name="connsiteX17-12245" fmla="*/ 4644 w 6642"/>
                    <a:gd name="connsiteY17-12246" fmla="*/ 1307 h 5728"/>
                    <a:gd name="connsiteX18-12247" fmla="*/ 4967 w 6642"/>
                    <a:gd name="connsiteY18-12248" fmla="*/ 1286 h 5728"/>
                    <a:gd name="connsiteX19-12249" fmla="*/ 5141 w 6642"/>
                    <a:gd name="connsiteY19-12250" fmla="*/ 1117 h 5728"/>
                    <a:gd name="connsiteX20-12251" fmla="*/ 5210 w 6642"/>
                    <a:gd name="connsiteY20-12252" fmla="*/ 748 h 5728"/>
                    <a:gd name="connsiteX21-12253" fmla="*/ 5320 w 6642"/>
                    <a:gd name="connsiteY21-12254" fmla="*/ 486 h 5728"/>
                    <a:gd name="connsiteX22-12255" fmla="*/ 5318 w 6642"/>
                    <a:gd name="connsiteY22-12256" fmla="*/ 358 h 5728"/>
                    <a:gd name="connsiteX23-12257" fmla="*/ 5305 w 6642"/>
                    <a:gd name="connsiteY23-12258" fmla="*/ 328 h 5728"/>
                    <a:gd name="connsiteX24-12259" fmla="*/ 5238 w 6642"/>
                    <a:gd name="connsiteY24-12260" fmla="*/ 251 h 5728"/>
                    <a:gd name="connsiteX25-12261" fmla="*/ 5178 w 6642"/>
                    <a:gd name="connsiteY25-12262" fmla="*/ 217 h 5728"/>
                    <a:gd name="connsiteX26-12263" fmla="*/ 5303 w 6642"/>
                    <a:gd name="connsiteY26-12264" fmla="*/ 56 h 5728"/>
                    <a:gd name="connsiteX27-12265" fmla="*/ 5476 w 6642"/>
                    <a:gd name="connsiteY27-12266" fmla="*/ 2 h 5728"/>
                    <a:gd name="connsiteX28-12267" fmla="*/ 5508 w 6642"/>
                    <a:gd name="connsiteY28-12268" fmla="*/ 49 h 5728"/>
                    <a:gd name="connsiteX29-12269" fmla="*/ 5498 w 6642"/>
                    <a:gd name="connsiteY29-12270" fmla="*/ 133 h 5728"/>
                    <a:gd name="connsiteX30-12271" fmla="*/ 5437 w 6642"/>
                    <a:gd name="connsiteY30-12272" fmla="*/ 243 h 5728"/>
                    <a:gd name="connsiteX31-12273" fmla="*/ 5507 w 6642"/>
                    <a:gd name="connsiteY31-12274" fmla="*/ 301 h 5728"/>
                    <a:gd name="connsiteX32-12275" fmla="*/ 5621 w 6642"/>
                    <a:gd name="connsiteY32-12276" fmla="*/ 366 h 5728"/>
                    <a:gd name="connsiteX33-12277" fmla="*/ 5641 w 6642"/>
                    <a:gd name="connsiteY33-12278" fmla="*/ 255 h 5728"/>
                    <a:gd name="connsiteX34-12279" fmla="*/ 5775 w 6642"/>
                    <a:gd name="connsiteY34-12280" fmla="*/ 291 h 5728"/>
                    <a:gd name="connsiteX35-12281" fmla="*/ 5800 w 6642"/>
                    <a:gd name="connsiteY35-12282" fmla="*/ 331 h 5728"/>
                    <a:gd name="connsiteX36-12283" fmla="*/ 5876 w 6642"/>
                    <a:gd name="connsiteY36-12284" fmla="*/ 562 h 5728"/>
                    <a:gd name="connsiteX37-12285" fmla="*/ 5911 w 6642"/>
                    <a:gd name="connsiteY37-12286" fmla="*/ 586 h 5728"/>
                    <a:gd name="connsiteX38-12287" fmla="*/ 6003 w 6642"/>
                    <a:gd name="connsiteY38-12288" fmla="*/ 578 h 5728"/>
                    <a:gd name="connsiteX39-12289" fmla="*/ 6263 w 6642"/>
                    <a:gd name="connsiteY39-12290" fmla="*/ 490 h 5728"/>
                    <a:gd name="connsiteX40-12291" fmla="*/ 6483 w 6642"/>
                    <a:gd name="connsiteY40-12292" fmla="*/ 479 h 5728"/>
                    <a:gd name="connsiteX41-12293" fmla="*/ 6543 w 6642"/>
                    <a:gd name="connsiteY41-12294" fmla="*/ 648 h 5728"/>
                    <a:gd name="connsiteX42-12295" fmla="*/ 6461 w 6642"/>
                    <a:gd name="connsiteY42-12296" fmla="*/ 944 h 5728"/>
                    <a:gd name="connsiteX43-12297" fmla="*/ 6461 w 6642"/>
                    <a:gd name="connsiteY43-12298" fmla="*/ 1022 h 5728"/>
                    <a:gd name="connsiteX44-12299" fmla="*/ 6530 w 6642"/>
                    <a:gd name="connsiteY44-12300" fmla="*/ 1168 h 5728"/>
                    <a:gd name="connsiteX45-12301" fmla="*/ 6545 w 6642"/>
                    <a:gd name="connsiteY45-12302" fmla="*/ 1427 h 5728"/>
                    <a:gd name="connsiteX46-12303" fmla="*/ 6547 w 6642"/>
                    <a:gd name="connsiteY46-12304" fmla="*/ 1617 h 5728"/>
                    <a:gd name="connsiteX47-12305" fmla="*/ 6480 w 6642"/>
                    <a:gd name="connsiteY47-12306" fmla="*/ 1625 h 5728"/>
                    <a:gd name="connsiteX48-12307" fmla="*/ 6458 w 6642"/>
                    <a:gd name="connsiteY48-12308" fmla="*/ 1507 h 5728"/>
                    <a:gd name="connsiteX49-12309" fmla="*/ 6423 w 6642"/>
                    <a:gd name="connsiteY49-12310" fmla="*/ 1450 h 5728"/>
                    <a:gd name="connsiteX50-12311" fmla="*/ 6333 w 6642"/>
                    <a:gd name="connsiteY50-12312" fmla="*/ 1582 h 5728"/>
                    <a:gd name="connsiteX51-12313" fmla="*/ 6220 w 6642"/>
                    <a:gd name="connsiteY51-12314" fmla="*/ 1776 h 5728"/>
                    <a:gd name="connsiteX52-12315" fmla="*/ 6101 w 6642"/>
                    <a:gd name="connsiteY52-12316" fmla="*/ 1904 h 5728"/>
                    <a:gd name="connsiteX53-12317" fmla="*/ 6094 w 6642"/>
                    <a:gd name="connsiteY53-12318" fmla="*/ 2018 h 5728"/>
                    <a:gd name="connsiteX54-12319" fmla="*/ 6154 w 6642"/>
                    <a:gd name="connsiteY54-12320" fmla="*/ 2115 h 5728"/>
                    <a:gd name="connsiteX55-12321" fmla="*/ 6256 w 6642"/>
                    <a:gd name="connsiteY55-12322" fmla="*/ 2183 h 5728"/>
                    <a:gd name="connsiteX56-12323" fmla="*/ 6333 w 6642"/>
                    <a:gd name="connsiteY56-12324" fmla="*/ 2178 h 5728"/>
                    <a:gd name="connsiteX57-12325" fmla="*/ 6378 w 6642"/>
                    <a:gd name="connsiteY57-12326" fmla="*/ 2104 h 5728"/>
                    <a:gd name="connsiteX58-12327" fmla="*/ 6412 w 6642"/>
                    <a:gd name="connsiteY58-12328" fmla="*/ 2210 h 5728"/>
                    <a:gd name="connsiteX59-12329" fmla="*/ 6300 w 6642"/>
                    <a:gd name="connsiteY59-12330" fmla="*/ 2249 h 5728"/>
                    <a:gd name="connsiteX60-12331" fmla="*/ 6347 w 6642"/>
                    <a:gd name="connsiteY60-12332" fmla="*/ 2362 h 5728"/>
                    <a:gd name="connsiteX61-12333" fmla="*/ 6212 w 6642"/>
                    <a:gd name="connsiteY61-12334" fmla="*/ 2509 h 5728"/>
                    <a:gd name="connsiteX62-12335" fmla="*/ 6171 w 6642"/>
                    <a:gd name="connsiteY62-12336" fmla="*/ 2498 h 5728"/>
                    <a:gd name="connsiteX63-12337" fmla="*/ 6047 w 6642"/>
                    <a:gd name="connsiteY63-12338" fmla="*/ 2413 h 5728"/>
                    <a:gd name="connsiteX64-12339" fmla="*/ 5992 w 6642"/>
                    <a:gd name="connsiteY64-12340" fmla="*/ 2412 h 5728"/>
                    <a:gd name="connsiteX65-12341" fmla="*/ 5957 w 6642"/>
                    <a:gd name="connsiteY65-12342" fmla="*/ 2480 h 5728"/>
                    <a:gd name="connsiteX66-12343" fmla="*/ 5960 w 6642"/>
                    <a:gd name="connsiteY66-12344" fmla="*/ 2562 h 5728"/>
                    <a:gd name="connsiteX67-12345" fmla="*/ 6138 w 6642"/>
                    <a:gd name="connsiteY67-12346" fmla="*/ 2730 h 5728"/>
                    <a:gd name="connsiteX68-12347" fmla="*/ 6137 w 6642"/>
                    <a:gd name="connsiteY68-12348" fmla="*/ 2844 h 5728"/>
                    <a:gd name="connsiteX69-12349" fmla="*/ 6228 w 6642"/>
                    <a:gd name="connsiteY69-12350" fmla="*/ 3060 h 5728"/>
                    <a:gd name="connsiteX70-12351" fmla="*/ 6254 w 6642"/>
                    <a:gd name="connsiteY70-12352" fmla="*/ 3090 h 5728"/>
                    <a:gd name="connsiteX71-12353" fmla="*/ 6298 w 6642"/>
                    <a:gd name="connsiteY71-12354" fmla="*/ 3094 h 5728"/>
                    <a:gd name="connsiteX72-12355" fmla="*/ 6344 w 6642"/>
                    <a:gd name="connsiteY72-12356" fmla="*/ 3010 h 5728"/>
                    <a:gd name="connsiteX73-12357" fmla="*/ 6424 w 6642"/>
                    <a:gd name="connsiteY73-12358" fmla="*/ 2950 h 5728"/>
                    <a:gd name="connsiteX74-12359" fmla="*/ 6519 w 6642"/>
                    <a:gd name="connsiteY74-12360" fmla="*/ 3126 h 5728"/>
                    <a:gd name="connsiteX75-12361" fmla="*/ 6629 w 6642"/>
                    <a:gd name="connsiteY75-12362" fmla="*/ 3312 h 5728"/>
                    <a:gd name="connsiteX76-12363" fmla="*/ 6642 w 6642"/>
                    <a:gd name="connsiteY76-12364" fmla="*/ 3342 h 5728"/>
                    <a:gd name="connsiteX77-12365" fmla="*/ 6631 w 6642"/>
                    <a:gd name="connsiteY77-12366" fmla="*/ 3518 h 5728"/>
                    <a:gd name="connsiteX78-12367" fmla="*/ 6596 w 6642"/>
                    <a:gd name="connsiteY78-12368" fmla="*/ 3554 h 5728"/>
                    <a:gd name="connsiteX79-12369" fmla="*/ 6507 w 6642"/>
                    <a:gd name="connsiteY79-12370" fmla="*/ 3515 h 5728"/>
                    <a:gd name="connsiteX80-12371" fmla="*/ 6273 w 6642"/>
                    <a:gd name="connsiteY80-12372" fmla="*/ 3644 h 5728"/>
                    <a:gd name="connsiteX81-12373" fmla="*/ 6247 w 6642"/>
                    <a:gd name="connsiteY81-12374" fmla="*/ 3666 h 5728"/>
                    <a:gd name="connsiteX82-12375" fmla="*/ 6067 w 6642"/>
                    <a:gd name="connsiteY82-12376" fmla="*/ 3812 h 5728"/>
                    <a:gd name="connsiteX83-12377" fmla="*/ 5926 w 6642"/>
                    <a:gd name="connsiteY83-12378" fmla="*/ 3926 h 5728"/>
                    <a:gd name="connsiteX84-12379" fmla="*/ 5891 w 6642"/>
                    <a:gd name="connsiteY84-12380" fmla="*/ 3965 h 5728"/>
                    <a:gd name="connsiteX85-12381" fmla="*/ 5839 w 6642"/>
                    <a:gd name="connsiteY85-12382" fmla="*/ 3973 h 5728"/>
                    <a:gd name="connsiteX86-12383" fmla="*/ 5782 w 6642"/>
                    <a:gd name="connsiteY86-12384" fmla="*/ 3916 h 5728"/>
                    <a:gd name="connsiteX87-12385" fmla="*/ 5658 w 6642"/>
                    <a:gd name="connsiteY87-12386" fmla="*/ 3808 h 5728"/>
                    <a:gd name="connsiteX88-12387" fmla="*/ 5682 w 6642"/>
                    <a:gd name="connsiteY88-12388" fmla="*/ 4064 h 5728"/>
                    <a:gd name="connsiteX89-12389" fmla="*/ 5691 w 6642"/>
                    <a:gd name="connsiteY89-12390" fmla="*/ 4192 h 5728"/>
                    <a:gd name="connsiteX90-12391" fmla="*/ 5429 w 6642"/>
                    <a:gd name="connsiteY90-12392" fmla="*/ 4166 h 5728"/>
                    <a:gd name="connsiteX91-12393" fmla="*/ 5347 w 6642"/>
                    <a:gd name="connsiteY91-12394" fmla="*/ 3987 h 5728"/>
                    <a:gd name="connsiteX92-12395" fmla="*/ 5265 w 6642"/>
                    <a:gd name="connsiteY92-12396" fmla="*/ 3802 h 5728"/>
                    <a:gd name="connsiteX93-12397" fmla="*/ 4290 w 6642"/>
                    <a:gd name="connsiteY93-12398" fmla="*/ 4504 h 5728"/>
                    <a:gd name="connsiteX94-12399" fmla="*/ 4293 w 6642"/>
                    <a:gd name="connsiteY94-12400" fmla="*/ 4556 h 5728"/>
                    <a:gd name="connsiteX95-12401" fmla="*/ 4257 w 6642"/>
                    <a:gd name="connsiteY95-12402" fmla="*/ 4614 h 5728"/>
                    <a:gd name="connsiteX96-12403" fmla="*/ 3992 w 6642"/>
                    <a:gd name="connsiteY96-12404" fmla="*/ 4680 h 5728"/>
                    <a:gd name="connsiteX97-12405" fmla="*/ 3857 w 6642"/>
                    <a:gd name="connsiteY97-12406" fmla="*/ 4739 h 5728"/>
                    <a:gd name="connsiteX98-12407" fmla="*/ 3815 w 6642"/>
                    <a:gd name="connsiteY98-12408" fmla="*/ 4777 h 5728"/>
                    <a:gd name="connsiteX99-12409" fmla="*/ 3616 w 6642"/>
                    <a:gd name="connsiteY99-12410" fmla="*/ 5021 h 5728"/>
                    <a:gd name="connsiteX100-12411" fmla="*/ 3543 w 6642"/>
                    <a:gd name="connsiteY100-12412" fmla="*/ 4970 h 5728"/>
                    <a:gd name="connsiteX101-12413" fmla="*/ 3460 w 6642"/>
                    <a:gd name="connsiteY101-12414" fmla="*/ 4971 h 5728"/>
                    <a:gd name="connsiteX102-12415" fmla="*/ 3424 w 6642"/>
                    <a:gd name="connsiteY102-12416" fmla="*/ 5045 h 5728"/>
                    <a:gd name="connsiteX103-12417" fmla="*/ 3313 w 6642"/>
                    <a:gd name="connsiteY103-12418" fmla="*/ 5000 h 5728"/>
                    <a:gd name="connsiteX104-12419" fmla="*/ 3235 w 6642"/>
                    <a:gd name="connsiteY104-12420" fmla="*/ 5109 h 5728"/>
                    <a:gd name="connsiteX105-12421" fmla="*/ 3013 w 6642"/>
                    <a:gd name="connsiteY105-12422" fmla="*/ 5349 h 5728"/>
                    <a:gd name="connsiteX106-12423" fmla="*/ 2993 w 6642"/>
                    <a:gd name="connsiteY106-12424" fmla="*/ 5516 h 5728"/>
                    <a:gd name="connsiteX107-12425" fmla="*/ 2976 w 6642"/>
                    <a:gd name="connsiteY107-12426" fmla="*/ 5659 h 5728"/>
                    <a:gd name="connsiteX108-12427" fmla="*/ 2960 w 6642"/>
                    <a:gd name="connsiteY108-12428" fmla="*/ 5669 h 5728"/>
                    <a:gd name="connsiteX109-12429" fmla="*/ 2638 w 6642"/>
                    <a:gd name="connsiteY109-12430" fmla="*/ 5621 h 5728"/>
                    <a:gd name="connsiteX110-12431" fmla="*/ 2536 w 6642"/>
                    <a:gd name="connsiteY110-12432" fmla="*/ 5566 h 5728"/>
                    <a:gd name="connsiteX111-12433" fmla="*/ 2482 w 6642"/>
                    <a:gd name="connsiteY111-12434" fmla="*/ 5503 h 5728"/>
                    <a:gd name="connsiteX112-12435" fmla="*/ 2377 w 6642"/>
                    <a:gd name="connsiteY112-12436" fmla="*/ 5477 h 5728"/>
                    <a:gd name="connsiteX113-12437" fmla="*/ 2377 w 6642"/>
                    <a:gd name="connsiteY113-12438" fmla="*/ 5379 h 5728"/>
                    <a:gd name="connsiteX114-12439" fmla="*/ 2481 w 6642"/>
                    <a:gd name="connsiteY114-12440" fmla="*/ 5149 h 5728"/>
                    <a:gd name="connsiteX115-12441" fmla="*/ 2341 w 6642"/>
                    <a:gd name="connsiteY115-12442" fmla="*/ 5070 h 5728"/>
                    <a:gd name="connsiteX116-12443" fmla="*/ 2299 w 6642"/>
                    <a:gd name="connsiteY116-12444" fmla="*/ 5095 h 5728"/>
                    <a:gd name="connsiteX117-12445" fmla="*/ 2209 w 6642"/>
                    <a:gd name="connsiteY117-12446" fmla="*/ 5214 h 5728"/>
                    <a:gd name="connsiteX118-12447" fmla="*/ 2177 w 6642"/>
                    <a:gd name="connsiteY118-12448" fmla="*/ 5276 h 5728"/>
                    <a:gd name="connsiteX119-12449" fmla="*/ 2115 w 6642"/>
                    <a:gd name="connsiteY119-12450" fmla="*/ 5386 h 5728"/>
                    <a:gd name="connsiteX120-12451" fmla="*/ 2121 w 6642"/>
                    <a:gd name="connsiteY120-12452" fmla="*/ 5510 h 5728"/>
                    <a:gd name="connsiteX121-12453" fmla="*/ 2082 w 6642"/>
                    <a:gd name="connsiteY121-12454" fmla="*/ 5558 h 5728"/>
                    <a:gd name="connsiteX122-12455" fmla="*/ 1951 w 6642"/>
                    <a:gd name="connsiteY122-12456" fmla="*/ 5617 h 5728"/>
                    <a:gd name="connsiteX123-12457" fmla="*/ 1785 w 6642"/>
                    <a:gd name="connsiteY123-12458" fmla="*/ 5649 h 5728"/>
                    <a:gd name="connsiteX124-12459" fmla="*/ 1682 w 6642"/>
                    <a:gd name="connsiteY124-12460" fmla="*/ 5728 h 5728"/>
                    <a:gd name="connsiteX125-12461" fmla="*/ 1568 w 6642"/>
                    <a:gd name="connsiteY125-12462" fmla="*/ 5611 h 5728"/>
                    <a:gd name="connsiteX126-12463" fmla="*/ 1508 w 6642"/>
                    <a:gd name="connsiteY126-12464" fmla="*/ 5485 h 5728"/>
                    <a:gd name="connsiteX127-12465" fmla="*/ 1630 w 6642"/>
                    <a:gd name="connsiteY127-12466" fmla="*/ 5242 h 5728"/>
                    <a:gd name="connsiteX128-12467" fmla="*/ 1685 w 6642"/>
                    <a:gd name="connsiteY128-12468" fmla="*/ 5195 h 5728"/>
                    <a:gd name="connsiteX129-12469" fmla="*/ 1730 w 6642"/>
                    <a:gd name="connsiteY129-12470" fmla="*/ 5120 h 5728"/>
                    <a:gd name="connsiteX130-12471" fmla="*/ 1727 w 6642"/>
                    <a:gd name="connsiteY130-12472" fmla="*/ 5071 h 5728"/>
                    <a:gd name="connsiteX131-12473" fmla="*/ 1530 w 6642"/>
                    <a:gd name="connsiteY131-12474" fmla="*/ 5007 h 5728"/>
                    <a:gd name="connsiteX132-12475" fmla="*/ 1459 w 6642"/>
                    <a:gd name="connsiteY132-12476" fmla="*/ 5064 h 5728"/>
                    <a:gd name="connsiteX133-12477" fmla="*/ 1353 w 6642"/>
                    <a:gd name="connsiteY133-12478" fmla="*/ 5111 h 5728"/>
                    <a:gd name="connsiteX134-12479" fmla="*/ 1290 w 6642"/>
                    <a:gd name="connsiteY134-12480" fmla="*/ 5063 h 5728"/>
                    <a:gd name="connsiteX135-12481" fmla="*/ 1052 w 6642"/>
                    <a:gd name="connsiteY135-12482" fmla="*/ 5254 h 5728"/>
                    <a:gd name="connsiteX136-12483" fmla="*/ 924 w 6642"/>
                    <a:gd name="connsiteY136-12484" fmla="*/ 5231 h 5728"/>
                    <a:gd name="connsiteX137-12485" fmla="*/ 813 w 6642"/>
                    <a:gd name="connsiteY137-12486" fmla="*/ 5097 h 5728"/>
                    <a:gd name="connsiteX138-12487" fmla="*/ 683 w 6642"/>
                    <a:gd name="connsiteY138-12488" fmla="*/ 4930 h 5728"/>
                    <a:gd name="connsiteX139-12489" fmla="*/ 572 w 6642"/>
                    <a:gd name="connsiteY139-12490" fmla="*/ 4806 h 5728"/>
                    <a:gd name="connsiteX140-12491" fmla="*/ 505 w 6642"/>
                    <a:gd name="connsiteY140-12492" fmla="*/ 4788 h 5728"/>
                    <a:gd name="connsiteX141-12493" fmla="*/ 640 w 6642"/>
                    <a:gd name="connsiteY141-12494" fmla="*/ 4631 h 5728"/>
                    <a:gd name="connsiteX142-12495" fmla="*/ 683 w 6642"/>
                    <a:gd name="connsiteY142-12496" fmla="*/ 4541 h 5728"/>
                    <a:gd name="connsiteX143-12497" fmla="*/ 651 w 6642"/>
                    <a:gd name="connsiteY143-12498" fmla="*/ 4438 h 5728"/>
                    <a:gd name="connsiteX144-12499" fmla="*/ 277 w 6642"/>
                    <a:gd name="connsiteY144-12500" fmla="*/ 4491 h 5728"/>
                    <a:gd name="connsiteX145-12501" fmla="*/ 187 w 6642"/>
                    <a:gd name="connsiteY145-12502" fmla="*/ 4518 h 5728"/>
                    <a:gd name="connsiteX146-12503" fmla="*/ 195 w 6642"/>
                    <a:gd name="connsiteY146-12504" fmla="*/ 4384 h 5728"/>
                    <a:gd name="connsiteX147-12505" fmla="*/ 147 w 6642"/>
                    <a:gd name="connsiteY147-12506" fmla="*/ 4318 h 5728"/>
                    <a:gd name="connsiteX148-12507" fmla="*/ 39 w 6642"/>
                    <a:gd name="connsiteY148-12508" fmla="*/ 4220 h 5728"/>
                    <a:gd name="connsiteX149-12509" fmla="*/ 75 w 6642"/>
                    <a:gd name="connsiteY149-12510" fmla="*/ 4093 h 5728"/>
                    <a:gd name="connsiteX150-12511" fmla="*/ 63 w 6642"/>
                    <a:gd name="connsiteY150-12512" fmla="*/ 3929 h 5728"/>
                    <a:gd name="connsiteX151-12513" fmla="*/ 0 w 6642"/>
                    <a:gd name="connsiteY151-12514" fmla="*/ 3842 h 5728"/>
                    <a:gd name="connsiteX152-12515" fmla="*/ 0 w 6642"/>
                    <a:gd name="connsiteY152-12516" fmla="*/ 3737 h 5728"/>
                    <a:gd name="connsiteX153-12517" fmla="*/ 303 w 6642"/>
                    <a:gd name="connsiteY153-12518" fmla="*/ 3824 h 5728"/>
                    <a:gd name="connsiteX154-12519" fmla="*/ 830 w 6642"/>
                    <a:gd name="connsiteY154-12520" fmla="*/ 3840 h 5728"/>
                    <a:gd name="connsiteX155-12521" fmla="*/ 1044 w 6642"/>
                    <a:gd name="connsiteY155-12522" fmla="*/ 3908 h 5728"/>
                    <a:gd name="connsiteX156-12523" fmla="*/ 1213 w 6642"/>
                    <a:gd name="connsiteY156-12524" fmla="*/ 4053 h 5728"/>
                    <a:gd name="connsiteX157-12525" fmla="*/ 1257 w 6642"/>
                    <a:gd name="connsiteY157-12526" fmla="*/ 4077 h 5728"/>
                    <a:gd name="connsiteX158-12527" fmla="*/ 1417 w 6642"/>
                    <a:gd name="connsiteY158-12528" fmla="*/ 4107 h 5728"/>
                    <a:gd name="connsiteX159-12529" fmla="*/ 1487 w 6642"/>
                    <a:gd name="connsiteY159-12530" fmla="*/ 4158 h 5728"/>
                    <a:gd name="connsiteX160-12531" fmla="*/ 1688 w 6642"/>
                    <a:gd name="connsiteY160-12532" fmla="*/ 4229 h 5728"/>
                    <a:gd name="connsiteX161-12533" fmla="*/ 1904 w 6642"/>
                    <a:gd name="connsiteY161-12534" fmla="*/ 4309 h 5728"/>
                    <a:gd name="connsiteX162-12535" fmla="*/ 2068 w 6642"/>
                    <a:gd name="connsiteY162-12536" fmla="*/ 4212 h 5728"/>
                    <a:gd name="connsiteX163-12537" fmla="*/ 2267 w 6642"/>
                    <a:gd name="connsiteY163-12538" fmla="*/ 4125 h 5728"/>
                    <a:gd name="connsiteX164-12539" fmla="*/ 2363 w 6642"/>
                    <a:gd name="connsiteY164-12540" fmla="*/ 4075 h 5728"/>
                    <a:gd name="connsiteX165-12541" fmla="*/ 2539 w 6642"/>
                    <a:gd name="connsiteY165-12542" fmla="*/ 3995 h 5728"/>
                    <a:gd name="connsiteX166-12543" fmla="*/ 2721 w 6642"/>
                    <a:gd name="connsiteY166-12544" fmla="*/ 3970 h 5728"/>
                    <a:gd name="connsiteX167-12545" fmla="*/ 3073 w 6642"/>
                    <a:gd name="connsiteY167-12546" fmla="*/ 3979 h 5728"/>
                    <a:gd name="connsiteX0-12547" fmla="*/ 5456 w 6642"/>
                    <a:gd name="connsiteY0-12548" fmla="*/ 2333 h 5728"/>
                    <a:gd name="connsiteX1-12549" fmla="*/ 5454 w 6642"/>
                    <a:gd name="connsiteY1-12550" fmla="*/ 2117 h 5728"/>
                    <a:gd name="connsiteX2-12551" fmla="*/ 5378 w 6642"/>
                    <a:gd name="connsiteY2-12552" fmla="*/ 2039 h 5728"/>
                    <a:gd name="connsiteX3-12553" fmla="*/ 5235 w 6642"/>
                    <a:gd name="connsiteY3-12554" fmla="*/ 1951 h 5728"/>
                    <a:gd name="connsiteX4-12555" fmla="*/ 5143 w 6642"/>
                    <a:gd name="connsiteY4-12556" fmla="*/ 1827 h 5728"/>
                    <a:gd name="connsiteX5-12557" fmla="*/ 5047 w 6642"/>
                    <a:gd name="connsiteY5-12558" fmla="*/ 1828 h 5728"/>
                    <a:gd name="connsiteX6-12559" fmla="*/ 5002 w 6642"/>
                    <a:gd name="connsiteY6-12560" fmla="*/ 1883 h 5728"/>
                    <a:gd name="connsiteX7-12561" fmla="*/ 4909 w 6642"/>
                    <a:gd name="connsiteY7-12562" fmla="*/ 1877 h 5728"/>
                    <a:gd name="connsiteX8-12563" fmla="*/ 4889 w 6642"/>
                    <a:gd name="connsiteY8-12564" fmla="*/ 1994 h 5728"/>
                    <a:gd name="connsiteX9-12565" fmla="*/ 4708 w 6642"/>
                    <a:gd name="connsiteY9-12566" fmla="*/ 1941 h 5728"/>
                    <a:gd name="connsiteX10-12567" fmla="*/ 4625 w 6642"/>
                    <a:gd name="connsiteY10-12568" fmla="*/ 1939 h 5728"/>
                    <a:gd name="connsiteX11-12569" fmla="*/ 4500 w 6642"/>
                    <a:gd name="connsiteY11-12570" fmla="*/ 2014 h 5728"/>
                    <a:gd name="connsiteX12-12571" fmla="*/ 4388 w 6642"/>
                    <a:gd name="connsiteY12-12572" fmla="*/ 1890 h 5728"/>
                    <a:gd name="connsiteX13-12573" fmla="*/ 4482 w 6642"/>
                    <a:gd name="connsiteY13-12574" fmla="*/ 1804 h 5728"/>
                    <a:gd name="connsiteX14-12575" fmla="*/ 4486 w 6642"/>
                    <a:gd name="connsiteY14-12576" fmla="*/ 1634 h 5728"/>
                    <a:gd name="connsiteX15-12577" fmla="*/ 4541 w 6642"/>
                    <a:gd name="connsiteY15-12578" fmla="*/ 1514 h 5728"/>
                    <a:gd name="connsiteX16-12579" fmla="*/ 4584 w 6642"/>
                    <a:gd name="connsiteY16-12580" fmla="*/ 1306 h 5728"/>
                    <a:gd name="connsiteX17-12581" fmla="*/ 4644 w 6642"/>
                    <a:gd name="connsiteY17-12582" fmla="*/ 1307 h 5728"/>
                    <a:gd name="connsiteX18-12583" fmla="*/ 4967 w 6642"/>
                    <a:gd name="connsiteY18-12584" fmla="*/ 1286 h 5728"/>
                    <a:gd name="connsiteX19-12585" fmla="*/ 5141 w 6642"/>
                    <a:gd name="connsiteY19-12586" fmla="*/ 1117 h 5728"/>
                    <a:gd name="connsiteX20-12587" fmla="*/ 5210 w 6642"/>
                    <a:gd name="connsiteY20-12588" fmla="*/ 748 h 5728"/>
                    <a:gd name="connsiteX21-12589" fmla="*/ 5320 w 6642"/>
                    <a:gd name="connsiteY21-12590" fmla="*/ 486 h 5728"/>
                    <a:gd name="connsiteX22-12591" fmla="*/ 5318 w 6642"/>
                    <a:gd name="connsiteY22-12592" fmla="*/ 358 h 5728"/>
                    <a:gd name="connsiteX23-12593" fmla="*/ 5305 w 6642"/>
                    <a:gd name="connsiteY23-12594" fmla="*/ 328 h 5728"/>
                    <a:gd name="connsiteX24-12595" fmla="*/ 5238 w 6642"/>
                    <a:gd name="connsiteY24-12596" fmla="*/ 251 h 5728"/>
                    <a:gd name="connsiteX25-12597" fmla="*/ 5178 w 6642"/>
                    <a:gd name="connsiteY25-12598" fmla="*/ 217 h 5728"/>
                    <a:gd name="connsiteX26-12599" fmla="*/ 5303 w 6642"/>
                    <a:gd name="connsiteY26-12600" fmla="*/ 56 h 5728"/>
                    <a:gd name="connsiteX27-12601" fmla="*/ 5476 w 6642"/>
                    <a:gd name="connsiteY27-12602" fmla="*/ 2 h 5728"/>
                    <a:gd name="connsiteX28-12603" fmla="*/ 5508 w 6642"/>
                    <a:gd name="connsiteY28-12604" fmla="*/ 49 h 5728"/>
                    <a:gd name="connsiteX29-12605" fmla="*/ 5498 w 6642"/>
                    <a:gd name="connsiteY29-12606" fmla="*/ 133 h 5728"/>
                    <a:gd name="connsiteX30-12607" fmla="*/ 5437 w 6642"/>
                    <a:gd name="connsiteY30-12608" fmla="*/ 243 h 5728"/>
                    <a:gd name="connsiteX31-12609" fmla="*/ 5507 w 6642"/>
                    <a:gd name="connsiteY31-12610" fmla="*/ 301 h 5728"/>
                    <a:gd name="connsiteX32-12611" fmla="*/ 5621 w 6642"/>
                    <a:gd name="connsiteY32-12612" fmla="*/ 366 h 5728"/>
                    <a:gd name="connsiteX33-12613" fmla="*/ 5641 w 6642"/>
                    <a:gd name="connsiteY33-12614" fmla="*/ 255 h 5728"/>
                    <a:gd name="connsiteX34-12615" fmla="*/ 5775 w 6642"/>
                    <a:gd name="connsiteY34-12616" fmla="*/ 291 h 5728"/>
                    <a:gd name="connsiteX35-12617" fmla="*/ 5800 w 6642"/>
                    <a:gd name="connsiteY35-12618" fmla="*/ 331 h 5728"/>
                    <a:gd name="connsiteX36-12619" fmla="*/ 5876 w 6642"/>
                    <a:gd name="connsiteY36-12620" fmla="*/ 562 h 5728"/>
                    <a:gd name="connsiteX37-12621" fmla="*/ 5911 w 6642"/>
                    <a:gd name="connsiteY37-12622" fmla="*/ 586 h 5728"/>
                    <a:gd name="connsiteX38-12623" fmla="*/ 6003 w 6642"/>
                    <a:gd name="connsiteY38-12624" fmla="*/ 578 h 5728"/>
                    <a:gd name="connsiteX39-12625" fmla="*/ 6263 w 6642"/>
                    <a:gd name="connsiteY39-12626" fmla="*/ 490 h 5728"/>
                    <a:gd name="connsiteX40-12627" fmla="*/ 6483 w 6642"/>
                    <a:gd name="connsiteY40-12628" fmla="*/ 479 h 5728"/>
                    <a:gd name="connsiteX41-12629" fmla="*/ 6543 w 6642"/>
                    <a:gd name="connsiteY41-12630" fmla="*/ 648 h 5728"/>
                    <a:gd name="connsiteX42-12631" fmla="*/ 6461 w 6642"/>
                    <a:gd name="connsiteY42-12632" fmla="*/ 944 h 5728"/>
                    <a:gd name="connsiteX43-12633" fmla="*/ 6461 w 6642"/>
                    <a:gd name="connsiteY43-12634" fmla="*/ 1022 h 5728"/>
                    <a:gd name="connsiteX44-12635" fmla="*/ 6530 w 6642"/>
                    <a:gd name="connsiteY44-12636" fmla="*/ 1168 h 5728"/>
                    <a:gd name="connsiteX45-12637" fmla="*/ 6545 w 6642"/>
                    <a:gd name="connsiteY45-12638" fmla="*/ 1427 h 5728"/>
                    <a:gd name="connsiteX46-12639" fmla="*/ 6547 w 6642"/>
                    <a:gd name="connsiteY46-12640" fmla="*/ 1617 h 5728"/>
                    <a:gd name="connsiteX47-12641" fmla="*/ 6480 w 6642"/>
                    <a:gd name="connsiteY47-12642" fmla="*/ 1625 h 5728"/>
                    <a:gd name="connsiteX48-12643" fmla="*/ 6458 w 6642"/>
                    <a:gd name="connsiteY48-12644" fmla="*/ 1507 h 5728"/>
                    <a:gd name="connsiteX49-12645" fmla="*/ 6423 w 6642"/>
                    <a:gd name="connsiteY49-12646" fmla="*/ 1450 h 5728"/>
                    <a:gd name="connsiteX50-12647" fmla="*/ 6333 w 6642"/>
                    <a:gd name="connsiteY50-12648" fmla="*/ 1582 h 5728"/>
                    <a:gd name="connsiteX51-12649" fmla="*/ 6220 w 6642"/>
                    <a:gd name="connsiteY51-12650" fmla="*/ 1776 h 5728"/>
                    <a:gd name="connsiteX52-12651" fmla="*/ 6101 w 6642"/>
                    <a:gd name="connsiteY52-12652" fmla="*/ 1904 h 5728"/>
                    <a:gd name="connsiteX53-12653" fmla="*/ 6094 w 6642"/>
                    <a:gd name="connsiteY53-12654" fmla="*/ 2018 h 5728"/>
                    <a:gd name="connsiteX54-12655" fmla="*/ 6154 w 6642"/>
                    <a:gd name="connsiteY54-12656" fmla="*/ 2115 h 5728"/>
                    <a:gd name="connsiteX55-12657" fmla="*/ 6256 w 6642"/>
                    <a:gd name="connsiteY55-12658" fmla="*/ 2183 h 5728"/>
                    <a:gd name="connsiteX56-12659" fmla="*/ 6333 w 6642"/>
                    <a:gd name="connsiteY56-12660" fmla="*/ 2178 h 5728"/>
                    <a:gd name="connsiteX57-12661" fmla="*/ 6378 w 6642"/>
                    <a:gd name="connsiteY57-12662" fmla="*/ 2104 h 5728"/>
                    <a:gd name="connsiteX58-12663" fmla="*/ 6412 w 6642"/>
                    <a:gd name="connsiteY58-12664" fmla="*/ 2210 h 5728"/>
                    <a:gd name="connsiteX59-12665" fmla="*/ 6300 w 6642"/>
                    <a:gd name="connsiteY59-12666" fmla="*/ 2249 h 5728"/>
                    <a:gd name="connsiteX60-12667" fmla="*/ 6347 w 6642"/>
                    <a:gd name="connsiteY60-12668" fmla="*/ 2362 h 5728"/>
                    <a:gd name="connsiteX61-12669" fmla="*/ 6212 w 6642"/>
                    <a:gd name="connsiteY61-12670" fmla="*/ 2509 h 5728"/>
                    <a:gd name="connsiteX62-12671" fmla="*/ 6171 w 6642"/>
                    <a:gd name="connsiteY62-12672" fmla="*/ 2498 h 5728"/>
                    <a:gd name="connsiteX63-12673" fmla="*/ 6047 w 6642"/>
                    <a:gd name="connsiteY63-12674" fmla="*/ 2413 h 5728"/>
                    <a:gd name="connsiteX64-12675" fmla="*/ 5992 w 6642"/>
                    <a:gd name="connsiteY64-12676" fmla="*/ 2412 h 5728"/>
                    <a:gd name="connsiteX65-12677" fmla="*/ 5957 w 6642"/>
                    <a:gd name="connsiteY65-12678" fmla="*/ 2480 h 5728"/>
                    <a:gd name="connsiteX66-12679" fmla="*/ 5960 w 6642"/>
                    <a:gd name="connsiteY66-12680" fmla="*/ 2562 h 5728"/>
                    <a:gd name="connsiteX67-12681" fmla="*/ 6138 w 6642"/>
                    <a:gd name="connsiteY67-12682" fmla="*/ 2730 h 5728"/>
                    <a:gd name="connsiteX68-12683" fmla="*/ 6137 w 6642"/>
                    <a:gd name="connsiteY68-12684" fmla="*/ 2844 h 5728"/>
                    <a:gd name="connsiteX69-12685" fmla="*/ 6228 w 6642"/>
                    <a:gd name="connsiteY69-12686" fmla="*/ 3060 h 5728"/>
                    <a:gd name="connsiteX70-12687" fmla="*/ 6254 w 6642"/>
                    <a:gd name="connsiteY70-12688" fmla="*/ 3090 h 5728"/>
                    <a:gd name="connsiteX71-12689" fmla="*/ 6298 w 6642"/>
                    <a:gd name="connsiteY71-12690" fmla="*/ 3094 h 5728"/>
                    <a:gd name="connsiteX72-12691" fmla="*/ 6344 w 6642"/>
                    <a:gd name="connsiteY72-12692" fmla="*/ 3010 h 5728"/>
                    <a:gd name="connsiteX73-12693" fmla="*/ 6424 w 6642"/>
                    <a:gd name="connsiteY73-12694" fmla="*/ 2950 h 5728"/>
                    <a:gd name="connsiteX74-12695" fmla="*/ 6519 w 6642"/>
                    <a:gd name="connsiteY74-12696" fmla="*/ 3126 h 5728"/>
                    <a:gd name="connsiteX75-12697" fmla="*/ 6629 w 6642"/>
                    <a:gd name="connsiteY75-12698" fmla="*/ 3312 h 5728"/>
                    <a:gd name="connsiteX76-12699" fmla="*/ 6642 w 6642"/>
                    <a:gd name="connsiteY76-12700" fmla="*/ 3342 h 5728"/>
                    <a:gd name="connsiteX77-12701" fmla="*/ 6631 w 6642"/>
                    <a:gd name="connsiteY77-12702" fmla="*/ 3518 h 5728"/>
                    <a:gd name="connsiteX78-12703" fmla="*/ 6596 w 6642"/>
                    <a:gd name="connsiteY78-12704" fmla="*/ 3554 h 5728"/>
                    <a:gd name="connsiteX79-12705" fmla="*/ 6507 w 6642"/>
                    <a:gd name="connsiteY79-12706" fmla="*/ 3515 h 5728"/>
                    <a:gd name="connsiteX80-12707" fmla="*/ 6273 w 6642"/>
                    <a:gd name="connsiteY80-12708" fmla="*/ 3644 h 5728"/>
                    <a:gd name="connsiteX81-12709" fmla="*/ 6247 w 6642"/>
                    <a:gd name="connsiteY81-12710" fmla="*/ 3666 h 5728"/>
                    <a:gd name="connsiteX82-12711" fmla="*/ 6067 w 6642"/>
                    <a:gd name="connsiteY82-12712" fmla="*/ 3812 h 5728"/>
                    <a:gd name="connsiteX83-12713" fmla="*/ 5926 w 6642"/>
                    <a:gd name="connsiteY83-12714" fmla="*/ 3926 h 5728"/>
                    <a:gd name="connsiteX84-12715" fmla="*/ 5891 w 6642"/>
                    <a:gd name="connsiteY84-12716" fmla="*/ 3965 h 5728"/>
                    <a:gd name="connsiteX85-12717" fmla="*/ 5839 w 6642"/>
                    <a:gd name="connsiteY85-12718" fmla="*/ 3973 h 5728"/>
                    <a:gd name="connsiteX86-12719" fmla="*/ 5782 w 6642"/>
                    <a:gd name="connsiteY86-12720" fmla="*/ 3916 h 5728"/>
                    <a:gd name="connsiteX87-12721" fmla="*/ 5658 w 6642"/>
                    <a:gd name="connsiteY87-12722" fmla="*/ 3808 h 5728"/>
                    <a:gd name="connsiteX88-12723" fmla="*/ 5682 w 6642"/>
                    <a:gd name="connsiteY88-12724" fmla="*/ 4064 h 5728"/>
                    <a:gd name="connsiteX89-12725" fmla="*/ 5691 w 6642"/>
                    <a:gd name="connsiteY89-12726" fmla="*/ 4192 h 5728"/>
                    <a:gd name="connsiteX90-12727" fmla="*/ 5429 w 6642"/>
                    <a:gd name="connsiteY90-12728" fmla="*/ 4166 h 5728"/>
                    <a:gd name="connsiteX91-12729" fmla="*/ 5347 w 6642"/>
                    <a:gd name="connsiteY91-12730" fmla="*/ 3987 h 5728"/>
                    <a:gd name="connsiteX92-12731" fmla="*/ 5265 w 6642"/>
                    <a:gd name="connsiteY92-12732" fmla="*/ 3802 h 5728"/>
                    <a:gd name="connsiteX93-12733" fmla="*/ 4290 w 6642"/>
                    <a:gd name="connsiteY93-12734" fmla="*/ 4504 h 5728"/>
                    <a:gd name="connsiteX94-12735" fmla="*/ 4293 w 6642"/>
                    <a:gd name="connsiteY94-12736" fmla="*/ 4556 h 5728"/>
                    <a:gd name="connsiteX95-12737" fmla="*/ 4257 w 6642"/>
                    <a:gd name="connsiteY95-12738" fmla="*/ 4614 h 5728"/>
                    <a:gd name="connsiteX96-12739" fmla="*/ 3992 w 6642"/>
                    <a:gd name="connsiteY96-12740" fmla="*/ 4680 h 5728"/>
                    <a:gd name="connsiteX97-12741" fmla="*/ 3857 w 6642"/>
                    <a:gd name="connsiteY97-12742" fmla="*/ 4739 h 5728"/>
                    <a:gd name="connsiteX98-12743" fmla="*/ 3815 w 6642"/>
                    <a:gd name="connsiteY98-12744" fmla="*/ 4777 h 5728"/>
                    <a:gd name="connsiteX99-12745" fmla="*/ 3616 w 6642"/>
                    <a:gd name="connsiteY99-12746" fmla="*/ 5021 h 5728"/>
                    <a:gd name="connsiteX100-12747" fmla="*/ 3543 w 6642"/>
                    <a:gd name="connsiteY100-12748" fmla="*/ 4970 h 5728"/>
                    <a:gd name="connsiteX101-12749" fmla="*/ 3460 w 6642"/>
                    <a:gd name="connsiteY101-12750" fmla="*/ 4971 h 5728"/>
                    <a:gd name="connsiteX102-12751" fmla="*/ 3424 w 6642"/>
                    <a:gd name="connsiteY102-12752" fmla="*/ 5045 h 5728"/>
                    <a:gd name="connsiteX103-12753" fmla="*/ 3313 w 6642"/>
                    <a:gd name="connsiteY103-12754" fmla="*/ 5000 h 5728"/>
                    <a:gd name="connsiteX104-12755" fmla="*/ 3235 w 6642"/>
                    <a:gd name="connsiteY104-12756" fmla="*/ 5109 h 5728"/>
                    <a:gd name="connsiteX105-12757" fmla="*/ 3013 w 6642"/>
                    <a:gd name="connsiteY105-12758" fmla="*/ 5349 h 5728"/>
                    <a:gd name="connsiteX106-12759" fmla="*/ 2993 w 6642"/>
                    <a:gd name="connsiteY106-12760" fmla="*/ 5516 h 5728"/>
                    <a:gd name="connsiteX107-12761" fmla="*/ 2976 w 6642"/>
                    <a:gd name="connsiteY107-12762" fmla="*/ 5659 h 5728"/>
                    <a:gd name="connsiteX108-12763" fmla="*/ 2960 w 6642"/>
                    <a:gd name="connsiteY108-12764" fmla="*/ 5669 h 5728"/>
                    <a:gd name="connsiteX109-12765" fmla="*/ 2638 w 6642"/>
                    <a:gd name="connsiteY109-12766" fmla="*/ 5621 h 5728"/>
                    <a:gd name="connsiteX110-12767" fmla="*/ 2536 w 6642"/>
                    <a:gd name="connsiteY110-12768" fmla="*/ 5566 h 5728"/>
                    <a:gd name="connsiteX111-12769" fmla="*/ 2482 w 6642"/>
                    <a:gd name="connsiteY111-12770" fmla="*/ 5503 h 5728"/>
                    <a:gd name="connsiteX112-12771" fmla="*/ 2377 w 6642"/>
                    <a:gd name="connsiteY112-12772" fmla="*/ 5477 h 5728"/>
                    <a:gd name="connsiteX113-12773" fmla="*/ 2377 w 6642"/>
                    <a:gd name="connsiteY113-12774" fmla="*/ 5379 h 5728"/>
                    <a:gd name="connsiteX114-12775" fmla="*/ 2481 w 6642"/>
                    <a:gd name="connsiteY114-12776" fmla="*/ 5149 h 5728"/>
                    <a:gd name="connsiteX115-12777" fmla="*/ 2341 w 6642"/>
                    <a:gd name="connsiteY115-12778" fmla="*/ 5070 h 5728"/>
                    <a:gd name="connsiteX116-12779" fmla="*/ 2299 w 6642"/>
                    <a:gd name="connsiteY116-12780" fmla="*/ 5095 h 5728"/>
                    <a:gd name="connsiteX117-12781" fmla="*/ 2209 w 6642"/>
                    <a:gd name="connsiteY117-12782" fmla="*/ 5214 h 5728"/>
                    <a:gd name="connsiteX118-12783" fmla="*/ 2177 w 6642"/>
                    <a:gd name="connsiteY118-12784" fmla="*/ 5276 h 5728"/>
                    <a:gd name="connsiteX119-12785" fmla="*/ 2115 w 6642"/>
                    <a:gd name="connsiteY119-12786" fmla="*/ 5386 h 5728"/>
                    <a:gd name="connsiteX120-12787" fmla="*/ 2121 w 6642"/>
                    <a:gd name="connsiteY120-12788" fmla="*/ 5510 h 5728"/>
                    <a:gd name="connsiteX121-12789" fmla="*/ 2082 w 6642"/>
                    <a:gd name="connsiteY121-12790" fmla="*/ 5558 h 5728"/>
                    <a:gd name="connsiteX122-12791" fmla="*/ 1951 w 6642"/>
                    <a:gd name="connsiteY122-12792" fmla="*/ 5617 h 5728"/>
                    <a:gd name="connsiteX123-12793" fmla="*/ 1785 w 6642"/>
                    <a:gd name="connsiteY123-12794" fmla="*/ 5649 h 5728"/>
                    <a:gd name="connsiteX124-12795" fmla="*/ 1682 w 6642"/>
                    <a:gd name="connsiteY124-12796" fmla="*/ 5728 h 5728"/>
                    <a:gd name="connsiteX125-12797" fmla="*/ 1568 w 6642"/>
                    <a:gd name="connsiteY125-12798" fmla="*/ 5611 h 5728"/>
                    <a:gd name="connsiteX126-12799" fmla="*/ 1508 w 6642"/>
                    <a:gd name="connsiteY126-12800" fmla="*/ 5485 h 5728"/>
                    <a:gd name="connsiteX127-12801" fmla="*/ 1630 w 6642"/>
                    <a:gd name="connsiteY127-12802" fmla="*/ 5242 h 5728"/>
                    <a:gd name="connsiteX128-12803" fmla="*/ 1685 w 6642"/>
                    <a:gd name="connsiteY128-12804" fmla="*/ 5195 h 5728"/>
                    <a:gd name="connsiteX129-12805" fmla="*/ 1730 w 6642"/>
                    <a:gd name="connsiteY129-12806" fmla="*/ 5120 h 5728"/>
                    <a:gd name="connsiteX130-12807" fmla="*/ 1727 w 6642"/>
                    <a:gd name="connsiteY130-12808" fmla="*/ 5071 h 5728"/>
                    <a:gd name="connsiteX131-12809" fmla="*/ 1530 w 6642"/>
                    <a:gd name="connsiteY131-12810" fmla="*/ 5007 h 5728"/>
                    <a:gd name="connsiteX132-12811" fmla="*/ 1459 w 6642"/>
                    <a:gd name="connsiteY132-12812" fmla="*/ 5064 h 5728"/>
                    <a:gd name="connsiteX133-12813" fmla="*/ 1353 w 6642"/>
                    <a:gd name="connsiteY133-12814" fmla="*/ 5111 h 5728"/>
                    <a:gd name="connsiteX134-12815" fmla="*/ 1290 w 6642"/>
                    <a:gd name="connsiteY134-12816" fmla="*/ 5063 h 5728"/>
                    <a:gd name="connsiteX135-12817" fmla="*/ 1052 w 6642"/>
                    <a:gd name="connsiteY135-12818" fmla="*/ 5254 h 5728"/>
                    <a:gd name="connsiteX136-12819" fmla="*/ 924 w 6642"/>
                    <a:gd name="connsiteY136-12820" fmla="*/ 5231 h 5728"/>
                    <a:gd name="connsiteX137-12821" fmla="*/ 813 w 6642"/>
                    <a:gd name="connsiteY137-12822" fmla="*/ 5097 h 5728"/>
                    <a:gd name="connsiteX138-12823" fmla="*/ 683 w 6642"/>
                    <a:gd name="connsiteY138-12824" fmla="*/ 4930 h 5728"/>
                    <a:gd name="connsiteX139-12825" fmla="*/ 572 w 6642"/>
                    <a:gd name="connsiteY139-12826" fmla="*/ 4806 h 5728"/>
                    <a:gd name="connsiteX140-12827" fmla="*/ 505 w 6642"/>
                    <a:gd name="connsiteY140-12828" fmla="*/ 4788 h 5728"/>
                    <a:gd name="connsiteX141-12829" fmla="*/ 640 w 6642"/>
                    <a:gd name="connsiteY141-12830" fmla="*/ 4631 h 5728"/>
                    <a:gd name="connsiteX142-12831" fmla="*/ 683 w 6642"/>
                    <a:gd name="connsiteY142-12832" fmla="*/ 4541 h 5728"/>
                    <a:gd name="connsiteX143-12833" fmla="*/ 651 w 6642"/>
                    <a:gd name="connsiteY143-12834" fmla="*/ 4438 h 5728"/>
                    <a:gd name="connsiteX144-12835" fmla="*/ 277 w 6642"/>
                    <a:gd name="connsiteY144-12836" fmla="*/ 4491 h 5728"/>
                    <a:gd name="connsiteX145-12837" fmla="*/ 187 w 6642"/>
                    <a:gd name="connsiteY145-12838" fmla="*/ 4518 h 5728"/>
                    <a:gd name="connsiteX146-12839" fmla="*/ 195 w 6642"/>
                    <a:gd name="connsiteY146-12840" fmla="*/ 4384 h 5728"/>
                    <a:gd name="connsiteX147-12841" fmla="*/ 147 w 6642"/>
                    <a:gd name="connsiteY147-12842" fmla="*/ 4318 h 5728"/>
                    <a:gd name="connsiteX148-12843" fmla="*/ 39 w 6642"/>
                    <a:gd name="connsiteY148-12844" fmla="*/ 4220 h 5728"/>
                    <a:gd name="connsiteX149-12845" fmla="*/ 75 w 6642"/>
                    <a:gd name="connsiteY149-12846" fmla="*/ 4093 h 5728"/>
                    <a:gd name="connsiteX150-12847" fmla="*/ 63 w 6642"/>
                    <a:gd name="connsiteY150-12848" fmla="*/ 3929 h 5728"/>
                    <a:gd name="connsiteX151-12849" fmla="*/ 0 w 6642"/>
                    <a:gd name="connsiteY151-12850" fmla="*/ 3842 h 5728"/>
                    <a:gd name="connsiteX152-12851" fmla="*/ 0 w 6642"/>
                    <a:gd name="connsiteY152-12852" fmla="*/ 3737 h 5728"/>
                    <a:gd name="connsiteX153-12853" fmla="*/ 303 w 6642"/>
                    <a:gd name="connsiteY153-12854" fmla="*/ 3824 h 5728"/>
                    <a:gd name="connsiteX154-12855" fmla="*/ 830 w 6642"/>
                    <a:gd name="connsiteY154-12856" fmla="*/ 3840 h 5728"/>
                    <a:gd name="connsiteX155-12857" fmla="*/ 1044 w 6642"/>
                    <a:gd name="connsiteY155-12858" fmla="*/ 3908 h 5728"/>
                    <a:gd name="connsiteX156-12859" fmla="*/ 1213 w 6642"/>
                    <a:gd name="connsiteY156-12860" fmla="*/ 4053 h 5728"/>
                    <a:gd name="connsiteX157-12861" fmla="*/ 1257 w 6642"/>
                    <a:gd name="connsiteY157-12862" fmla="*/ 4077 h 5728"/>
                    <a:gd name="connsiteX158-12863" fmla="*/ 1417 w 6642"/>
                    <a:gd name="connsiteY158-12864" fmla="*/ 4107 h 5728"/>
                    <a:gd name="connsiteX159-12865" fmla="*/ 1487 w 6642"/>
                    <a:gd name="connsiteY159-12866" fmla="*/ 4158 h 5728"/>
                    <a:gd name="connsiteX160-12867" fmla="*/ 1688 w 6642"/>
                    <a:gd name="connsiteY160-12868" fmla="*/ 4229 h 5728"/>
                    <a:gd name="connsiteX161-12869" fmla="*/ 1904 w 6642"/>
                    <a:gd name="connsiteY161-12870" fmla="*/ 4309 h 5728"/>
                    <a:gd name="connsiteX162-12871" fmla="*/ 2068 w 6642"/>
                    <a:gd name="connsiteY162-12872" fmla="*/ 4212 h 5728"/>
                    <a:gd name="connsiteX163-12873" fmla="*/ 2267 w 6642"/>
                    <a:gd name="connsiteY163-12874" fmla="*/ 4125 h 5728"/>
                    <a:gd name="connsiteX164-12875" fmla="*/ 2363 w 6642"/>
                    <a:gd name="connsiteY164-12876" fmla="*/ 4075 h 5728"/>
                    <a:gd name="connsiteX165-12877" fmla="*/ 2539 w 6642"/>
                    <a:gd name="connsiteY165-12878" fmla="*/ 3995 h 5728"/>
                    <a:gd name="connsiteX166-12879" fmla="*/ 2721 w 6642"/>
                    <a:gd name="connsiteY166-12880" fmla="*/ 3970 h 5728"/>
                    <a:gd name="connsiteX0-12881" fmla="*/ 5456 w 6642"/>
                    <a:gd name="connsiteY0-12882" fmla="*/ 2333 h 5728"/>
                    <a:gd name="connsiteX1-12883" fmla="*/ 5454 w 6642"/>
                    <a:gd name="connsiteY1-12884" fmla="*/ 2117 h 5728"/>
                    <a:gd name="connsiteX2-12885" fmla="*/ 5378 w 6642"/>
                    <a:gd name="connsiteY2-12886" fmla="*/ 2039 h 5728"/>
                    <a:gd name="connsiteX3-12887" fmla="*/ 5235 w 6642"/>
                    <a:gd name="connsiteY3-12888" fmla="*/ 1951 h 5728"/>
                    <a:gd name="connsiteX4-12889" fmla="*/ 5143 w 6642"/>
                    <a:gd name="connsiteY4-12890" fmla="*/ 1827 h 5728"/>
                    <a:gd name="connsiteX5-12891" fmla="*/ 5047 w 6642"/>
                    <a:gd name="connsiteY5-12892" fmla="*/ 1828 h 5728"/>
                    <a:gd name="connsiteX6-12893" fmla="*/ 5002 w 6642"/>
                    <a:gd name="connsiteY6-12894" fmla="*/ 1883 h 5728"/>
                    <a:gd name="connsiteX7-12895" fmla="*/ 4909 w 6642"/>
                    <a:gd name="connsiteY7-12896" fmla="*/ 1877 h 5728"/>
                    <a:gd name="connsiteX8-12897" fmla="*/ 4889 w 6642"/>
                    <a:gd name="connsiteY8-12898" fmla="*/ 1994 h 5728"/>
                    <a:gd name="connsiteX9-12899" fmla="*/ 4708 w 6642"/>
                    <a:gd name="connsiteY9-12900" fmla="*/ 1941 h 5728"/>
                    <a:gd name="connsiteX10-12901" fmla="*/ 4625 w 6642"/>
                    <a:gd name="connsiteY10-12902" fmla="*/ 1939 h 5728"/>
                    <a:gd name="connsiteX11-12903" fmla="*/ 4500 w 6642"/>
                    <a:gd name="connsiteY11-12904" fmla="*/ 2014 h 5728"/>
                    <a:gd name="connsiteX12-12905" fmla="*/ 4388 w 6642"/>
                    <a:gd name="connsiteY12-12906" fmla="*/ 1890 h 5728"/>
                    <a:gd name="connsiteX13-12907" fmla="*/ 4482 w 6642"/>
                    <a:gd name="connsiteY13-12908" fmla="*/ 1804 h 5728"/>
                    <a:gd name="connsiteX14-12909" fmla="*/ 4486 w 6642"/>
                    <a:gd name="connsiteY14-12910" fmla="*/ 1634 h 5728"/>
                    <a:gd name="connsiteX15-12911" fmla="*/ 4541 w 6642"/>
                    <a:gd name="connsiteY15-12912" fmla="*/ 1514 h 5728"/>
                    <a:gd name="connsiteX16-12913" fmla="*/ 4584 w 6642"/>
                    <a:gd name="connsiteY16-12914" fmla="*/ 1306 h 5728"/>
                    <a:gd name="connsiteX17-12915" fmla="*/ 4644 w 6642"/>
                    <a:gd name="connsiteY17-12916" fmla="*/ 1307 h 5728"/>
                    <a:gd name="connsiteX18-12917" fmla="*/ 4967 w 6642"/>
                    <a:gd name="connsiteY18-12918" fmla="*/ 1286 h 5728"/>
                    <a:gd name="connsiteX19-12919" fmla="*/ 5141 w 6642"/>
                    <a:gd name="connsiteY19-12920" fmla="*/ 1117 h 5728"/>
                    <a:gd name="connsiteX20-12921" fmla="*/ 5210 w 6642"/>
                    <a:gd name="connsiteY20-12922" fmla="*/ 748 h 5728"/>
                    <a:gd name="connsiteX21-12923" fmla="*/ 5320 w 6642"/>
                    <a:gd name="connsiteY21-12924" fmla="*/ 486 h 5728"/>
                    <a:gd name="connsiteX22-12925" fmla="*/ 5318 w 6642"/>
                    <a:gd name="connsiteY22-12926" fmla="*/ 358 h 5728"/>
                    <a:gd name="connsiteX23-12927" fmla="*/ 5305 w 6642"/>
                    <a:gd name="connsiteY23-12928" fmla="*/ 328 h 5728"/>
                    <a:gd name="connsiteX24-12929" fmla="*/ 5238 w 6642"/>
                    <a:gd name="connsiteY24-12930" fmla="*/ 251 h 5728"/>
                    <a:gd name="connsiteX25-12931" fmla="*/ 5178 w 6642"/>
                    <a:gd name="connsiteY25-12932" fmla="*/ 217 h 5728"/>
                    <a:gd name="connsiteX26-12933" fmla="*/ 5303 w 6642"/>
                    <a:gd name="connsiteY26-12934" fmla="*/ 56 h 5728"/>
                    <a:gd name="connsiteX27-12935" fmla="*/ 5476 w 6642"/>
                    <a:gd name="connsiteY27-12936" fmla="*/ 2 h 5728"/>
                    <a:gd name="connsiteX28-12937" fmla="*/ 5508 w 6642"/>
                    <a:gd name="connsiteY28-12938" fmla="*/ 49 h 5728"/>
                    <a:gd name="connsiteX29-12939" fmla="*/ 5498 w 6642"/>
                    <a:gd name="connsiteY29-12940" fmla="*/ 133 h 5728"/>
                    <a:gd name="connsiteX30-12941" fmla="*/ 5437 w 6642"/>
                    <a:gd name="connsiteY30-12942" fmla="*/ 243 h 5728"/>
                    <a:gd name="connsiteX31-12943" fmla="*/ 5507 w 6642"/>
                    <a:gd name="connsiteY31-12944" fmla="*/ 301 h 5728"/>
                    <a:gd name="connsiteX32-12945" fmla="*/ 5621 w 6642"/>
                    <a:gd name="connsiteY32-12946" fmla="*/ 366 h 5728"/>
                    <a:gd name="connsiteX33-12947" fmla="*/ 5641 w 6642"/>
                    <a:gd name="connsiteY33-12948" fmla="*/ 255 h 5728"/>
                    <a:gd name="connsiteX34-12949" fmla="*/ 5775 w 6642"/>
                    <a:gd name="connsiteY34-12950" fmla="*/ 291 h 5728"/>
                    <a:gd name="connsiteX35-12951" fmla="*/ 5800 w 6642"/>
                    <a:gd name="connsiteY35-12952" fmla="*/ 331 h 5728"/>
                    <a:gd name="connsiteX36-12953" fmla="*/ 5876 w 6642"/>
                    <a:gd name="connsiteY36-12954" fmla="*/ 562 h 5728"/>
                    <a:gd name="connsiteX37-12955" fmla="*/ 5911 w 6642"/>
                    <a:gd name="connsiteY37-12956" fmla="*/ 586 h 5728"/>
                    <a:gd name="connsiteX38-12957" fmla="*/ 6003 w 6642"/>
                    <a:gd name="connsiteY38-12958" fmla="*/ 578 h 5728"/>
                    <a:gd name="connsiteX39-12959" fmla="*/ 6263 w 6642"/>
                    <a:gd name="connsiteY39-12960" fmla="*/ 490 h 5728"/>
                    <a:gd name="connsiteX40-12961" fmla="*/ 6483 w 6642"/>
                    <a:gd name="connsiteY40-12962" fmla="*/ 479 h 5728"/>
                    <a:gd name="connsiteX41-12963" fmla="*/ 6543 w 6642"/>
                    <a:gd name="connsiteY41-12964" fmla="*/ 648 h 5728"/>
                    <a:gd name="connsiteX42-12965" fmla="*/ 6461 w 6642"/>
                    <a:gd name="connsiteY42-12966" fmla="*/ 944 h 5728"/>
                    <a:gd name="connsiteX43-12967" fmla="*/ 6461 w 6642"/>
                    <a:gd name="connsiteY43-12968" fmla="*/ 1022 h 5728"/>
                    <a:gd name="connsiteX44-12969" fmla="*/ 6530 w 6642"/>
                    <a:gd name="connsiteY44-12970" fmla="*/ 1168 h 5728"/>
                    <a:gd name="connsiteX45-12971" fmla="*/ 6545 w 6642"/>
                    <a:gd name="connsiteY45-12972" fmla="*/ 1427 h 5728"/>
                    <a:gd name="connsiteX46-12973" fmla="*/ 6547 w 6642"/>
                    <a:gd name="connsiteY46-12974" fmla="*/ 1617 h 5728"/>
                    <a:gd name="connsiteX47-12975" fmla="*/ 6480 w 6642"/>
                    <a:gd name="connsiteY47-12976" fmla="*/ 1625 h 5728"/>
                    <a:gd name="connsiteX48-12977" fmla="*/ 6458 w 6642"/>
                    <a:gd name="connsiteY48-12978" fmla="*/ 1507 h 5728"/>
                    <a:gd name="connsiteX49-12979" fmla="*/ 6423 w 6642"/>
                    <a:gd name="connsiteY49-12980" fmla="*/ 1450 h 5728"/>
                    <a:gd name="connsiteX50-12981" fmla="*/ 6333 w 6642"/>
                    <a:gd name="connsiteY50-12982" fmla="*/ 1582 h 5728"/>
                    <a:gd name="connsiteX51-12983" fmla="*/ 6220 w 6642"/>
                    <a:gd name="connsiteY51-12984" fmla="*/ 1776 h 5728"/>
                    <a:gd name="connsiteX52-12985" fmla="*/ 6101 w 6642"/>
                    <a:gd name="connsiteY52-12986" fmla="*/ 1904 h 5728"/>
                    <a:gd name="connsiteX53-12987" fmla="*/ 6094 w 6642"/>
                    <a:gd name="connsiteY53-12988" fmla="*/ 2018 h 5728"/>
                    <a:gd name="connsiteX54-12989" fmla="*/ 6154 w 6642"/>
                    <a:gd name="connsiteY54-12990" fmla="*/ 2115 h 5728"/>
                    <a:gd name="connsiteX55-12991" fmla="*/ 6256 w 6642"/>
                    <a:gd name="connsiteY55-12992" fmla="*/ 2183 h 5728"/>
                    <a:gd name="connsiteX56-12993" fmla="*/ 6333 w 6642"/>
                    <a:gd name="connsiteY56-12994" fmla="*/ 2178 h 5728"/>
                    <a:gd name="connsiteX57-12995" fmla="*/ 6378 w 6642"/>
                    <a:gd name="connsiteY57-12996" fmla="*/ 2104 h 5728"/>
                    <a:gd name="connsiteX58-12997" fmla="*/ 6412 w 6642"/>
                    <a:gd name="connsiteY58-12998" fmla="*/ 2210 h 5728"/>
                    <a:gd name="connsiteX59-12999" fmla="*/ 6300 w 6642"/>
                    <a:gd name="connsiteY59-13000" fmla="*/ 2249 h 5728"/>
                    <a:gd name="connsiteX60-13001" fmla="*/ 6347 w 6642"/>
                    <a:gd name="connsiteY60-13002" fmla="*/ 2362 h 5728"/>
                    <a:gd name="connsiteX61-13003" fmla="*/ 6212 w 6642"/>
                    <a:gd name="connsiteY61-13004" fmla="*/ 2509 h 5728"/>
                    <a:gd name="connsiteX62-13005" fmla="*/ 6171 w 6642"/>
                    <a:gd name="connsiteY62-13006" fmla="*/ 2498 h 5728"/>
                    <a:gd name="connsiteX63-13007" fmla="*/ 6047 w 6642"/>
                    <a:gd name="connsiteY63-13008" fmla="*/ 2413 h 5728"/>
                    <a:gd name="connsiteX64-13009" fmla="*/ 5992 w 6642"/>
                    <a:gd name="connsiteY64-13010" fmla="*/ 2412 h 5728"/>
                    <a:gd name="connsiteX65-13011" fmla="*/ 5957 w 6642"/>
                    <a:gd name="connsiteY65-13012" fmla="*/ 2480 h 5728"/>
                    <a:gd name="connsiteX66-13013" fmla="*/ 5960 w 6642"/>
                    <a:gd name="connsiteY66-13014" fmla="*/ 2562 h 5728"/>
                    <a:gd name="connsiteX67-13015" fmla="*/ 6138 w 6642"/>
                    <a:gd name="connsiteY67-13016" fmla="*/ 2730 h 5728"/>
                    <a:gd name="connsiteX68-13017" fmla="*/ 6137 w 6642"/>
                    <a:gd name="connsiteY68-13018" fmla="*/ 2844 h 5728"/>
                    <a:gd name="connsiteX69-13019" fmla="*/ 6228 w 6642"/>
                    <a:gd name="connsiteY69-13020" fmla="*/ 3060 h 5728"/>
                    <a:gd name="connsiteX70-13021" fmla="*/ 6254 w 6642"/>
                    <a:gd name="connsiteY70-13022" fmla="*/ 3090 h 5728"/>
                    <a:gd name="connsiteX71-13023" fmla="*/ 6298 w 6642"/>
                    <a:gd name="connsiteY71-13024" fmla="*/ 3094 h 5728"/>
                    <a:gd name="connsiteX72-13025" fmla="*/ 6344 w 6642"/>
                    <a:gd name="connsiteY72-13026" fmla="*/ 3010 h 5728"/>
                    <a:gd name="connsiteX73-13027" fmla="*/ 6424 w 6642"/>
                    <a:gd name="connsiteY73-13028" fmla="*/ 2950 h 5728"/>
                    <a:gd name="connsiteX74-13029" fmla="*/ 6519 w 6642"/>
                    <a:gd name="connsiteY74-13030" fmla="*/ 3126 h 5728"/>
                    <a:gd name="connsiteX75-13031" fmla="*/ 6629 w 6642"/>
                    <a:gd name="connsiteY75-13032" fmla="*/ 3312 h 5728"/>
                    <a:gd name="connsiteX76-13033" fmla="*/ 6642 w 6642"/>
                    <a:gd name="connsiteY76-13034" fmla="*/ 3342 h 5728"/>
                    <a:gd name="connsiteX77-13035" fmla="*/ 6631 w 6642"/>
                    <a:gd name="connsiteY77-13036" fmla="*/ 3518 h 5728"/>
                    <a:gd name="connsiteX78-13037" fmla="*/ 6596 w 6642"/>
                    <a:gd name="connsiteY78-13038" fmla="*/ 3554 h 5728"/>
                    <a:gd name="connsiteX79-13039" fmla="*/ 6507 w 6642"/>
                    <a:gd name="connsiteY79-13040" fmla="*/ 3515 h 5728"/>
                    <a:gd name="connsiteX80-13041" fmla="*/ 6273 w 6642"/>
                    <a:gd name="connsiteY80-13042" fmla="*/ 3644 h 5728"/>
                    <a:gd name="connsiteX81-13043" fmla="*/ 6247 w 6642"/>
                    <a:gd name="connsiteY81-13044" fmla="*/ 3666 h 5728"/>
                    <a:gd name="connsiteX82-13045" fmla="*/ 6067 w 6642"/>
                    <a:gd name="connsiteY82-13046" fmla="*/ 3812 h 5728"/>
                    <a:gd name="connsiteX83-13047" fmla="*/ 5926 w 6642"/>
                    <a:gd name="connsiteY83-13048" fmla="*/ 3926 h 5728"/>
                    <a:gd name="connsiteX84-13049" fmla="*/ 5891 w 6642"/>
                    <a:gd name="connsiteY84-13050" fmla="*/ 3965 h 5728"/>
                    <a:gd name="connsiteX85-13051" fmla="*/ 5839 w 6642"/>
                    <a:gd name="connsiteY85-13052" fmla="*/ 3973 h 5728"/>
                    <a:gd name="connsiteX86-13053" fmla="*/ 5782 w 6642"/>
                    <a:gd name="connsiteY86-13054" fmla="*/ 3916 h 5728"/>
                    <a:gd name="connsiteX87-13055" fmla="*/ 5658 w 6642"/>
                    <a:gd name="connsiteY87-13056" fmla="*/ 3808 h 5728"/>
                    <a:gd name="connsiteX88-13057" fmla="*/ 5682 w 6642"/>
                    <a:gd name="connsiteY88-13058" fmla="*/ 4064 h 5728"/>
                    <a:gd name="connsiteX89-13059" fmla="*/ 5691 w 6642"/>
                    <a:gd name="connsiteY89-13060" fmla="*/ 4192 h 5728"/>
                    <a:gd name="connsiteX90-13061" fmla="*/ 5429 w 6642"/>
                    <a:gd name="connsiteY90-13062" fmla="*/ 4166 h 5728"/>
                    <a:gd name="connsiteX91-13063" fmla="*/ 5347 w 6642"/>
                    <a:gd name="connsiteY91-13064" fmla="*/ 3987 h 5728"/>
                    <a:gd name="connsiteX92-13065" fmla="*/ 5265 w 6642"/>
                    <a:gd name="connsiteY92-13066" fmla="*/ 3802 h 5728"/>
                    <a:gd name="connsiteX93-13067" fmla="*/ 4290 w 6642"/>
                    <a:gd name="connsiteY93-13068" fmla="*/ 4504 h 5728"/>
                    <a:gd name="connsiteX94-13069" fmla="*/ 4293 w 6642"/>
                    <a:gd name="connsiteY94-13070" fmla="*/ 4556 h 5728"/>
                    <a:gd name="connsiteX95-13071" fmla="*/ 4257 w 6642"/>
                    <a:gd name="connsiteY95-13072" fmla="*/ 4614 h 5728"/>
                    <a:gd name="connsiteX96-13073" fmla="*/ 3992 w 6642"/>
                    <a:gd name="connsiteY96-13074" fmla="*/ 4680 h 5728"/>
                    <a:gd name="connsiteX97-13075" fmla="*/ 3857 w 6642"/>
                    <a:gd name="connsiteY97-13076" fmla="*/ 4739 h 5728"/>
                    <a:gd name="connsiteX98-13077" fmla="*/ 3815 w 6642"/>
                    <a:gd name="connsiteY98-13078" fmla="*/ 4777 h 5728"/>
                    <a:gd name="connsiteX99-13079" fmla="*/ 3616 w 6642"/>
                    <a:gd name="connsiteY99-13080" fmla="*/ 5021 h 5728"/>
                    <a:gd name="connsiteX100-13081" fmla="*/ 3543 w 6642"/>
                    <a:gd name="connsiteY100-13082" fmla="*/ 4970 h 5728"/>
                    <a:gd name="connsiteX101-13083" fmla="*/ 3460 w 6642"/>
                    <a:gd name="connsiteY101-13084" fmla="*/ 4971 h 5728"/>
                    <a:gd name="connsiteX102-13085" fmla="*/ 3424 w 6642"/>
                    <a:gd name="connsiteY102-13086" fmla="*/ 5045 h 5728"/>
                    <a:gd name="connsiteX103-13087" fmla="*/ 3313 w 6642"/>
                    <a:gd name="connsiteY103-13088" fmla="*/ 5000 h 5728"/>
                    <a:gd name="connsiteX104-13089" fmla="*/ 3235 w 6642"/>
                    <a:gd name="connsiteY104-13090" fmla="*/ 5109 h 5728"/>
                    <a:gd name="connsiteX105-13091" fmla="*/ 3013 w 6642"/>
                    <a:gd name="connsiteY105-13092" fmla="*/ 5349 h 5728"/>
                    <a:gd name="connsiteX106-13093" fmla="*/ 2993 w 6642"/>
                    <a:gd name="connsiteY106-13094" fmla="*/ 5516 h 5728"/>
                    <a:gd name="connsiteX107-13095" fmla="*/ 2976 w 6642"/>
                    <a:gd name="connsiteY107-13096" fmla="*/ 5659 h 5728"/>
                    <a:gd name="connsiteX108-13097" fmla="*/ 2960 w 6642"/>
                    <a:gd name="connsiteY108-13098" fmla="*/ 5669 h 5728"/>
                    <a:gd name="connsiteX109-13099" fmla="*/ 2638 w 6642"/>
                    <a:gd name="connsiteY109-13100" fmla="*/ 5621 h 5728"/>
                    <a:gd name="connsiteX110-13101" fmla="*/ 2536 w 6642"/>
                    <a:gd name="connsiteY110-13102" fmla="*/ 5566 h 5728"/>
                    <a:gd name="connsiteX111-13103" fmla="*/ 2482 w 6642"/>
                    <a:gd name="connsiteY111-13104" fmla="*/ 5503 h 5728"/>
                    <a:gd name="connsiteX112-13105" fmla="*/ 2377 w 6642"/>
                    <a:gd name="connsiteY112-13106" fmla="*/ 5477 h 5728"/>
                    <a:gd name="connsiteX113-13107" fmla="*/ 2377 w 6642"/>
                    <a:gd name="connsiteY113-13108" fmla="*/ 5379 h 5728"/>
                    <a:gd name="connsiteX114-13109" fmla="*/ 2481 w 6642"/>
                    <a:gd name="connsiteY114-13110" fmla="*/ 5149 h 5728"/>
                    <a:gd name="connsiteX115-13111" fmla="*/ 2341 w 6642"/>
                    <a:gd name="connsiteY115-13112" fmla="*/ 5070 h 5728"/>
                    <a:gd name="connsiteX116-13113" fmla="*/ 2299 w 6642"/>
                    <a:gd name="connsiteY116-13114" fmla="*/ 5095 h 5728"/>
                    <a:gd name="connsiteX117-13115" fmla="*/ 2209 w 6642"/>
                    <a:gd name="connsiteY117-13116" fmla="*/ 5214 h 5728"/>
                    <a:gd name="connsiteX118-13117" fmla="*/ 2177 w 6642"/>
                    <a:gd name="connsiteY118-13118" fmla="*/ 5276 h 5728"/>
                    <a:gd name="connsiteX119-13119" fmla="*/ 2115 w 6642"/>
                    <a:gd name="connsiteY119-13120" fmla="*/ 5386 h 5728"/>
                    <a:gd name="connsiteX120-13121" fmla="*/ 2121 w 6642"/>
                    <a:gd name="connsiteY120-13122" fmla="*/ 5510 h 5728"/>
                    <a:gd name="connsiteX121-13123" fmla="*/ 2082 w 6642"/>
                    <a:gd name="connsiteY121-13124" fmla="*/ 5558 h 5728"/>
                    <a:gd name="connsiteX122-13125" fmla="*/ 1951 w 6642"/>
                    <a:gd name="connsiteY122-13126" fmla="*/ 5617 h 5728"/>
                    <a:gd name="connsiteX123-13127" fmla="*/ 1785 w 6642"/>
                    <a:gd name="connsiteY123-13128" fmla="*/ 5649 h 5728"/>
                    <a:gd name="connsiteX124-13129" fmla="*/ 1682 w 6642"/>
                    <a:gd name="connsiteY124-13130" fmla="*/ 5728 h 5728"/>
                    <a:gd name="connsiteX125-13131" fmla="*/ 1568 w 6642"/>
                    <a:gd name="connsiteY125-13132" fmla="*/ 5611 h 5728"/>
                    <a:gd name="connsiteX126-13133" fmla="*/ 1508 w 6642"/>
                    <a:gd name="connsiteY126-13134" fmla="*/ 5485 h 5728"/>
                    <a:gd name="connsiteX127-13135" fmla="*/ 1630 w 6642"/>
                    <a:gd name="connsiteY127-13136" fmla="*/ 5242 h 5728"/>
                    <a:gd name="connsiteX128-13137" fmla="*/ 1685 w 6642"/>
                    <a:gd name="connsiteY128-13138" fmla="*/ 5195 h 5728"/>
                    <a:gd name="connsiteX129-13139" fmla="*/ 1730 w 6642"/>
                    <a:gd name="connsiteY129-13140" fmla="*/ 5120 h 5728"/>
                    <a:gd name="connsiteX130-13141" fmla="*/ 1727 w 6642"/>
                    <a:gd name="connsiteY130-13142" fmla="*/ 5071 h 5728"/>
                    <a:gd name="connsiteX131-13143" fmla="*/ 1530 w 6642"/>
                    <a:gd name="connsiteY131-13144" fmla="*/ 5007 h 5728"/>
                    <a:gd name="connsiteX132-13145" fmla="*/ 1459 w 6642"/>
                    <a:gd name="connsiteY132-13146" fmla="*/ 5064 h 5728"/>
                    <a:gd name="connsiteX133-13147" fmla="*/ 1353 w 6642"/>
                    <a:gd name="connsiteY133-13148" fmla="*/ 5111 h 5728"/>
                    <a:gd name="connsiteX134-13149" fmla="*/ 1290 w 6642"/>
                    <a:gd name="connsiteY134-13150" fmla="*/ 5063 h 5728"/>
                    <a:gd name="connsiteX135-13151" fmla="*/ 1052 w 6642"/>
                    <a:gd name="connsiteY135-13152" fmla="*/ 5254 h 5728"/>
                    <a:gd name="connsiteX136-13153" fmla="*/ 924 w 6642"/>
                    <a:gd name="connsiteY136-13154" fmla="*/ 5231 h 5728"/>
                    <a:gd name="connsiteX137-13155" fmla="*/ 813 w 6642"/>
                    <a:gd name="connsiteY137-13156" fmla="*/ 5097 h 5728"/>
                    <a:gd name="connsiteX138-13157" fmla="*/ 683 w 6642"/>
                    <a:gd name="connsiteY138-13158" fmla="*/ 4930 h 5728"/>
                    <a:gd name="connsiteX139-13159" fmla="*/ 572 w 6642"/>
                    <a:gd name="connsiteY139-13160" fmla="*/ 4806 h 5728"/>
                    <a:gd name="connsiteX140-13161" fmla="*/ 505 w 6642"/>
                    <a:gd name="connsiteY140-13162" fmla="*/ 4788 h 5728"/>
                    <a:gd name="connsiteX141-13163" fmla="*/ 640 w 6642"/>
                    <a:gd name="connsiteY141-13164" fmla="*/ 4631 h 5728"/>
                    <a:gd name="connsiteX142-13165" fmla="*/ 683 w 6642"/>
                    <a:gd name="connsiteY142-13166" fmla="*/ 4541 h 5728"/>
                    <a:gd name="connsiteX143-13167" fmla="*/ 651 w 6642"/>
                    <a:gd name="connsiteY143-13168" fmla="*/ 4438 h 5728"/>
                    <a:gd name="connsiteX144-13169" fmla="*/ 277 w 6642"/>
                    <a:gd name="connsiteY144-13170" fmla="*/ 4491 h 5728"/>
                    <a:gd name="connsiteX145-13171" fmla="*/ 187 w 6642"/>
                    <a:gd name="connsiteY145-13172" fmla="*/ 4518 h 5728"/>
                    <a:gd name="connsiteX146-13173" fmla="*/ 195 w 6642"/>
                    <a:gd name="connsiteY146-13174" fmla="*/ 4384 h 5728"/>
                    <a:gd name="connsiteX147-13175" fmla="*/ 147 w 6642"/>
                    <a:gd name="connsiteY147-13176" fmla="*/ 4318 h 5728"/>
                    <a:gd name="connsiteX148-13177" fmla="*/ 39 w 6642"/>
                    <a:gd name="connsiteY148-13178" fmla="*/ 4220 h 5728"/>
                    <a:gd name="connsiteX149-13179" fmla="*/ 75 w 6642"/>
                    <a:gd name="connsiteY149-13180" fmla="*/ 4093 h 5728"/>
                    <a:gd name="connsiteX150-13181" fmla="*/ 63 w 6642"/>
                    <a:gd name="connsiteY150-13182" fmla="*/ 3929 h 5728"/>
                    <a:gd name="connsiteX151-13183" fmla="*/ 0 w 6642"/>
                    <a:gd name="connsiteY151-13184" fmla="*/ 3842 h 5728"/>
                    <a:gd name="connsiteX152-13185" fmla="*/ 0 w 6642"/>
                    <a:gd name="connsiteY152-13186" fmla="*/ 3737 h 5728"/>
                    <a:gd name="connsiteX153-13187" fmla="*/ 303 w 6642"/>
                    <a:gd name="connsiteY153-13188" fmla="*/ 3824 h 5728"/>
                    <a:gd name="connsiteX154-13189" fmla="*/ 830 w 6642"/>
                    <a:gd name="connsiteY154-13190" fmla="*/ 3840 h 5728"/>
                    <a:gd name="connsiteX155-13191" fmla="*/ 1044 w 6642"/>
                    <a:gd name="connsiteY155-13192" fmla="*/ 3908 h 5728"/>
                    <a:gd name="connsiteX156-13193" fmla="*/ 1213 w 6642"/>
                    <a:gd name="connsiteY156-13194" fmla="*/ 4053 h 5728"/>
                    <a:gd name="connsiteX157-13195" fmla="*/ 1257 w 6642"/>
                    <a:gd name="connsiteY157-13196" fmla="*/ 4077 h 5728"/>
                    <a:gd name="connsiteX158-13197" fmla="*/ 1417 w 6642"/>
                    <a:gd name="connsiteY158-13198" fmla="*/ 4107 h 5728"/>
                    <a:gd name="connsiteX159-13199" fmla="*/ 1487 w 6642"/>
                    <a:gd name="connsiteY159-13200" fmla="*/ 4158 h 5728"/>
                    <a:gd name="connsiteX160-13201" fmla="*/ 1688 w 6642"/>
                    <a:gd name="connsiteY160-13202" fmla="*/ 4229 h 5728"/>
                    <a:gd name="connsiteX161-13203" fmla="*/ 1904 w 6642"/>
                    <a:gd name="connsiteY161-13204" fmla="*/ 4309 h 5728"/>
                    <a:gd name="connsiteX162-13205" fmla="*/ 2068 w 6642"/>
                    <a:gd name="connsiteY162-13206" fmla="*/ 4212 h 5728"/>
                    <a:gd name="connsiteX163-13207" fmla="*/ 2267 w 6642"/>
                    <a:gd name="connsiteY163-13208" fmla="*/ 4125 h 5728"/>
                    <a:gd name="connsiteX164-13209" fmla="*/ 2363 w 6642"/>
                    <a:gd name="connsiteY164-13210" fmla="*/ 4075 h 5728"/>
                    <a:gd name="connsiteX165-13211" fmla="*/ 2539 w 6642"/>
                    <a:gd name="connsiteY165-13212" fmla="*/ 3995 h 5728"/>
                    <a:gd name="connsiteX0-13213" fmla="*/ 5456 w 6642"/>
                    <a:gd name="connsiteY0-13214" fmla="*/ 2333 h 5728"/>
                    <a:gd name="connsiteX1-13215" fmla="*/ 5454 w 6642"/>
                    <a:gd name="connsiteY1-13216" fmla="*/ 2117 h 5728"/>
                    <a:gd name="connsiteX2-13217" fmla="*/ 5378 w 6642"/>
                    <a:gd name="connsiteY2-13218" fmla="*/ 2039 h 5728"/>
                    <a:gd name="connsiteX3-13219" fmla="*/ 5235 w 6642"/>
                    <a:gd name="connsiteY3-13220" fmla="*/ 1951 h 5728"/>
                    <a:gd name="connsiteX4-13221" fmla="*/ 5143 w 6642"/>
                    <a:gd name="connsiteY4-13222" fmla="*/ 1827 h 5728"/>
                    <a:gd name="connsiteX5-13223" fmla="*/ 5047 w 6642"/>
                    <a:gd name="connsiteY5-13224" fmla="*/ 1828 h 5728"/>
                    <a:gd name="connsiteX6-13225" fmla="*/ 5002 w 6642"/>
                    <a:gd name="connsiteY6-13226" fmla="*/ 1883 h 5728"/>
                    <a:gd name="connsiteX7-13227" fmla="*/ 4909 w 6642"/>
                    <a:gd name="connsiteY7-13228" fmla="*/ 1877 h 5728"/>
                    <a:gd name="connsiteX8-13229" fmla="*/ 4889 w 6642"/>
                    <a:gd name="connsiteY8-13230" fmla="*/ 1994 h 5728"/>
                    <a:gd name="connsiteX9-13231" fmla="*/ 4708 w 6642"/>
                    <a:gd name="connsiteY9-13232" fmla="*/ 1941 h 5728"/>
                    <a:gd name="connsiteX10-13233" fmla="*/ 4625 w 6642"/>
                    <a:gd name="connsiteY10-13234" fmla="*/ 1939 h 5728"/>
                    <a:gd name="connsiteX11-13235" fmla="*/ 4500 w 6642"/>
                    <a:gd name="connsiteY11-13236" fmla="*/ 2014 h 5728"/>
                    <a:gd name="connsiteX12-13237" fmla="*/ 4388 w 6642"/>
                    <a:gd name="connsiteY12-13238" fmla="*/ 1890 h 5728"/>
                    <a:gd name="connsiteX13-13239" fmla="*/ 4482 w 6642"/>
                    <a:gd name="connsiteY13-13240" fmla="*/ 1804 h 5728"/>
                    <a:gd name="connsiteX14-13241" fmla="*/ 4486 w 6642"/>
                    <a:gd name="connsiteY14-13242" fmla="*/ 1634 h 5728"/>
                    <a:gd name="connsiteX15-13243" fmla="*/ 4541 w 6642"/>
                    <a:gd name="connsiteY15-13244" fmla="*/ 1514 h 5728"/>
                    <a:gd name="connsiteX16-13245" fmla="*/ 4584 w 6642"/>
                    <a:gd name="connsiteY16-13246" fmla="*/ 1306 h 5728"/>
                    <a:gd name="connsiteX17-13247" fmla="*/ 4644 w 6642"/>
                    <a:gd name="connsiteY17-13248" fmla="*/ 1307 h 5728"/>
                    <a:gd name="connsiteX18-13249" fmla="*/ 4967 w 6642"/>
                    <a:gd name="connsiteY18-13250" fmla="*/ 1286 h 5728"/>
                    <a:gd name="connsiteX19-13251" fmla="*/ 5141 w 6642"/>
                    <a:gd name="connsiteY19-13252" fmla="*/ 1117 h 5728"/>
                    <a:gd name="connsiteX20-13253" fmla="*/ 5210 w 6642"/>
                    <a:gd name="connsiteY20-13254" fmla="*/ 748 h 5728"/>
                    <a:gd name="connsiteX21-13255" fmla="*/ 5320 w 6642"/>
                    <a:gd name="connsiteY21-13256" fmla="*/ 486 h 5728"/>
                    <a:gd name="connsiteX22-13257" fmla="*/ 5318 w 6642"/>
                    <a:gd name="connsiteY22-13258" fmla="*/ 358 h 5728"/>
                    <a:gd name="connsiteX23-13259" fmla="*/ 5305 w 6642"/>
                    <a:gd name="connsiteY23-13260" fmla="*/ 328 h 5728"/>
                    <a:gd name="connsiteX24-13261" fmla="*/ 5238 w 6642"/>
                    <a:gd name="connsiteY24-13262" fmla="*/ 251 h 5728"/>
                    <a:gd name="connsiteX25-13263" fmla="*/ 5178 w 6642"/>
                    <a:gd name="connsiteY25-13264" fmla="*/ 217 h 5728"/>
                    <a:gd name="connsiteX26-13265" fmla="*/ 5303 w 6642"/>
                    <a:gd name="connsiteY26-13266" fmla="*/ 56 h 5728"/>
                    <a:gd name="connsiteX27-13267" fmla="*/ 5476 w 6642"/>
                    <a:gd name="connsiteY27-13268" fmla="*/ 2 h 5728"/>
                    <a:gd name="connsiteX28-13269" fmla="*/ 5508 w 6642"/>
                    <a:gd name="connsiteY28-13270" fmla="*/ 49 h 5728"/>
                    <a:gd name="connsiteX29-13271" fmla="*/ 5498 w 6642"/>
                    <a:gd name="connsiteY29-13272" fmla="*/ 133 h 5728"/>
                    <a:gd name="connsiteX30-13273" fmla="*/ 5437 w 6642"/>
                    <a:gd name="connsiteY30-13274" fmla="*/ 243 h 5728"/>
                    <a:gd name="connsiteX31-13275" fmla="*/ 5507 w 6642"/>
                    <a:gd name="connsiteY31-13276" fmla="*/ 301 h 5728"/>
                    <a:gd name="connsiteX32-13277" fmla="*/ 5621 w 6642"/>
                    <a:gd name="connsiteY32-13278" fmla="*/ 366 h 5728"/>
                    <a:gd name="connsiteX33-13279" fmla="*/ 5641 w 6642"/>
                    <a:gd name="connsiteY33-13280" fmla="*/ 255 h 5728"/>
                    <a:gd name="connsiteX34-13281" fmla="*/ 5775 w 6642"/>
                    <a:gd name="connsiteY34-13282" fmla="*/ 291 h 5728"/>
                    <a:gd name="connsiteX35-13283" fmla="*/ 5800 w 6642"/>
                    <a:gd name="connsiteY35-13284" fmla="*/ 331 h 5728"/>
                    <a:gd name="connsiteX36-13285" fmla="*/ 5876 w 6642"/>
                    <a:gd name="connsiteY36-13286" fmla="*/ 562 h 5728"/>
                    <a:gd name="connsiteX37-13287" fmla="*/ 5911 w 6642"/>
                    <a:gd name="connsiteY37-13288" fmla="*/ 586 h 5728"/>
                    <a:gd name="connsiteX38-13289" fmla="*/ 6003 w 6642"/>
                    <a:gd name="connsiteY38-13290" fmla="*/ 578 h 5728"/>
                    <a:gd name="connsiteX39-13291" fmla="*/ 6263 w 6642"/>
                    <a:gd name="connsiteY39-13292" fmla="*/ 490 h 5728"/>
                    <a:gd name="connsiteX40-13293" fmla="*/ 6483 w 6642"/>
                    <a:gd name="connsiteY40-13294" fmla="*/ 479 h 5728"/>
                    <a:gd name="connsiteX41-13295" fmla="*/ 6543 w 6642"/>
                    <a:gd name="connsiteY41-13296" fmla="*/ 648 h 5728"/>
                    <a:gd name="connsiteX42-13297" fmla="*/ 6461 w 6642"/>
                    <a:gd name="connsiteY42-13298" fmla="*/ 944 h 5728"/>
                    <a:gd name="connsiteX43-13299" fmla="*/ 6461 w 6642"/>
                    <a:gd name="connsiteY43-13300" fmla="*/ 1022 h 5728"/>
                    <a:gd name="connsiteX44-13301" fmla="*/ 6530 w 6642"/>
                    <a:gd name="connsiteY44-13302" fmla="*/ 1168 h 5728"/>
                    <a:gd name="connsiteX45-13303" fmla="*/ 6545 w 6642"/>
                    <a:gd name="connsiteY45-13304" fmla="*/ 1427 h 5728"/>
                    <a:gd name="connsiteX46-13305" fmla="*/ 6547 w 6642"/>
                    <a:gd name="connsiteY46-13306" fmla="*/ 1617 h 5728"/>
                    <a:gd name="connsiteX47-13307" fmla="*/ 6480 w 6642"/>
                    <a:gd name="connsiteY47-13308" fmla="*/ 1625 h 5728"/>
                    <a:gd name="connsiteX48-13309" fmla="*/ 6458 w 6642"/>
                    <a:gd name="connsiteY48-13310" fmla="*/ 1507 h 5728"/>
                    <a:gd name="connsiteX49-13311" fmla="*/ 6423 w 6642"/>
                    <a:gd name="connsiteY49-13312" fmla="*/ 1450 h 5728"/>
                    <a:gd name="connsiteX50-13313" fmla="*/ 6333 w 6642"/>
                    <a:gd name="connsiteY50-13314" fmla="*/ 1582 h 5728"/>
                    <a:gd name="connsiteX51-13315" fmla="*/ 6220 w 6642"/>
                    <a:gd name="connsiteY51-13316" fmla="*/ 1776 h 5728"/>
                    <a:gd name="connsiteX52-13317" fmla="*/ 6101 w 6642"/>
                    <a:gd name="connsiteY52-13318" fmla="*/ 1904 h 5728"/>
                    <a:gd name="connsiteX53-13319" fmla="*/ 6094 w 6642"/>
                    <a:gd name="connsiteY53-13320" fmla="*/ 2018 h 5728"/>
                    <a:gd name="connsiteX54-13321" fmla="*/ 6154 w 6642"/>
                    <a:gd name="connsiteY54-13322" fmla="*/ 2115 h 5728"/>
                    <a:gd name="connsiteX55-13323" fmla="*/ 6256 w 6642"/>
                    <a:gd name="connsiteY55-13324" fmla="*/ 2183 h 5728"/>
                    <a:gd name="connsiteX56-13325" fmla="*/ 6333 w 6642"/>
                    <a:gd name="connsiteY56-13326" fmla="*/ 2178 h 5728"/>
                    <a:gd name="connsiteX57-13327" fmla="*/ 6378 w 6642"/>
                    <a:gd name="connsiteY57-13328" fmla="*/ 2104 h 5728"/>
                    <a:gd name="connsiteX58-13329" fmla="*/ 6412 w 6642"/>
                    <a:gd name="connsiteY58-13330" fmla="*/ 2210 h 5728"/>
                    <a:gd name="connsiteX59-13331" fmla="*/ 6300 w 6642"/>
                    <a:gd name="connsiteY59-13332" fmla="*/ 2249 h 5728"/>
                    <a:gd name="connsiteX60-13333" fmla="*/ 6347 w 6642"/>
                    <a:gd name="connsiteY60-13334" fmla="*/ 2362 h 5728"/>
                    <a:gd name="connsiteX61-13335" fmla="*/ 6212 w 6642"/>
                    <a:gd name="connsiteY61-13336" fmla="*/ 2509 h 5728"/>
                    <a:gd name="connsiteX62-13337" fmla="*/ 6171 w 6642"/>
                    <a:gd name="connsiteY62-13338" fmla="*/ 2498 h 5728"/>
                    <a:gd name="connsiteX63-13339" fmla="*/ 6047 w 6642"/>
                    <a:gd name="connsiteY63-13340" fmla="*/ 2413 h 5728"/>
                    <a:gd name="connsiteX64-13341" fmla="*/ 5992 w 6642"/>
                    <a:gd name="connsiteY64-13342" fmla="*/ 2412 h 5728"/>
                    <a:gd name="connsiteX65-13343" fmla="*/ 5957 w 6642"/>
                    <a:gd name="connsiteY65-13344" fmla="*/ 2480 h 5728"/>
                    <a:gd name="connsiteX66-13345" fmla="*/ 5960 w 6642"/>
                    <a:gd name="connsiteY66-13346" fmla="*/ 2562 h 5728"/>
                    <a:gd name="connsiteX67-13347" fmla="*/ 6138 w 6642"/>
                    <a:gd name="connsiteY67-13348" fmla="*/ 2730 h 5728"/>
                    <a:gd name="connsiteX68-13349" fmla="*/ 6137 w 6642"/>
                    <a:gd name="connsiteY68-13350" fmla="*/ 2844 h 5728"/>
                    <a:gd name="connsiteX69-13351" fmla="*/ 6228 w 6642"/>
                    <a:gd name="connsiteY69-13352" fmla="*/ 3060 h 5728"/>
                    <a:gd name="connsiteX70-13353" fmla="*/ 6254 w 6642"/>
                    <a:gd name="connsiteY70-13354" fmla="*/ 3090 h 5728"/>
                    <a:gd name="connsiteX71-13355" fmla="*/ 6298 w 6642"/>
                    <a:gd name="connsiteY71-13356" fmla="*/ 3094 h 5728"/>
                    <a:gd name="connsiteX72-13357" fmla="*/ 6344 w 6642"/>
                    <a:gd name="connsiteY72-13358" fmla="*/ 3010 h 5728"/>
                    <a:gd name="connsiteX73-13359" fmla="*/ 6424 w 6642"/>
                    <a:gd name="connsiteY73-13360" fmla="*/ 2950 h 5728"/>
                    <a:gd name="connsiteX74-13361" fmla="*/ 6519 w 6642"/>
                    <a:gd name="connsiteY74-13362" fmla="*/ 3126 h 5728"/>
                    <a:gd name="connsiteX75-13363" fmla="*/ 6629 w 6642"/>
                    <a:gd name="connsiteY75-13364" fmla="*/ 3312 h 5728"/>
                    <a:gd name="connsiteX76-13365" fmla="*/ 6642 w 6642"/>
                    <a:gd name="connsiteY76-13366" fmla="*/ 3342 h 5728"/>
                    <a:gd name="connsiteX77-13367" fmla="*/ 6631 w 6642"/>
                    <a:gd name="connsiteY77-13368" fmla="*/ 3518 h 5728"/>
                    <a:gd name="connsiteX78-13369" fmla="*/ 6596 w 6642"/>
                    <a:gd name="connsiteY78-13370" fmla="*/ 3554 h 5728"/>
                    <a:gd name="connsiteX79-13371" fmla="*/ 6507 w 6642"/>
                    <a:gd name="connsiteY79-13372" fmla="*/ 3515 h 5728"/>
                    <a:gd name="connsiteX80-13373" fmla="*/ 6273 w 6642"/>
                    <a:gd name="connsiteY80-13374" fmla="*/ 3644 h 5728"/>
                    <a:gd name="connsiteX81-13375" fmla="*/ 6247 w 6642"/>
                    <a:gd name="connsiteY81-13376" fmla="*/ 3666 h 5728"/>
                    <a:gd name="connsiteX82-13377" fmla="*/ 6067 w 6642"/>
                    <a:gd name="connsiteY82-13378" fmla="*/ 3812 h 5728"/>
                    <a:gd name="connsiteX83-13379" fmla="*/ 5926 w 6642"/>
                    <a:gd name="connsiteY83-13380" fmla="*/ 3926 h 5728"/>
                    <a:gd name="connsiteX84-13381" fmla="*/ 5891 w 6642"/>
                    <a:gd name="connsiteY84-13382" fmla="*/ 3965 h 5728"/>
                    <a:gd name="connsiteX85-13383" fmla="*/ 5839 w 6642"/>
                    <a:gd name="connsiteY85-13384" fmla="*/ 3973 h 5728"/>
                    <a:gd name="connsiteX86-13385" fmla="*/ 5782 w 6642"/>
                    <a:gd name="connsiteY86-13386" fmla="*/ 3916 h 5728"/>
                    <a:gd name="connsiteX87-13387" fmla="*/ 5658 w 6642"/>
                    <a:gd name="connsiteY87-13388" fmla="*/ 3808 h 5728"/>
                    <a:gd name="connsiteX88-13389" fmla="*/ 5682 w 6642"/>
                    <a:gd name="connsiteY88-13390" fmla="*/ 4064 h 5728"/>
                    <a:gd name="connsiteX89-13391" fmla="*/ 5691 w 6642"/>
                    <a:gd name="connsiteY89-13392" fmla="*/ 4192 h 5728"/>
                    <a:gd name="connsiteX90-13393" fmla="*/ 5429 w 6642"/>
                    <a:gd name="connsiteY90-13394" fmla="*/ 4166 h 5728"/>
                    <a:gd name="connsiteX91-13395" fmla="*/ 5347 w 6642"/>
                    <a:gd name="connsiteY91-13396" fmla="*/ 3987 h 5728"/>
                    <a:gd name="connsiteX92-13397" fmla="*/ 5265 w 6642"/>
                    <a:gd name="connsiteY92-13398" fmla="*/ 3802 h 5728"/>
                    <a:gd name="connsiteX93-13399" fmla="*/ 4290 w 6642"/>
                    <a:gd name="connsiteY93-13400" fmla="*/ 4504 h 5728"/>
                    <a:gd name="connsiteX94-13401" fmla="*/ 4293 w 6642"/>
                    <a:gd name="connsiteY94-13402" fmla="*/ 4556 h 5728"/>
                    <a:gd name="connsiteX95-13403" fmla="*/ 4257 w 6642"/>
                    <a:gd name="connsiteY95-13404" fmla="*/ 4614 h 5728"/>
                    <a:gd name="connsiteX96-13405" fmla="*/ 3992 w 6642"/>
                    <a:gd name="connsiteY96-13406" fmla="*/ 4680 h 5728"/>
                    <a:gd name="connsiteX97-13407" fmla="*/ 3857 w 6642"/>
                    <a:gd name="connsiteY97-13408" fmla="*/ 4739 h 5728"/>
                    <a:gd name="connsiteX98-13409" fmla="*/ 3815 w 6642"/>
                    <a:gd name="connsiteY98-13410" fmla="*/ 4777 h 5728"/>
                    <a:gd name="connsiteX99-13411" fmla="*/ 3616 w 6642"/>
                    <a:gd name="connsiteY99-13412" fmla="*/ 5021 h 5728"/>
                    <a:gd name="connsiteX100-13413" fmla="*/ 3543 w 6642"/>
                    <a:gd name="connsiteY100-13414" fmla="*/ 4970 h 5728"/>
                    <a:gd name="connsiteX101-13415" fmla="*/ 3460 w 6642"/>
                    <a:gd name="connsiteY101-13416" fmla="*/ 4971 h 5728"/>
                    <a:gd name="connsiteX102-13417" fmla="*/ 3424 w 6642"/>
                    <a:gd name="connsiteY102-13418" fmla="*/ 5045 h 5728"/>
                    <a:gd name="connsiteX103-13419" fmla="*/ 3313 w 6642"/>
                    <a:gd name="connsiteY103-13420" fmla="*/ 5000 h 5728"/>
                    <a:gd name="connsiteX104-13421" fmla="*/ 3235 w 6642"/>
                    <a:gd name="connsiteY104-13422" fmla="*/ 5109 h 5728"/>
                    <a:gd name="connsiteX105-13423" fmla="*/ 3013 w 6642"/>
                    <a:gd name="connsiteY105-13424" fmla="*/ 5349 h 5728"/>
                    <a:gd name="connsiteX106-13425" fmla="*/ 2993 w 6642"/>
                    <a:gd name="connsiteY106-13426" fmla="*/ 5516 h 5728"/>
                    <a:gd name="connsiteX107-13427" fmla="*/ 2976 w 6642"/>
                    <a:gd name="connsiteY107-13428" fmla="*/ 5659 h 5728"/>
                    <a:gd name="connsiteX108-13429" fmla="*/ 2960 w 6642"/>
                    <a:gd name="connsiteY108-13430" fmla="*/ 5669 h 5728"/>
                    <a:gd name="connsiteX109-13431" fmla="*/ 2638 w 6642"/>
                    <a:gd name="connsiteY109-13432" fmla="*/ 5621 h 5728"/>
                    <a:gd name="connsiteX110-13433" fmla="*/ 2536 w 6642"/>
                    <a:gd name="connsiteY110-13434" fmla="*/ 5566 h 5728"/>
                    <a:gd name="connsiteX111-13435" fmla="*/ 2482 w 6642"/>
                    <a:gd name="connsiteY111-13436" fmla="*/ 5503 h 5728"/>
                    <a:gd name="connsiteX112-13437" fmla="*/ 2377 w 6642"/>
                    <a:gd name="connsiteY112-13438" fmla="*/ 5477 h 5728"/>
                    <a:gd name="connsiteX113-13439" fmla="*/ 2377 w 6642"/>
                    <a:gd name="connsiteY113-13440" fmla="*/ 5379 h 5728"/>
                    <a:gd name="connsiteX114-13441" fmla="*/ 2481 w 6642"/>
                    <a:gd name="connsiteY114-13442" fmla="*/ 5149 h 5728"/>
                    <a:gd name="connsiteX115-13443" fmla="*/ 2341 w 6642"/>
                    <a:gd name="connsiteY115-13444" fmla="*/ 5070 h 5728"/>
                    <a:gd name="connsiteX116-13445" fmla="*/ 2299 w 6642"/>
                    <a:gd name="connsiteY116-13446" fmla="*/ 5095 h 5728"/>
                    <a:gd name="connsiteX117-13447" fmla="*/ 2209 w 6642"/>
                    <a:gd name="connsiteY117-13448" fmla="*/ 5214 h 5728"/>
                    <a:gd name="connsiteX118-13449" fmla="*/ 2177 w 6642"/>
                    <a:gd name="connsiteY118-13450" fmla="*/ 5276 h 5728"/>
                    <a:gd name="connsiteX119-13451" fmla="*/ 2115 w 6642"/>
                    <a:gd name="connsiteY119-13452" fmla="*/ 5386 h 5728"/>
                    <a:gd name="connsiteX120-13453" fmla="*/ 2121 w 6642"/>
                    <a:gd name="connsiteY120-13454" fmla="*/ 5510 h 5728"/>
                    <a:gd name="connsiteX121-13455" fmla="*/ 2082 w 6642"/>
                    <a:gd name="connsiteY121-13456" fmla="*/ 5558 h 5728"/>
                    <a:gd name="connsiteX122-13457" fmla="*/ 1951 w 6642"/>
                    <a:gd name="connsiteY122-13458" fmla="*/ 5617 h 5728"/>
                    <a:gd name="connsiteX123-13459" fmla="*/ 1785 w 6642"/>
                    <a:gd name="connsiteY123-13460" fmla="*/ 5649 h 5728"/>
                    <a:gd name="connsiteX124-13461" fmla="*/ 1682 w 6642"/>
                    <a:gd name="connsiteY124-13462" fmla="*/ 5728 h 5728"/>
                    <a:gd name="connsiteX125-13463" fmla="*/ 1568 w 6642"/>
                    <a:gd name="connsiteY125-13464" fmla="*/ 5611 h 5728"/>
                    <a:gd name="connsiteX126-13465" fmla="*/ 1508 w 6642"/>
                    <a:gd name="connsiteY126-13466" fmla="*/ 5485 h 5728"/>
                    <a:gd name="connsiteX127-13467" fmla="*/ 1630 w 6642"/>
                    <a:gd name="connsiteY127-13468" fmla="*/ 5242 h 5728"/>
                    <a:gd name="connsiteX128-13469" fmla="*/ 1685 w 6642"/>
                    <a:gd name="connsiteY128-13470" fmla="*/ 5195 h 5728"/>
                    <a:gd name="connsiteX129-13471" fmla="*/ 1730 w 6642"/>
                    <a:gd name="connsiteY129-13472" fmla="*/ 5120 h 5728"/>
                    <a:gd name="connsiteX130-13473" fmla="*/ 1727 w 6642"/>
                    <a:gd name="connsiteY130-13474" fmla="*/ 5071 h 5728"/>
                    <a:gd name="connsiteX131-13475" fmla="*/ 1530 w 6642"/>
                    <a:gd name="connsiteY131-13476" fmla="*/ 5007 h 5728"/>
                    <a:gd name="connsiteX132-13477" fmla="*/ 1459 w 6642"/>
                    <a:gd name="connsiteY132-13478" fmla="*/ 5064 h 5728"/>
                    <a:gd name="connsiteX133-13479" fmla="*/ 1353 w 6642"/>
                    <a:gd name="connsiteY133-13480" fmla="*/ 5111 h 5728"/>
                    <a:gd name="connsiteX134-13481" fmla="*/ 1290 w 6642"/>
                    <a:gd name="connsiteY134-13482" fmla="*/ 5063 h 5728"/>
                    <a:gd name="connsiteX135-13483" fmla="*/ 1052 w 6642"/>
                    <a:gd name="connsiteY135-13484" fmla="*/ 5254 h 5728"/>
                    <a:gd name="connsiteX136-13485" fmla="*/ 924 w 6642"/>
                    <a:gd name="connsiteY136-13486" fmla="*/ 5231 h 5728"/>
                    <a:gd name="connsiteX137-13487" fmla="*/ 813 w 6642"/>
                    <a:gd name="connsiteY137-13488" fmla="*/ 5097 h 5728"/>
                    <a:gd name="connsiteX138-13489" fmla="*/ 683 w 6642"/>
                    <a:gd name="connsiteY138-13490" fmla="*/ 4930 h 5728"/>
                    <a:gd name="connsiteX139-13491" fmla="*/ 572 w 6642"/>
                    <a:gd name="connsiteY139-13492" fmla="*/ 4806 h 5728"/>
                    <a:gd name="connsiteX140-13493" fmla="*/ 505 w 6642"/>
                    <a:gd name="connsiteY140-13494" fmla="*/ 4788 h 5728"/>
                    <a:gd name="connsiteX141-13495" fmla="*/ 640 w 6642"/>
                    <a:gd name="connsiteY141-13496" fmla="*/ 4631 h 5728"/>
                    <a:gd name="connsiteX142-13497" fmla="*/ 683 w 6642"/>
                    <a:gd name="connsiteY142-13498" fmla="*/ 4541 h 5728"/>
                    <a:gd name="connsiteX143-13499" fmla="*/ 651 w 6642"/>
                    <a:gd name="connsiteY143-13500" fmla="*/ 4438 h 5728"/>
                    <a:gd name="connsiteX144-13501" fmla="*/ 277 w 6642"/>
                    <a:gd name="connsiteY144-13502" fmla="*/ 4491 h 5728"/>
                    <a:gd name="connsiteX145-13503" fmla="*/ 187 w 6642"/>
                    <a:gd name="connsiteY145-13504" fmla="*/ 4518 h 5728"/>
                    <a:gd name="connsiteX146-13505" fmla="*/ 195 w 6642"/>
                    <a:gd name="connsiteY146-13506" fmla="*/ 4384 h 5728"/>
                    <a:gd name="connsiteX147-13507" fmla="*/ 147 w 6642"/>
                    <a:gd name="connsiteY147-13508" fmla="*/ 4318 h 5728"/>
                    <a:gd name="connsiteX148-13509" fmla="*/ 39 w 6642"/>
                    <a:gd name="connsiteY148-13510" fmla="*/ 4220 h 5728"/>
                    <a:gd name="connsiteX149-13511" fmla="*/ 75 w 6642"/>
                    <a:gd name="connsiteY149-13512" fmla="*/ 4093 h 5728"/>
                    <a:gd name="connsiteX150-13513" fmla="*/ 63 w 6642"/>
                    <a:gd name="connsiteY150-13514" fmla="*/ 3929 h 5728"/>
                    <a:gd name="connsiteX151-13515" fmla="*/ 0 w 6642"/>
                    <a:gd name="connsiteY151-13516" fmla="*/ 3842 h 5728"/>
                    <a:gd name="connsiteX152-13517" fmla="*/ 0 w 6642"/>
                    <a:gd name="connsiteY152-13518" fmla="*/ 3737 h 5728"/>
                    <a:gd name="connsiteX153-13519" fmla="*/ 303 w 6642"/>
                    <a:gd name="connsiteY153-13520" fmla="*/ 3824 h 5728"/>
                    <a:gd name="connsiteX154-13521" fmla="*/ 830 w 6642"/>
                    <a:gd name="connsiteY154-13522" fmla="*/ 3840 h 5728"/>
                    <a:gd name="connsiteX155-13523" fmla="*/ 1044 w 6642"/>
                    <a:gd name="connsiteY155-13524" fmla="*/ 3908 h 5728"/>
                    <a:gd name="connsiteX156-13525" fmla="*/ 1213 w 6642"/>
                    <a:gd name="connsiteY156-13526" fmla="*/ 4053 h 5728"/>
                    <a:gd name="connsiteX157-13527" fmla="*/ 1257 w 6642"/>
                    <a:gd name="connsiteY157-13528" fmla="*/ 4077 h 5728"/>
                    <a:gd name="connsiteX158-13529" fmla="*/ 1417 w 6642"/>
                    <a:gd name="connsiteY158-13530" fmla="*/ 4107 h 5728"/>
                    <a:gd name="connsiteX159-13531" fmla="*/ 1487 w 6642"/>
                    <a:gd name="connsiteY159-13532" fmla="*/ 4158 h 5728"/>
                    <a:gd name="connsiteX160-13533" fmla="*/ 1688 w 6642"/>
                    <a:gd name="connsiteY160-13534" fmla="*/ 4229 h 5728"/>
                    <a:gd name="connsiteX161-13535" fmla="*/ 1904 w 6642"/>
                    <a:gd name="connsiteY161-13536" fmla="*/ 4309 h 5728"/>
                    <a:gd name="connsiteX162-13537" fmla="*/ 2068 w 6642"/>
                    <a:gd name="connsiteY162-13538" fmla="*/ 4212 h 5728"/>
                    <a:gd name="connsiteX163-13539" fmla="*/ 2267 w 6642"/>
                    <a:gd name="connsiteY163-13540" fmla="*/ 4125 h 5728"/>
                    <a:gd name="connsiteX164-13541" fmla="*/ 2363 w 6642"/>
                    <a:gd name="connsiteY164-13542" fmla="*/ 4075 h 5728"/>
                    <a:gd name="connsiteX0-13543" fmla="*/ 5456 w 6642"/>
                    <a:gd name="connsiteY0-13544" fmla="*/ 2333 h 5728"/>
                    <a:gd name="connsiteX1-13545" fmla="*/ 5454 w 6642"/>
                    <a:gd name="connsiteY1-13546" fmla="*/ 2117 h 5728"/>
                    <a:gd name="connsiteX2-13547" fmla="*/ 5378 w 6642"/>
                    <a:gd name="connsiteY2-13548" fmla="*/ 2039 h 5728"/>
                    <a:gd name="connsiteX3-13549" fmla="*/ 5235 w 6642"/>
                    <a:gd name="connsiteY3-13550" fmla="*/ 1951 h 5728"/>
                    <a:gd name="connsiteX4-13551" fmla="*/ 5143 w 6642"/>
                    <a:gd name="connsiteY4-13552" fmla="*/ 1827 h 5728"/>
                    <a:gd name="connsiteX5-13553" fmla="*/ 5047 w 6642"/>
                    <a:gd name="connsiteY5-13554" fmla="*/ 1828 h 5728"/>
                    <a:gd name="connsiteX6-13555" fmla="*/ 5002 w 6642"/>
                    <a:gd name="connsiteY6-13556" fmla="*/ 1883 h 5728"/>
                    <a:gd name="connsiteX7-13557" fmla="*/ 4909 w 6642"/>
                    <a:gd name="connsiteY7-13558" fmla="*/ 1877 h 5728"/>
                    <a:gd name="connsiteX8-13559" fmla="*/ 4889 w 6642"/>
                    <a:gd name="connsiteY8-13560" fmla="*/ 1994 h 5728"/>
                    <a:gd name="connsiteX9-13561" fmla="*/ 4708 w 6642"/>
                    <a:gd name="connsiteY9-13562" fmla="*/ 1941 h 5728"/>
                    <a:gd name="connsiteX10-13563" fmla="*/ 4625 w 6642"/>
                    <a:gd name="connsiteY10-13564" fmla="*/ 1939 h 5728"/>
                    <a:gd name="connsiteX11-13565" fmla="*/ 4500 w 6642"/>
                    <a:gd name="connsiteY11-13566" fmla="*/ 2014 h 5728"/>
                    <a:gd name="connsiteX12-13567" fmla="*/ 4388 w 6642"/>
                    <a:gd name="connsiteY12-13568" fmla="*/ 1890 h 5728"/>
                    <a:gd name="connsiteX13-13569" fmla="*/ 4482 w 6642"/>
                    <a:gd name="connsiteY13-13570" fmla="*/ 1804 h 5728"/>
                    <a:gd name="connsiteX14-13571" fmla="*/ 4486 w 6642"/>
                    <a:gd name="connsiteY14-13572" fmla="*/ 1634 h 5728"/>
                    <a:gd name="connsiteX15-13573" fmla="*/ 4541 w 6642"/>
                    <a:gd name="connsiteY15-13574" fmla="*/ 1514 h 5728"/>
                    <a:gd name="connsiteX16-13575" fmla="*/ 4584 w 6642"/>
                    <a:gd name="connsiteY16-13576" fmla="*/ 1306 h 5728"/>
                    <a:gd name="connsiteX17-13577" fmla="*/ 4644 w 6642"/>
                    <a:gd name="connsiteY17-13578" fmla="*/ 1307 h 5728"/>
                    <a:gd name="connsiteX18-13579" fmla="*/ 4967 w 6642"/>
                    <a:gd name="connsiteY18-13580" fmla="*/ 1286 h 5728"/>
                    <a:gd name="connsiteX19-13581" fmla="*/ 5141 w 6642"/>
                    <a:gd name="connsiteY19-13582" fmla="*/ 1117 h 5728"/>
                    <a:gd name="connsiteX20-13583" fmla="*/ 5210 w 6642"/>
                    <a:gd name="connsiteY20-13584" fmla="*/ 748 h 5728"/>
                    <a:gd name="connsiteX21-13585" fmla="*/ 5320 w 6642"/>
                    <a:gd name="connsiteY21-13586" fmla="*/ 486 h 5728"/>
                    <a:gd name="connsiteX22-13587" fmla="*/ 5318 w 6642"/>
                    <a:gd name="connsiteY22-13588" fmla="*/ 358 h 5728"/>
                    <a:gd name="connsiteX23-13589" fmla="*/ 5305 w 6642"/>
                    <a:gd name="connsiteY23-13590" fmla="*/ 328 h 5728"/>
                    <a:gd name="connsiteX24-13591" fmla="*/ 5238 w 6642"/>
                    <a:gd name="connsiteY24-13592" fmla="*/ 251 h 5728"/>
                    <a:gd name="connsiteX25-13593" fmla="*/ 5178 w 6642"/>
                    <a:gd name="connsiteY25-13594" fmla="*/ 217 h 5728"/>
                    <a:gd name="connsiteX26-13595" fmla="*/ 5303 w 6642"/>
                    <a:gd name="connsiteY26-13596" fmla="*/ 56 h 5728"/>
                    <a:gd name="connsiteX27-13597" fmla="*/ 5476 w 6642"/>
                    <a:gd name="connsiteY27-13598" fmla="*/ 2 h 5728"/>
                    <a:gd name="connsiteX28-13599" fmla="*/ 5508 w 6642"/>
                    <a:gd name="connsiteY28-13600" fmla="*/ 49 h 5728"/>
                    <a:gd name="connsiteX29-13601" fmla="*/ 5498 w 6642"/>
                    <a:gd name="connsiteY29-13602" fmla="*/ 133 h 5728"/>
                    <a:gd name="connsiteX30-13603" fmla="*/ 5437 w 6642"/>
                    <a:gd name="connsiteY30-13604" fmla="*/ 243 h 5728"/>
                    <a:gd name="connsiteX31-13605" fmla="*/ 5507 w 6642"/>
                    <a:gd name="connsiteY31-13606" fmla="*/ 301 h 5728"/>
                    <a:gd name="connsiteX32-13607" fmla="*/ 5621 w 6642"/>
                    <a:gd name="connsiteY32-13608" fmla="*/ 366 h 5728"/>
                    <a:gd name="connsiteX33-13609" fmla="*/ 5641 w 6642"/>
                    <a:gd name="connsiteY33-13610" fmla="*/ 255 h 5728"/>
                    <a:gd name="connsiteX34-13611" fmla="*/ 5775 w 6642"/>
                    <a:gd name="connsiteY34-13612" fmla="*/ 291 h 5728"/>
                    <a:gd name="connsiteX35-13613" fmla="*/ 5800 w 6642"/>
                    <a:gd name="connsiteY35-13614" fmla="*/ 331 h 5728"/>
                    <a:gd name="connsiteX36-13615" fmla="*/ 5876 w 6642"/>
                    <a:gd name="connsiteY36-13616" fmla="*/ 562 h 5728"/>
                    <a:gd name="connsiteX37-13617" fmla="*/ 5911 w 6642"/>
                    <a:gd name="connsiteY37-13618" fmla="*/ 586 h 5728"/>
                    <a:gd name="connsiteX38-13619" fmla="*/ 6003 w 6642"/>
                    <a:gd name="connsiteY38-13620" fmla="*/ 578 h 5728"/>
                    <a:gd name="connsiteX39-13621" fmla="*/ 6263 w 6642"/>
                    <a:gd name="connsiteY39-13622" fmla="*/ 490 h 5728"/>
                    <a:gd name="connsiteX40-13623" fmla="*/ 6483 w 6642"/>
                    <a:gd name="connsiteY40-13624" fmla="*/ 479 h 5728"/>
                    <a:gd name="connsiteX41-13625" fmla="*/ 6543 w 6642"/>
                    <a:gd name="connsiteY41-13626" fmla="*/ 648 h 5728"/>
                    <a:gd name="connsiteX42-13627" fmla="*/ 6461 w 6642"/>
                    <a:gd name="connsiteY42-13628" fmla="*/ 944 h 5728"/>
                    <a:gd name="connsiteX43-13629" fmla="*/ 6461 w 6642"/>
                    <a:gd name="connsiteY43-13630" fmla="*/ 1022 h 5728"/>
                    <a:gd name="connsiteX44-13631" fmla="*/ 6530 w 6642"/>
                    <a:gd name="connsiteY44-13632" fmla="*/ 1168 h 5728"/>
                    <a:gd name="connsiteX45-13633" fmla="*/ 6545 w 6642"/>
                    <a:gd name="connsiteY45-13634" fmla="*/ 1427 h 5728"/>
                    <a:gd name="connsiteX46-13635" fmla="*/ 6547 w 6642"/>
                    <a:gd name="connsiteY46-13636" fmla="*/ 1617 h 5728"/>
                    <a:gd name="connsiteX47-13637" fmla="*/ 6480 w 6642"/>
                    <a:gd name="connsiteY47-13638" fmla="*/ 1625 h 5728"/>
                    <a:gd name="connsiteX48-13639" fmla="*/ 6458 w 6642"/>
                    <a:gd name="connsiteY48-13640" fmla="*/ 1507 h 5728"/>
                    <a:gd name="connsiteX49-13641" fmla="*/ 6423 w 6642"/>
                    <a:gd name="connsiteY49-13642" fmla="*/ 1450 h 5728"/>
                    <a:gd name="connsiteX50-13643" fmla="*/ 6333 w 6642"/>
                    <a:gd name="connsiteY50-13644" fmla="*/ 1582 h 5728"/>
                    <a:gd name="connsiteX51-13645" fmla="*/ 6220 w 6642"/>
                    <a:gd name="connsiteY51-13646" fmla="*/ 1776 h 5728"/>
                    <a:gd name="connsiteX52-13647" fmla="*/ 6101 w 6642"/>
                    <a:gd name="connsiteY52-13648" fmla="*/ 1904 h 5728"/>
                    <a:gd name="connsiteX53-13649" fmla="*/ 6094 w 6642"/>
                    <a:gd name="connsiteY53-13650" fmla="*/ 2018 h 5728"/>
                    <a:gd name="connsiteX54-13651" fmla="*/ 6154 w 6642"/>
                    <a:gd name="connsiteY54-13652" fmla="*/ 2115 h 5728"/>
                    <a:gd name="connsiteX55-13653" fmla="*/ 6256 w 6642"/>
                    <a:gd name="connsiteY55-13654" fmla="*/ 2183 h 5728"/>
                    <a:gd name="connsiteX56-13655" fmla="*/ 6333 w 6642"/>
                    <a:gd name="connsiteY56-13656" fmla="*/ 2178 h 5728"/>
                    <a:gd name="connsiteX57-13657" fmla="*/ 6378 w 6642"/>
                    <a:gd name="connsiteY57-13658" fmla="*/ 2104 h 5728"/>
                    <a:gd name="connsiteX58-13659" fmla="*/ 6412 w 6642"/>
                    <a:gd name="connsiteY58-13660" fmla="*/ 2210 h 5728"/>
                    <a:gd name="connsiteX59-13661" fmla="*/ 6300 w 6642"/>
                    <a:gd name="connsiteY59-13662" fmla="*/ 2249 h 5728"/>
                    <a:gd name="connsiteX60-13663" fmla="*/ 6347 w 6642"/>
                    <a:gd name="connsiteY60-13664" fmla="*/ 2362 h 5728"/>
                    <a:gd name="connsiteX61-13665" fmla="*/ 6212 w 6642"/>
                    <a:gd name="connsiteY61-13666" fmla="*/ 2509 h 5728"/>
                    <a:gd name="connsiteX62-13667" fmla="*/ 6171 w 6642"/>
                    <a:gd name="connsiteY62-13668" fmla="*/ 2498 h 5728"/>
                    <a:gd name="connsiteX63-13669" fmla="*/ 6047 w 6642"/>
                    <a:gd name="connsiteY63-13670" fmla="*/ 2413 h 5728"/>
                    <a:gd name="connsiteX64-13671" fmla="*/ 5992 w 6642"/>
                    <a:gd name="connsiteY64-13672" fmla="*/ 2412 h 5728"/>
                    <a:gd name="connsiteX65-13673" fmla="*/ 5957 w 6642"/>
                    <a:gd name="connsiteY65-13674" fmla="*/ 2480 h 5728"/>
                    <a:gd name="connsiteX66-13675" fmla="*/ 5960 w 6642"/>
                    <a:gd name="connsiteY66-13676" fmla="*/ 2562 h 5728"/>
                    <a:gd name="connsiteX67-13677" fmla="*/ 6138 w 6642"/>
                    <a:gd name="connsiteY67-13678" fmla="*/ 2730 h 5728"/>
                    <a:gd name="connsiteX68-13679" fmla="*/ 6137 w 6642"/>
                    <a:gd name="connsiteY68-13680" fmla="*/ 2844 h 5728"/>
                    <a:gd name="connsiteX69-13681" fmla="*/ 6228 w 6642"/>
                    <a:gd name="connsiteY69-13682" fmla="*/ 3060 h 5728"/>
                    <a:gd name="connsiteX70-13683" fmla="*/ 6254 w 6642"/>
                    <a:gd name="connsiteY70-13684" fmla="*/ 3090 h 5728"/>
                    <a:gd name="connsiteX71-13685" fmla="*/ 6298 w 6642"/>
                    <a:gd name="connsiteY71-13686" fmla="*/ 3094 h 5728"/>
                    <a:gd name="connsiteX72-13687" fmla="*/ 6344 w 6642"/>
                    <a:gd name="connsiteY72-13688" fmla="*/ 3010 h 5728"/>
                    <a:gd name="connsiteX73-13689" fmla="*/ 6424 w 6642"/>
                    <a:gd name="connsiteY73-13690" fmla="*/ 2950 h 5728"/>
                    <a:gd name="connsiteX74-13691" fmla="*/ 6519 w 6642"/>
                    <a:gd name="connsiteY74-13692" fmla="*/ 3126 h 5728"/>
                    <a:gd name="connsiteX75-13693" fmla="*/ 6629 w 6642"/>
                    <a:gd name="connsiteY75-13694" fmla="*/ 3312 h 5728"/>
                    <a:gd name="connsiteX76-13695" fmla="*/ 6642 w 6642"/>
                    <a:gd name="connsiteY76-13696" fmla="*/ 3342 h 5728"/>
                    <a:gd name="connsiteX77-13697" fmla="*/ 6631 w 6642"/>
                    <a:gd name="connsiteY77-13698" fmla="*/ 3518 h 5728"/>
                    <a:gd name="connsiteX78-13699" fmla="*/ 6596 w 6642"/>
                    <a:gd name="connsiteY78-13700" fmla="*/ 3554 h 5728"/>
                    <a:gd name="connsiteX79-13701" fmla="*/ 6507 w 6642"/>
                    <a:gd name="connsiteY79-13702" fmla="*/ 3515 h 5728"/>
                    <a:gd name="connsiteX80-13703" fmla="*/ 6273 w 6642"/>
                    <a:gd name="connsiteY80-13704" fmla="*/ 3644 h 5728"/>
                    <a:gd name="connsiteX81-13705" fmla="*/ 6247 w 6642"/>
                    <a:gd name="connsiteY81-13706" fmla="*/ 3666 h 5728"/>
                    <a:gd name="connsiteX82-13707" fmla="*/ 6067 w 6642"/>
                    <a:gd name="connsiteY82-13708" fmla="*/ 3812 h 5728"/>
                    <a:gd name="connsiteX83-13709" fmla="*/ 5926 w 6642"/>
                    <a:gd name="connsiteY83-13710" fmla="*/ 3926 h 5728"/>
                    <a:gd name="connsiteX84-13711" fmla="*/ 5891 w 6642"/>
                    <a:gd name="connsiteY84-13712" fmla="*/ 3965 h 5728"/>
                    <a:gd name="connsiteX85-13713" fmla="*/ 5839 w 6642"/>
                    <a:gd name="connsiteY85-13714" fmla="*/ 3973 h 5728"/>
                    <a:gd name="connsiteX86-13715" fmla="*/ 5782 w 6642"/>
                    <a:gd name="connsiteY86-13716" fmla="*/ 3916 h 5728"/>
                    <a:gd name="connsiteX87-13717" fmla="*/ 5658 w 6642"/>
                    <a:gd name="connsiteY87-13718" fmla="*/ 3808 h 5728"/>
                    <a:gd name="connsiteX88-13719" fmla="*/ 5682 w 6642"/>
                    <a:gd name="connsiteY88-13720" fmla="*/ 4064 h 5728"/>
                    <a:gd name="connsiteX89-13721" fmla="*/ 5691 w 6642"/>
                    <a:gd name="connsiteY89-13722" fmla="*/ 4192 h 5728"/>
                    <a:gd name="connsiteX90-13723" fmla="*/ 5429 w 6642"/>
                    <a:gd name="connsiteY90-13724" fmla="*/ 4166 h 5728"/>
                    <a:gd name="connsiteX91-13725" fmla="*/ 5347 w 6642"/>
                    <a:gd name="connsiteY91-13726" fmla="*/ 3987 h 5728"/>
                    <a:gd name="connsiteX92-13727" fmla="*/ 5265 w 6642"/>
                    <a:gd name="connsiteY92-13728" fmla="*/ 3802 h 5728"/>
                    <a:gd name="connsiteX93-13729" fmla="*/ 4290 w 6642"/>
                    <a:gd name="connsiteY93-13730" fmla="*/ 4504 h 5728"/>
                    <a:gd name="connsiteX94-13731" fmla="*/ 4293 w 6642"/>
                    <a:gd name="connsiteY94-13732" fmla="*/ 4556 h 5728"/>
                    <a:gd name="connsiteX95-13733" fmla="*/ 4257 w 6642"/>
                    <a:gd name="connsiteY95-13734" fmla="*/ 4614 h 5728"/>
                    <a:gd name="connsiteX96-13735" fmla="*/ 3992 w 6642"/>
                    <a:gd name="connsiteY96-13736" fmla="*/ 4680 h 5728"/>
                    <a:gd name="connsiteX97-13737" fmla="*/ 3857 w 6642"/>
                    <a:gd name="connsiteY97-13738" fmla="*/ 4739 h 5728"/>
                    <a:gd name="connsiteX98-13739" fmla="*/ 3815 w 6642"/>
                    <a:gd name="connsiteY98-13740" fmla="*/ 4777 h 5728"/>
                    <a:gd name="connsiteX99-13741" fmla="*/ 3616 w 6642"/>
                    <a:gd name="connsiteY99-13742" fmla="*/ 5021 h 5728"/>
                    <a:gd name="connsiteX100-13743" fmla="*/ 3543 w 6642"/>
                    <a:gd name="connsiteY100-13744" fmla="*/ 4970 h 5728"/>
                    <a:gd name="connsiteX101-13745" fmla="*/ 3460 w 6642"/>
                    <a:gd name="connsiteY101-13746" fmla="*/ 4971 h 5728"/>
                    <a:gd name="connsiteX102-13747" fmla="*/ 3424 w 6642"/>
                    <a:gd name="connsiteY102-13748" fmla="*/ 5045 h 5728"/>
                    <a:gd name="connsiteX103-13749" fmla="*/ 3313 w 6642"/>
                    <a:gd name="connsiteY103-13750" fmla="*/ 5000 h 5728"/>
                    <a:gd name="connsiteX104-13751" fmla="*/ 3235 w 6642"/>
                    <a:gd name="connsiteY104-13752" fmla="*/ 5109 h 5728"/>
                    <a:gd name="connsiteX105-13753" fmla="*/ 3013 w 6642"/>
                    <a:gd name="connsiteY105-13754" fmla="*/ 5349 h 5728"/>
                    <a:gd name="connsiteX106-13755" fmla="*/ 2993 w 6642"/>
                    <a:gd name="connsiteY106-13756" fmla="*/ 5516 h 5728"/>
                    <a:gd name="connsiteX107-13757" fmla="*/ 2976 w 6642"/>
                    <a:gd name="connsiteY107-13758" fmla="*/ 5659 h 5728"/>
                    <a:gd name="connsiteX108-13759" fmla="*/ 2960 w 6642"/>
                    <a:gd name="connsiteY108-13760" fmla="*/ 5669 h 5728"/>
                    <a:gd name="connsiteX109-13761" fmla="*/ 2638 w 6642"/>
                    <a:gd name="connsiteY109-13762" fmla="*/ 5621 h 5728"/>
                    <a:gd name="connsiteX110-13763" fmla="*/ 2536 w 6642"/>
                    <a:gd name="connsiteY110-13764" fmla="*/ 5566 h 5728"/>
                    <a:gd name="connsiteX111-13765" fmla="*/ 2482 w 6642"/>
                    <a:gd name="connsiteY111-13766" fmla="*/ 5503 h 5728"/>
                    <a:gd name="connsiteX112-13767" fmla="*/ 2377 w 6642"/>
                    <a:gd name="connsiteY112-13768" fmla="*/ 5477 h 5728"/>
                    <a:gd name="connsiteX113-13769" fmla="*/ 2377 w 6642"/>
                    <a:gd name="connsiteY113-13770" fmla="*/ 5379 h 5728"/>
                    <a:gd name="connsiteX114-13771" fmla="*/ 2481 w 6642"/>
                    <a:gd name="connsiteY114-13772" fmla="*/ 5149 h 5728"/>
                    <a:gd name="connsiteX115-13773" fmla="*/ 2341 w 6642"/>
                    <a:gd name="connsiteY115-13774" fmla="*/ 5070 h 5728"/>
                    <a:gd name="connsiteX116-13775" fmla="*/ 2299 w 6642"/>
                    <a:gd name="connsiteY116-13776" fmla="*/ 5095 h 5728"/>
                    <a:gd name="connsiteX117-13777" fmla="*/ 2209 w 6642"/>
                    <a:gd name="connsiteY117-13778" fmla="*/ 5214 h 5728"/>
                    <a:gd name="connsiteX118-13779" fmla="*/ 2177 w 6642"/>
                    <a:gd name="connsiteY118-13780" fmla="*/ 5276 h 5728"/>
                    <a:gd name="connsiteX119-13781" fmla="*/ 2115 w 6642"/>
                    <a:gd name="connsiteY119-13782" fmla="*/ 5386 h 5728"/>
                    <a:gd name="connsiteX120-13783" fmla="*/ 2121 w 6642"/>
                    <a:gd name="connsiteY120-13784" fmla="*/ 5510 h 5728"/>
                    <a:gd name="connsiteX121-13785" fmla="*/ 2082 w 6642"/>
                    <a:gd name="connsiteY121-13786" fmla="*/ 5558 h 5728"/>
                    <a:gd name="connsiteX122-13787" fmla="*/ 1951 w 6642"/>
                    <a:gd name="connsiteY122-13788" fmla="*/ 5617 h 5728"/>
                    <a:gd name="connsiteX123-13789" fmla="*/ 1785 w 6642"/>
                    <a:gd name="connsiteY123-13790" fmla="*/ 5649 h 5728"/>
                    <a:gd name="connsiteX124-13791" fmla="*/ 1682 w 6642"/>
                    <a:gd name="connsiteY124-13792" fmla="*/ 5728 h 5728"/>
                    <a:gd name="connsiteX125-13793" fmla="*/ 1568 w 6642"/>
                    <a:gd name="connsiteY125-13794" fmla="*/ 5611 h 5728"/>
                    <a:gd name="connsiteX126-13795" fmla="*/ 1508 w 6642"/>
                    <a:gd name="connsiteY126-13796" fmla="*/ 5485 h 5728"/>
                    <a:gd name="connsiteX127-13797" fmla="*/ 1630 w 6642"/>
                    <a:gd name="connsiteY127-13798" fmla="*/ 5242 h 5728"/>
                    <a:gd name="connsiteX128-13799" fmla="*/ 1685 w 6642"/>
                    <a:gd name="connsiteY128-13800" fmla="*/ 5195 h 5728"/>
                    <a:gd name="connsiteX129-13801" fmla="*/ 1730 w 6642"/>
                    <a:gd name="connsiteY129-13802" fmla="*/ 5120 h 5728"/>
                    <a:gd name="connsiteX130-13803" fmla="*/ 1727 w 6642"/>
                    <a:gd name="connsiteY130-13804" fmla="*/ 5071 h 5728"/>
                    <a:gd name="connsiteX131-13805" fmla="*/ 1530 w 6642"/>
                    <a:gd name="connsiteY131-13806" fmla="*/ 5007 h 5728"/>
                    <a:gd name="connsiteX132-13807" fmla="*/ 1459 w 6642"/>
                    <a:gd name="connsiteY132-13808" fmla="*/ 5064 h 5728"/>
                    <a:gd name="connsiteX133-13809" fmla="*/ 1353 w 6642"/>
                    <a:gd name="connsiteY133-13810" fmla="*/ 5111 h 5728"/>
                    <a:gd name="connsiteX134-13811" fmla="*/ 1290 w 6642"/>
                    <a:gd name="connsiteY134-13812" fmla="*/ 5063 h 5728"/>
                    <a:gd name="connsiteX135-13813" fmla="*/ 1052 w 6642"/>
                    <a:gd name="connsiteY135-13814" fmla="*/ 5254 h 5728"/>
                    <a:gd name="connsiteX136-13815" fmla="*/ 924 w 6642"/>
                    <a:gd name="connsiteY136-13816" fmla="*/ 5231 h 5728"/>
                    <a:gd name="connsiteX137-13817" fmla="*/ 813 w 6642"/>
                    <a:gd name="connsiteY137-13818" fmla="*/ 5097 h 5728"/>
                    <a:gd name="connsiteX138-13819" fmla="*/ 683 w 6642"/>
                    <a:gd name="connsiteY138-13820" fmla="*/ 4930 h 5728"/>
                    <a:gd name="connsiteX139-13821" fmla="*/ 572 w 6642"/>
                    <a:gd name="connsiteY139-13822" fmla="*/ 4806 h 5728"/>
                    <a:gd name="connsiteX140-13823" fmla="*/ 505 w 6642"/>
                    <a:gd name="connsiteY140-13824" fmla="*/ 4788 h 5728"/>
                    <a:gd name="connsiteX141-13825" fmla="*/ 640 w 6642"/>
                    <a:gd name="connsiteY141-13826" fmla="*/ 4631 h 5728"/>
                    <a:gd name="connsiteX142-13827" fmla="*/ 683 w 6642"/>
                    <a:gd name="connsiteY142-13828" fmla="*/ 4541 h 5728"/>
                    <a:gd name="connsiteX143-13829" fmla="*/ 651 w 6642"/>
                    <a:gd name="connsiteY143-13830" fmla="*/ 4438 h 5728"/>
                    <a:gd name="connsiteX144-13831" fmla="*/ 277 w 6642"/>
                    <a:gd name="connsiteY144-13832" fmla="*/ 4491 h 5728"/>
                    <a:gd name="connsiteX145-13833" fmla="*/ 187 w 6642"/>
                    <a:gd name="connsiteY145-13834" fmla="*/ 4518 h 5728"/>
                    <a:gd name="connsiteX146-13835" fmla="*/ 195 w 6642"/>
                    <a:gd name="connsiteY146-13836" fmla="*/ 4384 h 5728"/>
                    <a:gd name="connsiteX147-13837" fmla="*/ 147 w 6642"/>
                    <a:gd name="connsiteY147-13838" fmla="*/ 4318 h 5728"/>
                    <a:gd name="connsiteX148-13839" fmla="*/ 39 w 6642"/>
                    <a:gd name="connsiteY148-13840" fmla="*/ 4220 h 5728"/>
                    <a:gd name="connsiteX149-13841" fmla="*/ 75 w 6642"/>
                    <a:gd name="connsiteY149-13842" fmla="*/ 4093 h 5728"/>
                    <a:gd name="connsiteX150-13843" fmla="*/ 63 w 6642"/>
                    <a:gd name="connsiteY150-13844" fmla="*/ 3929 h 5728"/>
                    <a:gd name="connsiteX151-13845" fmla="*/ 0 w 6642"/>
                    <a:gd name="connsiteY151-13846" fmla="*/ 3842 h 5728"/>
                    <a:gd name="connsiteX152-13847" fmla="*/ 0 w 6642"/>
                    <a:gd name="connsiteY152-13848" fmla="*/ 3737 h 5728"/>
                    <a:gd name="connsiteX153-13849" fmla="*/ 303 w 6642"/>
                    <a:gd name="connsiteY153-13850" fmla="*/ 3824 h 5728"/>
                    <a:gd name="connsiteX154-13851" fmla="*/ 830 w 6642"/>
                    <a:gd name="connsiteY154-13852" fmla="*/ 3840 h 5728"/>
                    <a:gd name="connsiteX155-13853" fmla="*/ 1044 w 6642"/>
                    <a:gd name="connsiteY155-13854" fmla="*/ 3908 h 5728"/>
                    <a:gd name="connsiteX156-13855" fmla="*/ 1213 w 6642"/>
                    <a:gd name="connsiteY156-13856" fmla="*/ 4053 h 5728"/>
                    <a:gd name="connsiteX157-13857" fmla="*/ 1257 w 6642"/>
                    <a:gd name="connsiteY157-13858" fmla="*/ 4077 h 5728"/>
                    <a:gd name="connsiteX158-13859" fmla="*/ 1417 w 6642"/>
                    <a:gd name="connsiteY158-13860" fmla="*/ 4107 h 5728"/>
                    <a:gd name="connsiteX159-13861" fmla="*/ 1487 w 6642"/>
                    <a:gd name="connsiteY159-13862" fmla="*/ 4158 h 5728"/>
                    <a:gd name="connsiteX160-13863" fmla="*/ 1688 w 6642"/>
                    <a:gd name="connsiteY160-13864" fmla="*/ 4229 h 5728"/>
                    <a:gd name="connsiteX161-13865" fmla="*/ 1904 w 6642"/>
                    <a:gd name="connsiteY161-13866" fmla="*/ 4309 h 5728"/>
                    <a:gd name="connsiteX162-13867" fmla="*/ 2068 w 6642"/>
                    <a:gd name="connsiteY162-13868" fmla="*/ 4212 h 5728"/>
                    <a:gd name="connsiteX163-13869" fmla="*/ 2267 w 6642"/>
                    <a:gd name="connsiteY163-13870" fmla="*/ 4125 h 5728"/>
                    <a:gd name="connsiteX0-13871" fmla="*/ 5456 w 6642"/>
                    <a:gd name="connsiteY0-13872" fmla="*/ 2333 h 5728"/>
                    <a:gd name="connsiteX1-13873" fmla="*/ 5454 w 6642"/>
                    <a:gd name="connsiteY1-13874" fmla="*/ 2117 h 5728"/>
                    <a:gd name="connsiteX2-13875" fmla="*/ 5378 w 6642"/>
                    <a:gd name="connsiteY2-13876" fmla="*/ 2039 h 5728"/>
                    <a:gd name="connsiteX3-13877" fmla="*/ 5235 w 6642"/>
                    <a:gd name="connsiteY3-13878" fmla="*/ 1951 h 5728"/>
                    <a:gd name="connsiteX4-13879" fmla="*/ 5143 w 6642"/>
                    <a:gd name="connsiteY4-13880" fmla="*/ 1827 h 5728"/>
                    <a:gd name="connsiteX5-13881" fmla="*/ 5047 w 6642"/>
                    <a:gd name="connsiteY5-13882" fmla="*/ 1828 h 5728"/>
                    <a:gd name="connsiteX6-13883" fmla="*/ 5002 w 6642"/>
                    <a:gd name="connsiteY6-13884" fmla="*/ 1883 h 5728"/>
                    <a:gd name="connsiteX7-13885" fmla="*/ 4909 w 6642"/>
                    <a:gd name="connsiteY7-13886" fmla="*/ 1877 h 5728"/>
                    <a:gd name="connsiteX8-13887" fmla="*/ 4889 w 6642"/>
                    <a:gd name="connsiteY8-13888" fmla="*/ 1994 h 5728"/>
                    <a:gd name="connsiteX9-13889" fmla="*/ 4708 w 6642"/>
                    <a:gd name="connsiteY9-13890" fmla="*/ 1941 h 5728"/>
                    <a:gd name="connsiteX10-13891" fmla="*/ 4625 w 6642"/>
                    <a:gd name="connsiteY10-13892" fmla="*/ 1939 h 5728"/>
                    <a:gd name="connsiteX11-13893" fmla="*/ 4500 w 6642"/>
                    <a:gd name="connsiteY11-13894" fmla="*/ 2014 h 5728"/>
                    <a:gd name="connsiteX12-13895" fmla="*/ 4388 w 6642"/>
                    <a:gd name="connsiteY12-13896" fmla="*/ 1890 h 5728"/>
                    <a:gd name="connsiteX13-13897" fmla="*/ 4482 w 6642"/>
                    <a:gd name="connsiteY13-13898" fmla="*/ 1804 h 5728"/>
                    <a:gd name="connsiteX14-13899" fmla="*/ 4486 w 6642"/>
                    <a:gd name="connsiteY14-13900" fmla="*/ 1634 h 5728"/>
                    <a:gd name="connsiteX15-13901" fmla="*/ 4541 w 6642"/>
                    <a:gd name="connsiteY15-13902" fmla="*/ 1514 h 5728"/>
                    <a:gd name="connsiteX16-13903" fmla="*/ 4584 w 6642"/>
                    <a:gd name="connsiteY16-13904" fmla="*/ 1306 h 5728"/>
                    <a:gd name="connsiteX17-13905" fmla="*/ 4644 w 6642"/>
                    <a:gd name="connsiteY17-13906" fmla="*/ 1307 h 5728"/>
                    <a:gd name="connsiteX18-13907" fmla="*/ 4967 w 6642"/>
                    <a:gd name="connsiteY18-13908" fmla="*/ 1286 h 5728"/>
                    <a:gd name="connsiteX19-13909" fmla="*/ 5141 w 6642"/>
                    <a:gd name="connsiteY19-13910" fmla="*/ 1117 h 5728"/>
                    <a:gd name="connsiteX20-13911" fmla="*/ 5210 w 6642"/>
                    <a:gd name="connsiteY20-13912" fmla="*/ 748 h 5728"/>
                    <a:gd name="connsiteX21-13913" fmla="*/ 5320 w 6642"/>
                    <a:gd name="connsiteY21-13914" fmla="*/ 486 h 5728"/>
                    <a:gd name="connsiteX22-13915" fmla="*/ 5318 w 6642"/>
                    <a:gd name="connsiteY22-13916" fmla="*/ 358 h 5728"/>
                    <a:gd name="connsiteX23-13917" fmla="*/ 5305 w 6642"/>
                    <a:gd name="connsiteY23-13918" fmla="*/ 328 h 5728"/>
                    <a:gd name="connsiteX24-13919" fmla="*/ 5238 w 6642"/>
                    <a:gd name="connsiteY24-13920" fmla="*/ 251 h 5728"/>
                    <a:gd name="connsiteX25-13921" fmla="*/ 5178 w 6642"/>
                    <a:gd name="connsiteY25-13922" fmla="*/ 217 h 5728"/>
                    <a:gd name="connsiteX26-13923" fmla="*/ 5303 w 6642"/>
                    <a:gd name="connsiteY26-13924" fmla="*/ 56 h 5728"/>
                    <a:gd name="connsiteX27-13925" fmla="*/ 5476 w 6642"/>
                    <a:gd name="connsiteY27-13926" fmla="*/ 2 h 5728"/>
                    <a:gd name="connsiteX28-13927" fmla="*/ 5508 w 6642"/>
                    <a:gd name="connsiteY28-13928" fmla="*/ 49 h 5728"/>
                    <a:gd name="connsiteX29-13929" fmla="*/ 5498 w 6642"/>
                    <a:gd name="connsiteY29-13930" fmla="*/ 133 h 5728"/>
                    <a:gd name="connsiteX30-13931" fmla="*/ 5437 w 6642"/>
                    <a:gd name="connsiteY30-13932" fmla="*/ 243 h 5728"/>
                    <a:gd name="connsiteX31-13933" fmla="*/ 5507 w 6642"/>
                    <a:gd name="connsiteY31-13934" fmla="*/ 301 h 5728"/>
                    <a:gd name="connsiteX32-13935" fmla="*/ 5621 w 6642"/>
                    <a:gd name="connsiteY32-13936" fmla="*/ 366 h 5728"/>
                    <a:gd name="connsiteX33-13937" fmla="*/ 5641 w 6642"/>
                    <a:gd name="connsiteY33-13938" fmla="*/ 255 h 5728"/>
                    <a:gd name="connsiteX34-13939" fmla="*/ 5775 w 6642"/>
                    <a:gd name="connsiteY34-13940" fmla="*/ 291 h 5728"/>
                    <a:gd name="connsiteX35-13941" fmla="*/ 5800 w 6642"/>
                    <a:gd name="connsiteY35-13942" fmla="*/ 331 h 5728"/>
                    <a:gd name="connsiteX36-13943" fmla="*/ 5876 w 6642"/>
                    <a:gd name="connsiteY36-13944" fmla="*/ 562 h 5728"/>
                    <a:gd name="connsiteX37-13945" fmla="*/ 5911 w 6642"/>
                    <a:gd name="connsiteY37-13946" fmla="*/ 586 h 5728"/>
                    <a:gd name="connsiteX38-13947" fmla="*/ 6003 w 6642"/>
                    <a:gd name="connsiteY38-13948" fmla="*/ 578 h 5728"/>
                    <a:gd name="connsiteX39-13949" fmla="*/ 6263 w 6642"/>
                    <a:gd name="connsiteY39-13950" fmla="*/ 490 h 5728"/>
                    <a:gd name="connsiteX40-13951" fmla="*/ 6483 w 6642"/>
                    <a:gd name="connsiteY40-13952" fmla="*/ 479 h 5728"/>
                    <a:gd name="connsiteX41-13953" fmla="*/ 6543 w 6642"/>
                    <a:gd name="connsiteY41-13954" fmla="*/ 648 h 5728"/>
                    <a:gd name="connsiteX42-13955" fmla="*/ 6461 w 6642"/>
                    <a:gd name="connsiteY42-13956" fmla="*/ 944 h 5728"/>
                    <a:gd name="connsiteX43-13957" fmla="*/ 6461 w 6642"/>
                    <a:gd name="connsiteY43-13958" fmla="*/ 1022 h 5728"/>
                    <a:gd name="connsiteX44-13959" fmla="*/ 6530 w 6642"/>
                    <a:gd name="connsiteY44-13960" fmla="*/ 1168 h 5728"/>
                    <a:gd name="connsiteX45-13961" fmla="*/ 6545 w 6642"/>
                    <a:gd name="connsiteY45-13962" fmla="*/ 1427 h 5728"/>
                    <a:gd name="connsiteX46-13963" fmla="*/ 6547 w 6642"/>
                    <a:gd name="connsiteY46-13964" fmla="*/ 1617 h 5728"/>
                    <a:gd name="connsiteX47-13965" fmla="*/ 6480 w 6642"/>
                    <a:gd name="connsiteY47-13966" fmla="*/ 1625 h 5728"/>
                    <a:gd name="connsiteX48-13967" fmla="*/ 6458 w 6642"/>
                    <a:gd name="connsiteY48-13968" fmla="*/ 1507 h 5728"/>
                    <a:gd name="connsiteX49-13969" fmla="*/ 6423 w 6642"/>
                    <a:gd name="connsiteY49-13970" fmla="*/ 1450 h 5728"/>
                    <a:gd name="connsiteX50-13971" fmla="*/ 6333 w 6642"/>
                    <a:gd name="connsiteY50-13972" fmla="*/ 1582 h 5728"/>
                    <a:gd name="connsiteX51-13973" fmla="*/ 6220 w 6642"/>
                    <a:gd name="connsiteY51-13974" fmla="*/ 1776 h 5728"/>
                    <a:gd name="connsiteX52-13975" fmla="*/ 6101 w 6642"/>
                    <a:gd name="connsiteY52-13976" fmla="*/ 1904 h 5728"/>
                    <a:gd name="connsiteX53-13977" fmla="*/ 6094 w 6642"/>
                    <a:gd name="connsiteY53-13978" fmla="*/ 2018 h 5728"/>
                    <a:gd name="connsiteX54-13979" fmla="*/ 6154 w 6642"/>
                    <a:gd name="connsiteY54-13980" fmla="*/ 2115 h 5728"/>
                    <a:gd name="connsiteX55-13981" fmla="*/ 6256 w 6642"/>
                    <a:gd name="connsiteY55-13982" fmla="*/ 2183 h 5728"/>
                    <a:gd name="connsiteX56-13983" fmla="*/ 6333 w 6642"/>
                    <a:gd name="connsiteY56-13984" fmla="*/ 2178 h 5728"/>
                    <a:gd name="connsiteX57-13985" fmla="*/ 6378 w 6642"/>
                    <a:gd name="connsiteY57-13986" fmla="*/ 2104 h 5728"/>
                    <a:gd name="connsiteX58-13987" fmla="*/ 6412 w 6642"/>
                    <a:gd name="connsiteY58-13988" fmla="*/ 2210 h 5728"/>
                    <a:gd name="connsiteX59-13989" fmla="*/ 6300 w 6642"/>
                    <a:gd name="connsiteY59-13990" fmla="*/ 2249 h 5728"/>
                    <a:gd name="connsiteX60-13991" fmla="*/ 6347 w 6642"/>
                    <a:gd name="connsiteY60-13992" fmla="*/ 2362 h 5728"/>
                    <a:gd name="connsiteX61-13993" fmla="*/ 6212 w 6642"/>
                    <a:gd name="connsiteY61-13994" fmla="*/ 2509 h 5728"/>
                    <a:gd name="connsiteX62-13995" fmla="*/ 6171 w 6642"/>
                    <a:gd name="connsiteY62-13996" fmla="*/ 2498 h 5728"/>
                    <a:gd name="connsiteX63-13997" fmla="*/ 6047 w 6642"/>
                    <a:gd name="connsiteY63-13998" fmla="*/ 2413 h 5728"/>
                    <a:gd name="connsiteX64-13999" fmla="*/ 5992 w 6642"/>
                    <a:gd name="connsiteY64-14000" fmla="*/ 2412 h 5728"/>
                    <a:gd name="connsiteX65-14001" fmla="*/ 5957 w 6642"/>
                    <a:gd name="connsiteY65-14002" fmla="*/ 2480 h 5728"/>
                    <a:gd name="connsiteX66-14003" fmla="*/ 5960 w 6642"/>
                    <a:gd name="connsiteY66-14004" fmla="*/ 2562 h 5728"/>
                    <a:gd name="connsiteX67-14005" fmla="*/ 6138 w 6642"/>
                    <a:gd name="connsiteY67-14006" fmla="*/ 2730 h 5728"/>
                    <a:gd name="connsiteX68-14007" fmla="*/ 6137 w 6642"/>
                    <a:gd name="connsiteY68-14008" fmla="*/ 2844 h 5728"/>
                    <a:gd name="connsiteX69-14009" fmla="*/ 6228 w 6642"/>
                    <a:gd name="connsiteY69-14010" fmla="*/ 3060 h 5728"/>
                    <a:gd name="connsiteX70-14011" fmla="*/ 6254 w 6642"/>
                    <a:gd name="connsiteY70-14012" fmla="*/ 3090 h 5728"/>
                    <a:gd name="connsiteX71-14013" fmla="*/ 6298 w 6642"/>
                    <a:gd name="connsiteY71-14014" fmla="*/ 3094 h 5728"/>
                    <a:gd name="connsiteX72-14015" fmla="*/ 6344 w 6642"/>
                    <a:gd name="connsiteY72-14016" fmla="*/ 3010 h 5728"/>
                    <a:gd name="connsiteX73-14017" fmla="*/ 6424 w 6642"/>
                    <a:gd name="connsiteY73-14018" fmla="*/ 2950 h 5728"/>
                    <a:gd name="connsiteX74-14019" fmla="*/ 6519 w 6642"/>
                    <a:gd name="connsiteY74-14020" fmla="*/ 3126 h 5728"/>
                    <a:gd name="connsiteX75-14021" fmla="*/ 6629 w 6642"/>
                    <a:gd name="connsiteY75-14022" fmla="*/ 3312 h 5728"/>
                    <a:gd name="connsiteX76-14023" fmla="*/ 6642 w 6642"/>
                    <a:gd name="connsiteY76-14024" fmla="*/ 3342 h 5728"/>
                    <a:gd name="connsiteX77-14025" fmla="*/ 6631 w 6642"/>
                    <a:gd name="connsiteY77-14026" fmla="*/ 3518 h 5728"/>
                    <a:gd name="connsiteX78-14027" fmla="*/ 6596 w 6642"/>
                    <a:gd name="connsiteY78-14028" fmla="*/ 3554 h 5728"/>
                    <a:gd name="connsiteX79-14029" fmla="*/ 6507 w 6642"/>
                    <a:gd name="connsiteY79-14030" fmla="*/ 3515 h 5728"/>
                    <a:gd name="connsiteX80-14031" fmla="*/ 6273 w 6642"/>
                    <a:gd name="connsiteY80-14032" fmla="*/ 3644 h 5728"/>
                    <a:gd name="connsiteX81-14033" fmla="*/ 6247 w 6642"/>
                    <a:gd name="connsiteY81-14034" fmla="*/ 3666 h 5728"/>
                    <a:gd name="connsiteX82-14035" fmla="*/ 6067 w 6642"/>
                    <a:gd name="connsiteY82-14036" fmla="*/ 3812 h 5728"/>
                    <a:gd name="connsiteX83-14037" fmla="*/ 5926 w 6642"/>
                    <a:gd name="connsiteY83-14038" fmla="*/ 3926 h 5728"/>
                    <a:gd name="connsiteX84-14039" fmla="*/ 5891 w 6642"/>
                    <a:gd name="connsiteY84-14040" fmla="*/ 3965 h 5728"/>
                    <a:gd name="connsiteX85-14041" fmla="*/ 5839 w 6642"/>
                    <a:gd name="connsiteY85-14042" fmla="*/ 3973 h 5728"/>
                    <a:gd name="connsiteX86-14043" fmla="*/ 5782 w 6642"/>
                    <a:gd name="connsiteY86-14044" fmla="*/ 3916 h 5728"/>
                    <a:gd name="connsiteX87-14045" fmla="*/ 5658 w 6642"/>
                    <a:gd name="connsiteY87-14046" fmla="*/ 3808 h 5728"/>
                    <a:gd name="connsiteX88-14047" fmla="*/ 5682 w 6642"/>
                    <a:gd name="connsiteY88-14048" fmla="*/ 4064 h 5728"/>
                    <a:gd name="connsiteX89-14049" fmla="*/ 5691 w 6642"/>
                    <a:gd name="connsiteY89-14050" fmla="*/ 4192 h 5728"/>
                    <a:gd name="connsiteX90-14051" fmla="*/ 5429 w 6642"/>
                    <a:gd name="connsiteY90-14052" fmla="*/ 4166 h 5728"/>
                    <a:gd name="connsiteX91-14053" fmla="*/ 5347 w 6642"/>
                    <a:gd name="connsiteY91-14054" fmla="*/ 3987 h 5728"/>
                    <a:gd name="connsiteX92-14055" fmla="*/ 5265 w 6642"/>
                    <a:gd name="connsiteY92-14056" fmla="*/ 3802 h 5728"/>
                    <a:gd name="connsiteX93-14057" fmla="*/ 4290 w 6642"/>
                    <a:gd name="connsiteY93-14058" fmla="*/ 4504 h 5728"/>
                    <a:gd name="connsiteX94-14059" fmla="*/ 4293 w 6642"/>
                    <a:gd name="connsiteY94-14060" fmla="*/ 4556 h 5728"/>
                    <a:gd name="connsiteX95-14061" fmla="*/ 4257 w 6642"/>
                    <a:gd name="connsiteY95-14062" fmla="*/ 4614 h 5728"/>
                    <a:gd name="connsiteX96-14063" fmla="*/ 3992 w 6642"/>
                    <a:gd name="connsiteY96-14064" fmla="*/ 4680 h 5728"/>
                    <a:gd name="connsiteX97-14065" fmla="*/ 3857 w 6642"/>
                    <a:gd name="connsiteY97-14066" fmla="*/ 4739 h 5728"/>
                    <a:gd name="connsiteX98-14067" fmla="*/ 3815 w 6642"/>
                    <a:gd name="connsiteY98-14068" fmla="*/ 4777 h 5728"/>
                    <a:gd name="connsiteX99-14069" fmla="*/ 3616 w 6642"/>
                    <a:gd name="connsiteY99-14070" fmla="*/ 5021 h 5728"/>
                    <a:gd name="connsiteX100-14071" fmla="*/ 3543 w 6642"/>
                    <a:gd name="connsiteY100-14072" fmla="*/ 4970 h 5728"/>
                    <a:gd name="connsiteX101-14073" fmla="*/ 3460 w 6642"/>
                    <a:gd name="connsiteY101-14074" fmla="*/ 4971 h 5728"/>
                    <a:gd name="connsiteX102-14075" fmla="*/ 3424 w 6642"/>
                    <a:gd name="connsiteY102-14076" fmla="*/ 5045 h 5728"/>
                    <a:gd name="connsiteX103-14077" fmla="*/ 3313 w 6642"/>
                    <a:gd name="connsiteY103-14078" fmla="*/ 5000 h 5728"/>
                    <a:gd name="connsiteX104-14079" fmla="*/ 3235 w 6642"/>
                    <a:gd name="connsiteY104-14080" fmla="*/ 5109 h 5728"/>
                    <a:gd name="connsiteX105-14081" fmla="*/ 3013 w 6642"/>
                    <a:gd name="connsiteY105-14082" fmla="*/ 5349 h 5728"/>
                    <a:gd name="connsiteX106-14083" fmla="*/ 2993 w 6642"/>
                    <a:gd name="connsiteY106-14084" fmla="*/ 5516 h 5728"/>
                    <a:gd name="connsiteX107-14085" fmla="*/ 2976 w 6642"/>
                    <a:gd name="connsiteY107-14086" fmla="*/ 5659 h 5728"/>
                    <a:gd name="connsiteX108-14087" fmla="*/ 2960 w 6642"/>
                    <a:gd name="connsiteY108-14088" fmla="*/ 5669 h 5728"/>
                    <a:gd name="connsiteX109-14089" fmla="*/ 2638 w 6642"/>
                    <a:gd name="connsiteY109-14090" fmla="*/ 5621 h 5728"/>
                    <a:gd name="connsiteX110-14091" fmla="*/ 2536 w 6642"/>
                    <a:gd name="connsiteY110-14092" fmla="*/ 5566 h 5728"/>
                    <a:gd name="connsiteX111-14093" fmla="*/ 2482 w 6642"/>
                    <a:gd name="connsiteY111-14094" fmla="*/ 5503 h 5728"/>
                    <a:gd name="connsiteX112-14095" fmla="*/ 2377 w 6642"/>
                    <a:gd name="connsiteY112-14096" fmla="*/ 5477 h 5728"/>
                    <a:gd name="connsiteX113-14097" fmla="*/ 2377 w 6642"/>
                    <a:gd name="connsiteY113-14098" fmla="*/ 5379 h 5728"/>
                    <a:gd name="connsiteX114-14099" fmla="*/ 2481 w 6642"/>
                    <a:gd name="connsiteY114-14100" fmla="*/ 5149 h 5728"/>
                    <a:gd name="connsiteX115-14101" fmla="*/ 2341 w 6642"/>
                    <a:gd name="connsiteY115-14102" fmla="*/ 5070 h 5728"/>
                    <a:gd name="connsiteX116-14103" fmla="*/ 2299 w 6642"/>
                    <a:gd name="connsiteY116-14104" fmla="*/ 5095 h 5728"/>
                    <a:gd name="connsiteX117-14105" fmla="*/ 2209 w 6642"/>
                    <a:gd name="connsiteY117-14106" fmla="*/ 5214 h 5728"/>
                    <a:gd name="connsiteX118-14107" fmla="*/ 2177 w 6642"/>
                    <a:gd name="connsiteY118-14108" fmla="*/ 5276 h 5728"/>
                    <a:gd name="connsiteX119-14109" fmla="*/ 2115 w 6642"/>
                    <a:gd name="connsiteY119-14110" fmla="*/ 5386 h 5728"/>
                    <a:gd name="connsiteX120-14111" fmla="*/ 2121 w 6642"/>
                    <a:gd name="connsiteY120-14112" fmla="*/ 5510 h 5728"/>
                    <a:gd name="connsiteX121-14113" fmla="*/ 2082 w 6642"/>
                    <a:gd name="connsiteY121-14114" fmla="*/ 5558 h 5728"/>
                    <a:gd name="connsiteX122-14115" fmla="*/ 1951 w 6642"/>
                    <a:gd name="connsiteY122-14116" fmla="*/ 5617 h 5728"/>
                    <a:gd name="connsiteX123-14117" fmla="*/ 1785 w 6642"/>
                    <a:gd name="connsiteY123-14118" fmla="*/ 5649 h 5728"/>
                    <a:gd name="connsiteX124-14119" fmla="*/ 1682 w 6642"/>
                    <a:gd name="connsiteY124-14120" fmla="*/ 5728 h 5728"/>
                    <a:gd name="connsiteX125-14121" fmla="*/ 1568 w 6642"/>
                    <a:gd name="connsiteY125-14122" fmla="*/ 5611 h 5728"/>
                    <a:gd name="connsiteX126-14123" fmla="*/ 1508 w 6642"/>
                    <a:gd name="connsiteY126-14124" fmla="*/ 5485 h 5728"/>
                    <a:gd name="connsiteX127-14125" fmla="*/ 1630 w 6642"/>
                    <a:gd name="connsiteY127-14126" fmla="*/ 5242 h 5728"/>
                    <a:gd name="connsiteX128-14127" fmla="*/ 1685 w 6642"/>
                    <a:gd name="connsiteY128-14128" fmla="*/ 5195 h 5728"/>
                    <a:gd name="connsiteX129-14129" fmla="*/ 1730 w 6642"/>
                    <a:gd name="connsiteY129-14130" fmla="*/ 5120 h 5728"/>
                    <a:gd name="connsiteX130-14131" fmla="*/ 1727 w 6642"/>
                    <a:gd name="connsiteY130-14132" fmla="*/ 5071 h 5728"/>
                    <a:gd name="connsiteX131-14133" fmla="*/ 1530 w 6642"/>
                    <a:gd name="connsiteY131-14134" fmla="*/ 5007 h 5728"/>
                    <a:gd name="connsiteX132-14135" fmla="*/ 1459 w 6642"/>
                    <a:gd name="connsiteY132-14136" fmla="*/ 5064 h 5728"/>
                    <a:gd name="connsiteX133-14137" fmla="*/ 1353 w 6642"/>
                    <a:gd name="connsiteY133-14138" fmla="*/ 5111 h 5728"/>
                    <a:gd name="connsiteX134-14139" fmla="*/ 1290 w 6642"/>
                    <a:gd name="connsiteY134-14140" fmla="*/ 5063 h 5728"/>
                    <a:gd name="connsiteX135-14141" fmla="*/ 1052 w 6642"/>
                    <a:gd name="connsiteY135-14142" fmla="*/ 5254 h 5728"/>
                    <a:gd name="connsiteX136-14143" fmla="*/ 924 w 6642"/>
                    <a:gd name="connsiteY136-14144" fmla="*/ 5231 h 5728"/>
                    <a:gd name="connsiteX137-14145" fmla="*/ 813 w 6642"/>
                    <a:gd name="connsiteY137-14146" fmla="*/ 5097 h 5728"/>
                    <a:gd name="connsiteX138-14147" fmla="*/ 683 w 6642"/>
                    <a:gd name="connsiteY138-14148" fmla="*/ 4930 h 5728"/>
                    <a:gd name="connsiteX139-14149" fmla="*/ 572 w 6642"/>
                    <a:gd name="connsiteY139-14150" fmla="*/ 4806 h 5728"/>
                    <a:gd name="connsiteX140-14151" fmla="*/ 505 w 6642"/>
                    <a:gd name="connsiteY140-14152" fmla="*/ 4788 h 5728"/>
                    <a:gd name="connsiteX141-14153" fmla="*/ 640 w 6642"/>
                    <a:gd name="connsiteY141-14154" fmla="*/ 4631 h 5728"/>
                    <a:gd name="connsiteX142-14155" fmla="*/ 683 w 6642"/>
                    <a:gd name="connsiteY142-14156" fmla="*/ 4541 h 5728"/>
                    <a:gd name="connsiteX143-14157" fmla="*/ 651 w 6642"/>
                    <a:gd name="connsiteY143-14158" fmla="*/ 4438 h 5728"/>
                    <a:gd name="connsiteX144-14159" fmla="*/ 277 w 6642"/>
                    <a:gd name="connsiteY144-14160" fmla="*/ 4491 h 5728"/>
                    <a:gd name="connsiteX145-14161" fmla="*/ 187 w 6642"/>
                    <a:gd name="connsiteY145-14162" fmla="*/ 4518 h 5728"/>
                    <a:gd name="connsiteX146-14163" fmla="*/ 195 w 6642"/>
                    <a:gd name="connsiteY146-14164" fmla="*/ 4384 h 5728"/>
                    <a:gd name="connsiteX147-14165" fmla="*/ 147 w 6642"/>
                    <a:gd name="connsiteY147-14166" fmla="*/ 4318 h 5728"/>
                    <a:gd name="connsiteX148-14167" fmla="*/ 39 w 6642"/>
                    <a:gd name="connsiteY148-14168" fmla="*/ 4220 h 5728"/>
                    <a:gd name="connsiteX149-14169" fmla="*/ 75 w 6642"/>
                    <a:gd name="connsiteY149-14170" fmla="*/ 4093 h 5728"/>
                    <a:gd name="connsiteX150-14171" fmla="*/ 63 w 6642"/>
                    <a:gd name="connsiteY150-14172" fmla="*/ 3929 h 5728"/>
                    <a:gd name="connsiteX151-14173" fmla="*/ 0 w 6642"/>
                    <a:gd name="connsiteY151-14174" fmla="*/ 3842 h 5728"/>
                    <a:gd name="connsiteX152-14175" fmla="*/ 0 w 6642"/>
                    <a:gd name="connsiteY152-14176" fmla="*/ 3737 h 5728"/>
                    <a:gd name="connsiteX153-14177" fmla="*/ 303 w 6642"/>
                    <a:gd name="connsiteY153-14178" fmla="*/ 3824 h 5728"/>
                    <a:gd name="connsiteX154-14179" fmla="*/ 830 w 6642"/>
                    <a:gd name="connsiteY154-14180" fmla="*/ 3840 h 5728"/>
                    <a:gd name="connsiteX155-14181" fmla="*/ 1044 w 6642"/>
                    <a:gd name="connsiteY155-14182" fmla="*/ 3908 h 5728"/>
                    <a:gd name="connsiteX156-14183" fmla="*/ 1213 w 6642"/>
                    <a:gd name="connsiteY156-14184" fmla="*/ 4053 h 5728"/>
                    <a:gd name="connsiteX157-14185" fmla="*/ 1257 w 6642"/>
                    <a:gd name="connsiteY157-14186" fmla="*/ 4077 h 5728"/>
                    <a:gd name="connsiteX158-14187" fmla="*/ 1417 w 6642"/>
                    <a:gd name="connsiteY158-14188" fmla="*/ 4107 h 5728"/>
                    <a:gd name="connsiteX159-14189" fmla="*/ 1487 w 6642"/>
                    <a:gd name="connsiteY159-14190" fmla="*/ 4158 h 5728"/>
                    <a:gd name="connsiteX160-14191" fmla="*/ 1688 w 6642"/>
                    <a:gd name="connsiteY160-14192" fmla="*/ 4229 h 5728"/>
                    <a:gd name="connsiteX161-14193" fmla="*/ 1904 w 6642"/>
                    <a:gd name="connsiteY161-14194" fmla="*/ 4309 h 5728"/>
                    <a:gd name="connsiteX162-14195" fmla="*/ 2068 w 6642"/>
                    <a:gd name="connsiteY162-14196" fmla="*/ 4212 h 5728"/>
                    <a:gd name="connsiteX0-14197" fmla="*/ 5456 w 6642"/>
                    <a:gd name="connsiteY0-14198" fmla="*/ 2333 h 5728"/>
                    <a:gd name="connsiteX1-14199" fmla="*/ 5454 w 6642"/>
                    <a:gd name="connsiteY1-14200" fmla="*/ 2117 h 5728"/>
                    <a:gd name="connsiteX2-14201" fmla="*/ 5378 w 6642"/>
                    <a:gd name="connsiteY2-14202" fmla="*/ 2039 h 5728"/>
                    <a:gd name="connsiteX3-14203" fmla="*/ 5235 w 6642"/>
                    <a:gd name="connsiteY3-14204" fmla="*/ 1951 h 5728"/>
                    <a:gd name="connsiteX4-14205" fmla="*/ 5143 w 6642"/>
                    <a:gd name="connsiteY4-14206" fmla="*/ 1827 h 5728"/>
                    <a:gd name="connsiteX5-14207" fmla="*/ 5047 w 6642"/>
                    <a:gd name="connsiteY5-14208" fmla="*/ 1828 h 5728"/>
                    <a:gd name="connsiteX6-14209" fmla="*/ 5002 w 6642"/>
                    <a:gd name="connsiteY6-14210" fmla="*/ 1883 h 5728"/>
                    <a:gd name="connsiteX7-14211" fmla="*/ 4909 w 6642"/>
                    <a:gd name="connsiteY7-14212" fmla="*/ 1877 h 5728"/>
                    <a:gd name="connsiteX8-14213" fmla="*/ 4889 w 6642"/>
                    <a:gd name="connsiteY8-14214" fmla="*/ 1994 h 5728"/>
                    <a:gd name="connsiteX9-14215" fmla="*/ 4708 w 6642"/>
                    <a:gd name="connsiteY9-14216" fmla="*/ 1941 h 5728"/>
                    <a:gd name="connsiteX10-14217" fmla="*/ 4625 w 6642"/>
                    <a:gd name="connsiteY10-14218" fmla="*/ 1939 h 5728"/>
                    <a:gd name="connsiteX11-14219" fmla="*/ 4500 w 6642"/>
                    <a:gd name="connsiteY11-14220" fmla="*/ 2014 h 5728"/>
                    <a:gd name="connsiteX12-14221" fmla="*/ 4388 w 6642"/>
                    <a:gd name="connsiteY12-14222" fmla="*/ 1890 h 5728"/>
                    <a:gd name="connsiteX13-14223" fmla="*/ 4482 w 6642"/>
                    <a:gd name="connsiteY13-14224" fmla="*/ 1804 h 5728"/>
                    <a:gd name="connsiteX14-14225" fmla="*/ 4486 w 6642"/>
                    <a:gd name="connsiteY14-14226" fmla="*/ 1634 h 5728"/>
                    <a:gd name="connsiteX15-14227" fmla="*/ 4541 w 6642"/>
                    <a:gd name="connsiteY15-14228" fmla="*/ 1514 h 5728"/>
                    <a:gd name="connsiteX16-14229" fmla="*/ 4584 w 6642"/>
                    <a:gd name="connsiteY16-14230" fmla="*/ 1306 h 5728"/>
                    <a:gd name="connsiteX17-14231" fmla="*/ 4644 w 6642"/>
                    <a:gd name="connsiteY17-14232" fmla="*/ 1307 h 5728"/>
                    <a:gd name="connsiteX18-14233" fmla="*/ 4967 w 6642"/>
                    <a:gd name="connsiteY18-14234" fmla="*/ 1286 h 5728"/>
                    <a:gd name="connsiteX19-14235" fmla="*/ 5141 w 6642"/>
                    <a:gd name="connsiteY19-14236" fmla="*/ 1117 h 5728"/>
                    <a:gd name="connsiteX20-14237" fmla="*/ 5210 w 6642"/>
                    <a:gd name="connsiteY20-14238" fmla="*/ 748 h 5728"/>
                    <a:gd name="connsiteX21-14239" fmla="*/ 5320 w 6642"/>
                    <a:gd name="connsiteY21-14240" fmla="*/ 486 h 5728"/>
                    <a:gd name="connsiteX22-14241" fmla="*/ 5318 w 6642"/>
                    <a:gd name="connsiteY22-14242" fmla="*/ 358 h 5728"/>
                    <a:gd name="connsiteX23-14243" fmla="*/ 5305 w 6642"/>
                    <a:gd name="connsiteY23-14244" fmla="*/ 328 h 5728"/>
                    <a:gd name="connsiteX24-14245" fmla="*/ 5238 w 6642"/>
                    <a:gd name="connsiteY24-14246" fmla="*/ 251 h 5728"/>
                    <a:gd name="connsiteX25-14247" fmla="*/ 5178 w 6642"/>
                    <a:gd name="connsiteY25-14248" fmla="*/ 217 h 5728"/>
                    <a:gd name="connsiteX26-14249" fmla="*/ 5303 w 6642"/>
                    <a:gd name="connsiteY26-14250" fmla="*/ 56 h 5728"/>
                    <a:gd name="connsiteX27-14251" fmla="*/ 5476 w 6642"/>
                    <a:gd name="connsiteY27-14252" fmla="*/ 2 h 5728"/>
                    <a:gd name="connsiteX28-14253" fmla="*/ 5508 w 6642"/>
                    <a:gd name="connsiteY28-14254" fmla="*/ 49 h 5728"/>
                    <a:gd name="connsiteX29-14255" fmla="*/ 5498 w 6642"/>
                    <a:gd name="connsiteY29-14256" fmla="*/ 133 h 5728"/>
                    <a:gd name="connsiteX30-14257" fmla="*/ 5437 w 6642"/>
                    <a:gd name="connsiteY30-14258" fmla="*/ 243 h 5728"/>
                    <a:gd name="connsiteX31-14259" fmla="*/ 5507 w 6642"/>
                    <a:gd name="connsiteY31-14260" fmla="*/ 301 h 5728"/>
                    <a:gd name="connsiteX32-14261" fmla="*/ 5621 w 6642"/>
                    <a:gd name="connsiteY32-14262" fmla="*/ 366 h 5728"/>
                    <a:gd name="connsiteX33-14263" fmla="*/ 5641 w 6642"/>
                    <a:gd name="connsiteY33-14264" fmla="*/ 255 h 5728"/>
                    <a:gd name="connsiteX34-14265" fmla="*/ 5775 w 6642"/>
                    <a:gd name="connsiteY34-14266" fmla="*/ 291 h 5728"/>
                    <a:gd name="connsiteX35-14267" fmla="*/ 5800 w 6642"/>
                    <a:gd name="connsiteY35-14268" fmla="*/ 331 h 5728"/>
                    <a:gd name="connsiteX36-14269" fmla="*/ 5876 w 6642"/>
                    <a:gd name="connsiteY36-14270" fmla="*/ 562 h 5728"/>
                    <a:gd name="connsiteX37-14271" fmla="*/ 5911 w 6642"/>
                    <a:gd name="connsiteY37-14272" fmla="*/ 586 h 5728"/>
                    <a:gd name="connsiteX38-14273" fmla="*/ 6003 w 6642"/>
                    <a:gd name="connsiteY38-14274" fmla="*/ 578 h 5728"/>
                    <a:gd name="connsiteX39-14275" fmla="*/ 6263 w 6642"/>
                    <a:gd name="connsiteY39-14276" fmla="*/ 490 h 5728"/>
                    <a:gd name="connsiteX40-14277" fmla="*/ 6483 w 6642"/>
                    <a:gd name="connsiteY40-14278" fmla="*/ 479 h 5728"/>
                    <a:gd name="connsiteX41-14279" fmla="*/ 6543 w 6642"/>
                    <a:gd name="connsiteY41-14280" fmla="*/ 648 h 5728"/>
                    <a:gd name="connsiteX42-14281" fmla="*/ 6461 w 6642"/>
                    <a:gd name="connsiteY42-14282" fmla="*/ 944 h 5728"/>
                    <a:gd name="connsiteX43-14283" fmla="*/ 6461 w 6642"/>
                    <a:gd name="connsiteY43-14284" fmla="*/ 1022 h 5728"/>
                    <a:gd name="connsiteX44-14285" fmla="*/ 6530 w 6642"/>
                    <a:gd name="connsiteY44-14286" fmla="*/ 1168 h 5728"/>
                    <a:gd name="connsiteX45-14287" fmla="*/ 6545 w 6642"/>
                    <a:gd name="connsiteY45-14288" fmla="*/ 1427 h 5728"/>
                    <a:gd name="connsiteX46-14289" fmla="*/ 6547 w 6642"/>
                    <a:gd name="connsiteY46-14290" fmla="*/ 1617 h 5728"/>
                    <a:gd name="connsiteX47-14291" fmla="*/ 6480 w 6642"/>
                    <a:gd name="connsiteY47-14292" fmla="*/ 1625 h 5728"/>
                    <a:gd name="connsiteX48-14293" fmla="*/ 6458 w 6642"/>
                    <a:gd name="connsiteY48-14294" fmla="*/ 1507 h 5728"/>
                    <a:gd name="connsiteX49-14295" fmla="*/ 6423 w 6642"/>
                    <a:gd name="connsiteY49-14296" fmla="*/ 1450 h 5728"/>
                    <a:gd name="connsiteX50-14297" fmla="*/ 6333 w 6642"/>
                    <a:gd name="connsiteY50-14298" fmla="*/ 1582 h 5728"/>
                    <a:gd name="connsiteX51-14299" fmla="*/ 6220 w 6642"/>
                    <a:gd name="connsiteY51-14300" fmla="*/ 1776 h 5728"/>
                    <a:gd name="connsiteX52-14301" fmla="*/ 6101 w 6642"/>
                    <a:gd name="connsiteY52-14302" fmla="*/ 1904 h 5728"/>
                    <a:gd name="connsiteX53-14303" fmla="*/ 6094 w 6642"/>
                    <a:gd name="connsiteY53-14304" fmla="*/ 2018 h 5728"/>
                    <a:gd name="connsiteX54-14305" fmla="*/ 6154 w 6642"/>
                    <a:gd name="connsiteY54-14306" fmla="*/ 2115 h 5728"/>
                    <a:gd name="connsiteX55-14307" fmla="*/ 6256 w 6642"/>
                    <a:gd name="connsiteY55-14308" fmla="*/ 2183 h 5728"/>
                    <a:gd name="connsiteX56-14309" fmla="*/ 6333 w 6642"/>
                    <a:gd name="connsiteY56-14310" fmla="*/ 2178 h 5728"/>
                    <a:gd name="connsiteX57-14311" fmla="*/ 6378 w 6642"/>
                    <a:gd name="connsiteY57-14312" fmla="*/ 2104 h 5728"/>
                    <a:gd name="connsiteX58-14313" fmla="*/ 6412 w 6642"/>
                    <a:gd name="connsiteY58-14314" fmla="*/ 2210 h 5728"/>
                    <a:gd name="connsiteX59-14315" fmla="*/ 6300 w 6642"/>
                    <a:gd name="connsiteY59-14316" fmla="*/ 2249 h 5728"/>
                    <a:gd name="connsiteX60-14317" fmla="*/ 6347 w 6642"/>
                    <a:gd name="connsiteY60-14318" fmla="*/ 2362 h 5728"/>
                    <a:gd name="connsiteX61-14319" fmla="*/ 6212 w 6642"/>
                    <a:gd name="connsiteY61-14320" fmla="*/ 2509 h 5728"/>
                    <a:gd name="connsiteX62-14321" fmla="*/ 6171 w 6642"/>
                    <a:gd name="connsiteY62-14322" fmla="*/ 2498 h 5728"/>
                    <a:gd name="connsiteX63-14323" fmla="*/ 6047 w 6642"/>
                    <a:gd name="connsiteY63-14324" fmla="*/ 2413 h 5728"/>
                    <a:gd name="connsiteX64-14325" fmla="*/ 5992 w 6642"/>
                    <a:gd name="connsiteY64-14326" fmla="*/ 2412 h 5728"/>
                    <a:gd name="connsiteX65-14327" fmla="*/ 5957 w 6642"/>
                    <a:gd name="connsiteY65-14328" fmla="*/ 2480 h 5728"/>
                    <a:gd name="connsiteX66-14329" fmla="*/ 5960 w 6642"/>
                    <a:gd name="connsiteY66-14330" fmla="*/ 2562 h 5728"/>
                    <a:gd name="connsiteX67-14331" fmla="*/ 6138 w 6642"/>
                    <a:gd name="connsiteY67-14332" fmla="*/ 2730 h 5728"/>
                    <a:gd name="connsiteX68-14333" fmla="*/ 6137 w 6642"/>
                    <a:gd name="connsiteY68-14334" fmla="*/ 2844 h 5728"/>
                    <a:gd name="connsiteX69-14335" fmla="*/ 6228 w 6642"/>
                    <a:gd name="connsiteY69-14336" fmla="*/ 3060 h 5728"/>
                    <a:gd name="connsiteX70-14337" fmla="*/ 6254 w 6642"/>
                    <a:gd name="connsiteY70-14338" fmla="*/ 3090 h 5728"/>
                    <a:gd name="connsiteX71-14339" fmla="*/ 6298 w 6642"/>
                    <a:gd name="connsiteY71-14340" fmla="*/ 3094 h 5728"/>
                    <a:gd name="connsiteX72-14341" fmla="*/ 6344 w 6642"/>
                    <a:gd name="connsiteY72-14342" fmla="*/ 3010 h 5728"/>
                    <a:gd name="connsiteX73-14343" fmla="*/ 6424 w 6642"/>
                    <a:gd name="connsiteY73-14344" fmla="*/ 2950 h 5728"/>
                    <a:gd name="connsiteX74-14345" fmla="*/ 6519 w 6642"/>
                    <a:gd name="connsiteY74-14346" fmla="*/ 3126 h 5728"/>
                    <a:gd name="connsiteX75-14347" fmla="*/ 6629 w 6642"/>
                    <a:gd name="connsiteY75-14348" fmla="*/ 3312 h 5728"/>
                    <a:gd name="connsiteX76-14349" fmla="*/ 6642 w 6642"/>
                    <a:gd name="connsiteY76-14350" fmla="*/ 3342 h 5728"/>
                    <a:gd name="connsiteX77-14351" fmla="*/ 6631 w 6642"/>
                    <a:gd name="connsiteY77-14352" fmla="*/ 3518 h 5728"/>
                    <a:gd name="connsiteX78-14353" fmla="*/ 6596 w 6642"/>
                    <a:gd name="connsiteY78-14354" fmla="*/ 3554 h 5728"/>
                    <a:gd name="connsiteX79-14355" fmla="*/ 6507 w 6642"/>
                    <a:gd name="connsiteY79-14356" fmla="*/ 3515 h 5728"/>
                    <a:gd name="connsiteX80-14357" fmla="*/ 6273 w 6642"/>
                    <a:gd name="connsiteY80-14358" fmla="*/ 3644 h 5728"/>
                    <a:gd name="connsiteX81-14359" fmla="*/ 6247 w 6642"/>
                    <a:gd name="connsiteY81-14360" fmla="*/ 3666 h 5728"/>
                    <a:gd name="connsiteX82-14361" fmla="*/ 6067 w 6642"/>
                    <a:gd name="connsiteY82-14362" fmla="*/ 3812 h 5728"/>
                    <a:gd name="connsiteX83-14363" fmla="*/ 5926 w 6642"/>
                    <a:gd name="connsiteY83-14364" fmla="*/ 3926 h 5728"/>
                    <a:gd name="connsiteX84-14365" fmla="*/ 5891 w 6642"/>
                    <a:gd name="connsiteY84-14366" fmla="*/ 3965 h 5728"/>
                    <a:gd name="connsiteX85-14367" fmla="*/ 5839 w 6642"/>
                    <a:gd name="connsiteY85-14368" fmla="*/ 3973 h 5728"/>
                    <a:gd name="connsiteX86-14369" fmla="*/ 5782 w 6642"/>
                    <a:gd name="connsiteY86-14370" fmla="*/ 3916 h 5728"/>
                    <a:gd name="connsiteX87-14371" fmla="*/ 5658 w 6642"/>
                    <a:gd name="connsiteY87-14372" fmla="*/ 3808 h 5728"/>
                    <a:gd name="connsiteX88-14373" fmla="*/ 5682 w 6642"/>
                    <a:gd name="connsiteY88-14374" fmla="*/ 4064 h 5728"/>
                    <a:gd name="connsiteX89-14375" fmla="*/ 5691 w 6642"/>
                    <a:gd name="connsiteY89-14376" fmla="*/ 4192 h 5728"/>
                    <a:gd name="connsiteX90-14377" fmla="*/ 5429 w 6642"/>
                    <a:gd name="connsiteY90-14378" fmla="*/ 4166 h 5728"/>
                    <a:gd name="connsiteX91-14379" fmla="*/ 5347 w 6642"/>
                    <a:gd name="connsiteY91-14380" fmla="*/ 3987 h 5728"/>
                    <a:gd name="connsiteX92-14381" fmla="*/ 5265 w 6642"/>
                    <a:gd name="connsiteY92-14382" fmla="*/ 3802 h 5728"/>
                    <a:gd name="connsiteX93-14383" fmla="*/ 4290 w 6642"/>
                    <a:gd name="connsiteY93-14384" fmla="*/ 4504 h 5728"/>
                    <a:gd name="connsiteX94-14385" fmla="*/ 4293 w 6642"/>
                    <a:gd name="connsiteY94-14386" fmla="*/ 4556 h 5728"/>
                    <a:gd name="connsiteX95-14387" fmla="*/ 4257 w 6642"/>
                    <a:gd name="connsiteY95-14388" fmla="*/ 4614 h 5728"/>
                    <a:gd name="connsiteX96-14389" fmla="*/ 3992 w 6642"/>
                    <a:gd name="connsiteY96-14390" fmla="*/ 4680 h 5728"/>
                    <a:gd name="connsiteX97-14391" fmla="*/ 3857 w 6642"/>
                    <a:gd name="connsiteY97-14392" fmla="*/ 4739 h 5728"/>
                    <a:gd name="connsiteX98-14393" fmla="*/ 3815 w 6642"/>
                    <a:gd name="connsiteY98-14394" fmla="*/ 4777 h 5728"/>
                    <a:gd name="connsiteX99-14395" fmla="*/ 3616 w 6642"/>
                    <a:gd name="connsiteY99-14396" fmla="*/ 5021 h 5728"/>
                    <a:gd name="connsiteX100-14397" fmla="*/ 3543 w 6642"/>
                    <a:gd name="connsiteY100-14398" fmla="*/ 4970 h 5728"/>
                    <a:gd name="connsiteX101-14399" fmla="*/ 3460 w 6642"/>
                    <a:gd name="connsiteY101-14400" fmla="*/ 4971 h 5728"/>
                    <a:gd name="connsiteX102-14401" fmla="*/ 3424 w 6642"/>
                    <a:gd name="connsiteY102-14402" fmla="*/ 5045 h 5728"/>
                    <a:gd name="connsiteX103-14403" fmla="*/ 3313 w 6642"/>
                    <a:gd name="connsiteY103-14404" fmla="*/ 5000 h 5728"/>
                    <a:gd name="connsiteX104-14405" fmla="*/ 3235 w 6642"/>
                    <a:gd name="connsiteY104-14406" fmla="*/ 5109 h 5728"/>
                    <a:gd name="connsiteX105-14407" fmla="*/ 3013 w 6642"/>
                    <a:gd name="connsiteY105-14408" fmla="*/ 5349 h 5728"/>
                    <a:gd name="connsiteX106-14409" fmla="*/ 2993 w 6642"/>
                    <a:gd name="connsiteY106-14410" fmla="*/ 5516 h 5728"/>
                    <a:gd name="connsiteX107-14411" fmla="*/ 2976 w 6642"/>
                    <a:gd name="connsiteY107-14412" fmla="*/ 5659 h 5728"/>
                    <a:gd name="connsiteX108-14413" fmla="*/ 2960 w 6642"/>
                    <a:gd name="connsiteY108-14414" fmla="*/ 5669 h 5728"/>
                    <a:gd name="connsiteX109-14415" fmla="*/ 2638 w 6642"/>
                    <a:gd name="connsiteY109-14416" fmla="*/ 5621 h 5728"/>
                    <a:gd name="connsiteX110-14417" fmla="*/ 2536 w 6642"/>
                    <a:gd name="connsiteY110-14418" fmla="*/ 5566 h 5728"/>
                    <a:gd name="connsiteX111-14419" fmla="*/ 2482 w 6642"/>
                    <a:gd name="connsiteY111-14420" fmla="*/ 5503 h 5728"/>
                    <a:gd name="connsiteX112-14421" fmla="*/ 2377 w 6642"/>
                    <a:gd name="connsiteY112-14422" fmla="*/ 5477 h 5728"/>
                    <a:gd name="connsiteX113-14423" fmla="*/ 2377 w 6642"/>
                    <a:gd name="connsiteY113-14424" fmla="*/ 5379 h 5728"/>
                    <a:gd name="connsiteX114-14425" fmla="*/ 2481 w 6642"/>
                    <a:gd name="connsiteY114-14426" fmla="*/ 5149 h 5728"/>
                    <a:gd name="connsiteX115-14427" fmla="*/ 2341 w 6642"/>
                    <a:gd name="connsiteY115-14428" fmla="*/ 5070 h 5728"/>
                    <a:gd name="connsiteX116-14429" fmla="*/ 2299 w 6642"/>
                    <a:gd name="connsiteY116-14430" fmla="*/ 5095 h 5728"/>
                    <a:gd name="connsiteX117-14431" fmla="*/ 2209 w 6642"/>
                    <a:gd name="connsiteY117-14432" fmla="*/ 5214 h 5728"/>
                    <a:gd name="connsiteX118-14433" fmla="*/ 2177 w 6642"/>
                    <a:gd name="connsiteY118-14434" fmla="*/ 5276 h 5728"/>
                    <a:gd name="connsiteX119-14435" fmla="*/ 2115 w 6642"/>
                    <a:gd name="connsiteY119-14436" fmla="*/ 5386 h 5728"/>
                    <a:gd name="connsiteX120-14437" fmla="*/ 2121 w 6642"/>
                    <a:gd name="connsiteY120-14438" fmla="*/ 5510 h 5728"/>
                    <a:gd name="connsiteX121-14439" fmla="*/ 2082 w 6642"/>
                    <a:gd name="connsiteY121-14440" fmla="*/ 5558 h 5728"/>
                    <a:gd name="connsiteX122-14441" fmla="*/ 1951 w 6642"/>
                    <a:gd name="connsiteY122-14442" fmla="*/ 5617 h 5728"/>
                    <a:gd name="connsiteX123-14443" fmla="*/ 1785 w 6642"/>
                    <a:gd name="connsiteY123-14444" fmla="*/ 5649 h 5728"/>
                    <a:gd name="connsiteX124-14445" fmla="*/ 1682 w 6642"/>
                    <a:gd name="connsiteY124-14446" fmla="*/ 5728 h 5728"/>
                    <a:gd name="connsiteX125-14447" fmla="*/ 1568 w 6642"/>
                    <a:gd name="connsiteY125-14448" fmla="*/ 5611 h 5728"/>
                    <a:gd name="connsiteX126-14449" fmla="*/ 1508 w 6642"/>
                    <a:gd name="connsiteY126-14450" fmla="*/ 5485 h 5728"/>
                    <a:gd name="connsiteX127-14451" fmla="*/ 1630 w 6642"/>
                    <a:gd name="connsiteY127-14452" fmla="*/ 5242 h 5728"/>
                    <a:gd name="connsiteX128-14453" fmla="*/ 1685 w 6642"/>
                    <a:gd name="connsiteY128-14454" fmla="*/ 5195 h 5728"/>
                    <a:gd name="connsiteX129-14455" fmla="*/ 1730 w 6642"/>
                    <a:gd name="connsiteY129-14456" fmla="*/ 5120 h 5728"/>
                    <a:gd name="connsiteX130-14457" fmla="*/ 1727 w 6642"/>
                    <a:gd name="connsiteY130-14458" fmla="*/ 5071 h 5728"/>
                    <a:gd name="connsiteX131-14459" fmla="*/ 1530 w 6642"/>
                    <a:gd name="connsiteY131-14460" fmla="*/ 5007 h 5728"/>
                    <a:gd name="connsiteX132-14461" fmla="*/ 1459 w 6642"/>
                    <a:gd name="connsiteY132-14462" fmla="*/ 5064 h 5728"/>
                    <a:gd name="connsiteX133-14463" fmla="*/ 1353 w 6642"/>
                    <a:gd name="connsiteY133-14464" fmla="*/ 5111 h 5728"/>
                    <a:gd name="connsiteX134-14465" fmla="*/ 1290 w 6642"/>
                    <a:gd name="connsiteY134-14466" fmla="*/ 5063 h 5728"/>
                    <a:gd name="connsiteX135-14467" fmla="*/ 1052 w 6642"/>
                    <a:gd name="connsiteY135-14468" fmla="*/ 5254 h 5728"/>
                    <a:gd name="connsiteX136-14469" fmla="*/ 924 w 6642"/>
                    <a:gd name="connsiteY136-14470" fmla="*/ 5231 h 5728"/>
                    <a:gd name="connsiteX137-14471" fmla="*/ 813 w 6642"/>
                    <a:gd name="connsiteY137-14472" fmla="*/ 5097 h 5728"/>
                    <a:gd name="connsiteX138-14473" fmla="*/ 683 w 6642"/>
                    <a:gd name="connsiteY138-14474" fmla="*/ 4930 h 5728"/>
                    <a:gd name="connsiteX139-14475" fmla="*/ 572 w 6642"/>
                    <a:gd name="connsiteY139-14476" fmla="*/ 4806 h 5728"/>
                    <a:gd name="connsiteX140-14477" fmla="*/ 505 w 6642"/>
                    <a:gd name="connsiteY140-14478" fmla="*/ 4788 h 5728"/>
                    <a:gd name="connsiteX141-14479" fmla="*/ 640 w 6642"/>
                    <a:gd name="connsiteY141-14480" fmla="*/ 4631 h 5728"/>
                    <a:gd name="connsiteX142-14481" fmla="*/ 683 w 6642"/>
                    <a:gd name="connsiteY142-14482" fmla="*/ 4541 h 5728"/>
                    <a:gd name="connsiteX143-14483" fmla="*/ 651 w 6642"/>
                    <a:gd name="connsiteY143-14484" fmla="*/ 4438 h 5728"/>
                    <a:gd name="connsiteX144-14485" fmla="*/ 277 w 6642"/>
                    <a:gd name="connsiteY144-14486" fmla="*/ 4491 h 5728"/>
                    <a:gd name="connsiteX145-14487" fmla="*/ 187 w 6642"/>
                    <a:gd name="connsiteY145-14488" fmla="*/ 4518 h 5728"/>
                    <a:gd name="connsiteX146-14489" fmla="*/ 195 w 6642"/>
                    <a:gd name="connsiteY146-14490" fmla="*/ 4384 h 5728"/>
                    <a:gd name="connsiteX147-14491" fmla="*/ 147 w 6642"/>
                    <a:gd name="connsiteY147-14492" fmla="*/ 4318 h 5728"/>
                    <a:gd name="connsiteX148-14493" fmla="*/ 39 w 6642"/>
                    <a:gd name="connsiteY148-14494" fmla="*/ 4220 h 5728"/>
                    <a:gd name="connsiteX149-14495" fmla="*/ 75 w 6642"/>
                    <a:gd name="connsiteY149-14496" fmla="*/ 4093 h 5728"/>
                    <a:gd name="connsiteX150-14497" fmla="*/ 63 w 6642"/>
                    <a:gd name="connsiteY150-14498" fmla="*/ 3929 h 5728"/>
                    <a:gd name="connsiteX151-14499" fmla="*/ 0 w 6642"/>
                    <a:gd name="connsiteY151-14500" fmla="*/ 3842 h 5728"/>
                    <a:gd name="connsiteX152-14501" fmla="*/ 0 w 6642"/>
                    <a:gd name="connsiteY152-14502" fmla="*/ 3737 h 5728"/>
                    <a:gd name="connsiteX153-14503" fmla="*/ 303 w 6642"/>
                    <a:gd name="connsiteY153-14504" fmla="*/ 3824 h 5728"/>
                    <a:gd name="connsiteX154-14505" fmla="*/ 830 w 6642"/>
                    <a:gd name="connsiteY154-14506" fmla="*/ 3840 h 5728"/>
                    <a:gd name="connsiteX155-14507" fmla="*/ 1044 w 6642"/>
                    <a:gd name="connsiteY155-14508" fmla="*/ 3908 h 5728"/>
                    <a:gd name="connsiteX156-14509" fmla="*/ 1213 w 6642"/>
                    <a:gd name="connsiteY156-14510" fmla="*/ 4053 h 5728"/>
                    <a:gd name="connsiteX157-14511" fmla="*/ 1257 w 6642"/>
                    <a:gd name="connsiteY157-14512" fmla="*/ 4077 h 5728"/>
                    <a:gd name="connsiteX158-14513" fmla="*/ 1417 w 6642"/>
                    <a:gd name="connsiteY158-14514" fmla="*/ 4107 h 5728"/>
                    <a:gd name="connsiteX159-14515" fmla="*/ 1487 w 6642"/>
                    <a:gd name="connsiteY159-14516" fmla="*/ 4158 h 5728"/>
                    <a:gd name="connsiteX160-14517" fmla="*/ 1688 w 6642"/>
                    <a:gd name="connsiteY160-14518" fmla="*/ 4229 h 5728"/>
                    <a:gd name="connsiteX161-14519" fmla="*/ 1904 w 6642"/>
                    <a:gd name="connsiteY161-14520" fmla="*/ 4309 h 5728"/>
                    <a:gd name="connsiteX0-14521" fmla="*/ 5456 w 6642"/>
                    <a:gd name="connsiteY0-14522" fmla="*/ 2333 h 5728"/>
                    <a:gd name="connsiteX1-14523" fmla="*/ 5454 w 6642"/>
                    <a:gd name="connsiteY1-14524" fmla="*/ 2117 h 5728"/>
                    <a:gd name="connsiteX2-14525" fmla="*/ 5378 w 6642"/>
                    <a:gd name="connsiteY2-14526" fmla="*/ 2039 h 5728"/>
                    <a:gd name="connsiteX3-14527" fmla="*/ 5235 w 6642"/>
                    <a:gd name="connsiteY3-14528" fmla="*/ 1951 h 5728"/>
                    <a:gd name="connsiteX4-14529" fmla="*/ 5143 w 6642"/>
                    <a:gd name="connsiteY4-14530" fmla="*/ 1827 h 5728"/>
                    <a:gd name="connsiteX5-14531" fmla="*/ 5047 w 6642"/>
                    <a:gd name="connsiteY5-14532" fmla="*/ 1828 h 5728"/>
                    <a:gd name="connsiteX6-14533" fmla="*/ 5002 w 6642"/>
                    <a:gd name="connsiteY6-14534" fmla="*/ 1883 h 5728"/>
                    <a:gd name="connsiteX7-14535" fmla="*/ 4909 w 6642"/>
                    <a:gd name="connsiteY7-14536" fmla="*/ 1877 h 5728"/>
                    <a:gd name="connsiteX8-14537" fmla="*/ 4889 w 6642"/>
                    <a:gd name="connsiteY8-14538" fmla="*/ 1994 h 5728"/>
                    <a:gd name="connsiteX9-14539" fmla="*/ 4708 w 6642"/>
                    <a:gd name="connsiteY9-14540" fmla="*/ 1941 h 5728"/>
                    <a:gd name="connsiteX10-14541" fmla="*/ 4625 w 6642"/>
                    <a:gd name="connsiteY10-14542" fmla="*/ 1939 h 5728"/>
                    <a:gd name="connsiteX11-14543" fmla="*/ 4500 w 6642"/>
                    <a:gd name="connsiteY11-14544" fmla="*/ 2014 h 5728"/>
                    <a:gd name="connsiteX12-14545" fmla="*/ 4388 w 6642"/>
                    <a:gd name="connsiteY12-14546" fmla="*/ 1890 h 5728"/>
                    <a:gd name="connsiteX13-14547" fmla="*/ 4482 w 6642"/>
                    <a:gd name="connsiteY13-14548" fmla="*/ 1804 h 5728"/>
                    <a:gd name="connsiteX14-14549" fmla="*/ 4486 w 6642"/>
                    <a:gd name="connsiteY14-14550" fmla="*/ 1634 h 5728"/>
                    <a:gd name="connsiteX15-14551" fmla="*/ 4541 w 6642"/>
                    <a:gd name="connsiteY15-14552" fmla="*/ 1514 h 5728"/>
                    <a:gd name="connsiteX16-14553" fmla="*/ 4584 w 6642"/>
                    <a:gd name="connsiteY16-14554" fmla="*/ 1306 h 5728"/>
                    <a:gd name="connsiteX17-14555" fmla="*/ 4644 w 6642"/>
                    <a:gd name="connsiteY17-14556" fmla="*/ 1307 h 5728"/>
                    <a:gd name="connsiteX18-14557" fmla="*/ 4967 w 6642"/>
                    <a:gd name="connsiteY18-14558" fmla="*/ 1286 h 5728"/>
                    <a:gd name="connsiteX19-14559" fmla="*/ 5141 w 6642"/>
                    <a:gd name="connsiteY19-14560" fmla="*/ 1117 h 5728"/>
                    <a:gd name="connsiteX20-14561" fmla="*/ 5210 w 6642"/>
                    <a:gd name="connsiteY20-14562" fmla="*/ 748 h 5728"/>
                    <a:gd name="connsiteX21-14563" fmla="*/ 5320 w 6642"/>
                    <a:gd name="connsiteY21-14564" fmla="*/ 486 h 5728"/>
                    <a:gd name="connsiteX22-14565" fmla="*/ 5318 w 6642"/>
                    <a:gd name="connsiteY22-14566" fmla="*/ 358 h 5728"/>
                    <a:gd name="connsiteX23-14567" fmla="*/ 5305 w 6642"/>
                    <a:gd name="connsiteY23-14568" fmla="*/ 328 h 5728"/>
                    <a:gd name="connsiteX24-14569" fmla="*/ 5238 w 6642"/>
                    <a:gd name="connsiteY24-14570" fmla="*/ 251 h 5728"/>
                    <a:gd name="connsiteX25-14571" fmla="*/ 5178 w 6642"/>
                    <a:gd name="connsiteY25-14572" fmla="*/ 217 h 5728"/>
                    <a:gd name="connsiteX26-14573" fmla="*/ 5303 w 6642"/>
                    <a:gd name="connsiteY26-14574" fmla="*/ 56 h 5728"/>
                    <a:gd name="connsiteX27-14575" fmla="*/ 5476 w 6642"/>
                    <a:gd name="connsiteY27-14576" fmla="*/ 2 h 5728"/>
                    <a:gd name="connsiteX28-14577" fmla="*/ 5508 w 6642"/>
                    <a:gd name="connsiteY28-14578" fmla="*/ 49 h 5728"/>
                    <a:gd name="connsiteX29-14579" fmla="*/ 5498 w 6642"/>
                    <a:gd name="connsiteY29-14580" fmla="*/ 133 h 5728"/>
                    <a:gd name="connsiteX30-14581" fmla="*/ 5437 w 6642"/>
                    <a:gd name="connsiteY30-14582" fmla="*/ 243 h 5728"/>
                    <a:gd name="connsiteX31-14583" fmla="*/ 5507 w 6642"/>
                    <a:gd name="connsiteY31-14584" fmla="*/ 301 h 5728"/>
                    <a:gd name="connsiteX32-14585" fmla="*/ 5621 w 6642"/>
                    <a:gd name="connsiteY32-14586" fmla="*/ 366 h 5728"/>
                    <a:gd name="connsiteX33-14587" fmla="*/ 5641 w 6642"/>
                    <a:gd name="connsiteY33-14588" fmla="*/ 255 h 5728"/>
                    <a:gd name="connsiteX34-14589" fmla="*/ 5775 w 6642"/>
                    <a:gd name="connsiteY34-14590" fmla="*/ 291 h 5728"/>
                    <a:gd name="connsiteX35-14591" fmla="*/ 5800 w 6642"/>
                    <a:gd name="connsiteY35-14592" fmla="*/ 331 h 5728"/>
                    <a:gd name="connsiteX36-14593" fmla="*/ 5876 w 6642"/>
                    <a:gd name="connsiteY36-14594" fmla="*/ 562 h 5728"/>
                    <a:gd name="connsiteX37-14595" fmla="*/ 5911 w 6642"/>
                    <a:gd name="connsiteY37-14596" fmla="*/ 586 h 5728"/>
                    <a:gd name="connsiteX38-14597" fmla="*/ 6003 w 6642"/>
                    <a:gd name="connsiteY38-14598" fmla="*/ 578 h 5728"/>
                    <a:gd name="connsiteX39-14599" fmla="*/ 6263 w 6642"/>
                    <a:gd name="connsiteY39-14600" fmla="*/ 490 h 5728"/>
                    <a:gd name="connsiteX40-14601" fmla="*/ 6483 w 6642"/>
                    <a:gd name="connsiteY40-14602" fmla="*/ 479 h 5728"/>
                    <a:gd name="connsiteX41-14603" fmla="*/ 6543 w 6642"/>
                    <a:gd name="connsiteY41-14604" fmla="*/ 648 h 5728"/>
                    <a:gd name="connsiteX42-14605" fmla="*/ 6461 w 6642"/>
                    <a:gd name="connsiteY42-14606" fmla="*/ 944 h 5728"/>
                    <a:gd name="connsiteX43-14607" fmla="*/ 6461 w 6642"/>
                    <a:gd name="connsiteY43-14608" fmla="*/ 1022 h 5728"/>
                    <a:gd name="connsiteX44-14609" fmla="*/ 6530 w 6642"/>
                    <a:gd name="connsiteY44-14610" fmla="*/ 1168 h 5728"/>
                    <a:gd name="connsiteX45-14611" fmla="*/ 6545 w 6642"/>
                    <a:gd name="connsiteY45-14612" fmla="*/ 1427 h 5728"/>
                    <a:gd name="connsiteX46-14613" fmla="*/ 6547 w 6642"/>
                    <a:gd name="connsiteY46-14614" fmla="*/ 1617 h 5728"/>
                    <a:gd name="connsiteX47-14615" fmla="*/ 6480 w 6642"/>
                    <a:gd name="connsiteY47-14616" fmla="*/ 1625 h 5728"/>
                    <a:gd name="connsiteX48-14617" fmla="*/ 6458 w 6642"/>
                    <a:gd name="connsiteY48-14618" fmla="*/ 1507 h 5728"/>
                    <a:gd name="connsiteX49-14619" fmla="*/ 6423 w 6642"/>
                    <a:gd name="connsiteY49-14620" fmla="*/ 1450 h 5728"/>
                    <a:gd name="connsiteX50-14621" fmla="*/ 6333 w 6642"/>
                    <a:gd name="connsiteY50-14622" fmla="*/ 1582 h 5728"/>
                    <a:gd name="connsiteX51-14623" fmla="*/ 6220 w 6642"/>
                    <a:gd name="connsiteY51-14624" fmla="*/ 1776 h 5728"/>
                    <a:gd name="connsiteX52-14625" fmla="*/ 6101 w 6642"/>
                    <a:gd name="connsiteY52-14626" fmla="*/ 1904 h 5728"/>
                    <a:gd name="connsiteX53-14627" fmla="*/ 6094 w 6642"/>
                    <a:gd name="connsiteY53-14628" fmla="*/ 2018 h 5728"/>
                    <a:gd name="connsiteX54-14629" fmla="*/ 6154 w 6642"/>
                    <a:gd name="connsiteY54-14630" fmla="*/ 2115 h 5728"/>
                    <a:gd name="connsiteX55-14631" fmla="*/ 6256 w 6642"/>
                    <a:gd name="connsiteY55-14632" fmla="*/ 2183 h 5728"/>
                    <a:gd name="connsiteX56-14633" fmla="*/ 6333 w 6642"/>
                    <a:gd name="connsiteY56-14634" fmla="*/ 2178 h 5728"/>
                    <a:gd name="connsiteX57-14635" fmla="*/ 6378 w 6642"/>
                    <a:gd name="connsiteY57-14636" fmla="*/ 2104 h 5728"/>
                    <a:gd name="connsiteX58-14637" fmla="*/ 6412 w 6642"/>
                    <a:gd name="connsiteY58-14638" fmla="*/ 2210 h 5728"/>
                    <a:gd name="connsiteX59-14639" fmla="*/ 6300 w 6642"/>
                    <a:gd name="connsiteY59-14640" fmla="*/ 2249 h 5728"/>
                    <a:gd name="connsiteX60-14641" fmla="*/ 6347 w 6642"/>
                    <a:gd name="connsiteY60-14642" fmla="*/ 2362 h 5728"/>
                    <a:gd name="connsiteX61-14643" fmla="*/ 6212 w 6642"/>
                    <a:gd name="connsiteY61-14644" fmla="*/ 2509 h 5728"/>
                    <a:gd name="connsiteX62-14645" fmla="*/ 6171 w 6642"/>
                    <a:gd name="connsiteY62-14646" fmla="*/ 2498 h 5728"/>
                    <a:gd name="connsiteX63-14647" fmla="*/ 6047 w 6642"/>
                    <a:gd name="connsiteY63-14648" fmla="*/ 2413 h 5728"/>
                    <a:gd name="connsiteX64-14649" fmla="*/ 5992 w 6642"/>
                    <a:gd name="connsiteY64-14650" fmla="*/ 2412 h 5728"/>
                    <a:gd name="connsiteX65-14651" fmla="*/ 5957 w 6642"/>
                    <a:gd name="connsiteY65-14652" fmla="*/ 2480 h 5728"/>
                    <a:gd name="connsiteX66-14653" fmla="*/ 5960 w 6642"/>
                    <a:gd name="connsiteY66-14654" fmla="*/ 2562 h 5728"/>
                    <a:gd name="connsiteX67-14655" fmla="*/ 6138 w 6642"/>
                    <a:gd name="connsiteY67-14656" fmla="*/ 2730 h 5728"/>
                    <a:gd name="connsiteX68-14657" fmla="*/ 6137 w 6642"/>
                    <a:gd name="connsiteY68-14658" fmla="*/ 2844 h 5728"/>
                    <a:gd name="connsiteX69-14659" fmla="*/ 6228 w 6642"/>
                    <a:gd name="connsiteY69-14660" fmla="*/ 3060 h 5728"/>
                    <a:gd name="connsiteX70-14661" fmla="*/ 6254 w 6642"/>
                    <a:gd name="connsiteY70-14662" fmla="*/ 3090 h 5728"/>
                    <a:gd name="connsiteX71-14663" fmla="*/ 6298 w 6642"/>
                    <a:gd name="connsiteY71-14664" fmla="*/ 3094 h 5728"/>
                    <a:gd name="connsiteX72-14665" fmla="*/ 6344 w 6642"/>
                    <a:gd name="connsiteY72-14666" fmla="*/ 3010 h 5728"/>
                    <a:gd name="connsiteX73-14667" fmla="*/ 6424 w 6642"/>
                    <a:gd name="connsiteY73-14668" fmla="*/ 2950 h 5728"/>
                    <a:gd name="connsiteX74-14669" fmla="*/ 6519 w 6642"/>
                    <a:gd name="connsiteY74-14670" fmla="*/ 3126 h 5728"/>
                    <a:gd name="connsiteX75-14671" fmla="*/ 6629 w 6642"/>
                    <a:gd name="connsiteY75-14672" fmla="*/ 3312 h 5728"/>
                    <a:gd name="connsiteX76-14673" fmla="*/ 6642 w 6642"/>
                    <a:gd name="connsiteY76-14674" fmla="*/ 3342 h 5728"/>
                    <a:gd name="connsiteX77-14675" fmla="*/ 6631 w 6642"/>
                    <a:gd name="connsiteY77-14676" fmla="*/ 3518 h 5728"/>
                    <a:gd name="connsiteX78-14677" fmla="*/ 6596 w 6642"/>
                    <a:gd name="connsiteY78-14678" fmla="*/ 3554 h 5728"/>
                    <a:gd name="connsiteX79-14679" fmla="*/ 6507 w 6642"/>
                    <a:gd name="connsiteY79-14680" fmla="*/ 3515 h 5728"/>
                    <a:gd name="connsiteX80-14681" fmla="*/ 6273 w 6642"/>
                    <a:gd name="connsiteY80-14682" fmla="*/ 3644 h 5728"/>
                    <a:gd name="connsiteX81-14683" fmla="*/ 6247 w 6642"/>
                    <a:gd name="connsiteY81-14684" fmla="*/ 3666 h 5728"/>
                    <a:gd name="connsiteX82-14685" fmla="*/ 6067 w 6642"/>
                    <a:gd name="connsiteY82-14686" fmla="*/ 3812 h 5728"/>
                    <a:gd name="connsiteX83-14687" fmla="*/ 5926 w 6642"/>
                    <a:gd name="connsiteY83-14688" fmla="*/ 3926 h 5728"/>
                    <a:gd name="connsiteX84-14689" fmla="*/ 5891 w 6642"/>
                    <a:gd name="connsiteY84-14690" fmla="*/ 3965 h 5728"/>
                    <a:gd name="connsiteX85-14691" fmla="*/ 5839 w 6642"/>
                    <a:gd name="connsiteY85-14692" fmla="*/ 3973 h 5728"/>
                    <a:gd name="connsiteX86-14693" fmla="*/ 5782 w 6642"/>
                    <a:gd name="connsiteY86-14694" fmla="*/ 3916 h 5728"/>
                    <a:gd name="connsiteX87-14695" fmla="*/ 5658 w 6642"/>
                    <a:gd name="connsiteY87-14696" fmla="*/ 3808 h 5728"/>
                    <a:gd name="connsiteX88-14697" fmla="*/ 5682 w 6642"/>
                    <a:gd name="connsiteY88-14698" fmla="*/ 4064 h 5728"/>
                    <a:gd name="connsiteX89-14699" fmla="*/ 5691 w 6642"/>
                    <a:gd name="connsiteY89-14700" fmla="*/ 4192 h 5728"/>
                    <a:gd name="connsiteX90-14701" fmla="*/ 5429 w 6642"/>
                    <a:gd name="connsiteY90-14702" fmla="*/ 4166 h 5728"/>
                    <a:gd name="connsiteX91-14703" fmla="*/ 5347 w 6642"/>
                    <a:gd name="connsiteY91-14704" fmla="*/ 3987 h 5728"/>
                    <a:gd name="connsiteX92-14705" fmla="*/ 5265 w 6642"/>
                    <a:gd name="connsiteY92-14706" fmla="*/ 3802 h 5728"/>
                    <a:gd name="connsiteX93-14707" fmla="*/ 4290 w 6642"/>
                    <a:gd name="connsiteY93-14708" fmla="*/ 4504 h 5728"/>
                    <a:gd name="connsiteX94-14709" fmla="*/ 4293 w 6642"/>
                    <a:gd name="connsiteY94-14710" fmla="*/ 4556 h 5728"/>
                    <a:gd name="connsiteX95-14711" fmla="*/ 4257 w 6642"/>
                    <a:gd name="connsiteY95-14712" fmla="*/ 4614 h 5728"/>
                    <a:gd name="connsiteX96-14713" fmla="*/ 3992 w 6642"/>
                    <a:gd name="connsiteY96-14714" fmla="*/ 4680 h 5728"/>
                    <a:gd name="connsiteX97-14715" fmla="*/ 3857 w 6642"/>
                    <a:gd name="connsiteY97-14716" fmla="*/ 4739 h 5728"/>
                    <a:gd name="connsiteX98-14717" fmla="*/ 3815 w 6642"/>
                    <a:gd name="connsiteY98-14718" fmla="*/ 4777 h 5728"/>
                    <a:gd name="connsiteX99-14719" fmla="*/ 3616 w 6642"/>
                    <a:gd name="connsiteY99-14720" fmla="*/ 5021 h 5728"/>
                    <a:gd name="connsiteX100-14721" fmla="*/ 3543 w 6642"/>
                    <a:gd name="connsiteY100-14722" fmla="*/ 4970 h 5728"/>
                    <a:gd name="connsiteX101-14723" fmla="*/ 3460 w 6642"/>
                    <a:gd name="connsiteY101-14724" fmla="*/ 4971 h 5728"/>
                    <a:gd name="connsiteX102-14725" fmla="*/ 3424 w 6642"/>
                    <a:gd name="connsiteY102-14726" fmla="*/ 5045 h 5728"/>
                    <a:gd name="connsiteX103-14727" fmla="*/ 3313 w 6642"/>
                    <a:gd name="connsiteY103-14728" fmla="*/ 5000 h 5728"/>
                    <a:gd name="connsiteX104-14729" fmla="*/ 3235 w 6642"/>
                    <a:gd name="connsiteY104-14730" fmla="*/ 5109 h 5728"/>
                    <a:gd name="connsiteX105-14731" fmla="*/ 3013 w 6642"/>
                    <a:gd name="connsiteY105-14732" fmla="*/ 5349 h 5728"/>
                    <a:gd name="connsiteX106-14733" fmla="*/ 2993 w 6642"/>
                    <a:gd name="connsiteY106-14734" fmla="*/ 5516 h 5728"/>
                    <a:gd name="connsiteX107-14735" fmla="*/ 2976 w 6642"/>
                    <a:gd name="connsiteY107-14736" fmla="*/ 5659 h 5728"/>
                    <a:gd name="connsiteX108-14737" fmla="*/ 2960 w 6642"/>
                    <a:gd name="connsiteY108-14738" fmla="*/ 5669 h 5728"/>
                    <a:gd name="connsiteX109-14739" fmla="*/ 2638 w 6642"/>
                    <a:gd name="connsiteY109-14740" fmla="*/ 5621 h 5728"/>
                    <a:gd name="connsiteX110-14741" fmla="*/ 2536 w 6642"/>
                    <a:gd name="connsiteY110-14742" fmla="*/ 5566 h 5728"/>
                    <a:gd name="connsiteX111-14743" fmla="*/ 2482 w 6642"/>
                    <a:gd name="connsiteY111-14744" fmla="*/ 5503 h 5728"/>
                    <a:gd name="connsiteX112-14745" fmla="*/ 2377 w 6642"/>
                    <a:gd name="connsiteY112-14746" fmla="*/ 5477 h 5728"/>
                    <a:gd name="connsiteX113-14747" fmla="*/ 2377 w 6642"/>
                    <a:gd name="connsiteY113-14748" fmla="*/ 5379 h 5728"/>
                    <a:gd name="connsiteX114-14749" fmla="*/ 2481 w 6642"/>
                    <a:gd name="connsiteY114-14750" fmla="*/ 5149 h 5728"/>
                    <a:gd name="connsiteX115-14751" fmla="*/ 2341 w 6642"/>
                    <a:gd name="connsiteY115-14752" fmla="*/ 5070 h 5728"/>
                    <a:gd name="connsiteX116-14753" fmla="*/ 2299 w 6642"/>
                    <a:gd name="connsiteY116-14754" fmla="*/ 5095 h 5728"/>
                    <a:gd name="connsiteX117-14755" fmla="*/ 2209 w 6642"/>
                    <a:gd name="connsiteY117-14756" fmla="*/ 5214 h 5728"/>
                    <a:gd name="connsiteX118-14757" fmla="*/ 2177 w 6642"/>
                    <a:gd name="connsiteY118-14758" fmla="*/ 5276 h 5728"/>
                    <a:gd name="connsiteX119-14759" fmla="*/ 2115 w 6642"/>
                    <a:gd name="connsiteY119-14760" fmla="*/ 5386 h 5728"/>
                    <a:gd name="connsiteX120-14761" fmla="*/ 2121 w 6642"/>
                    <a:gd name="connsiteY120-14762" fmla="*/ 5510 h 5728"/>
                    <a:gd name="connsiteX121-14763" fmla="*/ 2082 w 6642"/>
                    <a:gd name="connsiteY121-14764" fmla="*/ 5558 h 5728"/>
                    <a:gd name="connsiteX122-14765" fmla="*/ 1951 w 6642"/>
                    <a:gd name="connsiteY122-14766" fmla="*/ 5617 h 5728"/>
                    <a:gd name="connsiteX123-14767" fmla="*/ 1785 w 6642"/>
                    <a:gd name="connsiteY123-14768" fmla="*/ 5649 h 5728"/>
                    <a:gd name="connsiteX124-14769" fmla="*/ 1682 w 6642"/>
                    <a:gd name="connsiteY124-14770" fmla="*/ 5728 h 5728"/>
                    <a:gd name="connsiteX125-14771" fmla="*/ 1568 w 6642"/>
                    <a:gd name="connsiteY125-14772" fmla="*/ 5611 h 5728"/>
                    <a:gd name="connsiteX126-14773" fmla="*/ 1508 w 6642"/>
                    <a:gd name="connsiteY126-14774" fmla="*/ 5485 h 5728"/>
                    <a:gd name="connsiteX127-14775" fmla="*/ 1630 w 6642"/>
                    <a:gd name="connsiteY127-14776" fmla="*/ 5242 h 5728"/>
                    <a:gd name="connsiteX128-14777" fmla="*/ 1685 w 6642"/>
                    <a:gd name="connsiteY128-14778" fmla="*/ 5195 h 5728"/>
                    <a:gd name="connsiteX129-14779" fmla="*/ 1730 w 6642"/>
                    <a:gd name="connsiteY129-14780" fmla="*/ 5120 h 5728"/>
                    <a:gd name="connsiteX130-14781" fmla="*/ 1727 w 6642"/>
                    <a:gd name="connsiteY130-14782" fmla="*/ 5071 h 5728"/>
                    <a:gd name="connsiteX131-14783" fmla="*/ 1530 w 6642"/>
                    <a:gd name="connsiteY131-14784" fmla="*/ 5007 h 5728"/>
                    <a:gd name="connsiteX132-14785" fmla="*/ 1459 w 6642"/>
                    <a:gd name="connsiteY132-14786" fmla="*/ 5064 h 5728"/>
                    <a:gd name="connsiteX133-14787" fmla="*/ 1353 w 6642"/>
                    <a:gd name="connsiteY133-14788" fmla="*/ 5111 h 5728"/>
                    <a:gd name="connsiteX134-14789" fmla="*/ 1290 w 6642"/>
                    <a:gd name="connsiteY134-14790" fmla="*/ 5063 h 5728"/>
                    <a:gd name="connsiteX135-14791" fmla="*/ 1052 w 6642"/>
                    <a:gd name="connsiteY135-14792" fmla="*/ 5254 h 5728"/>
                    <a:gd name="connsiteX136-14793" fmla="*/ 924 w 6642"/>
                    <a:gd name="connsiteY136-14794" fmla="*/ 5231 h 5728"/>
                    <a:gd name="connsiteX137-14795" fmla="*/ 813 w 6642"/>
                    <a:gd name="connsiteY137-14796" fmla="*/ 5097 h 5728"/>
                    <a:gd name="connsiteX138-14797" fmla="*/ 683 w 6642"/>
                    <a:gd name="connsiteY138-14798" fmla="*/ 4930 h 5728"/>
                    <a:gd name="connsiteX139-14799" fmla="*/ 572 w 6642"/>
                    <a:gd name="connsiteY139-14800" fmla="*/ 4806 h 5728"/>
                    <a:gd name="connsiteX140-14801" fmla="*/ 505 w 6642"/>
                    <a:gd name="connsiteY140-14802" fmla="*/ 4788 h 5728"/>
                    <a:gd name="connsiteX141-14803" fmla="*/ 640 w 6642"/>
                    <a:gd name="connsiteY141-14804" fmla="*/ 4631 h 5728"/>
                    <a:gd name="connsiteX142-14805" fmla="*/ 683 w 6642"/>
                    <a:gd name="connsiteY142-14806" fmla="*/ 4541 h 5728"/>
                    <a:gd name="connsiteX143-14807" fmla="*/ 651 w 6642"/>
                    <a:gd name="connsiteY143-14808" fmla="*/ 4438 h 5728"/>
                    <a:gd name="connsiteX144-14809" fmla="*/ 277 w 6642"/>
                    <a:gd name="connsiteY144-14810" fmla="*/ 4491 h 5728"/>
                    <a:gd name="connsiteX145-14811" fmla="*/ 187 w 6642"/>
                    <a:gd name="connsiteY145-14812" fmla="*/ 4518 h 5728"/>
                    <a:gd name="connsiteX146-14813" fmla="*/ 195 w 6642"/>
                    <a:gd name="connsiteY146-14814" fmla="*/ 4384 h 5728"/>
                    <a:gd name="connsiteX147-14815" fmla="*/ 147 w 6642"/>
                    <a:gd name="connsiteY147-14816" fmla="*/ 4318 h 5728"/>
                    <a:gd name="connsiteX148-14817" fmla="*/ 39 w 6642"/>
                    <a:gd name="connsiteY148-14818" fmla="*/ 4220 h 5728"/>
                    <a:gd name="connsiteX149-14819" fmla="*/ 75 w 6642"/>
                    <a:gd name="connsiteY149-14820" fmla="*/ 4093 h 5728"/>
                    <a:gd name="connsiteX150-14821" fmla="*/ 63 w 6642"/>
                    <a:gd name="connsiteY150-14822" fmla="*/ 3929 h 5728"/>
                    <a:gd name="connsiteX151-14823" fmla="*/ 0 w 6642"/>
                    <a:gd name="connsiteY151-14824" fmla="*/ 3842 h 5728"/>
                    <a:gd name="connsiteX152-14825" fmla="*/ 0 w 6642"/>
                    <a:gd name="connsiteY152-14826" fmla="*/ 3737 h 5728"/>
                    <a:gd name="connsiteX153-14827" fmla="*/ 303 w 6642"/>
                    <a:gd name="connsiteY153-14828" fmla="*/ 3824 h 5728"/>
                    <a:gd name="connsiteX154-14829" fmla="*/ 830 w 6642"/>
                    <a:gd name="connsiteY154-14830" fmla="*/ 3840 h 5728"/>
                    <a:gd name="connsiteX155-14831" fmla="*/ 1044 w 6642"/>
                    <a:gd name="connsiteY155-14832" fmla="*/ 3908 h 5728"/>
                    <a:gd name="connsiteX156-14833" fmla="*/ 1213 w 6642"/>
                    <a:gd name="connsiteY156-14834" fmla="*/ 4053 h 5728"/>
                    <a:gd name="connsiteX157-14835" fmla="*/ 1257 w 6642"/>
                    <a:gd name="connsiteY157-14836" fmla="*/ 4077 h 5728"/>
                    <a:gd name="connsiteX158-14837" fmla="*/ 1417 w 6642"/>
                    <a:gd name="connsiteY158-14838" fmla="*/ 4107 h 5728"/>
                    <a:gd name="connsiteX159-14839" fmla="*/ 1487 w 6642"/>
                    <a:gd name="connsiteY159-14840" fmla="*/ 4158 h 5728"/>
                    <a:gd name="connsiteX160-14841" fmla="*/ 1688 w 6642"/>
                    <a:gd name="connsiteY160-14842" fmla="*/ 4229 h 5728"/>
                    <a:gd name="connsiteX0-14843" fmla="*/ 5456 w 6642"/>
                    <a:gd name="connsiteY0-14844" fmla="*/ 2333 h 5728"/>
                    <a:gd name="connsiteX1-14845" fmla="*/ 5454 w 6642"/>
                    <a:gd name="connsiteY1-14846" fmla="*/ 2117 h 5728"/>
                    <a:gd name="connsiteX2-14847" fmla="*/ 5378 w 6642"/>
                    <a:gd name="connsiteY2-14848" fmla="*/ 2039 h 5728"/>
                    <a:gd name="connsiteX3-14849" fmla="*/ 5235 w 6642"/>
                    <a:gd name="connsiteY3-14850" fmla="*/ 1951 h 5728"/>
                    <a:gd name="connsiteX4-14851" fmla="*/ 5143 w 6642"/>
                    <a:gd name="connsiteY4-14852" fmla="*/ 1827 h 5728"/>
                    <a:gd name="connsiteX5-14853" fmla="*/ 5047 w 6642"/>
                    <a:gd name="connsiteY5-14854" fmla="*/ 1828 h 5728"/>
                    <a:gd name="connsiteX6-14855" fmla="*/ 5002 w 6642"/>
                    <a:gd name="connsiteY6-14856" fmla="*/ 1883 h 5728"/>
                    <a:gd name="connsiteX7-14857" fmla="*/ 4909 w 6642"/>
                    <a:gd name="connsiteY7-14858" fmla="*/ 1877 h 5728"/>
                    <a:gd name="connsiteX8-14859" fmla="*/ 4889 w 6642"/>
                    <a:gd name="connsiteY8-14860" fmla="*/ 1994 h 5728"/>
                    <a:gd name="connsiteX9-14861" fmla="*/ 4708 w 6642"/>
                    <a:gd name="connsiteY9-14862" fmla="*/ 1941 h 5728"/>
                    <a:gd name="connsiteX10-14863" fmla="*/ 4625 w 6642"/>
                    <a:gd name="connsiteY10-14864" fmla="*/ 1939 h 5728"/>
                    <a:gd name="connsiteX11-14865" fmla="*/ 4500 w 6642"/>
                    <a:gd name="connsiteY11-14866" fmla="*/ 2014 h 5728"/>
                    <a:gd name="connsiteX12-14867" fmla="*/ 4388 w 6642"/>
                    <a:gd name="connsiteY12-14868" fmla="*/ 1890 h 5728"/>
                    <a:gd name="connsiteX13-14869" fmla="*/ 4482 w 6642"/>
                    <a:gd name="connsiteY13-14870" fmla="*/ 1804 h 5728"/>
                    <a:gd name="connsiteX14-14871" fmla="*/ 4486 w 6642"/>
                    <a:gd name="connsiteY14-14872" fmla="*/ 1634 h 5728"/>
                    <a:gd name="connsiteX15-14873" fmla="*/ 4541 w 6642"/>
                    <a:gd name="connsiteY15-14874" fmla="*/ 1514 h 5728"/>
                    <a:gd name="connsiteX16-14875" fmla="*/ 4584 w 6642"/>
                    <a:gd name="connsiteY16-14876" fmla="*/ 1306 h 5728"/>
                    <a:gd name="connsiteX17-14877" fmla="*/ 4644 w 6642"/>
                    <a:gd name="connsiteY17-14878" fmla="*/ 1307 h 5728"/>
                    <a:gd name="connsiteX18-14879" fmla="*/ 4967 w 6642"/>
                    <a:gd name="connsiteY18-14880" fmla="*/ 1286 h 5728"/>
                    <a:gd name="connsiteX19-14881" fmla="*/ 5141 w 6642"/>
                    <a:gd name="connsiteY19-14882" fmla="*/ 1117 h 5728"/>
                    <a:gd name="connsiteX20-14883" fmla="*/ 5210 w 6642"/>
                    <a:gd name="connsiteY20-14884" fmla="*/ 748 h 5728"/>
                    <a:gd name="connsiteX21-14885" fmla="*/ 5320 w 6642"/>
                    <a:gd name="connsiteY21-14886" fmla="*/ 486 h 5728"/>
                    <a:gd name="connsiteX22-14887" fmla="*/ 5318 w 6642"/>
                    <a:gd name="connsiteY22-14888" fmla="*/ 358 h 5728"/>
                    <a:gd name="connsiteX23-14889" fmla="*/ 5305 w 6642"/>
                    <a:gd name="connsiteY23-14890" fmla="*/ 328 h 5728"/>
                    <a:gd name="connsiteX24-14891" fmla="*/ 5238 w 6642"/>
                    <a:gd name="connsiteY24-14892" fmla="*/ 251 h 5728"/>
                    <a:gd name="connsiteX25-14893" fmla="*/ 5178 w 6642"/>
                    <a:gd name="connsiteY25-14894" fmla="*/ 217 h 5728"/>
                    <a:gd name="connsiteX26-14895" fmla="*/ 5303 w 6642"/>
                    <a:gd name="connsiteY26-14896" fmla="*/ 56 h 5728"/>
                    <a:gd name="connsiteX27-14897" fmla="*/ 5476 w 6642"/>
                    <a:gd name="connsiteY27-14898" fmla="*/ 2 h 5728"/>
                    <a:gd name="connsiteX28-14899" fmla="*/ 5508 w 6642"/>
                    <a:gd name="connsiteY28-14900" fmla="*/ 49 h 5728"/>
                    <a:gd name="connsiteX29-14901" fmla="*/ 5498 w 6642"/>
                    <a:gd name="connsiteY29-14902" fmla="*/ 133 h 5728"/>
                    <a:gd name="connsiteX30-14903" fmla="*/ 5437 w 6642"/>
                    <a:gd name="connsiteY30-14904" fmla="*/ 243 h 5728"/>
                    <a:gd name="connsiteX31-14905" fmla="*/ 5507 w 6642"/>
                    <a:gd name="connsiteY31-14906" fmla="*/ 301 h 5728"/>
                    <a:gd name="connsiteX32-14907" fmla="*/ 5621 w 6642"/>
                    <a:gd name="connsiteY32-14908" fmla="*/ 366 h 5728"/>
                    <a:gd name="connsiteX33-14909" fmla="*/ 5641 w 6642"/>
                    <a:gd name="connsiteY33-14910" fmla="*/ 255 h 5728"/>
                    <a:gd name="connsiteX34-14911" fmla="*/ 5775 w 6642"/>
                    <a:gd name="connsiteY34-14912" fmla="*/ 291 h 5728"/>
                    <a:gd name="connsiteX35-14913" fmla="*/ 5800 w 6642"/>
                    <a:gd name="connsiteY35-14914" fmla="*/ 331 h 5728"/>
                    <a:gd name="connsiteX36-14915" fmla="*/ 5876 w 6642"/>
                    <a:gd name="connsiteY36-14916" fmla="*/ 562 h 5728"/>
                    <a:gd name="connsiteX37-14917" fmla="*/ 5911 w 6642"/>
                    <a:gd name="connsiteY37-14918" fmla="*/ 586 h 5728"/>
                    <a:gd name="connsiteX38-14919" fmla="*/ 6003 w 6642"/>
                    <a:gd name="connsiteY38-14920" fmla="*/ 578 h 5728"/>
                    <a:gd name="connsiteX39-14921" fmla="*/ 6263 w 6642"/>
                    <a:gd name="connsiteY39-14922" fmla="*/ 490 h 5728"/>
                    <a:gd name="connsiteX40-14923" fmla="*/ 6483 w 6642"/>
                    <a:gd name="connsiteY40-14924" fmla="*/ 479 h 5728"/>
                    <a:gd name="connsiteX41-14925" fmla="*/ 6543 w 6642"/>
                    <a:gd name="connsiteY41-14926" fmla="*/ 648 h 5728"/>
                    <a:gd name="connsiteX42-14927" fmla="*/ 6461 w 6642"/>
                    <a:gd name="connsiteY42-14928" fmla="*/ 944 h 5728"/>
                    <a:gd name="connsiteX43-14929" fmla="*/ 6461 w 6642"/>
                    <a:gd name="connsiteY43-14930" fmla="*/ 1022 h 5728"/>
                    <a:gd name="connsiteX44-14931" fmla="*/ 6530 w 6642"/>
                    <a:gd name="connsiteY44-14932" fmla="*/ 1168 h 5728"/>
                    <a:gd name="connsiteX45-14933" fmla="*/ 6545 w 6642"/>
                    <a:gd name="connsiteY45-14934" fmla="*/ 1427 h 5728"/>
                    <a:gd name="connsiteX46-14935" fmla="*/ 6547 w 6642"/>
                    <a:gd name="connsiteY46-14936" fmla="*/ 1617 h 5728"/>
                    <a:gd name="connsiteX47-14937" fmla="*/ 6480 w 6642"/>
                    <a:gd name="connsiteY47-14938" fmla="*/ 1625 h 5728"/>
                    <a:gd name="connsiteX48-14939" fmla="*/ 6458 w 6642"/>
                    <a:gd name="connsiteY48-14940" fmla="*/ 1507 h 5728"/>
                    <a:gd name="connsiteX49-14941" fmla="*/ 6423 w 6642"/>
                    <a:gd name="connsiteY49-14942" fmla="*/ 1450 h 5728"/>
                    <a:gd name="connsiteX50-14943" fmla="*/ 6333 w 6642"/>
                    <a:gd name="connsiteY50-14944" fmla="*/ 1582 h 5728"/>
                    <a:gd name="connsiteX51-14945" fmla="*/ 6220 w 6642"/>
                    <a:gd name="connsiteY51-14946" fmla="*/ 1776 h 5728"/>
                    <a:gd name="connsiteX52-14947" fmla="*/ 6101 w 6642"/>
                    <a:gd name="connsiteY52-14948" fmla="*/ 1904 h 5728"/>
                    <a:gd name="connsiteX53-14949" fmla="*/ 6094 w 6642"/>
                    <a:gd name="connsiteY53-14950" fmla="*/ 2018 h 5728"/>
                    <a:gd name="connsiteX54-14951" fmla="*/ 6154 w 6642"/>
                    <a:gd name="connsiteY54-14952" fmla="*/ 2115 h 5728"/>
                    <a:gd name="connsiteX55-14953" fmla="*/ 6256 w 6642"/>
                    <a:gd name="connsiteY55-14954" fmla="*/ 2183 h 5728"/>
                    <a:gd name="connsiteX56-14955" fmla="*/ 6333 w 6642"/>
                    <a:gd name="connsiteY56-14956" fmla="*/ 2178 h 5728"/>
                    <a:gd name="connsiteX57-14957" fmla="*/ 6378 w 6642"/>
                    <a:gd name="connsiteY57-14958" fmla="*/ 2104 h 5728"/>
                    <a:gd name="connsiteX58-14959" fmla="*/ 6412 w 6642"/>
                    <a:gd name="connsiteY58-14960" fmla="*/ 2210 h 5728"/>
                    <a:gd name="connsiteX59-14961" fmla="*/ 6300 w 6642"/>
                    <a:gd name="connsiteY59-14962" fmla="*/ 2249 h 5728"/>
                    <a:gd name="connsiteX60-14963" fmla="*/ 6347 w 6642"/>
                    <a:gd name="connsiteY60-14964" fmla="*/ 2362 h 5728"/>
                    <a:gd name="connsiteX61-14965" fmla="*/ 6212 w 6642"/>
                    <a:gd name="connsiteY61-14966" fmla="*/ 2509 h 5728"/>
                    <a:gd name="connsiteX62-14967" fmla="*/ 6171 w 6642"/>
                    <a:gd name="connsiteY62-14968" fmla="*/ 2498 h 5728"/>
                    <a:gd name="connsiteX63-14969" fmla="*/ 6047 w 6642"/>
                    <a:gd name="connsiteY63-14970" fmla="*/ 2413 h 5728"/>
                    <a:gd name="connsiteX64-14971" fmla="*/ 5992 w 6642"/>
                    <a:gd name="connsiteY64-14972" fmla="*/ 2412 h 5728"/>
                    <a:gd name="connsiteX65-14973" fmla="*/ 5957 w 6642"/>
                    <a:gd name="connsiteY65-14974" fmla="*/ 2480 h 5728"/>
                    <a:gd name="connsiteX66-14975" fmla="*/ 5960 w 6642"/>
                    <a:gd name="connsiteY66-14976" fmla="*/ 2562 h 5728"/>
                    <a:gd name="connsiteX67-14977" fmla="*/ 6138 w 6642"/>
                    <a:gd name="connsiteY67-14978" fmla="*/ 2730 h 5728"/>
                    <a:gd name="connsiteX68-14979" fmla="*/ 6137 w 6642"/>
                    <a:gd name="connsiteY68-14980" fmla="*/ 2844 h 5728"/>
                    <a:gd name="connsiteX69-14981" fmla="*/ 6228 w 6642"/>
                    <a:gd name="connsiteY69-14982" fmla="*/ 3060 h 5728"/>
                    <a:gd name="connsiteX70-14983" fmla="*/ 6254 w 6642"/>
                    <a:gd name="connsiteY70-14984" fmla="*/ 3090 h 5728"/>
                    <a:gd name="connsiteX71-14985" fmla="*/ 6298 w 6642"/>
                    <a:gd name="connsiteY71-14986" fmla="*/ 3094 h 5728"/>
                    <a:gd name="connsiteX72-14987" fmla="*/ 6344 w 6642"/>
                    <a:gd name="connsiteY72-14988" fmla="*/ 3010 h 5728"/>
                    <a:gd name="connsiteX73-14989" fmla="*/ 6424 w 6642"/>
                    <a:gd name="connsiteY73-14990" fmla="*/ 2950 h 5728"/>
                    <a:gd name="connsiteX74-14991" fmla="*/ 6519 w 6642"/>
                    <a:gd name="connsiteY74-14992" fmla="*/ 3126 h 5728"/>
                    <a:gd name="connsiteX75-14993" fmla="*/ 6629 w 6642"/>
                    <a:gd name="connsiteY75-14994" fmla="*/ 3312 h 5728"/>
                    <a:gd name="connsiteX76-14995" fmla="*/ 6642 w 6642"/>
                    <a:gd name="connsiteY76-14996" fmla="*/ 3342 h 5728"/>
                    <a:gd name="connsiteX77-14997" fmla="*/ 6631 w 6642"/>
                    <a:gd name="connsiteY77-14998" fmla="*/ 3518 h 5728"/>
                    <a:gd name="connsiteX78-14999" fmla="*/ 6596 w 6642"/>
                    <a:gd name="connsiteY78-15000" fmla="*/ 3554 h 5728"/>
                    <a:gd name="connsiteX79-15001" fmla="*/ 6507 w 6642"/>
                    <a:gd name="connsiteY79-15002" fmla="*/ 3515 h 5728"/>
                    <a:gd name="connsiteX80-15003" fmla="*/ 6273 w 6642"/>
                    <a:gd name="connsiteY80-15004" fmla="*/ 3644 h 5728"/>
                    <a:gd name="connsiteX81-15005" fmla="*/ 6247 w 6642"/>
                    <a:gd name="connsiteY81-15006" fmla="*/ 3666 h 5728"/>
                    <a:gd name="connsiteX82-15007" fmla="*/ 6067 w 6642"/>
                    <a:gd name="connsiteY82-15008" fmla="*/ 3812 h 5728"/>
                    <a:gd name="connsiteX83-15009" fmla="*/ 5926 w 6642"/>
                    <a:gd name="connsiteY83-15010" fmla="*/ 3926 h 5728"/>
                    <a:gd name="connsiteX84-15011" fmla="*/ 5891 w 6642"/>
                    <a:gd name="connsiteY84-15012" fmla="*/ 3965 h 5728"/>
                    <a:gd name="connsiteX85-15013" fmla="*/ 5839 w 6642"/>
                    <a:gd name="connsiteY85-15014" fmla="*/ 3973 h 5728"/>
                    <a:gd name="connsiteX86-15015" fmla="*/ 5782 w 6642"/>
                    <a:gd name="connsiteY86-15016" fmla="*/ 3916 h 5728"/>
                    <a:gd name="connsiteX87-15017" fmla="*/ 5658 w 6642"/>
                    <a:gd name="connsiteY87-15018" fmla="*/ 3808 h 5728"/>
                    <a:gd name="connsiteX88-15019" fmla="*/ 5682 w 6642"/>
                    <a:gd name="connsiteY88-15020" fmla="*/ 4064 h 5728"/>
                    <a:gd name="connsiteX89-15021" fmla="*/ 5691 w 6642"/>
                    <a:gd name="connsiteY89-15022" fmla="*/ 4192 h 5728"/>
                    <a:gd name="connsiteX90-15023" fmla="*/ 5429 w 6642"/>
                    <a:gd name="connsiteY90-15024" fmla="*/ 4166 h 5728"/>
                    <a:gd name="connsiteX91-15025" fmla="*/ 5347 w 6642"/>
                    <a:gd name="connsiteY91-15026" fmla="*/ 3987 h 5728"/>
                    <a:gd name="connsiteX92-15027" fmla="*/ 5265 w 6642"/>
                    <a:gd name="connsiteY92-15028" fmla="*/ 3802 h 5728"/>
                    <a:gd name="connsiteX93-15029" fmla="*/ 4290 w 6642"/>
                    <a:gd name="connsiteY93-15030" fmla="*/ 4504 h 5728"/>
                    <a:gd name="connsiteX94-15031" fmla="*/ 4293 w 6642"/>
                    <a:gd name="connsiteY94-15032" fmla="*/ 4556 h 5728"/>
                    <a:gd name="connsiteX95-15033" fmla="*/ 4257 w 6642"/>
                    <a:gd name="connsiteY95-15034" fmla="*/ 4614 h 5728"/>
                    <a:gd name="connsiteX96-15035" fmla="*/ 3992 w 6642"/>
                    <a:gd name="connsiteY96-15036" fmla="*/ 4680 h 5728"/>
                    <a:gd name="connsiteX97-15037" fmla="*/ 3857 w 6642"/>
                    <a:gd name="connsiteY97-15038" fmla="*/ 4739 h 5728"/>
                    <a:gd name="connsiteX98-15039" fmla="*/ 3815 w 6642"/>
                    <a:gd name="connsiteY98-15040" fmla="*/ 4777 h 5728"/>
                    <a:gd name="connsiteX99-15041" fmla="*/ 3616 w 6642"/>
                    <a:gd name="connsiteY99-15042" fmla="*/ 5021 h 5728"/>
                    <a:gd name="connsiteX100-15043" fmla="*/ 3543 w 6642"/>
                    <a:gd name="connsiteY100-15044" fmla="*/ 4970 h 5728"/>
                    <a:gd name="connsiteX101-15045" fmla="*/ 3460 w 6642"/>
                    <a:gd name="connsiteY101-15046" fmla="*/ 4971 h 5728"/>
                    <a:gd name="connsiteX102-15047" fmla="*/ 3424 w 6642"/>
                    <a:gd name="connsiteY102-15048" fmla="*/ 5045 h 5728"/>
                    <a:gd name="connsiteX103-15049" fmla="*/ 3313 w 6642"/>
                    <a:gd name="connsiteY103-15050" fmla="*/ 5000 h 5728"/>
                    <a:gd name="connsiteX104-15051" fmla="*/ 3235 w 6642"/>
                    <a:gd name="connsiteY104-15052" fmla="*/ 5109 h 5728"/>
                    <a:gd name="connsiteX105-15053" fmla="*/ 3013 w 6642"/>
                    <a:gd name="connsiteY105-15054" fmla="*/ 5349 h 5728"/>
                    <a:gd name="connsiteX106-15055" fmla="*/ 2993 w 6642"/>
                    <a:gd name="connsiteY106-15056" fmla="*/ 5516 h 5728"/>
                    <a:gd name="connsiteX107-15057" fmla="*/ 2976 w 6642"/>
                    <a:gd name="connsiteY107-15058" fmla="*/ 5659 h 5728"/>
                    <a:gd name="connsiteX108-15059" fmla="*/ 2960 w 6642"/>
                    <a:gd name="connsiteY108-15060" fmla="*/ 5669 h 5728"/>
                    <a:gd name="connsiteX109-15061" fmla="*/ 2638 w 6642"/>
                    <a:gd name="connsiteY109-15062" fmla="*/ 5621 h 5728"/>
                    <a:gd name="connsiteX110-15063" fmla="*/ 2536 w 6642"/>
                    <a:gd name="connsiteY110-15064" fmla="*/ 5566 h 5728"/>
                    <a:gd name="connsiteX111-15065" fmla="*/ 2482 w 6642"/>
                    <a:gd name="connsiteY111-15066" fmla="*/ 5503 h 5728"/>
                    <a:gd name="connsiteX112-15067" fmla="*/ 2377 w 6642"/>
                    <a:gd name="connsiteY112-15068" fmla="*/ 5477 h 5728"/>
                    <a:gd name="connsiteX113-15069" fmla="*/ 2377 w 6642"/>
                    <a:gd name="connsiteY113-15070" fmla="*/ 5379 h 5728"/>
                    <a:gd name="connsiteX114-15071" fmla="*/ 2481 w 6642"/>
                    <a:gd name="connsiteY114-15072" fmla="*/ 5149 h 5728"/>
                    <a:gd name="connsiteX115-15073" fmla="*/ 2341 w 6642"/>
                    <a:gd name="connsiteY115-15074" fmla="*/ 5070 h 5728"/>
                    <a:gd name="connsiteX116-15075" fmla="*/ 2299 w 6642"/>
                    <a:gd name="connsiteY116-15076" fmla="*/ 5095 h 5728"/>
                    <a:gd name="connsiteX117-15077" fmla="*/ 2209 w 6642"/>
                    <a:gd name="connsiteY117-15078" fmla="*/ 5214 h 5728"/>
                    <a:gd name="connsiteX118-15079" fmla="*/ 2177 w 6642"/>
                    <a:gd name="connsiteY118-15080" fmla="*/ 5276 h 5728"/>
                    <a:gd name="connsiteX119-15081" fmla="*/ 2115 w 6642"/>
                    <a:gd name="connsiteY119-15082" fmla="*/ 5386 h 5728"/>
                    <a:gd name="connsiteX120-15083" fmla="*/ 2121 w 6642"/>
                    <a:gd name="connsiteY120-15084" fmla="*/ 5510 h 5728"/>
                    <a:gd name="connsiteX121-15085" fmla="*/ 2082 w 6642"/>
                    <a:gd name="connsiteY121-15086" fmla="*/ 5558 h 5728"/>
                    <a:gd name="connsiteX122-15087" fmla="*/ 1951 w 6642"/>
                    <a:gd name="connsiteY122-15088" fmla="*/ 5617 h 5728"/>
                    <a:gd name="connsiteX123-15089" fmla="*/ 1785 w 6642"/>
                    <a:gd name="connsiteY123-15090" fmla="*/ 5649 h 5728"/>
                    <a:gd name="connsiteX124-15091" fmla="*/ 1682 w 6642"/>
                    <a:gd name="connsiteY124-15092" fmla="*/ 5728 h 5728"/>
                    <a:gd name="connsiteX125-15093" fmla="*/ 1568 w 6642"/>
                    <a:gd name="connsiteY125-15094" fmla="*/ 5611 h 5728"/>
                    <a:gd name="connsiteX126-15095" fmla="*/ 1508 w 6642"/>
                    <a:gd name="connsiteY126-15096" fmla="*/ 5485 h 5728"/>
                    <a:gd name="connsiteX127-15097" fmla="*/ 1630 w 6642"/>
                    <a:gd name="connsiteY127-15098" fmla="*/ 5242 h 5728"/>
                    <a:gd name="connsiteX128-15099" fmla="*/ 1685 w 6642"/>
                    <a:gd name="connsiteY128-15100" fmla="*/ 5195 h 5728"/>
                    <a:gd name="connsiteX129-15101" fmla="*/ 1730 w 6642"/>
                    <a:gd name="connsiteY129-15102" fmla="*/ 5120 h 5728"/>
                    <a:gd name="connsiteX130-15103" fmla="*/ 1727 w 6642"/>
                    <a:gd name="connsiteY130-15104" fmla="*/ 5071 h 5728"/>
                    <a:gd name="connsiteX131-15105" fmla="*/ 1530 w 6642"/>
                    <a:gd name="connsiteY131-15106" fmla="*/ 5007 h 5728"/>
                    <a:gd name="connsiteX132-15107" fmla="*/ 1459 w 6642"/>
                    <a:gd name="connsiteY132-15108" fmla="*/ 5064 h 5728"/>
                    <a:gd name="connsiteX133-15109" fmla="*/ 1353 w 6642"/>
                    <a:gd name="connsiteY133-15110" fmla="*/ 5111 h 5728"/>
                    <a:gd name="connsiteX134-15111" fmla="*/ 1290 w 6642"/>
                    <a:gd name="connsiteY134-15112" fmla="*/ 5063 h 5728"/>
                    <a:gd name="connsiteX135-15113" fmla="*/ 1052 w 6642"/>
                    <a:gd name="connsiteY135-15114" fmla="*/ 5254 h 5728"/>
                    <a:gd name="connsiteX136-15115" fmla="*/ 924 w 6642"/>
                    <a:gd name="connsiteY136-15116" fmla="*/ 5231 h 5728"/>
                    <a:gd name="connsiteX137-15117" fmla="*/ 813 w 6642"/>
                    <a:gd name="connsiteY137-15118" fmla="*/ 5097 h 5728"/>
                    <a:gd name="connsiteX138-15119" fmla="*/ 683 w 6642"/>
                    <a:gd name="connsiteY138-15120" fmla="*/ 4930 h 5728"/>
                    <a:gd name="connsiteX139-15121" fmla="*/ 572 w 6642"/>
                    <a:gd name="connsiteY139-15122" fmla="*/ 4806 h 5728"/>
                    <a:gd name="connsiteX140-15123" fmla="*/ 505 w 6642"/>
                    <a:gd name="connsiteY140-15124" fmla="*/ 4788 h 5728"/>
                    <a:gd name="connsiteX141-15125" fmla="*/ 640 w 6642"/>
                    <a:gd name="connsiteY141-15126" fmla="*/ 4631 h 5728"/>
                    <a:gd name="connsiteX142-15127" fmla="*/ 683 w 6642"/>
                    <a:gd name="connsiteY142-15128" fmla="*/ 4541 h 5728"/>
                    <a:gd name="connsiteX143-15129" fmla="*/ 651 w 6642"/>
                    <a:gd name="connsiteY143-15130" fmla="*/ 4438 h 5728"/>
                    <a:gd name="connsiteX144-15131" fmla="*/ 277 w 6642"/>
                    <a:gd name="connsiteY144-15132" fmla="*/ 4491 h 5728"/>
                    <a:gd name="connsiteX145-15133" fmla="*/ 187 w 6642"/>
                    <a:gd name="connsiteY145-15134" fmla="*/ 4518 h 5728"/>
                    <a:gd name="connsiteX146-15135" fmla="*/ 195 w 6642"/>
                    <a:gd name="connsiteY146-15136" fmla="*/ 4384 h 5728"/>
                    <a:gd name="connsiteX147-15137" fmla="*/ 147 w 6642"/>
                    <a:gd name="connsiteY147-15138" fmla="*/ 4318 h 5728"/>
                    <a:gd name="connsiteX148-15139" fmla="*/ 39 w 6642"/>
                    <a:gd name="connsiteY148-15140" fmla="*/ 4220 h 5728"/>
                    <a:gd name="connsiteX149-15141" fmla="*/ 75 w 6642"/>
                    <a:gd name="connsiteY149-15142" fmla="*/ 4093 h 5728"/>
                    <a:gd name="connsiteX150-15143" fmla="*/ 63 w 6642"/>
                    <a:gd name="connsiteY150-15144" fmla="*/ 3929 h 5728"/>
                    <a:gd name="connsiteX151-15145" fmla="*/ 0 w 6642"/>
                    <a:gd name="connsiteY151-15146" fmla="*/ 3842 h 5728"/>
                    <a:gd name="connsiteX152-15147" fmla="*/ 0 w 6642"/>
                    <a:gd name="connsiteY152-15148" fmla="*/ 3737 h 5728"/>
                    <a:gd name="connsiteX153-15149" fmla="*/ 303 w 6642"/>
                    <a:gd name="connsiteY153-15150" fmla="*/ 3824 h 5728"/>
                    <a:gd name="connsiteX154-15151" fmla="*/ 830 w 6642"/>
                    <a:gd name="connsiteY154-15152" fmla="*/ 3840 h 5728"/>
                    <a:gd name="connsiteX155-15153" fmla="*/ 1044 w 6642"/>
                    <a:gd name="connsiteY155-15154" fmla="*/ 3908 h 5728"/>
                    <a:gd name="connsiteX156-15155" fmla="*/ 1213 w 6642"/>
                    <a:gd name="connsiteY156-15156" fmla="*/ 4053 h 5728"/>
                    <a:gd name="connsiteX157-15157" fmla="*/ 1257 w 6642"/>
                    <a:gd name="connsiteY157-15158" fmla="*/ 4077 h 5728"/>
                    <a:gd name="connsiteX158-15159" fmla="*/ 1417 w 6642"/>
                    <a:gd name="connsiteY158-15160" fmla="*/ 4107 h 5728"/>
                    <a:gd name="connsiteX159-15161" fmla="*/ 1487 w 6642"/>
                    <a:gd name="connsiteY159-15162" fmla="*/ 4158 h 5728"/>
                    <a:gd name="connsiteX0-15163" fmla="*/ 5456 w 6642"/>
                    <a:gd name="connsiteY0-15164" fmla="*/ 2333 h 5728"/>
                    <a:gd name="connsiteX1-15165" fmla="*/ 5454 w 6642"/>
                    <a:gd name="connsiteY1-15166" fmla="*/ 2117 h 5728"/>
                    <a:gd name="connsiteX2-15167" fmla="*/ 5378 w 6642"/>
                    <a:gd name="connsiteY2-15168" fmla="*/ 2039 h 5728"/>
                    <a:gd name="connsiteX3-15169" fmla="*/ 5235 w 6642"/>
                    <a:gd name="connsiteY3-15170" fmla="*/ 1951 h 5728"/>
                    <a:gd name="connsiteX4-15171" fmla="*/ 5143 w 6642"/>
                    <a:gd name="connsiteY4-15172" fmla="*/ 1827 h 5728"/>
                    <a:gd name="connsiteX5-15173" fmla="*/ 5047 w 6642"/>
                    <a:gd name="connsiteY5-15174" fmla="*/ 1828 h 5728"/>
                    <a:gd name="connsiteX6-15175" fmla="*/ 5002 w 6642"/>
                    <a:gd name="connsiteY6-15176" fmla="*/ 1883 h 5728"/>
                    <a:gd name="connsiteX7-15177" fmla="*/ 4909 w 6642"/>
                    <a:gd name="connsiteY7-15178" fmla="*/ 1877 h 5728"/>
                    <a:gd name="connsiteX8-15179" fmla="*/ 4889 w 6642"/>
                    <a:gd name="connsiteY8-15180" fmla="*/ 1994 h 5728"/>
                    <a:gd name="connsiteX9-15181" fmla="*/ 4708 w 6642"/>
                    <a:gd name="connsiteY9-15182" fmla="*/ 1941 h 5728"/>
                    <a:gd name="connsiteX10-15183" fmla="*/ 4625 w 6642"/>
                    <a:gd name="connsiteY10-15184" fmla="*/ 1939 h 5728"/>
                    <a:gd name="connsiteX11-15185" fmla="*/ 4500 w 6642"/>
                    <a:gd name="connsiteY11-15186" fmla="*/ 2014 h 5728"/>
                    <a:gd name="connsiteX12-15187" fmla="*/ 4388 w 6642"/>
                    <a:gd name="connsiteY12-15188" fmla="*/ 1890 h 5728"/>
                    <a:gd name="connsiteX13-15189" fmla="*/ 4482 w 6642"/>
                    <a:gd name="connsiteY13-15190" fmla="*/ 1804 h 5728"/>
                    <a:gd name="connsiteX14-15191" fmla="*/ 4486 w 6642"/>
                    <a:gd name="connsiteY14-15192" fmla="*/ 1634 h 5728"/>
                    <a:gd name="connsiteX15-15193" fmla="*/ 4541 w 6642"/>
                    <a:gd name="connsiteY15-15194" fmla="*/ 1514 h 5728"/>
                    <a:gd name="connsiteX16-15195" fmla="*/ 4584 w 6642"/>
                    <a:gd name="connsiteY16-15196" fmla="*/ 1306 h 5728"/>
                    <a:gd name="connsiteX17-15197" fmla="*/ 4644 w 6642"/>
                    <a:gd name="connsiteY17-15198" fmla="*/ 1307 h 5728"/>
                    <a:gd name="connsiteX18-15199" fmla="*/ 4967 w 6642"/>
                    <a:gd name="connsiteY18-15200" fmla="*/ 1286 h 5728"/>
                    <a:gd name="connsiteX19-15201" fmla="*/ 5141 w 6642"/>
                    <a:gd name="connsiteY19-15202" fmla="*/ 1117 h 5728"/>
                    <a:gd name="connsiteX20-15203" fmla="*/ 5210 w 6642"/>
                    <a:gd name="connsiteY20-15204" fmla="*/ 748 h 5728"/>
                    <a:gd name="connsiteX21-15205" fmla="*/ 5320 w 6642"/>
                    <a:gd name="connsiteY21-15206" fmla="*/ 486 h 5728"/>
                    <a:gd name="connsiteX22-15207" fmla="*/ 5318 w 6642"/>
                    <a:gd name="connsiteY22-15208" fmla="*/ 358 h 5728"/>
                    <a:gd name="connsiteX23-15209" fmla="*/ 5305 w 6642"/>
                    <a:gd name="connsiteY23-15210" fmla="*/ 328 h 5728"/>
                    <a:gd name="connsiteX24-15211" fmla="*/ 5238 w 6642"/>
                    <a:gd name="connsiteY24-15212" fmla="*/ 251 h 5728"/>
                    <a:gd name="connsiteX25-15213" fmla="*/ 5178 w 6642"/>
                    <a:gd name="connsiteY25-15214" fmla="*/ 217 h 5728"/>
                    <a:gd name="connsiteX26-15215" fmla="*/ 5303 w 6642"/>
                    <a:gd name="connsiteY26-15216" fmla="*/ 56 h 5728"/>
                    <a:gd name="connsiteX27-15217" fmla="*/ 5476 w 6642"/>
                    <a:gd name="connsiteY27-15218" fmla="*/ 2 h 5728"/>
                    <a:gd name="connsiteX28-15219" fmla="*/ 5508 w 6642"/>
                    <a:gd name="connsiteY28-15220" fmla="*/ 49 h 5728"/>
                    <a:gd name="connsiteX29-15221" fmla="*/ 5498 w 6642"/>
                    <a:gd name="connsiteY29-15222" fmla="*/ 133 h 5728"/>
                    <a:gd name="connsiteX30-15223" fmla="*/ 5437 w 6642"/>
                    <a:gd name="connsiteY30-15224" fmla="*/ 243 h 5728"/>
                    <a:gd name="connsiteX31-15225" fmla="*/ 5507 w 6642"/>
                    <a:gd name="connsiteY31-15226" fmla="*/ 301 h 5728"/>
                    <a:gd name="connsiteX32-15227" fmla="*/ 5621 w 6642"/>
                    <a:gd name="connsiteY32-15228" fmla="*/ 366 h 5728"/>
                    <a:gd name="connsiteX33-15229" fmla="*/ 5641 w 6642"/>
                    <a:gd name="connsiteY33-15230" fmla="*/ 255 h 5728"/>
                    <a:gd name="connsiteX34-15231" fmla="*/ 5775 w 6642"/>
                    <a:gd name="connsiteY34-15232" fmla="*/ 291 h 5728"/>
                    <a:gd name="connsiteX35-15233" fmla="*/ 5800 w 6642"/>
                    <a:gd name="connsiteY35-15234" fmla="*/ 331 h 5728"/>
                    <a:gd name="connsiteX36-15235" fmla="*/ 5876 w 6642"/>
                    <a:gd name="connsiteY36-15236" fmla="*/ 562 h 5728"/>
                    <a:gd name="connsiteX37-15237" fmla="*/ 5911 w 6642"/>
                    <a:gd name="connsiteY37-15238" fmla="*/ 586 h 5728"/>
                    <a:gd name="connsiteX38-15239" fmla="*/ 6003 w 6642"/>
                    <a:gd name="connsiteY38-15240" fmla="*/ 578 h 5728"/>
                    <a:gd name="connsiteX39-15241" fmla="*/ 6263 w 6642"/>
                    <a:gd name="connsiteY39-15242" fmla="*/ 490 h 5728"/>
                    <a:gd name="connsiteX40-15243" fmla="*/ 6483 w 6642"/>
                    <a:gd name="connsiteY40-15244" fmla="*/ 479 h 5728"/>
                    <a:gd name="connsiteX41-15245" fmla="*/ 6543 w 6642"/>
                    <a:gd name="connsiteY41-15246" fmla="*/ 648 h 5728"/>
                    <a:gd name="connsiteX42-15247" fmla="*/ 6461 w 6642"/>
                    <a:gd name="connsiteY42-15248" fmla="*/ 944 h 5728"/>
                    <a:gd name="connsiteX43-15249" fmla="*/ 6461 w 6642"/>
                    <a:gd name="connsiteY43-15250" fmla="*/ 1022 h 5728"/>
                    <a:gd name="connsiteX44-15251" fmla="*/ 6530 w 6642"/>
                    <a:gd name="connsiteY44-15252" fmla="*/ 1168 h 5728"/>
                    <a:gd name="connsiteX45-15253" fmla="*/ 6545 w 6642"/>
                    <a:gd name="connsiteY45-15254" fmla="*/ 1427 h 5728"/>
                    <a:gd name="connsiteX46-15255" fmla="*/ 6547 w 6642"/>
                    <a:gd name="connsiteY46-15256" fmla="*/ 1617 h 5728"/>
                    <a:gd name="connsiteX47-15257" fmla="*/ 6480 w 6642"/>
                    <a:gd name="connsiteY47-15258" fmla="*/ 1625 h 5728"/>
                    <a:gd name="connsiteX48-15259" fmla="*/ 6458 w 6642"/>
                    <a:gd name="connsiteY48-15260" fmla="*/ 1507 h 5728"/>
                    <a:gd name="connsiteX49-15261" fmla="*/ 6423 w 6642"/>
                    <a:gd name="connsiteY49-15262" fmla="*/ 1450 h 5728"/>
                    <a:gd name="connsiteX50-15263" fmla="*/ 6333 w 6642"/>
                    <a:gd name="connsiteY50-15264" fmla="*/ 1582 h 5728"/>
                    <a:gd name="connsiteX51-15265" fmla="*/ 6220 w 6642"/>
                    <a:gd name="connsiteY51-15266" fmla="*/ 1776 h 5728"/>
                    <a:gd name="connsiteX52-15267" fmla="*/ 6101 w 6642"/>
                    <a:gd name="connsiteY52-15268" fmla="*/ 1904 h 5728"/>
                    <a:gd name="connsiteX53-15269" fmla="*/ 6094 w 6642"/>
                    <a:gd name="connsiteY53-15270" fmla="*/ 2018 h 5728"/>
                    <a:gd name="connsiteX54-15271" fmla="*/ 6154 w 6642"/>
                    <a:gd name="connsiteY54-15272" fmla="*/ 2115 h 5728"/>
                    <a:gd name="connsiteX55-15273" fmla="*/ 6256 w 6642"/>
                    <a:gd name="connsiteY55-15274" fmla="*/ 2183 h 5728"/>
                    <a:gd name="connsiteX56-15275" fmla="*/ 6333 w 6642"/>
                    <a:gd name="connsiteY56-15276" fmla="*/ 2178 h 5728"/>
                    <a:gd name="connsiteX57-15277" fmla="*/ 6378 w 6642"/>
                    <a:gd name="connsiteY57-15278" fmla="*/ 2104 h 5728"/>
                    <a:gd name="connsiteX58-15279" fmla="*/ 6412 w 6642"/>
                    <a:gd name="connsiteY58-15280" fmla="*/ 2210 h 5728"/>
                    <a:gd name="connsiteX59-15281" fmla="*/ 6300 w 6642"/>
                    <a:gd name="connsiteY59-15282" fmla="*/ 2249 h 5728"/>
                    <a:gd name="connsiteX60-15283" fmla="*/ 6347 w 6642"/>
                    <a:gd name="connsiteY60-15284" fmla="*/ 2362 h 5728"/>
                    <a:gd name="connsiteX61-15285" fmla="*/ 6212 w 6642"/>
                    <a:gd name="connsiteY61-15286" fmla="*/ 2509 h 5728"/>
                    <a:gd name="connsiteX62-15287" fmla="*/ 6171 w 6642"/>
                    <a:gd name="connsiteY62-15288" fmla="*/ 2498 h 5728"/>
                    <a:gd name="connsiteX63-15289" fmla="*/ 6047 w 6642"/>
                    <a:gd name="connsiteY63-15290" fmla="*/ 2413 h 5728"/>
                    <a:gd name="connsiteX64-15291" fmla="*/ 5992 w 6642"/>
                    <a:gd name="connsiteY64-15292" fmla="*/ 2412 h 5728"/>
                    <a:gd name="connsiteX65-15293" fmla="*/ 5957 w 6642"/>
                    <a:gd name="connsiteY65-15294" fmla="*/ 2480 h 5728"/>
                    <a:gd name="connsiteX66-15295" fmla="*/ 5960 w 6642"/>
                    <a:gd name="connsiteY66-15296" fmla="*/ 2562 h 5728"/>
                    <a:gd name="connsiteX67-15297" fmla="*/ 6138 w 6642"/>
                    <a:gd name="connsiteY67-15298" fmla="*/ 2730 h 5728"/>
                    <a:gd name="connsiteX68-15299" fmla="*/ 6137 w 6642"/>
                    <a:gd name="connsiteY68-15300" fmla="*/ 2844 h 5728"/>
                    <a:gd name="connsiteX69-15301" fmla="*/ 6228 w 6642"/>
                    <a:gd name="connsiteY69-15302" fmla="*/ 3060 h 5728"/>
                    <a:gd name="connsiteX70-15303" fmla="*/ 6254 w 6642"/>
                    <a:gd name="connsiteY70-15304" fmla="*/ 3090 h 5728"/>
                    <a:gd name="connsiteX71-15305" fmla="*/ 6298 w 6642"/>
                    <a:gd name="connsiteY71-15306" fmla="*/ 3094 h 5728"/>
                    <a:gd name="connsiteX72-15307" fmla="*/ 6344 w 6642"/>
                    <a:gd name="connsiteY72-15308" fmla="*/ 3010 h 5728"/>
                    <a:gd name="connsiteX73-15309" fmla="*/ 6424 w 6642"/>
                    <a:gd name="connsiteY73-15310" fmla="*/ 2950 h 5728"/>
                    <a:gd name="connsiteX74-15311" fmla="*/ 6519 w 6642"/>
                    <a:gd name="connsiteY74-15312" fmla="*/ 3126 h 5728"/>
                    <a:gd name="connsiteX75-15313" fmla="*/ 6629 w 6642"/>
                    <a:gd name="connsiteY75-15314" fmla="*/ 3312 h 5728"/>
                    <a:gd name="connsiteX76-15315" fmla="*/ 6642 w 6642"/>
                    <a:gd name="connsiteY76-15316" fmla="*/ 3342 h 5728"/>
                    <a:gd name="connsiteX77-15317" fmla="*/ 6631 w 6642"/>
                    <a:gd name="connsiteY77-15318" fmla="*/ 3518 h 5728"/>
                    <a:gd name="connsiteX78-15319" fmla="*/ 6596 w 6642"/>
                    <a:gd name="connsiteY78-15320" fmla="*/ 3554 h 5728"/>
                    <a:gd name="connsiteX79-15321" fmla="*/ 6507 w 6642"/>
                    <a:gd name="connsiteY79-15322" fmla="*/ 3515 h 5728"/>
                    <a:gd name="connsiteX80-15323" fmla="*/ 6273 w 6642"/>
                    <a:gd name="connsiteY80-15324" fmla="*/ 3644 h 5728"/>
                    <a:gd name="connsiteX81-15325" fmla="*/ 6247 w 6642"/>
                    <a:gd name="connsiteY81-15326" fmla="*/ 3666 h 5728"/>
                    <a:gd name="connsiteX82-15327" fmla="*/ 6067 w 6642"/>
                    <a:gd name="connsiteY82-15328" fmla="*/ 3812 h 5728"/>
                    <a:gd name="connsiteX83-15329" fmla="*/ 5926 w 6642"/>
                    <a:gd name="connsiteY83-15330" fmla="*/ 3926 h 5728"/>
                    <a:gd name="connsiteX84-15331" fmla="*/ 5891 w 6642"/>
                    <a:gd name="connsiteY84-15332" fmla="*/ 3965 h 5728"/>
                    <a:gd name="connsiteX85-15333" fmla="*/ 5839 w 6642"/>
                    <a:gd name="connsiteY85-15334" fmla="*/ 3973 h 5728"/>
                    <a:gd name="connsiteX86-15335" fmla="*/ 5782 w 6642"/>
                    <a:gd name="connsiteY86-15336" fmla="*/ 3916 h 5728"/>
                    <a:gd name="connsiteX87-15337" fmla="*/ 5658 w 6642"/>
                    <a:gd name="connsiteY87-15338" fmla="*/ 3808 h 5728"/>
                    <a:gd name="connsiteX88-15339" fmla="*/ 5682 w 6642"/>
                    <a:gd name="connsiteY88-15340" fmla="*/ 4064 h 5728"/>
                    <a:gd name="connsiteX89-15341" fmla="*/ 5691 w 6642"/>
                    <a:gd name="connsiteY89-15342" fmla="*/ 4192 h 5728"/>
                    <a:gd name="connsiteX90-15343" fmla="*/ 5429 w 6642"/>
                    <a:gd name="connsiteY90-15344" fmla="*/ 4166 h 5728"/>
                    <a:gd name="connsiteX91-15345" fmla="*/ 5347 w 6642"/>
                    <a:gd name="connsiteY91-15346" fmla="*/ 3987 h 5728"/>
                    <a:gd name="connsiteX92-15347" fmla="*/ 5265 w 6642"/>
                    <a:gd name="connsiteY92-15348" fmla="*/ 3802 h 5728"/>
                    <a:gd name="connsiteX93-15349" fmla="*/ 4290 w 6642"/>
                    <a:gd name="connsiteY93-15350" fmla="*/ 4504 h 5728"/>
                    <a:gd name="connsiteX94-15351" fmla="*/ 4293 w 6642"/>
                    <a:gd name="connsiteY94-15352" fmla="*/ 4556 h 5728"/>
                    <a:gd name="connsiteX95-15353" fmla="*/ 4257 w 6642"/>
                    <a:gd name="connsiteY95-15354" fmla="*/ 4614 h 5728"/>
                    <a:gd name="connsiteX96-15355" fmla="*/ 3992 w 6642"/>
                    <a:gd name="connsiteY96-15356" fmla="*/ 4680 h 5728"/>
                    <a:gd name="connsiteX97-15357" fmla="*/ 3857 w 6642"/>
                    <a:gd name="connsiteY97-15358" fmla="*/ 4739 h 5728"/>
                    <a:gd name="connsiteX98-15359" fmla="*/ 3815 w 6642"/>
                    <a:gd name="connsiteY98-15360" fmla="*/ 4777 h 5728"/>
                    <a:gd name="connsiteX99-15361" fmla="*/ 3616 w 6642"/>
                    <a:gd name="connsiteY99-15362" fmla="*/ 5021 h 5728"/>
                    <a:gd name="connsiteX100-15363" fmla="*/ 3543 w 6642"/>
                    <a:gd name="connsiteY100-15364" fmla="*/ 4970 h 5728"/>
                    <a:gd name="connsiteX101-15365" fmla="*/ 3460 w 6642"/>
                    <a:gd name="connsiteY101-15366" fmla="*/ 4971 h 5728"/>
                    <a:gd name="connsiteX102-15367" fmla="*/ 3424 w 6642"/>
                    <a:gd name="connsiteY102-15368" fmla="*/ 5045 h 5728"/>
                    <a:gd name="connsiteX103-15369" fmla="*/ 3313 w 6642"/>
                    <a:gd name="connsiteY103-15370" fmla="*/ 5000 h 5728"/>
                    <a:gd name="connsiteX104-15371" fmla="*/ 3235 w 6642"/>
                    <a:gd name="connsiteY104-15372" fmla="*/ 5109 h 5728"/>
                    <a:gd name="connsiteX105-15373" fmla="*/ 3013 w 6642"/>
                    <a:gd name="connsiteY105-15374" fmla="*/ 5349 h 5728"/>
                    <a:gd name="connsiteX106-15375" fmla="*/ 2993 w 6642"/>
                    <a:gd name="connsiteY106-15376" fmla="*/ 5516 h 5728"/>
                    <a:gd name="connsiteX107-15377" fmla="*/ 2976 w 6642"/>
                    <a:gd name="connsiteY107-15378" fmla="*/ 5659 h 5728"/>
                    <a:gd name="connsiteX108-15379" fmla="*/ 2960 w 6642"/>
                    <a:gd name="connsiteY108-15380" fmla="*/ 5669 h 5728"/>
                    <a:gd name="connsiteX109-15381" fmla="*/ 2638 w 6642"/>
                    <a:gd name="connsiteY109-15382" fmla="*/ 5621 h 5728"/>
                    <a:gd name="connsiteX110-15383" fmla="*/ 2536 w 6642"/>
                    <a:gd name="connsiteY110-15384" fmla="*/ 5566 h 5728"/>
                    <a:gd name="connsiteX111-15385" fmla="*/ 2482 w 6642"/>
                    <a:gd name="connsiteY111-15386" fmla="*/ 5503 h 5728"/>
                    <a:gd name="connsiteX112-15387" fmla="*/ 2377 w 6642"/>
                    <a:gd name="connsiteY112-15388" fmla="*/ 5477 h 5728"/>
                    <a:gd name="connsiteX113-15389" fmla="*/ 2377 w 6642"/>
                    <a:gd name="connsiteY113-15390" fmla="*/ 5379 h 5728"/>
                    <a:gd name="connsiteX114-15391" fmla="*/ 2481 w 6642"/>
                    <a:gd name="connsiteY114-15392" fmla="*/ 5149 h 5728"/>
                    <a:gd name="connsiteX115-15393" fmla="*/ 2341 w 6642"/>
                    <a:gd name="connsiteY115-15394" fmla="*/ 5070 h 5728"/>
                    <a:gd name="connsiteX116-15395" fmla="*/ 2299 w 6642"/>
                    <a:gd name="connsiteY116-15396" fmla="*/ 5095 h 5728"/>
                    <a:gd name="connsiteX117-15397" fmla="*/ 2209 w 6642"/>
                    <a:gd name="connsiteY117-15398" fmla="*/ 5214 h 5728"/>
                    <a:gd name="connsiteX118-15399" fmla="*/ 2177 w 6642"/>
                    <a:gd name="connsiteY118-15400" fmla="*/ 5276 h 5728"/>
                    <a:gd name="connsiteX119-15401" fmla="*/ 2115 w 6642"/>
                    <a:gd name="connsiteY119-15402" fmla="*/ 5386 h 5728"/>
                    <a:gd name="connsiteX120-15403" fmla="*/ 2121 w 6642"/>
                    <a:gd name="connsiteY120-15404" fmla="*/ 5510 h 5728"/>
                    <a:gd name="connsiteX121-15405" fmla="*/ 2082 w 6642"/>
                    <a:gd name="connsiteY121-15406" fmla="*/ 5558 h 5728"/>
                    <a:gd name="connsiteX122-15407" fmla="*/ 1951 w 6642"/>
                    <a:gd name="connsiteY122-15408" fmla="*/ 5617 h 5728"/>
                    <a:gd name="connsiteX123-15409" fmla="*/ 1785 w 6642"/>
                    <a:gd name="connsiteY123-15410" fmla="*/ 5649 h 5728"/>
                    <a:gd name="connsiteX124-15411" fmla="*/ 1682 w 6642"/>
                    <a:gd name="connsiteY124-15412" fmla="*/ 5728 h 5728"/>
                    <a:gd name="connsiteX125-15413" fmla="*/ 1568 w 6642"/>
                    <a:gd name="connsiteY125-15414" fmla="*/ 5611 h 5728"/>
                    <a:gd name="connsiteX126-15415" fmla="*/ 1508 w 6642"/>
                    <a:gd name="connsiteY126-15416" fmla="*/ 5485 h 5728"/>
                    <a:gd name="connsiteX127-15417" fmla="*/ 1630 w 6642"/>
                    <a:gd name="connsiteY127-15418" fmla="*/ 5242 h 5728"/>
                    <a:gd name="connsiteX128-15419" fmla="*/ 1685 w 6642"/>
                    <a:gd name="connsiteY128-15420" fmla="*/ 5195 h 5728"/>
                    <a:gd name="connsiteX129-15421" fmla="*/ 1730 w 6642"/>
                    <a:gd name="connsiteY129-15422" fmla="*/ 5120 h 5728"/>
                    <a:gd name="connsiteX130-15423" fmla="*/ 1727 w 6642"/>
                    <a:gd name="connsiteY130-15424" fmla="*/ 5071 h 5728"/>
                    <a:gd name="connsiteX131-15425" fmla="*/ 1530 w 6642"/>
                    <a:gd name="connsiteY131-15426" fmla="*/ 5007 h 5728"/>
                    <a:gd name="connsiteX132-15427" fmla="*/ 1459 w 6642"/>
                    <a:gd name="connsiteY132-15428" fmla="*/ 5064 h 5728"/>
                    <a:gd name="connsiteX133-15429" fmla="*/ 1353 w 6642"/>
                    <a:gd name="connsiteY133-15430" fmla="*/ 5111 h 5728"/>
                    <a:gd name="connsiteX134-15431" fmla="*/ 1290 w 6642"/>
                    <a:gd name="connsiteY134-15432" fmla="*/ 5063 h 5728"/>
                    <a:gd name="connsiteX135-15433" fmla="*/ 1052 w 6642"/>
                    <a:gd name="connsiteY135-15434" fmla="*/ 5254 h 5728"/>
                    <a:gd name="connsiteX136-15435" fmla="*/ 924 w 6642"/>
                    <a:gd name="connsiteY136-15436" fmla="*/ 5231 h 5728"/>
                    <a:gd name="connsiteX137-15437" fmla="*/ 813 w 6642"/>
                    <a:gd name="connsiteY137-15438" fmla="*/ 5097 h 5728"/>
                    <a:gd name="connsiteX138-15439" fmla="*/ 683 w 6642"/>
                    <a:gd name="connsiteY138-15440" fmla="*/ 4930 h 5728"/>
                    <a:gd name="connsiteX139-15441" fmla="*/ 572 w 6642"/>
                    <a:gd name="connsiteY139-15442" fmla="*/ 4806 h 5728"/>
                    <a:gd name="connsiteX140-15443" fmla="*/ 505 w 6642"/>
                    <a:gd name="connsiteY140-15444" fmla="*/ 4788 h 5728"/>
                    <a:gd name="connsiteX141-15445" fmla="*/ 640 w 6642"/>
                    <a:gd name="connsiteY141-15446" fmla="*/ 4631 h 5728"/>
                    <a:gd name="connsiteX142-15447" fmla="*/ 683 w 6642"/>
                    <a:gd name="connsiteY142-15448" fmla="*/ 4541 h 5728"/>
                    <a:gd name="connsiteX143-15449" fmla="*/ 651 w 6642"/>
                    <a:gd name="connsiteY143-15450" fmla="*/ 4438 h 5728"/>
                    <a:gd name="connsiteX144-15451" fmla="*/ 277 w 6642"/>
                    <a:gd name="connsiteY144-15452" fmla="*/ 4491 h 5728"/>
                    <a:gd name="connsiteX145-15453" fmla="*/ 187 w 6642"/>
                    <a:gd name="connsiteY145-15454" fmla="*/ 4518 h 5728"/>
                    <a:gd name="connsiteX146-15455" fmla="*/ 195 w 6642"/>
                    <a:gd name="connsiteY146-15456" fmla="*/ 4384 h 5728"/>
                    <a:gd name="connsiteX147-15457" fmla="*/ 147 w 6642"/>
                    <a:gd name="connsiteY147-15458" fmla="*/ 4318 h 5728"/>
                    <a:gd name="connsiteX148-15459" fmla="*/ 39 w 6642"/>
                    <a:gd name="connsiteY148-15460" fmla="*/ 4220 h 5728"/>
                    <a:gd name="connsiteX149-15461" fmla="*/ 75 w 6642"/>
                    <a:gd name="connsiteY149-15462" fmla="*/ 4093 h 5728"/>
                    <a:gd name="connsiteX150-15463" fmla="*/ 63 w 6642"/>
                    <a:gd name="connsiteY150-15464" fmla="*/ 3929 h 5728"/>
                    <a:gd name="connsiteX151-15465" fmla="*/ 0 w 6642"/>
                    <a:gd name="connsiteY151-15466" fmla="*/ 3842 h 5728"/>
                    <a:gd name="connsiteX152-15467" fmla="*/ 0 w 6642"/>
                    <a:gd name="connsiteY152-15468" fmla="*/ 3737 h 5728"/>
                    <a:gd name="connsiteX153-15469" fmla="*/ 303 w 6642"/>
                    <a:gd name="connsiteY153-15470" fmla="*/ 3824 h 5728"/>
                    <a:gd name="connsiteX154-15471" fmla="*/ 830 w 6642"/>
                    <a:gd name="connsiteY154-15472" fmla="*/ 3840 h 5728"/>
                    <a:gd name="connsiteX155-15473" fmla="*/ 1044 w 6642"/>
                    <a:gd name="connsiteY155-15474" fmla="*/ 3908 h 5728"/>
                    <a:gd name="connsiteX156-15475" fmla="*/ 1213 w 6642"/>
                    <a:gd name="connsiteY156-15476" fmla="*/ 4053 h 5728"/>
                    <a:gd name="connsiteX157-15477" fmla="*/ 1257 w 6642"/>
                    <a:gd name="connsiteY157-15478" fmla="*/ 4077 h 5728"/>
                    <a:gd name="connsiteX158-15479" fmla="*/ 1417 w 6642"/>
                    <a:gd name="connsiteY158-15480" fmla="*/ 4107 h 5728"/>
                    <a:gd name="connsiteX0-15481" fmla="*/ 5456 w 6642"/>
                    <a:gd name="connsiteY0-15482" fmla="*/ 2333 h 5728"/>
                    <a:gd name="connsiteX1-15483" fmla="*/ 5454 w 6642"/>
                    <a:gd name="connsiteY1-15484" fmla="*/ 2117 h 5728"/>
                    <a:gd name="connsiteX2-15485" fmla="*/ 5378 w 6642"/>
                    <a:gd name="connsiteY2-15486" fmla="*/ 2039 h 5728"/>
                    <a:gd name="connsiteX3-15487" fmla="*/ 5235 w 6642"/>
                    <a:gd name="connsiteY3-15488" fmla="*/ 1951 h 5728"/>
                    <a:gd name="connsiteX4-15489" fmla="*/ 5143 w 6642"/>
                    <a:gd name="connsiteY4-15490" fmla="*/ 1827 h 5728"/>
                    <a:gd name="connsiteX5-15491" fmla="*/ 5047 w 6642"/>
                    <a:gd name="connsiteY5-15492" fmla="*/ 1828 h 5728"/>
                    <a:gd name="connsiteX6-15493" fmla="*/ 5002 w 6642"/>
                    <a:gd name="connsiteY6-15494" fmla="*/ 1883 h 5728"/>
                    <a:gd name="connsiteX7-15495" fmla="*/ 4909 w 6642"/>
                    <a:gd name="connsiteY7-15496" fmla="*/ 1877 h 5728"/>
                    <a:gd name="connsiteX8-15497" fmla="*/ 4889 w 6642"/>
                    <a:gd name="connsiteY8-15498" fmla="*/ 1994 h 5728"/>
                    <a:gd name="connsiteX9-15499" fmla="*/ 4708 w 6642"/>
                    <a:gd name="connsiteY9-15500" fmla="*/ 1941 h 5728"/>
                    <a:gd name="connsiteX10-15501" fmla="*/ 4625 w 6642"/>
                    <a:gd name="connsiteY10-15502" fmla="*/ 1939 h 5728"/>
                    <a:gd name="connsiteX11-15503" fmla="*/ 4500 w 6642"/>
                    <a:gd name="connsiteY11-15504" fmla="*/ 2014 h 5728"/>
                    <a:gd name="connsiteX12-15505" fmla="*/ 4388 w 6642"/>
                    <a:gd name="connsiteY12-15506" fmla="*/ 1890 h 5728"/>
                    <a:gd name="connsiteX13-15507" fmla="*/ 4482 w 6642"/>
                    <a:gd name="connsiteY13-15508" fmla="*/ 1804 h 5728"/>
                    <a:gd name="connsiteX14-15509" fmla="*/ 4486 w 6642"/>
                    <a:gd name="connsiteY14-15510" fmla="*/ 1634 h 5728"/>
                    <a:gd name="connsiteX15-15511" fmla="*/ 4541 w 6642"/>
                    <a:gd name="connsiteY15-15512" fmla="*/ 1514 h 5728"/>
                    <a:gd name="connsiteX16-15513" fmla="*/ 4584 w 6642"/>
                    <a:gd name="connsiteY16-15514" fmla="*/ 1306 h 5728"/>
                    <a:gd name="connsiteX17-15515" fmla="*/ 4644 w 6642"/>
                    <a:gd name="connsiteY17-15516" fmla="*/ 1307 h 5728"/>
                    <a:gd name="connsiteX18-15517" fmla="*/ 4967 w 6642"/>
                    <a:gd name="connsiteY18-15518" fmla="*/ 1286 h 5728"/>
                    <a:gd name="connsiteX19-15519" fmla="*/ 5141 w 6642"/>
                    <a:gd name="connsiteY19-15520" fmla="*/ 1117 h 5728"/>
                    <a:gd name="connsiteX20-15521" fmla="*/ 5210 w 6642"/>
                    <a:gd name="connsiteY20-15522" fmla="*/ 748 h 5728"/>
                    <a:gd name="connsiteX21-15523" fmla="*/ 5320 w 6642"/>
                    <a:gd name="connsiteY21-15524" fmla="*/ 486 h 5728"/>
                    <a:gd name="connsiteX22-15525" fmla="*/ 5318 w 6642"/>
                    <a:gd name="connsiteY22-15526" fmla="*/ 358 h 5728"/>
                    <a:gd name="connsiteX23-15527" fmla="*/ 5305 w 6642"/>
                    <a:gd name="connsiteY23-15528" fmla="*/ 328 h 5728"/>
                    <a:gd name="connsiteX24-15529" fmla="*/ 5238 w 6642"/>
                    <a:gd name="connsiteY24-15530" fmla="*/ 251 h 5728"/>
                    <a:gd name="connsiteX25-15531" fmla="*/ 5178 w 6642"/>
                    <a:gd name="connsiteY25-15532" fmla="*/ 217 h 5728"/>
                    <a:gd name="connsiteX26-15533" fmla="*/ 5303 w 6642"/>
                    <a:gd name="connsiteY26-15534" fmla="*/ 56 h 5728"/>
                    <a:gd name="connsiteX27-15535" fmla="*/ 5476 w 6642"/>
                    <a:gd name="connsiteY27-15536" fmla="*/ 2 h 5728"/>
                    <a:gd name="connsiteX28-15537" fmla="*/ 5508 w 6642"/>
                    <a:gd name="connsiteY28-15538" fmla="*/ 49 h 5728"/>
                    <a:gd name="connsiteX29-15539" fmla="*/ 5498 w 6642"/>
                    <a:gd name="connsiteY29-15540" fmla="*/ 133 h 5728"/>
                    <a:gd name="connsiteX30-15541" fmla="*/ 5437 w 6642"/>
                    <a:gd name="connsiteY30-15542" fmla="*/ 243 h 5728"/>
                    <a:gd name="connsiteX31-15543" fmla="*/ 5507 w 6642"/>
                    <a:gd name="connsiteY31-15544" fmla="*/ 301 h 5728"/>
                    <a:gd name="connsiteX32-15545" fmla="*/ 5621 w 6642"/>
                    <a:gd name="connsiteY32-15546" fmla="*/ 366 h 5728"/>
                    <a:gd name="connsiteX33-15547" fmla="*/ 5641 w 6642"/>
                    <a:gd name="connsiteY33-15548" fmla="*/ 255 h 5728"/>
                    <a:gd name="connsiteX34-15549" fmla="*/ 5775 w 6642"/>
                    <a:gd name="connsiteY34-15550" fmla="*/ 291 h 5728"/>
                    <a:gd name="connsiteX35-15551" fmla="*/ 5800 w 6642"/>
                    <a:gd name="connsiteY35-15552" fmla="*/ 331 h 5728"/>
                    <a:gd name="connsiteX36-15553" fmla="*/ 5876 w 6642"/>
                    <a:gd name="connsiteY36-15554" fmla="*/ 562 h 5728"/>
                    <a:gd name="connsiteX37-15555" fmla="*/ 5911 w 6642"/>
                    <a:gd name="connsiteY37-15556" fmla="*/ 586 h 5728"/>
                    <a:gd name="connsiteX38-15557" fmla="*/ 6003 w 6642"/>
                    <a:gd name="connsiteY38-15558" fmla="*/ 578 h 5728"/>
                    <a:gd name="connsiteX39-15559" fmla="*/ 6263 w 6642"/>
                    <a:gd name="connsiteY39-15560" fmla="*/ 490 h 5728"/>
                    <a:gd name="connsiteX40-15561" fmla="*/ 6483 w 6642"/>
                    <a:gd name="connsiteY40-15562" fmla="*/ 479 h 5728"/>
                    <a:gd name="connsiteX41-15563" fmla="*/ 6543 w 6642"/>
                    <a:gd name="connsiteY41-15564" fmla="*/ 648 h 5728"/>
                    <a:gd name="connsiteX42-15565" fmla="*/ 6461 w 6642"/>
                    <a:gd name="connsiteY42-15566" fmla="*/ 944 h 5728"/>
                    <a:gd name="connsiteX43-15567" fmla="*/ 6461 w 6642"/>
                    <a:gd name="connsiteY43-15568" fmla="*/ 1022 h 5728"/>
                    <a:gd name="connsiteX44-15569" fmla="*/ 6530 w 6642"/>
                    <a:gd name="connsiteY44-15570" fmla="*/ 1168 h 5728"/>
                    <a:gd name="connsiteX45-15571" fmla="*/ 6545 w 6642"/>
                    <a:gd name="connsiteY45-15572" fmla="*/ 1427 h 5728"/>
                    <a:gd name="connsiteX46-15573" fmla="*/ 6547 w 6642"/>
                    <a:gd name="connsiteY46-15574" fmla="*/ 1617 h 5728"/>
                    <a:gd name="connsiteX47-15575" fmla="*/ 6480 w 6642"/>
                    <a:gd name="connsiteY47-15576" fmla="*/ 1625 h 5728"/>
                    <a:gd name="connsiteX48-15577" fmla="*/ 6458 w 6642"/>
                    <a:gd name="connsiteY48-15578" fmla="*/ 1507 h 5728"/>
                    <a:gd name="connsiteX49-15579" fmla="*/ 6423 w 6642"/>
                    <a:gd name="connsiteY49-15580" fmla="*/ 1450 h 5728"/>
                    <a:gd name="connsiteX50-15581" fmla="*/ 6333 w 6642"/>
                    <a:gd name="connsiteY50-15582" fmla="*/ 1582 h 5728"/>
                    <a:gd name="connsiteX51-15583" fmla="*/ 6220 w 6642"/>
                    <a:gd name="connsiteY51-15584" fmla="*/ 1776 h 5728"/>
                    <a:gd name="connsiteX52-15585" fmla="*/ 6101 w 6642"/>
                    <a:gd name="connsiteY52-15586" fmla="*/ 1904 h 5728"/>
                    <a:gd name="connsiteX53-15587" fmla="*/ 6094 w 6642"/>
                    <a:gd name="connsiteY53-15588" fmla="*/ 2018 h 5728"/>
                    <a:gd name="connsiteX54-15589" fmla="*/ 6154 w 6642"/>
                    <a:gd name="connsiteY54-15590" fmla="*/ 2115 h 5728"/>
                    <a:gd name="connsiteX55-15591" fmla="*/ 6256 w 6642"/>
                    <a:gd name="connsiteY55-15592" fmla="*/ 2183 h 5728"/>
                    <a:gd name="connsiteX56-15593" fmla="*/ 6333 w 6642"/>
                    <a:gd name="connsiteY56-15594" fmla="*/ 2178 h 5728"/>
                    <a:gd name="connsiteX57-15595" fmla="*/ 6378 w 6642"/>
                    <a:gd name="connsiteY57-15596" fmla="*/ 2104 h 5728"/>
                    <a:gd name="connsiteX58-15597" fmla="*/ 6412 w 6642"/>
                    <a:gd name="connsiteY58-15598" fmla="*/ 2210 h 5728"/>
                    <a:gd name="connsiteX59-15599" fmla="*/ 6300 w 6642"/>
                    <a:gd name="connsiteY59-15600" fmla="*/ 2249 h 5728"/>
                    <a:gd name="connsiteX60-15601" fmla="*/ 6347 w 6642"/>
                    <a:gd name="connsiteY60-15602" fmla="*/ 2362 h 5728"/>
                    <a:gd name="connsiteX61-15603" fmla="*/ 6212 w 6642"/>
                    <a:gd name="connsiteY61-15604" fmla="*/ 2509 h 5728"/>
                    <a:gd name="connsiteX62-15605" fmla="*/ 6171 w 6642"/>
                    <a:gd name="connsiteY62-15606" fmla="*/ 2498 h 5728"/>
                    <a:gd name="connsiteX63-15607" fmla="*/ 6047 w 6642"/>
                    <a:gd name="connsiteY63-15608" fmla="*/ 2413 h 5728"/>
                    <a:gd name="connsiteX64-15609" fmla="*/ 5992 w 6642"/>
                    <a:gd name="connsiteY64-15610" fmla="*/ 2412 h 5728"/>
                    <a:gd name="connsiteX65-15611" fmla="*/ 5957 w 6642"/>
                    <a:gd name="connsiteY65-15612" fmla="*/ 2480 h 5728"/>
                    <a:gd name="connsiteX66-15613" fmla="*/ 5960 w 6642"/>
                    <a:gd name="connsiteY66-15614" fmla="*/ 2562 h 5728"/>
                    <a:gd name="connsiteX67-15615" fmla="*/ 6138 w 6642"/>
                    <a:gd name="connsiteY67-15616" fmla="*/ 2730 h 5728"/>
                    <a:gd name="connsiteX68-15617" fmla="*/ 6137 w 6642"/>
                    <a:gd name="connsiteY68-15618" fmla="*/ 2844 h 5728"/>
                    <a:gd name="connsiteX69-15619" fmla="*/ 6228 w 6642"/>
                    <a:gd name="connsiteY69-15620" fmla="*/ 3060 h 5728"/>
                    <a:gd name="connsiteX70-15621" fmla="*/ 6254 w 6642"/>
                    <a:gd name="connsiteY70-15622" fmla="*/ 3090 h 5728"/>
                    <a:gd name="connsiteX71-15623" fmla="*/ 6298 w 6642"/>
                    <a:gd name="connsiteY71-15624" fmla="*/ 3094 h 5728"/>
                    <a:gd name="connsiteX72-15625" fmla="*/ 6344 w 6642"/>
                    <a:gd name="connsiteY72-15626" fmla="*/ 3010 h 5728"/>
                    <a:gd name="connsiteX73-15627" fmla="*/ 6424 w 6642"/>
                    <a:gd name="connsiteY73-15628" fmla="*/ 2950 h 5728"/>
                    <a:gd name="connsiteX74-15629" fmla="*/ 6519 w 6642"/>
                    <a:gd name="connsiteY74-15630" fmla="*/ 3126 h 5728"/>
                    <a:gd name="connsiteX75-15631" fmla="*/ 6629 w 6642"/>
                    <a:gd name="connsiteY75-15632" fmla="*/ 3312 h 5728"/>
                    <a:gd name="connsiteX76-15633" fmla="*/ 6642 w 6642"/>
                    <a:gd name="connsiteY76-15634" fmla="*/ 3342 h 5728"/>
                    <a:gd name="connsiteX77-15635" fmla="*/ 6631 w 6642"/>
                    <a:gd name="connsiteY77-15636" fmla="*/ 3518 h 5728"/>
                    <a:gd name="connsiteX78-15637" fmla="*/ 6596 w 6642"/>
                    <a:gd name="connsiteY78-15638" fmla="*/ 3554 h 5728"/>
                    <a:gd name="connsiteX79-15639" fmla="*/ 6507 w 6642"/>
                    <a:gd name="connsiteY79-15640" fmla="*/ 3515 h 5728"/>
                    <a:gd name="connsiteX80-15641" fmla="*/ 6273 w 6642"/>
                    <a:gd name="connsiteY80-15642" fmla="*/ 3644 h 5728"/>
                    <a:gd name="connsiteX81-15643" fmla="*/ 6247 w 6642"/>
                    <a:gd name="connsiteY81-15644" fmla="*/ 3666 h 5728"/>
                    <a:gd name="connsiteX82-15645" fmla="*/ 6067 w 6642"/>
                    <a:gd name="connsiteY82-15646" fmla="*/ 3812 h 5728"/>
                    <a:gd name="connsiteX83-15647" fmla="*/ 5926 w 6642"/>
                    <a:gd name="connsiteY83-15648" fmla="*/ 3926 h 5728"/>
                    <a:gd name="connsiteX84-15649" fmla="*/ 5891 w 6642"/>
                    <a:gd name="connsiteY84-15650" fmla="*/ 3965 h 5728"/>
                    <a:gd name="connsiteX85-15651" fmla="*/ 5839 w 6642"/>
                    <a:gd name="connsiteY85-15652" fmla="*/ 3973 h 5728"/>
                    <a:gd name="connsiteX86-15653" fmla="*/ 5782 w 6642"/>
                    <a:gd name="connsiteY86-15654" fmla="*/ 3916 h 5728"/>
                    <a:gd name="connsiteX87-15655" fmla="*/ 5658 w 6642"/>
                    <a:gd name="connsiteY87-15656" fmla="*/ 3808 h 5728"/>
                    <a:gd name="connsiteX88-15657" fmla="*/ 5682 w 6642"/>
                    <a:gd name="connsiteY88-15658" fmla="*/ 4064 h 5728"/>
                    <a:gd name="connsiteX89-15659" fmla="*/ 5691 w 6642"/>
                    <a:gd name="connsiteY89-15660" fmla="*/ 4192 h 5728"/>
                    <a:gd name="connsiteX90-15661" fmla="*/ 5429 w 6642"/>
                    <a:gd name="connsiteY90-15662" fmla="*/ 4166 h 5728"/>
                    <a:gd name="connsiteX91-15663" fmla="*/ 5347 w 6642"/>
                    <a:gd name="connsiteY91-15664" fmla="*/ 3987 h 5728"/>
                    <a:gd name="connsiteX92-15665" fmla="*/ 5265 w 6642"/>
                    <a:gd name="connsiteY92-15666" fmla="*/ 3802 h 5728"/>
                    <a:gd name="connsiteX93-15667" fmla="*/ 4290 w 6642"/>
                    <a:gd name="connsiteY93-15668" fmla="*/ 4504 h 5728"/>
                    <a:gd name="connsiteX94-15669" fmla="*/ 4293 w 6642"/>
                    <a:gd name="connsiteY94-15670" fmla="*/ 4556 h 5728"/>
                    <a:gd name="connsiteX95-15671" fmla="*/ 4257 w 6642"/>
                    <a:gd name="connsiteY95-15672" fmla="*/ 4614 h 5728"/>
                    <a:gd name="connsiteX96-15673" fmla="*/ 3992 w 6642"/>
                    <a:gd name="connsiteY96-15674" fmla="*/ 4680 h 5728"/>
                    <a:gd name="connsiteX97-15675" fmla="*/ 3857 w 6642"/>
                    <a:gd name="connsiteY97-15676" fmla="*/ 4739 h 5728"/>
                    <a:gd name="connsiteX98-15677" fmla="*/ 3815 w 6642"/>
                    <a:gd name="connsiteY98-15678" fmla="*/ 4777 h 5728"/>
                    <a:gd name="connsiteX99-15679" fmla="*/ 3616 w 6642"/>
                    <a:gd name="connsiteY99-15680" fmla="*/ 5021 h 5728"/>
                    <a:gd name="connsiteX100-15681" fmla="*/ 3543 w 6642"/>
                    <a:gd name="connsiteY100-15682" fmla="*/ 4970 h 5728"/>
                    <a:gd name="connsiteX101-15683" fmla="*/ 3460 w 6642"/>
                    <a:gd name="connsiteY101-15684" fmla="*/ 4971 h 5728"/>
                    <a:gd name="connsiteX102-15685" fmla="*/ 3424 w 6642"/>
                    <a:gd name="connsiteY102-15686" fmla="*/ 5045 h 5728"/>
                    <a:gd name="connsiteX103-15687" fmla="*/ 3313 w 6642"/>
                    <a:gd name="connsiteY103-15688" fmla="*/ 5000 h 5728"/>
                    <a:gd name="connsiteX104-15689" fmla="*/ 3235 w 6642"/>
                    <a:gd name="connsiteY104-15690" fmla="*/ 5109 h 5728"/>
                    <a:gd name="connsiteX105-15691" fmla="*/ 3013 w 6642"/>
                    <a:gd name="connsiteY105-15692" fmla="*/ 5349 h 5728"/>
                    <a:gd name="connsiteX106-15693" fmla="*/ 2993 w 6642"/>
                    <a:gd name="connsiteY106-15694" fmla="*/ 5516 h 5728"/>
                    <a:gd name="connsiteX107-15695" fmla="*/ 2976 w 6642"/>
                    <a:gd name="connsiteY107-15696" fmla="*/ 5659 h 5728"/>
                    <a:gd name="connsiteX108-15697" fmla="*/ 2960 w 6642"/>
                    <a:gd name="connsiteY108-15698" fmla="*/ 5669 h 5728"/>
                    <a:gd name="connsiteX109-15699" fmla="*/ 2638 w 6642"/>
                    <a:gd name="connsiteY109-15700" fmla="*/ 5621 h 5728"/>
                    <a:gd name="connsiteX110-15701" fmla="*/ 2536 w 6642"/>
                    <a:gd name="connsiteY110-15702" fmla="*/ 5566 h 5728"/>
                    <a:gd name="connsiteX111-15703" fmla="*/ 2482 w 6642"/>
                    <a:gd name="connsiteY111-15704" fmla="*/ 5503 h 5728"/>
                    <a:gd name="connsiteX112-15705" fmla="*/ 2377 w 6642"/>
                    <a:gd name="connsiteY112-15706" fmla="*/ 5477 h 5728"/>
                    <a:gd name="connsiteX113-15707" fmla="*/ 2377 w 6642"/>
                    <a:gd name="connsiteY113-15708" fmla="*/ 5379 h 5728"/>
                    <a:gd name="connsiteX114-15709" fmla="*/ 2481 w 6642"/>
                    <a:gd name="connsiteY114-15710" fmla="*/ 5149 h 5728"/>
                    <a:gd name="connsiteX115-15711" fmla="*/ 2341 w 6642"/>
                    <a:gd name="connsiteY115-15712" fmla="*/ 5070 h 5728"/>
                    <a:gd name="connsiteX116-15713" fmla="*/ 2299 w 6642"/>
                    <a:gd name="connsiteY116-15714" fmla="*/ 5095 h 5728"/>
                    <a:gd name="connsiteX117-15715" fmla="*/ 2209 w 6642"/>
                    <a:gd name="connsiteY117-15716" fmla="*/ 5214 h 5728"/>
                    <a:gd name="connsiteX118-15717" fmla="*/ 2177 w 6642"/>
                    <a:gd name="connsiteY118-15718" fmla="*/ 5276 h 5728"/>
                    <a:gd name="connsiteX119-15719" fmla="*/ 2115 w 6642"/>
                    <a:gd name="connsiteY119-15720" fmla="*/ 5386 h 5728"/>
                    <a:gd name="connsiteX120-15721" fmla="*/ 2121 w 6642"/>
                    <a:gd name="connsiteY120-15722" fmla="*/ 5510 h 5728"/>
                    <a:gd name="connsiteX121-15723" fmla="*/ 2082 w 6642"/>
                    <a:gd name="connsiteY121-15724" fmla="*/ 5558 h 5728"/>
                    <a:gd name="connsiteX122-15725" fmla="*/ 1951 w 6642"/>
                    <a:gd name="connsiteY122-15726" fmla="*/ 5617 h 5728"/>
                    <a:gd name="connsiteX123-15727" fmla="*/ 1785 w 6642"/>
                    <a:gd name="connsiteY123-15728" fmla="*/ 5649 h 5728"/>
                    <a:gd name="connsiteX124-15729" fmla="*/ 1682 w 6642"/>
                    <a:gd name="connsiteY124-15730" fmla="*/ 5728 h 5728"/>
                    <a:gd name="connsiteX125-15731" fmla="*/ 1568 w 6642"/>
                    <a:gd name="connsiteY125-15732" fmla="*/ 5611 h 5728"/>
                    <a:gd name="connsiteX126-15733" fmla="*/ 1508 w 6642"/>
                    <a:gd name="connsiteY126-15734" fmla="*/ 5485 h 5728"/>
                    <a:gd name="connsiteX127-15735" fmla="*/ 1630 w 6642"/>
                    <a:gd name="connsiteY127-15736" fmla="*/ 5242 h 5728"/>
                    <a:gd name="connsiteX128-15737" fmla="*/ 1685 w 6642"/>
                    <a:gd name="connsiteY128-15738" fmla="*/ 5195 h 5728"/>
                    <a:gd name="connsiteX129-15739" fmla="*/ 1730 w 6642"/>
                    <a:gd name="connsiteY129-15740" fmla="*/ 5120 h 5728"/>
                    <a:gd name="connsiteX130-15741" fmla="*/ 1727 w 6642"/>
                    <a:gd name="connsiteY130-15742" fmla="*/ 5071 h 5728"/>
                    <a:gd name="connsiteX131-15743" fmla="*/ 1530 w 6642"/>
                    <a:gd name="connsiteY131-15744" fmla="*/ 5007 h 5728"/>
                    <a:gd name="connsiteX132-15745" fmla="*/ 1459 w 6642"/>
                    <a:gd name="connsiteY132-15746" fmla="*/ 5064 h 5728"/>
                    <a:gd name="connsiteX133-15747" fmla="*/ 1353 w 6642"/>
                    <a:gd name="connsiteY133-15748" fmla="*/ 5111 h 5728"/>
                    <a:gd name="connsiteX134-15749" fmla="*/ 1290 w 6642"/>
                    <a:gd name="connsiteY134-15750" fmla="*/ 5063 h 5728"/>
                    <a:gd name="connsiteX135-15751" fmla="*/ 1052 w 6642"/>
                    <a:gd name="connsiteY135-15752" fmla="*/ 5254 h 5728"/>
                    <a:gd name="connsiteX136-15753" fmla="*/ 924 w 6642"/>
                    <a:gd name="connsiteY136-15754" fmla="*/ 5231 h 5728"/>
                    <a:gd name="connsiteX137-15755" fmla="*/ 813 w 6642"/>
                    <a:gd name="connsiteY137-15756" fmla="*/ 5097 h 5728"/>
                    <a:gd name="connsiteX138-15757" fmla="*/ 683 w 6642"/>
                    <a:gd name="connsiteY138-15758" fmla="*/ 4930 h 5728"/>
                    <a:gd name="connsiteX139-15759" fmla="*/ 572 w 6642"/>
                    <a:gd name="connsiteY139-15760" fmla="*/ 4806 h 5728"/>
                    <a:gd name="connsiteX140-15761" fmla="*/ 505 w 6642"/>
                    <a:gd name="connsiteY140-15762" fmla="*/ 4788 h 5728"/>
                    <a:gd name="connsiteX141-15763" fmla="*/ 640 w 6642"/>
                    <a:gd name="connsiteY141-15764" fmla="*/ 4631 h 5728"/>
                    <a:gd name="connsiteX142-15765" fmla="*/ 683 w 6642"/>
                    <a:gd name="connsiteY142-15766" fmla="*/ 4541 h 5728"/>
                    <a:gd name="connsiteX143-15767" fmla="*/ 651 w 6642"/>
                    <a:gd name="connsiteY143-15768" fmla="*/ 4438 h 5728"/>
                    <a:gd name="connsiteX144-15769" fmla="*/ 277 w 6642"/>
                    <a:gd name="connsiteY144-15770" fmla="*/ 4491 h 5728"/>
                    <a:gd name="connsiteX145-15771" fmla="*/ 187 w 6642"/>
                    <a:gd name="connsiteY145-15772" fmla="*/ 4518 h 5728"/>
                    <a:gd name="connsiteX146-15773" fmla="*/ 195 w 6642"/>
                    <a:gd name="connsiteY146-15774" fmla="*/ 4384 h 5728"/>
                    <a:gd name="connsiteX147-15775" fmla="*/ 147 w 6642"/>
                    <a:gd name="connsiteY147-15776" fmla="*/ 4318 h 5728"/>
                    <a:gd name="connsiteX148-15777" fmla="*/ 39 w 6642"/>
                    <a:gd name="connsiteY148-15778" fmla="*/ 4220 h 5728"/>
                    <a:gd name="connsiteX149-15779" fmla="*/ 75 w 6642"/>
                    <a:gd name="connsiteY149-15780" fmla="*/ 4093 h 5728"/>
                    <a:gd name="connsiteX150-15781" fmla="*/ 63 w 6642"/>
                    <a:gd name="connsiteY150-15782" fmla="*/ 3929 h 5728"/>
                    <a:gd name="connsiteX151-15783" fmla="*/ 0 w 6642"/>
                    <a:gd name="connsiteY151-15784" fmla="*/ 3842 h 5728"/>
                    <a:gd name="connsiteX152-15785" fmla="*/ 0 w 6642"/>
                    <a:gd name="connsiteY152-15786" fmla="*/ 3737 h 5728"/>
                    <a:gd name="connsiteX153-15787" fmla="*/ 303 w 6642"/>
                    <a:gd name="connsiteY153-15788" fmla="*/ 3824 h 5728"/>
                    <a:gd name="connsiteX154-15789" fmla="*/ 830 w 6642"/>
                    <a:gd name="connsiteY154-15790" fmla="*/ 3840 h 5728"/>
                    <a:gd name="connsiteX155-15791" fmla="*/ 1044 w 6642"/>
                    <a:gd name="connsiteY155-15792" fmla="*/ 3908 h 5728"/>
                    <a:gd name="connsiteX156-15793" fmla="*/ 1213 w 6642"/>
                    <a:gd name="connsiteY156-15794" fmla="*/ 4053 h 5728"/>
                    <a:gd name="connsiteX157-15795" fmla="*/ 1257 w 6642"/>
                    <a:gd name="connsiteY157-15796" fmla="*/ 4077 h 5728"/>
                    <a:gd name="connsiteX0-15797" fmla="*/ 5456 w 6642"/>
                    <a:gd name="connsiteY0-15798" fmla="*/ 2333 h 5728"/>
                    <a:gd name="connsiteX1-15799" fmla="*/ 5454 w 6642"/>
                    <a:gd name="connsiteY1-15800" fmla="*/ 2117 h 5728"/>
                    <a:gd name="connsiteX2-15801" fmla="*/ 5378 w 6642"/>
                    <a:gd name="connsiteY2-15802" fmla="*/ 2039 h 5728"/>
                    <a:gd name="connsiteX3-15803" fmla="*/ 5235 w 6642"/>
                    <a:gd name="connsiteY3-15804" fmla="*/ 1951 h 5728"/>
                    <a:gd name="connsiteX4-15805" fmla="*/ 5143 w 6642"/>
                    <a:gd name="connsiteY4-15806" fmla="*/ 1827 h 5728"/>
                    <a:gd name="connsiteX5-15807" fmla="*/ 5047 w 6642"/>
                    <a:gd name="connsiteY5-15808" fmla="*/ 1828 h 5728"/>
                    <a:gd name="connsiteX6-15809" fmla="*/ 5002 w 6642"/>
                    <a:gd name="connsiteY6-15810" fmla="*/ 1883 h 5728"/>
                    <a:gd name="connsiteX7-15811" fmla="*/ 4909 w 6642"/>
                    <a:gd name="connsiteY7-15812" fmla="*/ 1877 h 5728"/>
                    <a:gd name="connsiteX8-15813" fmla="*/ 4889 w 6642"/>
                    <a:gd name="connsiteY8-15814" fmla="*/ 1994 h 5728"/>
                    <a:gd name="connsiteX9-15815" fmla="*/ 4708 w 6642"/>
                    <a:gd name="connsiteY9-15816" fmla="*/ 1941 h 5728"/>
                    <a:gd name="connsiteX10-15817" fmla="*/ 4625 w 6642"/>
                    <a:gd name="connsiteY10-15818" fmla="*/ 1939 h 5728"/>
                    <a:gd name="connsiteX11-15819" fmla="*/ 4500 w 6642"/>
                    <a:gd name="connsiteY11-15820" fmla="*/ 2014 h 5728"/>
                    <a:gd name="connsiteX12-15821" fmla="*/ 4388 w 6642"/>
                    <a:gd name="connsiteY12-15822" fmla="*/ 1890 h 5728"/>
                    <a:gd name="connsiteX13-15823" fmla="*/ 4482 w 6642"/>
                    <a:gd name="connsiteY13-15824" fmla="*/ 1804 h 5728"/>
                    <a:gd name="connsiteX14-15825" fmla="*/ 4486 w 6642"/>
                    <a:gd name="connsiteY14-15826" fmla="*/ 1634 h 5728"/>
                    <a:gd name="connsiteX15-15827" fmla="*/ 4541 w 6642"/>
                    <a:gd name="connsiteY15-15828" fmla="*/ 1514 h 5728"/>
                    <a:gd name="connsiteX16-15829" fmla="*/ 4584 w 6642"/>
                    <a:gd name="connsiteY16-15830" fmla="*/ 1306 h 5728"/>
                    <a:gd name="connsiteX17-15831" fmla="*/ 4644 w 6642"/>
                    <a:gd name="connsiteY17-15832" fmla="*/ 1307 h 5728"/>
                    <a:gd name="connsiteX18-15833" fmla="*/ 4967 w 6642"/>
                    <a:gd name="connsiteY18-15834" fmla="*/ 1286 h 5728"/>
                    <a:gd name="connsiteX19-15835" fmla="*/ 5141 w 6642"/>
                    <a:gd name="connsiteY19-15836" fmla="*/ 1117 h 5728"/>
                    <a:gd name="connsiteX20-15837" fmla="*/ 5210 w 6642"/>
                    <a:gd name="connsiteY20-15838" fmla="*/ 748 h 5728"/>
                    <a:gd name="connsiteX21-15839" fmla="*/ 5320 w 6642"/>
                    <a:gd name="connsiteY21-15840" fmla="*/ 486 h 5728"/>
                    <a:gd name="connsiteX22-15841" fmla="*/ 5318 w 6642"/>
                    <a:gd name="connsiteY22-15842" fmla="*/ 358 h 5728"/>
                    <a:gd name="connsiteX23-15843" fmla="*/ 5305 w 6642"/>
                    <a:gd name="connsiteY23-15844" fmla="*/ 328 h 5728"/>
                    <a:gd name="connsiteX24-15845" fmla="*/ 5238 w 6642"/>
                    <a:gd name="connsiteY24-15846" fmla="*/ 251 h 5728"/>
                    <a:gd name="connsiteX25-15847" fmla="*/ 5178 w 6642"/>
                    <a:gd name="connsiteY25-15848" fmla="*/ 217 h 5728"/>
                    <a:gd name="connsiteX26-15849" fmla="*/ 5303 w 6642"/>
                    <a:gd name="connsiteY26-15850" fmla="*/ 56 h 5728"/>
                    <a:gd name="connsiteX27-15851" fmla="*/ 5476 w 6642"/>
                    <a:gd name="connsiteY27-15852" fmla="*/ 2 h 5728"/>
                    <a:gd name="connsiteX28-15853" fmla="*/ 5508 w 6642"/>
                    <a:gd name="connsiteY28-15854" fmla="*/ 49 h 5728"/>
                    <a:gd name="connsiteX29-15855" fmla="*/ 5498 w 6642"/>
                    <a:gd name="connsiteY29-15856" fmla="*/ 133 h 5728"/>
                    <a:gd name="connsiteX30-15857" fmla="*/ 5437 w 6642"/>
                    <a:gd name="connsiteY30-15858" fmla="*/ 243 h 5728"/>
                    <a:gd name="connsiteX31-15859" fmla="*/ 5507 w 6642"/>
                    <a:gd name="connsiteY31-15860" fmla="*/ 301 h 5728"/>
                    <a:gd name="connsiteX32-15861" fmla="*/ 5621 w 6642"/>
                    <a:gd name="connsiteY32-15862" fmla="*/ 366 h 5728"/>
                    <a:gd name="connsiteX33-15863" fmla="*/ 5641 w 6642"/>
                    <a:gd name="connsiteY33-15864" fmla="*/ 255 h 5728"/>
                    <a:gd name="connsiteX34-15865" fmla="*/ 5775 w 6642"/>
                    <a:gd name="connsiteY34-15866" fmla="*/ 291 h 5728"/>
                    <a:gd name="connsiteX35-15867" fmla="*/ 5800 w 6642"/>
                    <a:gd name="connsiteY35-15868" fmla="*/ 331 h 5728"/>
                    <a:gd name="connsiteX36-15869" fmla="*/ 5876 w 6642"/>
                    <a:gd name="connsiteY36-15870" fmla="*/ 562 h 5728"/>
                    <a:gd name="connsiteX37-15871" fmla="*/ 5911 w 6642"/>
                    <a:gd name="connsiteY37-15872" fmla="*/ 586 h 5728"/>
                    <a:gd name="connsiteX38-15873" fmla="*/ 6003 w 6642"/>
                    <a:gd name="connsiteY38-15874" fmla="*/ 578 h 5728"/>
                    <a:gd name="connsiteX39-15875" fmla="*/ 6263 w 6642"/>
                    <a:gd name="connsiteY39-15876" fmla="*/ 490 h 5728"/>
                    <a:gd name="connsiteX40-15877" fmla="*/ 6483 w 6642"/>
                    <a:gd name="connsiteY40-15878" fmla="*/ 479 h 5728"/>
                    <a:gd name="connsiteX41-15879" fmla="*/ 6543 w 6642"/>
                    <a:gd name="connsiteY41-15880" fmla="*/ 648 h 5728"/>
                    <a:gd name="connsiteX42-15881" fmla="*/ 6461 w 6642"/>
                    <a:gd name="connsiteY42-15882" fmla="*/ 944 h 5728"/>
                    <a:gd name="connsiteX43-15883" fmla="*/ 6461 w 6642"/>
                    <a:gd name="connsiteY43-15884" fmla="*/ 1022 h 5728"/>
                    <a:gd name="connsiteX44-15885" fmla="*/ 6530 w 6642"/>
                    <a:gd name="connsiteY44-15886" fmla="*/ 1168 h 5728"/>
                    <a:gd name="connsiteX45-15887" fmla="*/ 6545 w 6642"/>
                    <a:gd name="connsiteY45-15888" fmla="*/ 1427 h 5728"/>
                    <a:gd name="connsiteX46-15889" fmla="*/ 6547 w 6642"/>
                    <a:gd name="connsiteY46-15890" fmla="*/ 1617 h 5728"/>
                    <a:gd name="connsiteX47-15891" fmla="*/ 6480 w 6642"/>
                    <a:gd name="connsiteY47-15892" fmla="*/ 1625 h 5728"/>
                    <a:gd name="connsiteX48-15893" fmla="*/ 6458 w 6642"/>
                    <a:gd name="connsiteY48-15894" fmla="*/ 1507 h 5728"/>
                    <a:gd name="connsiteX49-15895" fmla="*/ 6423 w 6642"/>
                    <a:gd name="connsiteY49-15896" fmla="*/ 1450 h 5728"/>
                    <a:gd name="connsiteX50-15897" fmla="*/ 6333 w 6642"/>
                    <a:gd name="connsiteY50-15898" fmla="*/ 1582 h 5728"/>
                    <a:gd name="connsiteX51-15899" fmla="*/ 6220 w 6642"/>
                    <a:gd name="connsiteY51-15900" fmla="*/ 1776 h 5728"/>
                    <a:gd name="connsiteX52-15901" fmla="*/ 6101 w 6642"/>
                    <a:gd name="connsiteY52-15902" fmla="*/ 1904 h 5728"/>
                    <a:gd name="connsiteX53-15903" fmla="*/ 6094 w 6642"/>
                    <a:gd name="connsiteY53-15904" fmla="*/ 2018 h 5728"/>
                    <a:gd name="connsiteX54-15905" fmla="*/ 6154 w 6642"/>
                    <a:gd name="connsiteY54-15906" fmla="*/ 2115 h 5728"/>
                    <a:gd name="connsiteX55-15907" fmla="*/ 6256 w 6642"/>
                    <a:gd name="connsiteY55-15908" fmla="*/ 2183 h 5728"/>
                    <a:gd name="connsiteX56-15909" fmla="*/ 6333 w 6642"/>
                    <a:gd name="connsiteY56-15910" fmla="*/ 2178 h 5728"/>
                    <a:gd name="connsiteX57-15911" fmla="*/ 6378 w 6642"/>
                    <a:gd name="connsiteY57-15912" fmla="*/ 2104 h 5728"/>
                    <a:gd name="connsiteX58-15913" fmla="*/ 6412 w 6642"/>
                    <a:gd name="connsiteY58-15914" fmla="*/ 2210 h 5728"/>
                    <a:gd name="connsiteX59-15915" fmla="*/ 6300 w 6642"/>
                    <a:gd name="connsiteY59-15916" fmla="*/ 2249 h 5728"/>
                    <a:gd name="connsiteX60-15917" fmla="*/ 6347 w 6642"/>
                    <a:gd name="connsiteY60-15918" fmla="*/ 2362 h 5728"/>
                    <a:gd name="connsiteX61-15919" fmla="*/ 6212 w 6642"/>
                    <a:gd name="connsiteY61-15920" fmla="*/ 2509 h 5728"/>
                    <a:gd name="connsiteX62-15921" fmla="*/ 6171 w 6642"/>
                    <a:gd name="connsiteY62-15922" fmla="*/ 2498 h 5728"/>
                    <a:gd name="connsiteX63-15923" fmla="*/ 6047 w 6642"/>
                    <a:gd name="connsiteY63-15924" fmla="*/ 2413 h 5728"/>
                    <a:gd name="connsiteX64-15925" fmla="*/ 5992 w 6642"/>
                    <a:gd name="connsiteY64-15926" fmla="*/ 2412 h 5728"/>
                    <a:gd name="connsiteX65-15927" fmla="*/ 5957 w 6642"/>
                    <a:gd name="connsiteY65-15928" fmla="*/ 2480 h 5728"/>
                    <a:gd name="connsiteX66-15929" fmla="*/ 5960 w 6642"/>
                    <a:gd name="connsiteY66-15930" fmla="*/ 2562 h 5728"/>
                    <a:gd name="connsiteX67-15931" fmla="*/ 6138 w 6642"/>
                    <a:gd name="connsiteY67-15932" fmla="*/ 2730 h 5728"/>
                    <a:gd name="connsiteX68-15933" fmla="*/ 6137 w 6642"/>
                    <a:gd name="connsiteY68-15934" fmla="*/ 2844 h 5728"/>
                    <a:gd name="connsiteX69-15935" fmla="*/ 6228 w 6642"/>
                    <a:gd name="connsiteY69-15936" fmla="*/ 3060 h 5728"/>
                    <a:gd name="connsiteX70-15937" fmla="*/ 6254 w 6642"/>
                    <a:gd name="connsiteY70-15938" fmla="*/ 3090 h 5728"/>
                    <a:gd name="connsiteX71-15939" fmla="*/ 6298 w 6642"/>
                    <a:gd name="connsiteY71-15940" fmla="*/ 3094 h 5728"/>
                    <a:gd name="connsiteX72-15941" fmla="*/ 6344 w 6642"/>
                    <a:gd name="connsiteY72-15942" fmla="*/ 3010 h 5728"/>
                    <a:gd name="connsiteX73-15943" fmla="*/ 6424 w 6642"/>
                    <a:gd name="connsiteY73-15944" fmla="*/ 2950 h 5728"/>
                    <a:gd name="connsiteX74-15945" fmla="*/ 6519 w 6642"/>
                    <a:gd name="connsiteY74-15946" fmla="*/ 3126 h 5728"/>
                    <a:gd name="connsiteX75-15947" fmla="*/ 6629 w 6642"/>
                    <a:gd name="connsiteY75-15948" fmla="*/ 3312 h 5728"/>
                    <a:gd name="connsiteX76-15949" fmla="*/ 6642 w 6642"/>
                    <a:gd name="connsiteY76-15950" fmla="*/ 3342 h 5728"/>
                    <a:gd name="connsiteX77-15951" fmla="*/ 6631 w 6642"/>
                    <a:gd name="connsiteY77-15952" fmla="*/ 3518 h 5728"/>
                    <a:gd name="connsiteX78-15953" fmla="*/ 6596 w 6642"/>
                    <a:gd name="connsiteY78-15954" fmla="*/ 3554 h 5728"/>
                    <a:gd name="connsiteX79-15955" fmla="*/ 6507 w 6642"/>
                    <a:gd name="connsiteY79-15956" fmla="*/ 3515 h 5728"/>
                    <a:gd name="connsiteX80-15957" fmla="*/ 6273 w 6642"/>
                    <a:gd name="connsiteY80-15958" fmla="*/ 3644 h 5728"/>
                    <a:gd name="connsiteX81-15959" fmla="*/ 6247 w 6642"/>
                    <a:gd name="connsiteY81-15960" fmla="*/ 3666 h 5728"/>
                    <a:gd name="connsiteX82-15961" fmla="*/ 6067 w 6642"/>
                    <a:gd name="connsiteY82-15962" fmla="*/ 3812 h 5728"/>
                    <a:gd name="connsiteX83-15963" fmla="*/ 5926 w 6642"/>
                    <a:gd name="connsiteY83-15964" fmla="*/ 3926 h 5728"/>
                    <a:gd name="connsiteX84-15965" fmla="*/ 5891 w 6642"/>
                    <a:gd name="connsiteY84-15966" fmla="*/ 3965 h 5728"/>
                    <a:gd name="connsiteX85-15967" fmla="*/ 5839 w 6642"/>
                    <a:gd name="connsiteY85-15968" fmla="*/ 3973 h 5728"/>
                    <a:gd name="connsiteX86-15969" fmla="*/ 5782 w 6642"/>
                    <a:gd name="connsiteY86-15970" fmla="*/ 3916 h 5728"/>
                    <a:gd name="connsiteX87-15971" fmla="*/ 5658 w 6642"/>
                    <a:gd name="connsiteY87-15972" fmla="*/ 3808 h 5728"/>
                    <a:gd name="connsiteX88-15973" fmla="*/ 5682 w 6642"/>
                    <a:gd name="connsiteY88-15974" fmla="*/ 4064 h 5728"/>
                    <a:gd name="connsiteX89-15975" fmla="*/ 5691 w 6642"/>
                    <a:gd name="connsiteY89-15976" fmla="*/ 4192 h 5728"/>
                    <a:gd name="connsiteX90-15977" fmla="*/ 5429 w 6642"/>
                    <a:gd name="connsiteY90-15978" fmla="*/ 4166 h 5728"/>
                    <a:gd name="connsiteX91-15979" fmla="*/ 5347 w 6642"/>
                    <a:gd name="connsiteY91-15980" fmla="*/ 3987 h 5728"/>
                    <a:gd name="connsiteX92-15981" fmla="*/ 5265 w 6642"/>
                    <a:gd name="connsiteY92-15982" fmla="*/ 3802 h 5728"/>
                    <a:gd name="connsiteX93-15983" fmla="*/ 4290 w 6642"/>
                    <a:gd name="connsiteY93-15984" fmla="*/ 4504 h 5728"/>
                    <a:gd name="connsiteX94-15985" fmla="*/ 4293 w 6642"/>
                    <a:gd name="connsiteY94-15986" fmla="*/ 4556 h 5728"/>
                    <a:gd name="connsiteX95-15987" fmla="*/ 4257 w 6642"/>
                    <a:gd name="connsiteY95-15988" fmla="*/ 4614 h 5728"/>
                    <a:gd name="connsiteX96-15989" fmla="*/ 3992 w 6642"/>
                    <a:gd name="connsiteY96-15990" fmla="*/ 4680 h 5728"/>
                    <a:gd name="connsiteX97-15991" fmla="*/ 3857 w 6642"/>
                    <a:gd name="connsiteY97-15992" fmla="*/ 4739 h 5728"/>
                    <a:gd name="connsiteX98-15993" fmla="*/ 3815 w 6642"/>
                    <a:gd name="connsiteY98-15994" fmla="*/ 4777 h 5728"/>
                    <a:gd name="connsiteX99-15995" fmla="*/ 3616 w 6642"/>
                    <a:gd name="connsiteY99-15996" fmla="*/ 5021 h 5728"/>
                    <a:gd name="connsiteX100-15997" fmla="*/ 3543 w 6642"/>
                    <a:gd name="connsiteY100-15998" fmla="*/ 4970 h 5728"/>
                    <a:gd name="connsiteX101-15999" fmla="*/ 3460 w 6642"/>
                    <a:gd name="connsiteY101-16000" fmla="*/ 4971 h 5728"/>
                    <a:gd name="connsiteX102-16001" fmla="*/ 3424 w 6642"/>
                    <a:gd name="connsiteY102-16002" fmla="*/ 5045 h 5728"/>
                    <a:gd name="connsiteX103-16003" fmla="*/ 3313 w 6642"/>
                    <a:gd name="connsiteY103-16004" fmla="*/ 5000 h 5728"/>
                    <a:gd name="connsiteX104-16005" fmla="*/ 3235 w 6642"/>
                    <a:gd name="connsiteY104-16006" fmla="*/ 5109 h 5728"/>
                    <a:gd name="connsiteX105-16007" fmla="*/ 3013 w 6642"/>
                    <a:gd name="connsiteY105-16008" fmla="*/ 5349 h 5728"/>
                    <a:gd name="connsiteX106-16009" fmla="*/ 2993 w 6642"/>
                    <a:gd name="connsiteY106-16010" fmla="*/ 5516 h 5728"/>
                    <a:gd name="connsiteX107-16011" fmla="*/ 2976 w 6642"/>
                    <a:gd name="connsiteY107-16012" fmla="*/ 5659 h 5728"/>
                    <a:gd name="connsiteX108-16013" fmla="*/ 2960 w 6642"/>
                    <a:gd name="connsiteY108-16014" fmla="*/ 5669 h 5728"/>
                    <a:gd name="connsiteX109-16015" fmla="*/ 2638 w 6642"/>
                    <a:gd name="connsiteY109-16016" fmla="*/ 5621 h 5728"/>
                    <a:gd name="connsiteX110-16017" fmla="*/ 2536 w 6642"/>
                    <a:gd name="connsiteY110-16018" fmla="*/ 5566 h 5728"/>
                    <a:gd name="connsiteX111-16019" fmla="*/ 2482 w 6642"/>
                    <a:gd name="connsiteY111-16020" fmla="*/ 5503 h 5728"/>
                    <a:gd name="connsiteX112-16021" fmla="*/ 2377 w 6642"/>
                    <a:gd name="connsiteY112-16022" fmla="*/ 5477 h 5728"/>
                    <a:gd name="connsiteX113-16023" fmla="*/ 2377 w 6642"/>
                    <a:gd name="connsiteY113-16024" fmla="*/ 5379 h 5728"/>
                    <a:gd name="connsiteX114-16025" fmla="*/ 2481 w 6642"/>
                    <a:gd name="connsiteY114-16026" fmla="*/ 5149 h 5728"/>
                    <a:gd name="connsiteX115-16027" fmla="*/ 2341 w 6642"/>
                    <a:gd name="connsiteY115-16028" fmla="*/ 5070 h 5728"/>
                    <a:gd name="connsiteX116-16029" fmla="*/ 2299 w 6642"/>
                    <a:gd name="connsiteY116-16030" fmla="*/ 5095 h 5728"/>
                    <a:gd name="connsiteX117-16031" fmla="*/ 2209 w 6642"/>
                    <a:gd name="connsiteY117-16032" fmla="*/ 5214 h 5728"/>
                    <a:gd name="connsiteX118-16033" fmla="*/ 2177 w 6642"/>
                    <a:gd name="connsiteY118-16034" fmla="*/ 5276 h 5728"/>
                    <a:gd name="connsiteX119-16035" fmla="*/ 2115 w 6642"/>
                    <a:gd name="connsiteY119-16036" fmla="*/ 5386 h 5728"/>
                    <a:gd name="connsiteX120-16037" fmla="*/ 2121 w 6642"/>
                    <a:gd name="connsiteY120-16038" fmla="*/ 5510 h 5728"/>
                    <a:gd name="connsiteX121-16039" fmla="*/ 2082 w 6642"/>
                    <a:gd name="connsiteY121-16040" fmla="*/ 5558 h 5728"/>
                    <a:gd name="connsiteX122-16041" fmla="*/ 1951 w 6642"/>
                    <a:gd name="connsiteY122-16042" fmla="*/ 5617 h 5728"/>
                    <a:gd name="connsiteX123-16043" fmla="*/ 1785 w 6642"/>
                    <a:gd name="connsiteY123-16044" fmla="*/ 5649 h 5728"/>
                    <a:gd name="connsiteX124-16045" fmla="*/ 1682 w 6642"/>
                    <a:gd name="connsiteY124-16046" fmla="*/ 5728 h 5728"/>
                    <a:gd name="connsiteX125-16047" fmla="*/ 1568 w 6642"/>
                    <a:gd name="connsiteY125-16048" fmla="*/ 5611 h 5728"/>
                    <a:gd name="connsiteX126-16049" fmla="*/ 1508 w 6642"/>
                    <a:gd name="connsiteY126-16050" fmla="*/ 5485 h 5728"/>
                    <a:gd name="connsiteX127-16051" fmla="*/ 1630 w 6642"/>
                    <a:gd name="connsiteY127-16052" fmla="*/ 5242 h 5728"/>
                    <a:gd name="connsiteX128-16053" fmla="*/ 1685 w 6642"/>
                    <a:gd name="connsiteY128-16054" fmla="*/ 5195 h 5728"/>
                    <a:gd name="connsiteX129-16055" fmla="*/ 1730 w 6642"/>
                    <a:gd name="connsiteY129-16056" fmla="*/ 5120 h 5728"/>
                    <a:gd name="connsiteX130-16057" fmla="*/ 1727 w 6642"/>
                    <a:gd name="connsiteY130-16058" fmla="*/ 5071 h 5728"/>
                    <a:gd name="connsiteX131-16059" fmla="*/ 1530 w 6642"/>
                    <a:gd name="connsiteY131-16060" fmla="*/ 5007 h 5728"/>
                    <a:gd name="connsiteX132-16061" fmla="*/ 1459 w 6642"/>
                    <a:gd name="connsiteY132-16062" fmla="*/ 5064 h 5728"/>
                    <a:gd name="connsiteX133-16063" fmla="*/ 1353 w 6642"/>
                    <a:gd name="connsiteY133-16064" fmla="*/ 5111 h 5728"/>
                    <a:gd name="connsiteX134-16065" fmla="*/ 1290 w 6642"/>
                    <a:gd name="connsiteY134-16066" fmla="*/ 5063 h 5728"/>
                    <a:gd name="connsiteX135-16067" fmla="*/ 1052 w 6642"/>
                    <a:gd name="connsiteY135-16068" fmla="*/ 5254 h 5728"/>
                    <a:gd name="connsiteX136-16069" fmla="*/ 924 w 6642"/>
                    <a:gd name="connsiteY136-16070" fmla="*/ 5231 h 5728"/>
                    <a:gd name="connsiteX137-16071" fmla="*/ 813 w 6642"/>
                    <a:gd name="connsiteY137-16072" fmla="*/ 5097 h 5728"/>
                    <a:gd name="connsiteX138-16073" fmla="*/ 683 w 6642"/>
                    <a:gd name="connsiteY138-16074" fmla="*/ 4930 h 5728"/>
                    <a:gd name="connsiteX139-16075" fmla="*/ 572 w 6642"/>
                    <a:gd name="connsiteY139-16076" fmla="*/ 4806 h 5728"/>
                    <a:gd name="connsiteX140-16077" fmla="*/ 505 w 6642"/>
                    <a:gd name="connsiteY140-16078" fmla="*/ 4788 h 5728"/>
                    <a:gd name="connsiteX141-16079" fmla="*/ 640 w 6642"/>
                    <a:gd name="connsiteY141-16080" fmla="*/ 4631 h 5728"/>
                    <a:gd name="connsiteX142-16081" fmla="*/ 683 w 6642"/>
                    <a:gd name="connsiteY142-16082" fmla="*/ 4541 h 5728"/>
                    <a:gd name="connsiteX143-16083" fmla="*/ 651 w 6642"/>
                    <a:gd name="connsiteY143-16084" fmla="*/ 4438 h 5728"/>
                    <a:gd name="connsiteX144-16085" fmla="*/ 277 w 6642"/>
                    <a:gd name="connsiteY144-16086" fmla="*/ 4491 h 5728"/>
                    <a:gd name="connsiteX145-16087" fmla="*/ 187 w 6642"/>
                    <a:gd name="connsiteY145-16088" fmla="*/ 4518 h 5728"/>
                    <a:gd name="connsiteX146-16089" fmla="*/ 195 w 6642"/>
                    <a:gd name="connsiteY146-16090" fmla="*/ 4384 h 5728"/>
                    <a:gd name="connsiteX147-16091" fmla="*/ 147 w 6642"/>
                    <a:gd name="connsiteY147-16092" fmla="*/ 4318 h 5728"/>
                    <a:gd name="connsiteX148-16093" fmla="*/ 39 w 6642"/>
                    <a:gd name="connsiteY148-16094" fmla="*/ 4220 h 5728"/>
                    <a:gd name="connsiteX149-16095" fmla="*/ 75 w 6642"/>
                    <a:gd name="connsiteY149-16096" fmla="*/ 4093 h 5728"/>
                    <a:gd name="connsiteX150-16097" fmla="*/ 63 w 6642"/>
                    <a:gd name="connsiteY150-16098" fmla="*/ 3929 h 5728"/>
                    <a:gd name="connsiteX151-16099" fmla="*/ 0 w 6642"/>
                    <a:gd name="connsiteY151-16100" fmla="*/ 3842 h 5728"/>
                    <a:gd name="connsiteX152-16101" fmla="*/ 0 w 6642"/>
                    <a:gd name="connsiteY152-16102" fmla="*/ 3737 h 5728"/>
                    <a:gd name="connsiteX153-16103" fmla="*/ 303 w 6642"/>
                    <a:gd name="connsiteY153-16104" fmla="*/ 3824 h 5728"/>
                    <a:gd name="connsiteX154-16105" fmla="*/ 830 w 6642"/>
                    <a:gd name="connsiteY154-16106" fmla="*/ 3840 h 5728"/>
                    <a:gd name="connsiteX155-16107" fmla="*/ 1044 w 6642"/>
                    <a:gd name="connsiteY155-16108" fmla="*/ 3908 h 5728"/>
                    <a:gd name="connsiteX156-16109" fmla="*/ 1213 w 6642"/>
                    <a:gd name="connsiteY156-16110" fmla="*/ 4053 h 5728"/>
                    <a:gd name="connsiteX0-16111" fmla="*/ 5456 w 6642"/>
                    <a:gd name="connsiteY0-16112" fmla="*/ 2333 h 5728"/>
                    <a:gd name="connsiteX1-16113" fmla="*/ 5454 w 6642"/>
                    <a:gd name="connsiteY1-16114" fmla="*/ 2117 h 5728"/>
                    <a:gd name="connsiteX2-16115" fmla="*/ 5378 w 6642"/>
                    <a:gd name="connsiteY2-16116" fmla="*/ 2039 h 5728"/>
                    <a:gd name="connsiteX3-16117" fmla="*/ 5235 w 6642"/>
                    <a:gd name="connsiteY3-16118" fmla="*/ 1951 h 5728"/>
                    <a:gd name="connsiteX4-16119" fmla="*/ 5143 w 6642"/>
                    <a:gd name="connsiteY4-16120" fmla="*/ 1827 h 5728"/>
                    <a:gd name="connsiteX5-16121" fmla="*/ 5047 w 6642"/>
                    <a:gd name="connsiteY5-16122" fmla="*/ 1828 h 5728"/>
                    <a:gd name="connsiteX6-16123" fmla="*/ 5002 w 6642"/>
                    <a:gd name="connsiteY6-16124" fmla="*/ 1883 h 5728"/>
                    <a:gd name="connsiteX7-16125" fmla="*/ 4909 w 6642"/>
                    <a:gd name="connsiteY7-16126" fmla="*/ 1877 h 5728"/>
                    <a:gd name="connsiteX8-16127" fmla="*/ 4889 w 6642"/>
                    <a:gd name="connsiteY8-16128" fmla="*/ 1994 h 5728"/>
                    <a:gd name="connsiteX9-16129" fmla="*/ 4708 w 6642"/>
                    <a:gd name="connsiteY9-16130" fmla="*/ 1941 h 5728"/>
                    <a:gd name="connsiteX10-16131" fmla="*/ 4625 w 6642"/>
                    <a:gd name="connsiteY10-16132" fmla="*/ 1939 h 5728"/>
                    <a:gd name="connsiteX11-16133" fmla="*/ 4500 w 6642"/>
                    <a:gd name="connsiteY11-16134" fmla="*/ 2014 h 5728"/>
                    <a:gd name="connsiteX12-16135" fmla="*/ 4388 w 6642"/>
                    <a:gd name="connsiteY12-16136" fmla="*/ 1890 h 5728"/>
                    <a:gd name="connsiteX13-16137" fmla="*/ 4482 w 6642"/>
                    <a:gd name="connsiteY13-16138" fmla="*/ 1804 h 5728"/>
                    <a:gd name="connsiteX14-16139" fmla="*/ 4486 w 6642"/>
                    <a:gd name="connsiteY14-16140" fmla="*/ 1634 h 5728"/>
                    <a:gd name="connsiteX15-16141" fmla="*/ 4541 w 6642"/>
                    <a:gd name="connsiteY15-16142" fmla="*/ 1514 h 5728"/>
                    <a:gd name="connsiteX16-16143" fmla="*/ 4584 w 6642"/>
                    <a:gd name="connsiteY16-16144" fmla="*/ 1306 h 5728"/>
                    <a:gd name="connsiteX17-16145" fmla="*/ 4644 w 6642"/>
                    <a:gd name="connsiteY17-16146" fmla="*/ 1307 h 5728"/>
                    <a:gd name="connsiteX18-16147" fmla="*/ 4967 w 6642"/>
                    <a:gd name="connsiteY18-16148" fmla="*/ 1286 h 5728"/>
                    <a:gd name="connsiteX19-16149" fmla="*/ 5141 w 6642"/>
                    <a:gd name="connsiteY19-16150" fmla="*/ 1117 h 5728"/>
                    <a:gd name="connsiteX20-16151" fmla="*/ 5210 w 6642"/>
                    <a:gd name="connsiteY20-16152" fmla="*/ 748 h 5728"/>
                    <a:gd name="connsiteX21-16153" fmla="*/ 5320 w 6642"/>
                    <a:gd name="connsiteY21-16154" fmla="*/ 486 h 5728"/>
                    <a:gd name="connsiteX22-16155" fmla="*/ 5318 w 6642"/>
                    <a:gd name="connsiteY22-16156" fmla="*/ 358 h 5728"/>
                    <a:gd name="connsiteX23-16157" fmla="*/ 5305 w 6642"/>
                    <a:gd name="connsiteY23-16158" fmla="*/ 328 h 5728"/>
                    <a:gd name="connsiteX24-16159" fmla="*/ 5238 w 6642"/>
                    <a:gd name="connsiteY24-16160" fmla="*/ 251 h 5728"/>
                    <a:gd name="connsiteX25-16161" fmla="*/ 5178 w 6642"/>
                    <a:gd name="connsiteY25-16162" fmla="*/ 217 h 5728"/>
                    <a:gd name="connsiteX26-16163" fmla="*/ 5303 w 6642"/>
                    <a:gd name="connsiteY26-16164" fmla="*/ 56 h 5728"/>
                    <a:gd name="connsiteX27-16165" fmla="*/ 5476 w 6642"/>
                    <a:gd name="connsiteY27-16166" fmla="*/ 2 h 5728"/>
                    <a:gd name="connsiteX28-16167" fmla="*/ 5508 w 6642"/>
                    <a:gd name="connsiteY28-16168" fmla="*/ 49 h 5728"/>
                    <a:gd name="connsiteX29-16169" fmla="*/ 5498 w 6642"/>
                    <a:gd name="connsiteY29-16170" fmla="*/ 133 h 5728"/>
                    <a:gd name="connsiteX30-16171" fmla="*/ 5437 w 6642"/>
                    <a:gd name="connsiteY30-16172" fmla="*/ 243 h 5728"/>
                    <a:gd name="connsiteX31-16173" fmla="*/ 5507 w 6642"/>
                    <a:gd name="connsiteY31-16174" fmla="*/ 301 h 5728"/>
                    <a:gd name="connsiteX32-16175" fmla="*/ 5621 w 6642"/>
                    <a:gd name="connsiteY32-16176" fmla="*/ 366 h 5728"/>
                    <a:gd name="connsiteX33-16177" fmla="*/ 5641 w 6642"/>
                    <a:gd name="connsiteY33-16178" fmla="*/ 255 h 5728"/>
                    <a:gd name="connsiteX34-16179" fmla="*/ 5775 w 6642"/>
                    <a:gd name="connsiteY34-16180" fmla="*/ 291 h 5728"/>
                    <a:gd name="connsiteX35-16181" fmla="*/ 5800 w 6642"/>
                    <a:gd name="connsiteY35-16182" fmla="*/ 331 h 5728"/>
                    <a:gd name="connsiteX36-16183" fmla="*/ 5876 w 6642"/>
                    <a:gd name="connsiteY36-16184" fmla="*/ 562 h 5728"/>
                    <a:gd name="connsiteX37-16185" fmla="*/ 5911 w 6642"/>
                    <a:gd name="connsiteY37-16186" fmla="*/ 586 h 5728"/>
                    <a:gd name="connsiteX38-16187" fmla="*/ 6003 w 6642"/>
                    <a:gd name="connsiteY38-16188" fmla="*/ 578 h 5728"/>
                    <a:gd name="connsiteX39-16189" fmla="*/ 6263 w 6642"/>
                    <a:gd name="connsiteY39-16190" fmla="*/ 490 h 5728"/>
                    <a:gd name="connsiteX40-16191" fmla="*/ 6483 w 6642"/>
                    <a:gd name="connsiteY40-16192" fmla="*/ 479 h 5728"/>
                    <a:gd name="connsiteX41-16193" fmla="*/ 6543 w 6642"/>
                    <a:gd name="connsiteY41-16194" fmla="*/ 648 h 5728"/>
                    <a:gd name="connsiteX42-16195" fmla="*/ 6461 w 6642"/>
                    <a:gd name="connsiteY42-16196" fmla="*/ 944 h 5728"/>
                    <a:gd name="connsiteX43-16197" fmla="*/ 6461 w 6642"/>
                    <a:gd name="connsiteY43-16198" fmla="*/ 1022 h 5728"/>
                    <a:gd name="connsiteX44-16199" fmla="*/ 6530 w 6642"/>
                    <a:gd name="connsiteY44-16200" fmla="*/ 1168 h 5728"/>
                    <a:gd name="connsiteX45-16201" fmla="*/ 6545 w 6642"/>
                    <a:gd name="connsiteY45-16202" fmla="*/ 1427 h 5728"/>
                    <a:gd name="connsiteX46-16203" fmla="*/ 6547 w 6642"/>
                    <a:gd name="connsiteY46-16204" fmla="*/ 1617 h 5728"/>
                    <a:gd name="connsiteX47-16205" fmla="*/ 6480 w 6642"/>
                    <a:gd name="connsiteY47-16206" fmla="*/ 1625 h 5728"/>
                    <a:gd name="connsiteX48-16207" fmla="*/ 6458 w 6642"/>
                    <a:gd name="connsiteY48-16208" fmla="*/ 1507 h 5728"/>
                    <a:gd name="connsiteX49-16209" fmla="*/ 6423 w 6642"/>
                    <a:gd name="connsiteY49-16210" fmla="*/ 1450 h 5728"/>
                    <a:gd name="connsiteX50-16211" fmla="*/ 6333 w 6642"/>
                    <a:gd name="connsiteY50-16212" fmla="*/ 1582 h 5728"/>
                    <a:gd name="connsiteX51-16213" fmla="*/ 6220 w 6642"/>
                    <a:gd name="connsiteY51-16214" fmla="*/ 1776 h 5728"/>
                    <a:gd name="connsiteX52-16215" fmla="*/ 6101 w 6642"/>
                    <a:gd name="connsiteY52-16216" fmla="*/ 1904 h 5728"/>
                    <a:gd name="connsiteX53-16217" fmla="*/ 6094 w 6642"/>
                    <a:gd name="connsiteY53-16218" fmla="*/ 2018 h 5728"/>
                    <a:gd name="connsiteX54-16219" fmla="*/ 6154 w 6642"/>
                    <a:gd name="connsiteY54-16220" fmla="*/ 2115 h 5728"/>
                    <a:gd name="connsiteX55-16221" fmla="*/ 6256 w 6642"/>
                    <a:gd name="connsiteY55-16222" fmla="*/ 2183 h 5728"/>
                    <a:gd name="connsiteX56-16223" fmla="*/ 6333 w 6642"/>
                    <a:gd name="connsiteY56-16224" fmla="*/ 2178 h 5728"/>
                    <a:gd name="connsiteX57-16225" fmla="*/ 6378 w 6642"/>
                    <a:gd name="connsiteY57-16226" fmla="*/ 2104 h 5728"/>
                    <a:gd name="connsiteX58-16227" fmla="*/ 6412 w 6642"/>
                    <a:gd name="connsiteY58-16228" fmla="*/ 2210 h 5728"/>
                    <a:gd name="connsiteX59-16229" fmla="*/ 6300 w 6642"/>
                    <a:gd name="connsiteY59-16230" fmla="*/ 2249 h 5728"/>
                    <a:gd name="connsiteX60-16231" fmla="*/ 6347 w 6642"/>
                    <a:gd name="connsiteY60-16232" fmla="*/ 2362 h 5728"/>
                    <a:gd name="connsiteX61-16233" fmla="*/ 6212 w 6642"/>
                    <a:gd name="connsiteY61-16234" fmla="*/ 2509 h 5728"/>
                    <a:gd name="connsiteX62-16235" fmla="*/ 6171 w 6642"/>
                    <a:gd name="connsiteY62-16236" fmla="*/ 2498 h 5728"/>
                    <a:gd name="connsiteX63-16237" fmla="*/ 6047 w 6642"/>
                    <a:gd name="connsiteY63-16238" fmla="*/ 2413 h 5728"/>
                    <a:gd name="connsiteX64-16239" fmla="*/ 5992 w 6642"/>
                    <a:gd name="connsiteY64-16240" fmla="*/ 2412 h 5728"/>
                    <a:gd name="connsiteX65-16241" fmla="*/ 5957 w 6642"/>
                    <a:gd name="connsiteY65-16242" fmla="*/ 2480 h 5728"/>
                    <a:gd name="connsiteX66-16243" fmla="*/ 5960 w 6642"/>
                    <a:gd name="connsiteY66-16244" fmla="*/ 2562 h 5728"/>
                    <a:gd name="connsiteX67-16245" fmla="*/ 6138 w 6642"/>
                    <a:gd name="connsiteY67-16246" fmla="*/ 2730 h 5728"/>
                    <a:gd name="connsiteX68-16247" fmla="*/ 6137 w 6642"/>
                    <a:gd name="connsiteY68-16248" fmla="*/ 2844 h 5728"/>
                    <a:gd name="connsiteX69-16249" fmla="*/ 6228 w 6642"/>
                    <a:gd name="connsiteY69-16250" fmla="*/ 3060 h 5728"/>
                    <a:gd name="connsiteX70-16251" fmla="*/ 6254 w 6642"/>
                    <a:gd name="connsiteY70-16252" fmla="*/ 3090 h 5728"/>
                    <a:gd name="connsiteX71-16253" fmla="*/ 6298 w 6642"/>
                    <a:gd name="connsiteY71-16254" fmla="*/ 3094 h 5728"/>
                    <a:gd name="connsiteX72-16255" fmla="*/ 6344 w 6642"/>
                    <a:gd name="connsiteY72-16256" fmla="*/ 3010 h 5728"/>
                    <a:gd name="connsiteX73-16257" fmla="*/ 6424 w 6642"/>
                    <a:gd name="connsiteY73-16258" fmla="*/ 2950 h 5728"/>
                    <a:gd name="connsiteX74-16259" fmla="*/ 6519 w 6642"/>
                    <a:gd name="connsiteY74-16260" fmla="*/ 3126 h 5728"/>
                    <a:gd name="connsiteX75-16261" fmla="*/ 6629 w 6642"/>
                    <a:gd name="connsiteY75-16262" fmla="*/ 3312 h 5728"/>
                    <a:gd name="connsiteX76-16263" fmla="*/ 6642 w 6642"/>
                    <a:gd name="connsiteY76-16264" fmla="*/ 3342 h 5728"/>
                    <a:gd name="connsiteX77-16265" fmla="*/ 6631 w 6642"/>
                    <a:gd name="connsiteY77-16266" fmla="*/ 3518 h 5728"/>
                    <a:gd name="connsiteX78-16267" fmla="*/ 6596 w 6642"/>
                    <a:gd name="connsiteY78-16268" fmla="*/ 3554 h 5728"/>
                    <a:gd name="connsiteX79-16269" fmla="*/ 6507 w 6642"/>
                    <a:gd name="connsiteY79-16270" fmla="*/ 3515 h 5728"/>
                    <a:gd name="connsiteX80-16271" fmla="*/ 6273 w 6642"/>
                    <a:gd name="connsiteY80-16272" fmla="*/ 3644 h 5728"/>
                    <a:gd name="connsiteX81-16273" fmla="*/ 6247 w 6642"/>
                    <a:gd name="connsiteY81-16274" fmla="*/ 3666 h 5728"/>
                    <a:gd name="connsiteX82-16275" fmla="*/ 6067 w 6642"/>
                    <a:gd name="connsiteY82-16276" fmla="*/ 3812 h 5728"/>
                    <a:gd name="connsiteX83-16277" fmla="*/ 5926 w 6642"/>
                    <a:gd name="connsiteY83-16278" fmla="*/ 3926 h 5728"/>
                    <a:gd name="connsiteX84-16279" fmla="*/ 5891 w 6642"/>
                    <a:gd name="connsiteY84-16280" fmla="*/ 3965 h 5728"/>
                    <a:gd name="connsiteX85-16281" fmla="*/ 5839 w 6642"/>
                    <a:gd name="connsiteY85-16282" fmla="*/ 3973 h 5728"/>
                    <a:gd name="connsiteX86-16283" fmla="*/ 5782 w 6642"/>
                    <a:gd name="connsiteY86-16284" fmla="*/ 3916 h 5728"/>
                    <a:gd name="connsiteX87-16285" fmla="*/ 5658 w 6642"/>
                    <a:gd name="connsiteY87-16286" fmla="*/ 3808 h 5728"/>
                    <a:gd name="connsiteX88-16287" fmla="*/ 5682 w 6642"/>
                    <a:gd name="connsiteY88-16288" fmla="*/ 4064 h 5728"/>
                    <a:gd name="connsiteX89-16289" fmla="*/ 5691 w 6642"/>
                    <a:gd name="connsiteY89-16290" fmla="*/ 4192 h 5728"/>
                    <a:gd name="connsiteX90-16291" fmla="*/ 5429 w 6642"/>
                    <a:gd name="connsiteY90-16292" fmla="*/ 4166 h 5728"/>
                    <a:gd name="connsiteX91-16293" fmla="*/ 5347 w 6642"/>
                    <a:gd name="connsiteY91-16294" fmla="*/ 3987 h 5728"/>
                    <a:gd name="connsiteX92-16295" fmla="*/ 5265 w 6642"/>
                    <a:gd name="connsiteY92-16296" fmla="*/ 3802 h 5728"/>
                    <a:gd name="connsiteX93-16297" fmla="*/ 4290 w 6642"/>
                    <a:gd name="connsiteY93-16298" fmla="*/ 4504 h 5728"/>
                    <a:gd name="connsiteX94-16299" fmla="*/ 4293 w 6642"/>
                    <a:gd name="connsiteY94-16300" fmla="*/ 4556 h 5728"/>
                    <a:gd name="connsiteX95-16301" fmla="*/ 4257 w 6642"/>
                    <a:gd name="connsiteY95-16302" fmla="*/ 4614 h 5728"/>
                    <a:gd name="connsiteX96-16303" fmla="*/ 3992 w 6642"/>
                    <a:gd name="connsiteY96-16304" fmla="*/ 4680 h 5728"/>
                    <a:gd name="connsiteX97-16305" fmla="*/ 3857 w 6642"/>
                    <a:gd name="connsiteY97-16306" fmla="*/ 4739 h 5728"/>
                    <a:gd name="connsiteX98-16307" fmla="*/ 3815 w 6642"/>
                    <a:gd name="connsiteY98-16308" fmla="*/ 4777 h 5728"/>
                    <a:gd name="connsiteX99-16309" fmla="*/ 3616 w 6642"/>
                    <a:gd name="connsiteY99-16310" fmla="*/ 5021 h 5728"/>
                    <a:gd name="connsiteX100-16311" fmla="*/ 3543 w 6642"/>
                    <a:gd name="connsiteY100-16312" fmla="*/ 4970 h 5728"/>
                    <a:gd name="connsiteX101-16313" fmla="*/ 3460 w 6642"/>
                    <a:gd name="connsiteY101-16314" fmla="*/ 4971 h 5728"/>
                    <a:gd name="connsiteX102-16315" fmla="*/ 3424 w 6642"/>
                    <a:gd name="connsiteY102-16316" fmla="*/ 5045 h 5728"/>
                    <a:gd name="connsiteX103-16317" fmla="*/ 3313 w 6642"/>
                    <a:gd name="connsiteY103-16318" fmla="*/ 5000 h 5728"/>
                    <a:gd name="connsiteX104-16319" fmla="*/ 3235 w 6642"/>
                    <a:gd name="connsiteY104-16320" fmla="*/ 5109 h 5728"/>
                    <a:gd name="connsiteX105-16321" fmla="*/ 3013 w 6642"/>
                    <a:gd name="connsiteY105-16322" fmla="*/ 5349 h 5728"/>
                    <a:gd name="connsiteX106-16323" fmla="*/ 2993 w 6642"/>
                    <a:gd name="connsiteY106-16324" fmla="*/ 5516 h 5728"/>
                    <a:gd name="connsiteX107-16325" fmla="*/ 2976 w 6642"/>
                    <a:gd name="connsiteY107-16326" fmla="*/ 5659 h 5728"/>
                    <a:gd name="connsiteX108-16327" fmla="*/ 2960 w 6642"/>
                    <a:gd name="connsiteY108-16328" fmla="*/ 5669 h 5728"/>
                    <a:gd name="connsiteX109-16329" fmla="*/ 2638 w 6642"/>
                    <a:gd name="connsiteY109-16330" fmla="*/ 5621 h 5728"/>
                    <a:gd name="connsiteX110-16331" fmla="*/ 2536 w 6642"/>
                    <a:gd name="connsiteY110-16332" fmla="*/ 5566 h 5728"/>
                    <a:gd name="connsiteX111-16333" fmla="*/ 2482 w 6642"/>
                    <a:gd name="connsiteY111-16334" fmla="*/ 5503 h 5728"/>
                    <a:gd name="connsiteX112-16335" fmla="*/ 2377 w 6642"/>
                    <a:gd name="connsiteY112-16336" fmla="*/ 5477 h 5728"/>
                    <a:gd name="connsiteX113-16337" fmla="*/ 2377 w 6642"/>
                    <a:gd name="connsiteY113-16338" fmla="*/ 5379 h 5728"/>
                    <a:gd name="connsiteX114-16339" fmla="*/ 2481 w 6642"/>
                    <a:gd name="connsiteY114-16340" fmla="*/ 5149 h 5728"/>
                    <a:gd name="connsiteX115-16341" fmla="*/ 2341 w 6642"/>
                    <a:gd name="connsiteY115-16342" fmla="*/ 5070 h 5728"/>
                    <a:gd name="connsiteX116-16343" fmla="*/ 2299 w 6642"/>
                    <a:gd name="connsiteY116-16344" fmla="*/ 5095 h 5728"/>
                    <a:gd name="connsiteX117-16345" fmla="*/ 2209 w 6642"/>
                    <a:gd name="connsiteY117-16346" fmla="*/ 5214 h 5728"/>
                    <a:gd name="connsiteX118-16347" fmla="*/ 2177 w 6642"/>
                    <a:gd name="connsiteY118-16348" fmla="*/ 5276 h 5728"/>
                    <a:gd name="connsiteX119-16349" fmla="*/ 2115 w 6642"/>
                    <a:gd name="connsiteY119-16350" fmla="*/ 5386 h 5728"/>
                    <a:gd name="connsiteX120-16351" fmla="*/ 2121 w 6642"/>
                    <a:gd name="connsiteY120-16352" fmla="*/ 5510 h 5728"/>
                    <a:gd name="connsiteX121-16353" fmla="*/ 2082 w 6642"/>
                    <a:gd name="connsiteY121-16354" fmla="*/ 5558 h 5728"/>
                    <a:gd name="connsiteX122-16355" fmla="*/ 1951 w 6642"/>
                    <a:gd name="connsiteY122-16356" fmla="*/ 5617 h 5728"/>
                    <a:gd name="connsiteX123-16357" fmla="*/ 1785 w 6642"/>
                    <a:gd name="connsiteY123-16358" fmla="*/ 5649 h 5728"/>
                    <a:gd name="connsiteX124-16359" fmla="*/ 1682 w 6642"/>
                    <a:gd name="connsiteY124-16360" fmla="*/ 5728 h 5728"/>
                    <a:gd name="connsiteX125-16361" fmla="*/ 1568 w 6642"/>
                    <a:gd name="connsiteY125-16362" fmla="*/ 5611 h 5728"/>
                    <a:gd name="connsiteX126-16363" fmla="*/ 1508 w 6642"/>
                    <a:gd name="connsiteY126-16364" fmla="*/ 5485 h 5728"/>
                    <a:gd name="connsiteX127-16365" fmla="*/ 1630 w 6642"/>
                    <a:gd name="connsiteY127-16366" fmla="*/ 5242 h 5728"/>
                    <a:gd name="connsiteX128-16367" fmla="*/ 1685 w 6642"/>
                    <a:gd name="connsiteY128-16368" fmla="*/ 5195 h 5728"/>
                    <a:gd name="connsiteX129-16369" fmla="*/ 1730 w 6642"/>
                    <a:gd name="connsiteY129-16370" fmla="*/ 5120 h 5728"/>
                    <a:gd name="connsiteX130-16371" fmla="*/ 1727 w 6642"/>
                    <a:gd name="connsiteY130-16372" fmla="*/ 5071 h 5728"/>
                    <a:gd name="connsiteX131-16373" fmla="*/ 1530 w 6642"/>
                    <a:gd name="connsiteY131-16374" fmla="*/ 5007 h 5728"/>
                    <a:gd name="connsiteX132-16375" fmla="*/ 1459 w 6642"/>
                    <a:gd name="connsiteY132-16376" fmla="*/ 5064 h 5728"/>
                    <a:gd name="connsiteX133-16377" fmla="*/ 1353 w 6642"/>
                    <a:gd name="connsiteY133-16378" fmla="*/ 5111 h 5728"/>
                    <a:gd name="connsiteX134-16379" fmla="*/ 1290 w 6642"/>
                    <a:gd name="connsiteY134-16380" fmla="*/ 5063 h 5728"/>
                    <a:gd name="connsiteX135-16381" fmla="*/ 1052 w 6642"/>
                    <a:gd name="connsiteY135-16382" fmla="*/ 5254 h 5728"/>
                    <a:gd name="connsiteX136-16383" fmla="*/ 924 w 6642"/>
                    <a:gd name="connsiteY136-16384" fmla="*/ 5231 h 5728"/>
                    <a:gd name="connsiteX137-16385" fmla="*/ 813 w 6642"/>
                    <a:gd name="connsiteY137-16386" fmla="*/ 5097 h 5728"/>
                    <a:gd name="connsiteX138-16387" fmla="*/ 683 w 6642"/>
                    <a:gd name="connsiteY138-16388" fmla="*/ 4930 h 5728"/>
                    <a:gd name="connsiteX139-16389" fmla="*/ 572 w 6642"/>
                    <a:gd name="connsiteY139-16390" fmla="*/ 4806 h 5728"/>
                    <a:gd name="connsiteX140-16391" fmla="*/ 505 w 6642"/>
                    <a:gd name="connsiteY140-16392" fmla="*/ 4788 h 5728"/>
                    <a:gd name="connsiteX141-16393" fmla="*/ 640 w 6642"/>
                    <a:gd name="connsiteY141-16394" fmla="*/ 4631 h 5728"/>
                    <a:gd name="connsiteX142-16395" fmla="*/ 683 w 6642"/>
                    <a:gd name="connsiteY142-16396" fmla="*/ 4541 h 5728"/>
                    <a:gd name="connsiteX143-16397" fmla="*/ 651 w 6642"/>
                    <a:gd name="connsiteY143-16398" fmla="*/ 4438 h 5728"/>
                    <a:gd name="connsiteX144-16399" fmla="*/ 277 w 6642"/>
                    <a:gd name="connsiteY144-16400" fmla="*/ 4491 h 5728"/>
                    <a:gd name="connsiteX145-16401" fmla="*/ 187 w 6642"/>
                    <a:gd name="connsiteY145-16402" fmla="*/ 4518 h 5728"/>
                    <a:gd name="connsiteX146-16403" fmla="*/ 195 w 6642"/>
                    <a:gd name="connsiteY146-16404" fmla="*/ 4384 h 5728"/>
                    <a:gd name="connsiteX147-16405" fmla="*/ 147 w 6642"/>
                    <a:gd name="connsiteY147-16406" fmla="*/ 4318 h 5728"/>
                    <a:gd name="connsiteX148-16407" fmla="*/ 39 w 6642"/>
                    <a:gd name="connsiteY148-16408" fmla="*/ 4220 h 5728"/>
                    <a:gd name="connsiteX149-16409" fmla="*/ 75 w 6642"/>
                    <a:gd name="connsiteY149-16410" fmla="*/ 4093 h 5728"/>
                    <a:gd name="connsiteX150-16411" fmla="*/ 63 w 6642"/>
                    <a:gd name="connsiteY150-16412" fmla="*/ 3929 h 5728"/>
                    <a:gd name="connsiteX151-16413" fmla="*/ 0 w 6642"/>
                    <a:gd name="connsiteY151-16414" fmla="*/ 3842 h 5728"/>
                    <a:gd name="connsiteX152-16415" fmla="*/ 0 w 6642"/>
                    <a:gd name="connsiteY152-16416" fmla="*/ 3737 h 5728"/>
                    <a:gd name="connsiteX153-16417" fmla="*/ 303 w 6642"/>
                    <a:gd name="connsiteY153-16418" fmla="*/ 3824 h 5728"/>
                    <a:gd name="connsiteX154-16419" fmla="*/ 830 w 6642"/>
                    <a:gd name="connsiteY154-16420" fmla="*/ 3840 h 5728"/>
                    <a:gd name="connsiteX155-16421" fmla="*/ 1044 w 6642"/>
                    <a:gd name="connsiteY155-16422" fmla="*/ 3908 h 5728"/>
                    <a:gd name="connsiteX0-16423" fmla="*/ 5456 w 6642"/>
                    <a:gd name="connsiteY0-16424" fmla="*/ 2333 h 5728"/>
                    <a:gd name="connsiteX1-16425" fmla="*/ 5454 w 6642"/>
                    <a:gd name="connsiteY1-16426" fmla="*/ 2117 h 5728"/>
                    <a:gd name="connsiteX2-16427" fmla="*/ 5378 w 6642"/>
                    <a:gd name="connsiteY2-16428" fmla="*/ 2039 h 5728"/>
                    <a:gd name="connsiteX3-16429" fmla="*/ 5235 w 6642"/>
                    <a:gd name="connsiteY3-16430" fmla="*/ 1951 h 5728"/>
                    <a:gd name="connsiteX4-16431" fmla="*/ 5143 w 6642"/>
                    <a:gd name="connsiteY4-16432" fmla="*/ 1827 h 5728"/>
                    <a:gd name="connsiteX5-16433" fmla="*/ 5047 w 6642"/>
                    <a:gd name="connsiteY5-16434" fmla="*/ 1828 h 5728"/>
                    <a:gd name="connsiteX6-16435" fmla="*/ 5002 w 6642"/>
                    <a:gd name="connsiteY6-16436" fmla="*/ 1883 h 5728"/>
                    <a:gd name="connsiteX7-16437" fmla="*/ 4909 w 6642"/>
                    <a:gd name="connsiteY7-16438" fmla="*/ 1877 h 5728"/>
                    <a:gd name="connsiteX8-16439" fmla="*/ 4889 w 6642"/>
                    <a:gd name="connsiteY8-16440" fmla="*/ 1994 h 5728"/>
                    <a:gd name="connsiteX9-16441" fmla="*/ 4708 w 6642"/>
                    <a:gd name="connsiteY9-16442" fmla="*/ 1941 h 5728"/>
                    <a:gd name="connsiteX10-16443" fmla="*/ 4625 w 6642"/>
                    <a:gd name="connsiteY10-16444" fmla="*/ 1939 h 5728"/>
                    <a:gd name="connsiteX11-16445" fmla="*/ 4500 w 6642"/>
                    <a:gd name="connsiteY11-16446" fmla="*/ 2014 h 5728"/>
                    <a:gd name="connsiteX12-16447" fmla="*/ 4388 w 6642"/>
                    <a:gd name="connsiteY12-16448" fmla="*/ 1890 h 5728"/>
                    <a:gd name="connsiteX13-16449" fmla="*/ 4482 w 6642"/>
                    <a:gd name="connsiteY13-16450" fmla="*/ 1804 h 5728"/>
                    <a:gd name="connsiteX14-16451" fmla="*/ 4486 w 6642"/>
                    <a:gd name="connsiteY14-16452" fmla="*/ 1634 h 5728"/>
                    <a:gd name="connsiteX15-16453" fmla="*/ 4541 w 6642"/>
                    <a:gd name="connsiteY15-16454" fmla="*/ 1514 h 5728"/>
                    <a:gd name="connsiteX16-16455" fmla="*/ 4584 w 6642"/>
                    <a:gd name="connsiteY16-16456" fmla="*/ 1306 h 5728"/>
                    <a:gd name="connsiteX17-16457" fmla="*/ 4644 w 6642"/>
                    <a:gd name="connsiteY17-16458" fmla="*/ 1307 h 5728"/>
                    <a:gd name="connsiteX18-16459" fmla="*/ 4967 w 6642"/>
                    <a:gd name="connsiteY18-16460" fmla="*/ 1286 h 5728"/>
                    <a:gd name="connsiteX19-16461" fmla="*/ 5141 w 6642"/>
                    <a:gd name="connsiteY19-16462" fmla="*/ 1117 h 5728"/>
                    <a:gd name="connsiteX20-16463" fmla="*/ 5210 w 6642"/>
                    <a:gd name="connsiteY20-16464" fmla="*/ 748 h 5728"/>
                    <a:gd name="connsiteX21-16465" fmla="*/ 5320 w 6642"/>
                    <a:gd name="connsiteY21-16466" fmla="*/ 486 h 5728"/>
                    <a:gd name="connsiteX22-16467" fmla="*/ 5318 w 6642"/>
                    <a:gd name="connsiteY22-16468" fmla="*/ 358 h 5728"/>
                    <a:gd name="connsiteX23-16469" fmla="*/ 5305 w 6642"/>
                    <a:gd name="connsiteY23-16470" fmla="*/ 328 h 5728"/>
                    <a:gd name="connsiteX24-16471" fmla="*/ 5238 w 6642"/>
                    <a:gd name="connsiteY24-16472" fmla="*/ 251 h 5728"/>
                    <a:gd name="connsiteX25-16473" fmla="*/ 5178 w 6642"/>
                    <a:gd name="connsiteY25-16474" fmla="*/ 217 h 5728"/>
                    <a:gd name="connsiteX26-16475" fmla="*/ 5303 w 6642"/>
                    <a:gd name="connsiteY26-16476" fmla="*/ 56 h 5728"/>
                    <a:gd name="connsiteX27-16477" fmla="*/ 5476 w 6642"/>
                    <a:gd name="connsiteY27-16478" fmla="*/ 2 h 5728"/>
                    <a:gd name="connsiteX28-16479" fmla="*/ 5508 w 6642"/>
                    <a:gd name="connsiteY28-16480" fmla="*/ 49 h 5728"/>
                    <a:gd name="connsiteX29-16481" fmla="*/ 5498 w 6642"/>
                    <a:gd name="connsiteY29-16482" fmla="*/ 133 h 5728"/>
                    <a:gd name="connsiteX30-16483" fmla="*/ 5437 w 6642"/>
                    <a:gd name="connsiteY30-16484" fmla="*/ 243 h 5728"/>
                    <a:gd name="connsiteX31-16485" fmla="*/ 5507 w 6642"/>
                    <a:gd name="connsiteY31-16486" fmla="*/ 301 h 5728"/>
                    <a:gd name="connsiteX32-16487" fmla="*/ 5621 w 6642"/>
                    <a:gd name="connsiteY32-16488" fmla="*/ 366 h 5728"/>
                    <a:gd name="connsiteX33-16489" fmla="*/ 5641 w 6642"/>
                    <a:gd name="connsiteY33-16490" fmla="*/ 255 h 5728"/>
                    <a:gd name="connsiteX34-16491" fmla="*/ 5775 w 6642"/>
                    <a:gd name="connsiteY34-16492" fmla="*/ 291 h 5728"/>
                    <a:gd name="connsiteX35-16493" fmla="*/ 5800 w 6642"/>
                    <a:gd name="connsiteY35-16494" fmla="*/ 331 h 5728"/>
                    <a:gd name="connsiteX36-16495" fmla="*/ 5876 w 6642"/>
                    <a:gd name="connsiteY36-16496" fmla="*/ 562 h 5728"/>
                    <a:gd name="connsiteX37-16497" fmla="*/ 5911 w 6642"/>
                    <a:gd name="connsiteY37-16498" fmla="*/ 586 h 5728"/>
                    <a:gd name="connsiteX38-16499" fmla="*/ 6003 w 6642"/>
                    <a:gd name="connsiteY38-16500" fmla="*/ 578 h 5728"/>
                    <a:gd name="connsiteX39-16501" fmla="*/ 6263 w 6642"/>
                    <a:gd name="connsiteY39-16502" fmla="*/ 490 h 5728"/>
                    <a:gd name="connsiteX40-16503" fmla="*/ 6483 w 6642"/>
                    <a:gd name="connsiteY40-16504" fmla="*/ 479 h 5728"/>
                    <a:gd name="connsiteX41-16505" fmla="*/ 6543 w 6642"/>
                    <a:gd name="connsiteY41-16506" fmla="*/ 648 h 5728"/>
                    <a:gd name="connsiteX42-16507" fmla="*/ 6461 w 6642"/>
                    <a:gd name="connsiteY42-16508" fmla="*/ 944 h 5728"/>
                    <a:gd name="connsiteX43-16509" fmla="*/ 6461 w 6642"/>
                    <a:gd name="connsiteY43-16510" fmla="*/ 1022 h 5728"/>
                    <a:gd name="connsiteX44-16511" fmla="*/ 6530 w 6642"/>
                    <a:gd name="connsiteY44-16512" fmla="*/ 1168 h 5728"/>
                    <a:gd name="connsiteX45-16513" fmla="*/ 6545 w 6642"/>
                    <a:gd name="connsiteY45-16514" fmla="*/ 1427 h 5728"/>
                    <a:gd name="connsiteX46-16515" fmla="*/ 6547 w 6642"/>
                    <a:gd name="connsiteY46-16516" fmla="*/ 1617 h 5728"/>
                    <a:gd name="connsiteX47-16517" fmla="*/ 6480 w 6642"/>
                    <a:gd name="connsiteY47-16518" fmla="*/ 1625 h 5728"/>
                    <a:gd name="connsiteX48-16519" fmla="*/ 6458 w 6642"/>
                    <a:gd name="connsiteY48-16520" fmla="*/ 1507 h 5728"/>
                    <a:gd name="connsiteX49-16521" fmla="*/ 6423 w 6642"/>
                    <a:gd name="connsiteY49-16522" fmla="*/ 1450 h 5728"/>
                    <a:gd name="connsiteX50-16523" fmla="*/ 6333 w 6642"/>
                    <a:gd name="connsiteY50-16524" fmla="*/ 1582 h 5728"/>
                    <a:gd name="connsiteX51-16525" fmla="*/ 6220 w 6642"/>
                    <a:gd name="connsiteY51-16526" fmla="*/ 1776 h 5728"/>
                    <a:gd name="connsiteX52-16527" fmla="*/ 6101 w 6642"/>
                    <a:gd name="connsiteY52-16528" fmla="*/ 1904 h 5728"/>
                    <a:gd name="connsiteX53-16529" fmla="*/ 6094 w 6642"/>
                    <a:gd name="connsiteY53-16530" fmla="*/ 2018 h 5728"/>
                    <a:gd name="connsiteX54-16531" fmla="*/ 6154 w 6642"/>
                    <a:gd name="connsiteY54-16532" fmla="*/ 2115 h 5728"/>
                    <a:gd name="connsiteX55-16533" fmla="*/ 6256 w 6642"/>
                    <a:gd name="connsiteY55-16534" fmla="*/ 2183 h 5728"/>
                    <a:gd name="connsiteX56-16535" fmla="*/ 6333 w 6642"/>
                    <a:gd name="connsiteY56-16536" fmla="*/ 2178 h 5728"/>
                    <a:gd name="connsiteX57-16537" fmla="*/ 6378 w 6642"/>
                    <a:gd name="connsiteY57-16538" fmla="*/ 2104 h 5728"/>
                    <a:gd name="connsiteX58-16539" fmla="*/ 6412 w 6642"/>
                    <a:gd name="connsiteY58-16540" fmla="*/ 2210 h 5728"/>
                    <a:gd name="connsiteX59-16541" fmla="*/ 6300 w 6642"/>
                    <a:gd name="connsiteY59-16542" fmla="*/ 2249 h 5728"/>
                    <a:gd name="connsiteX60-16543" fmla="*/ 6347 w 6642"/>
                    <a:gd name="connsiteY60-16544" fmla="*/ 2362 h 5728"/>
                    <a:gd name="connsiteX61-16545" fmla="*/ 6212 w 6642"/>
                    <a:gd name="connsiteY61-16546" fmla="*/ 2509 h 5728"/>
                    <a:gd name="connsiteX62-16547" fmla="*/ 6171 w 6642"/>
                    <a:gd name="connsiteY62-16548" fmla="*/ 2498 h 5728"/>
                    <a:gd name="connsiteX63-16549" fmla="*/ 6047 w 6642"/>
                    <a:gd name="connsiteY63-16550" fmla="*/ 2413 h 5728"/>
                    <a:gd name="connsiteX64-16551" fmla="*/ 5992 w 6642"/>
                    <a:gd name="connsiteY64-16552" fmla="*/ 2412 h 5728"/>
                    <a:gd name="connsiteX65-16553" fmla="*/ 5957 w 6642"/>
                    <a:gd name="connsiteY65-16554" fmla="*/ 2480 h 5728"/>
                    <a:gd name="connsiteX66-16555" fmla="*/ 5960 w 6642"/>
                    <a:gd name="connsiteY66-16556" fmla="*/ 2562 h 5728"/>
                    <a:gd name="connsiteX67-16557" fmla="*/ 6138 w 6642"/>
                    <a:gd name="connsiteY67-16558" fmla="*/ 2730 h 5728"/>
                    <a:gd name="connsiteX68-16559" fmla="*/ 6137 w 6642"/>
                    <a:gd name="connsiteY68-16560" fmla="*/ 2844 h 5728"/>
                    <a:gd name="connsiteX69-16561" fmla="*/ 6228 w 6642"/>
                    <a:gd name="connsiteY69-16562" fmla="*/ 3060 h 5728"/>
                    <a:gd name="connsiteX70-16563" fmla="*/ 6254 w 6642"/>
                    <a:gd name="connsiteY70-16564" fmla="*/ 3090 h 5728"/>
                    <a:gd name="connsiteX71-16565" fmla="*/ 6298 w 6642"/>
                    <a:gd name="connsiteY71-16566" fmla="*/ 3094 h 5728"/>
                    <a:gd name="connsiteX72-16567" fmla="*/ 6344 w 6642"/>
                    <a:gd name="connsiteY72-16568" fmla="*/ 3010 h 5728"/>
                    <a:gd name="connsiteX73-16569" fmla="*/ 6424 w 6642"/>
                    <a:gd name="connsiteY73-16570" fmla="*/ 2950 h 5728"/>
                    <a:gd name="connsiteX74-16571" fmla="*/ 6519 w 6642"/>
                    <a:gd name="connsiteY74-16572" fmla="*/ 3126 h 5728"/>
                    <a:gd name="connsiteX75-16573" fmla="*/ 6629 w 6642"/>
                    <a:gd name="connsiteY75-16574" fmla="*/ 3312 h 5728"/>
                    <a:gd name="connsiteX76-16575" fmla="*/ 6642 w 6642"/>
                    <a:gd name="connsiteY76-16576" fmla="*/ 3342 h 5728"/>
                    <a:gd name="connsiteX77-16577" fmla="*/ 6631 w 6642"/>
                    <a:gd name="connsiteY77-16578" fmla="*/ 3518 h 5728"/>
                    <a:gd name="connsiteX78-16579" fmla="*/ 6596 w 6642"/>
                    <a:gd name="connsiteY78-16580" fmla="*/ 3554 h 5728"/>
                    <a:gd name="connsiteX79-16581" fmla="*/ 6507 w 6642"/>
                    <a:gd name="connsiteY79-16582" fmla="*/ 3515 h 5728"/>
                    <a:gd name="connsiteX80-16583" fmla="*/ 6273 w 6642"/>
                    <a:gd name="connsiteY80-16584" fmla="*/ 3644 h 5728"/>
                    <a:gd name="connsiteX81-16585" fmla="*/ 6247 w 6642"/>
                    <a:gd name="connsiteY81-16586" fmla="*/ 3666 h 5728"/>
                    <a:gd name="connsiteX82-16587" fmla="*/ 6067 w 6642"/>
                    <a:gd name="connsiteY82-16588" fmla="*/ 3812 h 5728"/>
                    <a:gd name="connsiteX83-16589" fmla="*/ 5926 w 6642"/>
                    <a:gd name="connsiteY83-16590" fmla="*/ 3926 h 5728"/>
                    <a:gd name="connsiteX84-16591" fmla="*/ 5891 w 6642"/>
                    <a:gd name="connsiteY84-16592" fmla="*/ 3965 h 5728"/>
                    <a:gd name="connsiteX85-16593" fmla="*/ 5839 w 6642"/>
                    <a:gd name="connsiteY85-16594" fmla="*/ 3973 h 5728"/>
                    <a:gd name="connsiteX86-16595" fmla="*/ 5782 w 6642"/>
                    <a:gd name="connsiteY86-16596" fmla="*/ 3916 h 5728"/>
                    <a:gd name="connsiteX87-16597" fmla="*/ 5658 w 6642"/>
                    <a:gd name="connsiteY87-16598" fmla="*/ 3808 h 5728"/>
                    <a:gd name="connsiteX88-16599" fmla="*/ 5682 w 6642"/>
                    <a:gd name="connsiteY88-16600" fmla="*/ 4064 h 5728"/>
                    <a:gd name="connsiteX89-16601" fmla="*/ 5691 w 6642"/>
                    <a:gd name="connsiteY89-16602" fmla="*/ 4192 h 5728"/>
                    <a:gd name="connsiteX90-16603" fmla="*/ 5429 w 6642"/>
                    <a:gd name="connsiteY90-16604" fmla="*/ 4166 h 5728"/>
                    <a:gd name="connsiteX91-16605" fmla="*/ 5347 w 6642"/>
                    <a:gd name="connsiteY91-16606" fmla="*/ 3987 h 5728"/>
                    <a:gd name="connsiteX92-16607" fmla="*/ 5265 w 6642"/>
                    <a:gd name="connsiteY92-16608" fmla="*/ 3802 h 5728"/>
                    <a:gd name="connsiteX93-16609" fmla="*/ 4290 w 6642"/>
                    <a:gd name="connsiteY93-16610" fmla="*/ 4504 h 5728"/>
                    <a:gd name="connsiteX94-16611" fmla="*/ 4293 w 6642"/>
                    <a:gd name="connsiteY94-16612" fmla="*/ 4556 h 5728"/>
                    <a:gd name="connsiteX95-16613" fmla="*/ 4257 w 6642"/>
                    <a:gd name="connsiteY95-16614" fmla="*/ 4614 h 5728"/>
                    <a:gd name="connsiteX96-16615" fmla="*/ 3992 w 6642"/>
                    <a:gd name="connsiteY96-16616" fmla="*/ 4680 h 5728"/>
                    <a:gd name="connsiteX97-16617" fmla="*/ 3857 w 6642"/>
                    <a:gd name="connsiteY97-16618" fmla="*/ 4739 h 5728"/>
                    <a:gd name="connsiteX98-16619" fmla="*/ 3815 w 6642"/>
                    <a:gd name="connsiteY98-16620" fmla="*/ 4777 h 5728"/>
                    <a:gd name="connsiteX99-16621" fmla="*/ 3616 w 6642"/>
                    <a:gd name="connsiteY99-16622" fmla="*/ 5021 h 5728"/>
                    <a:gd name="connsiteX100-16623" fmla="*/ 3543 w 6642"/>
                    <a:gd name="connsiteY100-16624" fmla="*/ 4970 h 5728"/>
                    <a:gd name="connsiteX101-16625" fmla="*/ 3460 w 6642"/>
                    <a:gd name="connsiteY101-16626" fmla="*/ 4971 h 5728"/>
                    <a:gd name="connsiteX102-16627" fmla="*/ 3424 w 6642"/>
                    <a:gd name="connsiteY102-16628" fmla="*/ 5045 h 5728"/>
                    <a:gd name="connsiteX103-16629" fmla="*/ 3313 w 6642"/>
                    <a:gd name="connsiteY103-16630" fmla="*/ 5000 h 5728"/>
                    <a:gd name="connsiteX104-16631" fmla="*/ 3235 w 6642"/>
                    <a:gd name="connsiteY104-16632" fmla="*/ 5109 h 5728"/>
                    <a:gd name="connsiteX105-16633" fmla="*/ 3013 w 6642"/>
                    <a:gd name="connsiteY105-16634" fmla="*/ 5349 h 5728"/>
                    <a:gd name="connsiteX106-16635" fmla="*/ 2993 w 6642"/>
                    <a:gd name="connsiteY106-16636" fmla="*/ 5516 h 5728"/>
                    <a:gd name="connsiteX107-16637" fmla="*/ 2976 w 6642"/>
                    <a:gd name="connsiteY107-16638" fmla="*/ 5659 h 5728"/>
                    <a:gd name="connsiteX108-16639" fmla="*/ 2960 w 6642"/>
                    <a:gd name="connsiteY108-16640" fmla="*/ 5669 h 5728"/>
                    <a:gd name="connsiteX109-16641" fmla="*/ 2638 w 6642"/>
                    <a:gd name="connsiteY109-16642" fmla="*/ 5621 h 5728"/>
                    <a:gd name="connsiteX110-16643" fmla="*/ 2536 w 6642"/>
                    <a:gd name="connsiteY110-16644" fmla="*/ 5566 h 5728"/>
                    <a:gd name="connsiteX111-16645" fmla="*/ 2482 w 6642"/>
                    <a:gd name="connsiteY111-16646" fmla="*/ 5503 h 5728"/>
                    <a:gd name="connsiteX112-16647" fmla="*/ 2377 w 6642"/>
                    <a:gd name="connsiteY112-16648" fmla="*/ 5477 h 5728"/>
                    <a:gd name="connsiteX113-16649" fmla="*/ 2377 w 6642"/>
                    <a:gd name="connsiteY113-16650" fmla="*/ 5379 h 5728"/>
                    <a:gd name="connsiteX114-16651" fmla="*/ 2481 w 6642"/>
                    <a:gd name="connsiteY114-16652" fmla="*/ 5149 h 5728"/>
                    <a:gd name="connsiteX115-16653" fmla="*/ 2341 w 6642"/>
                    <a:gd name="connsiteY115-16654" fmla="*/ 5070 h 5728"/>
                    <a:gd name="connsiteX116-16655" fmla="*/ 2299 w 6642"/>
                    <a:gd name="connsiteY116-16656" fmla="*/ 5095 h 5728"/>
                    <a:gd name="connsiteX117-16657" fmla="*/ 2209 w 6642"/>
                    <a:gd name="connsiteY117-16658" fmla="*/ 5214 h 5728"/>
                    <a:gd name="connsiteX118-16659" fmla="*/ 2177 w 6642"/>
                    <a:gd name="connsiteY118-16660" fmla="*/ 5276 h 5728"/>
                    <a:gd name="connsiteX119-16661" fmla="*/ 2115 w 6642"/>
                    <a:gd name="connsiteY119-16662" fmla="*/ 5386 h 5728"/>
                    <a:gd name="connsiteX120-16663" fmla="*/ 2121 w 6642"/>
                    <a:gd name="connsiteY120-16664" fmla="*/ 5510 h 5728"/>
                    <a:gd name="connsiteX121-16665" fmla="*/ 2082 w 6642"/>
                    <a:gd name="connsiteY121-16666" fmla="*/ 5558 h 5728"/>
                    <a:gd name="connsiteX122-16667" fmla="*/ 1951 w 6642"/>
                    <a:gd name="connsiteY122-16668" fmla="*/ 5617 h 5728"/>
                    <a:gd name="connsiteX123-16669" fmla="*/ 1785 w 6642"/>
                    <a:gd name="connsiteY123-16670" fmla="*/ 5649 h 5728"/>
                    <a:gd name="connsiteX124-16671" fmla="*/ 1682 w 6642"/>
                    <a:gd name="connsiteY124-16672" fmla="*/ 5728 h 5728"/>
                    <a:gd name="connsiteX125-16673" fmla="*/ 1568 w 6642"/>
                    <a:gd name="connsiteY125-16674" fmla="*/ 5611 h 5728"/>
                    <a:gd name="connsiteX126-16675" fmla="*/ 1508 w 6642"/>
                    <a:gd name="connsiteY126-16676" fmla="*/ 5485 h 5728"/>
                    <a:gd name="connsiteX127-16677" fmla="*/ 1630 w 6642"/>
                    <a:gd name="connsiteY127-16678" fmla="*/ 5242 h 5728"/>
                    <a:gd name="connsiteX128-16679" fmla="*/ 1685 w 6642"/>
                    <a:gd name="connsiteY128-16680" fmla="*/ 5195 h 5728"/>
                    <a:gd name="connsiteX129-16681" fmla="*/ 1730 w 6642"/>
                    <a:gd name="connsiteY129-16682" fmla="*/ 5120 h 5728"/>
                    <a:gd name="connsiteX130-16683" fmla="*/ 1727 w 6642"/>
                    <a:gd name="connsiteY130-16684" fmla="*/ 5071 h 5728"/>
                    <a:gd name="connsiteX131-16685" fmla="*/ 1530 w 6642"/>
                    <a:gd name="connsiteY131-16686" fmla="*/ 5007 h 5728"/>
                    <a:gd name="connsiteX132-16687" fmla="*/ 1459 w 6642"/>
                    <a:gd name="connsiteY132-16688" fmla="*/ 5064 h 5728"/>
                    <a:gd name="connsiteX133-16689" fmla="*/ 1353 w 6642"/>
                    <a:gd name="connsiteY133-16690" fmla="*/ 5111 h 5728"/>
                    <a:gd name="connsiteX134-16691" fmla="*/ 1290 w 6642"/>
                    <a:gd name="connsiteY134-16692" fmla="*/ 5063 h 5728"/>
                    <a:gd name="connsiteX135-16693" fmla="*/ 1052 w 6642"/>
                    <a:gd name="connsiteY135-16694" fmla="*/ 5254 h 5728"/>
                    <a:gd name="connsiteX136-16695" fmla="*/ 924 w 6642"/>
                    <a:gd name="connsiteY136-16696" fmla="*/ 5231 h 5728"/>
                    <a:gd name="connsiteX137-16697" fmla="*/ 813 w 6642"/>
                    <a:gd name="connsiteY137-16698" fmla="*/ 5097 h 5728"/>
                    <a:gd name="connsiteX138-16699" fmla="*/ 683 w 6642"/>
                    <a:gd name="connsiteY138-16700" fmla="*/ 4930 h 5728"/>
                    <a:gd name="connsiteX139-16701" fmla="*/ 572 w 6642"/>
                    <a:gd name="connsiteY139-16702" fmla="*/ 4806 h 5728"/>
                    <a:gd name="connsiteX140-16703" fmla="*/ 505 w 6642"/>
                    <a:gd name="connsiteY140-16704" fmla="*/ 4788 h 5728"/>
                    <a:gd name="connsiteX141-16705" fmla="*/ 640 w 6642"/>
                    <a:gd name="connsiteY141-16706" fmla="*/ 4631 h 5728"/>
                    <a:gd name="connsiteX142-16707" fmla="*/ 683 w 6642"/>
                    <a:gd name="connsiteY142-16708" fmla="*/ 4541 h 5728"/>
                    <a:gd name="connsiteX143-16709" fmla="*/ 651 w 6642"/>
                    <a:gd name="connsiteY143-16710" fmla="*/ 4438 h 5728"/>
                    <a:gd name="connsiteX144-16711" fmla="*/ 277 w 6642"/>
                    <a:gd name="connsiteY144-16712" fmla="*/ 4491 h 5728"/>
                    <a:gd name="connsiteX145-16713" fmla="*/ 187 w 6642"/>
                    <a:gd name="connsiteY145-16714" fmla="*/ 4518 h 5728"/>
                    <a:gd name="connsiteX146-16715" fmla="*/ 195 w 6642"/>
                    <a:gd name="connsiteY146-16716" fmla="*/ 4384 h 5728"/>
                    <a:gd name="connsiteX147-16717" fmla="*/ 147 w 6642"/>
                    <a:gd name="connsiteY147-16718" fmla="*/ 4318 h 5728"/>
                    <a:gd name="connsiteX148-16719" fmla="*/ 39 w 6642"/>
                    <a:gd name="connsiteY148-16720" fmla="*/ 4220 h 5728"/>
                    <a:gd name="connsiteX149-16721" fmla="*/ 75 w 6642"/>
                    <a:gd name="connsiteY149-16722" fmla="*/ 4093 h 5728"/>
                    <a:gd name="connsiteX150-16723" fmla="*/ 63 w 6642"/>
                    <a:gd name="connsiteY150-16724" fmla="*/ 3929 h 5728"/>
                    <a:gd name="connsiteX151-16725" fmla="*/ 0 w 6642"/>
                    <a:gd name="connsiteY151-16726" fmla="*/ 3842 h 5728"/>
                    <a:gd name="connsiteX152-16727" fmla="*/ 0 w 6642"/>
                    <a:gd name="connsiteY152-16728" fmla="*/ 3737 h 5728"/>
                    <a:gd name="connsiteX153-16729" fmla="*/ 303 w 6642"/>
                    <a:gd name="connsiteY153-16730" fmla="*/ 3824 h 5728"/>
                    <a:gd name="connsiteX154-16731" fmla="*/ 830 w 6642"/>
                    <a:gd name="connsiteY154-16732" fmla="*/ 3840 h 5728"/>
                    <a:gd name="connsiteX0-16733" fmla="*/ 5456 w 6642"/>
                    <a:gd name="connsiteY0-16734" fmla="*/ 2333 h 5728"/>
                    <a:gd name="connsiteX1-16735" fmla="*/ 5454 w 6642"/>
                    <a:gd name="connsiteY1-16736" fmla="*/ 2117 h 5728"/>
                    <a:gd name="connsiteX2-16737" fmla="*/ 5378 w 6642"/>
                    <a:gd name="connsiteY2-16738" fmla="*/ 2039 h 5728"/>
                    <a:gd name="connsiteX3-16739" fmla="*/ 5235 w 6642"/>
                    <a:gd name="connsiteY3-16740" fmla="*/ 1951 h 5728"/>
                    <a:gd name="connsiteX4-16741" fmla="*/ 5143 w 6642"/>
                    <a:gd name="connsiteY4-16742" fmla="*/ 1827 h 5728"/>
                    <a:gd name="connsiteX5-16743" fmla="*/ 5047 w 6642"/>
                    <a:gd name="connsiteY5-16744" fmla="*/ 1828 h 5728"/>
                    <a:gd name="connsiteX6-16745" fmla="*/ 5002 w 6642"/>
                    <a:gd name="connsiteY6-16746" fmla="*/ 1883 h 5728"/>
                    <a:gd name="connsiteX7-16747" fmla="*/ 4909 w 6642"/>
                    <a:gd name="connsiteY7-16748" fmla="*/ 1877 h 5728"/>
                    <a:gd name="connsiteX8-16749" fmla="*/ 4889 w 6642"/>
                    <a:gd name="connsiteY8-16750" fmla="*/ 1994 h 5728"/>
                    <a:gd name="connsiteX9-16751" fmla="*/ 4708 w 6642"/>
                    <a:gd name="connsiteY9-16752" fmla="*/ 1941 h 5728"/>
                    <a:gd name="connsiteX10-16753" fmla="*/ 4625 w 6642"/>
                    <a:gd name="connsiteY10-16754" fmla="*/ 1939 h 5728"/>
                    <a:gd name="connsiteX11-16755" fmla="*/ 4500 w 6642"/>
                    <a:gd name="connsiteY11-16756" fmla="*/ 2014 h 5728"/>
                    <a:gd name="connsiteX12-16757" fmla="*/ 4388 w 6642"/>
                    <a:gd name="connsiteY12-16758" fmla="*/ 1890 h 5728"/>
                    <a:gd name="connsiteX13-16759" fmla="*/ 4482 w 6642"/>
                    <a:gd name="connsiteY13-16760" fmla="*/ 1804 h 5728"/>
                    <a:gd name="connsiteX14-16761" fmla="*/ 4486 w 6642"/>
                    <a:gd name="connsiteY14-16762" fmla="*/ 1634 h 5728"/>
                    <a:gd name="connsiteX15-16763" fmla="*/ 4541 w 6642"/>
                    <a:gd name="connsiteY15-16764" fmla="*/ 1514 h 5728"/>
                    <a:gd name="connsiteX16-16765" fmla="*/ 4584 w 6642"/>
                    <a:gd name="connsiteY16-16766" fmla="*/ 1306 h 5728"/>
                    <a:gd name="connsiteX17-16767" fmla="*/ 4644 w 6642"/>
                    <a:gd name="connsiteY17-16768" fmla="*/ 1307 h 5728"/>
                    <a:gd name="connsiteX18-16769" fmla="*/ 4967 w 6642"/>
                    <a:gd name="connsiteY18-16770" fmla="*/ 1286 h 5728"/>
                    <a:gd name="connsiteX19-16771" fmla="*/ 5141 w 6642"/>
                    <a:gd name="connsiteY19-16772" fmla="*/ 1117 h 5728"/>
                    <a:gd name="connsiteX20-16773" fmla="*/ 5210 w 6642"/>
                    <a:gd name="connsiteY20-16774" fmla="*/ 748 h 5728"/>
                    <a:gd name="connsiteX21-16775" fmla="*/ 5320 w 6642"/>
                    <a:gd name="connsiteY21-16776" fmla="*/ 486 h 5728"/>
                    <a:gd name="connsiteX22-16777" fmla="*/ 5318 w 6642"/>
                    <a:gd name="connsiteY22-16778" fmla="*/ 358 h 5728"/>
                    <a:gd name="connsiteX23-16779" fmla="*/ 5305 w 6642"/>
                    <a:gd name="connsiteY23-16780" fmla="*/ 328 h 5728"/>
                    <a:gd name="connsiteX24-16781" fmla="*/ 5238 w 6642"/>
                    <a:gd name="connsiteY24-16782" fmla="*/ 251 h 5728"/>
                    <a:gd name="connsiteX25-16783" fmla="*/ 5178 w 6642"/>
                    <a:gd name="connsiteY25-16784" fmla="*/ 217 h 5728"/>
                    <a:gd name="connsiteX26-16785" fmla="*/ 5303 w 6642"/>
                    <a:gd name="connsiteY26-16786" fmla="*/ 56 h 5728"/>
                    <a:gd name="connsiteX27-16787" fmla="*/ 5476 w 6642"/>
                    <a:gd name="connsiteY27-16788" fmla="*/ 2 h 5728"/>
                    <a:gd name="connsiteX28-16789" fmla="*/ 5508 w 6642"/>
                    <a:gd name="connsiteY28-16790" fmla="*/ 49 h 5728"/>
                    <a:gd name="connsiteX29-16791" fmla="*/ 5498 w 6642"/>
                    <a:gd name="connsiteY29-16792" fmla="*/ 133 h 5728"/>
                    <a:gd name="connsiteX30-16793" fmla="*/ 5437 w 6642"/>
                    <a:gd name="connsiteY30-16794" fmla="*/ 243 h 5728"/>
                    <a:gd name="connsiteX31-16795" fmla="*/ 5507 w 6642"/>
                    <a:gd name="connsiteY31-16796" fmla="*/ 301 h 5728"/>
                    <a:gd name="connsiteX32-16797" fmla="*/ 5621 w 6642"/>
                    <a:gd name="connsiteY32-16798" fmla="*/ 366 h 5728"/>
                    <a:gd name="connsiteX33-16799" fmla="*/ 5641 w 6642"/>
                    <a:gd name="connsiteY33-16800" fmla="*/ 255 h 5728"/>
                    <a:gd name="connsiteX34-16801" fmla="*/ 5775 w 6642"/>
                    <a:gd name="connsiteY34-16802" fmla="*/ 291 h 5728"/>
                    <a:gd name="connsiteX35-16803" fmla="*/ 5800 w 6642"/>
                    <a:gd name="connsiteY35-16804" fmla="*/ 331 h 5728"/>
                    <a:gd name="connsiteX36-16805" fmla="*/ 5876 w 6642"/>
                    <a:gd name="connsiteY36-16806" fmla="*/ 562 h 5728"/>
                    <a:gd name="connsiteX37-16807" fmla="*/ 5911 w 6642"/>
                    <a:gd name="connsiteY37-16808" fmla="*/ 586 h 5728"/>
                    <a:gd name="connsiteX38-16809" fmla="*/ 6003 w 6642"/>
                    <a:gd name="connsiteY38-16810" fmla="*/ 578 h 5728"/>
                    <a:gd name="connsiteX39-16811" fmla="*/ 6263 w 6642"/>
                    <a:gd name="connsiteY39-16812" fmla="*/ 490 h 5728"/>
                    <a:gd name="connsiteX40-16813" fmla="*/ 6483 w 6642"/>
                    <a:gd name="connsiteY40-16814" fmla="*/ 479 h 5728"/>
                    <a:gd name="connsiteX41-16815" fmla="*/ 6543 w 6642"/>
                    <a:gd name="connsiteY41-16816" fmla="*/ 648 h 5728"/>
                    <a:gd name="connsiteX42-16817" fmla="*/ 6461 w 6642"/>
                    <a:gd name="connsiteY42-16818" fmla="*/ 944 h 5728"/>
                    <a:gd name="connsiteX43-16819" fmla="*/ 6461 w 6642"/>
                    <a:gd name="connsiteY43-16820" fmla="*/ 1022 h 5728"/>
                    <a:gd name="connsiteX44-16821" fmla="*/ 6530 w 6642"/>
                    <a:gd name="connsiteY44-16822" fmla="*/ 1168 h 5728"/>
                    <a:gd name="connsiteX45-16823" fmla="*/ 6545 w 6642"/>
                    <a:gd name="connsiteY45-16824" fmla="*/ 1427 h 5728"/>
                    <a:gd name="connsiteX46-16825" fmla="*/ 6547 w 6642"/>
                    <a:gd name="connsiteY46-16826" fmla="*/ 1617 h 5728"/>
                    <a:gd name="connsiteX47-16827" fmla="*/ 6480 w 6642"/>
                    <a:gd name="connsiteY47-16828" fmla="*/ 1625 h 5728"/>
                    <a:gd name="connsiteX48-16829" fmla="*/ 6458 w 6642"/>
                    <a:gd name="connsiteY48-16830" fmla="*/ 1507 h 5728"/>
                    <a:gd name="connsiteX49-16831" fmla="*/ 6423 w 6642"/>
                    <a:gd name="connsiteY49-16832" fmla="*/ 1450 h 5728"/>
                    <a:gd name="connsiteX50-16833" fmla="*/ 6333 w 6642"/>
                    <a:gd name="connsiteY50-16834" fmla="*/ 1582 h 5728"/>
                    <a:gd name="connsiteX51-16835" fmla="*/ 6220 w 6642"/>
                    <a:gd name="connsiteY51-16836" fmla="*/ 1776 h 5728"/>
                    <a:gd name="connsiteX52-16837" fmla="*/ 6101 w 6642"/>
                    <a:gd name="connsiteY52-16838" fmla="*/ 1904 h 5728"/>
                    <a:gd name="connsiteX53-16839" fmla="*/ 6094 w 6642"/>
                    <a:gd name="connsiteY53-16840" fmla="*/ 2018 h 5728"/>
                    <a:gd name="connsiteX54-16841" fmla="*/ 6154 w 6642"/>
                    <a:gd name="connsiteY54-16842" fmla="*/ 2115 h 5728"/>
                    <a:gd name="connsiteX55-16843" fmla="*/ 6256 w 6642"/>
                    <a:gd name="connsiteY55-16844" fmla="*/ 2183 h 5728"/>
                    <a:gd name="connsiteX56-16845" fmla="*/ 6333 w 6642"/>
                    <a:gd name="connsiteY56-16846" fmla="*/ 2178 h 5728"/>
                    <a:gd name="connsiteX57-16847" fmla="*/ 6378 w 6642"/>
                    <a:gd name="connsiteY57-16848" fmla="*/ 2104 h 5728"/>
                    <a:gd name="connsiteX58-16849" fmla="*/ 6412 w 6642"/>
                    <a:gd name="connsiteY58-16850" fmla="*/ 2210 h 5728"/>
                    <a:gd name="connsiteX59-16851" fmla="*/ 6300 w 6642"/>
                    <a:gd name="connsiteY59-16852" fmla="*/ 2249 h 5728"/>
                    <a:gd name="connsiteX60-16853" fmla="*/ 6347 w 6642"/>
                    <a:gd name="connsiteY60-16854" fmla="*/ 2362 h 5728"/>
                    <a:gd name="connsiteX61-16855" fmla="*/ 6212 w 6642"/>
                    <a:gd name="connsiteY61-16856" fmla="*/ 2509 h 5728"/>
                    <a:gd name="connsiteX62-16857" fmla="*/ 6171 w 6642"/>
                    <a:gd name="connsiteY62-16858" fmla="*/ 2498 h 5728"/>
                    <a:gd name="connsiteX63-16859" fmla="*/ 6047 w 6642"/>
                    <a:gd name="connsiteY63-16860" fmla="*/ 2413 h 5728"/>
                    <a:gd name="connsiteX64-16861" fmla="*/ 5992 w 6642"/>
                    <a:gd name="connsiteY64-16862" fmla="*/ 2412 h 5728"/>
                    <a:gd name="connsiteX65-16863" fmla="*/ 5957 w 6642"/>
                    <a:gd name="connsiteY65-16864" fmla="*/ 2480 h 5728"/>
                    <a:gd name="connsiteX66-16865" fmla="*/ 5960 w 6642"/>
                    <a:gd name="connsiteY66-16866" fmla="*/ 2562 h 5728"/>
                    <a:gd name="connsiteX67-16867" fmla="*/ 6138 w 6642"/>
                    <a:gd name="connsiteY67-16868" fmla="*/ 2730 h 5728"/>
                    <a:gd name="connsiteX68-16869" fmla="*/ 6137 w 6642"/>
                    <a:gd name="connsiteY68-16870" fmla="*/ 2844 h 5728"/>
                    <a:gd name="connsiteX69-16871" fmla="*/ 6228 w 6642"/>
                    <a:gd name="connsiteY69-16872" fmla="*/ 3060 h 5728"/>
                    <a:gd name="connsiteX70-16873" fmla="*/ 6254 w 6642"/>
                    <a:gd name="connsiteY70-16874" fmla="*/ 3090 h 5728"/>
                    <a:gd name="connsiteX71-16875" fmla="*/ 6298 w 6642"/>
                    <a:gd name="connsiteY71-16876" fmla="*/ 3094 h 5728"/>
                    <a:gd name="connsiteX72-16877" fmla="*/ 6344 w 6642"/>
                    <a:gd name="connsiteY72-16878" fmla="*/ 3010 h 5728"/>
                    <a:gd name="connsiteX73-16879" fmla="*/ 6424 w 6642"/>
                    <a:gd name="connsiteY73-16880" fmla="*/ 2950 h 5728"/>
                    <a:gd name="connsiteX74-16881" fmla="*/ 6519 w 6642"/>
                    <a:gd name="connsiteY74-16882" fmla="*/ 3126 h 5728"/>
                    <a:gd name="connsiteX75-16883" fmla="*/ 6629 w 6642"/>
                    <a:gd name="connsiteY75-16884" fmla="*/ 3312 h 5728"/>
                    <a:gd name="connsiteX76-16885" fmla="*/ 6642 w 6642"/>
                    <a:gd name="connsiteY76-16886" fmla="*/ 3342 h 5728"/>
                    <a:gd name="connsiteX77-16887" fmla="*/ 6631 w 6642"/>
                    <a:gd name="connsiteY77-16888" fmla="*/ 3518 h 5728"/>
                    <a:gd name="connsiteX78-16889" fmla="*/ 6596 w 6642"/>
                    <a:gd name="connsiteY78-16890" fmla="*/ 3554 h 5728"/>
                    <a:gd name="connsiteX79-16891" fmla="*/ 6507 w 6642"/>
                    <a:gd name="connsiteY79-16892" fmla="*/ 3515 h 5728"/>
                    <a:gd name="connsiteX80-16893" fmla="*/ 6273 w 6642"/>
                    <a:gd name="connsiteY80-16894" fmla="*/ 3644 h 5728"/>
                    <a:gd name="connsiteX81-16895" fmla="*/ 6247 w 6642"/>
                    <a:gd name="connsiteY81-16896" fmla="*/ 3666 h 5728"/>
                    <a:gd name="connsiteX82-16897" fmla="*/ 6067 w 6642"/>
                    <a:gd name="connsiteY82-16898" fmla="*/ 3812 h 5728"/>
                    <a:gd name="connsiteX83-16899" fmla="*/ 5926 w 6642"/>
                    <a:gd name="connsiteY83-16900" fmla="*/ 3926 h 5728"/>
                    <a:gd name="connsiteX84-16901" fmla="*/ 5891 w 6642"/>
                    <a:gd name="connsiteY84-16902" fmla="*/ 3965 h 5728"/>
                    <a:gd name="connsiteX85-16903" fmla="*/ 5839 w 6642"/>
                    <a:gd name="connsiteY85-16904" fmla="*/ 3973 h 5728"/>
                    <a:gd name="connsiteX86-16905" fmla="*/ 5782 w 6642"/>
                    <a:gd name="connsiteY86-16906" fmla="*/ 3916 h 5728"/>
                    <a:gd name="connsiteX87-16907" fmla="*/ 5658 w 6642"/>
                    <a:gd name="connsiteY87-16908" fmla="*/ 3808 h 5728"/>
                    <a:gd name="connsiteX88-16909" fmla="*/ 5682 w 6642"/>
                    <a:gd name="connsiteY88-16910" fmla="*/ 4064 h 5728"/>
                    <a:gd name="connsiteX89-16911" fmla="*/ 5691 w 6642"/>
                    <a:gd name="connsiteY89-16912" fmla="*/ 4192 h 5728"/>
                    <a:gd name="connsiteX90-16913" fmla="*/ 5429 w 6642"/>
                    <a:gd name="connsiteY90-16914" fmla="*/ 4166 h 5728"/>
                    <a:gd name="connsiteX91-16915" fmla="*/ 5347 w 6642"/>
                    <a:gd name="connsiteY91-16916" fmla="*/ 3987 h 5728"/>
                    <a:gd name="connsiteX92-16917" fmla="*/ 5265 w 6642"/>
                    <a:gd name="connsiteY92-16918" fmla="*/ 3802 h 5728"/>
                    <a:gd name="connsiteX93-16919" fmla="*/ 4290 w 6642"/>
                    <a:gd name="connsiteY93-16920" fmla="*/ 4504 h 5728"/>
                    <a:gd name="connsiteX94-16921" fmla="*/ 4293 w 6642"/>
                    <a:gd name="connsiteY94-16922" fmla="*/ 4556 h 5728"/>
                    <a:gd name="connsiteX95-16923" fmla="*/ 4257 w 6642"/>
                    <a:gd name="connsiteY95-16924" fmla="*/ 4614 h 5728"/>
                    <a:gd name="connsiteX96-16925" fmla="*/ 3992 w 6642"/>
                    <a:gd name="connsiteY96-16926" fmla="*/ 4680 h 5728"/>
                    <a:gd name="connsiteX97-16927" fmla="*/ 3857 w 6642"/>
                    <a:gd name="connsiteY97-16928" fmla="*/ 4739 h 5728"/>
                    <a:gd name="connsiteX98-16929" fmla="*/ 3815 w 6642"/>
                    <a:gd name="connsiteY98-16930" fmla="*/ 4777 h 5728"/>
                    <a:gd name="connsiteX99-16931" fmla="*/ 3616 w 6642"/>
                    <a:gd name="connsiteY99-16932" fmla="*/ 5021 h 5728"/>
                    <a:gd name="connsiteX100-16933" fmla="*/ 3543 w 6642"/>
                    <a:gd name="connsiteY100-16934" fmla="*/ 4970 h 5728"/>
                    <a:gd name="connsiteX101-16935" fmla="*/ 3460 w 6642"/>
                    <a:gd name="connsiteY101-16936" fmla="*/ 4971 h 5728"/>
                    <a:gd name="connsiteX102-16937" fmla="*/ 3424 w 6642"/>
                    <a:gd name="connsiteY102-16938" fmla="*/ 5045 h 5728"/>
                    <a:gd name="connsiteX103-16939" fmla="*/ 3313 w 6642"/>
                    <a:gd name="connsiteY103-16940" fmla="*/ 5000 h 5728"/>
                    <a:gd name="connsiteX104-16941" fmla="*/ 3235 w 6642"/>
                    <a:gd name="connsiteY104-16942" fmla="*/ 5109 h 5728"/>
                    <a:gd name="connsiteX105-16943" fmla="*/ 3013 w 6642"/>
                    <a:gd name="connsiteY105-16944" fmla="*/ 5349 h 5728"/>
                    <a:gd name="connsiteX106-16945" fmla="*/ 2993 w 6642"/>
                    <a:gd name="connsiteY106-16946" fmla="*/ 5516 h 5728"/>
                    <a:gd name="connsiteX107-16947" fmla="*/ 2976 w 6642"/>
                    <a:gd name="connsiteY107-16948" fmla="*/ 5659 h 5728"/>
                    <a:gd name="connsiteX108-16949" fmla="*/ 2960 w 6642"/>
                    <a:gd name="connsiteY108-16950" fmla="*/ 5669 h 5728"/>
                    <a:gd name="connsiteX109-16951" fmla="*/ 2638 w 6642"/>
                    <a:gd name="connsiteY109-16952" fmla="*/ 5621 h 5728"/>
                    <a:gd name="connsiteX110-16953" fmla="*/ 2536 w 6642"/>
                    <a:gd name="connsiteY110-16954" fmla="*/ 5566 h 5728"/>
                    <a:gd name="connsiteX111-16955" fmla="*/ 2482 w 6642"/>
                    <a:gd name="connsiteY111-16956" fmla="*/ 5503 h 5728"/>
                    <a:gd name="connsiteX112-16957" fmla="*/ 2377 w 6642"/>
                    <a:gd name="connsiteY112-16958" fmla="*/ 5477 h 5728"/>
                    <a:gd name="connsiteX113-16959" fmla="*/ 2377 w 6642"/>
                    <a:gd name="connsiteY113-16960" fmla="*/ 5379 h 5728"/>
                    <a:gd name="connsiteX114-16961" fmla="*/ 2481 w 6642"/>
                    <a:gd name="connsiteY114-16962" fmla="*/ 5149 h 5728"/>
                    <a:gd name="connsiteX115-16963" fmla="*/ 2341 w 6642"/>
                    <a:gd name="connsiteY115-16964" fmla="*/ 5070 h 5728"/>
                    <a:gd name="connsiteX116-16965" fmla="*/ 2299 w 6642"/>
                    <a:gd name="connsiteY116-16966" fmla="*/ 5095 h 5728"/>
                    <a:gd name="connsiteX117-16967" fmla="*/ 2209 w 6642"/>
                    <a:gd name="connsiteY117-16968" fmla="*/ 5214 h 5728"/>
                    <a:gd name="connsiteX118-16969" fmla="*/ 2177 w 6642"/>
                    <a:gd name="connsiteY118-16970" fmla="*/ 5276 h 5728"/>
                    <a:gd name="connsiteX119-16971" fmla="*/ 2115 w 6642"/>
                    <a:gd name="connsiteY119-16972" fmla="*/ 5386 h 5728"/>
                    <a:gd name="connsiteX120-16973" fmla="*/ 2121 w 6642"/>
                    <a:gd name="connsiteY120-16974" fmla="*/ 5510 h 5728"/>
                    <a:gd name="connsiteX121-16975" fmla="*/ 2082 w 6642"/>
                    <a:gd name="connsiteY121-16976" fmla="*/ 5558 h 5728"/>
                    <a:gd name="connsiteX122-16977" fmla="*/ 1951 w 6642"/>
                    <a:gd name="connsiteY122-16978" fmla="*/ 5617 h 5728"/>
                    <a:gd name="connsiteX123-16979" fmla="*/ 1785 w 6642"/>
                    <a:gd name="connsiteY123-16980" fmla="*/ 5649 h 5728"/>
                    <a:gd name="connsiteX124-16981" fmla="*/ 1682 w 6642"/>
                    <a:gd name="connsiteY124-16982" fmla="*/ 5728 h 5728"/>
                    <a:gd name="connsiteX125-16983" fmla="*/ 1568 w 6642"/>
                    <a:gd name="connsiteY125-16984" fmla="*/ 5611 h 5728"/>
                    <a:gd name="connsiteX126-16985" fmla="*/ 1508 w 6642"/>
                    <a:gd name="connsiteY126-16986" fmla="*/ 5485 h 5728"/>
                    <a:gd name="connsiteX127-16987" fmla="*/ 1630 w 6642"/>
                    <a:gd name="connsiteY127-16988" fmla="*/ 5242 h 5728"/>
                    <a:gd name="connsiteX128-16989" fmla="*/ 1685 w 6642"/>
                    <a:gd name="connsiteY128-16990" fmla="*/ 5195 h 5728"/>
                    <a:gd name="connsiteX129-16991" fmla="*/ 1730 w 6642"/>
                    <a:gd name="connsiteY129-16992" fmla="*/ 5120 h 5728"/>
                    <a:gd name="connsiteX130-16993" fmla="*/ 1727 w 6642"/>
                    <a:gd name="connsiteY130-16994" fmla="*/ 5071 h 5728"/>
                    <a:gd name="connsiteX131-16995" fmla="*/ 1530 w 6642"/>
                    <a:gd name="connsiteY131-16996" fmla="*/ 5007 h 5728"/>
                    <a:gd name="connsiteX132-16997" fmla="*/ 1459 w 6642"/>
                    <a:gd name="connsiteY132-16998" fmla="*/ 5064 h 5728"/>
                    <a:gd name="connsiteX133-16999" fmla="*/ 1353 w 6642"/>
                    <a:gd name="connsiteY133-17000" fmla="*/ 5111 h 5728"/>
                    <a:gd name="connsiteX134-17001" fmla="*/ 1290 w 6642"/>
                    <a:gd name="connsiteY134-17002" fmla="*/ 5063 h 5728"/>
                    <a:gd name="connsiteX135-17003" fmla="*/ 1052 w 6642"/>
                    <a:gd name="connsiteY135-17004" fmla="*/ 5254 h 5728"/>
                    <a:gd name="connsiteX136-17005" fmla="*/ 924 w 6642"/>
                    <a:gd name="connsiteY136-17006" fmla="*/ 5231 h 5728"/>
                    <a:gd name="connsiteX137-17007" fmla="*/ 813 w 6642"/>
                    <a:gd name="connsiteY137-17008" fmla="*/ 5097 h 5728"/>
                    <a:gd name="connsiteX138-17009" fmla="*/ 683 w 6642"/>
                    <a:gd name="connsiteY138-17010" fmla="*/ 4930 h 5728"/>
                    <a:gd name="connsiteX139-17011" fmla="*/ 572 w 6642"/>
                    <a:gd name="connsiteY139-17012" fmla="*/ 4806 h 5728"/>
                    <a:gd name="connsiteX140-17013" fmla="*/ 505 w 6642"/>
                    <a:gd name="connsiteY140-17014" fmla="*/ 4788 h 5728"/>
                    <a:gd name="connsiteX141-17015" fmla="*/ 640 w 6642"/>
                    <a:gd name="connsiteY141-17016" fmla="*/ 4631 h 5728"/>
                    <a:gd name="connsiteX142-17017" fmla="*/ 683 w 6642"/>
                    <a:gd name="connsiteY142-17018" fmla="*/ 4541 h 5728"/>
                    <a:gd name="connsiteX143-17019" fmla="*/ 651 w 6642"/>
                    <a:gd name="connsiteY143-17020" fmla="*/ 4438 h 5728"/>
                    <a:gd name="connsiteX144-17021" fmla="*/ 277 w 6642"/>
                    <a:gd name="connsiteY144-17022" fmla="*/ 4491 h 5728"/>
                    <a:gd name="connsiteX145-17023" fmla="*/ 187 w 6642"/>
                    <a:gd name="connsiteY145-17024" fmla="*/ 4518 h 5728"/>
                    <a:gd name="connsiteX146-17025" fmla="*/ 195 w 6642"/>
                    <a:gd name="connsiteY146-17026" fmla="*/ 4384 h 5728"/>
                    <a:gd name="connsiteX147-17027" fmla="*/ 147 w 6642"/>
                    <a:gd name="connsiteY147-17028" fmla="*/ 4318 h 5728"/>
                    <a:gd name="connsiteX148-17029" fmla="*/ 39 w 6642"/>
                    <a:gd name="connsiteY148-17030" fmla="*/ 4220 h 5728"/>
                    <a:gd name="connsiteX149-17031" fmla="*/ 75 w 6642"/>
                    <a:gd name="connsiteY149-17032" fmla="*/ 4093 h 5728"/>
                    <a:gd name="connsiteX150-17033" fmla="*/ 63 w 6642"/>
                    <a:gd name="connsiteY150-17034" fmla="*/ 3929 h 5728"/>
                    <a:gd name="connsiteX151-17035" fmla="*/ 0 w 6642"/>
                    <a:gd name="connsiteY151-17036" fmla="*/ 3842 h 5728"/>
                    <a:gd name="connsiteX152-17037" fmla="*/ 0 w 6642"/>
                    <a:gd name="connsiteY152-17038" fmla="*/ 3737 h 5728"/>
                    <a:gd name="connsiteX153-17039" fmla="*/ 303 w 6642"/>
                    <a:gd name="connsiteY153-17040" fmla="*/ 3824 h 5728"/>
                    <a:gd name="connsiteX0-17041" fmla="*/ 5456 w 6642"/>
                    <a:gd name="connsiteY0-17042" fmla="*/ 2333 h 5728"/>
                    <a:gd name="connsiteX1-17043" fmla="*/ 5454 w 6642"/>
                    <a:gd name="connsiteY1-17044" fmla="*/ 2117 h 5728"/>
                    <a:gd name="connsiteX2-17045" fmla="*/ 5378 w 6642"/>
                    <a:gd name="connsiteY2-17046" fmla="*/ 2039 h 5728"/>
                    <a:gd name="connsiteX3-17047" fmla="*/ 5235 w 6642"/>
                    <a:gd name="connsiteY3-17048" fmla="*/ 1951 h 5728"/>
                    <a:gd name="connsiteX4-17049" fmla="*/ 5143 w 6642"/>
                    <a:gd name="connsiteY4-17050" fmla="*/ 1827 h 5728"/>
                    <a:gd name="connsiteX5-17051" fmla="*/ 5047 w 6642"/>
                    <a:gd name="connsiteY5-17052" fmla="*/ 1828 h 5728"/>
                    <a:gd name="connsiteX6-17053" fmla="*/ 5002 w 6642"/>
                    <a:gd name="connsiteY6-17054" fmla="*/ 1883 h 5728"/>
                    <a:gd name="connsiteX7-17055" fmla="*/ 4909 w 6642"/>
                    <a:gd name="connsiteY7-17056" fmla="*/ 1877 h 5728"/>
                    <a:gd name="connsiteX8-17057" fmla="*/ 4889 w 6642"/>
                    <a:gd name="connsiteY8-17058" fmla="*/ 1994 h 5728"/>
                    <a:gd name="connsiteX9-17059" fmla="*/ 4708 w 6642"/>
                    <a:gd name="connsiteY9-17060" fmla="*/ 1941 h 5728"/>
                    <a:gd name="connsiteX10-17061" fmla="*/ 4625 w 6642"/>
                    <a:gd name="connsiteY10-17062" fmla="*/ 1939 h 5728"/>
                    <a:gd name="connsiteX11-17063" fmla="*/ 4500 w 6642"/>
                    <a:gd name="connsiteY11-17064" fmla="*/ 2014 h 5728"/>
                    <a:gd name="connsiteX12-17065" fmla="*/ 4388 w 6642"/>
                    <a:gd name="connsiteY12-17066" fmla="*/ 1890 h 5728"/>
                    <a:gd name="connsiteX13-17067" fmla="*/ 4482 w 6642"/>
                    <a:gd name="connsiteY13-17068" fmla="*/ 1804 h 5728"/>
                    <a:gd name="connsiteX14-17069" fmla="*/ 4486 w 6642"/>
                    <a:gd name="connsiteY14-17070" fmla="*/ 1634 h 5728"/>
                    <a:gd name="connsiteX15-17071" fmla="*/ 4541 w 6642"/>
                    <a:gd name="connsiteY15-17072" fmla="*/ 1514 h 5728"/>
                    <a:gd name="connsiteX16-17073" fmla="*/ 4584 w 6642"/>
                    <a:gd name="connsiteY16-17074" fmla="*/ 1306 h 5728"/>
                    <a:gd name="connsiteX17-17075" fmla="*/ 4644 w 6642"/>
                    <a:gd name="connsiteY17-17076" fmla="*/ 1307 h 5728"/>
                    <a:gd name="connsiteX18-17077" fmla="*/ 4967 w 6642"/>
                    <a:gd name="connsiteY18-17078" fmla="*/ 1286 h 5728"/>
                    <a:gd name="connsiteX19-17079" fmla="*/ 5141 w 6642"/>
                    <a:gd name="connsiteY19-17080" fmla="*/ 1117 h 5728"/>
                    <a:gd name="connsiteX20-17081" fmla="*/ 5210 w 6642"/>
                    <a:gd name="connsiteY20-17082" fmla="*/ 748 h 5728"/>
                    <a:gd name="connsiteX21-17083" fmla="*/ 5320 w 6642"/>
                    <a:gd name="connsiteY21-17084" fmla="*/ 486 h 5728"/>
                    <a:gd name="connsiteX22-17085" fmla="*/ 5318 w 6642"/>
                    <a:gd name="connsiteY22-17086" fmla="*/ 358 h 5728"/>
                    <a:gd name="connsiteX23-17087" fmla="*/ 5305 w 6642"/>
                    <a:gd name="connsiteY23-17088" fmla="*/ 328 h 5728"/>
                    <a:gd name="connsiteX24-17089" fmla="*/ 5238 w 6642"/>
                    <a:gd name="connsiteY24-17090" fmla="*/ 251 h 5728"/>
                    <a:gd name="connsiteX25-17091" fmla="*/ 5178 w 6642"/>
                    <a:gd name="connsiteY25-17092" fmla="*/ 217 h 5728"/>
                    <a:gd name="connsiteX26-17093" fmla="*/ 5303 w 6642"/>
                    <a:gd name="connsiteY26-17094" fmla="*/ 56 h 5728"/>
                    <a:gd name="connsiteX27-17095" fmla="*/ 5476 w 6642"/>
                    <a:gd name="connsiteY27-17096" fmla="*/ 2 h 5728"/>
                    <a:gd name="connsiteX28-17097" fmla="*/ 5508 w 6642"/>
                    <a:gd name="connsiteY28-17098" fmla="*/ 49 h 5728"/>
                    <a:gd name="connsiteX29-17099" fmla="*/ 5498 w 6642"/>
                    <a:gd name="connsiteY29-17100" fmla="*/ 133 h 5728"/>
                    <a:gd name="connsiteX30-17101" fmla="*/ 5437 w 6642"/>
                    <a:gd name="connsiteY30-17102" fmla="*/ 243 h 5728"/>
                    <a:gd name="connsiteX31-17103" fmla="*/ 5507 w 6642"/>
                    <a:gd name="connsiteY31-17104" fmla="*/ 301 h 5728"/>
                    <a:gd name="connsiteX32-17105" fmla="*/ 5621 w 6642"/>
                    <a:gd name="connsiteY32-17106" fmla="*/ 366 h 5728"/>
                    <a:gd name="connsiteX33-17107" fmla="*/ 5641 w 6642"/>
                    <a:gd name="connsiteY33-17108" fmla="*/ 255 h 5728"/>
                    <a:gd name="connsiteX34-17109" fmla="*/ 5775 w 6642"/>
                    <a:gd name="connsiteY34-17110" fmla="*/ 291 h 5728"/>
                    <a:gd name="connsiteX35-17111" fmla="*/ 5800 w 6642"/>
                    <a:gd name="connsiteY35-17112" fmla="*/ 331 h 5728"/>
                    <a:gd name="connsiteX36-17113" fmla="*/ 5876 w 6642"/>
                    <a:gd name="connsiteY36-17114" fmla="*/ 562 h 5728"/>
                    <a:gd name="connsiteX37-17115" fmla="*/ 5911 w 6642"/>
                    <a:gd name="connsiteY37-17116" fmla="*/ 586 h 5728"/>
                    <a:gd name="connsiteX38-17117" fmla="*/ 6003 w 6642"/>
                    <a:gd name="connsiteY38-17118" fmla="*/ 578 h 5728"/>
                    <a:gd name="connsiteX39-17119" fmla="*/ 6263 w 6642"/>
                    <a:gd name="connsiteY39-17120" fmla="*/ 490 h 5728"/>
                    <a:gd name="connsiteX40-17121" fmla="*/ 6483 w 6642"/>
                    <a:gd name="connsiteY40-17122" fmla="*/ 479 h 5728"/>
                    <a:gd name="connsiteX41-17123" fmla="*/ 6543 w 6642"/>
                    <a:gd name="connsiteY41-17124" fmla="*/ 648 h 5728"/>
                    <a:gd name="connsiteX42-17125" fmla="*/ 6461 w 6642"/>
                    <a:gd name="connsiteY42-17126" fmla="*/ 944 h 5728"/>
                    <a:gd name="connsiteX43-17127" fmla="*/ 6461 w 6642"/>
                    <a:gd name="connsiteY43-17128" fmla="*/ 1022 h 5728"/>
                    <a:gd name="connsiteX44-17129" fmla="*/ 6530 w 6642"/>
                    <a:gd name="connsiteY44-17130" fmla="*/ 1168 h 5728"/>
                    <a:gd name="connsiteX45-17131" fmla="*/ 6545 w 6642"/>
                    <a:gd name="connsiteY45-17132" fmla="*/ 1427 h 5728"/>
                    <a:gd name="connsiteX46-17133" fmla="*/ 6547 w 6642"/>
                    <a:gd name="connsiteY46-17134" fmla="*/ 1617 h 5728"/>
                    <a:gd name="connsiteX47-17135" fmla="*/ 6480 w 6642"/>
                    <a:gd name="connsiteY47-17136" fmla="*/ 1625 h 5728"/>
                    <a:gd name="connsiteX48-17137" fmla="*/ 6458 w 6642"/>
                    <a:gd name="connsiteY48-17138" fmla="*/ 1507 h 5728"/>
                    <a:gd name="connsiteX49-17139" fmla="*/ 6423 w 6642"/>
                    <a:gd name="connsiteY49-17140" fmla="*/ 1450 h 5728"/>
                    <a:gd name="connsiteX50-17141" fmla="*/ 6333 w 6642"/>
                    <a:gd name="connsiteY50-17142" fmla="*/ 1582 h 5728"/>
                    <a:gd name="connsiteX51-17143" fmla="*/ 6220 w 6642"/>
                    <a:gd name="connsiteY51-17144" fmla="*/ 1776 h 5728"/>
                    <a:gd name="connsiteX52-17145" fmla="*/ 6101 w 6642"/>
                    <a:gd name="connsiteY52-17146" fmla="*/ 1904 h 5728"/>
                    <a:gd name="connsiteX53-17147" fmla="*/ 6094 w 6642"/>
                    <a:gd name="connsiteY53-17148" fmla="*/ 2018 h 5728"/>
                    <a:gd name="connsiteX54-17149" fmla="*/ 6154 w 6642"/>
                    <a:gd name="connsiteY54-17150" fmla="*/ 2115 h 5728"/>
                    <a:gd name="connsiteX55-17151" fmla="*/ 6256 w 6642"/>
                    <a:gd name="connsiteY55-17152" fmla="*/ 2183 h 5728"/>
                    <a:gd name="connsiteX56-17153" fmla="*/ 6333 w 6642"/>
                    <a:gd name="connsiteY56-17154" fmla="*/ 2178 h 5728"/>
                    <a:gd name="connsiteX57-17155" fmla="*/ 6378 w 6642"/>
                    <a:gd name="connsiteY57-17156" fmla="*/ 2104 h 5728"/>
                    <a:gd name="connsiteX58-17157" fmla="*/ 6412 w 6642"/>
                    <a:gd name="connsiteY58-17158" fmla="*/ 2210 h 5728"/>
                    <a:gd name="connsiteX59-17159" fmla="*/ 6300 w 6642"/>
                    <a:gd name="connsiteY59-17160" fmla="*/ 2249 h 5728"/>
                    <a:gd name="connsiteX60-17161" fmla="*/ 6347 w 6642"/>
                    <a:gd name="connsiteY60-17162" fmla="*/ 2362 h 5728"/>
                    <a:gd name="connsiteX61-17163" fmla="*/ 6212 w 6642"/>
                    <a:gd name="connsiteY61-17164" fmla="*/ 2509 h 5728"/>
                    <a:gd name="connsiteX62-17165" fmla="*/ 6171 w 6642"/>
                    <a:gd name="connsiteY62-17166" fmla="*/ 2498 h 5728"/>
                    <a:gd name="connsiteX63-17167" fmla="*/ 6047 w 6642"/>
                    <a:gd name="connsiteY63-17168" fmla="*/ 2413 h 5728"/>
                    <a:gd name="connsiteX64-17169" fmla="*/ 5992 w 6642"/>
                    <a:gd name="connsiteY64-17170" fmla="*/ 2412 h 5728"/>
                    <a:gd name="connsiteX65-17171" fmla="*/ 5957 w 6642"/>
                    <a:gd name="connsiteY65-17172" fmla="*/ 2480 h 5728"/>
                    <a:gd name="connsiteX66-17173" fmla="*/ 5960 w 6642"/>
                    <a:gd name="connsiteY66-17174" fmla="*/ 2562 h 5728"/>
                    <a:gd name="connsiteX67-17175" fmla="*/ 6138 w 6642"/>
                    <a:gd name="connsiteY67-17176" fmla="*/ 2730 h 5728"/>
                    <a:gd name="connsiteX68-17177" fmla="*/ 6137 w 6642"/>
                    <a:gd name="connsiteY68-17178" fmla="*/ 2844 h 5728"/>
                    <a:gd name="connsiteX69-17179" fmla="*/ 6228 w 6642"/>
                    <a:gd name="connsiteY69-17180" fmla="*/ 3060 h 5728"/>
                    <a:gd name="connsiteX70-17181" fmla="*/ 6254 w 6642"/>
                    <a:gd name="connsiteY70-17182" fmla="*/ 3090 h 5728"/>
                    <a:gd name="connsiteX71-17183" fmla="*/ 6298 w 6642"/>
                    <a:gd name="connsiteY71-17184" fmla="*/ 3094 h 5728"/>
                    <a:gd name="connsiteX72-17185" fmla="*/ 6344 w 6642"/>
                    <a:gd name="connsiteY72-17186" fmla="*/ 3010 h 5728"/>
                    <a:gd name="connsiteX73-17187" fmla="*/ 6424 w 6642"/>
                    <a:gd name="connsiteY73-17188" fmla="*/ 2950 h 5728"/>
                    <a:gd name="connsiteX74-17189" fmla="*/ 6519 w 6642"/>
                    <a:gd name="connsiteY74-17190" fmla="*/ 3126 h 5728"/>
                    <a:gd name="connsiteX75-17191" fmla="*/ 6629 w 6642"/>
                    <a:gd name="connsiteY75-17192" fmla="*/ 3312 h 5728"/>
                    <a:gd name="connsiteX76-17193" fmla="*/ 6642 w 6642"/>
                    <a:gd name="connsiteY76-17194" fmla="*/ 3342 h 5728"/>
                    <a:gd name="connsiteX77-17195" fmla="*/ 6631 w 6642"/>
                    <a:gd name="connsiteY77-17196" fmla="*/ 3518 h 5728"/>
                    <a:gd name="connsiteX78-17197" fmla="*/ 6596 w 6642"/>
                    <a:gd name="connsiteY78-17198" fmla="*/ 3554 h 5728"/>
                    <a:gd name="connsiteX79-17199" fmla="*/ 6507 w 6642"/>
                    <a:gd name="connsiteY79-17200" fmla="*/ 3515 h 5728"/>
                    <a:gd name="connsiteX80-17201" fmla="*/ 6273 w 6642"/>
                    <a:gd name="connsiteY80-17202" fmla="*/ 3644 h 5728"/>
                    <a:gd name="connsiteX81-17203" fmla="*/ 6247 w 6642"/>
                    <a:gd name="connsiteY81-17204" fmla="*/ 3666 h 5728"/>
                    <a:gd name="connsiteX82-17205" fmla="*/ 6067 w 6642"/>
                    <a:gd name="connsiteY82-17206" fmla="*/ 3812 h 5728"/>
                    <a:gd name="connsiteX83-17207" fmla="*/ 5926 w 6642"/>
                    <a:gd name="connsiteY83-17208" fmla="*/ 3926 h 5728"/>
                    <a:gd name="connsiteX84-17209" fmla="*/ 5891 w 6642"/>
                    <a:gd name="connsiteY84-17210" fmla="*/ 3965 h 5728"/>
                    <a:gd name="connsiteX85-17211" fmla="*/ 5839 w 6642"/>
                    <a:gd name="connsiteY85-17212" fmla="*/ 3973 h 5728"/>
                    <a:gd name="connsiteX86-17213" fmla="*/ 5782 w 6642"/>
                    <a:gd name="connsiteY86-17214" fmla="*/ 3916 h 5728"/>
                    <a:gd name="connsiteX87-17215" fmla="*/ 5658 w 6642"/>
                    <a:gd name="connsiteY87-17216" fmla="*/ 3808 h 5728"/>
                    <a:gd name="connsiteX88-17217" fmla="*/ 5682 w 6642"/>
                    <a:gd name="connsiteY88-17218" fmla="*/ 4064 h 5728"/>
                    <a:gd name="connsiteX89-17219" fmla="*/ 5691 w 6642"/>
                    <a:gd name="connsiteY89-17220" fmla="*/ 4192 h 5728"/>
                    <a:gd name="connsiteX90-17221" fmla="*/ 5429 w 6642"/>
                    <a:gd name="connsiteY90-17222" fmla="*/ 4166 h 5728"/>
                    <a:gd name="connsiteX91-17223" fmla="*/ 5347 w 6642"/>
                    <a:gd name="connsiteY91-17224" fmla="*/ 3987 h 5728"/>
                    <a:gd name="connsiteX92-17225" fmla="*/ 5265 w 6642"/>
                    <a:gd name="connsiteY92-17226" fmla="*/ 3802 h 5728"/>
                    <a:gd name="connsiteX93-17227" fmla="*/ 4290 w 6642"/>
                    <a:gd name="connsiteY93-17228" fmla="*/ 4504 h 5728"/>
                    <a:gd name="connsiteX94-17229" fmla="*/ 4293 w 6642"/>
                    <a:gd name="connsiteY94-17230" fmla="*/ 4556 h 5728"/>
                    <a:gd name="connsiteX95-17231" fmla="*/ 4257 w 6642"/>
                    <a:gd name="connsiteY95-17232" fmla="*/ 4614 h 5728"/>
                    <a:gd name="connsiteX96-17233" fmla="*/ 3992 w 6642"/>
                    <a:gd name="connsiteY96-17234" fmla="*/ 4680 h 5728"/>
                    <a:gd name="connsiteX97-17235" fmla="*/ 3857 w 6642"/>
                    <a:gd name="connsiteY97-17236" fmla="*/ 4739 h 5728"/>
                    <a:gd name="connsiteX98-17237" fmla="*/ 3815 w 6642"/>
                    <a:gd name="connsiteY98-17238" fmla="*/ 4777 h 5728"/>
                    <a:gd name="connsiteX99-17239" fmla="*/ 3616 w 6642"/>
                    <a:gd name="connsiteY99-17240" fmla="*/ 5021 h 5728"/>
                    <a:gd name="connsiteX100-17241" fmla="*/ 3543 w 6642"/>
                    <a:gd name="connsiteY100-17242" fmla="*/ 4970 h 5728"/>
                    <a:gd name="connsiteX101-17243" fmla="*/ 3460 w 6642"/>
                    <a:gd name="connsiteY101-17244" fmla="*/ 4971 h 5728"/>
                    <a:gd name="connsiteX102-17245" fmla="*/ 3424 w 6642"/>
                    <a:gd name="connsiteY102-17246" fmla="*/ 5045 h 5728"/>
                    <a:gd name="connsiteX103-17247" fmla="*/ 3313 w 6642"/>
                    <a:gd name="connsiteY103-17248" fmla="*/ 5000 h 5728"/>
                    <a:gd name="connsiteX104-17249" fmla="*/ 3235 w 6642"/>
                    <a:gd name="connsiteY104-17250" fmla="*/ 5109 h 5728"/>
                    <a:gd name="connsiteX105-17251" fmla="*/ 3013 w 6642"/>
                    <a:gd name="connsiteY105-17252" fmla="*/ 5349 h 5728"/>
                    <a:gd name="connsiteX106-17253" fmla="*/ 2993 w 6642"/>
                    <a:gd name="connsiteY106-17254" fmla="*/ 5516 h 5728"/>
                    <a:gd name="connsiteX107-17255" fmla="*/ 2976 w 6642"/>
                    <a:gd name="connsiteY107-17256" fmla="*/ 5659 h 5728"/>
                    <a:gd name="connsiteX108-17257" fmla="*/ 2960 w 6642"/>
                    <a:gd name="connsiteY108-17258" fmla="*/ 5669 h 5728"/>
                    <a:gd name="connsiteX109-17259" fmla="*/ 2638 w 6642"/>
                    <a:gd name="connsiteY109-17260" fmla="*/ 5621 h 5728"/>
                    <a:gd name="connsiteX110-17261" fmla="*/ 2536 w 6642"/>
                    <a:gd name="connsiteY110-17262" fmla="*/ 5566 h 5728"/>
                    <a:gd name="connsiteX111-17263" fmla="*/ 2482 w 6642"/>
                    <a:gd name="connsiteY111-17264" fmla="*/ 5503 h 5728"/>
                    <a:gd name="connsiteX112-17265" fmla="*/ 2377 w 6642"/>
                    <a:gd name="connsiteY112-17266" fmla="*/ 5477 h 5728"/>
                    <a:gd name="connsiteX113-17267" fmla="*/ 2377 w 6642"/>
                    <a:gd name="connsiteY113-17268" fmla="*/ 5379 h 5728"/>
                    <a:gd name="connsiteX114-17269" fmla="*/ 2481 w 6642"/>
                    <a:gd name="connsiteY114-17270" fmla="*/ 5149 h 5728"/>
                    <a:gd name="connsiteX115-17271" fmla="*/ 2341 w 6642"/>
                    <a:gd name="connsiteY115-17272" fmla="*/ 5070 h 5728"/>
                    <a:gd name="connsiteX116-17273" fmla="*/ 2299 w 6642"/>
                    <a:gd name="connsiteY116-17274" fmla="*/ 5095 h 5728"/>
                    <a:gd name="connsiteX117-17275" fmla="*/ 2209 w 6642"/>
                    <a:gd name="connsiteY117-17276" fmla="*/ 5214 h 5728"/>
                    <a:gd name="connsiteX118-17277" fmla="*/ 2177 w 6642"/>
                    <a:gd name="connsiteY118-17278" fmla="*/ 5276 h 5728"/>
                    <a:gd name="connsiteX119-17279" fmla="*/ 2115 w 6642"/>
                    <a:gd name="connsiteY119-17280" fmla="*/ 5386 h 5728"/>
                    <a:gd name="connsiteX120-17281" fmla="*/ 2121 w 6642"/>
                    <a:gd name="connsiteY120-17282" fmla="*/ 5510 h 5728"/>
                    <a:gd name="connsiteX121-17283" fmla="*/ 2082 w 6642"/>
                    <a:gd name="connsiteY121-17284" fmla="*/ 5558 h 5728"/>
                    <a:gd name="connsiteX122-17285" fmla="*/ 1951 w 6642"/>
                    <a:gd name="connsiteY122-17286" fmla="*/ 5617 h 5728"/>
                    <a:gd name="connsiteX123-17287" fmla="*/ 1785 w 6642"/>
                    <a:gd name="connsiteY123-17288" fmla="*/ 5649 h 5728"/>
                    <a:gd name="connsiteX124-17289" fmla="*/ 1682 w 6642"/>
                    <a:gd name="connsiteY124-17290" fmla="*/ 5728 h 5728"/>
                    <a:gd name="connsiteX125-17291" fmla="*/ 1568 w 6642"/>
                    <a:gd name="connsiteY125-17292" fmla="*/ 5611 h 5728"/>
                    <a:gd name="connsiteX126-17293" fmla="*/ 1508 w 6642"/>
                    <a:gd name="connsiteY126-17294" fmla="*/ 5485 h 5728"/>
                    <a:gd name="connsiteX127-17295" fmla="*/ 1630 w 6642"/>
                    <a:gd name="connsiteY127-17296" fmla="*/ 5242 h 5728"/>
                    <a:gd name="connsiteX128-17297" fmla="*/ 1685 w 6642"/>
                    <a:gd name="connsiteY128-17298" fmla="*/ 5195 h 5728"/>
                    <a:gd name="connsiteX129-17299" fmla="*/ 1730 w 6642"/>
                    <a:gd name="connsiteY129-17300" fmla="*/ 5120 h 5728"/>
                    <a:gd name="connsiteX130-17301" fmla="*/ 1727 w 6642"/>
                    <a:gd name="connsiteY130-17302" fmla="*/ 5071 h 5728"/>
                    <a:gd name="connsiteX131-17303" fmla="*/ 1530 w 6642"/>
                    <a:gd name="connsiteY131-17304" fmla="*/ 5007 h 5728"/>
                    <a:gd name="connsiteX132-17305" fmla="*/ 1459 w 6642"/>
                    <a:gd name="connsiteY132-17306" fmla="*/ 5064 h 5728"/>
                    <a:gd name="connsiteX133-17307" fmla="*/ 1353 w 6642"/>
                    <a:gd name="connsiteY133-17308" fmla="*/ 5111 h 5728"/>
                    <a:gd name="connsiteX134-17309" fmla="*/ 1290 w 6642"/>
                    <a:gd name="connsiteY134-17310" fmla="*/ 5063 h 5728"/>
                    <a:gd name="connsiteX135-17311" fmla="*/ 1052 w 6642"/>
                    <a:gd name="connsiteY135-17312" fmla="*/ 5254 h 5728"/>
                    <a:gd name="connsiteX136-17313" fmla="*/ 924 w 6642"/>
                    <a:gd name="connsiteY136-17314" fmla="*/ 5231 h 5728"/>
                    <a:gd name="connsiteX137-17315" fmla="*/ 813 w 6642"/>
                    <a:gd name="connsiteY137-17316" fmla="*/ 5097 h 5728"/>
                    <a:gd name="connsiteX138-17317" fmla="*/ 683 w 6642"/>
                    <a:gd name="connsiteY138-17318" fmla="*/ 4930 h 5728"/>
                    <a:gd name="connsiteX139-17319" fmla="*/ 572 w 6642"/>
                    <a:gd name="connsiteY139-17320" fmla="*/ 4806 h 5728"/>
                    <a:gd name="connsiteX140-17321" fmla="*/ 505 w 6642"/>
                    <a:gd name="connsiteY140-17322" fmla="*/ 4788 h 5728"/>
                    <a:gd name="connsiteX141-17323" fmla="*/ 640 w 6642"/>
                    <a:gd name="connsiteY141-17324" fmla="*/ 4631 h 5728"/>
                    <a:gd name="connsiteX142-17325" fmla="*/ 683 w 6642"/>
                    <a:gd name="connsiteY142-17326" fmla="*/ 4541 h 5728"/>
                    <a:gd name="connsiteX143-17327" fmla="*/ 651 w 6642"/>
                    <a:gd name="connsiteY143-17328" fmla="*/ 4438 h 5728"/>
                    <a:gd name="connsiteX144-17329" fmla="*/ 277 w 6642"/>
                    <a:gd name="connsiteY144-17330" fmla="*/ 4491 h 5728"/>
                    <a:gd name="connsiteX145-17331" fmla="*/ 187 w 6642"/>
                    <a:gd name="connsiteY145-17332" fmla="*/ 4518 h 5728"/>
                    <a:gd name="connsiteX146-17333" fmla="*/ 195 w 6642"/>
                    <a:gd name="connsiteY146-17334" fmla="*/ 4384 h 5728"/>
                    <a:gd name="connsiteX147-17335" fmla="*/ 147 w 6642"/>
                    <a:gd name="connsiteY147-17336" fmla="*/ 4318 h 5728"/>
                    <a:gd name="connsiteX148-17337" fmla="*/ 39 w 6642"/>
                    <a:gd name="connsiteY148-17338" fmla="*/ 4220 h 5728"/>
                    <a:gd name="connsiteX149-17339" fmla="*/ 75 w 6642"/>
                    <a:gd name="connsiteY149-17340" fmla="*/ 4093 h 5728"/>
                    <a:gd name="connsiteX150-17341" fmla="*/ 63 w 6642"/>
                    <a:gd name="connsiteY150-17342" fmla="*/ 3929 h 5728"/>
                    <a:gd name="connsiteX151-17343" fmla="*/ 0 w 6642"/>
                    <a:gd name="connsiteY151-17344" fmla="*/ 3842 h 5728"/>
                    <a:gd name="connsiteX152-17345" fmla="*/ 0 w 6642"/>
                    <a:gd name="connsiteY152-17346" fmla="*/ 3737 h 5728"/>
                    <a:gd name="connsiteX0-17347" fmla="*/ 5456 w 6642"/>
                    <a:gd name="connsiteY0-17348" fmla="*/ 2333 h 5728"/>
                    <a:gd name="connsiteX1-17349" fmla="*/ 5454 w 6642"/>
                    <a:gd name="connsiteY1-17350" fmla="*/ 2117 h 5728"/>
                    <a:gd name="connsiteX2-17351" fmla="*/ 5378 w 6642"/>
                    <a:gd name="connsiteY2-17352" fmla="*/ 2039 h 5728"/>
                    <a:gd name="connsiteX3-17353" fmla="*/ 5235 w 6642"/>
                    <a:gd name="connsiteY3-17354" fmla="*/ 1951 h 5728"/>
                    <a:gd name="connsiteX4-17355" fmla="*/ 5143 w 6642"/>
                    <a:gd name="connsiteY4-17356" fmla="*/ 1827 h 5728"/>
                    <a:gd name="connsiteX5-17357" fmla="*/ 5047 w 6642"/>
                    <a:gd name="connsiteY5-17358" fmla="*/ 1828 h 5728"/>
                    <a:gd name="connsiteX6-17359" fmla="*/ 5002 w 6642"/>
                    <a:gd name="connsiteY6-17360" fmla="*/ 1883 h 5728"/>
                    <a:gd name="connsiteX7-17361" fmla="*/ 4909 w 6642"/>
                    <a:gd name="connsiteY7-17362" fmla="*/ 1877 h 5728"/>
                    <a:gd name="connsiteX8-17363" fmla="*/ 4889 w 6642"/>
                    <a:gd name="connsiteY8-17364" fmla="*/ 1994 h 5728"/>
                    <a:gd name="connsiteX9-17365" fmla="*/ 4708 w 6642"/>
                    <a:gd name="connsiteY9-17366" fmla="*/ 1941 h 5728"/>
                    <a:gd name="connsiteX10-17367" fmla="*/ 4625 w 6642"/>
                    <a:gd name="connsiteY10-17368" fmla="*/ 1939 h 5728"/>
                    <a:gd name="connsiteX11-17369" fmla="*/ 4500 w 6642"/>
                    <a:gd name="connsiteY11-17370" fmla="*/ 2014 h 5728"/>
                    <a:gd name="connsiteX12-17371" fmla="*/ 4388 w 6642"/>
                    <a:gd name="connsiteY12-17372" fmla="*/ 1890 h 5728"/>
                    <a:gd name="connsiteX13-17373" fmla="*/ 4482 w 6642"/>
                    <a:gd name="connsiteY13-17374" fmla="*/ 1804 h 5728"/>
                    <a:gd name="connsiteX14-17375" fmla="*/ 4486 w 6642"/>
                    <a:gd name="connsiteY14-17376" fmla="*/ 1634 h 5728"/>
                    <a:gd name="connsiteX15-17377" fmla="*/ 4541 w 6642"/>
                    <a:gd name="connsiteY15-17378" fmla="*/ 1514 h 5728"/>
                    <a:gd name="connsiteX16-17379" fmla="*/ 4584 w 6642"/>
                    <a:gd name="connsiteY16-17380" fmla="*/ 1306 h 5728"/>
                    <a:gd name="connsiteX17-17381" fmla="*/ 4644 w 6642"/>
                    <a:gd name="connsiteY17-17382" fmla="*/ 1307 h 5728"/>
                    <a:gd name="connsiteX18-17383" fmla="*/ 4967 w 6642"/>
                    <a:gd name="connsiteY18-17384" fmla="*/ 1286 h 5728"/>
                    <a:gd name="connsiteX19-17385" fmla="*/ 5141 w 6642"/>
                    <a:gd name="connsiteY19-17386" fmla="*/ 1117 h 5728"/>
                    <a:gd name="connsiteX20-17387" fmla="*/ 5210 w 6642"/>
                    <a:gd name="connsiteY20-17388" fmla="*/ 748 h 5728"/>
                    <a:gd name="connsiteX21-17389" fmla="*/ 5320 w 6642"/>
                    <a:gd name="connsiteY21-17390" fmla="*/ 486 h 5728"/>
                    <a:gd name="connsiteX22-17391" fmla="*/ 5318 w 6642"/>
                    <a:gd name="connsiteY22-17392" fmla="*/ 358 h 5728"/>
                    <a:gd name="connsiteX23-17393" fmla="*/ 5305 w 6642"/>
                    <a:gd name="connsiteY23-17394" fmla="*/ 328 h 5728"/>
                    <a:gd name="connsiteX24-17395" fmla="*/ 5238 w 6642"/>
                    <a:gd name="connsiteY24-17396" fmla="*/ 251 h 5728"/>
                    <a:gd name="connsiteX25-17397" fmla="*/ 5178 w 6642"/>
                    <a:gd name="connsiteY25-17398" fmla="*/ 217 h 5728"/>
                    <a:gd name="connsiteX26-17399" fmla="*/ 5303 w 6642"/>
                    <a:gd name="connsiteY26-17400" fmla="*/ 56 h 5728"/>
                    <a:gd name="connsiteX27-17401" fmla="*/ 5476 w 6642"/>
                    <a:gd name="connsiteY27-17402" fmla="*/ 2 h 5728"/>
                    <a:gd name="connsiteX28-17403" fmla="*/ 5508 w 6642"/>
                    <a:gd name="connsiteY28-17404" fmla="*/ 49 h 5728"/>
                    <a:gd name="connsiteX29-17405" fmla="*/ 5498 w 6642"/>
                    <a:gd name="connsiteY29-17406" fmla="*/ 133 h 5728"/>
                    <a:gd name="connsiteX30-17407" fmla="*/ 5437 w 6642"/>
                    <a:gd name="connsiteY30-17408" fmla="*/ 243 h 5728"/>
                    <a:gd name="connsiteX31-17409" fmla="*/ 5507 w 6642"/>
                    <a:gd name="connsiteY31-17410" fmla="*/ 301 h 5728"/>
                    <a:gd name="connsiteX32-17411" fmla="*/ 5621 w 6642"/>
                    <a:gd name="connsiteY32-17412" fmla="*/ 366 h 5728"/>
                    <a:gd name="connsiteX33-17413" fmla="*/ 5641 w 6642"/>
                    <a:gd name="connsiteY33-17414" fmla="*/ 255 h 5728"/>
                    <a:gd name="connsiteX34-17415" fmla="*/ 5775 w 6642"/>
                    <a:gd name="connsiteY34-17416" fmla="*/ 291 h 5728"/>
                    <a:gd name="connsiteX35-17417" fmla="*/ 5800 w 6642"/>
                    <a:gd name="connsiteY35-17418" fmla="*/ 331 h 5728"/>
                    <a:gd name="connsiteX36-17419" fmla="*/ 5876 w 6642"/>
                    <a:gd name="connsiteY36-17420" fmla="*/ 562 h 5728"/>
                    <a:gd name="connsiteX37-17421" fmla="*/ 5911 w 6642"/>
                    <a:gd name="connsiteY37-17422" fmla="*/ 586 h 5728"/>
                    <a:gd name="connsiteX38-17423" fmla="*/ 6003 w 6642"/>
                    <a:gd name="connsiteY38-17424" fmla="*/ 578 h 5728"/>
                    <a:gd name="connsiteX39-17425" fmla="*/ 6263 w 6642"/>
                    <a:gd name="connsiteY39-17426" fmla="*/ 490 h 5728"/>
                    <a:gd name="connsiteX40-17427" fmla="*/ 6483 w 6642"/>
                    <a:gd name="connsiteY40-17428" fmla="*/ 479 h 5728"/>
                    <a:gd name="connsiteX41-17429" fmla="*/ 6543 w 6642"/>
                    <a:gd name="connsiteY41-17430" fmla="*/ 648 h 5728"/>
                    <a:gd name="connsiteX42-17431" fmla="*/ 6461 w 6642"/>
                    <a:gd name="connsiteY42-17432" fmla="*/ 944 h 5728"/>
                    <a:gd name="connsiteX43-17433" fmla="*/ 6461 w 6642"/>
                    <a:gd name="connsiteY43-17434" fmla="*/ 1022 h 5728"/>
                    <a:gd name="connsiteX44-17435" fmla="*/ 6530 w 6642"/>
                    <a:gd name="connsiteY44-17436" fmla="*/ 1168 h 5728"/>
                    <a:gd name="connsiteX45-17437" fmla="*/ 6545 w 6642"/>
                    <a:gd name="connsiteY45-17438" fmla="*/ 1427 h 5728"/>
                    <a:gd name="connsiteX46-17439" fmla="*/ 6547 w 6642"/>
                    <a:gd name="connsiteY46-17440" fmla="*/ 1617 h 5728"/>
                    <a:gd name="connsiteX47-17441" fmla="*/ 6480 w 6642"/>
                    <a:gd name="connsiteY47-17442" fmla="*/ 1625 h 5728"/>
                    <a:gd name="connsiteX48-17443" fmla="*/ 6458 w 6642"/>
                    <a:gd name="connsiteY48-17444" fmla="*/ 1507 h 5728"/>
                    <a:gd name="connsiteX49-17445" fmla="*/ 6423 w 6642"/>
                    <a:gd name="connsiteY49-17446" fmla="*/ 1450 h 5728"/>
                    <a:gd name="connsiteX50-17447" fmla="*/ 6333 w 6642"/>
                    <a:gd name="connsiteY50-17448" fmla="*/ 1582 h 5728"/>
                    <a:gd name="connsiteX51-17449" fmla="*/ 6220 w 6642"/>
                    <a:gd name="connsiteY51-17450" fmla="*/ 1776 h 5728"/>
                    <a:gd name="connsiteX52-17451" fmla="*/ 6101 w 6642"/>
                    <a:gd name="connsiteY52-17452" fmla="*/ 1904 h 5728"/>
                    <a:gd name="connsiteX53-17453" fmla="*/ 6094 w 6642"/>
                    <a:gd name="connsiteY53-17454" fmla="*/ 2018 h 5728"/>
                    <a:gd name="connsiteX54-17455" fmla="*/ 6154 w 6642"/>
                    <a:gd name="connsiteY54-17456" fmla="*/ 2115 h 5728"/>
                    <a:gd name="connsiteX55-17457" fmla="*/ 6256 w 6642"/>
                    <a:gd name="connsiteY55-17458" fmla="*/ 2183 h 5728"/>
                    <a:gd name="connsiteX56-17459" fmla="*/ 6333 w 6642"/>
                    <a:gd name="connsiteY56-17460" fmla="*/ 2178 h 5728"/>
                    <a:gd name="connsiteX57-17461" fmla="*/ 6378 w 6642"/>
                    <a:gd name="connsiteY57-17462" fmla="*/ 2104 h 5728"/>
                    <a:gd name="connsiteX58-17463" fmla="*/ 6412 w 6642"/>
                    <a:gd name="connsiteY58-17464" fmla="*/ 2210 h 5728"/>
                    <a:gd name="connsiteX59-17465" fmla="*/ 6300 w 6642"/>
                    <a:gd name="connsiteY59-17466" fmla="*/ 2249 h 5728"/>
                    <a:gd name="connsiteX60-17467" fmla="*/ 6347 w 6642"/>
                    <a:gd name="connsiteY60-17468" fmla="*/ 2362 h 5728"/>
                    <a:gd name="connsiteX61-17469" fmla="*/ 6212 w 6642"/>
                    <a:gd name="connsiteY61-17470" fmla="*/ 2509 h 5728"/>
                    <a:gd name="connsiteX62-17471" fmla="*/ 6171 w 6642"/>
                    <a:gd name="connsiteY62-17472" fmla="*/ 2498 h 5728"/>
                    <a:gd name="connsiteX63-17473" fmla="*/ 6047 w 6642"/>
                    <a:gd name="connsiteY63-17474" fmla="*/ 2413 h 5728"/>
                    <a:gd name="connsiteX64-17475" fmla="*/ 5992 w 6642"/>
                    <a:gd name="connsiteY64-17476" fmla="*/ 2412 h 5728"/>
                    <a:gd name="connsiteX65-17477" fmla="*/ 5957 w 6642"/>
                    <a:gd name="connsiteY65-17478" fmla="*/ 2480 h 5728"/>
                    <a:gd name="connsiteX66-17479" fmla="*/ 5960 w 6642"/>
                    <a:gd name="connsiteY66-17480" fmla="*/ 2562 h 5728"/>
                    <a:gd name="connsiteX67-17481" fmla="*/ 6138 w 6642"/>
                    <a:gd name="connsiteY67-17482" fmla="*/ 2730 h 5728"/>
                    <a:gd name="connsiteX68-17483" fmla="*/ 6137 w 6642"/>
                    <a:gd name="connsiteY68-17484" fmla="*/ 2844 h 5728"/>
                    <a:gd name="connsiteX69-17485" fmla="*/ 6228 w 6642"/>
                    <a:gd name="connsiteY69-17486" fmla="*/ 3060 h 5728"/>
                    <a:gd name="connsiteX70-17487" fmla="*/ 6254 w 6642"/>
                    <a:gd name="connsiteY70-17488" fmla="*/ 3090 h 5728"/>
                    <a:gd name="connsiteX71-17489" fmla="*/ 6298 w 6642"/>
                    <a:gd name="connsiteY71-17490" fmla="*/ 3094 h 5728"/>
                    <a:gd name="connsiteX72-17491" fmla="*/ 6344 w 6642"/>
                    <a:gd name="connsiteY72-17492" fmla="*/ 3010 h 5728"/>
                    <a:gd name="connsiteX73-17493" fmla="*/ 6424 w 6642"/>
                    <a:gd name="connsiteY73-17494" fmla="*/ 2950 h 5728"/>
                    <a:gd name="connsiteX74-17495" fmla="*/ 6519 w 6642"/>
                    <a:gd name="connsiteY74-17496" fmla="*/ 3126 h 5728"/>
                    <a:gd name="connsiteX75-17497" fmla="*/ 6629 w 6642"/>
                    <a:gd name="connsiteY75-17498" fmla="*/ 3312 h 5728"/>
                    <a:gd name="connsiteX76-17499" fmla="*/ 6642 w 6642"/>
                    <a:gd name="connsiteY76-17500" fmla="*/ 3342 h 5728"/>
                    <a:gd name="connsiteX77-17501" fmla="*/ 6631 w 6642"/>
                    <a:gd name="connsiteY77-17502" fmla="*/ 3518 h 5728"/>
                    <a:gd name="connsiteX78-17503" fmla="*/ 6596 w 6642"/>
                    <a:gd name="connsiteY78-17504" fmla="*/ 3554 h 5728"/>
                    <a:gd name="connsiteX79-17505" fmla="*/ 6507 w 6642"/>
                    <a:gd name="connsiteY79-17506" fmla="*/ 3515 h 5728"/>
                    <a:gd name="connsiteX80-17507" fmla="*/ 6273 w 6642"/>
                    <a:gd name="connsiteY80-17508" fmla="*/ 3644 h 5728"/>
                    <a:gd name="connsiteX81-17509" fmla="*/ 6247 w 6642"/>
                    <a:gd name="connsiteY81-17510" fmla="*/ 3666 h 5728"/>
                    <a:gd name="connsiteX82-17511" fmla="*/ 6067 w 6642"/>
                    <a:gd name="connsiteY82-17512" fmla="*/ 3812 h 5728"/>
                    <a:gd name="connsiteX83-17513" fmla="*/ 5926 w 6642"/>
                    <a:gd name="connsiteY83-17514" fmla="*/ 3926 h 5728"/>
                    <a:gd name="connsiteX84-17515" fmla="*/ 5891 w 6642"/>
                    <a:gd name="connsiteY84-17516" fmla="*/ 3965 h 5728"/>
                    <a:gd name="connsiteX85-17517" fmla="*/ 5839 w 6642"/>
                    <a:gd name="connsiteY85-17518" fmla="*/ 3973 h 5728"/>
                    <a:gd name="connsiteX86-17519" fmla="*/ 5782 w 6642"/>
                    <a:gd name="connsiteY86-17520" fmla="*/ 3916 h 5728"/>
                    <a:gd name="connsiteX87-17521" fmla="*/ 5658 w 6642"/>
                    <a:gd name="connsiteY87-17522" fmla="*/ 3808 h 5728"/>
                    <a:gd name="connsiteX88-17523" fmla="*/ 5682 w 6642"/>
                    <a:gd name="connsiteY88-17524" fmla="*/ 4064 h 5728"/>
                    <a:gd name="connsiteX89-17525" fmla="*/ 5691 w 6642"/>
                    <a:gd name="connsiteY89-17526" fmla="*/ 4192 h 5728"/>
                    <a:gd name="connsiteX90-17527" fmla="*/ 5429 w 6642"/>
                    <a:gd name="connsiteY90-17528" fmla="*/ 4166 h 5728"/>
                    <a:gd name="connsiteX91-17529" fmla="*/ 5347 w 6642"/>
                    <a:gd name="connsiteY91-17530" fmla="*/ 3987 h 5728"/>
                    <a:gd name="connsiteX92-17531" fmla="*/ 5265 w 6642"/>
                    <a:gd name="connsiteY92-17532" fmla="*/ 3802 h 5728"/>
                    <a:gd name="connsiteX93-17533" fmla="*/ 4290 w 6642"/>
                    <a:gd name="connsiteY93-17534" fmla="*/ 4504 h 5728"/>
                    <a:gd name="connsiteX94-17535" fmla="*/ 4293 w 6642"/>
                    <a:gd name="connsiteY94-17536" fmla="*/ 4556 h 5728"/>
                    <a:gd name="connsiteX95-17537" fmla="*/ 4257 w 6642"/>
                    <a:gd name="connsiteY95-17538" fmla="*/ 4614 h 5728"/>
                    <a:gd name="connsiteX96-17539" fmla="*/ 3992 w 6642"/>
                    <a:gd name="connsiteY96-17540" fmla="*/ 4680 h 5728"/>
                    <a:gd name="connsiteX97-17541" fmla="*/ 3857 w 6642"/>
                    <a:gd name="connsiteY97-17542" fmla="*/ 4739 h 5728"/>
                    <a:gd name="connsiteX98-17543" fmla="*/ 3815 w 6642"/>
                    <a:gd name="connsiteY98-17544" fmla="*/ 4777 h 5728"/>
                    <a:gd name="connsiteX99-17545" fmla="*/ 3616 w 6642"/>
                    <a:gd name="connsiteY99-17546" fmla="*/ 5021 h 5728"/>
                    <a:gd name="connsiteX100-17547" fmla="*/ 3543 w 6642"/>
                    <a:gd name="connsiteY100-17548" fmla="*/ 4970 h 5728"/>
                    <a:gd name="connsiteX101-17549" fmla="*/ 3460 w 6642"/>
                    <a:gd name="connsiteY101-17550" fmla="*/ 4971 h 5728"/>
                    <a:gd name="connsiteX102-17551" fmla="*/ 3424 w 6642"/>
                    <a:gd name="connsiteY102-17552" fmla="*/ 5045 h 5728"/>
                    <a:gd name="connsiteX103-17553" fmla="*/ 3313 w 6642"/>
                    <a:gd name="connsiteY103-17554" fmla="*/ 5000 h 5728"/>
                    <a:gd name="connsiteX104-17555" fmla="*/ 3235 w 6642"/>
                    <a:gd name="connsiteY104-17556" fmla="*/ 5109 h 5728"/>
                    <a:gd name="connsiteX105-17557" fmla="*/ 3013 w 6642"/>
                    <a:gd name="connsiteY105-17558" fmla="*/ 5349 h 5728"/>
                    <a:gd name="connsiteX106-17559" fmla="*/ 2993 w 6642"/>
                    <a:gd name="connsiteY106-17560" fmla="*/ 5516 h 5728"/>
                    <a:gd name="connsiteX107-17561" fmla="*/ 2976 w 6642"/>
                    <a:gd name="connsiteY107-17562" fmla="*/ 5659 h 5728"/>
                    <a:gd name="connsiteX108-17563" fmla="*/ 2960 w 6642"/>
                    <a:gd name="connsiteY108-17564" fmla="*/ 5669 h 5728"/>
                    <a:gd name="connsiteX109-17565" fmla="*/ 2638 w 6642"/>
                    <a:gd name="connsiteY109-17566" fmla="*/ 5621 h 5728"/>
                    <a:gd name="connsiteX110-17567" fmla="*/ 2536 w 6642"/>
                    <a:gd name="connsiteY110-17568" fmla="*/ 5566 h 5728"/>
                    <a:gd name="connsiteX111-17569" fmla="*/ 2482 w 6642"/>
                    <a:gd name="connsiteY111-17570" fmla="*/ 5503 h 5728"/>
                    <a:gd name="connsiteX112-17571" fmla="*/ 2377 w 6642"/>
                    <a:gd name="connsiteY112-17572" fmla="*/ 5477 h 5728"/>
                    <a:gd name="connsiteX113-17573" fmla="*/ 2377 w 6642"/>
                    <a:gd name="connsiteY113-17574" fmla="*/ 5379 h 5728"/>
                    <a:gd name="connsiteX114-17575" fmla="*/ 2481 w 6642"/>
                    <a:gd name="connsiteY114-17576" fmla="*/ 5149 h 5728"/>
                    <a:gd name="connsiteX115-17577" fmla="*/ 2341 w 6642"/>
                    <a:gd name="connsiteY115-17578" fmla="*/ 5070 h 5728"/>
                    <a:gd name="connsiteX116-17579" fmla="*/ 2299 w 6642"/>
                    <a:gd name="connsiteY116-17580" fmla="*/ 5095 h 5728"/>
                    <a:gd name="connsiteX117-17581" fmla="*/ 2209 w 6642"/>
                    <a:gd name="connsiteY117-17582" fmla="*/ 5214 h 5728"/>
                    <a:gd name="connsiteX118-17583" fmla="*/ 2177 w 6642"/>
                    <a:gd name="connsiteY118-17584" fmla="*/ 5276 h 5728"/>
                    <a:gd name="connsiteX119-17585" fmla="*/ 2115 w 6642"/>
                    <a:gd name="connsiteY119-17586" fmla="*/ 5386 h 5728"/>
                    <a:gd name="connsiteX120-17587" fmla="*/ 2121 w 6642"/>
                    <a:gd name="connsiteY120-17588" fmla="*/ 5510 h 5728"/>
                    <a:gd name="connsiteX121-17589" fmla="*/ 2082 w 6642"/>
                    <a:gd name="connsiteY121-17590" fmla="*/ 5558 h 5728"/>
                    <a:gd name="connsiteX122-17591" fmla="*/ 1951 w 6642"/>
                    <a:gd name="connsiteY122-17592" fmla="*/ 5617 h 5728"/>
                    <a:gd name="connsiteX123-17593" fmla="*/ 1785 w 6642"/>
                    <a:gd name="connsiteY123-17594" fmla="*/ 5649 h 5728"/>
                    <a:gd name="connsiteX124-17595" fmla="*/ 1682 w 6642"/>
                    <a:gd name="connsiteY124-17596" fmla="*/ 5728 h 5728"/>
                    <a:gd name="connsiteX125-17597" fmla="*/ 1568 w 6642"/>
                    <a:gd name="connsiteY125-17598" fmla="*/ 5611 h 5728"/>
                    <a:gd name="connsiteX126-17599" fmla="*/ 1508 w 6642"/>
                    <a:gd name="connsiteY126-17600" fmla="*/ 5485 h 5728"/>
                    <a:gd name="connsiteX127-17601" fmla="*/ 1630 w 6642"/>
                    <a:gd name="connsiteY127-17602" fmla="*/ 5242 h 5728"/>
                    <a:gd name="connsiteX128-17603" fmla="*/ 1685 w 6642"/>
                    <a:gd name="connsiteY128-17604" fmla="*/ 5195 h 5728"/>
                    <a:gd name="connsiteX129-17605" fmla="*/ 1730 w 6642"/>
                    <a:gd name="connsiteY129-17606" fmla="*/ 5120 h 5728"/>
                    <a:gd name="connsiteX130-17607" fmla="*/ 1727 w 6642"/>
                    <a:gd name="connsiteY130-17608" fmla="*/ 5071 h 5728"/>
                    <a:gd name="connsiteX131-17609" fmla="*/ 1530 w 6642"/>
                    <a:gd name="connsiteY131-17610" fmla="*/ 5007 h 5728"/>
                    <a:gd name="connsiteX132-17611" fmla="*/ 1459 w 6642"/>
                    <a:gd name="connsiteY132-17612" fmla="*/ 5064 h 5728"/>
                    <a:gd name="connsiteX133-17613" fmla="*/ 1353 w 6642"/>
                    <a:gd name="connsiteY133-17614" fmla="*/ 5111 h 5728"/>
                    <a:gd name="connsiteX134-17615" fmla="*/ 1290 w 6642"/>
                    <a:gd name="connsiteY134-17616" fmla="*/ 5063 h 5728"/>
                    <a:gd name="connsiteX135-17617" fmla="*/ 1052 w 6642"/>
                    <a:gd name="connsiteY135-17618" fmla="*/ 5254 h 5728"/>
                    <a:gd name="connsiteX136-17619" fmla="*/ 924 w 6642"/>
                    <a:gd name="connsiteY136-17620" fmla="*/ 5231 h 5728"/>
                    <a:gd name="connsiteX137-17621" fmla="*/ 813 w 6642"/>
                    <a:gd name="connsiteY137-17622" fmla="*/ 5097 h 5728"/>
                    <a:gd name="connsiteX138-17623" fmla="*/ 683 w 6642"/>
                    <a:gd name="connsiteY138-17624" fmla="*/ 4930 h 5728"/>
                    <a:gd name="connsiteX139-17625" fmla="*/ 572 w 6642"/>
                    <a:gd name="connsiteY139-17626" fmla="*/ 4806 h 5728"/>
                    <a:gd name="connsiteX140-17627" fmla="*/ 505 w 6642"/>
                    <a:gd name="connsiteY140-17628" fmla="*/ 4788 h 5728"/>
                    <a:gd name="connsiteX141-17629" fmla="*/ 640 w 6642"/>
                    <a:gd name="connsiteY141-17630" fmla="*/ 4631 h 5728"/>
                    <a:gd name="connsiteX142-17631" fmla="*/ 683 w 6642"/>
                    <a:gd name="connsiteY142-17632" fmla="*/ 4541 h 5728"/>
                    <a:gd name="connsiteX143-17633" fmla="*/ 651 w 6642"/>
                    <a:gd name="connsiteY143-17634" fmla="*/ 4438 h 5728"/>
                    <a:gd name="connsiteX144-17635" fmla="*/ 277 w 6642"/>
                    <a:gd name="connsiteY144-17636" fmla="*/ 4491 h 5728"/>
                    <a:gd name="connsiteX145-17637" fmla="*/ 187 w 6642"/>
                    <a:gd name="connsiteY145-17638" fmla="*/ 4518 h 5728"/>
                    <a:gd name="connsiteX146-17639" fmla="*/ 195 w 6642"/>
                    <a:gd name="connsiteY146-17640" fmla="*/ 4384 h 5728"/>
                    <a:gd name="connsiteX147-17641" fmla="*/ 147 w 6642"/>
                    <a:gd name="connsiteY147-17642" fmla="*/ 4318 h 5728"/>
                    <a:gd name="connsiteX148-17643" fmla="*/ 39 w 6642"/>
                    <a:gd name="connsiteY148-17644" fmla="*/ 4220 h 5728"/>
                    <a:gd name="connsiteX149-17645" fmla="*/ 75 w 6642"/>
                    <a:gd name="connsiteY149-17646" fmla="*/ 4093 h 5728"/>
                    <a:gd name="connsiteX150-17647" fmla="*/ 63 w 6642"/>
                    <a:gd name="connsiteY150-17648" fmla="*/ 3929 h 5728"/>
                    <a:gd name="connsiteX151-17649" fmla="*/ 0 w 6642"/>
                    <a:gd name="connsiteY151-17650" fmla="*/ 3842 h 5728"/>
                    <a:gd name="connsiteX0-17651" fmla="*/ 5417 w 6603"/>
                    <a:gd name="connsiteY0-17652" fmla="*/ 2333 h 5728"/>
                    <a:gd name="connsiteX1-17653" fmla="*/ 5415 w 6603"/>
                    <a:gd name="connsiteY1-17654" fmla="*/ 2117 h 5728"/>
                    <a:gd name="connsiteX2-17655" fmla="*/ 5339 w 6603"/>
                    <a:gd name="connsiteY2-17656" fmla="*/ 2039 h 5728"/>
                    <a:gd name="connsiteX3-17657" fmla="*/ 5196 w 6603"/>
                    <a:gd name="connsiteY3-17658" fmla="*/ 1951 h 5728"/>
                    <a:gd name="connsiteX4-17659" fmla="*/ 5104 w 6603"/>
                    <a:gd name="connsiteY4-17660" fmla="*/ 1827 h 5728"/>
                    <a:gd name="connsiteX5-17661" fmla="*/ 5008 w 6603"/>
                    <a:gd name="connsiteY5-17662" fmla="*/ 1828 h 5728"/>
                    <a:gd name="connsiteX6-17663" fmla="*/ 4963 w 6603"/>
                    <a:gd name="connsiteY6-17664" fmla="*/ 1883 h 5728"/>
                    <a:gd name="connsiteX7-17665" fmla="*/ 4870 w 6603"/>
                    <a:gd name="connsiteY7-17666" fmla="*/ 1877 h 5728"/>
                    <a:gd name="connsiteX8-17667" fmla="*/ 4850 w 6603"/>
                    <a:gd name="connsiteY8-17668" fmla="*/ 1994 h 5728"/>
                    <a:gd name="connsiteX9-17669" fmla="*/ 4669 w 6603"/>
                    <a:gd name="connsiteY9-17670" fmla="*/ 1941 h 5728"/>
                    <a:gd name="connsiteX10-17671" fmla="*/ 4586 w 6603"/>
                    <a:gd name="connsiteY10-17672" fmla="*/ 1939 h 5728"/>
                    <a:gd name="connsiteX11-17673" fmla="*/ 4461 w 6603"/>
                    <a:gd name="connsiteY11-17674" fmla="*/ 2014 h 5728"/>
                    <a:gd name="connsiteX12-17675" fmla="*/ 4349 w 6603"/>
                    <a:gd name="connsiteY12-17676" fmla="*/ 1890 h 5728"/>
                    <a:gd name="connsiteX13-17677" fmla="*/ 4443 w 6603"/>
                    <a:gd name="connsiteY13-17678" fmla="*/ 1804 h 5728"/>
                    <a:gd name="connsiteX14-17679" fmla="*/ 4447 w 6603"/>
                    <a:gd name="connsiteY14-17680" fmla="*/ 1634 h 5728"/>
                    <a:gd name="connsiteX15-17681" fmla="*/ 4502 w 6603"/>
                    <a:gd name="connsiteY15-17682" fmla="*/ 1514 h 5728"/>
                    <a:gd name="connsiteX16-17683" fmla="*/ 4545 w 6603"/>
                    <a:gd name="connsiteY16-17684" fmla="*/ 1306 h 5728"/>
                    <a:gd name="connsiteX17-17685" fmla="*/ 4605 w 6603"/>
                    <a:gd name="connsiteY17-17686" fmla="*/ 1307 h 5728"/>
                    <a:gd name="connsiteX18-17687" fmla="*/ 4928 w 6603"/>
                    <a:gd name="connsiteY18-17688" fmla="*/ 1286 h 5728"/>
                    <a:gd name="connsiteX19-17689" fmla="*/ 5102 w 6603"/>
                    <a:gd name="connsiteY19-17690" fmla="*/ 1117 h 5728"/>
                    <a:gd name="connsiteX20-17691" fmla="*/ 5171 w 6603"/>
                    <a:gd name="connsiteY20-17692" fmla="*/ 748 h 5728"/>
                    <a:gd name="connsiteX21-17693" fmla="*/ 5281 w 6603"/>
                    <a:gd name="connsiteY21-17694" fmla="*/ 486 h 5728"/>
                    <a:gd name="connsiteX22-17695" fmla="*/ 5279 w 6603"/>
                    <a:gd name="connsiteY22-17696" fmla="*/ 358 h 5728"/>
                    <a:gd name="connsiteX23-17697" fmla="*/ 5266 w 6603"/>
                    <a:gd name="connsiteY23-17698" fmla="*/ 328 h 5728"/>
                    <a:gd name="connsiteX24-17699" fmla="*/ 5199 w 6603"/>
                    <a:gd name="connsiteY24-17700" fmla="*/ 251 h 5728"/>
                    <a:gd name="connsiteX25-17701" fmla="*/ 5139 w 6603"/>
                    <a:gd name="connsiteY25-17702" fmla="*/ 217 h 5728"/>
                    <a:gd name="connsiteX26-17703" fmla="*/ 5264 w 6603"/>
                    <a:gd name="connsiteY26-17704" fmla="*/ 56 h 5728"/>
                    <a:gd name="connsiteX27-17705" fmla="*/ 5437 w 6603"/>
                    <a:gd name="connsiteY27-17706" fmla="*/ 2 h 5728"/>
                    <a:gd name="connsiteX28-17707" fmla="*/ 5469 w 6603"/>
                    <a:gd name="connsiteY28-17708" fmla="*/ 49 h 5728"/>
                    <a:gd name="connsiteX29-17709" fmla="*/ 5459 w 6603"/>
                    <a:gd name="connsiteY29-17710" fmla="*/ 133 h 5728"/>
                    <a:gd name="connsiteX30-17711" fmla="*/ 5398 w 6603"/>
                    <a:gd name="connsiteY30-17712" fmla="*/ 243 h 5728"/>
                    <a:gd name="connsiteX31-17713" fmla="*/ 5468 w 6603"/>
                    <a:gd name="connsiteY31-17714" fmla="*/ 301 h 5728"/>
                    <a:gd name="connsiteX32-17715" fmla="*/ 5582 w 6603"/>
                    <a:gd name="connsiteY32-17716" fmla="*/ 366 h 5728"/>
                    <a:gd name="connsiteX33-17717" fmla="*/ 5602 w 6603"/>
                    <a:gd name="connsiteY33-17718" fmla="*/ 255 h 5728"/>
                    <a:gd name="connsiteX34-17719" fmla="*/ 5736 w 6603"/>
                    <a:gd name="connsiteY34-17720" fmla="*/ 291 h 5728"/>
                    <a:gd name="connsiteX35-17721" fmla="*/ 5761 w 6603"/>
                    <a:gd name="connsiteY35-17722" fmla="*/ 331 h 5728"/>
                    <a:gd name="connsiteX36-17723" fmla="*/ 5837 w 6603"/>
                    <a:gd name="connsiteY36-17724" fmla="*/ 562 h 5728"/>
                    <a:gd name="connsiteX37-17725" fmla="*/ 5872 w 6603"/>
                    <a:gd name="connsiteY37-17726" fmla="*/ 586 h 5728"/>
                    <a:gd name="connsiteX38-17727" fmla="*/ 5964 w 6603"/>
                    <a:gd name="connsiteY38-17728" fmla="*/ 578 h 5728"/>
                    <a:gd name="connsiteX39-17729" fmla="*/ 6224 w 6603"/>
                    <a:gd name="connsiteY39-17730" fmla="*/ 490 h 5728"/>
                    <a:gd name="connsiteX40-17731" fmla="*/ 6444 w 6603"/>
                    <a:gd name="connsiteY40-17732" fmla="*/ 479 h 5728"/>
                    <a:gd name="connsiteX41-17733" fmla="*/ 6504 w 6603"/>
                    <a:gd name="connsiteY41-17734" fmla="*/ 648 h 5728"/>
                    <a:gd name="connsiteX42-17735" fmla="*/ 6422 w 6603"/>
                    <a:gd name="connsiteY42-17736" fmla="*/ 944 h 5728"/>
                    <a:gd name="connsiteX43-17737" fmla="*/ 6422 w 6603"/>
                    <a:gd name="connsiteY43-17738" fmla="*/ 1022 h 5728"/>
                    <a:gd name="connsiteX44-17739" fmla="*/ 6491 w 6603"/>
                    <a:gd name="connsiteY44-17740" fmla="*/ 1168 h 5728"/>
                    <a:gd name="connsiteX45-17741" fmla="*/ 6506 w 6603"/>
                    <a:gd name="connsiteY45-17742" fmla="*/ 1427 h 5728"/>
                    <a:gd name="connsiteX46-17743" fmla="*/ 6508 w 6603"/>
                    <a:gd name="connsiteY46-17744" fmla="*/ 1617 h 5728"/>
                    <a:gd name="connsiteX47-17745" fmla="*/ 6441 w 6603"/>
                    <a:gd name="connsiteY47-17746" fmla="*/ 1625 h 5728"/>
                    <a:gd name="connsiteX48-17747" fmla="*/ 6419 w 6603"/>
                    <a:gd name="connsiteY48-17748" fmla="*/ 1507 h 5728"/>
                    <a:gd name="connsiteX49-17749" fmla="*/ 6384 w 6603"/>
                    <a:gd name="connsiteY49-17750" fmla="*/ 1450 h 5728"/>
                    <a:gd name="connsiteX50-17751" fmla="*/ 6294 w 6603"/>
                    <a:gd name="connsiteY50-17752" fmla="*/ 1582 h 5728"/>
                    <a:gd name="connsiteX51-17753" fmla="*/ 6181 w 6603"/>
                    <a:gd name="connsiteY51-17754" fmla="*/ 1776 h 5728"/>
                    <a:gd name="connsiteX52-17755" fmla="*/ 6062 w 6603"/>
                    <a:gd name="connsiteY52-17756" fmla="*/ 1904 h 5728"/>
                    <a:gd name="connsiteX53-17757" fmla="*/ 6055 w 6603"/>
                    <a:gd name="connsiteY53-17758" fmla="*/ 2018 h 5728"/>
                    <a:gd name="connsiteX54-17759" fmla="*/ 6115 w 6603"/>
                    <a:gd name="connsiteY54-17760" fmla="*/ 2115 h 5728"/>
                    <a:gd name="connsiteX55-17761" fmla="*/ 6217 w 6603"/>
                    <a:gd name="connsiteY55-17762" fmla="*/ 2183 h 5728"/>
                    <a:gd name="connsiteX56-17763" fmla="*/ 6294 w 6603"/>
                    <a:gd name="connsiteY56-17764" fmla="*/ 2178 h 5728"/>
                    <a:gd name="connsiteX57-17765" fmla="*/ 6339 w 6603"/>
                    <a:gd name="connsiteY57-17766" fmla="*/ 2104 h 5728"/>
                    <a:gd name="connsiteX58-17767" fmla="*/ 6373 w 6603"/>
                    <a:gd name="connsiteY58-17768" fmla="*/ 2210 h 5728"/>
                    <a:gd name="connsiteX59-17769" fmla="*/ 6261 w 6603"/>
                    <a:gd name="connsiteY59-17770" fmla="*/ 2249 h 5728"/>
                    <a:gd name="connsiteX60-17771" fmla="*/ 6308 w 6603"/>
                    <a:gd name="connsiteY60-17772" fmla="*/ 2362 h 5728"/>
                    <a:gd name="connsiteX61-17773" fmla="*/ 6173 w 6603"/>
                    <a:gd name="connsiteY61-17774" fmla="*/ 2509 h 5728"/>
                    <a:gd name="connsiteX62-17775" fmla="*/ 6132 w 6603"/>
                    <a:gd name="connsiteY62-17776" fmla="*/ 2498 h 5728"/>
                    <a:gd name="connsiteX63-17777" fmla="*/ 6008 w 6603"/>
                    <a:gd name="connsiteY63-17778" fmla="*/ 2413 h 5728"/>
                    <a:gd name="connsiteX64-17779" fmla="*/ 5953 w 6603"/>
                    <a:gd name="connsiteY64-17780" fmla="*/ 2412 h 5728"/>
                    <a:gd name="connsiteX65-17781" fmla="*/ 5918 w 6603"/>
                    <a:gd name="connsiteY65-17782" fmla="*/ 2480 h 5728"/>
                    <a:gd name="connsiteX66-17783" fmla="*/ 5921 w 6603"/>
                    <a:gd name="connsiteY66-17784" fmla="*/ 2562 h 5728"/>
                    <a:gd name="connsiteX67-17785" fmla="*/ 6099 w 6603"/>
                    <a:gd name="connsiteY67-17786" fmla="*/ 2730 h 5728"/>
                    <a:gd name="connsiteX68-17787" fmla="*/ 6098 w 6603"/>
                    <a:gd name="connsiteY68-17788" fmla="*/ 2844 h 5728"/>
                    <a:gd name="connsiteX69-17789" fmla="*/ 6189 w 6603"/>
                    <a:gd name="connsiteY69-17790" fmla="*/ 3060 h 5728"/>
                    <a:gd name="connsiteX70-17791" fmla="*/ 6215 w 6603"/>
                    <a:gd name="connsiteY70-17792" fmla="*/ 3090 h 5728"/>
                    <a:gd name="connsiteX71-17793" fmla="*/ 6259 w 6603"/>
                    <a:gd name="connsiteY71-17794" fmla="*/ 3094 h 5728"/>
                    <a:gd name="connsiteX72-17795" fmla="*/ 6305 w 6603"/>
                    <a:gd name="connsiteY72-17796" fmla="*/ 3010 h 5728"/>
                    <a:gd name="connsiteX73-17797" fmla="*/ 6385 w 6603"/>
                    <a:gd name="connsiteY73-17798" fmla="*/ 2950 h 5728"/>
                    <a:gd name="connsiteX74-17799" fmla="*/ 6480 w 6603"/>
                    <a:gd name="connsiteY74-17800" fmla="*/ 3126 h 5728"/>
                    <a:gd name="connsiteX75-17801" fmla="*/ 6590 w 6603"/>
                    <a:gd name="connsiteY75-17802" fmla="*/ 3312 h 5728"/>
                    <a:gd name="connsiteX76-17803" fmla="*/ 6603 w 6603"/>
                    <a:gd name="connsiteY76-17804" fmla="*/ 3342 h 5728"/>
                    <a:gd name="connsiteX77-17805" fmla="*/ 6592 w 6603"/>
                    <a:gd name="connsiteY77-17806" fmla="*/ 3518 h 5728"/>
                    <a:gd name="connsiteX78-17807" fmla="*/ 6557 w 6603"/>
                    <a:gd name="connsiteY78-17808" fmla="*/ 3554 h 5728"/>
                    <a:gd name="connsiteX79-17809" fmla="*/ 6468 w 6603"/>
                    <a:gd name="connsiteY79-17810" fmla="*/ 3515 h 5728"/>
                    <a:gd name="connsiteX80-17811" fmla="*/ 6234 w 6603"/>
                    <a:gd name="connsiteY80-17812" fmla="*/ 3644 h 5728"/>
                    <a:gd name="connsiteX81-17813" fmla="*/ 6208 w 6603"/>
                    <a:gd name="connsiteY81-17814" fmla="*/ 3666 h 5728"/>
                    <a:gd name="connsiteX82-17815" fmla="*/ 6028 w 6603"/>
                    <a:gd name="connsiteY82-17816" fmla="*/ 3812 h 5728"/>
                    <a:gd name="connsiteX83-17817" fmla="*/ 5887 w 6603"/>
                    <a:gd name="connsiteY83-17818" fmla="*/ 3926 h 5728"/>
                    <a:gd name="connsiteX84-17819" fmla="*/ 5852 w 6603"/>
                    <a:gd name="connsiteY84-17820" fmla="*/ 3965 h 5728"/>
                    <a:gd name="connsiteX85-17821" fmla="*/ 5800 w 6603"/>
                    <a:gd name="connsiteY85-17822" fmla="*/ 3973 h 5728"/>
                    <a:gd name="connsiteX86-17823" fmla="*/ 5743 w 6603"/>
                    <a:gd name="connsiteY86-17824" fmla="*/ 3916 h 5728"/>
                    <a:gd name="connsiteX87-17825" fmla="*/ 5619 w 6603"/>
                    <a:gd name="connsiteY87-17826" fmla="*/ 3808 h 5728"/>
                    <a:gd name="connsiteX88-17827" fmla="*/ 5643 w 6603"/>
                    <a:gd name="connsiteY88-17828" fmla="*/ 4064 h 5728"/>
                    <a:gd name="connsiteX89-17829" fmla="*/ 5652 w 6603"/>
                    <a:gd name="connsiteY89-17830" fmla="*/ 4192 h 5728"/>
                    <a:gd name="connsiteX90-17831" fmla="*/ 5390 w 6603"/>
                    <a:gd name="connsiteY90-17832" fmla="*/ 4166 h 5728"/>
                    <a:gd name="connsiteX91-17833" fmla="*/ 5308 w 6603"/>
                    <a:gd name="connsiteY91-17834" fmla="*/ 3987 h 5728"/>
                    <a:gd name="connsiteX92-17835" fmla="*/ 5226 w 6603"/>
                    <a:gd name="connsiteY92-17836" fmla="*/ 3802 h 5728"/>
                    <a:gd name="connsiteX93-17837" fmla="*/ 4251 w 6603"/>
                    <a:gd name="connsiteY93-17838" fmla="*/ 4504 h 5728"/>
                    <a:gd name="connsiteX94-17839" fmla="*/ 4254 w 6603"/>
                    <a:gd name="connsiteY94-17840" fmla="*/ 4556 h 5728"/>
                    <a:gd name="connsiteX95-17841" fmla="*/ 4218 w 6603"/>
                    <a:gd name="connsiteY95-17842" fmla="*/ 4614 h 5728"/>
                    <a:gd name="connsiteX96-17843" fmla="*/ 3953 w 6603"/>
                    <a:gd name="connsiteY96-17844" fmla="*/ 4680 h 5728"/>
                    <a:gd name="connsiteX97-17845" fmla="*/ 3818 w 6603"/>
                    <a:gd name="connsiteY97-17846" fmla="*/ 4739 h 5728"/>
                    <a:gd name="connsiteX98-17847" fmla="*/ 3776 w 6603"/>
                    <a:gd name="connsiteY98-17848" fmla="*/ 4777 h 5728"/>
                    <a:gd name="connsiteX99-17849" fmla="*/ 3577 w 6603"/>
                    <a:gd name="connsiteY99-17850" fmla="*/ 5021 h 5728"/>
                    <a:gd name="connsiteX100-17851" fmla="*/ 3504 w 6603"/>
                    <a:gd name="connsiteY100-17852" fmla="*/ 4970 h 5728"/>
                    <a:gd name="connsiteX101-17853" fmla="*/ 3421 w 6603"/>
                    <a:gd name="connsiteY101-17854" fmla="*/ 4971 h 5728"/>
                    <a:gd name="connsiteX102-17855" fmla="*/ 3385 w 6603"/>
                    <a:gd name="connsiteY102-17856" fmla="*/ 5045 h 5728"/>
                    <a:gd name="connsiteX103-17857" fmla="*/ 3274 w 6603"/>
                    <a:gd name="connsiteY103-17858" fmla="*/ 5000 h 5728"/>
                    <a:gd name="connsiteX104-17859" fmla="*/ 3196 w 6603"/>
                    <a:gd name="connsiteY104-17860" fmla="*/ 5109 h 5728"/>
                    <a:gd name="connsiteX105-17861" fmla="*/ 2974 w 6603"/>
                    <a:gd name="connsiteY105-17862" fmla="*/ 5349 h 5728"/>
                    <a:gd name="connsiteX106-17863" fmla="*/ 2954 w 6603"/>
                    <a:gd name="connsiteY106-17864" fmla="*/ 5516 h 5728"/>
                    <a:gd name="connsiteX107-17865" fmla="*/ 2937 w 6603"/>
                    <a:gd name="connsiteY107-17866" fmla="*/ 5659 h 5728"/>
                    <a:gd name="connsiteX108-17867" fmla="*/ 2921 w 6603"/>
                    <a:gd name="connsiteY108-17868" fmla="*/ 5669 h 5728"/>
                    <a:gd name="connsiteX109-17869" fmla="*/ 2599 w 6603"/>
                    <a:gd name="connsiteY109-17870" fmla="*/ 5621 h 5728"/>
                    <a:gd name="connsiteX110-17871" fmla="*/ 2497 w 6603"/>
                    <a:gd name="connsiteY110-17872" fmla="*/ 5566 h 5728"/>
                    <a:gd name="connsiteX111-17873" fmla="*/ 2443 w 6603"/>
                    <a:gd name="connsiteY111-17874" fmla="*/ 5503 h 5728"/>
                    <a:gd name="connsiteX112-17875" fmla="*/ 2338 w 6603"/>
                    <a:gd name="connsiteY112-17876" fmla="*/ 5477 h 5728"/>
                    <a:gd name="connsiteX113-17877" fmla="*/ 2338 w 6603"/>
                    <a:gd name="connsiteY113-17878" fmla="*/ 5379 h 5728"/>
                    <a:gd name="connsiteX114-17879" fmla="*/ 2442 w 6603"/>
                    <a:gd name="connsiteY114-17880" fmla="*/ 5149 h 5728"/>
                    <a:gd name="connsiteX115-17881" fmla="*/ 2302 w 6603"/>
                    <a:gd name="connsiteY115-17882" fmla="*/ 5070 h 5728"/>
                    <a:gd name="connsiteX116-17883" fmla="*/ 2260 w 6603"/>
                    <a:gd name="connsiteY116-17884" fmla="*/ 5095 h 5728"/>
                    <a:gd name="connsiteX117-17885" fmla="*/ 2170 w 6603"/>
                    <a:gd name="connsiteY117-17886" fmla="*/ 5214 h 5728"/>
                    <a:gd name="connsiteX118-17887" fmla="*/ 2138 w 6603"/>
                    <a:gd name="connsiteY118-17888" fmla="*/ 5276 h 5728"/>
                    <a:gd name="connsiteX119-17889" fmla="*/ 2076 w 6603"/>
                    <a:gd name="connsiteY119-17890" fmla="*/ 5386 h 5728"/>
                    <a:gd name="connsiteX120-17891" fmla="*/ 2082 w 6603"/>
                    <a:gd name="connsiteY120-17892" fmla="*/ 5510 h 5728"/>
                    <a:gd name="connsiteX121-17893" fmla="*/ 2043 w 6603"/>
                    <a:gd name="connsiteY121-17894" fmla="*/ 5558 h 5728"/>
                    <a:gd name="connsiteX122-17895" fmla="*/ 1912 w 6603"/>
                    <a:gd name="connsiteY122-17896" fmla="*/ 5617 h 5728"/>
                    <a:gd name="connsiteX123-17897" fmla="*/ 1746 w 6603"/>
                    <a:gd name="connsiteY123-17898" fmla="*/ 5649 h 5728"/>
                    <a:gd name="connsiteX124-17899" fmla="*/ 1643 w 6603"/>
                    <a:gd name="connsiteY124-17900" fmla="*/ 5728 h 5728"/>
                    <a:gd name="connsiteX125-17901" fmla="*/ 1529 w 6603"/>
                    <a:gd name="connsiteY125-17902" fmla="*/ 5611 h 5728"/>
                    <a:gd name="connsiteX126-17903" fmla="*/ 1469 w 6603"/>
                    <a:gd name="connsiteY126-17904" fmla="*/ 5485 h 5728"/>
                    <a:gd name="connsiteX127-17905" fmla="*/ 1591 w 6603"/>
                    <a:gd name="connsiteY127-17906" fmla="*/ 5242 h 5728"/>
                    <a:gd name="connsiteX128-17907" fmla="*/ 1646 w 6603"/>
                    <a:gd name="connsiteY128-17908" fmla="*/ 5195 h 5728"/>
                    <a:gd name="connsiteX129-17909" fmla="*/ 1691 w 6603"/>
                    <a:gd name="connsiteY129-17910" fmla="*/ 5120 h 5728"/>
                    <a:gd name="connsiteX130-17911" fmla="*/ 1688 w 6603"/>
                    <a:gd name="connsiteY130-17912" fmla="*/ 5071 h 5728"/>
                    <a:gd name="connsiteX131-17913" fmla="*/ 1491 w 6603"/>
                    <a:gd name="connsiteY131-17914" fmla="*/ 5007 h 5728"/>
                    <a:gd name="connsiteX132-17915" fmla="*/ 1420 w 6603"/>
                    <a:gd name="connsiteY132-17916" fmla="*/ 5064 h 5728"/>
                    <a:gd name="connsiteX133-17917" fmla="*/ 1314 w 6603"/>
                    <a:gd name="connsiteY133-17918" fmla="*/ 5111 h 5728"/>
                    <a:gd name="connsiteX134-17919" fmla="*/ 1251 w 6603"/>
                    <a:gd name="connsiteY134-17920" fmla="*/ 5063 h 5728"/>
                    <a:gd name="connsiteX135-17921" fmla="*/ 1013 w 6603"/>
                    <a:gd name="connsiteY135-17922" fmla="*/ 5254 h 5728"/>
                    <a:gd name="connsiteX136-17923" fmla="*/ 885 w 6603"/>
                    <a:gd name="connsiteY136-17924" fmla="*/ 5231 h 5728"/>
                    <a:gd name="connsiteX137-17925" fmla="*/ 774 w 6603"/>
                    <a:gd name="connsiteY137-17926" fmla="*/ 5097 h 5728"/>
                    <a:gd name="connsiteX138-17927" fmla="*/ 644 w 6603"/>
                    <a:gd name="connsiteY138-17928" fmla="*/ 4930 h 5728"/>
                    <a:gd name="connsiteX139-17929" fmla="*/ 533 w 6603"/>
                    <a:gd name="connsiteY139-17930" fmla="*/ 4806 h 5728"/>
                    <a:gd name="connsiteX140-17931" fmla="*/ 466 w 6603"/>
                    <a:gd name="connsiteY140-17932" fmla="*/ 4788 h 5728"/>
                    <a:gd name="connsiteX141-17933" fmla="*/ 601 w 6603"/>
                    <a:gd name="connsiteY141-17934" fmla="*/ 4631 h 5728"/>
                    <a:gd name="connsiteX142-17935" fmla="*/ 644 w 6603"/>
                    <a:gd name="connsiteY142-17936" fmla="*/ 4541 h 5728"/>
                    <a:gd name="connsiteX143-17937" fmla="*/ 612 w 6603"/>
                    <a:gd name="connsiteY143-17938" fmla="*/ 4438 h 5728"/>
                    <a:gd name="connsiteX144-17939" fmla="*/ 238 w 6603"/>
                    <a:gd name="connsiteY144-17940" fmla="*/ 4491 h 5728"/>
                    <a:gd name="connsiteX145-17941" fmla="*/ 148 w 6603"/>
                    <a:gd name="connsiteY145-17942" fmla="*/ 4518 h 5728"/>
                    <a:gd name="connsiteX146-17943" fmla="*/ 156 w 6603"/>
                    <a:gd name="connsiteY146-17944" fmla="*/ 4384 h 5728"/>
                    <a:gd name="connsiteX147-17945" fmla="*/ 108 w 6603"/>
                    <a:gd name="connsiteY147-17946" fmla="*/ 4318 h 5728"/>
                    <a:gd name="connsiteX148-17947" fmla="*/ 0 w 6603"/>
                    <a:gd name="connsiteY148-17948" fmla="*/ 4220 h 5728"/>
                    <a:gd name="connsiteX149-17949" fmla="*/ 36 w 6603"/>
                    <a:gd name="connsiteY149-17950" fmla="*/ 4093 h 5728"/>
                    <a:gd name="connsiteX150-17951" fmla="*/ 24 w 6603"/>
                    <a:gd name="connsiteY150-17952" fmla="*/ 3929 h 5728"/>
                    <a:gd name="connsiteX0-17953" fmla="*/ 5417 w 6603"/>
                    <a:gd name="connsiteY0-17954" fmla="*/ 2333 h 5728"/>
                    <a:gd name="connsiteX1-17955" fmla="*/ 5415 w 6603"/>
                    <a:gd name="connsiteY1-17956" fmla="*/ 2117 h 5728"/>
                    <a:gd name="connsiteX2-17957" fmla="*/ 5339 w 6603"/>
                    <a:gd name="connsiteY2-17958" fmla="*/ 2039 h 5728"/>
                    <a:gd name="connsiteX3-17959" fmla="*/ 5196 w 6603"/>
                    <a:gd name="connsiteY3-17960" fmla="*/ 1951 h 5728"/>
                    <a:gd name="connsiteX4-17961" fmla="*/ 5104 w 6603"/>
                    <a:gd name="connsiteY4-17962" fmla="*/ 1827 h 5728"/>
                    <a:gd name="connsiteX5-17963" fmla="*/ 5008 w 6603"/>
                    <a:gd name="connsiteY5-17964" fmla="*/ 1828 h 5728"/>
                    <a:gd name="connsiteX6-17965" fmla="*/ 4963 w 6603"/>
                    <a:gd name="connsiteY6-17966" fmla="*/ 1883 h 5728"/>
                    <a:gd name="connsiteX7-17967" fmla="*/ 4870 w 6603"/>
                    <a:gd name="connsiteY7-17968" fmla="*/ 1877 h 5728"/>
                    <a:gd name="connsiteX8-17969" fmla="*/ 4850 w 6603"/>
                    <a:gd name="connsiteY8-17970" fmla="*/ 1994 h 5728"/>
                    <a:gd name="connsiteX9-17971" fmla="*/ 4669 w 6603"/>
                    <a:gd name="connsiteY9-17972" fmla="*/ 1941 h 5728"/>
                    <a:gd name="connsiteX10-17973" fmla="*/ 4586 w 6603"/>
                    <a:gd name="connsiteY10-17974" fmla="*/ 1939 h 5728"/>
                    <a:gd name="connsiteX11-17975" fmla="*/ 4461 w 6603"/>
                    <a:gd name="connsiteY11-17976" fmla="*/ 2014 h 5728"/>
                    <a:gd name="connsiteX12-17977" fmla="*/ 4349 w 6603"/>
                    <a:gd name="connsiteY12-17978" fmla="*/ 1890 h 5728"/>
                    <a:gd name="connsiteX13-17979" fmla="*/ 4443 w 6603"/>
                    <a:gd name="connsiteY13-17980" fmla="*/ 1804 h 5728"/>
                    <a:gd name="connsiteX14-17981" fmla="*/ 4447 w 6603"/>
                    <a:gd name="connsiteY14-17982" fmla="*/ 1634 h 5728"/>
                    <a:gd name="connsiteX15-17983" fmla="*/ 4502 w 6603"/>
                    <a:gd name="connsiteY15-17984" fmla="*/ 1514 h 5728"/>
                    <a:gd name="connsiteX16-17985" fmla="*/ 4545 w 6603"/>
                    <a:gd name="connsiteY16-17986" fmla="*/ 1306 h 5728"/>
                    <a:gd name="connsiteX17-17987" fmla="*/ 4605 w 6603"/>
                    <a:gd name="connsiteY17-17988" fmla="*/ 1307 h 5728"/>
                    <a:gd name="connsiteX18-17989" fmla="*/ 4928 w 6603"/>
                    <a:gd name="connsiteY18-17990" fmla="*/ 1286 h 5728"/>
                    <a:gd name="connsiteX19-17991" fmla="*/ 5102 w 6603"/>
                    <a:gd name="connsiteY19-17992" fmla="*/ 1117 h 5728"/>
                    <a:gd name="connsiteX20-17993" fmla="*/ 5171 w 6603"/>
                    <a:gd name="connsiteY20-17994" fmla="*/ 748 h 5728"/>
                    <a:gd name="connsiteX21-17995" fmla="*/ 5281 w 6603"/>
                    <a:gd name="connsiteY21-17996" fmla="*/ 486 h 5728"/>
                    <a:gd name="connsiteX22-17997" fmla="*/ 5279 w 6603"/>
                    <a:gd name="connsiteY22-17998" fmla="*/ 358 h 5728"/>
                    <a:gd name="connsiteX23-17999" fmla="*/ 5266 w 6603"/>
                    <a:gd name="connsiteY23-18000" fmla="*/ 328 h 5728"/>
                    <a:gd name="connsiteX24-18001" fmla="*/ 5199 w 6603"/>
                    <a:gd name="connsiteY24-18002" fmla="*/ 251 h 5728"/>
                    <a:gd name="connsiteX25-18003" fmla="*/ 5139 w 6603"/>
                    <a:gd name="connsiteY25-18004" fmla="*/ 217 h 5728"/>
                    <a:gd name="connsiteX26-18005" fmla="*/ 5264 w 6603"/>
                    <a:gd name="connsiteY26-18006" fmla="*/ 56 h 5728"/>
                    <a:gd name="connsiteX27-18007" fmla="*/ 5437 w 6603"/>
                    <a:gd name="connsiteY27-18008" fmla="*/ 2 h 5728"/>
                    <a:gd name="connsiteX28-18009" fmla="*/ 5469 w 6603"/>
                    <a:gd name="connsiteY28-18010" fmla="*/ 49 h 5728"/>
                    <a:gd name="connsiteX29-18011" fmla="*/ 5459 w 6603"/>
                    <a:gd name="connsiteY29-18012" fmla="*/ 133 h 5728"/>
                    <a:gd name="connsiteX30-18013" fmla="*/ 5398 w 6603"/>
                    <a:gd name="connsiteY30-18014" fmla="*/ 243 h 5728"/>
                    <a:gd name="connsiteX31-18015" fmla="*/ 5468 w 6603"/>
                    <a:gd name="connsiteY31-18016" fmla="*/ 301 h 5728"/>
                    <a:gd name="connsiteX32-18017" fmla="*/ 5582 w 6603"/>
                    <a:gd name="connsiteY32-18018" fmla="*/ 366 h 5728"/>
                    <a:gd name="connsiteX33-18019" fmla="*/ 5602 w 6603"/>
                    <a:gd name="connsiteY33-18020" fmla="*/ 255 h 5728"/>
                    <a:gd name="connsiteX34-18021" fmla="*/ 5736 w 6603"/>
                    <a:gd name="connsiteY34-18022" fmla="*/ 291 h 5728"/>
                    <a:gd name="connsiteX35-18023" fmla="*/ 5761 w 6603"/>
                    <a:gd name="connsiteY35-18024" fmla="*/ 331 h 5728"/>
                    <a:gd name="connsiteX36-18025" fmla="*/ 5837 w 6603"/>
                    <a:gd name="connsiteY36-18026" fmla="*/ 562 h 5728"/>
                    <a:gd name="connsiteX37-18027" fmla="*/ 5872 w 6603"/>
                    <a:gd name="connsiteY37-18028" fmla="*/ 586 h 5728"/>
                    <a:gd name="connsiteX38-18029" fmla="*/ 5964 w 6603"/>
                    <a:gd name="connsiteY38-18030" fmla="*/ 578 h 5728"/>
                    <a:gd name="connsiteX39-18031" fmla="*/ 6224 w 6603"/>
                    <a:gd name="connsiteY39-18032" fmla="*/ 490 h 5728"/>
                    <a:gd name="connsiteX40-18033" fmla="*/ 6444 w 6603"/>
                    <a:gd name="connsiteY40-18034" fmla="*/ 479 h 5728"/>
                    <a:gd name="connsiteX41-18035" fmla="*/ 6504 w 6603"/>
                    <a:gd name="connsiteY41-18036" fmla="*/ 648 h 5728"/>
                    <a:gd name="connsiteX42-18037" fmla="*/ 6422 w 6603"/>
                    <a:gd name="connsiteY42-18038" fmla="*/ 944 h 5728"/>
                    <a:gd name="connsiteX43-18039" fmla="*/ 6422 w 6603"/>
                    <a:gd name="connsiteY43-18040" fmla="*/ 1022 h 5728"/>
                    <a:gd name="connsiteX44-18041" fmla="*/ 6491 w 6603"/>
                    <a:gd name="connsiteY44-18042" fmla="*/ 1168 h 5728"/>
                    <a:gd name="connsiteX45-18043" fmla="*/ 6506 w 6603"/>
                    <a:gd name="connsiteY45-18044" fmla="*/ 1427 h 5728"/>
                    <a:gd name="connsiteX46-18045" fmla="*/ 6508 w 6603"/>
                    <a:gd name="connsiteY46-18046" fmla="*/ 1617 h 5728"/>
                    <a:gd name="connsiteX47-18047" fmla="*/ 6441 w 6603"/>
                    <a:gd name="connsiteY47-18048" fmla="*/ 1625 h 5728"/>
                    <a:gd name="connsiteX48-18049" fmla="*/ 6419 w 6603"/>
                    <a:gd name="connsiteY48-18050" fmla="*/ 1507 h 5728"/>
                    <a:gd name="connsiteX49-18051" fmla="*/ 6384 w 6603"/>
                    <a:gd name="connsiteY49-18052" fmla="*/ 1450 h 5728"/>
                    <a:gd name="connsiteX50-18053" fmla="*/ 6294 w 6603"/>
                    <a:gd name="connsiteY50-18054" fmla="*/ 1582 h 5728"/>
                    <a:gd name="connsiteX51-18055" fmla="*/ 6181 w 6603"/>
                    <a:gd name="connsiteY51-18056" fmla="*/ 1776 h 5728"/>
                    <a:gd name="connsiteX52-18057" fmla="*/ 6062 w 6603"/>
                    <a:gd name="connsiteY52-18058" fmla="*/ 1904 h 5728"/>
                    <a:gd name="connsiteX53-18059" fmla="*/ 6055 w 6603"/>
                    <a:gd name="connsiteY53-18060" fmla="*/ 2018 h 5728"/>
                    <a:gd name="connsiteX54-18061" fmla="*/ 6115 w 6603"/>
                    <a:gd name="connsiteY54-18062" fmla="*/ 2115 h 5728"/>
                    <a:gd name="connsiteX55-18063" fmla="*/ 6217 w 6603"/>
                    <a:gd name="connsiteY55-18064" fmla="*/ 2183 h 5728"/>
                    <a:gd name="connsiteX56-18065" fmla="*/ 6294 w 6603"/>
                    <a:gd name="connsiteY56-18066" fmla="*/ 2178 h 5728"/>
                    <a:gd name="connsiteX57-18067" fmla="*/ 6339 w 6603"/>
                    <a:gd name="connsiteY57-18068" fmla="*/ 2104 h 5728"/>
                    <a:gd name="connsiteX58-18069" fmla="*/ 6373 w 6603"/>
                    <a:gd name="connsiteY58-18070" fmla="*/ 2210 h 5728"/>
                    <a:gd name="connsiteX59-18071" fmla="*/ 6261 w 6603"/>
                    <a:gd name="connsiteY59-18072" fmla="*/ 2249 h 5728"/>
                    <a:gd name="connsiteX60-18073" fmla="*/ 6308 w 6603"/>
                    <a:gd name="connsiteY60-18074" fmla="*/ 2362 h 5728"/>
                    <a:gd name="connsiteX61-18075" fmla="*/ 6173 w 6603"/>
                    <a:gd name="connsiteY61-18076" fmla="*/ 2509 h 5728"/>
                    <a:gd name="connsiteX62-18077" fmla="*/ 6132 w 6603"/>
                    <a:gd name="connsiteY62-18078" fmla="*/ 2498 h 5728"/>
                    <a:gd name="connsiteX63-18079" fmla="*/ 6008 w 6603"/>
                    <a:gd name="connsiteY63-18080" fmla="*/ 2413 h 5728"/>
                    <a:gd name="connsiteX64-18081" fmla="*/ 5953 w 6603"/>
                    <a:gd name="connsiteY64-18082" fmla="*/ 2412 h 5728"/>
                    <a:gd name="connsiteX65-18083" fmla="*/ 5918 w 6603"/>
                    <a:gd name="connsiteY65-18084" fmla="*/ 2480 h 5728"/>
                    <a:gd name="connsiteX66-18085" fmla="*/ 5921 w 6603"/>
                    <a:gd name="connsiteY66-18086" fmla="*/ 2562 h 5728"/>
                    <a:gd name="connsiteX67-18087" fmla="*/ 6099 w 6603"/>
                    <a:gd name="connsiteY67-18088" fmla="*/ 2730 h 5728"/>
                    <a:gd name="connsiteX68-18089" fmla="*/ 6098 w 6603"/>
                    <a:gd name="connsiteY68-18090" fmla="*/ 2844 h 5728"/>
                    <a:gd name="connsiteX69-18091" fmla="*/ 6189 w 6603"/>
                    <a:gd name="connsiteY69-18092" fmla="*/ 3060 h 5728"/>
                    <a:gd name="connsiteX70-18093" fmla="*/ 6215 w 6603"/>
                    <a:gd name="connsiteY70-18094" fmla="*/ 3090 h 5728"/>
                    <a:gd name="connsiteX71-18095" fmla="*/ 6259 w 6603"/>
                    <a:gd name="connsiteY71-18096" fmla="*/ 3094 h 5728"/>
                    <a:gd name="connsiteX72-18097" fmla="*/ 6305 w 6603"/>
                    <a:gd name="connsiteY72-18098" fmla="*/ 3010 h 5728"/>
                    <a:gd name="connsiteX73-18099" fmla="*/ 6385 w 6603"/>
                    <a:gd name="connsiteY73-18100" fmla="*/ 2950 h 5728"/>
                    <a:gd name="connsiteX74-18101" fmla="*/ 6480 w 6603"/>
                    <a:gd name="connsiteY74-18102" fmla="*/ 3126 h 5728"/>
                    <a:gd name="connsiteX75-18103" fmla="*/ 6590 w 6603"/>
                    <a:gd name="connsiteY75-18104" fmla="*/ 3312 h 5728"/>
                    <a:gd name="connsiteX76-18105" fmla="*/ 6603 w 6603"/>
                    <a:gd name="connsiteY76-18106" fmla="*/ 3342 h 5728"/>
                    <a:gd name="connsiteX77-18107" fmla="*/ 6592 w 6603"/>
                    <a:gd name="connsiteY77-18108" fmla="*/ 3518 h 5728"/>
                    <a:gd name="connsiteX78-18109" fmla="*/ 6557 w 6603"/>
                    <a:gd name="connsiteY78-18110" fmla="*/ 3554 h 5728"/>
                    <a:gd name="connsiteX79-18111" fmla="*/ 6468 w 6603"/>
                    <a:gd name="connsiteY79-18112" fmla="*/ 3515 h 5728"/>
                    <a:gd name="connsiteX80-18113" fmla="*/ 6234 w 6603"/>
                    <a:gd name="connsiteY80-18114" fmla="*/ 3644 h 5728"/>
                    <a:gd name="connsiteX81-18115" fmla="*/ 6208 w 6603"/>
                    <a:gd name="connsiteY81-18116" fmla="*/ 3666 h 5728"/>
                    <a:gd name="connsiteX82-18117" fmla="*/ 6028 w 6603"/>
                    <a:gd name="connsiteY82-18118" fmla="*/ 3812 h 5728"/>
                    <a:gd name="connsiteX83-18119" fmla="*/ 5887 w 6603"/>
                    <a:gd name="connsiteY83-18120" fmla="*/ 3926 h 5728"/>
                    <a:gd name="connsiteX84-18121" fmla="*/ 5852 w 6603"/>
                    <a:gd name="connsiteY84-18122" fmla="*/ 3965 h 5728"/>
                    <a:gd name="connsiteX85-18123" fmla="*/ 5800 w 6603"/>
                    <a:gd name="connsiteY85-18124" fmla="*/ 3973 h 5728"/>
                    <a:gd name="connsiteX86-18125" fmla="*/ 5743 w 6603"/>
                    <a:gd name="connsiteY86-18126" fmla="*/ 3916 h 5728"/>
                    <a:gd name="connsiteX87-18127" fmla="*/ 5619 w 6603"/>
                    <a:gd name="connsiteY87-18128" fmla="*/ 3808 h 5728"/>
                    <a:gd name="connsiteX88-18129" fmla="*/ 5643 w 6603"/>
                    <a:gd name="connsiteY88-18130" fmla="*/ 4064 h 5728"/>
                    <a:gd name="connsiteX89-18131" fmla="*/ 5652 w 6603"/>
                    <a:gd name="connsiteY89-18132" fmla="*/ 4192 h 5728"/>
                    <a:gd name="connsiteX90-18133" fmla="*/ 5390 w 6603"/>
                    <a:gd name="connsiteY90-18134" fmla="*/ 4166 h 5728"/>
                    <a:gd name="connsiteX91-18135" fmla="*/ 5308 w 6603"/>
                    <a:gd name="connsiteY91-18136" fmla="*/ 3987 h 5728"/>
                    <a:gd name="connsiteX92-18137" fmla="*/ 5226 w 6603"/>
                    <a:gd name="connsiteY92-18138" fmla="*/ 3802 h 5728"/>
                    <a:gd name="connsiteX93-18139" fmla="*/ 4251 w 6603"/>
                    <a:gd name="connsiteY93-18140" fmla="*/ 4504 h 5728"/>
                    <a:gd name="connsiteX94-18141" fmla="*/ 4254 w 6603"/>
                    <a:gd name="connsiteY94-18142" fmla="*/ 4556 h 5728"/>
                    <a:gd name="connsiteX95-18143" fmla="*/ 4218 w 6603"/>
                    <a:gd name="connsiteY95-18144" fmla="*/ 4614 h 5728"/>
                    <a:gd name="connsiteX96-18145" fmla="*/ 3953 w 6603"/>
                    <a:gd name="connsiteY96-18146" fmla="*/ 4680 h 5728"/>
                    <a:gd name="connsiteX97-18147" fmla="*/ 3818 w 6603"/>
                    <a:gd name="connsiteY97-18148" fmla="*/ 4739 h 5728"/>
                    <a:gd name="connsiteX98-18149" fmla="*/ 3776 w 6603"/>
                    <a:gd name="connsiteY98-18150" fmla="*/ 4777 h 5728"/>
                    <a:gd name="connsiteX99-18151" fmla="*/ 3577 w 6603"/>
                    <a:gd name="connsiteY99-18152" fmla="*/ 5021 h 5728"/>
                    <a:gd name="connsiteX100-18153" fmla="*/ 3504 w 6603"/>
                    <a:gd name="connsiteY100-18154" fmla="*/ 4970 h 5728"/>
                    <a:gd name="connsiteX101-18155" fmla="*/ 3421 w 6603"/>
                    <a:gd name="connsiteY101-18156" fmla="*/ 4971 h 5728"/>
                    <a:gd name="connsiteX102-18157" fmla="*/ 3385 w 6603"/>
                    <a:gd name="connsiteY102-18158" fmla="*/ 5045 h 5728"/>
                    <a:gd name="connsiteX103-18159" fmla="*/ 3274 w 6603"/>
                    <a:gd name="connsiteY103-18160" fmla="*/ 5000 h 5728"/>
                    <a:gd name="connsiteX104-18161" fmla="*/ 3196 w 6603"/>
                    <a:gd name="connsiteY104-18162" fmla="*/ 5109 h 5728"/>
                    <a:gd name="connsiteX105-18163" fmla="*/ 2974 w 6603"/>
                    <a:gd name="connsiteY105-18164" fmla="*/ 5349 h 5728"/>
                    <a:gd name="connsiteX106-18165" fmla="*/ 2954 w 6603"/>
                    <a:gd name="connsiteY106-18166" fmla="*/ 5516 h 5728"/>
                    <a:gd name="connsiteX107-18167" fmla="*/ 2937 w 6603"/>
                    <a:gd name="connsiteY107-18168" fmla="*/ 5659 h 5728"/>
                    <a:gd name="connsiteX108-18169" fmla="*/ 2921 w 6603"/>
                    <a:gd name="connsiteY108-18170" fmla="*/ 5669 h 5728"/>
                    <a:gd name="connsiteX109-18171" fmla="*/ 2599 w 6603"/>
                    <a:gd name="connsiteY109-18172" fmla="*/ 5621 h 5728"/>
                    <a:gd name="connsiteX110-18173" fmla="*/ 2497 w 6603"/>
                    <a:gd name="connsiteY110-18174" fmla="*/ 5566 h 5728"/>
                    <a:gd name="connsiteX111-18175" fmla="*/ 2443 w 6603"/>
                    <a:gd name="connsiteY111-18176" fmla="*/ 5503 h 5728"/>
                    <a:gd name="connsiteX112-18177" fmla="*/ 2338 w 6603"/>
                    <a:gd name="connsiteY112-18178" fmla="*/ 5477 h 5728"/>
                    <a:gd name="connsiteX113-18179" fmla="*/ 2338 w 6603"/>
                    <a:gd name="connsiteY113-18180" fmla="*/ 5379 h 5728"/>
                    <a:gd name="connsiteX114-18181" fmla="*/ 2442 w 6603"/>
                    <a:gd name="connsiteY114-18182" fmla="*/ 5149 h 5728"/>
                    <a:gd name="connsiteX115-18183" fmla="*/ 2302 w 6603"/>
                    <a:gd name="connsiteY115-18184" fmla="*/ 5070 h 5728"/>
                    <a:gd name="connsiteX116-18185" fmla="*/ 2260 w 6603"/>
                    <a:gd name="connsiteY116-18186" fmla="*/ 5095 h 5728"/>
                    <a:gd name="connsiteX117-18187" fmla="*/ 2170 w 6603"/>
                    <a:gd name="connsiteY117-18188" fmla="*/ 5214 h 5728"/>
                    <a:gd name="connsiteX118-18189" fmla="*/ 2138 w 6603"/>
                    <a:gd name="connsiteY118-18190" fmla="*/ 5276 h 5728"/>
                    <a:gd name="connsiteX119-18191" fmla="*/ 2076 w 6603"/>
                    <a:gd name="connsiteY119-18192" fmla="*/ 5386 h 5728"/>
                    <a:gd name="connsiteX120-18193" fmla="*/ 2082 w 6603"/>
                    <a:gd name="connsiteY120-18194" fmla="*/ 5510 h 5728"/>
                    <a:gd name="connsiteX121-18195" fmla="*/ 2043 w 6603"/>
                    <a:gd name="connsiteY121-18196" fmla="*/ 5558 h 5728"/>
                    <a:gd name="connsiteX122-18197" fmla="*/ 1912 w 6603"/>
                    <a:gd name="connsiteY122-18198" fmla="*/ 5617 h 5728"/>
                    <a:gd name="connsiteX123-18199" fmla="*/ 1746 w 6603"/>
                    <a:gd name="connsiteY123-18200" fmla="*/ 5649 h 5728"/>
                    <a:gd name="connsiteX124-18201" fmla="*/ 1643 w 6603"/>
                    <a:gd name="connsiteY124-18202" fmla="*/ 5728 h 5728"/>
                    <a:gd name="connsiteX125-18203" fmla="*/ 1529 w 6603"/>
                    <a:gd name="connsiteY125-18204" fmla="*/ 5611 h 5728"/>
                    <a:gd name="connsiteX126-18205" fmla="*/ 1469 w 6603"/>
                    <a:gd name="connsiteY126-18206" fmla="*/ 5485 h 5728"/>
                    <a:gd name="connsiteX127-18207" fmla="*/ 1591 w 6603"/>
                    <a:gd name="connsiteY127-18208" fmla="*/ 5242 h 5728"/>
                    <a:gd name="connsiteX128-18209" fmla="*/ 1646 w 6603"/>
                    <a:gd name="connsiteY128-18210" fmla="*/ 5195 h 5728"/>
                    <a:gd name="connsiteX129-18211" fmla="*/ 1691 w 6603"/>
                    <a:gd name="connsiteY129-18212" fmla="*/ 5120 h 5728"/>
                    <a:gd name="connsiteX130-18213" fmla="*/ 1688 w 6603"/>
                    <a:gd name="connsiteY130-18214" fmla="*/ 5071 h 5728"/>
                    <a:gd name="connsiteX131-18215" fmla="*/ 1491 w 6603"/>
                    <a:gd name="connsiteY131-18216" fmla="*/ 5007 h 5728"/>
                    <a:gd name="connsiteX132-18217" fmla="*/ 1420 w 6603"/>
                    <a:gd name="connsiteY132-18218" fmla="*/ 5064 h 5728"/>
                    <a:gd name="connsiteX133-18219" fmla="*/ 1314 w 6603"/>
                    <a:gd name="connsiteY133-18220" fmla="*/ 5111 h 5728"/>
                    <a:gd name="connsiteX134-18221" fmla="*/ 1251 w 6603"/>
                    <a:gd name="connsiteY134-18222" fmla="*/ 5063 h 5728"/>
                    <a:gd name="connsiteX135-18223" fmla="*/ 1013 w 6603"/>
                    <a:gd name="connsiteY135-18224" fmla="*/ 5254 h 5728"/>
                    <a:gd name="connsiteX136-18225" fmla="*/ 885 w 6603"/>
                    <a:gd name="connsiteY136-18226" fmla="*/ 5231 h 5728"/>
                    <a:gd name="connsiteX137-18227" fmla="*/ 774 w 6603"/>
                    <a:gd name="connsiteY137-18228" fmla="*/ 5097 h 5728"/>
                    <a:gd name="connsiteX138-18229" fmla="*/ 644 w 6603"/>
                    <a:gd name="connsiteY138-18230" fmla="*/ 4930 h 5728"/>
                    <a:gd name="connsiteX139-18231" fmla="*/ 533 w 6603"/>
                    <a:gd name="connsiteY139-18232" fmla="*/ 4806 h 5728"/>
                    <a:gd name="connsiteX140-18233" fmla="*/ 466 w 6603"/>
                    <a:gd name="connsiteY140-18234" fmla="*/ 4788 h 5728"/>
                    <a:gd name="connsiteX141-18235" fmla="*/ 601 w 6603"/>
                    <a:gd name="connsiteY141-18236" fmla="*/ 4631 h 5728"/>
                    <a:gd name="connsiteX142-18237" fmla="*/ 644 w 6603"/>
                    <a:gd name="connsiteY142-18238" fmla="*/ 4541 h 5728"/>
                    <a:gd name="connsiteX143-18239" fmla="*/ 612 w 6603"/>
                    <a:gd name="connsiteY143-18240" fmla="*/ 4438 h 5728"/>
                    <a:gd name="connsiteX144-18241" fmla="*/ 238 w 6603"/>
                    <a:gd name="connsiteY144-18242" fmla="*/ 4491 h 5728"/>
                    <a:gd name="connsiteX145-18243" fmla="*/ 148 w 6603"/>
                    <a:gd name="connsiteY145-18244" fmla="*/ 4518 h 5728"/>
                    <a:gd name="connsiteX146-18245" fmla="*/ 156 w 6603"/>
                    <a:gd name="connsiteY146-18246" fmla="*/ 4384 h 5728"/>
                    <a:gd name="connsiteX147-18247" fmla="*/ 108 w 6603"/>
                    <a:gd name="connsiteY147-18248" fmla="*/ 4318 h 5728"/>
                    <a:gd name="connsiteX148-18249" fmla="*/ 0 w 6603"/>
                    <a:gd name="connsiteY148-18250" fmla="*/ 4220 h 5728"/>
                    <a:gd name="connsiteX149-18251" fmla="*/ 36 w 6603"/>
                    <a:gd name="connsiteY149-18252" fmla="*/ 4093 h 5728"/>
                    <a:gd name="connsiteX0-18253" fmla="*/ 5417 w 6603"/>
                    <a:gd name="connsiteY0-18254" fmla="*/ 2333 h 5728"/>
                    <a:gd name="connsiteX1-18255" fmla="*/ 5415 w 6603"/>
                    <a:gd name="connsiteY1-18256" fmla="*/ 2117 h 5728"/>
                    <a:gd name="connsiteX2-18257" fmla="*/ 5339 w 6603"/>
                    <a:gd name="connsiteY2-18258" fmla="*/ 2039 h 5728"/>
                    <a:gd name="connsiteX3-18259" fmla="*/ 5196 w 6603"/>
                    <a:gd name="connsiteY3-18260" fmla="*/ 1951 h 5728"/>
                    <a:gd name="connsiteX4-18261" fmla="*/ 5104 w 6603"/>
                    <a:gd name="connsiteY4-18262" fmla="*/ 1827 h 5728"/>
                    <a:gd name="connsiteX5-18263" fmla="*/ 5008 w 6603"/>
                    <a:gd name="connsiteY5-18264" fmla="*/ 1828 h 5728"/>
                    <a:gd name="connsiteX6-18265" fmla="*/ 4963 w 6603"/>
                    <a:gd name="connsiteY6-18266" fmla="*/ 1883 h 5728"/>
                    <a:gd name="connsiteX7-18267" fmla="*/ 4870 w 6603"/>
                    <a:gd name="connsiteY7-18268" fmla="*/ 1877 h 5728"/>
                    <a:gd name="connsiteX8-18269" fmla="*/ 4850 w 6603"/>
                    <a:gd name="connsiteY8-18270" fmla="*/ 1994 h 5728"/>
                    <a:gd name="connsiteX9-18271" fmla="*/ 4669 w 6603"/>
                    <a:gd name="connsiteY9-18272" fmla="*/ 1941 h 5728"/>
                    <a:gd name="connsiteX10-18273" fmla="*/ 4586 w 6603"/>
                    <a:gd name="connsiteY10-18274" fmla="*/ 1939 h 5728"/>
                    <a:gd name="connsiteX11-18275" fmla="*/ 4461 w 6603"/>
                    <a:gd name="connsiteY11-18276" fmla="*/ 2014 h 5728"/>
                    <a:gd name="connsiteX12-18277" fmla="*/ 4349 w 6603"/>
                    <a:gd name="connsiteY12-18278" fmla="*/ 1890 h 5728"/>
                    <a:gd name="connsiteX13-18279" fmla="*/ 4443 w 6603"/>
                    <a:gd name="connsiteY13-18280" fmla="*/ 1804 h 5728"/>
                    <a:gd name="connsiteX14-18281" fmla="*/ 4447 w 6603"/>
                    <a:gd name="connsiteY14-18282" fmla="*/ 1634 h 5728"/>
                    <a:gd name="connsiteX15-18283" fmla="*/ 4502 w 6603"/>
                    <a:gd name="connsiteY15-18284" fmla="*/ 1514 h 5728"/>
                    <a:gd name="connsiteX16-18285" fmla="*/ 4545 w 6603"/>
                    <a:gd name="connsiteY16-18286" fmla="*/ 1306 h 5728"/>
                    <a:gd name="connsiteX17-18287" fmla="*/ 4605 w 6603"/>
                    <a:gd name="connsiteY17-18288" fmla="*/ 1307 h 5728"/>
                    <a:gd name="connsiteX18-18289" fmla="*/ 4928 w 6603"/>
                    <a:gd name="connsiteY18-18290" fmla="*/ 1286 h 5728"/>
                    <a:gd name="connsiteX19-18291" fmla="*/ 5102 w 6603"/>
                    <a:gd name="connsiteY19-18292" fmla="*/ 1117 h 5728"/>
                    <a:gd name="connsiteX20-18293" fmla="*/ 5171 w 6603"/>
                    <a:gd name="connsiteY20-18294" fmla="*/ 748 h 5728"/>
                    <a:gd name="connsiteX21-18295" fmla="*/ 5281 w 6603"/>
                    <a:gd name="connsiteY21-18296" fmla="*/ 486 h 5728"/>
                    <a:gd name="connsiteX22-18297" fmla="*/ 5279 w 6603"/>
                    <a:gd name="connsiteY22-18298" fmla="*/ 358 h 5728"/>
                    <a:gd name="connsiteX23-18299" fmla="*/ 5266 w 6603"/>
                    <a:gd name="connsiteY23-18300" fmla="*/ 328 h 5728"/>
                    <a:gd name="connsiteX24-18301" fmla="*/ 5199 w 6603"/>
                    <a:gd name="connsiteY24-18302" fmla="*/ 251 h 5728"/>
                    <a:gd name="connsiteX25-18303" fmla="*/ 5139 w 6603"/>
                    <a:gd name="connsiteY25-18304" fmla="*/ 217 h 5728"/>
                    <a:gd name="connsiteX26-18305" fmla="*/ 5264 w 6603"/>
                    <a:gd name="connsiteY26-18306" fmla="*/ 56 h 5728"/>
                    <a:gd name="connsiteX27-18307" fmla="*/ 5437 w 6603"/>
                    <a:gd name="connsiteY27-18308" fmla="*/ 2 h 5728"/>
                    <a:gd name="connsiteX28-18309" fmla="*/ 5469 w 6603"/>
                    <a:gd name="connsiteY28-18310" fmla="*/ 49 h 5728"/>
                    <a:gd name="connsiteX29-18311" fmla="*/ 5459 w 6603"/>
                    <a:gd name="connsiteY29-18312" fmla="*/ 133 h 5728"/>
                    <a:gd name="connsiteX30-18313" fmla="*/ 5398 w 6603"/>
                    <a:gd name="connsiteY30-18314" fmla="*/ 243 h 5728"/>
                    <a:gd name="connsiteX31-18315" fmla="*/ 5468 w 6603"/>
                    <a:gd name="connsiteY31-18316" fmla="*/ 301 h 5728"/>
                    <a:gd name="connsiteX32-18317" fmla="*/ 5582 w 6603"/>
                    <a:gd name="connsiteY32-18318" fmla="*/ 366 h 5728"/>
                    <a:gd name="connsiteX33-18319" fmla="*/ 5602 w 6603"/>
                    <a:gd name="connsiteY33-18320" fmla="*/ 255 h 5728"/>
                    <a:gd name="connsiteX34-18321" fmla="*/ 5736 w 6603"/>
                    <a:gd name="connsiteY34-18322" fmla="*/ 291 h 5728"/>
                    <a:gd name="connsiteX35-18323" fmla="*/ 5761 w 6603"/>
                    <a:gd name="connsiteY35-18324" fmla="*/ 331 h 5728"/>
                    <a:gd name="connsiteX36-18325" fmla="*/ 5837 w 6603"/>
                    <a:gd name="connsiteY36-18326" fmla="*/ 562 h 5728"/>
                    <a:gd name="connsiteX37-18327" fmla="*/ 5872 w 6603"/>
                    <a:gd name="connsiteY37-18328" fmla="*/ 586 h 5728"/>
                    <a:gd name="connsiteX38-18329" fmla="*/ 5964 w 6603"/>
                    <a:gd name="connsiteY38-18330" fmla="*/ 578 h 5728"/>
                    <a:gd name="connsiteX39-18331" fmla="*/ 6224 w 6603"/>
                    <a:gd name="connsiteY39-18332" fmla="*/ 490 h 5728"/>
                    <a:gd name="connsiteX40-18333" fmla="*/ 6444 w 6603"/>
                    <a:gd name="connsiteY40-18334" fmla="*/ 479 h 5728"/>
                    <a:gd name="connsiteX41-18335" fmla="*/ 6504 w 6603"/>
                    <a:gd name="connsiteY41-18336" fmla="*/ 648 h 5728"/>
                    <a:gd name="connsiteX42-18337" fmla="*/ 6422 w 6603"/>
                    <a:gd name="connsiteY42-18338" fmla="*/ 944 h 5728"/>
                    <a:gd name="connsiteX43-18339" fmla="*/ 6422 w 6603"/>
                    <a:gd name="connsiteY43-18340" fmla="*/ 1022 h 5728"/>
                    <a:gd name="connsiteX44-18341" fmla="*/ 6491 w 6603"/>
                    <a:gd name="connsiteY44-18342" fmla="*/ 1168 h 5728"/>
                    <a:gd name="connsiteX45-18343" fmla="*/ 6506 w 6603"/>
                    <a:gd name="connsiteY45-18344" fmla="*/ 1427 h 5728"/>
                    <a:gd name="connsiteX46-18345" fmla="*/ 6508 w 6603"/>
                    <a:gd name="connsiteY46-18346" fmla="*/ 1617 h 5728"/>
                    <a:gd name="connsiteX47-18347" fmla="*/ 6441 w 6603"/>
                    <a:gd name="connsiteY47-18348" fmla="*/ 1625 h 5728"/>
                    <a:gd name="connsiteX48-18349" fmla="*/ 6419 w 6603"/>
                    <a:gd name="connsiteY48-18350" fmla="*/ 1507 h 5728"/>
                    <a:gd name="connsiteX49-18351" fmla="*/ 6384 w 6603"/>
                    <a:gd name="connsiteY49-18352" fmla="*/ 1450 h 5728"/>
                    <a:gd name="connsiteX50-18353" fmla="*/ 6294 w 6603"/>
                    <a:gd name="connsiteY50-18354" fmla="*/ 1582 h 5728"/>
                    <a:gd name="connsiteX51-18355" fmla="*/ 6181 w 6603"/>
                    <a:gd name="connsiteY51-18356" fmla="*/ 1776 h 5728"/>
                    <a:gd name="connsiteX52-18357" fmla="*/ 6062 w 6603"/>
                    <a:gd name="connsiteY52-18358" fmla="*/ 1904 h 5728"/>
                    <a:gd name="connsiteX53-18359" fmla="*/ 6055 w 6603"/>
                    <a:gd name="connsiteY53-18360" fmla="*/ 2018 h 5728"/>
                    <a:gd name="connsiteX54-18361" fmla="*/ 6115 w 6603"/>
                    <a:gd name="connsiteY54-18362" fmla="*/ 2115 h 5728"/>
                    <a:gd name="connsiteX55-18363" fmla="*/ 6217 w 6603"/>
                    <a:gd name="connsiteY55-18364" fmla="*/ 2183 h 5728"/>
                    <a:gd name="connsiteX56-18365" fmla="*/ 6294 w 6603"/>
                    <a:gd name="connsiteY56-18366" fmla="*/ 2178 h 5728"/>
                    <a:gd name="connsiteX57-18367" fmla="*/ 6339 w 6603"/>
                    <a:gd name="connsiteY57-18368" fmla="*/ 2104 h 5728"/>
                    <a:gd name="connsiteX58-18369" fmla="*/ 6373 w 6603"/>
                    <a:gd name="connsiteY58-18370" fmla="*/ 2210 h 5728"/>
                    <a:gd name="connsiteX59-18371" fmla="*/ 6261 w 6603"/>
                    <a:gd name="connsiteY59-18372" fmla="*/ 2249 h 5728"/>
                    <a:gd name="connsiteX60-18373" fmla="*/ 6308 w 6603"/>
                    <a:gd name="connsiteY60-18374" fmla="*/ 2362 h 5728"/>
                    <a:gd name="connsiteX61-18375" fmla="*/ 6173 w 6603"/>
                    <a:gd name="connsiteY61-18376" fmla="*/ 2509 h 5728"/>
                    <a:gd name="connsiteX62-18377" fmla="*/ 6132 w 6603"/>
                    <a:gd name="connsiteY62-18378" fmla="*/ 2498 h 5728"/>
                    <a:gd name="connsiteX63-18379" fmla="*/ 6008 w 6603"/>
                    <a:gd name="connsiteY63-18380" fmla="*/ 2413 h 5728"/>
                    <a:gd name="connsiteX64-18381" fmla="*/ 5953 w 6603"/>
                    <a:gd name="connsiteY64-18382" fmla="*/ 2412 h 5728"/>
                    <a:gd name="connsiteX65-18383" fmla="*/ 5918 w 6603"/>
                    <a:gd name="connsiteY65-18384" fmla="*/ 2480 h 5728"/>
                    <a:gd name="connsiteX66-18385" fmla="*/ 5921 w 6603"/>
                    <a:gd name="connsiteY66-18386" fmla="*/ 2562 h 5728"/>
                    <a:gd name="connsiteX67-18387" fmla="*/ 6099 w 6603"/>
                    <a:gd name="connsiteY67-18388" fmla="*/ 2730 h 5728"/>
                    <a:gd name="connsiteX68-18389" fmla="*/ 6098 w 6603"/>
                    <a:gd name="connsiteY68-18390" fmla="*/ 2844 h 5728"/>
                    <a:gd name="connsiteX69-18391" fmla="*/ 6189 w 6603"/>
                    <a:gd name="connsiteY69-18392" fmla="*/ 3060 h 5728"/>
                    <a:gd name="connsiteX70-18393" fmla="*/ 6215 w 6603"/>
                    <a:gd name="connsiteY70-18394" fmla="*/ 3090 h 5728"/>
                    <a:gd name="connsiteX71-18395" fmla="*/ 6259 w 6603"/>
                    <a:gd name="connsiteY71-18396" fmla="*/ 3094 h 5728"/>
                    <a:gd name="connsiteX72-18397" fmla="*/ 6305 w 6603"/>
                    <a:gd name="connsiteY72-18398" fmla="*/ 3010 h 5728"/>
                    <a:gd name="connsiteX73-18399" fmla="*/ 6385 w 6603"/>
                    <a:gd name="connsiteY73-18400" fmla="*/ 2950 h 5728"/>
                    <a:gd name="connsiteX74-18401" fmla="*/ 6480 w 6603"/>
                    <a:gd name="connsiteY74-18402" fmla="*/ 3126 h 5728"/>
                    <a:gd name="connsiteX75-18403" fmla="*/ 6590 w 6603"/>
                    <a:gd name="connsiteY75-18404" fmla="*/ 3312 h 5728"/>
                    <a:gd name="connsiteX76-18405" fmla="*/ 6603 w 6603"/>
                    <a:gd name="connsiteY76-18406" fmla="*/ 3342 h 5728"/>
                    <a:gd name="connsiteX77-18407" fmla="*/ 6592 w 6603"/>
                    <a:gd name="connsiteY77-18408" fmla="*/ 3518 h 5728"/>
                    <a:gd name="connsiteX78-18409" fmla="*/ 6557 w 6603"/>
                    <a:gd name="connsiteY78-18410" fmla="*/ 3554 h 5728"/>
                    <a:gd name="connsiteX79-18411" fmla="*/ 6468 w 6603"/>
                    <a:gd name="connsiteY79-18412" fmla="*/ 3515 h 5728"/>
                    <a:gd name="connsiteX80-18413" fmla="*/ 6234 w 6603"/>
                    <a:gd name="connsiteY80-18414" fmla="*/ 3644 h 5728"/>
                    <a:gd name="connsiteX81-18415" fmla="*/ 6208 w 6603"/>
                    <a:gd name="connsiteY81-18416" fmla="*/ 3666 h 5728"/>
                    <a:gd name="connsiteX82-18417" fmla="*/ 6028 w 6603"/>
                    <a:gd name="connsiteY82-18418" fmla="*/ 3812 h 5728"/>
                    <a:gd name="connsiteX83-18419" fmla="*/ 5887 w 6603"/>
                    <a:gd name="connsiteY83-18420" fmla="*/ 3926 h 5728"/>
                    <a:gd name="connsiteX84-18421" fmla="*/ 5852 w 6603"/>
                    <a:gd name="connsiteY84-18422" fmla="*/ 3965 h 5728"/>
                    <a:gd name="connsiteX85-18423" fmla="*/ 5800 w 6603"/>
                    <a:gd name="connsiteY85-18424" fmla="*/ 3973 h 5728"/>
                    <a:gd name="connsiteX86-18425" fmla="*/ 5743 w 6603"/>
                    <a:gd name="connsiteY86-18426" fmla="*/ 3916 h 5728"/>
                    <a:gd name="connsiteX87-18427" fmla="*/ 5619 w 6603"/>
                    <a:gd name="connsiteY87-18428" fmla="*/ 3808 h 5728"/>
                    <a:gd name="connsiteX88-18429" fmla="*/ 5643 w 6603"/>
                    <a:gd name="connsiteY88-18430" fmla="*/ 4064 h 5728"/>
                    <a:gd name="connsiteX89-18431" fmla="*/ 5652 w 6603"/>
                    <a:gd name="connsiteY89-18432" fmla="*/ 4192 h 5728"/>
                    <a:gd name="connsiteX90-18433" fmla="*/ 5390 w 6603"/>
                    <a:gd name="connsiteY90-18434" fmla="*/ 4166 h 5728"/>
                    <a:gd name="connsiteX91-18435" fmla="*/ 5308 w 6603"/>
                    <a:gd name="connsiteY91-18436" fmla="*/ 3987 h 5728"/>
                    <a:gd name="connsiteX92-18437" fmla="*/ 5226 w 6603"/>
                    <a:gd name="connsiteY92-18438" fmla="*/ 3802 h 5728"/>
                    <a:gd name="connsiteX93-18439" fmla="*/ 4251 w 6603"/>
                    <a:gd name="connsiteY93-18440" fmla="*/ 4504 h 5728"/>
                    <a:gd name="connsiteX94-18441" fmla="*/ 4254 w 6603"/>
                    <a:gd name="connsiteY94-18442" fmla="*/ 4556 h 5728"/>
                    <a:gd name="connsiteX95-18443" fmla="*/ 4218 w 6603"/>
                    <a:gd name="connsiteY95-18444" fmla="*/ 4614 h 5728"/>
                    <a:gd name="connsiteX96-18445" fmla="*/ 3953 w 6603"/>
                    <a:gd name="connsiteY96-18446" fmla="*/ 4680 h 5728"/>
                    <a:gd name="connsiteX97-18447" fmla="*/ 3818 w 6603"/>
                    <a:gd name="connsiteY97-18448" fmla="*/ 4739 h 5728"/>
                    <a:gd name="connsiteX98-18449" fmla="*/ 3776 w 6603"/>
                    <a:gd name="connsiteY98-18450" fmla="*/ 4777 h 5728"/>
                    <a:gd name="connsiteX99-18451" fmla="*/ 3577 w 6603"/>
                    <a:gd name="connsiteY99-18452" fmla="*/ 5021 h 5728"/>
                    <a:gd name="connsiteX100-18453" fmla="*/ 3504 w 6603"/>
                    <a:gd name="connsiteY100-18454" fmla="*/ 4970 h 5728"/>
                    <a:gd name="connsiteX101-18455" fmla="*/ 3421 w 6603"/>
                    <a:gd name="connsiteY101-18456" fmla="*/ 4971 h 5728"/>
                    <a:gd name="connsiteX102-18457" fmla="*/ 3385 w 6603"/>
                    <a:gd name="connsiteY102-18458" fmla="*/ 5045 h 5728"/>
                    <a:gd name="connsiteX103-18459" fmla="*/ 3274 w 6603"/>
                    <a:gd name="connsiteY103-18460" fmla="*/ 5000 h 5728"/>
                    <a:gd name="connsiteX104-18461" fmla="*/ 3196 w 6603"/>
                    <a:gd name="connsiteY104-18462" fmla="*/ 5109 h 5728"/>
                    <a:gd name="connsiteX105-18463" fmla="*/ 2974 w 6603"/>
                    <a:gd name="connsiteY105-18464" fmla="*/ 5349 h 5728"/>
                    <a:gd name="connsiteX106-18465" fmla="*/ 2954 w 6603"/>
                    <a:gd name="connsiteY106-18466" fmla="*/ 5516 h 5728"/>
                    <a:gd name="connsiteX107-18467" fmla="*/ 2937 w 6603"/>
                    <a:gd name="connsiteY107-18468" fmla="*/ 5659 h 5728"/>
                    <a:gd name="connsiteX108-18469" fmla="*/ 2921 w 6603"/>
                    <a:gd name="connsiteY108-18470" fmla="*/ 5669 h 5728"/>
                    <a:gd name="connsiteX109-18471" fmla="*/ 2599 w 6603"/>
                    <a:gd name="connsiteY109-18472" fmla="*/ 5621 h 5728"/>
                    <a:gd name="connsiteX110-18473" fmla="*/ 2497 w 6603"/>
                    <a:gd name="connsiteY110-18474" fmla="*/ 5566 h 5728"/>
                    <a:gd name="connsiteX111-18475" fmla="*/ 2443 w 6603"/>
                    <a:gd name="connsiteY111-18476" fmla="*/ 5503 h 5728"/>
                    <a:gd name="connsiteX112-18477" fmla="*/ 2338 w 6603"/>
                    <a:gd name="connsiteY112-18478" fmla="*/ 5477 h 5728"/>
                    <a:gd name="connsiteX113-18479" fmla="*/ 2338 w 6603"/>
                    <a:gd name="connsiteY113-18480" fmla="*/ 5379 h 5728"/>
                    <a:gd name="connsiteX114-18481" fmla="*/ 2442 w 6603"/>
                    <a:gd name="connsiteY114-18482" fmla="*/ 5149 h 5728"/>
                    <a:gd name="connsiteX115-18483" fmla="*/ 2302 w 6603"/>
                    <a:gd name="connsiteY115-18484" fmla="*/ 5070 h 5728"/>
                    <a:gd name="connsiteX116-18485" fmla="*/ 2260 w 6603"/>
                    <a:gd name="connsiteY116-18486" fmla="*/ 5095 h 5728"/>
                    <a:gd name="connsiteX117-18487" fmla="*/ 2170 w 6603"/>
                    <a:gd name="connsiteY117-18488" fmla="*/ 5214 h 5728"/>
                    <a:gd name="connsiteX118-18489" fmla="*/ 2138 w 6603"/>
                    <a:gd name="connsiteY118-18490" fmla="*/ 5276 h 5728"/>
                    <a:gd name="connsiteX119-18491" fmla="*/ 2076 w 6603"/>
                    <a:gd name="connsiteY119-18492" fmla="*/ 5386 h 5728"/>
                    <a:gd name="connsiteX120-18493" fmla="*/ 2082 w 6603"/>
                    <a:gd name="connsiteY120-18494" fmla="*/ 5510 h 5728"/>
                    <a:gd name="connsiteX121-18495" fmla="*/ 2043 w 6603"/>
                    <a:gd name="connsiteY121-18496" fmla="*/ 5558 h 5728"/>
                    <a:gd name="connsiteX122-18497" fmla="*/ 1912 w 6603"/>
                    <a:gd name="connsiteY122-18498" fmla="*/ 5617 h 5728"/>
                    <a:gd name="connsiteX123-18499" fmla="*/ 1746 w 6603"/>
                    <a:gd name="connsiteY123-18500" fmla="*/ 5649 h 5728"/>
                    <a:gd name="connsiteX124-18501" fmla="*/ 1643 w 6603"/>
                    <a:gd name="connsiteY124-18502" fmla="*/ 5728 h 5728"/>
                    <a:gd name="connsiteX125-18503" fmla="*/ 1529 w 6603"/>
                    <a:gd name="connsiteY125-18504" fmla="*/ 5611 h 5728"/>
                    <a:gd name="connsiteX126-18505" fmla="*/ 1469 w 6603"/>
                    <a:gd name="connsiteY126-18506" fmla="*/ 5485 h 5728"/>
                    <a:gd name="connsiteX127-18507" fmla="*/ 1591 w 6603"/>
                    <a:gd name="connsiteY127-18508" fmla="*/ 5242 h 5728"/>
                    <a:gd name="connsiteX128-18509" fmla="*/ 1646 w 6603"/>
                    <a:gd name="connsiteY128-18510" fmla="*/ 5195 h 5728"/>
                    <a:gd name="connsiteX129-18511" fmla="*/ 1691 w 6603"/>
                    <a:gd name="connsiteY129-18512" fmla="*/ 5120 h 5728"/>
                    <a:gd name="connsiteX130-18513" fmla="*/ 1688 w 6603"/>
                    <a:gd name="connsiteY130-18514" fmla="*/ 5071 h 5728"/>
                    <a:gd name="connsiteX131-18515" fmla="*/ 1491 w 6603"/>
                    <a:gd name="connsiteY131-18516" fmla="*/ 5007 h 5728"/>
                    <a:gd name="connsiteX132-18517" fmla="*/ 1420 w 6603"/>
                    <a:gd name="connsiteY132-18518" fmla="*/ 5064 h 5728"/>
                    <a:gd name="connsiteX133-18519" fmla="*/ 1314 w 6603"/>
                    <a:gd name="connsiteY133-18520" fmla="*/ 5111 h 5728"/>
                    <a:gd name="connsiteX134-18521" fmla="*/ 1251 w 6603"/>
                    <a:gd name="connsiteY134-18522" fmla="*/ 5063 h 5728"/>
                    <a:gd name="connsiteX135-18523" fmla="*/ 1013 w 6603"/>
                    <a:gd name="connsiteY135-18524" fmla="*/ 5254 h 5728"/>
                    <a:gd name="connsiteX136-18525" fmla="*/ 885 w 6603"/>
                    <a:gd name="connsiteY136-18526" fmla="*/ 5231 h 5728"/>
                    <a:gd name="connsiteX137-18527" fmla="*/ 774 w 6603"/>
                    <a:gd name="connsiteY137-18528" fmla="*/ 5097 h 5728"/>
                    <a:gd name="connsiteX138-18529" fmla="*/ 644 w 6603"/>
                    <a:gd name="connsiteY138-18530" fmla="*/ 4930 h 5728"/>
                    <a:gd name="connsiteX139-18531" fmla="*/ 533 w 6603"/>
                    <a:gd name="connsiteY139-18532" fmla="*/ 4806 h 5728"/>
                    <a:gd name="connsiteX140-18533" fmla="*/ 466 w 6603"/>
                    <a:gd name="connsiteY140-18534" fmla="*/ 4788 h 5728"/>
                    <a:gd name="connsiteX141-18535" fmla="*/ 601 w 6603"/>
                    <a:gd name="connsiteY141-18536" fmla="*/ 4631 h 5728"/>
                    <a:gd name="connsiteX142-18537" fmla="*/ 644 w 6603"/>
                    <a:gd name="connsiteY142-18538" fmla="*/ 4541 h 5728"/>
                    <a:gd name="connsiteX143-18539" fmla="*/ 612 w 6603"/>
                    <a:gd name="connsiteY143-18540" fmla="*/ 4438 h 5728"/>
                    <a:gd name="connsiteX144-18541" fmla="*/ 238 w 6603"/>
                    <a:gd name="connsiteY144-18542" fmla="*/ 4491 h 5728"/>
                    <a:gd name="connsiteX145-18543" fmla="*/ 148 w 6603"/>
                    <a:gd name="connsiteY145-18544" fmla="*/ 4518 h 5728"/>
                    <a:gd name="connsiteX146-18545" fmla="*/ 156 w 6603"/>
                    <a:gd name="connsiteY146-18546" fmla="*/ 4384 h 5728"/>
                    <a:gd name="connsiteX147-18547" fmla="*/ 108 w 6603"/>
                    <a:gd name="connsiteY147-18548" fmla="*/ 4318 h 5728"/>
                    <a:gd name="connsiteX148-18549" fmla="*/ 0 w 6603"/>
                    <a:gd name="connsiteY148-18550" fmla="*/ 4220 h 5728"/>
                    <a:gd name="connsiteX0-18551" fmla="*/ 5309 w 6495"/>
                    <a:gd name="connsiteY0-18552" fmla="*/ 2333 h 5728"/>
                    <a:gd name="connsiteX1-18553" fmla="*/ 5307 w 6495"/>
                    <a:gd name="connsiteY1-18554" fmla="*/ 2117 h 5728"/>
                    <a:gd name="connsiteX2-18555" fmla="*/ 5231 w 6495"/>
                    <a:gd name="connsiteY2-18556" fmla="*/ 2039 h 5728"/>
                    <a:gd name="connsiteX3-18557" fmla="*/ 5088 w 6495"/>
                    <a:gd name="connsiteY3-18558" fmla="*/ 1951 h 5728"/>
                    <a:gd name="connsiteX4-18559" fmla="*/ 4996 w 6495"/>
                    <a:gd name="connsiteY4-18560" fmla="*/ 1827 h 5728"/>
                    <a:gd name="connsiteX5-18561" fmla="*/ 4900 w 6495"/>
                    <a:gd name="connsiteY5-18562" fmla="*/ 1828 h 5728"/>
                    <a:gd name="connsiteX6-18563" fmla="*/ 4855 w 6495"/>
                    <a:gd name="connsiteY6-18564" fmla="*/ 1883 h 5728"/>
                    <a:gd name="connsiteX7-18565" fmla="*/ 4762 w 6495"/>
                    <a:gd name="connsiteY7-18566" fmla="*/ 1877 h 5728"/>
                    <a:gd name="connsiteX8-18567" fmla="*/ 4742 w 6495"/>
                    <a:gd name="connsiteY8-18568" fmla="*/ 1994 h 5728"/>
                    <a:gd name="connsiteX9-18569" fmla="*/ 4561 w 6495"/>
                    <a:gd name="connsiteY9-18570" fmla="*/ 1941 h 5728"/>
                    <a:gd name="connsiteX10-18571" fmla="*/ 4478 w 6495"/>
                    <a:gd name="connsiteY10-18572" fmla="*/ 1939 h 5728"/>
                    <a:gd name="connsiteX11-18573" fmla="*/ 4353 w 6495"/>
                    <a:gd name="connsiteY11-18574" fmla="*/ 2014 h 5728"/>
                    <a:gd name="connsiteX12-18575" fmla="*/ 4241 w 6495"/>
                    <a:gd name="connsiteY12-18576" fmla="*/ 1890 h 5728"/>
                    <a:gd name="connsiteX13-18577" fmla="*/ 4335 w 6495"/>
                    <a:gd name="connsiteY13-18578" fmla="*/ 1804 h 5728"/>
                    <a:gd name="connsiteX14-18579" fmla="*/ 4339 w 6495"/>
                    <a:gd name="connsiteY14-18580" fmla="*/ 1634 h 5728"/>
                    <a:gd name="connsiteX15-18581" fmla="*/ 4394 w 6495"/>
                    <a:gd name="connsiteY15-18582" fmla="*/ 1514 h 5728"/>
                    <a:gd name="connsiteX16-18583" fmla="*/ 4437 w 6495"/>
                    <a:gd name="connsiteY16-18584" fmla="*/ 1306 h 5728"/>
                    <a:gd name="connsiteX17-18585" fmla="*/ 4497 w 6495"/>
                    <a:gd name="connsiteY17-18586" fmla="*/ 1307 h 5728"/>
                    <a:gd name="connsiteX18-18587" fmla="*/ 4820 w 6495"/>
                    <a:gd name="connsiteY18-18588" fmla="*/ 1286 h 5728"/>
                    <a:gd name="connsiteX19-18589" fmla="*/ 4994 w 6495"/>
                    <a:gd name="connsiteY19-18590" fmla="*/ 1117 h 5728"/>
                    <a:gd name="connsiteX20-18591" fmla="*/ 5063 w 6495"/>
                    <a:gd name="connsiteY20-18592" fmla="*/ 748 h 5728"/>
                    <a:gd name="connsiteX21-18593" fmla="*/ 5173 w 6495"/>
                    <a:gd name="connsiteY21-18594" fmla="*/ 486 h 5728"/>
                    <a:gd name="connsiteX22-18595" fmla="*/ 5171 w 6495"/>
                    <a:gd name="connsiteY22-18596" fmla="*/ 358 h 5728"/>
                    <a:gd name="connsiteX23-18597" fmla="*/ 5158 w 6495"/>
                    <a:gd name="connsiteY23-18598" fmla="*/ 328 h 5728"/>
                    <a:gd name="connsiteX24-18599" fmla="*/ 5091 w 6495"/>
                    <a:gd name="connsiteY24-18600" fmla="*/ 251 h 5728"/>
                    <a:gd name="connsiteX25-18601" fmla="*/ 5031 w 6495"/>
                    <a:gd name="connsiteY25-18602" fmla="*/ 217 h 5728"/>
                    <a:gd name="connsiteX26-18603" fmla="*/ 5156 w 6495"/>
                    <a:gd name="connsiteY26-18604" fmla="*/ 56 h 5728"/>
                    <a:gd name="connsiteX27-18605" fmla="*/ 5329 w 6495"/>
                    <a:gd name="connsiteY27-18606" fmla="*/ 2 h 5728"/>
                    <a:gd name="connsiteX28-18607" fmla="*/ 5361 w 6495"/>
                    <a:gd name="connsiteY28-18608" fmla="*/ 49 h 5728"/>
                    <a:gd name="connsiteX29-18609" fmla="*/ 5351 w 6495"/>
                    <a:gd name="connsiteY29-18610" fmla="*/ 133 h 5728"/>
                    <a:gd name="connsiteX30-18611" fmla="*/ 5290 w 6495"/>
                    <a:gd name="connsiteY30-18612" fmla="*/ 243 h 5728"/>
                    <a:gd name="connsiteX31-18613" fmla="*/ 5360 w 6495"/>
                    <a:gd name="connsiteY31-18614" fmla="*/ 301 h 5728"/>
                    <a:gd name="connsiteX32-18615" fmla="*/ 5474 w 6495"/>
                    <a:gd name="connsiteY32-18616" fmla="*/ 366 h 5728"/>
                    <a:gd name="connsiteX33-18617" fmla="*/ 5494 w 6495"/>
                    <a:gd name="connsiteY33-18618" fmla="*/ 255 h 5728"/>
                    <a:gd name="connsiteX34-18619" fmla="*/ 5628 w 6495"/>
                    <a:gd name="connsiteY34-18620" fmla="*/ 291 h 5728"/>
                    <a:gd name="connsiteX35-18621" fmla="*/ 5653 w 6495"/>
                    <a:gd name="connsiteY35-18622" fmla="*/ 331 h 5728"/>
                    <a:gd name="connsiteX36-18623" fmla="*/ 5729 w 6495"/>
                    <a:gd name="connsiteY36-18624" fmla="*/ 562 h 5728"/>
                    <a:gd name="connsiteX37-18625" fmla="*/ 5764 w 6495"/>
                    <a:gd name="connsiteY37-18626" fmla="*/ 586 h 5728"/>
                    <a:gd name="connsiteX38-18627" fmla="*/ 5856 w 6495"/>
                    <a:gd name="connsiteY38-18628" fmla="*/ 578 h 5728"/>
                    <a:gd name="connsiteX39-18629" fmla="*/ 6116 w 6495"/>
                    <a:gd name="connsiteY39-18630" fmla="*/ 490 h 5728"/>
                    <a:gd name="connsiteX40-18631" fmla="*/ 6336 w 6495"/>
                    <a:gd name="connsiteY40-18632" fmla="*/ 479 h 5728"/>
                    <a:gd name="connsiteX41-18633" fmla="*/ 6396 w 6495"/>
                    <a:gd name="connsiteY41-18634" fmla="*/ 648 h 5728"/>
                    <a:gd name="connsiteX42-18635" fmla="*/ 6314 w 6495"/>
                    <a:gd name="connsiteY42-18636" fmla="*/ 944 h 5728"/>
                    <a:gd name="connsiteX43-18637" fmla="*/ 6314 w 6495"/>
                    <a:gd name="connsiteY43-18638" fmla="*/ 1022 h 5728"/>
                    <a:gd name="connsiteX44-18639" fmla="*/ 6383 w 6495"/>
                    <a:gd name="connsiteY44-18640" fmla="*/ 1168 h 5728"/>
                    <a:gd name="connsiteX45-18641" fmla="*/ 6398 w 6495"/>
                    <a:gd name="connsiteY45-18642" fmla="*/ 1427 h 5728"/>
                    <a:gd name="connsiteX46-18643" fmla="*/ 6400 w 6495"/>
                    <a:gd name="connsiteY46-18644" fmla="*/ 1617 h 5728"/>
                    <a:gd name="connsiteX47-18645" fmla="*/ 6333 w 6495"/>
                    <a:gd name="connsiteY47-18646" fmla="*/ 1625 h 5728"/>
                    <a:gd name="connsiteX48-18647" fmla="*/ 6311 w 6495"/>
                    <a:gd name="connsiteY48-18648" fmla="*/ 1507 h 5728"/>
                    <a:gd name="connsiteX49-18649" fmla="*/ 6276 w 6495"/>
                    <a:gd name="connsiteY49-18650" fmla="*/ 1450 h 5728"/>
                    <a:gd name="connsiteX50-18651" fmla="*/ 6186 w 6495"/>
                    <a:gd name="connsiteY50-18652" fmla="*/ 1582 h 5728"/>
                    <a:gd name="connsiteX51-18653" fmla="*/ 6073 w 6495"/>
                    <a:gd name="connsiteY51-18654" fmla="*/ 1776 h 5728"/>
                    <a:gd name="connsiteX52-18655" fmla="*/ 5954 w 6495"/>
                    <a:gd name="connsiteY52-18656" fmla="*/ 1904 h 5728"/>
                    <a:gd name="connsiteX53-18657" fmla="*/ 5947 w 6495"/>
                    <a:gd name="connsiteY53-18658" fmla="*/ 2018 h 5728"/>
                    <a:gd name="connsiteX54-18659" fmla="*/ 6007 w 6495"/>
                    <a:gd name="connsiteY54-18660" fmla="*/ 2115 h 5728"/>
                    <a:gd name="connsiteX55-18661" fmla="*/ 6109 w 6495"/>
                    <a:gd name="connsiteY55-18662" fmla="*/ 2183 h 5728"/>
                    <a:gd name="connsiteX56-18663" fmla="*/ 6186 w 6495"/>
                    <a:gd name="connsiteY56-18664" fmla="*/ 2178 h 5728"/>
                    <a:gd name="connsiteX57-18665" fmla="*/ 6231 w 6495"/>
                    <a:gd name="connsiteY57-18666" fmla="*/ 2104 h 5728"/>
                    <a:gd name="connsiteX58-18667" fmla="*/ 6265 w 6495"/>
                    <a:gd name="connsiteY58-18668" fmla="*/ 2210 h 5728"/>
                    <a:gd name="connsiteX59-18669" fmla="*/ 6153 w 6495"/>
                    <a:gd name="connsiteY59-18670" fmla="*/ 2249 h 5728"/>
                    <a:gd name="connsiteX60-18671" fmla="*/ 6200 w 6495"/>
                    <a:gd name="connsiteY60-18672" fmla="*/ 2362 h 5728"/>
                    <a:gd name="connsiteX61-18673" fmla="*/ 6065 w 6495"/>
                    <a:gd name="connsiteY61-18674" fmla="*/ 2509 h 5728"/>
                    <a:gd name="connsiteX62-18675" fmla="*/ 6024 w 6495"/>
                    <a:gd name="connsiteY62-18676" fmla="*/ 2498 h 5728"/>
                    <a:gd name="connsiteX63-18677" fmla="*/ 5900 w 6495"/>
                    <a:gd name="connsiteY63-18678" fmla="*/ 2413 h 5728"/>
                    <a:gd name="connsiteX64-18679" fmla="*/ 5845 w 6495"/>
                    <a:gd name="connsiteY64-18680" fmla="*/ 2412 h 5728"/>
                    <a:gd name="connsiteX65-18681" fmla="*/ 5810 w 6495"/>
                    <a:gd name="connsiteY65-18682" fmla="*/ 2480 h 5728"/>
                    <a:gd name="connsiteX66-18683" fmla="*/ 5813 w 6495"/>
                    <a:gd name="connsiteY66-18684" fmla="*/ 2562 h 5728"/>
                    <a:gd name="connsiteX67-18685" fmla="*/ 5991 w 6495"/>
                    <a:gd name="connsiteY67-18686" fmla="*/ 2730 h 5728"/>
                    <a:gd name="connsiteX68-18687" fmla="*/ 5990 w 6495"/>
                    <a:gd name="connsiteY68-18688" fmla="*/ 2844 h 5728"/>
                    <a:gd name="connsiteX69-18689" fmla="*/ 6081 w 6495"/>
                    <a:gd name="connsiteY69-18690" fmla="*/ 3060 h 5728"/>
                    <a:gd name="connsiteX70-18691" fmla="*/ 6107 w 6495"/>
                    <a:gd name="connsiteY70-18692" fmla="*/ 3090 h 5728"/>
                    <a:gd name="connsiteX71-18693" fmla="*/ 6151 w 6495"/>
                    <a:gd name="connsiteY71-18694" fmla="*/ 3094 h 5728"/>
                    <a:gd name="connsiteX72-18695" fmla="*/ 6197 w 6495"/>
                    <a:gd name="connsiteY72-18696" fmla="*/ 3010 h 5728"/>
                    <a:gd name="connsiteX73-18697" fmla="*/ 6277 w 6495"/>
                    <a:gd name="connsiteY73-18698" fmla="*/ 2950 h 5728"/>
                    <a:gd name="connsiteX74-18699" fmla="*/ 6372 w 6495"/>
                    <a:gd name="connsiteY74-18700" fmla="*/ 3126 h 5728"/>
                    <a:gd name="connsiteX75-18701" fmla="*/ 6482 w 6495"/>
                    <a:gd name="connsiteY75-18702" fmla="*/ 3312 h 5728"/>
                    <a:gd name="connsiteX76-18703" fmla="*/ 6495 w 6495"/>
                    <a:gd name="connsiteY76-18704" fmla="*/ 3342 h 5728"/>
                    <a:gd name="connsiteX77-18705" fmla="*/ 6484 w 6495"/>
                    <a:gd name="connsiteY77-18706" fmla="*/ 3518 h 5728"/>
                    <a:gd name="connsiteX78-18707" fmla="*/ 6449 w 6495"/>
                    <a:gd name="connsiteY78-18708" fmla="*/ 3554 h 5728"/>
                    <a:gd name="connsiteX79-18709" fmla="*/ 6360 w 6495"/>
                    <a:gd name="connsiteY79-18710" fmla="*/ 3515 h 5728"/>
                    <a:gd name="connsiteX80-18711" fmla="*/ 6126 w 6495"/>
                    <a:gd name="connsiteY80-18712" fmla="*/ 3644 h 5728"/>
                    <a:gd name="connsiteX81-18713" fmla="*/ 6100 w 6495"/>
                    <a:gd name="connsiteY81-18714" fmla="*/ 3666 h 5728"/>
                    <a:gd name="connsiteX82-18715" fmla="*/ 5920 w 6495"/>
                    <a:gd name="connsiteY82-18716" fmla="*/ 3812 h 5728"/>
                    <a:gd name="connsiteX83-18717" fmla="*/ 5779 w 6495"/>
                    <a:gd name="connsiteY83-18718" fmla="*/ 3926 h 5728"/>
                    <a:gd name="connsiteX84-18719" fmla="*/ 5744 w 6495"/>
                    <a:gd name="connsiteY84-18720" fmla="*/ 3965 h 5728"/>
                    <a:gd name="connsiteX85-18721" fmla="*/ 5692 w 6495"/>
                    <a:gd name="connsiteY85-18722" fmla="*/ 3973 h 5728"/>
                    <a:gd name="connsiteX86-18723" fmla="*/ 5635 w 6495"/>
                    <a:gd name="connsiteY86-18724" fmla="*/ 3916 h 5728"/>
                    <a:gd name="connsiteX87-18725" fmla="*/ 5511 w 6495"/>
                    <a:gd name="connsiteY87-18726" fmla="*/ 3808 h 5728"/>
                    <a:gd name="connsiteX88-18727" fmla="*/ 5535 w 6495"/>
                    <a:gd name="connsiteY88-18728" fmla="*/ 4064 h 5728"/>
                    <a:gd name="connsiteX89-18729" fmla="*/ 5544 w 6495"/>
                    <a:gd name="connsiteY89-18730" fmla="*/ 4192 h 5728"/>
                    <a:gd name="connsiteX90-18731" fmla="*/ 5282 w 6495"/>
                    <a:gd name="connsiteY90-18732" fmla="*/ 4166 h 5728"/>
                    <a:gd name="connsiteX91-18733" fmla="*/ 5200 w 6495"/>
                    <a:gd name="connsiteY91-18734" fmla="*/ 3987 h 5728"/>
                    <a:gd name="connsiteX92-18735" fmla="*/ 5118 w 6495"/>
                    <a:gd name="connsiteY92-18736" fmla="*/ 3802 h 5728"/>
                    <a:gd name="connsiteX93-18737" fmla="*/ 4143 w 6495"/>
                    <a:gd name="connsiteY93-18738" fmla="*/ 4504 h 5728"/>
                    <a:gd name="connsiteX94-18739" fmla="*/ 4146 w 6495"/>
                    <a:gd name="connsiteY94-18740" fmla="*/ 4556 h 5728"/>
                    <a:gd name="connsiteX95-18741" fmla="*/ 4110 w 6495"/>
                    <a:gd name="connsiteY95-18742" fmla="*/ 4614 h 5728"/>
                    <a:gd name="connsiteX96-18743" fmla="*/ 3845 w 6495"/>
                    <a:gd name="connsiteY96-18744" fmla="*/ 4680 h 5728"/>
                    <a:gd name="connsiteX97-18745" fmla="*/ 3710 w 6495"/>
                    <a:gd name="connsiteY97-18746" fmla="*/ 4739 h 5728"/>
                    <a:gd name="connsiteX98-18747" fmla="*/ 3668 w 6495"/>
                    <a:gd name="connsiteY98-18748" fmla="*/ 4777 h 5728"/>
                    <a:gd name="connsiteX99-18749" fmla="*/ 3469 w 6495"/>
                    <a:gd name="connsiteY99-18750" fmla="*/ 5021 h 5728"/>
                    <a:gd name="connsiteX100-18751" fmla="*/ 3396 w 6495"/>
                    <a:gd name="connsiteY100-18752" fmla="*/ 4970 h 5728"/>
                    <a:gd name="connsiteX101-18753" fmla="*/ 3313 w 6495"/>
                    <a:gd name="connsiteY101-18754" fmla="*/ 4971 h 5728"/>
                    <a:gd name="connsiteX102-18755" fmla="*/ 3277 w 6495"/>
                    <a:gd name="connsiteY102-18756" fmla="*/ 5045 h 5728"/>
                    <a:gd name="connsiteX103-18757" fmla="*/ 3166 w 6495"/>
                    <a:gd name="connsiteY103-18758" fmla="*/ 5000 h 5728"/>
                    <a:gd name="connsiteX104-18759" fmla="*/ 3088 w 6495"/>
                    <a:gd name="connsiteY104-18760" fmla="*/ 5109 h 5728"/>
                    <a:gd name="connsiteX105-18761" fmla="*/ 2866 w 6495"/>
                    <a:gd name="connsiteY105-18762" fmla="*/ 5349 h 5728"/>
                    <a:gd name="connsiteX106-18763" fmla="*/ 2846 w 6495"/>
                    <a:gd name="connsiteY106-18764" fmla="*/ 5516 h 5728"/>
                    <a:gd name="connsiteX107-18765" fmla="*/ 2829 w 6495"/>
                    <a:gd name="connsiteY107-18766" fmla="*/ 5659 h 5728"/>
                    <a:gd name="connsiteX108-18767" fmla="*/ 2813 w 6495"/>
                    <a:gd name="connsiteY108-18768" fmla="*/ 5669 h 5728"/>
                    <a:gd name="connsiteX109-18769" fmla="*/ 2491 w 6495"/>
                    <a:gd name="connsiteY109-18770" fmla="*/ 5621 h 5728"/>
                    <a:gd name="connsiteX110-18771" fmla="*/ 2389 w 6495"/>
                    <a:gd name="connsiteY110-18772" fmla="*/ 5566 h 5728"/>
                    <a:gd name="connsiteX111-18773" fmla="*/ 2335 w 6495"/>
                    <a:gd name="connsiteY111-18774" fmla="*/ 5503 h 5728"/>
                    <a:gd name="connsiteX112-18775" fmla="*/ 2230 w 6495"/>
                    <a:gd name="connsiteY112-18776" fmla="*/ 5477 h 5728"/>
                    <a:gd name="connsiteX113-18777" fmla="*/ 2230 w 6495"/>
                    <a:gd name="connsiteY113-18778" fmla="*/ 5379 h 5728"/>
                    <a:gd name="connsiteX114-18779" fmla="*/ 2334 w 6495"/>
                    <a:gd name="connsiteY114-18780" fmla="*/ 5149 h 5728"/>
                    <a:gd name="connsiteX115-18781" fmla="*/ 2194 w 6495"/>
                    <a:gd name="connsiteY115-18782" fmla="*/ 5070 h 5728"/>
                    <a:gd name="connsiteX116-18783" fmla="*/ 2152 w 6495"/>
                    <a:gd name="connsiteY116-18784" fmla="*/ 5095 h 5728"/>
                    <a:gd name="connsiteX117-18785" fmla="*/ 2062 w 6495"/>
                    <a:gd name="connsiteY117-18786" fmla="*/ 5214 h 5728"/>
                    <a:gd name="connsiteX118-18787" fmla="*/ 2030 w 6495"/>
                    <a:gd name="connsiteY118-18788" fmla="*/ 5276 h 5728"/>
                    <a:gd name="connsiteX119-18789" fmla="*/ 1968 w 6495"/>
                    <a:gd name="connsiteY119-18790" fmla="*/ 5386 h 5728"/>
                    <a:gd name="connsiteX120-18791" fmla="*/ 1974 w 6495"/>
                    <a:gd name="connsiteY120-18792" fmla="*/ 5510 h 5728"/>
                    <a:gd name="connsiteX121-18793" fmla="*/ 1935 w 6495"/>
                    <a:gd name="connsiteY121-18794" fmla="*/ 5558 h 5728"/>
                    <a:gd name="connsiteX122-18795" fmla="*/ 1804 w 6495"/>
                    <a:gd name="connsiteY122-18796" fmla="*/ 5617 h 5728"/>
                    <a:gd name="connsiteX123-18797" fmla="*/ 1638 w 6495"/>
                    <a:gd name="connsiteY123-18798" fmla="*/ 5649 h 5728"/>
                    <a:gd name="connsiteX124-18799" fmla="*/ 1535 w 6495"/>
                    <a:gd name="connsiteY124-18800" fmla="*/ 5728 h 5728"/>
                    <a:gd name="connsiteX125-18801" fmla="*/ 1421 w 6495"/>
                    <a:gd name="connsiteY125-18802" fmla="*/ 5611 h 5728"/>
                    <a:gd name="connsiteX126-18803" fmla="*/ 1361 w 6495"/>
                    <a:gd name="connsiteY126-18804" fmla="*/ 5485 h 5728"/>
                    <a:gd name="connsiteX127-18805" fmla="*/ 1483 w 6495"/>
                    <a:gd name="connsiteY127-18806" fmla="*/ 5242 h 5728"/>
                    <a:gd name="connsiteX128-18807" fmla="*/ 1538 w 6495"/>
                    <a:gd name="connsiteY128-18808" fmla="*/ 5195 h 5728"/>
                    <a:gd name="connsiteX129-18809" fmla="*/ 1583 w 6495"/>
                    <a:gd name="connsiteY129-18810" fmla="*/ 5120 h 5728"/>
                    <a:gd name="connsiteX130-18811" fmla="*/ 1580 w 6495"/>
                    <a:gd name="connsiteY130-18812" fmla="*/ 5071 h 5728"/>
                    <a:gd name="connsiteX131-18813" fmla="*/ 1383 w 6495"/>
                    <a:gd name="connsiteY131-18814" fmla="*/ 5007 h 5728"/>
                    <a:gd name="connsiteX132-18815" fmla="*/ 1312 w 6495"/>
                    <a:gd name="connsiteY132-18816" fmla="*/ 5064 h 5728"/>
                    <a:gd name="connsiteX133-18817" fmla="*/ 1206 w 6495"/>
                    <a:gd name="connsiteY133-18818" fmla="*/ 5111 h 5728"/>
                    <a:gd name="connsiteX134-18819" fmla="*/ 1143 w 6495"/>
                    <a:gd name="connsiteY134-18820" fmla="*/ 5063 h 5728"/>
                    <a:gd name="connsiteX135-18821" fmla="*/ 905 w 6495"/>
                    <a:gd name="connsiteY135-18822" fmla="*/ 5254 h 5728"/>
                    <a:gd name="connsiteX136-18823" fmla="*/ 777 w 6495"/>
                    <a:gd name="connsiteY136-18824" fmla="*/ 5231 h 5728"/>
                    <a:gd name="connsiteX137-18825" fmla="*/ 666 w 6495"/>
                    <a:gd name="connsiteY137-18826" fmla="*/ 5097 h 5728"/>
                    <a:gd name="connsiteX138-18827" fmla="*/ 536 w 6495"/>
                    <a:gd name="connsiteY138-18828" fmla="*/ 4930 h 5728"/>
                    <a:gd name="connsiteX139-18829" fmla="*/ 425 w 6495"/>
                    <a:gd name="connsiteY139-18830" fmla="*/ 4806 h 5728"/>
                    <a:gd name="connsiteX140-18831" fmla="*/ 358 w 6495"/>
                    <a:gd name="connsiteY140-18832" fmla="*/ 4788 h 5728"/>
                    <a:gd name="connsiteX141-18833" fmla="*/ 493 w 6495"/>
                    <a:gd name="connsiteY141-18834" fmla="*/ 4631 h 5728"/>
                    <a:gd name="connsiteX142-18835" fmla="*/ 536 w 6495"/>
                    <a:gd name="connsiteY142-18836" fmla="*/ 4541 h 5728"/>
                    <a:gd name="connsiteX143-18837" fmla="*/ 504 w 6495"/>
                    <a:gd name="connsiteY143-18838" fmla="*/ 4438 h 5728"/>
                    <a:gd name="connsiteX144-18839" fmla="*/ 130 w 6495"/>
                    <a:gd name="connsiteY144-18840" fmla="*/ 4491 h 5728"/>
                    <a:gd name="connsiteX145-18841" fmla="*/ 40 w 6495"/>
                    <a:gd name="connsiteY145-18842" fmla="*/ 4518 h 5728"/>
                    <a:gd name="connsiteX146-18843" fmla="*/ 48 w 6495"/>
                    <a:gd name="connsiteY146-18844" fmla="*/ 4384 h 5728"/>
                    <a:gd name="connsiteX147-18845" fmla="*/ 0 w 6495"/>
                    <a:gd name="connsiteY147-18846" fmla="*/ 4318 h 5728"/>
                    <a:gd name="connsiteX0-18847" fmla="*/ 5269 w 6455"/>
                    <a:gd name="connsiteY0-18848" fmla="*/ 2333 h 5728"/>
                    <a:gd name="connsiteX1-18849" fmla="*/ 5267 w 6455"/>
                    <a:gd name="connsiteY1-18850" fmla="*/ 2117 h 5728"/>
                    <a:gd name="connsiteX2-18851" fmla="*/ 5191 w 6455"/>
                    <a:gd name="connsiteY2-18852" fmla="*/ 2039 h 5728"/>
                    <a:gd name="connsiteX3-18853" fmla="*/ 5048 w 6455"/>
                    <a:gd name="connsiteY3-18854" fmla="*/ 1951 h 5728"/>
                    <a:gd name="connsiteX4-18855" fmla="*/ 4956 w 6455"/>
                    <a:gd name="connsiteY4-18856" fmla="*/ 1827 h 5728"/>
                    <a:gd name="connsiteX5-18857" fmla="*/ 4860 w 6455"/>
                    <a:gd name="connsiteY5-18858" fmla="*/ 1828 h 5728"/>
                    <a:gd name="connsiteX6-18859" fmla="*/ 4815 w 6455"/>
                    <a:gd name="connsiteY6-18860" fmla="*/ 1883 h 5728"/>
                    <a:gd name="connsiteX7-18861" fmla="*/ 4722 w 6455"/>
                    <a:gd name="connsiteY7-18862" fmla="*/ 1877 h 5728"/>
                    <a:gd name="connsiteX8-18863" fmla="*/ 4702 w 6455"/>
                    <a:gd name="connsiteY8-18864" fmla="*/ 1994 h 5728"/>
                    <a:gd name="connsiteX9-18865" fmla="*/ 4521 w 6455"/>
                    <a:gd name="connsiteY9-18866" fmla="*/ 1941 h 5728"/>
                    <a:gd name="connsiteX10-18867" fmla="*/ 4438 w 6455"/>
                    <a:gd name="connsiteY10-18868" fmla="*/ 1939 h 5728"/>
                    <a:gd name="connsiteX11-18869" fmla="*/ 4313 w 6455"/>
                    <a:gd name="connsiteY11-18870" fmla="*/ 2014 h 5728"/>
                    <a:gd name="connsiteX12-18871" fmla="*/ 4201 w 6455"/>
                    <a:gd name="connsiteY12-18872" fmla="*/ 1890 h 5728"/>
                    <a:gd name="connsiteX13-18873" fmla="*/ 4295 w 6455"/>
                    <a:gd name="connsiteY13-18874" fmla="*/ 1804 h 5728"/>
                    <a:gd name="connsiteX14-18875" fmla="*/ 4299 w 6455"/>
                    <a:gd name="connsiteY14-18876" fmla="*/ 1634 h 5728"/>
                    <a:gd name="connsiteX15-18877" fmla="*/ 4354 w 6455"/>
                    <a:gd name="connsiteY15-18878" fmla="*/ 1514 h 5728"/>
                    <a:gd name="connsiteX16-18879" fmla="*/ 4397 w 6455"/>
                    <a:gd name="connsiteY16-18880" fmla="*/ 1306 h 5728"/>
                    <a:gd name="connsiteX17-18881" fmla="*/ 4457 w 6455"/>
                    <a:gd name="connsiteY17-18882" fmla="*/ 1307 h 5728"/>
                    <a:gd name="connsiteX18-18883" fmla="*/ 4780 w 6455"/>
                    <a:gd name="connsiteY18-18884" fmla="*/ 1286 h 5728"/>
                    <a:gd name="connsiteX19-18885" fmla="*/ 4954 w 6455"/>
                    <a:gd name="connsiteY19-18886" fmla="*/ 1117 h 5728"/>
                    <a:gd name="connsiteX20-18887" fmla="*/ 5023 w 6455"/>
                    <a:gd name="connsiteY20-18888" fmla="*/ 748 h 5728"/>
                    <a:gd name="connsiteX21-18889" fmla="*/ 5133 w 6455"/>
                    <a:gd name="connsiteY21-18890" fmla="*/ 486 h 5728"/>
                    <a:gd name="connsiteX22-18891" fmla="*/ 5131 w 6455"/>
                    <a:gd name="connsiteY22-18892" fmla="*/ 358 h 5728"/>
                    <a:gd name="connsiteX23-18893" fmla="*/ 5118 w 6455"/>
                    <a:gd name="connsiteY23-18894" fmla="*/ 328 h 5728"/>
                    <a:gd name="connsiteX24-18895" fmla="*/ 5051 w 6455"/>
                    <a:gd name="connsiteY24-18896" fmla="*/ 251 h 5728"/>
                    <a:gd name="connsiteX25-18897" fmla="*/ 4991 w 6455"/>
                    <a:gd name="connsiteY25-18898" fmla="*/ 217 h 5728"/>
                    <a:gd name="connsiteX26-18899" fmla="*/ 5116 w 6455"/>
                    <a:gd name="connsiteY26-18900" fmla="*/ 56 h 5728"/>
                    <a:gd name="connsiteX27-18901" fmla="*/ 5289 w 6455"/>
                    <a:gd name="connsiteY27-18902" fmla="*/ 2 h 5728"/>
                    <a:gd name="connsiteX28-18903" fmla="*/ 5321 w 6455"/>
                    <a:gd name="connsiteY28-18904" fmla="*/ 49 h 5728"/>
                    <a:gd name="connsiteX29-18905" fmla="*/ 5311 w 6455"/>
                    <a:gd name="connsiteY29-18906" fmla="*/ 133 h 5728"/>
                    <a:gd name="connsiteX30-18907" fmla="*/ 5250 w 6455"/>
                    <a:gd name="connsiteY30-18908" fmla="*/ 243 h 5728"/>
                    <a:gd name="connsiteX31-18909" fmla="*/ 5320 w 6455"/>
                    <a:gd name="connsiteY31-18910" fmla="*/ 301 h 5728"/>
                    <a:gd name="connsiteX32-18911" fmla="*/ 5434 w 6455"/>
                    <a:gd name="connsiteY32-18912" fmla="*/ 366 h 5728"/>
                    <a:gd name="connsiteX33-18913" fmla="*/ 5454 w 6455"/>
                    <a:gd name="connsiteY33-18914" fmla="*/ 255 h 5728"/>
                    <a:gd name="connsiteX34-18915" fmla="*/ 5588 w 6455"/>
                    <a:gd name="connsiteY34-18916" fmla="*/ 291 h 5728"/>
                    <a:gd name="connsiteX35-18917" fmla="*/ 5613 w 6455"/>
                    <a:gd name="connsiteY35-18918" fmla="*/ 331 h 5728"/>
                    <a:gd name="connsiteX36-18919" fmla="*/ 5689 w 6455"/>
                    <a:gd name="connsiteY36-18920" fmla="*/ 562 h 5728"/>
                    <a:gd name="connsiteX37-18921" fmla="*/ 5724 w 6455"/>
                    <a:gd name="connsiteY37-18922" fmla="*/ 586 h 5728"/>
                    <a:gd name="connsiteX38-18923" fmla="*/ 5816 w 6455"/>
                    <a:gd name="connsiteY38-18924" fmla="*/ 578 h 5728"/>
                    <a:gd name="connsiteX39-18925" fmla="*/ 6076 w 6455"/>
                    <a:gd name="connsiteY39-18926" fmla="*/ 490 h 5728"/>
                    <a:gd name="connsiteX40-18927" fmla="*/ 6296 w 6455"/>
                    <a:gd name="connsiteY40-18928" fmla="*/ 479 h 5728"/>
                    <a:gd name="connsiteX41-18929" fmla="*/ 6356 w 6455"/>
                    <a:gd name="connsiteY41-18930" fmla="*/ 648 h 5728"/>
                    <a:gd name="connsiteX42-18931" fmla="*/ 6274 w 6455"/>
                    <a:gd name="connsiteY42-18932" fmla="*/ 944 h 5728"/>
                    <a:gd name="connsiteX43-18933" fmla="*/ 6274 w 6455"/>
                    <a:gd name="connsiteY43-18934" fmla="*/ 1022 h 5728"/>
                    <a:gd name="connsiteX44-18935" fmla="*/ 6343 w 6455"/>
                    <a:gd name="connsiteY44-18936" fmla="*/ 1168 h 5728"/>
                    <a:gd name="connsiteX45-18937" fmla="*/ 6358 w 6455"/>
                    <a:gd name="connsiteY45-18938" fmla="*/ 1427 h 5728"/>
                    <a:gd name="connsiteX46-18939" fmla="*/ 6360 w 6455"/>
                    <a:gd name="connsiteY46-18940" fmla="*/ 1617 h 5728"/>
                    <a:gd name="connsiteX47-18941" fmla="*/ 6293 w 6455"/>
                    <a:gd name="connsiteY47-18942" fmla="*/ 1625 h 5728"/>
                    <a:gd name="connsiteX48-18943" fmla="*/ 6271 w 6455"/>
                    <a:gd name="connsiteY48-18944" fmla="*/ 1507 h 5728"/>
                    <a:gd name="connsiteX49-18945" fmla="*/ 6236 w 6455"/>
                    <a:gd name="connsiteY49-18946" fmla="*/ 1450 h 5728"/>
                    <a:gd name="connsiteX50-18947" fmla="*/ 6146 w 6455"/>
                    <a:gd name="connsiteY50-18948" fmla="*/ 1582 h 5728"/>
                    <a:gd name="connsiteX51-18949" fmla="*/ 6033 w 6455"/>
                    <a:gd name="connsiteY51-18950" fmla="*/ 1776 h 5728"/>
                    <a:gd name="connsiteX52-18951" fmla="*/ 5914 w 6455"/>
                    <a:gd name="connsiteY52-18952" fmla="*/ 1904 h 5728"/>
                    <a:gd name="connsiteX53-18953" fmla="*/ 5907 w 6455"/>
                    <a:gd name="connsiteY53-18954" fmla="*/ 2018 h 5728"/>
                    <a:gd name="connsiteX54-18955" fmla="*/ 5967 w 6455"/>
                    <a:gd name="connsiteY54-18956" fmla="*/ 2115 h 5728"/>
                    <a:gd name="connsiteX55-18957" fmla="*/ 6069 w 6455"/>
                    <a:gd name="connsiteY55-18958" fmla="*/ 2183 h 5728"/>
                    <a:gd name="connsiteX56-18959" fmla="*/ 6146 w 6455"/>
                    <a:gd name="connsiteY56-18960" fmla="*/ 2178 h 5728"/>
                    <a:gd name="connsiteX57-18961" fmla="*/ 6191 w 6455"/>
                    <a:gd name="connsiteY57-18962" fmla="*/ 2104 h 5728"/>
                    <a:gd name="connsiteX58-18963" fmla="*/ 6225 w 6455"/>
                    <a:gd name="connsiteY58-18964" fmla="*/ 2210 h 5728"/>
                    <a:gd name="connsiteX59-18965" fmla="*/ 6113 w 6455"/>
                    <a:gd name="connsiteY59-18966" fmla="*/ 2249 h 5728"/>
                    <a:gd name="connsiteX60-18967" fmla="*/ 6160 w 6455"/>
                    <a:gd name="connsiteY60-18968" fmla="*/ 2362 h 5728"/>
                    <a:gd name="connsiteX61-18969" fmla="*/ 6025 w 6455"/>
                    <a:gd name="connsiteY61-18970" fmla="*/ 2509 h 5728"/>
                    <a:gd name="connsiteX62-18971" fmla="*/ 5984 w 6455"/>
                    <a:gd name="connsiteY62-18972" fmla="*/ 2498 h 5728"/>
                    <a:gd name="connsiteX63-18973" fmla="*/ 5860 w 6455"/>
                    <a:gd name="connsiteY63-18974" fmla="*/ 2413 h 5728"/>
                    <a:gd name="connsiteX64-18975" fmla="*/ 5805 w 6455"/>
                    <a:gd name="connsiteY64-18976" fmla="*/ 2412 h 5728"/>
                    <a:gd name="connsiteX65-18977" fmla="*/ 5770 w 6455"/>
                    <a:gd name="connsiteY65-18978" fmla="*/ 2480 h 5728"/>
                    <a:gd name="connsiteX66-18979" fmla="*/ 5773 w 6455"/>
                    <a:gd name="connsiteY66-18980" fmla="*/ 2562 h 5728"/>
                    <a:gd name="connsiteX67-18981" fmla="*/ 5951 w 6455"/>
                    <a:gd name="connsiteY67-18982" fmla="*/ 2730 h 5728"/>
                    <a:gd name="connsiteX68-18983" fmla="*/ 5950 w 6455"/>
                    <a:gd name="connsiteY68-18984" fmla="*/ 2844 h 5728"/>
                    <a:gd name="connsiteX69-18985" fmla="*/ 6041 w 6455"/>
                    <a:gd name="connsiteY69-18986" fmla="*/ 3060 h 5728"/>
                    <a:gd name="connsiteX70-18987" fmla="*/ 6067 w 6455"/>
                    <a:gd name="connsiteY70-18988" fmla="*/ 3090 h 5728"/>
                    <a:gd name="connsiteX71-18989" fmla="*/ 6111 w 6455"/>
                    <a:gd name="connsiteY71-18990" fmla="*/ 3094 h 5728"/>
                    <a:gd name="connsiteX72-18991" fmla="*/ 6157 w 6455"/>
                    <a:gd name="connsiteY72-18992" fmla="*/ 3010 h 5728"/>
                    <a:gd name="connsiteX73-18993" fmla="*/ 6237 w 6455"/>
                    <a:gd name="connsiteY73-18994" fmla="*/ 2950 h 5728"/>
                    <a:gd name="connsiteX74-18995" fmla="*/ 6332 w 6455"/>
                    <a:gd name="connsiteY74-18996" fmla="*/ 3126 h 5728"/>
                    <a:gd name="connsiteX75-18997" fmla="*/ 6442 w 6455"/>
                    <a:gd name="connsiteY75-18998" fmla="*/ 3312 h 5728"/>
                    <a:gd name="connsiteX76-18999" fmla="*/ 6455 w 6455"/>
                    <a:gd name="connsiteY76-19000" fmla="*/ 3342 h 5728"/>
                    <a:gd name="connsiteX77-19001" fmla="*/ 6444 w 6455"/>
                    <a:gd name="connsiteY77-19002" fmla="*/ 3518 h 5728"/>
                    <a:gd name="connsiteX78-19003" fmla="*/ 6409 w 6455"/>
                    <a:gd name="connsiteY78-19004" fmla="*/ 3554 h 5728"/>
                    <a:gd name="connsiteX79-19005" fmla="*/ 6320 w 6455"/>
                    <a:gd name="connsiteY79-19006" fmla="*/ 3515 h 5728"/>
                    <a:gd name="connsiteX80-19007" fmla="*/ 6086 w 6455"/>
                    <a:gd name="connsiteY80-19008" fmla="*/ 3644 h 5728"/>
                    <a:gd name="connsiteX81-19009" fmla="*/ 6060 w 6455"/>
                    <a:gd name="connsiteY81-19010" fmla="*/ 3666 h 5728"/>
                    <a:gd name="connsiteX82-19011" fmla="*/ 5880 w 6455"/>
                    <a:gd name="connsiteY82-19012" fmla="*/ 3812 h 5728"/>
                    <a:gd name="connsiteX83-19013" fmla="*/ 5739 w 6455"/>
                    <a:gd name="connsiteY83-19014" fmla="*/ 3926 h 5728"/>
                    <a:gd name="connsiteX84-19015" fmla="*/ 5704 w 6455"/>
                    <a:gd name="connsiteY84-19016" fmla="*/ 3965 h 5728"/>
                    <a:gd name="connsiteX85-19017" fmla="*/ 5652 w 6455"/>
                    <a:gd name="connsiteY85-19018" fmla="*/ 3973 h 5728"/>
                    <a:gd name="connsiteX86-19019" fmla="*/ 5595 w 6455"/>
                    <a:gd name="connsiteY86-19020" fmla="*/ 3916 h 5728"/>
                    <a:gd name="connsiteX87-19021" fmla="*/ 5471 w 6455"/>
                    <a:gd name="connsiteY87-19022" fmla="*/ 3808 h 5728"/>
                    <a:gd name="connsiteX88-19023" fmla="*/ 5495 w 6455"/>
                    <a:gd name="connsiteY88-19024" fmla="*/ 4064 h 5728"/>
                    <a:gd name="connsiteX89-19025" fmla="*/ 5504 w 6455"/>
                    <a:gd name="connsiteY89-19026" fmla="*/ 4192 h 5728"/>
                    <a:gd name="connsiteX90-19027" fmla="*/ 5242 w 6455"/>
                    <a:gd name="connsiteY90-19028" fmla="*/ 4166 h 5728"/>
                    <a:gd name="connsiteX91-19029" fmla="*/ 5160 w 6455"/>
                    <a:gd name="connsiteY91-19030" fmla="*/ 3987 h 5728"/>
                    <a:gd name="connsiteX92-19031" fmla="*/ 5078 w 6455"/>
                    <a:gd name="connsiteY92-19032" fmla="*/ 3802 h 5728"/>
                    <a:gd name="connsiteX93-19033" fmla="*/ 4103 w 6455"/>
                    <a:gd name="connsiteY93-19034" fmla="*/ 4504 h 5728"/>
                    <a:gd name="connsiteX94-19035" fmla="*/ 4106 w 6455"/>
                    <a:gd name="connsiteY94-19036" fmla="*/ 4556 h 5728"/>
                    <a:gd name="connsiteX95-19037" fmla="*/ 4070 w 6455"/>
                    <a:gd name="connsiteY95-19038" fmla="*/ 4614 h 5728"/>
                    <a:gd name="connsiteX96-19039" fmla="*/ 3805 w 6455"/>
                    <a:gd name="connsiteY96-19040" fmla="*/ 4680 h 5728"/>
                    <a:gd name="connsiteX97-19041" fmla="*/ 3670 w 6455"/>
                    <a:gd name="connsiteY97-19042" fmla="*/ 4739 h 5728"/>
                    <a:gd name="connsiteX98-19043" fmla="*/ 3628 w 6455"/>
                    <a:gd name="connsiteY98-19044" fmla="*/ 4777 h 5728"/>
                    <a:gd name="connsiteX99-19045" fmla="*/ 3429 w 6455"/>
                    <a:gd name="connsiteY99-19046" fmla="*/ 5021 h 5728"/>
                    <a:gd name="connsiteX100-19047" fmla="*/ 3356 w 6455"/>
                    <a:gd name="connsiteY100-19048" fmla="*/ 4970 h 5728"/>
                    <a:gd name="connsiteX101-19049" fmla="*/ 3273 w 6455"/>
                    <a:gd name="connsiteY101-19050" fmla="*/ 4971 h 5728"/>
                    <a:gd name="connsiteX102-19051" fmla="*/ 3237 w 6455"/>
                    <a:gd name="connsiteY102-19052" fmla="*/ 5045 h 5728"/>
                    <a:gd name="connsiteX103-19053" fmla="*/ 3126 w 6455"/>
                    <a:gd name="connsiteY103-19054" fmla="*/ 5000 h 5728"/>
                    <a:gd name="connsiteX104-19055" fmla="*/ 3048 w 6455"/>
                    <a:gd name="connsiteY104-19056" fmla="*/ 5109 h 5728"/>
                    <a:gd name="connsiteX105-19057" fmla="*/ 2826 w 6455"/>
                    <a:gd name="connsiteY105-19058" fmla="*/ 5349 h 5728"/>
                    <a:gd name="connsiteX106-19059" fmla="*/ 2806 w 6455"/>
                    <a:gd name="connsiteY106-19060" fmla="*/ 5516 h 5728"/>
                    <a:gd name="connsiteX107-19061" fmla="*/ 2789 w 6455"/>
                    <a:gd name="connsiteY107-19062" fmla="*/ 5659 h 5728"/>
                    <a:gd name="connsiteX108-19063" fmla="*/ 2773 w 6455"/>
                    <a:gd name="connsiteY108-19064" fmla="*/ 5669 h 5728"/>
                    <a:gd name="connsiteX109-19065" fmla="*/ 2451 w 6455"/>
                    <a:gd name="connsiteY109-19066" fmla="*/ 5621 h 5728"/>
                    <a:gd name="connsiteX110-19067" fmla="*/ 2349 w 6455"/>
                    <a:gd name="connsiteY110-19068" fmla="*/ 5566 h 5728"/>
                    <a:gd name="connsiteX111-19069" fmla="*/ 2295 w 6455"/>
                    <a:gd name="connsiteY111-19070" fmla="*/ 5503 h 5728"/>
                    <a:gd name="connsiteX112-19071" fmla="*/ 2190 w 6455"/>
                    <a:gd name="connsiteY112-19072" fmla="*/ 5477 h 5728"/>
                    <a:gd name="connsiteX113-19073" fmla="*/ 2190 w 6455"/>
                    <a:gd name="connsiteY113-19074" fmla="*/ 5379 h 5728"/>
                    <a:gd name="connsiteX114-19075" fmla="*/ 2294 w 6455"/>
                    <a:gd name="connsiteY114-19076" fmla="*/ 5149 h 5728"/>
                    <a:gd name="connsiteX115-19077" fmla="*/ 2154 w 6455"/>
                    <a:gd name="connsiteY115-19078" fmla="*/ 5070 h 5728"/>
                    <a:gd name="connsiteX116-19079" fmla="*/ 2112 w 6455"/>
                    <a:gd name="connsiteY116-19080" fmla="*/ 5095 h 5728"/>
                    <a:gd name="connsiteX117-19081" fmla="*/ 2022 w 6455"/>
                    <a:gd name="connsiteY117-19082" fmla="*/ 5214 h 5728"/>
                    <a:gd name="connsiteX118-19083" fmla="*/ 1990 w 6455"/>
                    <a:gd name="connsiteY118-19084" fmla="*/ 5276 h 5728"/>
                    <a:gd name="connsiteX119-19085" fmla="*/ 1928 w 6455"/>
                    <a:gd name="connsiteY119-19086" fmla="*/ 5386 h 5728"/>
                    <a:gd name="connsiteX120-19087" fmla="*/ 1934 w 6455"/>
                    <a:gd name="connsiteY120-19088" fmla="*/ 5510 h 5728"/>
                    <a:gd name="connsiteX121-19089" fmla="*/ 1895 w 6455"/>
                    <a:gd name="connsiteY121-19090" fmla="*/ 5558 h 5728"/>
                    <a:gd name="connsiteX122-19091" fmla="*/ 1764 w 6455"/>
                    <a:gd name="connsiteY122-19092" fmla="*/ 5617 h 5728"/>
                    <a:gd name="connsiteX123-19093" fmla="*/ 1598 w 6455"/>
                    <a:gd name="connsiteY123-19094" fmla="*/ 5649 h 5728"/>
                    <a:gd name="connsiteX124-19095" fmla="*/ 1495 w 6455"/>
                    <a:gd name="connsiteY124-19096" fmla="*/ 5728 h 5728"/>
                    <a:gd name="connsiteX125-19097" fmla="*/ 1381 w 6455"/>
                    <a:gd name="connsiteY125-19098" fmla="*/ 5611 h 5728"/>
                    <a:gd name="connsiteX126-19099" fmla="*/ 1321 w 6455"/>
                    <a:gd name="connsiteY126-19100" fmla="*/ 5485 h 5728"/>
                    <a:gd name="connsiteX127-19101" fmla="*/ 1443 w 6455"/>
                    <a:gd name="connsiteY127-19102" fmla="*/ 5242 h 5728"/>
                    <a:gd name="connsiteX128-19103" fmla="*/ 1498 w 6455"/>
                    <a:gd name="connsiteY128-19104" fmla="*/ 5195 h 5728"/>
                    <a:gd name="connsiteX129-19105" fmla="*/ 1543 w 6455"/>
                    <a:gd name="connsiteY129-19106" fmla="*/ 5120 h 5728"/>
                    <a:gd name="connsiteX130-19107" fmla="*/ 1540 w 6455"/>
                    <a:gd name="connsiteY130-19108" fmla="*/ 5071 h 5728"/>
                    <a:gd name="connsiteX131-19109" fmla="*/ 1343 w 6455"/>
                    <a:gd name="connsiteY131-19110" fmla="*/ 5007 h 5728"/>
                    <a:gd name="connsiteX132-19111" fmla="*/ 1272 w 6455"/>
                    <a:gd name="connsiteY132-19112" fmla="*/ 5064 h 5728"/>
                    <a:gd name="connsiteX133-19113" fmla="*/ 1166 w 6455"/>
                    <a:gd name="connsiteY133-19114" fmla="*/ 5111 h 5728"/>
                    <a:gd name="connsiteX134-19115" fmla="*/ 1103 w 6455"/>
                    <a:gd name="connsiteY134-19116" fmla="*/ 5063 h 5728"/>
                    <a:gd name="connsiteX135-19117" fmla="*/ 865 w 6455"/>
                    <a:gd name="connsiteY135-19118" fmla="*/ 5254 h 5728"/>
                    <a:gd name="connsiteX136-19119" fmla="*/ 737 w 6455"/>
                    <a:gd name="connsiteY136-19120" fmla="*/ 5231 h 5728"/>
                    <a:gd name="connsiteX137-19121" fmla="*/ 626 w 6455"/>
                    <a:gd name="connsiteY137-19122" fmla="*/ 5097 h 5728"/>
                    <a:gd name="connsiteX138-19123" fmla="*/ 496 w 6455"/>
                    <a:gd name="connsiteY138-19124" fmla="*/ 4930 h 5728"/>
                    <a:gd name="connsiteX139-19125" fmla="*/ 385 w 6455"/>
                    <a:gd name="connsiteY139-19126" fmla="*/ 4806 h 5728"/>
                    <a:gd name="connsiteX140-19127" fmla="*/ 318 w 6455"/>
                    <a:gd name="connsiteY140-19128" fmla="*/ 4788 h 5728"/>
                    <a:gd name="connsiteX141-19129" fmla="*/ 453 w 6455"/>
                    <a:gd name="connsiteY141-19130" fmla="*/ 4631 h 5728"/>
                    <a:gd name="connsiteX142-19131" fmla="*/ 496 w 6455"/>
                    <a:gd name="connsiteY142-19132" fmla="*/ 4541 h 5728"/>
                    <a:gd name="connsiteX143-19133" fmla="*/ 464 w 6455"/>
                    <a:gd name="connsiteY143-19134" fmla="*/ 4438 h 5728"/>
                    <a:gd name="connsiteX144-19135" fmla="*/ 90 w 6455"/>
                    <a:gd name="connsiteY144-19136" fmla="*/ 4491 h 5728"/>
                    <a:gd name="connsiteX145-19137" fmla="*/ 0 w 6455"/>
                    <a:gd name="connsiteY145-19138" fmla="*/ 4518 h 5728"/>
                    <a:gd name="connsiteX146-19139" fmla="*/ 8 w 6455"/>
                    <a:gd name="connsiteY146-19140" fmla="*/ 4384 h 5728"/>
                    <a:gd name="connsiteX0-19141" fmla="*/ 5269 w 6455"/>
                    <a:gd name="connsiteY0-19142" fmla="*/ 2333 h 5728"/>
                    <a:gd name="connsiteX1-19143" fmla="*/ 5267 w 6455"/>
                    <a:gd name="connsiteY1-19144" fmla="*/ 2117 h 5728"/>
                    <a:gd name="connsiteX2-19145" fmla="*/ 5191 w 6455"/>
                    <a:gd name="connsiteY2-19146" fmla="*/ 2039 h 5728"/>
                    <a:gd name="connsiteX3-19147" fmla="*/ 5048 w 6455"/>
                    <a:gd name="connsiteY3-19148" fmla="*/ 1951 h 5728"/>
                    <a:gd name="connsiteX4-19149" fmla="*/ 4956 w 6455"/>
                    <a:gd name="connsiteY4-19150" fmla="*/ 1827 h 5728"/>
                    <a:gd name="connsiteX5-19151" fmla="*/ 4860 w 6455"/>
                    <a:gd name="connsiteY5-19152" fmla="*/ 1828 h 5728"/>
                    <a:gd name="connsiteX6-19153" fmla="*/ 4815 w 6455"/>
                    <a:gd name="connsiteY6-19154" fmla="*/ 1883 h 5728"/>
                    <a:gd name="connsiteX7-19155" fmla="*/ 4722 w 6455"/>
                    <a:gd name="connsiteY7-19156" fmla="*/ 1877 h 5728"/>
                    <a:gd name="connsiteX8-19157" fmla="*/ 4702 w 6455"/>
                    <a:gd name="connsiteY8-19158" fmla="*/ 1994 h 5728"/>
                    <a:gd name="connsiteX9-19159" fmla="*/ 4521 w 6455"/>
                    <a:gd name="connsiteY9-19160" fmla="*/ 1941 h 5728"/>
                    <a:gd name="connsiteX10-19161" fmla="*/ 4438 w 6455"/>
                    <a:gd name="connsiteY10-19162" fmla="*/ 1939 h 5728"/>
                    <a:gd name="connsiteX11-19163" fmla="*/ 4313 w 6455"/>
                    <a:gd name="connsiteY11-19164" fmla="*/ 2014 h 5728"/>
                    <a:gd name="connsiteX12-19165" fmla="*/ 4201 w 6455"/>
                    <a:gd name="connsiteY12-19166" fmla="*/ 1890 h 5728"/>
                    <a:gd name="connsiteX13-19167" fmla="*/ 4295 w 6455"/>
                    <a:gd name="connsiteY13-19168" fmla="*/ 1804 h 5728"/>
                    <a:gd name="connsiteX14-19169" fmla="*/ 4299 w 6455"/>
                    <a:gd name="connsiteY14-19170" fmla="*/ 1634 h 5728"/>
                    <a:gd name="connsiteX15-19171" fmla="*/ 4354 w 6455"/>
                    <a:gd name="connsiteY15-19172" fmla="*/ 1514 h 5728"/>
                    <a:gd name="connsiteX16-19173" fmla="*/ 4397 w 6455"/>
                    <a:gd name="connsiteY16-19174" fmla="*/ 1306 h 5728"/>
                    <a:gd name="connsiteX17-19175" fmla="*/ 4457 w 6455"/>
                    <a:gd name="connsiteY17-19176" fmla="*/ 1307 h 5728"/>
                    <a:gd name="connsiteX18-19177" fmla="*/ 4780 w 6455"/>
                    <a:gd name="connsiteY18-19178" fmla="*/ 1286 h 5728"/>
                    <a:gd name="connsiteX19-19179" fmla="*/ 4954 w 6455"/>
                    <a:gd name="connsiteY19-19180" fmla="*/ 1117 h 5728"/>
                    <a:gd name="connsiteX20-19181" fmla="*/ 5023 w 6455"/>
                    <a:gd name="connsiteY20-19182" fmla="*/ 748 h 5728"/>
                    <a:gd name="connsiteX21-19183" fmla="*/ 5133 w 6455"/>
                    <a:gd name="connsiteY21-19184" fmla="*/ 486 h 5728"/>
                    <a:gd name="connsiteX22-19185" fmla="*/ 5131 w 6455"/>
                    <a:gd name="connsiteY22-19186" fmla="*/ 358 h 5728"/>
                    <a:gd name="connsiteX23-19187" fmla="*/ 5118 w 6455"/>
                    <a:gd name="connsiteY23-19188" fmla="*/ 328 h 5728"/>
                    <a:gd name="connsiteX24-19189" fmla="*/ 5051 w 6455"/>
                    <a:gd name="connsiteY24-19190" fmla="*/ 251 h 5728"/>
                    <a:gd name="connsiteX25-19191" fmla="*/ 4991 w 6455"/>
                    <a:gd name="connsiteY25-19192" fmla="*/ 217 h 5728"/>
                    <a:gd name="connsiteX26-19193" fmla="*/ 5116 w 6455"/>
                    <a:gd name="connsiteY26-19194" fmla="*/ 56 h 5728"/>
                    <a:gd name="connsiteX27-19195" fmla="*/ 5289 w 6455"/>
                    <a:gd name="connsiteY27-19196" fmla="*/ 2 h 5728"/>
                    <a:gd name="connsiteX28-19197" fmla="*/ 5321 w 6455"/>
                    <a:gd name="connsiteY28-19198" fmla="*/ 49 h 5728"/>
                    <a:gd name="connsiteX29-19199" fmla="*/ 5311 w 6455"/>
                    <a:gd name="connsiteY29-19200" fmla="*/ 133 h 5728"/>
                    <a:gd name="connsiteX30-19201" fmla="*/ 5250 w 6455"/>
                    <a:gd name="connsiteY30-19202" fmla="*/ 243 h 5728"/>
                    <a:gd name="connsiteX31-19203" fmla="*/ 5320 w 6455"/>
                    <a:gd name="connsiteY31-19204" fmla="*/ 301 h 5728"/>
                    <a:gd name="connsiteX32-19205" fmla="*/ 5434 w 6455"/>
                    <a:gd name="connsiteY32-19206" fmla="*/ 366 h 5728"/>
                    <a:gd name="connsiteX33-19207" fmla="*/ 5454 w 6455"/>
                    <a:gd name="connsiteY33-19208" fmla="*/ 255 h 5728"/>
                    <a:gd name="connsiteX34-19209" fmla="*/ 5588 w 6455"/>
                    <a:gd name="connsiteY34-19210" fmla="*/ 291 h 5728"/>
                    <a:gd name="connsiteX35-19211" fmla="*/ 5613 w 6455"/>
                    <a:gd name="connsiteY35-19212" fmla="*/ 331 h 5728"/>
                    <a:gd name="connsiteX36-19213" fmla="*/ 5689 w 6455"/>
                    <a:gd name="connsiteY36-19214" fmla="*/ 562 h 5728"/>
                    <a:gd name="connsiteX37-19215" fmla="*/ 5724 w 6455"/>
                    <a:gd name="connsiteY37-19216" fmla="*/ 586 h 5728"/>
                    <a:gd name="connsiteX38-19217" fmla="*/ 5816 w 6455"/>
                    <a:gd name="connsiteY38-19218" fmla="*/ 578 h 5728"/>
                    <a:gd name="connsiteX39-19219" fmla="*/ 6076 w 6455"/>
                    <a:gd name="connsiteY39-19220" fmla="*/ 490 h 5728"/>
                    <a:gd name="connsiteX40-19221" fmla="*/ 6296 w 6455"/>
                    <a:gd name="connsiteY40-19222" fmla="*/ 479 h 5728"/>
                    <a:gd name="connsiteX41-19223" fmla="*/ 6356 w 6455"/>
                    <a:gd name="connsiteY41-19224" fmla="*/ 648 h 5728"/>
                    <a:gd name="connsiteX42-19225" fmla="*/ 6274 w 6455"/>
                    <a:gd name="connsiteY42-19226" fmla="*/ 944 h 5728"/>
                    <a:gd name="connsiteX43-19227" fmla="*/ 6274 w 6455"/>
                    <a:gd name="connsiteY43-19228" fmla="*/ 1022 h 5728"/>
                    <a:gd name="connsiteX44-19229" fmla="*/ 6343 w 6455"/>
                    <a:gd name="connsiteY44-19230" fmla="*/ 1168 h 5728"/>
                    <a:gd name="connsiteX45-19231" fmla="*/ 6358 w 6455"/>
                    <a:gd name="connsiteY45-19232" fmla="*/ 1427 h 5728"/>
                    <a:gd name="connsiteX46-19233" fmla="*/ 6360 w 6455"/>
                    <a:gd name="connsiteY46-19234" fmla="*/ 1617 h 5728"/>
                    <a:gd name="connsiteX47-19235" fmla="*/ 6293 w 6455"/>
                    <a:gd name="connsiteY47-19236" fmla="*/ 1625 h 5728"/>
                    <a:gd name="connsiteX48-19237" fmla="*/ 6271 w 6455"/>
                    <a:gd name="connsiteY48-19238" fmla="*/ 1507 h 5728"/>
                    <a:gd name="connsiteX49-19239" fmla="*/ 6236 w 6455"/>
                    <a:gd name="connsiteY49-19240" fmla="*/ 1450 h 5728"/>
                    <a:gd name="connsiteX50-19241" fmla="*/ 6146 w 6455"/>
                    <a:gd name="connsiteY50-19242" fmla="*/ 1582 h 5728"/>
                    <a:gd name="connsiteX51-19243" fmla="*/ 6033 w 6455"/>
                    <a:gd name="connsiteY51-19244" fmla="*/ 1776 h 5728"/>
                    <a:gd name="connsiteX52-19245" fmla="*/ 5914 w 6455"/>
                    <a:gd name="connsiteY52-19246" fmla="*/ 1904 h 5728"/>
                    <a:gd name="connsiteX53-19247" fmla="*/ 5907 w 6455"/>
                    <a:gd name="connsiteY53-19248" fmla="*/ 2018 h 5728"/>
                    <a:gd name="connsiteX54-19249" fmla="*/ 5967 w 6455"/>
                    <a:gd name="connsiteY54-19250" fmla="*/ 2115 h 5728"/>
                    <a:gd name="connsiteX55-19251" fmla="*/ 6069 w 6455"/>
                    <a:gd name="connsiteY55-19252" fmla="*/ 2183 h 5728"/>
                    <a:gd name="connsiteX56-19253" fmla="*/ 6146 w 6455"/>
                    <a:gd name="connsiteY56-19254" fmla="*/ 2178 h 5728"/>
                    <a:gd name="connsiteX57-19255" fmla="*/ 6191 w 6455"/>
                    <a:gd name="connsiteY57-19256" fmla="*/ 2104 h 5728"/>
                    <a:gd name="connsiteX58-19257" fmla="*/ 6225 w 6455"/>
                    <a:gd name="connsiteY58-19258" fmla="*/ 2210 h 5728"/>
                    <a:gd name="connsiteX59-19259" fmla="*/ 6113 w 6455"/>
                    <a:gd name="connsiteY59-19260" fmla="*/ 2249 h 5728"/>
                    <a:gd name="connsiteX60-19261" fmla="*/ 6160 w 6455"/>
                    <a:gd name="connsiteY60-19262" fmla="*/ 2362 h 5728"/>
                    <a:gd name="connsiteX61-19263" fmla="*/ 6025 w 6455"/>
                    <a:gd name="connsiteY61-19264" fmla="*/ 2509 h 5728"/>
                    <a:gd name="connsiteX62-19265" fmla="*/ 5984 w 6455"/>
                    <a:gd name="connsiteY62-19266" fmla="*/ 2498 h 5728"/>
                    <a:gd name="connsiteX63-19267" fmla="*/ 5860 w 6455"/>
                    <a:gd name="connsiteY63-19268" fmla="*/ 2413 h 5728"/>
                    <a:gd name="connsiteX64-19269" fmla="*/ 5805 w 6455"/>
                    <a:gd name="connsiteY64-19270" fmla="*/ 2412 h 5728"/>
                    <a:gd name="connsiteX65-19271" fmla="*/ 5770 w 6455"/>
                    <a:gd name="connsiteY65-19272" fmla="*/ 2480 h 5728"/>
                    <a:gd name="connsiteX66-19273" fmla="*/ 5773 w 6455"/>
                    <a:gd name="connsiteY66-19274" fmla="*/ 2562 h 5728"/>
                    <a:gd name="connsiteX67-19275" fmla="*/ 5951 w 6455"/>
                    <a:gd name="connsiteY67-19276" fmla="*/ 2730 h 5728"/>
                    <a:gd name="connsiteX68-19277" fmla="*/ 5950 w 6455"/>
                    <a:gd name="connsiteY68-19278" fmla="*/ 2844 h 5728"/>
                    <a:gd name="connsiteX69-19279" fmla="*/ 6041 w 6455"/>
                    <a:gd name="connsiteY69-19280" fmla="*/ 3060 h 5728"/>
                    <a:gd name="connsiteX70-19281" fmla="*/ 6067 w 6455"/>
                    <a:gd name="connsiteY70-19282" fmla="*/ 3090 h 5728"/>
                    <a:gd name="connsiteX71-19283" fmla="*/ 6111 w 6455"/>
                    <a:gd name="connsiteY71-19284" fmla="*/ 3094 h 5728"/>
                    <a:gd name="connsiteX72-19285" fmla="*/ 6157 w 6455"/>
                    <a:gd name="connsiteY72-19286" fmla="*/ 3010 h 5728"/>
                    <a:gd name="connsiteX73-19287" fmla="*/ 6237 w 6455"/>
                    <a:gd name="connsiteY73-19288" fmla="*/ 2950 h 5728"/>
                    <a:gd name="connsiteX74-19289" fmla="*/ 6332 w 6455"/>
                    <a:gd name="connsiteY74-19290" fmla="*/ 3126 h 5728"/>
                    <a:gd name="connsiteX75-19291" fmla="*/ 6442 w 6455"/>
                    <a:gd name="connsiteY75-19292" fmla="*/ 3312 h 5728"/>
                    <a:gd name="connsiteX76-19293" fmla="*/ 6455 w 6455"/>
                    <a:gd name="connsiteY76-19294" fmla="*/ 3342 h 5728"/>
                    <a:gd name="connsiteX77-19295" fmla="*/ 6444 w 6455"/>
                    <a:gd name="connsiteY77-19296" fmla="*/ 3518 h 5728"/>
                    <a:gd name="connsiteX78-19297" fmla="*/ 6409 w 6455"/>
                    <a:gd name="connsiteY78-19298" fmla="*/ 3554 h 5728"/>
                    <a:gd name="connsiteX79-19299" fmla="*/ 6320 w 6455"/>
                    <a:gd name="connsiteY79-19300" fmla="*/ 3515 h 5728"/>
                    <a:gd name="connsiteX80-19301" fmla="*/ 6086 w 6455"/>
                    <a:gd name="connsiteY80-19302" fmla="*/ 3644 h 5728"/>
                    <a:gd name="connsiteX81-19303" fmla="*/ 6060 w 6455"/>
                    <a:gd name="connsiteY81-19304" fmla="*/ 3666 h 5728"/>
                    <a:gd name="connsiteX82-19305" fmla="*/ 5880 w 6455"/>
                    <a:gd name="connsiteY82-19306" fmla="*/ 3812 h 5728"/>
                    <a:gd name="connsiteX83-19307" fmla="*/ 5739 w 6455"/>
                    <a:gd name="connsiteY83-19308" fmla="*/ 3926 h 5728"/>
                    <a:gd name="connsiteX84-19309" fmla="*/ 5704 w 6455"/>
                    <a:gd name="connsiteY84-19310" fmla="*/ 3965 h 5728"/>
                    <a:gd name="connsiteX85-19311" fmla="*/ 5652 w 6455"/>
                    <a:gd name="connsiteY85-19312" fmla="*/ 3973 h 5728"/>
                    <a:gd name="connsiteX86-19313" fmla="*/ 5595 w 6455"/>
                    <a:gd name="connsiteY86-19314" fmla="*/ 3916 h 5728"/>
                    <a:gd name="connsiteX87-19315" fmla="*/ 5471 w 6455"/>
                    <a:gd name="connsiteY87-19316" fmla="*/ 3808 h 5728"/>
                    <a:gd name="connsiteX88-19317" fmla="*/ 5495 w 6455"/>
                    <a:gd name="connsiteY88-19318" fmla="*/ 4064 h 5728"/>
                    <a:gd name="connsiteX89-19319" fmla="*/ 5504 w 6455"/>
                    <a:gd name="connsiteY89-19320" fmla="*/ 4192 h 5728"/>
                    <a:gd name="connsiteX90-19321" fmla="*/ 5242 w 6455"/>
                    <a:gd name="connsiteY90-19322" fmla="*/ 4166 h 5728"/>
                    <a:gd name="connsiteX91-19323" fmla="*/ 5160 w 6455"/>
                    <a:gd name="connsiteY91-19324" fmla="*/ 3987 h 5728"/>
                    <a:gd name="connsiteX92-19325" fmla="*/ 5078 w 6455"/>
                    <a:gd name="connsiteY92-19326" fmla="*/ 3802 h 5728"/>
                    <a:gd name="connsiteX93-19327" fmla="*/ 4103 w 6455"/>
                    <a:gd name="connsiteY93-19328" fmla="*/ 4504 h 5728"/>
                    <a:gd name="connsiteX94-19329" fmla="*/ 4106 w 6455"/>
                    <a:gd name="connsiteY94-19330" fmla="*/ 4556 h 5728"/>
                    <a:gd name="connsiteX95-19331" fmla="*/ 4070 w 6455"/>
                    <a:gd name="connsiteY95-19332" fmla="*/ 4614 h 5728"/>
                    <a:gd name="connsiteX96-19333" fmla="*/ 3805 w 6455"/>
                    <a:gd name="connsiteY96-19334" fmla="*/ 4680 h 5728"/>
                    <a:gd name="connsiteX97-19335" fmla="*/ 3670 w 6455"/>
                    <a:gd name="connsiteY97-19336" fmla="*/ 4739 h 5728"/>
                    <a:gd name="connsiteX98-19337" fmla="*/ 3628 w 6455"/>
                    <a:gd name="connsiteY98-19338" fmla="*/ 4777 h 5728"/>
                    <a:gd name="connsiteX99-19339" fmla="*/ 3429 w 6455"/>
                    <a:gd name="connsiteY99-19340" fmla="*/ 5021 h 5728"/>
                    <a:gd name="connsiteX100-19341" fmla="*/ 3356 w 6455"/>
                    <a:gd name="connsiteY100-19342" fmla="*/ 4970 h 5728"/>
                    <a:gd name="connsiteX101-19343" fmla="*/ 3273 w 6455"/>
                    <a:gd name="connsiteY101-19344" fmla="*/ 4971 h 5728"/>
                    <a:gd name="connsiteX102-19345" fmla="*/ 3237 w 6455"/>
                    <a:gd name="connsiteY102-19346" fmla="*/ 5045 h 5728"/>
                    <a:gd name="connsiteX103-19347" fmla="*/ 3126 w 6455"/>
                    <a:gd name="connsiteY103-19348" fmla="*/ 5000 h 5728"/>
                    <a:gd name="connsiteX104-19349" fmla="*/ 3048 w 6455"/>
                    <a:gd name="connsiteY104-19350" fmla="*/ 5109 h 5728"/>
                    <a:gd name="connsiteX105-19351" fmla="*/ 2826 w 6455"/>
                    <a:gd name="connsiteY105-19352" fmla="*/ 5349 h 5728"/>
                    <a:gd name="connsiteX106-19353" fmla="*/ 2806 w 6455"/>
                    <a:gd name="connsiteY106-19354" fmla="*/ 5516 h 5728"/>
                    <a:gd name="connsiteX107-19355" fmla="*/ 2789 w 6455"/>
                    <a:gd name="connsiteY107-19356" fmla="*/ 5659 h 5728"/>
                    <a:gd name="connsiteX108-19357" fmla="*/ 2773 w 6455"/>
                    <a:gd name="connsiteY108-19358" fmla="*/ 5669 h 5728"/>
                    <a:gd name="connsiteX109-19359" fmla="*/ 2451 w 6455"/>
                    <a:gd name="connsiteY109-19360" fmla="*/ 5621 h 5728"/>
                    <a:gd name="connsiteX110-19361" fmla="*/ 2349 w 6455"/>
                    <a:gd name="connsiteY110-19362" fmla="*/ 5566 h 5728"/>
                    <a:gd name="connsiteX111-19363" fmla="*/ 2295 w 6455"/>
                    <a:gd name="connsiteY111-19364" fmla="*/ 5503 h 5728"/>
                    <a:gd name="connsiteX112-19365" fmla="*/ 2190 w 6455"/>
                    <a:gd name="connsiteY112-19366" fmla="*/ 5477 h 5728"/>
                    <a:gd name="connsiteX113-19367" fmla="*/ 2190 w 6455"/>
                    <a:gd name="connsiteY113-19368" fmla="*/ 5379 h 5728"/>
                    <a:gd name="connsiteX114-19369" fmla="*/ 2294 w 6455"/>
                    <a:gd name="connsiteY114-19370" fmla="*/ 5149 h 5728"/>
                    <a:gd name="connsiteX115-19371" fmla="*/ 2154 w 6455"/>
                    <a:gd name="connsiteY115-19372" fmla="*/ 5070 h 5728"/>
                    <a:gd name="connsiteX116-19373" fmla="*/ 2112 w 6455"/>
                    <a:gd name="connsiteY116-19374" fmla="*/ 5095 h 5728"/>
                    <a:gd name="connsiteX117-19375" fmla="*/ 2022 w 6455"/>
                    <a:gd name="connsiteY117-19376" fmla="*/ 5214 h 5728"/>
                    <a:gd name="connsiteX118-19377" fmla="*/ 1990 w 6455"/>
                    <a:gd name="connsiteY118-19378" fmla="*/ 5276 h 5728"/>
                    <a:gd name="connsiteX119-19379" fmla="*/ 1928 w 6455"/>
                    <a:gd name="connsiteY119-19380" fmla="*/ 5386 h 5728"/>
                    <a:gd name="connsiteX120-19381" fmla="*/ 1934 w 6455"/>
                    <a:gd name="connsiteY120-19382" fmla="*/ 5510 h 5728"/>
                    <a:gd name="connsiteX121-19383" fmla="*/ 1895 w 6455"/>
                    <a:gd name="connsiteY121-19384" fmla="*/ 5558 h 5728"/>
                    <a:gd name="connsiteX122-19385" fmla="*/ 1764 w 6455"/>
                    <a:gd name="connsiteY122-19386" fmla="*/ 5617 h 5728"/>
                    <a:gd name="connsiteX123-19387" fmla="*/ 1598 w 6455"/>
                    <a:gd name="connsiteY123-19388" fmla="*/ 5649 h 5728"/>
                    <a:gd name="connsiteX124-19389" fmla="*/ 1495 w 6455"/>
                    <a:gd name="connsiteY124-19390" fmla="*/ 5728 h 5728"/>
                    <a:gd name="connsiteX125-19391" fmla="*/ 1381 w 6455"/>
                    <a:gd name="connsiteY125-19392" fmla="*/ 5611 h 5728"/>
                    <a:gd name="connsiteX126-19393" fmla="*/ 1321 w 6455"/>
                    <a:gd name="connsiteY126-19394" fmla="*/ 5485 h 5728"/>
                    <a:gd name="connsiteX127-19395" fmla="*/ 1443 w 6455"/>
                    <a:gd name="connsiteY127-19396" fmla="*/ 5242 h 5728"/>
                    <a:gd name="connsiteX128-19397" fmla="*/ 1498 w 6455"/>
                    <a:gd name="connsiteY128-19398" fmla="*/ 5195 h 5728"/>
                    <a:gd name="connsiteX129-19399" fmla="*/ 1543 w 6455"/>
                    <a:gd name="connsiteY129-19400" fmla="*/ 5120 h 5728"/>
                    <a:gd name="connsiteX130-19401" fmla="*/ 1540 w 6455"/>
                    <a:gd name="connsiteY130-19402" fmla="*/ 5071 h 5728"/>
                    <a:gd name="connsiteX131-19403" fmla="*/ 1343 w 6455"/>
                    <a:gd name="connsiteY131-19404" fmla="*/ 5007 h 5728"/>
                    <a:gd name="connsiteX132-19405" fmla="*/ 1272 w 6455"/>
                    <a:gd name="connsiteY132-19406" fmla="*/ 5064 h 5728"/>
                    <a:gd name="connsiteX133-19407" fmla="*/ 1166 w 6455"/>
                    <a:gd name="connsiteY133-19408" fmla="*/ 5111 h 5728"/>
                    <a:gd name="connsiteX134-19409" fmla="*/ 1103 w 6455"/>
                    <a:gd name="connsiteY134-19410" fmla="*/ 5063 h 5728"/>
                    <a:gd name="connsiteX135-19411" fmla="*/ 865 w 6455"/>
                    <a:gd name="connsiteY135-19412" fmla="*/ 5254 h 5728"/>
                    <a:gd name="connsiteX136-19413" fmla="*/ 737 w 6455"/>
                    <a:gd name="connsiteY136-19414" fmla="*/ 5231 h 5728"/>
                    <a:gd name="connsiteX137-19415" fmla="*/ 626 w 6455"/>
                    <a:gd name="connsiteY137-19416" fmla="*/ 5097 h 5728"/>
                    <a:gd name="connsiteX138-19417" fmla="*/ 496 w 6455"/>
                    <a:gd name="connsiteY138-19418" fmla="*/ 4930 h 5728"/>
                    <a:gd name="connsiteX139-19419" fmla="*/ 385 w 6455"/>
                    <a:gd name="connsiteY139-19420" fmla="*/ 4806 h 5728"/>
                    <a:gd name="connsiteX140-19421" fmla="*/ 318 w 6455"/>
                    <a:gd name="connsiteY140-19422" fmla="*/ 4788 h 5728"/>
                    <a:gd name="connsiteX141-19423" fmla="*/ 453 w 6455"/>
                    <a:gd name="connsiteY141-19424" fmla="*/ 4631 h 5728"/>
                    <a:gd name="connsiteX142-19425" fmla="*/ 496 w 6455"/>
                    <a:gd name="connsiteY142-19426" fmla="*/ 4541 h 5728"/>
                    <a:gd name="connsiteX143-19427" fmla="*/ 464 w 6455"/>
                    <a:gd name="connsiteY143-19428" fmla="*/ 4438 h 5728"/>
                    <a:gd name="connsiteX144-19429" fmla="*/ 90 w 6455"/>
                    <a:gd name="connsiteY144-19430" fmla="*/ 4491 h 5728"/>
                    <a:gd name="connsiteX145-19431" fmla="*/ 0 w 6455"/>
                    <a:gd name="connsiteY145-19432" fmla="*/ 4518 h 5728"/>
                    <a:gd name="connsiteX0-19433" fmla="*/ 5179 w 6365"/>
                    <a:gd name="connsiteY0-19434" fmla="*/ 2333 h 5728"/>
                    <a:gd name="connsiteX1-19435" fmla="*/ 5177 w 6365"/>
                    <a:gd name="connsiteY1-19436" fmla="*/ 2117 h 5728"/>
                    <a:gd name="connsiteX2-19437" fmla="*/ 5101 w 6365"/>
                    <a:gd name="connsiteY2-19438" fmla="*/ 2039 h 5728"/>
                    <a:gd name="connsiteX3-19439" fmla="*/ 4958 w 6365"/>
                    <a:gd name="connsiteY3-19440" fmla="*/ 1951 h 5728"/>
                    <a:gd name="connsiteX4-19441" fmla="*/ 4866 w 6365"/>
                    <a:gd name="connsiteY4-19442" fmla="*/ 1827 h 5728"/>
                    <a:gd name="connsiteX5-19443" fmla="*/ 4770 w 6365"/>
                    <a:gd name="connsiteY5-19444" fmla="*/ 1828 h 5728"/>
                    <a:gd name="connsiteX6-19445" fmla="*/ 4725 w 6365"/>
                    <a:gd name="connsiteY6-19446" fmla="*/ 1883 h 5728"/>
                    <a:gd name="connsiteX7-19447" fmla="*/ 4632 w 6365"/>
                    <a:gd name="connsiteY7-19448" fmla="*/ 1877 h 5728"/>
                    <a:gd name="connsiteX8-19449" fmla="*/ 4612 w 6365"/>
                    <a:gd name="connsiteY8-19450" fmla="*/ 1994 h 5728"/>
                    <a:gd name="connsiteX9-19451" fmla="*/ 4431 w 6365"/>
                    <a:gd name="connsiteY9-19452" fmla="*/ 1941 h 5728"/>
                    <a:gd name="connsiteX10-19453" fmla="*/ 4348 w 6365"/>
                    <a:gd name="connsiteY10-19454" fmla="*/ 1939 h 5728"/>
                    <a:gd name="connsiteX11-19455" fmla="*/ 4223 w 6365"/>
                    <a:gd name="connsiteY11-19456" fmla="*/ 2014 h 5728"/>
                    <a:gd name="connsiteX12-19457" fmla="*/ 4111 w 6365"/>
                    <a:gd name="connsiteY12-19458" fmla="*/ 1890 h 5728"/>
                    <a:gd name="connsiteX13-19459" fmla="*/ 4205 w 6365"/>
                    <a:gd name="connsiteY13-19460" fmla="*/ 1804 h 5728"/>
                    <a:gd name="connsiteX14-19461" fmla="*/ 4209 w 6365"/>
                    <a:gd name="connsiteY14-19462" fmla="*/ 1634 h 5728"/>
                    <a:gd name="connsiteX15-19463" fmla="*/ 4264 w 6365"/>
                    <a:gd name="connsiteY15-19464" fmla="*/ 1514 h 5728"/>
                    <a:gd name="connsiteX16-19465" fmla="*/ 4307 w 6365"/>
                    <a:gd name="connsiteY16-19466" fmla="*/ 1306 h 5728"/>
                    <a:gd name="connsiteX17-19467" fmla="*/ 4367 w 6365"/>
                    <a:gd name="connsiteY17-19468" fmla="*/ 1307 h 5728"/>
                    <a:gd name="connsiteX18-19469" fmla="*/ 4690 w 6365"/>
                    <a:gd name="connsiteY18-19470" fmla="*/ 1286 h 5728"/>
                    <a:gd name="connsiteX19-19471" fmla="*/ 4864 w 6365"/>
                    <a:gd name="connsiteY19-19472" fmla="*/ 1117 h 5728"/>
                    <a:gd name="connsiteX20-19473" fmla="*/ 4933 w 6365"/>
                    <a:gd name="connsiteY20-19474" fmla="*/ 748 h 5728"/>
                    <a:gd name="connsiteX21-19475" fmla="*/ 5043 w 6365"/>
                    <a:gd name="connsiteY21-19476" fmla="*/ 486 h 5728"/>
                    <a:gd name="connsiteX22-19477" fmla="*/ 5041 w 6365"/>
                    <a:gd name="connsiteY22-19478" fmla="*/ 358 h 5728"/>
                    <a:gd name="connsiteX23-19479" fmla="*/ 5028 w 6365"/>
                    <a:gd name="connsiteY23-19480" fmla="*/ 328 h 5728"/>
                    <a:gd name="connsiteX24-19481" fmla="*/ 4961 w 6365"/>
                    <a:gd name="connsiteY24-19482" fmla="*/ 251 h 5728"/>
                    <a:gd name="connsiteX25-19483" fmla="*/ 4901 w 6365"/>
                    <a:gd name="connsiteY25-19484" fmla="*/ 217 h 5728"/>
                    <a:gd name="connsiteX26-19485" fmla="*/ 5026 w 6365"/>
                    <a:gd name="connsiteY26-19486" fmla="*/ 56 h 5728"/>
                    <a:gd name="connsiteX27-19487" fmla="*/ 5199 w 6365"/>
                    <a:gd name="connsiteY27-19488" fmla="*/ 2 h 5728"/>
                    <a:gd name="connsiteX28-19489" fmla="*/ 5231 w 6365"/>
                    <a:gd name="connsiteY28-19490" fmla="*/ 49 h 5728"/>
                    <a:gd name="connsiteX29-19491" fmla="*/ 5221 w 6365"/>
                    <a:gd name="connsiteY29-19492" fmla="*/ 133 h 5728"/>
                    <a:gd name="connsiteX30-19493" fmla="*/ 5160 w 6365"/>
                    <a:gd name="connsiteY30-19494" fmla="*/ 243 h 5728"/>
                    <a:gd name="connsiteX31-19495" fmla="*/ 5230 w 6365"/>
                    <a:gd name="connsiteY31-19496" fmla="*/ 301 h 5728"/>
                    <a:gd name="connsiteX32-19497" fmla="*/ 5344 w 6365"/>
                    <a:gd name="connsiteY32-19498" fmla="*/ 366 h 5728"/>
                    <a:gd name="connsiteX33-19499" fmla="*/ 5364 w 6365"/>
                    <a:gd name="connsiteY33-19500" fmla="*/ 255 h 5728"/>
                    <a:gd name="connsiteX34-19501" fmla="*/ 5498 w 6365"/>
                    <a:gd name="connsiteY34-19502" fmla="*/ 291 h 5728"/>
                    <a:gd name="connsiteX35-19503" fmla="*/ 5523 w 6365"/>
                    <a:gd name="connsiteY35-19504" fmla="*/ 331 h 5728"/>
                    <a:gd name="connsiteX36-19505" fmla="*/ 5599 w 6365"/>
                    <a:gd name="connsiteY36-19506" fmla="*/ 562 h 5728"/>
                    <a:gd name="connsiteX37-19507" fmla="*/ 5634 w 6365"/>
                    <a:gd name="connsiteY37-19508" fmla="*/ 586 h 5728"/>
                    <a:gd name="connsiteX38-19509" fmla="*/ 5726 w 6365"/>
                    <a:gd name="connsiteY38-19510" fmla="*/ 578 h 5728"/>
                    <a:gd name="connsiteX39-19511" fmla="*/ 5986 w 6365"/>
                    <a:gd name="connsiteY39-19512" fmla="*/ 490 h 5728"/>
                    <a:gd name="connsiteX40-19513" fmla="*/ 6206 w 6365"/>
                    <a:gd name="connsiteY40-19514" fmla="*/ 479 h 5728"/>
                    <a:gd name="connsiteX41-19515" fmla="*/ 6266 w 6365"/>
                    <a:gd name="connsiteY41-19516" fmla="*/ 648 h 5728"/>
                    <a:gd name="connsiteX42-19517" fmla="*/ 6184 w 6365"/>
                    <a:gd name="connsiteY42-19518" fmla="*/ 944 h 5728"/>
                    <a:gd name="connsiteX43-19519" fmla="*/ 6184 w 6365"/>
                    <a:gd name="connsiteY43-19520" fmla="*/ 1022 h 5728"/>
                    <a:gd name="connsiteX44-19521" fmla="*/ 6253 w 6365"/>
                    <a:gd name="connsiteY44-19522" fmla="*/ 1168 h 5728"/>
                    <a:gd name="connsiteX45-19523" fmla="*/ 6268 w 6365"/>
                    <a:gd name="connsiteY45-19524" fmla="*/ 1427 h 5728"/>
                    <a:gd name="connsiteX46-19525" fmla="*/ 6270 w 6365"/>
                    <a:gd name="connsiteY46-19526" fmla="*/ 1617 h 5728"/>
                    <a:gd name="connsiteX47-19527" fmla="*/ 6203 w 6365"/>
                    <a:gd name="connsiteY47-19528" fmla="*/ 1625 h 5728"/>
                    <a:gd name="connsiteX48-19529" fmla="*/ 6181 w 6365"/>
                    <a:gd name="connsiteY48-19530" fmla="*/ 1507 h 5728"/>
                    <a:gd name="connsiteX49-19531" fmla="*/ 6146 w 6365"/>
                    <a:gd name="connsiteY49-19532" fmla="*/ 1450 h 5728"/>
                    <a:gd name="connsiteX50-19533" fmla="*/ 6056 w 6365"/>
                    <a:gd name="connsiteY50-19534" fmla="*/ 1582 h 5728"/>
                    <a:gd name="connsiteX51-19535" fmla="*/ 5943 w 6365"/>
                    <a:gd name="connsiteY51-19536" fmla="*/ 1776 h 5728"/>
                    <a:gd name="connsiteX52-19537" fmla="*/ 5824 w 6365"/>
                    <a:gd name="connsiteY52-19538" fmla="*/ 1904 h 5728"/>
                    <a:gd name="connsiteX53-19539" fmla="*/ 5817 w 6365"/>
                    <a:gd name="connsiteY53-19540" fmla="*/ 2018 h 5728"/>
                    <a:gd name="connsiteX54-19541" fmla="*/ 5877 w 6365"/>
                    <a:gd name="connsiteY54-19542" fmla="*/ 2115 h 5728"/>
                    <a:gd name="connsiteX55-19543" fmla="*/ 5979 w 6365"/>
                    <a:gd name="connsiteY55-19544" fmla="*/ 2183 h 5728"/>
                    <a:gd name="connsiteX56-19545" fmla="*/ 6056 w 6365"/>
                    <a:gd name="connsiteY56-19546" fmla="*/ 2178 h 5728"/>
                    <a:gd name="connsiteX57-19547" fmla="*/ 6101 w 6365"/>
                    <a:gd name="connsiteY57-19548" fmla="*/ 2104 h 5728"/>
                    <a:gd name="connsiteX58-19549" fmla="*/ 6135 w 6365"/>
                    <a:gd name="connsiteY58-19550" fmla="*/ 2210 h 5728"/>
                    <a:gd name="connsiteX59-19551" fmla="*/ 6023 w 6365"/>
                    <a:gd name="connsiteY59-19552" fmla="*/ 2249 h 5728"/>
                    <a:gd name="connsiteX60-19553" fmla="*/ 6070 w 6365"/>
                    <a:gd name="connsiteY60-19554" fmla="*/ 2362 h 5728"/>
                    <a:gd name="connsiteX61-19555" fmla="*/ 5935 w 6365"/>
                    <a:gd name="connsiteY61-19556" fmla="*/ 2509 h 5728"/>
                    <a:gd name="connsiteX62-19557" fmla="*/ 5894 w 6365"/>
                    <a:gd name="connsiteY62-19558" fmla="*/ 2498 h 5728"/>
                    <a:gd name="connsiteX63-19559" fmla="*/ 5770 w 6365"/>
                    <a:gd name="connsiteY63-19560" fmla="*/ 2413 h 5728"/>
                    <a:gd name="connsiteX64-19561" fmla="*/ 5715 w 6365"/>
                    <a:gd name="connsiteY64-19562" fmla="*/ 2412 h 5728"/>
                    <a:gd name="connsiteX65-19563" fmla="*/ 5680 w 6365"/>
                    <a:gd name="connsiteY65-19564" fmla="*/ 2480 h 5728"/>
                    <a:gd name="connsiteX66-19565" fmla="*/ 5683 w 6365"/>
                    <a:gd name="connsiteY66-19566" fmla="*/ 2562 h 5728"/>
                    <a:gd name="connsiteX67-19567" fmla="*/ 5861 w 6365"/>
                    <a:gd name="connsiteY67-19568" fmla="*/ 2730 h 5728"/>
                    <a:gd name="connsiteX68-19569" fmla="*/ 5860 w 6365"/>
                    <a:gd name="connsiteY68-19570" fmla="*/ 2844 h 5728"/>
                    <a:gd name="connsiteX69-19571" fmla="*/ 5951 w 6365"/>
                    <a:gd name="connsiteY69-19572" fmla="*/ 3060 h 5728"/>
                    <a:gd name="connsiteX70-19573" fmla="*/ 5977 w 6365"/>
                    <a:gd name="connsiteY70-19574" fmla="*/ 3090 h 5728"/>
                    <a:gd name="connsiteX71-19575" fmla="*/ 6021 w 6365"/>
                    <a:gd name="connsiteY71-19576" fmla="*/ 3094 h 5728"/>
                    <a:gd name="connsiteX72-19577" fmla="*/ 6067 w 6365"/>
                    <a:gd name="connsiteY72-19578" fmla="*/ 3010 h 5728"/>
                    <a:gd name="connsiteX73-19579" fmla="*/ 6147 w 6365"/>
                    <a:gd name="connsiteY73-19580" fmla="*/ 2950 h 5728"/>
                    <a:gd name="connsiteX74-19581" fmla="*/ 6242 w 6365"/>
                    <a:gd name="connsiteY74-19582" fmla="*/ 3126 h 5728"/>
                    <a:gd name="connsiteX75-19583" fmla="*/ 6352 w 6365"/>
                    <a:gd name="connsiteY75-19584" fmla="*/ 3312 h 5728"/>
                    <a:gd name="connsiteX76-19585" fmla="*/ 6365 w 6365"/>
                    <a:gd name="connsiteY76-19586" fmla="*/ 3342 h 5728"/>
                    <a:gd name="connsiteX77-19587" fmla="*/ 6354 w 6365"/>
                    <a:gd name="connsiteY77-19588" fmla="*/ 3518 h 5728"/>
                    <a:gd name="connsiteX78-19589" fmla="*/ 6319 w 6365"/>
                    <a:gd name="connsiteY78-19590" fmla="*/ 3554 h 5728"/>
                    <a:gd name="connsiteX79-19591" fmla="*/ 6230 w 6365"/>
                    <a:gd name="connsiteY79-19592" fmla="*/ 3515 h 5728"/>
                    <a:gd name="connsiteX80-19593" fmla="*/ 5996 w 6365"/>
                    <a:gd name="connsiteY80-19594" fmla="*/ 3644 h 5728"/>
                    <a:gd name="connsiteX81-19595" fmla="*/ 5970 w 6365"/>
                    <a:gd name="connsiteY81-19596" fmla="*/ 3666 h 5728"/>
                    <a:gd name="connsiteX82-19597" fmla="*/ 5790 w 6365"/>
                    <a:gd name="connsiteY82-19598" fmla="*/ 3812 h 5728"/>
                    <a:gd name="connsiteX83-19599" fmla="*/ 5649 w 6365"/>
                    <a:gd name="connsiteY83-19600" fmla="*/ 3926 h 5728"/>
                    <a:gd name="connsiteX84-19601" fmla="*/ 5614 w 6365"/>
                    <a:gd name="connsiteY84-19602" fmla="*/ 3965 h 5728"/>
                    <a:gd name="connsiteX85-19603" fmla="*/ 5562 w 6365"/>
                    <a:gd name="connsiteY85-19604" fmla="*/ 3973 h 5728"/>
                    <a:gd name="connsiteX86-19605" fmla="*/ 5505 w 6365"/>
                    <a:gd name="connsiteY86-19606" fmla="*/ 3916 h 5728"/>
                    <a:gd name="connsiteX87-19607" fmla="*/ 5381 w 6365"/>
                    <a:gd name="connsiteY87-19608" fmla="*/ 3808 h 5728"/>
                    <a:gd name="connsiteX88-19609" fmla="*/ 5405 w 6365"/>
                    <a:gd name="connsiteY88-19610" fmla="*/ 4064 h 5728"/>
                    <a:gd name="connsiteX89-19611" fmla="*/ 5414 w 6365"/>
                    <a:gd name="connsiteY89-19612" fmla="*/ 4192 h 5728"/>
                    <a:gd name="connsiteX90-19613" fmla="*/ 5152 w 6365"/>
                    <a:gd name="connsiteY90-19614" fmla="*/ 4166 h 5728"/>
                    <a:gd name="connsiteX91-19615" fmla="*/ 5070 w 6365"/>
                    <a:gd name="connsiteY91-19616" fmla="*/ 3987 h 5728"/>
                    <a:gd name="connsiteX92-19617" fmla="*/ 4988 w 6365"/>
                    <a:gd name="connsiteY92-19618" fmla="*/ 3802 h 5728"/>
                    <a:gd name="connsiteX93-19619" fmla="*/ 4013 w 6365"/>
                    <a:gd name="connsiteY93-19620" fmla="*/ 4504 h 5728"/>
                    <a:gd name="connsiteX94-19621" fmla="*/ 4016 w 6365"/>
                    <a:gd name="connsiteY94-19622" fmla="*/ 4556 h 5728"/>
                    <a:gd name="connsiteX95-19623" fmla="*/ 3980 w 6365"/>
                    <a:gd name="connsiteY95-19624" fmla="*/ 4614 h 5728"/>
                    <a:gd name="connsiteX96-19625" fmla="*/ 3715 w 6365"/>
                    <a:gd name="connsiteY96-19626" fmla="*/ 4680 h 5728"/>
                    <a:gd name="connsiteX97-19627" fmla="*/ 3580 w 6365"/>
                    <a:gd name="connsiteY97-19628" fmla="*/ 4739 h 5728"/>
                    <a:gd name="connsiteX98-19629" fmla="*/ 3538 w 6365"/>
                    <a:gd name="connsiteY98-19630" fmla="*/ 4777 h 5728"/>
                    <a:gd name="connsiteX99-19631" fmla="*/ 3339 w 6365"/>
                    <a:gd name="connsiteY99-19632" fmla="*/ 5021 h 5728"/>
                    <a:gd name="connsiteX100-19633" fmla="*/ 3266 w 6365"/>
                    <a:gd name="connsiteY100-19634" fmla="*/ 4970 h 5728"/>
                    <a:gd name="connsiteX101-19635" fmla="*/ 3183 w 6365"/>
                    <a:gd name="connsiteY101-19636" fmla="*/ 4971 h 5728"/>
                    <a:gd name="connsiteX102-19637" fmla="*/ 3147 w 6365"/>
                    <a:gd name="connsiteY102-19638" fmla="*/ 5045 h 5728"/>
                    <a:gd name="connsiteX103-19639" fmla="*/ 3036 w 6365"/>
                    <a:gd name="connsiteY103-19640" fmla="*/ 5000 h 5728"/>
                    <a:gd name="connsiteX104-19641" fmla="*/ 2958 w 6365"/>
                    <a:gd name="connsiteY104-19642" fmla="*/ 5109 h 5728"/>
                    <a:gd name="connsiteX105-19643" fmla="*/ 2736 w 6365"/>
                    <a:gd name="connsiteY105-19644" fmla="*/ 5349 h 5728"/>
                    <a:gd name="connsiteX106-19645" fmla="*/ 2716 w 6365"/>
                    <a:gd name="connsiteY106-19646" fmla="*/ 5516 h 5728"/>
                    <a:gd name="connsiteX107-19647" fmla="*/ 2699 w 6365"/>
                    <a:gd name="connsiteY107-19648" fmla="*/ 5659 h 5728"/>
                    <a:gd name="connsiteX108-19649" fmla="*/ 2683 w 6365"/>
                    <a:gd name="connsiteY108-19650" fmla="*/ 5669 h 5728"/>
                    <a:gd name="connsiteX109-19651" fmla="*/ 2361 w 6365"/>
                    <a:gd name="connsiteY109-19652" fmla="*/ 5621 h 5728"/>
                    <a:gd name="connsiteX110-19653" fmla="*/ 2259 w 6365"/>
                    <a:gd name="connsiteY110-19654" fmla="*/ 5566 h 5728"/>
                    <a:gd name="connsiteX111-19655" fmla="*/ 2205 w 6365"/>
                    <a:gd name="connsiteY111-19656" fmla="*/ 5503 h 5728"/>
                    <a:gd name="connsiteX112-19657" fmla="*/ 2100 w 6365"/>
                    <a:gd name="connsiteY112-19658" fmla="*/ 5477 h 5728"/>
                    <a:gd name="connsiteX113-19659" fmla="*/ 2100 w 6365"/>
                    <a:gd name="connsiteY113-19660" fmla="*/ 5379 h 5728"/>
                    <a:gd name="connsiteX114-19661" fmla="*/ 2204 w 6365"/>
                    <a:gd name="connsiteY114-19662" fmla="*/ 5149 h 5728"/>
                    <a:gd name="connsiteX115-19663" fmla="*/ 2064 w 6365"/>
                    <a:gd name="connsiteY115-19664" fmla="*/ 5070 h 5728"/>
                    <a:gd name="connsiteX116-19665" fmla="*/ 2022 w 6365"/>
                    <a:gd name="connsiteY116-19666" fmla="*/ 5095 h 5728"/>
                    <a:gd name="connsiteX117-19667" fmla="*/ 1932 w 6365"/>
                    <a:gd name="connsiteY117-19668" fmla="*/ 5214 h 5728"/>
                    <a:gd name="connsiteX118-19669" fmla="*/ 1900 w 6365"/>
                    <a:gd name="connsiteY118-19670" fmla="*/ 5276 h 5728"/>
                    <a:gd name="connsiteX119-19671" fmla="*/ 1838 w 6365"/>
                    <a:gd name="connsiteY119-19672" fmla="*/ 5386 h 5728"/>
                    <a:gd name="connsiteX120-19673" fmla="*/ 1844 w 6365"/>
                    <a:gd name="connsiteY120-19674" fmla="*/ 5510 h 5728"/>
                    <a:gd name="connsiteX121-19675" fmla="*/ 1805 w 6365"/>
                    <a:gd name="connsiteY121-19676" fmla="*/ 5558 h 5728"/>
                    <a:gd name="connsiteX122-19677" fmla="*/ 1674 w 6365"/>
                    <a:gd name="connsiteY122-19678" fmla="*/ 5617 h 5728"/>
                    <a:gd name="connsiteX123-19679" fmla="*/ 1508 w 6365"/>
                    <a:gd name="connsiteY123-19680" fmla="*/ 5649 h 5728"/>
                    <a:gd name="connsiteX124-19681" fmla="*/ 1405 w 6365"/>
                    <a:gd name="connsiteY124-19682" fmla="*/ 5728 h 5728"/>
                    <a:gd name="connsiteX125-19683" fmla="*/ 1291 w 6365"/>
                    <a:gd name="connsiteY125-19684" fmla="*/ 5611 h 5728"/>
                    <a:gd name="connsiteX126-19685" fmla="*/ 1231 w 6365"/>
                    <a:gd name="connsiteY126-19686" fmla="*/ 5485 h 5728"/>
                    <a:gd name="connsiteX127-19687" fmla="*/ 1353 w 6365"/>
                    <a:gd name="connsiteY127-19688" fmla="*/ 5242 h 5728"/>
                    <a:gd name="connsiteX128-19689" fmla="*/ 1408 w 6365"/>
                    <a:gd name="connsiteY128-19690" fmla="*/ 5195 h 5728"/>
                    <a:gd name="connsiteX129-19691" fmla="*/ 1453 w 6365"/>
                    <a:gd name="connsiteY129-19692" fmla="*/ 5120 h 5728"/>
                    <a:gd name="connsiteX130-19693" fmla="*/ 1450 w 6365"/>
                    <a:gd name="connsiteY130-19694" fmla="*/ 5071 h 5728"/>
                    <a:gd name="connsiteX131-19695" fmla="*/ 1253 w 6365"/>
                    <a:gd name="connsiteY131-19696" fmla="*/ 5007 h 5728"/>
                    <a:gd name="connsiteX132-19697" fmla="*/ 1182 w 6365"/>
                    <a:gd name="connsiteY132-19698" fmla="*/ 5064 h 5728"/>
                    <a:gd name="connsiteX133-19699" fmla="*/ 1076 w 6365"/>
                    <a:gd name="connsiteY133-19700" fmla="*/ 5111 h 5728"/>
                    <a:gd name="connsiteX134-19701" fmla="*/ 1013 w 6365"/>
                    <a:gd name="connsiteY134-19702" fmla="*/ 5063 h 5728"/>
                    <a:gd name="connsiteX135-19703" fmla="*/ 775 w 6365"/>
                    <a:gd name="connsiteY135-19704" fmla="*/ 5254 h 5728"/>
                    <a:gd name="connsiteX136-19705" fmla="*/ 647 w 6365"/>
                    <a:gd name="connsiteY136-19706" fmla="*/ 5231 h 5728"/>
                    <a:gd name="connsiteX137-19707" fmla="*/ 536 w 6365"/>
                    <a:gd name="connsiteY137-19708" fmla="*/ 5097 h 5728"/>
                    <a:gd name="connsiteX138-19709" fmla="*/ 406 w 6365"/>
                    <a:gd name="connsiteY138-19710" fmla="*/ 4930 h 5728"/>
                    <a:gd name="connsiteX139-19711" fmla="*/ 295 w 6365"/>
                    <a:gd name="connsiteY139-19712" fmla="*/ 4806 h 5728"/>
                    <a:gd name="connsiteX140-19713" fmla="*/ 228 w 6365"/>
                    <a:gd name="connsiteY140-19714" fmla="*/ 4788 h 5728"/>
                    <a:gd name="connsiteX141-19715" fmla="*/ 363 w 6365"/>
                    <a:gd name="connsiteY141-19716" fmla="*/ 4631 h 5728"/>
                    <a:gd name="connsiteX142-19717" fmla="*/ 406 w 6365"/>
                    <a:gd name="connsiteY142-19718" fmla="*/ 4541 h 5728"/>
                    <a:gd name="connsiteX143-19719" fmla="*/ 374 w 6365"/>
                    <a:gd name="connsiteY143-19720" fmla="*/ 4438 h 5728"/>
                    <a:gd name="connsiteX144-19721" fmla="*/ 0 w 6365"/>
                    <a:gd name="connsiteY144-19722" fmla="*/ 4491 h 5728"/>
                    <a:gd name="connsiteX0-19723" fmla="*/ 4951 w 6137"/>
                    <a:gd name="connsiteY0-19724" fmla="*/ 2333 h 5728"/>
                    <a:gd name="connsiteX1-19725" fmla="*/ 4949 w 6137"/>
                    <a:gd name="connsiteY1-19726" fmla="*/ 2117 h 5728"/>
                    <a:gd name="connsiteX2-19727" fmla="*/ 4873 w 6137"/>
                    <a:gd name="connsiteY2-19728" fmla="*/ 2039 h 5728"/>
                    <a:gd name="connsiteX3-19729" fmla="*/ 4730 w 6137"/>
                    <a:gd name="connsiteY3-19730" fmla="*/ 1951 h 5728"/>
                    <a:gd name="connsiteX4-19731" fmla="*/ 4638 w 6137"/>
                    <a:gd name="connsiteY4-19732" fmla="*/ 1827 h 5728"/>
                    <a:gd name="connsiteX5-19733" fmla="*/ 4542 w 6137"/>
                    <a:gd name="connsiteY5-19734" fmla="*/ 1828 h 5728"/>
                    <a:gd name="connsiteX6-19735" fmla="*/ 4497 w 6137"/>
                    <a:gd name="connsiteY6-19736" fmla="*/ 1883 h 5728"/>
                    <a:gd name="connsiteX7-19737" fmla="*/ 4404 w 6137"/>
                    <a:gd name="connsiteY7-19738" fmla="*/ 1877 h 5728"/>
                    <a:gd name="connsiteX8-19739" fmla="*/ 4384 w 6137"/>
                    <a:gd name="connsiteY8-19740" fmla="*/ 1994 h 5728"/>
                    <a:gd name="connsiteX9-19741" fmla="*/ 4203 w 6137"/>
                    <a:gd name="connsiteY9-19742" fmla="*/ 1941 h 5728"/>
                    <a:gd name="connsiteX10-19743" fmla="*/ 4120 w 6137"/>
                    <a:gd name="connsiteY10-19744" fmla="*/ 1939 h 5728"/>
                    <a:gd name="connsiteX11-19745" fmla="*/ 3995 w 6137"/>
                    <a:gd name="connsiteY11-19746" fmla="*/ 2014 h 5728"/>
                    <a:gd name="connsiteX12-19747" fmla="*/ 3883 w 6137"/>
                    <a:gd name="connsiteY12-19748" fmla="*/ 1890 h 5728"/>
                    <a:gd name="connsiteX13-19749" fmla="*/ 3977 w 6137"/>
                    <a:gd name="connsiteY13-19750" fmla="*/ 1804 h 5728"/>
                    <a:gd name="connsiteX14-19751" fmla="*/ 3981 w 6137"/>
                    <a:gd name="connsiteY14-19752" fmla="*/ 1634 h 5728"/>
                    <a:gd name="connsiteX15-19753" fmla="*/ 4036 w 6137"/>
                    <a:gd name="connsiteY15-19754" fmla="*/ 1514 h 5728"/>
                    <a:gd name="connsiteX16-19755" fmla="*/ 4079 w 6137"/>
                    <a:gd name="connsiteY16-19756" fmla="*/ 1306 h 5728"/>
                    <a:gd name="connsiteX17-19757" fmla="*/ 4139 w 6137"/>
                    <a:gd name="connsiteY17-19758" fmla="*/ 1307 h 5728"/>
                    <a:gd name="connsiteX18-19759" fmla="*/ 4462 w 6137"/>
                    <a:gd name="connsiteY18-19760" fmla="*/ 1286 h 5728"/>
                    <a:gd name="connsiteX19-19761" fmla="*/ 4636 w 6137"/>
                    <a:gd name="connsiteY19-19762" fmla="*/ 1117 h 5728"/>
                    <a:gd name="connsiteX20-19763" fmla="*/ 4705 w 6137"/>
                    <a:gd name="connsiteY20-19764" fmla="*/ 748 h 5728"/>
                    <a:gd name="connsiteX21-19765" fmla="*/ 4815 w 6137"/>
                    <a:gd name="connsiteY21-19766" fmla="*/ 486 h 5728"/>
                    <a:gd name="connsiteX22-19767" fmla="*/ 4813 w 6137"/>
                    <a:gd name="connsiteY22-19768" fmla="*/ 358 h 5728"/>
                    <a:gd name="connsiteX23-19769" fmla="*/ 4800 w 6137"/>
                    <a:gd name="connsiteY23-19770" fmla="*/ 328 h 5728"/>
                    <a:gd name="connsiteX24-19771" fmla="*/ 4733 w 6137"/>
                    <a:gd name="connsiteY24-19772" fmla="*/ 251 h 5728"/>
                    <a:gd name="connsiteX25-19773" fmla="*/ 4673 w 6137"/>
                    <a:gd name="connsiteY25-19774" fmla="*/ 217 h 5728"/>
                    <a:gd name="connsiteX26-19775" fmla="*/ 4798 w 6137"/>
                    <a:gd name="connsiteY26-19776" fmla="*/ 56 h 5728"/>
                    <a:gd name="connsiteX27-19777" fmla="*/ 4971 w 6137"/>
                    <a:gd name="connsiteY27-19778" fmla="*/ 2 h 5728"/>
                    <a:gd name="connsiteX28-19779" fmla="*/ 5003 w 6137"/>
                    <a:gd name="connsiteY28-19780" fmla="*/ 49 h 5728"/>
                    <a:gd name="connsiteX29-19781" fmla="*/ 4993 w 6137"/>
                    <a:gd name="connsiteY29-19782" fmla="*/ 133 h 5728"/>
                    <a:gd name="connsiteX30-19783" fmla="*/ 4932 w 6137"/>
                    <a:gd name="connsiteY30-19784" fmla="*/ 243 h 5728"/>
                    <a:gd name="connsiteX31-19785" fmla="*/ 5002 w 6137"/>
                    <a:gd name="connsiteY31-19786" fmla="*/ 301 h 5728"/>
                    <a:gd name="connsiteX32-19787" fmla="*/ 5116 w 6137"/>
                    <a:gd name="connsiteY32-19788" fmla="*/ 366 h 5728"/>
                    <a:gd name="connsiteX33-19789" fmla="*/ 5136 w 6137"/>
                    <a:gd name="connsiteY33-19790" fmla="*/ 255 h 5728"/>
                    <a:gd name="connsiteX34-19791" fmla="*/ 5270 w 6137"/>
                    <a:gd name="connsiteY34-19792" fmla="*/ 291 h 5728"/>
                    <a:gd name="connsiteX35-19793" fmla="*/ 5295 w 6137"/>
                    <a:gd name="connsiteY35-19794" fmla="*/ 331 h 5728"/>
                    <a:gd name="connsiteX36-19795" fmla="*/ 5371 w 6137"/>
                    <a:gd name="connsiteY36-19796" fmla="*/ 562 h 5728"/>
                    <a:gd name="connsiteX37-19797" fmla="*/ 5406 w 6137"/>
                    <a:gd name="connsiteY37-19798" fmla="*/ 586 h 5728"/>
                    <a:gd name="connsiteX38-19799" fmla="*/ 5498 w 6137"/>
                    <a:gd name="connsiteY38-19800" fmla="*/ 578 h 5728"/>
                    <a:gd name="connsiteX39-19801" fmla="*/ 5758 w 6137"/>
                    <a:gd name="connsiteY39-19802" fmla="*/ 490 h 5728"/>
                    <a:gd name="connsiteX40-19803" fmla="*/ 5978 w 6137"/>
                    <a:gd name="connsiteY40-19804" fmla="*/ 479 h 5728"/>
                    <a:gd name="connsiteX41-19805" fmla="*/ 6038 w 6137"/>
                    <a:gd name="connsiteY41-19806" fmla="*/ 648 h 5728"/>
                    <a:gd name="connsiteX42-19807" fmla="*/ 5956 w 6137"/>
                    <a:gd name="connsiteY42-19808" fmla="*/ 944 h 5728"/>
                    <a:gd name="connsiteX43-19809" fmla="*/ 5956 w 6137"/>
                    <a:gd name="connsiteY43-19810" fmla="*/ 1022 h 5728"/>
                    <a:gd name="connsiteX44-19811" fmla="*/ 6025 w 6137"/>
                    <a:gd name="connsiteY44-19812" fmla="*/ 1168 h 5728"/>
                    <a:gd name="connsiteX45-19813" fmla="*/ 6040 w 6137"/>
                    <a:gd name="connsiteY45-19814" fmla="*/ 1427 h 5728"/>
                    <a:gd name="connsiteX46-19815" fmla="*/ 6042 w 6137"/>
                    <a:gd name="connsiteY46-19816" fmla="*/ 1617 h 5728"/>
                    <a:gd name="connsiteX47-19817" fmla="*/ 5975 w 6137"/>
                    <a:gd name="connsiteY47-19818" fmla="*/ 1625 h 5728"/>
                    <a:gd name="connsiteX48-19819" fmla="*/ 5953 w 6137"/>
                    <a:gd name="connsiteY48-19820" fmla="*/ 1507 h 5728"/>
                    <a:gd name="connsiteX49-19821" fmla="*/ 5918 w 6137"/>
                    <a:gd name="connsiteY49-19822" fmla="*/ 1450 h 5728"/>
                    <a:gd name="connsiteX50-19823" fmla="*/ 5828 w 6137"/>
                    <a:gd name="connsiteY50-19824" fmla="*/ 1582 h 5728"/>
                    <a:gd name="connsiteX51-19825" fmla="*/ 5715 w 6137"/>
                    <a:gd name="connsiteY51-19826" fmla="*/ 1776 h 5728"/>
                    <a:gd name="connsiteX52-19827" fmla="*/ 5596 w 6137"/>
                    <a:gd name="connsiteY52-19828" fmla="*/ 1904 h 5728"/>
                    <a:gd name="connsiteX53-19829" fmla="*/ 5589 w 6137"/>
                    <a:gd name="connsiteY53-19830" fmla="*/ 2018 h 5728"/>
                    <a:gd name="connsiteX54-19831" fmla="*/ 5649 w 6137"/>
                    <a:gd name="connsiteY54-19832" fmla="*/ 2115 h 5728"/>
                    <a:gd name="connsiteX55-19833" fmla="*/ 5751 w 6137"/>
                    <a:gd name="connsiteY55-19834" fmla="*/ 2183 h 5728"/>
                    <a:gd name="connsiteX56-19835" fmla="*/ 5828 w 6137"/>
                    <a:gd name="connsiteY56-19836" fmla="*/ 2178 h 5728"/>
                    <a:gd name="connsiteX57-19837" fmla="*/ 5873 w 6137"/>
                    <a:gd name="connsiteY57-19838" fmla="*/ 2104 h 5728"/>
                    <a:gd name="connsiteX58-19839" fmla="*/ 5907 w 6137"/>
                    <a:gd name="connsiteY58-19840" fmla="*/ 2210 h 5728"/>
                    <a:gd name="connsiteX59-19841" fmla="*/ 5795 w 6137"/>
                    <a:gd name="connsiteY59-19842" fmla="*/ 2249 h 5728"/>
                    <a:gd name="connsiteX60-19843" fmla="*/ 5842 w 6137"/>
                    <a:gd name="connsiteY60-19844" fmla="*/ 2362 h 5728"/>
                    <a:gd name="connsiteX61-19845" fmla="*/ 5707 w 6137"/>
                    <a:gd name="connsiteY61-19846" fmla="*/ 2509 h 5728"/>
                    <a:gd name="connsiteX62-19847" fmla="*/ 5666 w 6137"/>
                    <a:gd name="connsiteY62-19848" fmla="*/ 2498 h 5728"/>
                    <a:gd name="connsiteX63-19849" fmla="*/ 5542 w 6137"/>
                    <a:gd name="connsiteY63-19850" fmla="*/ 2413 h 5728"/>
                    <a:gd name="connsiteX64-19851" fmla="*/ 5487 w 6137"/>
                    <a:gd name="connsiteY64-19852" fmla="*/ 2412 h 5728"/>
                    <a:gd name="connsiteX65-19853" fmla="*/ 5452 w 6137"/>
                    <a:gd name="connsiteY65-19854" fmla="*/ 2480 h 5728"/>
                    <a:gd name="connsiteX66-19855" fmla="*/ 5455 w 6137"/>
                    <a:gd name="connsiteY66-19856" fmla="*/ 2562 h 5728"/>
                    <a:gd name="connsiteX67-19857" fmla="*/ 5633 w 6137"/>
                    <a:gd name="connsiteY67-19858" fmla="*/ 2730 h 5728"/>
                    <a:gd name="connsiteX68-19859" fmla="*/ 5632 w 6137"/>
                    <a:gd name="connsiteY68-19860" fmla="*/ 2844 h 5728"/>
                    <a:gd name="connsiteX69-19861" fmla="*/ 5723 w 6137"/>
                    <a:gd name="connsiteY69-19862" fmla="*/ 3060 h 5728"/>
                    <a:gd name="connsiteX70-19863" fmla="*/ 5749 w 6137"/>
                    <a:gd name="connsiteY70-19864" fmla="*/ 3090 h 5728"/>
                    <a:gd name="connsiteX71-19865" fmla="*/ 5793 w 6137"/>
                    <a:gd name="connsiteY71-19866" fmla="*/ 3094 h 5728"/>
                    <a:gd name="connsiteX72-19867" fmla="*/ 5839 w 6137"/>
                    <a:gd name="connsiteY72-19868" fmla="*/ 3010 h 5728"/>
                    <a:gd name="connsiteX73-19869" fmla="*/ 5919 w 6137"/>
                    <a:gd name="connsiteY73-19870" fmla="*/ 2950 h 5728"/>
                    <a:gd name="connsiteX74-19871" fmla="*/ 6014 w 6137"/>
                    <a:gd name="connsiteY74-19872" fmla="*/ 3126 h 5728"/>
                    <a:gd name="connsiteX75-19873" fmla="*/ 6124 w 6137"/>
                    <a:gd name="connsiteY75-19874" fmla="*/ 3312 h 5728"/>
                    <a:gd name="connsiteX76-19875" fmla="*/ 6137 w 6137"/>
                    <a:gd name="connsiteY76-19876" fmla="*/ 3342 h 5728"/>
                    <a:gd name="connsiteX77-19877" fmla="*/ 6126 w 6137"/>
                    <a:gd name="connsiteY77-19878" fmla="*/ 3518 h 5728"/>
                    <a:gd name="connsiteX78-19879" fmla="*/ 6091 w 6137"/>
                    <a:gd name="connsiteY78-19880" fmla="*/ 3554 h 5728"/>
                    <a:gd name="connsiteX79-19881" fmla="*/ 6002 w 6137"/>
                    <a:gd name="connsiteY79-19882" fmla="*/ 3515 h 5728"/>
                    <a:gd name="connsiteX80-19883" fmla="*/ 5768 w 6137"/>
                    <a:gd name="connsiteY80-19884" fmla="*/ 3644 h 5728"/>
                    <a:gd name="connsiteX81-19885" fmla="*/ 5742 w 6137"/>
                    <a:gd name="connsiteY81-19886" fmla="*/ 3666 h 5728"/>
                    <a:gd name="connsiteX82-19887" fmla="*/ 5562 w 6137"/>
                    <a:gd name="connsiteY82-19888" fmla="*/ 3812 h 5728"/>
                    <a:gd name="connsiteX83-19889" fmla="*/ 5421 w 6137"/>
                    <a:gd name="connsiteY83-19890" fmla="*/ 3926 h 5728"/>
                    <a:gd name="connsiteX84-19891" fmla="*/ 5386 w 6137"/>
                    <a:gd name="connsiteY84-19892" fmla="*/ 3965 h 5728"/>
                    <a:gd name="connsiteX85-19893" fmla="*/ 5334 w 6137"/>
                    <a:gd name="connsiteY85-19894" fmla="*/ 3973 h 5728"/>
                    <a:gd name="connsiteX86-19895" fmla="*/ 5277 w 6137"/>
                    <a:gd name="connsiteY86-19896" fmla="*/ 3916 h 5728"/>
                    <a:gd name="connsiteX87-19897" fmla="*/ 5153 w 6137"/>
                    <a:gd name="connsiteY87-19898" fmla="*/ 3808 h 5728"/>
                    <a:gd name="connsiteX88-19899" fmla="*/ 5177 w 6137"/>
                    <a:gd name="connsiteY88-19900" fmla="*/ 4064 h 5728"/>
                    <a:gd name="connsiteX89-19901" fmla="*/ 5186 w 6137"/>
                    <a:gd name="connsiteY89-19902" fmla="*/ 4192 h 5728"/>
                    <a:gd name="connsiteX90-19903" fmla="*/ 4924 w 6137"/>
                    <a:gd name="connsiteY90-19904" fmla="*/ 4166 h 5728"/>
                    <a:gd name="connsiteX91-19905" fmla="*/ 4842 w 6137"/>
                    <a:gd name="connsiteY91-19906" fmla="*/ 3987 h 5728"/>
                    <a:gd name="connsiteX92-19907" fmla="*/ 4760 w 6137"/>
                    <a:gd name="connsiteY92-19908" fmla="*/ 3802 h 5728"/>
                    <a:gd name="connsiteX93-19909" fmla="*/ 3785 w 6137"/>
                    <a:gd name="connsiteY93-19910" fmla="*/ 4504 h 5728"/>
                    <a:gd name="connsiteX94-19911" fmla="*/ 3788 w 6137"/>
                    <a:gd name="connsiteY94-19912" fmla="*/ 4556 h 5728"/>
                    <a:gd name="connsiteX95-19913" fmla="*/ 3752 w 6137"/>
                    <a:gd name="connsiteY95-19914" fmla="*/ 4614 h 5728"/>
                    <a:gd name="connsiteX96-19915" fmla="*/ 3487 w 6137"/>
                    <a:gd name="connsiteY96-19916" fmla="*/ 4680 h 5728"/>
                    <a:gd name="connsiteX97-19917" fmla="*/ 3352 w 6137"/>
                    <a:gd name="connsiteY97-19918" fmla="*/ 4739 h 5728"/>
                    <a:gd name="connsiteX98-19919" fmla="*/ 3310 w 6137"/>
                    <a:gd name="connsiteY98-19920" fmla="*/ 4777 h 5728"/>
                    <a:gd name="connsiteX99-19921" fmla="*/ 3111 w 6137"/>
                    <a:gd name="connsiteY99-19922" fmla="*/ 5021 h 5728"/>
                    <a:gd name="connsiteX100-19923" fmla="*/ 3038 w 6137"/>
                    <a:gd name="connsiteY100-19924" fmla="*/ 4970 h 5728"/>
                    <a:gd name="connsiteX101-19925" fmla="*/ 2955 w 6137"/>
                    <a:gd name="connsiteY101-19926" fmla="*/ 4971 h 5728"/>
                    <a:gd name="connsiteX102-19927" fmla="*/ 2919 w 6137"/>
                    <a:gd name="connsiteY102-19928" fmla="*/ 5045 h 5728"/>
                    <a:gd name="connsiteX103-19929" fmla="*/ 2808 w 6137"/>
                    <a:gd name="connsiteY103-19930" fmla="*/ 5000 h 5728"/>
                    <a:gd name="connsiteX104-19931" fmla="*/ 2730 w 6137"/>
                    <a:gd name="connsiteY104-19932" fmla="*/ 5109 h 5728"/>
                    <a:gd name="connsiteX105-19933" fmla="*/ 2508 w 6137"/>
                    <a:gd name="connsiteY105-19934" fmla="*/ 5349 h 5728"/>
                    <a:gd name="connsiteX106-19935" fmla="*/ 2488 w 6137"/>
                    <a:gd name="connsiteY106-19936" fmla="*/ 5516 h 5728"/>
                    <a:gd name="connsiteX107-19937" fmla="*/ 2471 w 6137"/>
                    <a:gd name="connsiteY107-19938" fmla="*/ 5659 h 5728"/>
                    <a:gd name="connsiteX108-19939" fmla="*/ 2455 w 6137"/>
                    <a:gd name="connsiteY108-19940" fmla="*/ 5669 h 5728"/>
                    <a:gd name="connsiteX109-19941" fmla="*/ 2133 w 6137"/>
                    <a:gd name="connsiteY109-19942" fmla="*/ 5621 h 5728"/>
                    <a:gd name="connsiteX110-19943" fmla="*/ 2031 w 6137"/>
                    <a:gd name="connsiteY110-19944" fmla="*/ 5566 h 5728"/>
                    <a:gd name="connsiteX111-19945" fmla="*/ 1977 w 6137"/>
                    <a:gd name="connsiteY111-19946" fmla="*/ 5503 h 5728"/>
                    <a:gd name="connsiteX112-19947" fmla="*/ 1872 w 6137"/>
                    <a:gd name="connsiteY112-19948" fmla="*/ 5477 h 5728"/>
                    <a:gd name="connsiteX113-19949" fmla="*/ 1872 w 6137"/>
                    <a:gd name="connsiteY113-19950" fmla="*/ 5379 h 5728"/>
                    <a:gd name="connsiteX114-19951" fmla="*/ 1976 w 6137"/>
                    <a:gd name="connsiteY114-19952" fmla="*/ 5149 h 5728"/>
                    <a:gd name="connsiteX115-19953" fmla="*/ 1836 w 6137"/>
                    <a:gd name="connsiteY115-19954" fmla="*/ 5070 h 5728"/>
                    <a:gd name="connsiteX116-19955" fmla="*/ 1794 w 6137"/>
                    <a:gd name="connsiteY116-19956" fmla="*/ 5095 h 5728"/>
                    <a:gd name="connsiteX117-19957" fmla="*/ 1704 w 6137"/>
                    <a:gd name="connsiteY117-19958" fmla="*/ 5214 h 5728"/>
                    <a:gd name="connsiteX118-19959" fmla="*/ 1672 w 6137"/>
                    <a:gd name="connsiteY118-19960" fmla="*/ 5276 h 5728"/>
                    <a:gd name="connsiteX119-19961" fmla="*/ 1610 w 6137"/>
                    <a:gd name="connsiteY119-19962" fmla="*/ 5386 h 5728"/>
                    <a:gd name="connsiteX120-19963" fmla="*/ 1616 w 6137"/>
                    <a:gd name="connsiteY120-19964" fmla="*/ 5510 h 5728"/>
                    <a:gd name="connsiteX121-19965" fmla="*/ 1577 w 6137"/>
                    <a:gd name="connsiteY121-19966" fmla="*/ 5558 h 5728"/>
                    <a:gd name="connsiteX122-19967" fmla="*/ 1446 w 6137"/>
                    <a:gd name="connsiteY122-19968" fmla="*/ 5617 h 5728"/>
                    <a:gd name="connsiteX123-19969" fmla="*/ 1280 w 6137"/>
                    <a:gd name="connsiteY123-19970" fmla="*/ 5649 h 5728"/>
                    <a:gd name="connsiteX124-19971" fmla="*/ 1177 w 6137"/>
                    <a:gd name="connsiteY124-19972" fmla="*/ 5728 h 5728"/>
                    <a:gd name="connsiteX125-19973" fmla="*/ 1063 w 6137"/>
                    <a:gd name="connsiteY125-19974" fmla="*/ 5611 h 5728"/>
                    <a:gd name="connsiteX126-19975" fmla="*/ 1003 w 6137"/>
                    <a:gd name="connsiteY126-19976" fmla="*/ 5485 h 5728"/>
                    <a:gd name="connsiteX127-19977" fmla="*/ 1125 w 6137"/>
                    <a:gd name="connsiteY127-19978" fmla="*/ 5242 h 5728"/>
                    <a:gd name="connsiteX128-19979" fmla="*/ 1180 w 6137"/>
                    <a:gd name="connsiteY128-19980" fmla="*/ 5195 h 5728"/>
                    <a:gd name="connsiteX129-19981" fmla="*/ 1225 w 6137"/>
                    <a:gd name="connsiteY129-19982" fmla="*/ 5120 h 5728"/>
                    <a:gd name="connsiteX130-19983" fmla="*/ 1222 w 6137"/>
                    <a:gd name="connsiteY130-19984" fmla="*/ 5071 h 5728"/>
                    <a:gd name="connsiteX131-19985" fmla="*/ 1025 w 6137"/>
                    <a:gd name="connsiteY131-19986" fmla="*/ 5007 h 5728"/>
                    <a:gd name="connsiteX132-19987" fmla="*/ 954 w 6137"/>
                    <a:gd name="connsiteY132-19988" fmla="*/ 5064 h 5728"/>
                    <a:gd name="connsiteX133-19989" fmla="*/ 848 w 6137"/>
                    <a:gd name="connsiteY133-19990" fmla="*/ 5111 h 5728"/>
                    <a:gd name="connsiteX134-19991" fmla="*/ 785 w 6137"/>
                    <a:gd name="connsiteY134-19992" fmla="*/ 5063 h 5728"/>
                    <a:gd name="connsiteX135-19993" fmla="*/ 547 w 6137"/>
                    <a:gd name="connsiteY135-19994" fmla="*/ 5254 h 5728"/>
                    <a:gd name="connsiteX136-19995" fmla="*/ 419 w 6137"/>
                    <a:gd name="connsiteY136-19996" fmla="*/ 5231 h 5728"/>
                    <a:gd name="connsiteX137-19997" fmla="*/ 308 w 6137"/>
                    <a:gd name="connsiteY137-19998" fmla="*/ 5097 h 5728"/>
                    <a:gd name="connsiteX138-19999" fmla="*/ 178 w 6137"/>
                    <a:gd name="connsiteY138-20000" fmla="*/ 4930 h 5728"/>
                    <a:gd name="connsiteX139-20001" fmla="*/ 67 w 6137"/>
                    <a:gd name="connsiteY139-20002" fmla="*/ 4806 h 5728"/>
                    <a:gd name="connsiteX140-20003" fmla="*/ 0 w 6137"/>
                    <a:gd name="connsiteY140-20004" fmla="*/ 4788 h 5728"/>
                    <a:gd name="connsiteX141-20005" fmla="*/ 135 w 6137"/>
                    <a:gd name="connsiteY141-20006" fmla="*/ 4631 h 5728"/>
                    <a:gd name="connsiteX142-20007" fmla="*/ 178 w 6137"/>
                    <a:gd name="connsiteY142-20008" fmla="*/ 4541 h 5728"/>
                    <a:gd name="connsiteX143-20009" fmla="*/ 146 w 6137"/>
                    <a:gd name="connsiteY143-20010" fmla="*/ 4438 h 5728"/>
                    <a:gd name="connsiteX0-20011" fmla="*/ 4951 w 6137"/>
                    <a:gd name="connsiteY0-20012" fmla="*/ 2333 h 5728"/>
                    <a:gd name="connsiteX1-20013" fmla="*/ 4949 w 6137"/>
                    <a:gd name="connsiteY1-20014" fmla="*/ 2117 h 5728"/>
                    <a:gd name="connsiteX2-20015" fmla="*/ 4873 w 6137"/>
                    <a:gd name="connsiteY2-20016" fmla="*/ 2039 h 5728"/>
                    <a:gd name="connsiteX3-20017" fmla="*/ 4730 w 6137"/>
                    <a:gd name="connsiteY3-20018" fmla="*/ 1951 h 5728"/>
                    <a:gd name="connsiteX4-20019" fmla="*/ 4638 w 6137"/>
                    <a:gd name="connsiteY4-20020" fmla="*/ 1827 h 5728"/>
                    <a:gd name="connsiteX5-20021" fmla="*/ 4542 w 6137"/>
                    <a:gd name="connsiteY5-20022" fmla="*/ 1828 h 5728"/>
                    <a:gd name="connsiteX6-20023" fmla="*/ 4497 w 6137"/>
                    <a:gd name="connsiteY6-20024" fmla="*/ 1883 h 5728"/>
                    <a:gd name="connsiteX7-20025" fmla="*/ 4404 w 6137"/>
                    <a:gd name="connsiteY7-20026" fmla="*/ 1877 h 5728"/>
                    <a:gd name="connsiteX8-20027" fmla="*/ 4384 w 6137"/>
                    <a:gd name="connsiteY8-20028" fmla="*/ 1994 h 5728"/>
                    <a:gd name="connsiteX9-20029" fmla="*/ 4203 w 6137"/>
                    <a:gd name="connsiteY9-20030" fmla="*/ 1941 h 5728"/>
                    <a:gd name="connsiteX10-20031" fmla="*/ 4120 w 6137"/>
                    <a:gd name="connsiteY10-20032" fmla="*/ 1939 h 5728"/>
                    <a:gd name="connsiteX11-20033" fmla="*/ 3995 w 6137"/>
                    <a:gd name="connsiteY11-20034" fmla="*/ 2014 h 5728"/>
                    <a:gd name="connsiteX12-20035" fmla="*/ 3883 w 6137"/>
                    <a:gd name="connsiteY12-20036" fmla="*/ 1890 h 5728"/>
                    <a:gd name="connsiteX13-20037" fmla="*/ 3977 w 6137"/>
                    <a:gd name="connsiteY13-20038" fmla="*/ 1804 h 5728"/>
                    <a:gd name="connsiteX14-20039" fmla="*/ 3981 w 6137"/>
                    <a:gd name="connsiteY14-20040" fmla="*/ 1634 h 5728"/>
                    <a:gd name="connsiteX15-20041" fmla="*/ 4036 w 6137"/>
                    <a:gd name="connsiteY15-20042" fmla="*/ 1514 h 5728"/>
                    <a:gd name="connsiteX16-20043" fmla="*/ 4079 w 6137"/>
                    <a:gd name="connsiteY16-20044" fmla="*/ 1306 h 5728"/>
                    <a:gd name="connsiteX17-20045" fmla="*/ 4139 w 6137"/>
                    <a:gd name="connsiteY17-20046" fmla="*/ 1307 h 5728"/>
                    <a:gd name="connsiteX18-20047" fmla="*/ 4462 w 6137"/>
                    <a:gd name="connsiteY18-20048" fmla="*/ 1286 h 5728"/>
                    <a:gd name="connsiteX19-20049" fmla="*/ 4636 w 6137"/>
                    <a:gd name="connsiteY19-20050" fmla="*/ 1117 h 5728"/>
                    <a:gd name="connsiteX20-20051" fmla="*/ 4705 w 6137"/>
                    <a:gd name="connsiteY20-20052" fmla="*/ 748 h 5728"/>
                    <a:gd name="connsiteX21-20053" fmla="*/ 4815 w 6137"/>
                    <a:gd name="connsiteY21-20054" fmla="*/ 486 h 5728"/>
                    <a:gd name="connsiteX22-20055" fmla="*/ 4813 w 6137"/>
                    <a:gd name="connsiteY22-20056" fmla="*/ 358 h 5728"/>
                    <a:gd name="connsiteX23-20057" fmla="*/ 4800 w 6137"/>
                    <a:gd name="connsiteY23-20058" fmla="*/ 328 h 5728"/>
                    <a:gd name="connsiteX24-20059" fmla="*/ 4733 w 6137"/>
                    <a:gd name="connsiteY24-20060" fmla="*/ 251 h 5728"/>
                    <a:gd name="connsiteX25-20061" fmla="*/ 4673 w 6137"/>
                    <a:gd name="connsiteY25-20062" fmla="*/ 217 h 5728"/>
                    <a:gd name="connsiteX26-20063" fmla="*/ 4798 w 6137"/>
                    <a:gd name="connsiteY26-20064" fmla="*/ 56 h 5728"/>
                    <a:gd name="connsiteX27-20065" fmla="*/ 4971 w 6137"/>
                    <a:gd name="connsiteY27-20066" fmla="*/ 2 h 5728"/>
                    <a:gd name="connsiteX28-20067" fmla="*/ 5003 w 6137"/>
                    <a:gd name="connsiteY28-20068" fmla="*/ 49 h 5728"/>
                    <a:gd name="connsiteX29-20069" fmla="*/ 4993 w 6137"/>
                    <a:gd name="connsiteY29-20070" fmla="*/ 133 h 5728"/>
                    <a:gd name="connsiteX30-20071" fmla="*/ 4932 w 6137"/>
                    <a:gd name="connsiteY30-20072" fmla="*/ 243 h 5728"/>
                    <a:gd name="connsiteX31-20073" fmla="*/ 5002 w 6137"/>
                    <a:gd name="connsiteY31-20074" fmla="*/ 301 h 5728"/>
                    <a:gd name="connsiteX32-20075" fmla="*/ 5116 w 6137"/>
                    <a:gd name="connsiteY32-20076" fmla="*/ 366 h 5728"/>
                    <a:gd name="connsiteX33-20077" fmla="*/ 5136 w 6137"/>
                    <a:gd name="connsiteY33-20078" fmla="*/ 255 h 5728"/>
                    <a:gd name="connsiteX34-20079" fmla="*/ 5270 w 6137"/>
                    <a:gd name="connsiteY34-20080" fmla="*/ 291 h 5728"/>
                    <a:gd name="connsiteX35-20081" fmla="*/ 5295 w 6137"/>
                    <a:gd name="connsiteY35-20082" fmla="*/ 331 h 5728"/>
                    <a:gd name="connsiteX36-20083" fmla="*/ 5371 w 6137"/>
                    <a:gd name="connsiteY36-20084" fmla="*/ 562 h 5728"/>
                    <a:gd name="connsiteX37-20085" fmla="*/ 5406 w 6137"/>
                    <a:gd name="connsiteY37-20086" fmla="*/ 586 h 5728"/>
                    <a:gd name="connsiteX38-20087" fmla="*/ 5498 w 6137"/>
                    <a:gd name="connsiteY38-20088" fmla="*/ 578 h 5728"/>
                    <a:gd name="connsiteX39-20089" fmla="*/ 5758 w 6137"/>
                    <a:gd name="connsiteY39-20090" fmla="*/ 490 h 5728"/>
                    <a:gd name="connsiteX40-20091" fmla="*/ 5978 w 6137"/>
                    <a:gd name="connsiteY40-20092" fmla="*/ 479 h 5728"/>
                    <a:gd name="connsiteX41-20093" fmla="*/ 6038 w 6137"/>
                    <a:gd name="connsiteY41-20094" fmla="*/ 648 h 5728"/>
                    <a:gd name="connsiteX42-20095" fmla="*/ 5956 w 6137"/>
                    <a:gd name="connsiteY42-20096" fmla="*/ 944 h 5728"/>
                    <a:gd name="connsiteX43-20097" fmla="*/ 5956 w 6137"/>
                    <a:gd name="connsiteY43-20098" fmla="*/ 1022 h 5728"/>
                    <a:gd name="connsiteX44-20099" fmla="*/ 6025 w 6137"/>
                    <a:gd name="connsiteY44-20100" fmla="*/ 1168 h 5728"/>
                    <a:gd name="connsiteX45-20101" fmla="*/ 6040 w 6137"/>
                    <a:gd name="connsiteY45-20102" fmla="*/ 1427 h 5728"/>
                    <a:gd name="connsiteX46-20103" fmla="*/ 6042 w 6137"/>
                    <a:gd name="connsiteY46-20104" fmla="*/ 1617 h 5728"/>
                    <a:gd name="connsiteX47-20105" fmla="*/ 5975 w 6137"/>
                    <a:gd name="connsiteY47-20106" fmla="*/ 1625 h 5728"/>
                    <a:gd name="connsiteX48-20107" fmla="*/ 5953 w 6137"/>
                    <a:gd name="connsiteY48-20108" fmla="*/ 1507 h 5728"/>
                    <a:gd name="connsiteX49-20109" fmla="*/ 5918 w 6137"/>
                    <a:gd name="connsiteY49-20110" fmla="*/ 1450 h 5728"/>
                    <a:gd name="connsiteX50-20111" fmla="*/ 5828 w 6137"/>
                    <a:gd name="connsiteY50-20112" fmla="*/ 1582 h 5728"/>
                    <a:gd name="connsiteX51-20113" fmla="*/ 5715 w 6137"/>
                    <a:gd name="connsiteY51-20114" fmla="*/ 1776 h 5728"/>
                    <a:gd name="connsiteX52-20115" fmla="*/ 5596 w 6137"/>
                    <a:gd name="connsiteY52-20116" fmla="*/ 1904 h 5728"/>
                    <a:gd name="connsiteX53-20117" fmla="*/ 5589 w 6137"/>
                    <a:gd name="connsiteY53-20118" fmla="*/ 2018 h 5728"/>
                    <a:gd name="connsiteX54-20119" fmla="*/ 5649 w 6137"/>
                    <a:gd name="connsiteY54-20120" fmla="*/ 2115 h 5728"/>
                    <a:gd name="connsiteX55-20121" fmla="*/ 5751 w 6137"/>
                    <a:gd name="connsiteY55-20122" fmla="*/ 2183 h 5728"/>
                    <a:gd name="connsiteX56-20123" fmla="*/ 5828 w 6137"/>
                    <a:gd name="connsiteY56-20124" fmla="*/ 2178 h 5728"/>
                    <a:gd name="connsiteX57-20125" fmla="*/ 5873 w 6137"/>
                    <a:gd name="connsiteY57-20126" fmla="*/ 2104 h 5728"/>
                    <a:gd name="connsiteX58-20127" fmla="*/ 5907 w 6137"/>
                    <a:gd name="connsiteY58-20128" fmla="*/ 2210 h 5728"/>
                    <a:gd name="connsiteX59-20129" fmla="*/ 5795 w 6137"/>
                    <a:gd name="connsiteY59-20130" fmla="*/ 2249 h 5728"/>
                    <a:gd name="connsiteX60-20131" fmla="*/ 5842 w 6137"/>
                    <a:gd name="connsiteY60-20132" fmla="*/ 2362 h 5728"/>
                    <a:gd name="connsiteX61-20133" fmla="*/ 5707 w 6137"/>
                    <a:gd name="connsiteY61-20134" fmla="*/ 2509 h 5728"/>
                    <a:gd name="connsiteX62-20135" fmla="*/ 5666 w 6137"/>
                    <a:gd name="connsiteY62-20136" fmla="*/ 2498 h 5728"/>
                    <a:gd name="connsiteX63-20137" fmla="*/ 5542 w 6137"/>
                    <a:gd name="connsiteY63-20138" fmla="*/ 2413 h 5728"/>
                    <a:gd name="connsiteX64-20139" fmla="*/ 5487 w 6137"/>
                    <a:gd name="connsiteY64-20140" fmla="*/ 2412 h 5728"/>
                    <a:gd name="connsiteX65-20141" fmla="*/ 5452 w 6137"/>
                    <a:gd name="connsiteY65-20142" fmla="*/ 2480 h 5728"/>
                    <a:gd name="connsiteX66-20143" fmla="*/ 5455 w 6137"/>
                    <a:gd name="connsiteY66-20144" fmla="*/ 2562 h 5728"/>
                    <a:gd name="connsiteX67-20145" fmla="*/ 5633 w 6137"/>
                    <a:gd name="connsiteY67-20146" fmla="*/ 2730 h 5728"/>
                    <a:gd name="connsiteX68-20147" fmla="*/ 5632 w 6137"/>
                    <a:gd name="connsiteY68-20148" fmla="*/ 2844 h 5728"/>
                    <a:gd name="connsiteX69-20149" fmla="*/ 5723 w 6137"/>
                    <a:gd name="connsiteY69-20150" fmla="*/ 3060 h 5728"/>
                    <a:gd name="connsiteX70-20151" fmla="*/ 5749 w 6137"/>
                    <a:gd name="connsiteY70-20152" fmla="*/ 3090 h 5728"/>
                    <a:gd name="connsiteX71-20153" fmla="*/ 5793 w 6137"/>
                    <a:gd name="connsiteY71-20154" fmla="*/ 3094 h 5728"/>
                    <a:gd name="connsiteX72-20155" fmla="*/ 5839 w 6137"/>
                    <a:gd name="connsiteY72-20156" fmla="*/ 3010 h 5728"/>
                    <a:gd name="connsiteX73-20157" fmla="*/ 5919 w 6137"/>
                    <a:gd name="connsiteY73-20158" fmla="*/ 2950 h 5728"/>
                    <a:gd name="connsiteX74-20159" fmla="*/ 6014 w 6137"/>
                    <a:gd name="connsiteY74-20160" fmla="*/ 3126 h 5728"/>
                    <a:gd name="connsiteX75-20161" fmla="*/ 6124 w 6137"/>
                    <a:gd name="connsiteY75-20162" fmla="*/ 3312 h 5728"/>
                    <a:gd name="connsiteX76-20163" fmla="*/ 6137 w 6137"/>
                    <a:gd name="connsiteY76-20164" fmla="*/ 3342 h 5728"/>
                    <a:gd name="connsiteX77-20165" fmla="*/ 6126 w 6137"/>
                    <a:gd name="connsiteY77-20166" fmla="*/ 3518 h 5728"/>
                    <a:gd name="connsiteX78-20167" fmla="*/ 6091 w 6137"/>
                    <a:gd name="connsiteY78-20168" fmla="*/ 3554 h 5728"/>
                    <a:gd name="connsiteX79-20169" fmla="*/ 6002 w 6137"/>
                    <a:gd name="connsiteY79-20170" fmla="*/ 3515 h 5728"/>
                    <a:gd name="connsiteX80-20171" fmla="*/ 5768 w 6137"/>
                    <a:gd name="connsiteY80-20172" fmla="*/ 3644 h 5728"/>
                    <a:gd name="connsiteX81-20173" fmla="*/ 5742 w 6137"/>
                    <a:gd name="connsiteY81-20174" fmla="*/ 3666 h 5728"/>
                    <a:gd name="connsiteX82-20175" fmla="*/ 5562 w 6137"/>
                    <a:gd name="connsiteY82-20176" fmla="*/ 3812 h 5728"/>
                    <a:gd name="connsiteX83-20177" fmla="*/ 5421 w 6137"/>
                    <a:gd name="connsiteY83-20178" fmla="*/ 3926 h 5728"/>
                    <a:gd name="connsiteX84-20179" fmla="*/ 5386 w 6137"/>
                    <a:gd name="connsiteY84-20180" fmla="*/ 3965 h 5728"/>
                    <a:gd name="connsiteX85-20181" fmla="*/ 5334 w 6137"/>
                    <a:gd name="connsiteY85-20182" fmla="*/ 3973 h 5728"/>
                    <a:gd name="connsiteX86-20183" fmla="*/ 5277 w 6137"/>
                    <a:gd name="connsiteY86-20184" fmla="*/ 3916 h 5728"/>
                    <a:gd name="connsiteX87-20185" fmla="*/ 5153 w 6137"/>
                    <a:gd name="connsiteY87-20186" fmla="*/ 3808 h 5728"/>
                    <a:gd name="connsiteX88-20187" fmla="*/ 5177 w 6137"/>
                    <a:gd name="connsiteY88-20188" fmla="*/ 4064 h 5728"/>
                    <a:gd name="connsiteX89-20189" fmla="*/ 5186 w 6137"/>
                    <a:gd name="connsiteY89-20190" fmla="*/ 4192 h 5728"/>
                    <a:gd name="connsiteX90-20191" fmla="*/ 4924 w 6137"/>
                    <a:gd name="connsiteY90-20192" fmla="*/ 4166 h 5728"/>
                    <a:gd name="connsiteX91-20193" fmla="*/ 4842 w 6137"/>
                    <a:gd name="connsiteY91-20194" fmla="*/ 3987 h 5728"/>
                    <a:gd name="connsiteX92-20195" fmla="*/ 4760 w 6137"/>
                    <a:gd name="connsiteY92-20196" fmla="*/ 3802 h 5728"/>
                    <a:gd name="connsiteX93-20197" fmla="*/ 3785 w 6137"/>
                    <a:gd name="connsiteY93-20198" fmla="*/ 4504 h 5728"/>
                    <a:gd name="connsiteX94-20199" fmla="*/ 3788 w 6137"/>
                    <a:gd name="connsiteY94-20200" fmla="*/ 4556 h 5728"/>
                    <a:gd name="connsiteX95-20201" fmla="*/ 3752 w 6137"/>
                    <a:gd name="connsiteY95-20202" fmla="*/ 4614 h 5728"/>
                    <a:gd name="connsiteX96-20203" fmla="*/ 3487 w 6137"/>
                    <a:gd name="connsiteY96-20204" fmla="*/ 4680 h 5728"/>
                    <a:gd name="connsiteX97-20205" fmla="*/ 3352 w 6137"/>
                    <a:gd name="connsiteY97-20206" fmla="*/ 4739 h 5728"/>
                    <a:gd name="connsiteX98-20207" fmla="*/ 3310 w 6137"/>
                    <a:gd name="connsiteY98-20208" fmla="*/ 4777 h 5728"/>
                    <a:gd name="connsiteX99-20209" fmla="*/ 3111 w 6137"/>
                    <a:gd name="connsiteY99-20210" fmla="*/ 5021 h 5728"/>
                    <a:gd name="connsiteX100-20211" fmla="*/ 3038 w 6137"/>
                    <a:gd name="connsiteY100-20212" fmla="*/ 4970 h 5728"/>
                    <a:gd name="connsiteX101-20213" fmla="*/ 2955 w 6137"/>
                    <a:gd name="connsiteY101-20214" fmla="*/ 4971 h 5728"/>
                    <a:gd name="connsiteX102-20215" fmla="*/ 2919 w 6137"/>
                    <a:gd name="connsiteY102-20216" fmla="*/ 5045 h 5728"/>
                    <a:gd name="connsiteX103-20217" fmla="*/ 2808 w 6137"/>
                    <a:gd name="connsiteY103-20218" fmla="*/ 5000 h 5728"/>
                    <a:gd name="connsiteX104-20219" fmla="*/ 2730 w 6137"/>
                    <a:gd name="connsiteY104-20220" fmla="*/ 5109 h 5728"/>
                    <a:gd name="connsiteX105-20221" fmla="*/ 2508 w 6137"/>
                    <a:gd name="connsiteY105-20222" fmla="*/ 5349 h 5728"/>
                    <a:gd name="connsiteX106-20223" fmla="*/ 2488 w 6137"/>
                    <a:gd name="connsiteY106-20224" fmla="*/ 5516 h 5728"/>
                    <a:gd name="connsiteX107-20225" fmla="*/ 2471 w 6137"/>
                    <a:gd name="connsiteY107-20226" fmla="*/ 5659 h 5728"/>
                    <a:gd name="connsiteX108-20227" fmla="*/ 2455 w 6137"/>
                    <a:gd name="connsiteY108-20228" fmla="*/ 5669 h 5728"/>
                    <a:gd name="connsiteX109-20229" fmla="*/ 2133 w 6137"/>
                    <a:gd name="connsiteY109-20230" fmla="*/ 5621 h 5728"/>
                    <a:gd name="connsiteX110-20231" fmla="*/ 2031 w 6137"/>
                    <a:gd name="connsiteY110-20232" fmla="*/ 5566 h 5728"/>
                    <a:gd name="connsiteX111-20233" fmla="*/ 1977 w 6137"/>
                    <a:gd name="connsiteY111-20234" fmla="*/ 5503 h 5728"/>
                    <a:gd name="connsiteX112-20235" fmla="*/ 1872 w 6137"/>
                    <a:gd name="connsiteY112-20236" fmla="*/ 5477 h 5728"/>
                    <a:gd name="connsiteX113-20237" fmla="*/ 1872 w 6137"/>
                    <a:gd name="connsiteY113-20238" fmla="*/ 5379 h 5728"/>
                    <a:gd name="connsiteX114-20239" fmla="*/ 1976 w 6137"/>
                    <a:gd name="connsiteY114-20240" fmla="*/ 5149 h 5728"/>
                    <a:gd name="connsiteX115-20241" fmla="*/ 1836 w 6137"/>
                    <a:gd name="connsiteY115-20242" fmla="*/ 5070 h 5728"/>
                    <a:gd name="connsiteX116-20243" fmla="*/ 1794 w 6137"/>
                    <a:gd name="connsiteY116-20244" fmla="*/ 5095 h 5728"/>
                    <a:gd name="connsiteX117-20245" fmla="*/ 1704 w 6137"/>
                    <a:gd name="connsiteY117-20246" fmla="*/ 5214 h 5728"/>
                    <a:gd name="connsiteX118-20247" fmla="*/ 1672 w 6137"/>
                    <a:gd name="connsiteY118-20248" fmla="*/ 5276 h 5728"/>
                    <a:gd name="connsiteX119-20249" fmla="*/ 1610 w 6137"/>
                    <a:gd name="connsiteY119-20250" fmla="*/ 5386 h 5728"/>
                    <a:gd name="connsiteX120-20251" fmla="*/ 1616 w 6137"/>
                    <a:gd name="connsiteY120-20252" fmla="*/ 5510 h 5728"/>
                    <a:gd name="connsiteX121-20253" fmla="*/ 1577 w 6137"/>
                    <a:gd name="connsiteY121-20254" fmla="*/ 5558 h 5728"/>
                    <a:gd name="connsiteX122-20255" fmla="*/ 1446 w 6137"/>
                    <a:gd name="connsiteY122-20256" fmla="*/ 5617 h 5728"/>
                    <a:gd name="connsiteX123-20257" fmla="*/ 1280 w 6137"/>
                    <a:gd name="connsiteY123-20258" fmla="*/ 5649 h 5728"/>
                    <a:gd name="connsiteX124-20259" fmla="*/ 1177 w 6137"/>
                    <a:gd name="connsiteY124-20260" fmla="*/ 5728 h 5728"/>
                    <a:gd name="connsiteX125-20261" fmla="*/ 1063 w 6137"/>
                    <a:gd name="connsiteY125-20262" fmla="*/ 5611 h 5728"/>
                    <a:gd name="connsiteX126-20263" fmla="*/ 1003 w 6137"/>
                    <a:gd name="connsiteY126-20264" fmla="*/ 5485 h 5728"/>
                    <a:gd name="connsiteX127-20265" fmla="*/ 1125 w 6137"/>
                    <a:gd name="connsiteY127-20266" fmla="*/ 5242 h 5728"/>
                    <a:gd name="connsiteX128-20267" fmla="*/ 1180 w 6137"/>
                    <a:gd name="connsiteY128-20268" fmla="*/ 5195 h 5728"/>
                    <a:gd name="connsiteX129-20269" fmla="*/ 1225 w 6137"/>
                    <a:gd name="connsiteY129-20270" fmla="*/ 5120 h 5728"/>
                    <a:gd name="connsiteX130-20271" fmla="*/ 1222 w 6137"/>
                    <a:gd name="connsiteY130-20272" fmla="*/ 5071 h 5728"/>
                    <a:gd name="connsiteX131-20273" fmla="*/ 1025 w 6137"/>
                    <a:gd name="connsiteY131-20274" fmla="*/ 5007 h 5728"/>
                    <a:gd name="connsiteX132-20275" fmla="*/ 954 w 6137"/>
                    <a:gd name="connsiteY132-20276" fmla="*/ 5064 h 5728"/>
                    <a:gd name="connsiteX133-20277" fmla="*/ 848 w 6137"/>
                    <a:gd name="connsiteY133-20278" fmla="*/ 5111 h 5728"/>
                    <a:gd name="connsiteX134-20279" fmla="*/ 785 w 6137"/>
                    <a:gd name="connsiteY134-20280" fmla="*/ 5063 h 5728"/>
                    <a:gd name="connsiteX135-20281" fmla="*/ 547 w 6137"/>
                    <a:gd name="connsiteY135-20282" fmla="*/ 5254 h 5728"/>
                    <a:gd name="connsiteX136-20283" fmla="*/ 419 w 6137"/>
                    <a:gd name="connsiteY136-20284" fmla="*/ 5231 h 5728"/>
                    <a:gd name="connsiteX137-20285" fmla="*/ 308 w 6137"/>
                    <a:gd name="connsiteY137-20286" fmla="*/ 5097 h 5728"/>
                    <a:gd name="connsiteX138-20287" fmla="*/ 178 w 6137"/>
                    <a:gd name="connsiteY138-20288" fmla="*/ 4930 h 5728"/>
                    <a:gd name="connsiteX139-20289" fmla="*/ 67 w 6137"/>
                    <a:gd name="connsiteY139-20290" fmla="*/ 4806 h 5728"/>
                    <a:gd name="connsiteX140-20291" fmla="*/ 0 w 6137"/>
                    <a:gd name="connsiteY140-20292" fmla="*/ 4788 h 5728"/>
                    <a:gd name="connsiteX141-20293" fmla="*/ 135 w 6137"/>
                    <a:gd name="connsiteY141-20294" fmla="*/ 4631 h 5728"/>
                    <a:gd name="connsiteX142-20295" fmla="*/ 178 w 6137"/>
                    <a:gd name="connsiteY142-20296" fmla="*/ 4541 h 5728"/>
                    <a:gd name="connsiteX0-20297" fmla="*/ 4951 w 6137"/>
                    <a:gd name="connsiteY0-20298" fmla="*/ 2333 h 5728"/>
                    <a:gd name="connsiteX1-20299" fmla="*/ 4949 w 6137"/>
                    <a:gd name="connsiteY1-20300" fmla="*/ 2117 h 5728"/>
                    <a:gd name="connsiteX2-20301" fmla="*/ 4873 w 6137"/>
                    <a:gd name="connsiteY2-20302" fmla="*/ 2039 h 5728"/>
                    <a:gd name="connsiteX3-20303" fmla="*/ 4730 w 6137"/>
                    <a:gd name="connsiteY3-20304" fmla="*/ 1951 h 5728"/>
                    <a:gd name="connsiteX4-20305" fmla="*/ 4638 w 6137"/>
                    <a:gd name="connsiteY4-20306" fmla="*/ 1827 h 5728"/>
                    <a:gd name="connsiteX5-20307" fmla="*/ 4542 w 6137"/>
                    <a:gd name="connsiteY5-20308" fmla="*/ 1828 h 5728"/>
                    <a:gd name="connsiteX6-20309" fmla="*/ 4497 w 6137"/>
                    <a:gd name="connsiteY6-20310" fmla="*/ 1883 h 5728"/>
                    <a:gd name="connsiteX7-20311" fmla="*/ 4404 w 6137"/>
                    <a:gd name="connsiteY7-20312" fmla="*/ 1877 h 5728"/>
                    <a:gd name="connsiteX8-20313" fmla="*/ 4384 w 6137"/>
                    <a:gd name="connsiteY8-20314" fmla="*/ 1994 h 5728"/>
                    <a:gd name="connsiteX9-20315" fmla="*/ 4203 w 6137"/>
                    <a:gd name="connsiteY9-20316" fmla="*/ 1941 h 5728"/>
                    <a:gd name="connsiteX10-20317" fmla="*/ 4120 w 6137"/>
                    <a:gd name="connsiteY10-20318" fmla="*/ 1939 h 5728"/>
                    <a:gd name="connsiteX11-20319" fmla="*/ 3995 w 6137"/>
                    <a:gd name="connsiteY11-20320" fmla="*/ 2014 h 5728"/>
                    <a:gd name="connsiteX12-20321" fmla="*/ 3883 w 6137"/>
                    <a:gd name="connsiteY12-20322" fmla="*/ 1890 h 5728"/>
                    <a:gd name="connsiteX13-20323" fmla="*/ 3977 w 6137"/>
                    <a:gd name="connsiteY13-20324" fmla="*/ 1804 h 5728"/>
                    <a:gd name="connsiteX14-20325" fmla="*/ 3981 w 6137"/>
                    <a:gd name="connsiteY14-20326" fmla="*/ 1634 h 5728"/>
                    <a:gd name="connsiteX15-20327" fmla="*/ 4036 w 6137"/>
                    <a:gd name="connsiteY15-20328" fmla="*/ 1514 h 5728"/>
                    <a:gd name="connsiteX16-20329" fmla="*/ 4079 w 6137"/>
                    <a:gd name="connsiteY16-20330" fmla="*/ 1306 h 5728"/>
                    <a:gd name="connsiteX17-20331" fmla="*/ 4139 w 6137"/>
                    <a:gd name="connsiteY17-20332" fmla="*/ 1307 h 5728"/>
                    <a:gd name="connsiteX18-20333" fmla="*/ 4462 w 6137"/>
                    <a:gd name="connsiteY18-20334" fmla="*/ 1286 h 5728"/>
                    <a:gd name="connsiteX19-20335" fmla="*/ 4636 w 6137"/>
                    <a:gd name="connsiteY19-20336" fmla="*/ 1117 h 5728"/>
                    <a:gd name="connsiteX20-20337" fmla="*/ 4705 w 6137"/>
                    <a:gd name="connsiteY20-20338" fmla="*/ 748 h 5728"/>
                    <a:gd name="connsiteX21-20339" fmla="*/ 4815 w 6137"/>
                    <a:gd name="connsiteY21-20340" fmla="*/ 486 h 5728"/>
                    <a:gd name="connsiteX22-20341" fmla="*/ 4813 w 6137"/>
                    <a:gd name="connsiteY22-20342" fmla="*/ 358 h 5728"/>
                    <a:gd name="connsiteX23-20343" fmla="*/ 4800 w 6137"/>
                    <a:gd name="connsiteY23-20344" fmla="*/ 328 h 5728"/>
                    <a:gd name="connsiteX24-20345" fmla="*/ 4733 w 6137"/>
                    <a:gd name="connsiteY24-20346" fmla="*/ 251 h 5728"/>
                    <a:gd name="connsiteX25-20347" fmla="*/ 4673 w 6137"/>
                    <a:gd name="connsiteY25-20348" fmla="*/ 217 h 5728"/>
                    <a:gd name="connsiteX26-20349" fmla="*/ 4798 w 6137"/>
                    <a:gd name="connsiteY26-20350" fmla="*/ 56 h 5728"/>
                    <a:gd name="connsiteX27-20351" fmla="*/ 4971 w 6137"/>
                    <a:gd name="connsiteY27-20352" fmla="*/ 2 h 5728"/>
                    <a:gd name="connsiteX28-20353" fmla="*/ 5003 w 6137"/>
                    <a:gd name="connsiteY28-20354" fmla="*/ 49 h 5728"/>
                    <a:gd name="connsiteX29-20355" fmla="*/ 4993 w 6137"/>
                    <a:gd name="connsiteY29-20356" fmla="*/ 133 h 5728"/>
                    <a:gd name="connsiteX30-20357" fmla="*/ 4932 w 6137"/>
                    <a:gd name="connsiteY30-20358" fmla="*/ 243 h 5728"/>
                    <a:gd name="connsiteX31-20359" fmla="*/ 5002 w 6137"/>
                    <a:gd name="connsiteY31-20360" fmla="*/ 301 h 5728"/>
                    <a:gd name="connsiteX32-20361" fmla="*/ 5116 w 6137"/>
                    <a:gd name="connsiteY32-20362" fmla="*/ 366 h 5728"/>
                    <a:gd name="connsiteX33-20363" fmla="*/ 5136 w 6137"/>
                    <a:gd name="connsiteY33-20364" fmla="*/ 255 h 5728"/>
                    <a:gd name="connsiteX34-20365" fmla="*/ 5270 w 6137"/>
                    <a:gd name="connsiteY34-20366" fmla="*/ 291 h 5728"/>
                    <a:gd name="connsiteX35-20367" fmla="*/ 5295 w 6137"/>
                    <a:gd name="connsiteY35-20368" fmla="*/ 331 h 5728"/>
                    <a:gd name="connsiteX36-20369" fmla="*/ 5371 w 6137"/>
                    <a:gd name="connsiteY36-20370" fmla="*/ 562 h 5728"/>
                    <a:gd name="connsiteX37-20371" fmla="*/ 5406 w 6137"/>
                    <a:gd name="connsiteY37-20372" fmla="*/ 586 h 5728"/>
                    <a:gd name="connsiteX38-20373" fmla="*/ 5498 w 6137"/>
                    <a:gd name="connsiteY38-20374" fmla="*/ 578 h 5728"/>
                    <a:gd name="connsiteX39-20375" fmla="*/ 5758 w 6137"/>
                    <a:gd name="connsiteY39-20376" fmla="*/ 490 h 5728"/>
                    <a:gd name="connsiteX40-20377" fmla="*/ 5978 w 6137"/>
                    <a:gd name="connsiteY40-20378" fmla="*/ 479 h 5728"/>
                    <a:gd name="connsiteX41-20379" fmla="*/ 6038 w 6137"/>
                    <a:gd name="connsiteY41-20380" fmla="*/ 648 h 5728"/>
                    <a:gd name="connsiteX42-20381" fmla="*/ 5956 w 6137"/>
                    <a:gd name="connsiteY42-20382" fmla="*/ 944 h 5728"/>
                    <a:gd name="connsiteX43-20383" fmla="*/ 5956 w 6137"/>
                    <a:gd name="connsiteY43-20384" fmla="*/ 1022 h 5728"/>
                    <a:gd name="connsiteX44-20385" fmla="*/ 6025 w 6137"/>
                    <a:gd name="connsiteY44-20386" fmla="*/ 1168 h 5728"/>
                    <a:gd name="connsiteX45-20387" fmla="*/ 6040 w 6137"/>
                    <a:gd name="connsiteY45-20388" fmla="*/ 1427 h 5728"/>
                    <a:gd name="connsiteX46-20389" fmla="*/ 6042 w 6137"/>
                    <a:gd name="connsiteY46-20390" fmla="*/ 1617 h 5728"/>
                    <a:gd name="connsiteX47-20391" fmla="*/ 5975 w 6137"/>
                    <a:gd name="connsiteY47-20392" fmla="*/ 1625 h 5728"/>
                    <a:gd name="connsiteX48-20393" fmla="*/ 5953 w 6137"/>
                    <a:gd name="connsiteY48-20394" fmla="*/ 1507 h 5728"/>
                    <a:gd name="connsiteX49-20395" fmla="*/ 5918 w 6137"/>
                    <a:gd name="connsiteY49-20396" fmla="*/ 1450 h 5728"/>
                    <a:gd name="connsiteX50-20397" fmla="*/ 5828 w 6137"/>
                    <a:gd name="connsiteY50-20398" fmla="*/ 1582 h 5728"/>
                    <a:gd name="connsiteX51-20399" fmla="*/ 5715 w 6137"/>
                    <a:gd name="connsiteY51-20400" fmla="*/ 1776 h 5728"/>
                    <a:gd name="connsiteX52-20401" fmla="*/ 5596 w 6137"/>
                    <a:gd name="connsiteY52-20402" fmla="*/ 1904 h 5728"/>
                    <a:gd name="connsiteX53-20403" fmla="*/ 5589 w 6137"/>
                    <a:gd name="connsiteY53-20404" fmla="*/ 2018 h 5728"/>
                    <a:gd name="connsiteX54-20405" fmla="*/ 5649 w 6137"/>
                    <a:gd name="connsiteY54-20406" fmla="*/ 2115 h 5728"/>
                    <a:gd name="connsiteX55-20407" fmla="*/ 5751 w 6137"/>
                    <a:gd name="connsiteY55-20408" fmla="*/ 2183 h 5728"/>
                    <a:gd name="connsiteX56-20409" fmla="*/ 5828 w 6137"/>
                    <a:gd name="connsiteY56-20410" fmla="*/ 2178 h 5728"/>
                    <a:gd name="connsiteX57-20411" fmla="*/ 5873 w 6137"/>
                    <a:gd name="connsiteY57-20412" fmla="*/ 2104 h 5728"/>
                    <a:gd name="connsiteX58-20413" fmla="*/ 5907 w 6137"/>
                    <a:gd name="connsiteY58-20414" fmla="*/ 2210 h 5728"/>
                    <a:gd name="connsiteX59-20415" fmla="*/ 5795 w 6137"/>
                    <a:gd name="connsiteY59-20416" fmla="*/ 2249 h 5728"/>
                    <a:gd name="connsiteX60-20417" fmla="*/ 5842 w 6137"/>
                    <a:gd name="connsiteY60-20418" fmla="*/ 2362 h 5728"/>
                    <a:gd name="connsiteX61-20419" fmla="*/ 5707 w 6137"/>
                    <a:gd name="connsiteY61-20420" fmla="*/ 2509 h 5728"/>
                    <a:gd name="connsiteX62-20421" fmla="*/ 5666 w 6137"/>
                    <a:gd name="connsiteY62-20422" fmla="*/ 2498 h 5728"/>
                    <a:gd name="connsiteX63-20423" fmla="*/ 5542 w 6137"/>
                    <a:gd name="connsiteY63-20424" fmla="*/ 2413 h 5728"/>
                    <a:gd name="connsiteX64-20425" fmla="*/ 5487 w 6137"/>
                    <a:gd name="connsiteY64-20426" fmla="*/ 2412 h 5728"/>
                    <a:gd name="connsiteX65-20427" fmla="*/ 5452 w 6137"/>
                    <a:gd name="connsiteY65-20428" fmla="*/ 2480 h 5728"/>
                    <a:gd name="connsiteX66-20429" fmla="*/ 5455 w 6137"/>
                    <a:gd name="connsiteY66-20430" fmla="*/ 2562 h 5728"/>
                    <a:gd name="connsiteX67-20431" fmla="*/ 5633 w 6137"/>
                    <a:gd name="connsiteY67-20432" fmla="*/ 2730 h 5728"/>
                    <a:gd name="connsiteX68-20433" fmla="*/ 5632 w 6137"/>
                    <a:gd name="connsiteY68-20434" fmla="*/ 2844 h 5728"/>
                    <a:gd name="connsiteX69-20435" fmla="*/ 5723 w 6137"/>
                    <a:gd name="connsiteY69-20436" fmla="*/ 3060 h 5728"/>
                    <a:gd name="connsiteX70-20437" fmla="*/ 5749 w 6137"/>
                    <a:gd name="connsiteY70-20438" fmla="*/ 3090 h 5728"/>
                    <a:gd name="connsiteX71-20439" fmla="*/ 5793 w 6137"/>
                    <a:gd name="connsiteY71-20440" fmla="*/ 3094 h 5728"/>
                    <a:gd name="connsiteX72-20441" fmla="*/ 5839 w 6137"/>
                    <a:gd name="connsiteY72-20442" fmla="*/ 3010 h 5728"/>
                    <a:gd name="connsiteX73-20443" fmla="*/ 5919 w 6137"/>
                    <a:gd name="connsiteY73-20444" fmla="*/ 2950 h 5728"/>
                    <a:gd name="connsiteX74-20445" fmla="*/ 6014 w 6137"/>
                    <a:gd name="connsiteY74-20446" fmla="*/ 3126 h 5728"/>
                    <a:gd name="connsiteX75-20447" fmla="*/ 6124 w 6137"/>
                    <a:gd name="connsiteY75-20448" fmla="*/ 3312 h 5728"/>
                    <a:gd name="connsiteX76-20449" fmla="*/ 6137 w 6137"/>
                    <a:gd name="connsiteY76-20450" fmla="*/ 3342 h 5728"/>
                    <a:gd name="connsiteX77-20451" fmla="*/ 6126 w 6137"/>
                    <a:gd name="connsiteY77-20452" fmla="*/ 3518 h 5728"/>
                    <a:gd name="connsiteX78-20453" fmla="*/ 6091 w 6137"/>
                    <a:gd name="connsiteY78-20454" fmla="*/ 3554 h 5728"/>
                    <a:gd name="connsiteX79-20455" fmla="*/ 6002 w 6137"/>
                    <a:gd name="connsiteY79-20456" fmla="*/ 3515 h 5728"/>
                    <a:gd name="connsiteX80-20457" fmla="*/ 5768 w 6137"/>
                    <a:gd name="connsiteY80-20458" fmla="*/ 3644 h 5728"/>
                    <a:gd name="connsiteX81-20459" fmla="*/ 5742 w 6137"/>
                    <a:gd name="connsiteY81-20460" fmla="*/ 3666 h 5728"/>
                    <a:gd name="connsiteX82-20461" fmla="*/ 5562 w 6137"/>
                    <a:gd name="connsiteY82-20462" fmla="*/ 3812 h 5728"/>
                    <a:gd name="connsiteX83-20463" fmla="*/ 5421 w 6137"/>
                    <a:gd name="connsiteY83-20464" fmla="*/ 3926 h 5728"/>
                    <a:gd name="connsiteX84-20465" fmla="*/ 5386 w 6137"/>
                    <a:gd name="connsiteY84-20466" fmla="*/ 3965 h 5728"/>
                    <a:gd name="connsiteX85-20467" fmla="*/ 5334 w 6137"/>
                    <a:gd name="connsiteY85-20468" fmla="*/ 3973 h 5728"/>
                    <a:gd name="connsiteX86-20469" fmla="*/ 5277 w 6137"/>
                    <a:gd name="connsiteY86-20470" fmla="*/ 3916 h 5728"/>
                    <a:gd name="connsiteX87-20471" fmla="*/ 5153 w 6137"/>
                    <a:gd name="connsiteY87-20472" fmla="*/ 3808 h 5728"/>
                    <a:gd name="connsiteX88-20473" fmla="*/ 5177 w 6137"/>
                    <a:gd name="connsiteY88-20474" fmla="*/ 4064 h 5728"/>
                    <a:gd name="connsiteX89-20475" fmla="*/ 5186 w 6137"/>
                    <a:gd name="connsiteY89-20476" fmla="*/ 4192 h 5728"/>
                    <a:gd name="connsiteX90-20477" fmla="*/ 4924 w 6137"/>
                    <a:gd name="connsiteY90-20478" fmla="*/ 4166 h 5728"/>
                    <a:gd name="connsiteX91-20479" fmla="*/ 4842 w 6137"/>
                    <a:gd name="connsiteY91-20480" fmla="*/ 3987 h 5728"/>
                    <a:gd name="connsiteX92-20481" fmla="*/ 4760 w 6137"/>
                    <a:gd name="connsiteY92-20482" fmla="*/ 3802 h 5728"/>
                    <a:gd name="connsiteX93-20483" fmla="*/ 3785 w 6137"/>
                    <a:gd name="connsiteY93-20484" fmla="*/ 4504 h 5728"/>
                    <a:gd name="connsiteX94-20485" fmla="*/ 3788 w 6137"/>
                    <a:gd name="connsiteY94-20486" fmla="*/ 4556 h 5728"/>
                    <a:gd name="connsiteX95-20487" fmla="*/ 3752 w 6137"/>
                    <a:gd name="connsiteY95-20488" fmla="*/ 4614 h 5728"/>
                    <a:gd name="connsiteX96-20489" fmla="*/ 3487 w 6137"/>
                    <a:gd name="connsiteY96-20490" fmla="*/ 4680 h 5728"/>
                    <a:gd name="connsiteX97-20491" fmla="*/ 3352 w 6137"/>
                    <a:gd name="connsiteY97-20492" fmla="*/ 4739 h 5728"/>
                    <a:gd name="connsiteX98-20493" fmla="*/ 3310 w 6137"/>
                    <a:gd name="connsiteY98-20494" fmla="*/ 4777 h 5728"/>
                    <a:gd name="connsiteX99-20495" fmla="*/ 3111 w 6137"/>
                    <a:gd name="connsiteY99-20496" fmla="*/ 5021 h 5728"/>
                    <a:gd name="connsiteX100-20497" fmla="*/ 3038 w 6137"/>
                    <a:gd name="connsiteY100-20498" fmla="*/ 4970 h 5728"/>
                    <a:gd name="connsiteX101-20499" fmla="*/ 2955 w 6137"/>
                    <a:gd name="connsiteY101-20500" fmla="*/ 4971 h 5728"/>
                    <a:gd name="connsiteX102-20501" fmla="*/ 2919 w 6137"/>
                    <a:gd name="connsiteY102-20502" fmla="*/ 5045 h 5728"/>
                    <a:gd name="connsiteX103-20503" fmla="*/ 2808 w 6137"/>
                    <a:gd name="connsiteY103-20504" fmla="*/ 5000 h 5728"/>
                    <a:gd name="connsiteX104-20505" fmla="*/ 2730 w 6137"/>
                    <a:gd name="connsiteY104-20506" fmla="*/ 5109 h 5728"/>
                    <a:gd name="connsiteX105-20507" fmla="*/ 2508 w 6137"/>
                    <a:gd name="connsiteY105-20508" fmla="*/ 5349 h 5728"/>
                    <a:gd name="connsiteX106-20509" fmla="*/ 2488 w 6137"/>
                    <a:gd name="connsiteY106-20510" fmla="*/ 5516 h 5728"/>
                    <a:gd name="connsiteX107-20511" fmla="*/ 2471 w 6137"/>
                    <a:gd name="connsiteY107-20512" fmla="*/ 5659 h 5728"/>
                    <a:gd name="connsiteX108-20513" fmla="*/ 2455 w 6137"/>
                    <a:gd name="connsiteY108-20514" fmla="*/ 5669 h 5728"/>
                    <a:gd name="connsiteX109-20515" fmla="*/ 2133 w 6137"/>
                    <a:gd name="connsiteY109-20516" fmla="*/ 5621 h 5728"/>
                    <a:gd name="connsiteX110-20517" fmla="*/ 2031 w 6137"/>
                    <a:gd name="connsiteY110-20518" fmla="*/ 5566 h 5728"/>
                    <a:gd name="connsiteX111-20519" fmla="*/ 1977 w 6137"/>
                    <a:gd name="connsiteY111-20520" fmla="*/ 5503 h 5728"/>
                    <a:gd name="connsiteX112-20521" fmla="*/ 1872 w 6137"/>
                    <a:gd name="connsiteY112-20522" fmla="*/ 5477 h 5728"/>
                    <a:gd name="connsiteX113-20523" fmla="*/ 1872 w 6137"/>
                    <a:gd name="connsiteY113-20524" fmla="*/ 5379 h 5728"/>
                    <a:gd name="connsiteX114-20525" fmla="*/ 1976 w 6137"/>
                    <a:gd name="connsiteY114-20526" fmla="*/ 5149 h 5728"/>
                    <a:gd name="connsiteX115-20527" fmla="*/ 1836 w 6137"/>
                    <a:gd name="connsiteY115-20528" fmla="*/ 5070 h 5728"/>
                    <a:gd name="connsiteX116-20529" fmla="*/ 1794 w 6137"/>
                    <a:gd name="connsiteY116-20530" fmla="*/ 5095 h 5728"/>
                    <a:gd name="connsiteX117-20531" fmla="*/ 1704 w 6137"/>
                    <a:gd name="connsiteY117-20532" fmla="*/ 5214 h 5728"/>
                    <a:gd name="connsiteX118-20533" fmla="*/ 1672 w 6137"/>
                    <a:gd name="connsiteY118-20534" fmla="*/ 5276 h 5728"/>
                    <a:gd name="connsiteX119-20535" fmla="*/ 1610 w 6137"/>
                    <a:gd name="connsiteY119-20536" fmla="*/ 5386 h 5728"/>
                    <a:gd name="connsiteX120-20537" fmla="*/ 1616 w 6137"/>
                    <a:gd name="connsiteY120-20538" fmla="*/ 5510 h 5728"/>
                    <a:gd name="connsiteX121-20539" fmla="*/ 1577 w 6137"/>
                    <a:gd name="connsiteY121-20540" fmla="*/ 5558 h 5728"/>
                    <a:gd name="connsiteX122-20541" fmla="*/ 1446 w 6137"/>
                    <a:gd name="connsiteY122-20542" fmla="*/ 5617 h 5728"/>
                    <a:gd name="connsiteX123-20543" fmla="*/ 1280 w 6137"/>
                    <a:gd name="connsiteY123-20544" fmla="*/ 5649 h 5728"/>
                    <a:gd name="connsiteX124-20545" fmla="*/ 1177 w 6137"/>
                    <a:gd name="connsiteY124-20546" fmla="*/ 5728 h 5728"/>
                    <a:gd name="connsiteX125-20547" fmla="*/ 1063 w 6137"/>
                    <a:gd name="connsiteY125-20548" fmla="*/ 5611 h 5728"/>
                    <a:gd name="connsiteX126-20549" fmla="*/ 1003 w 6137"/>
                    <a:gd name="connsiteY126-20550" fmla="*/ 5485 h 5728"/>
                    <a:gd name="connsiteX127-20551" fmla="*/ 1125 w 6137"/>
                    <a:gd name="connsiteY127-20552" fmla="*/ 5242 h 5728"/>
                    <a:gd name="connsiteX128-20553" fmla="*/ 1180 w 6137"/>
                    <a:gd name="connsiteY128-20554" fmla="*/ 5195 h 5728"/>
                    <a:gd name="connsiteX129-20555" fmla="*/ 1225 w 6137"/>
                    <a:gd name="connsiteY129-20556" fmla="*/ 5120 h 5728"/>
                    <a:gd name="connsiteX130-20557" fmla="*/ 1222 w 6137"/>
                    <a:gd name="connsiteY130-20558" fmla="*/ 5071 h 5728"/>
                    <a:gd name="connsiteX131-20559" fmla="*/ 1025 w 6137"/>
                    <a:gd name="connsiteY131-20560" fmla="*/ 5007 h 5728"/>
                    <a:gd name="connsiteX132-20561" fmla="*/ 954 w 6137"/>
                    <a:gd name="connsiteY132-20562" fmla="*/ 5064 h 5728"/>
                    <a:gd name="connsiteX133-20563" fmla="*/ 848 w 6137"/>
                    <a:gd name="connsiteY133-20564" fmla="*/ 5111 h 5728"/>
                    <a:gd name="connsiteX134-20565" fmla="*/ 785 w 6137"/>
                    <a:gd name="connsiteY134-20566" fmla="*/ 5063 h 5728"/>
                    <a:gd name="connsiteX135-20567" fmla="*/ 547 w 6137"/>
                    <a:gd name="connsiteY135-20568" fmla="*/ 5254 h 5728"/>
                    <a:gd name="connsiteX136-20569" fmla="*/ 419 w 6137"/>
                    <a:gd name="connsiteY136-20570" fmla="*/ 5231 h 5728"/>
                    <a:gd name="connsiteX137-20571" fmla="*/ 308 w 6137"/>
                    <a:gd name="connsiteY137-20572" fmla="*/ 5097 h 5728"/>
                    <a:gd name="connsiteX138-20573" fmla="*/ 178 w 6137"/>
                    <a:gd name="connsiteY138-20574" fmla="*/ 4930 h 5728"/>
                    <a:gd name="connsiteX139-20575" fmla="*/ 67 w 6137"/>
                    <a:gd name="connsiteY139-20576" fmla="*/ 4806 h 5728"/>
                    <a:gd name="connsiteX140-20577" fmla="*/ 0 w 6137"/>
                    <a:gd name="connsiteY140-20578" fmla="*/ 4788 h 5728"/>
                    <a:gd name="connsiteX141-20579" fmla="*/ 135 w 6137"/>
                    <a:gd name="connsiteY141-20580" fmla="*/ 4631 h 5728"/>
                    <a:gd name="connsiteX0-20581" fmla="*/ 4951 w 6137"/>
                    <a:gd name="connsiteY0-20582" fmla="*/ 2333 h 5728"/>
                    <a:gd name="connsiteX1-20583" fmla="*/ 4949 w 6137"/>
                    <a:gd name="connsiteY1-20584" fmla="*/ 2117 h 5728"/>
                    <a:gd name="connsiteX2-20585" fmla="*/ 4873 w 6137"/>
                    <a:gd name="connsiteY2-20586" fmla="*/ 2039 h 5728"/>
                    <a:gd name="connsiteX3-20587" fmla="*/ 4730 w 6137"/>
                    <a:gd name="connsiteY3-20588" fmla="*/ 1951 h 5728"/>
                    <a:gd name="connsiteX4-20589" fmla="*/ 4638 w 6137"/>
                    <a:gd name="connsiteY4-20590" fmla="*/ 1827 h 5728"/>
                    <a:gd name="connsiteX5-20591" fmla="*/ 4542 w 6137"/>
                    <a:gd name="connsiteY5-20592" fmla="*/ 1828 h 5728"/>
                    <a:gd name="connsiteX6-20593" fmla="*/ 4497 w 6137"/>
                    <a:gd name="connsiteY6-20594" fmla="*/ 1883 h 5728"/>
                    <a:gd name="connsiteX7-20595" fmla="*/ 4404 w 6137"/>
                    <a:gd name="connsiteY7-20596" fmla="*/ 1877 h 5728"/>
                    <a:gd name="connsiteX8-20597" fmla="*/ 4384 w 6137"/>
                    <a:gd name="connsiteY8-20598" fmla="*/ 1994 h 5728"/>
                    <a:gd name="connsiteX9-20599" fmla="*/ 4203 w 6137"/>
                    <a:gd name="connsiteY9-20600" fmla="*/ 1941 h 5728"/>
                    <a:gd name="connsiteX10-20601" fmla="*/ 4120 w 6137"/>
                    <a:gd name="connsiteY10-20602" fmla="*/ 1939 h 5728"/>
                    <a:gd name="connsiteX11-20603" fmla="*/ 3995 w 6137"/>
                    <a:gd name="connsiteY11-20604" fmla="*/ 2014 h 5728"/>
                    <a:gd name="connsiteX12-20605" fmla="*/ 3883 w 6137"/>
                    <a:gd name="connsiteY12-20606" fmla="*/ 1890 h 5728"/>
                    <a:gd name="connsiteX13-20607" fmla="*/ 3977 w 6137"/>
                    <a:gd name="connsiteY13-20608" fmla="*/ 1804 h 5728"/>
                    <a:gd name="connsiteX14-20609" fmla="*/ 3981 w 6137"/>
                    <a:gd name="connsiteY14-20610" fmla="*/ 1634 h 5728"/>
                    <a:gd name="connsiteX15-20611" fmla="*/ 4036 w 6137"/>
                    <a:gd name="connsiteY15-20612" fmla="*/ 1514 h 5728"/>
                    <a:gd name="connsiteX16-20613" fmla="*/ 4079 w 6137"/>
                    <a:gd name="connsiteY16-20614" fmla="*/ 1306 h 5728"/>
                    <a:gd name="connsiteX17-20615" fmla="*/ 4139 w 6137"/>
                    <a:gd name="connsiteY17-20616" fmla="*/ 1307 h 5728"/>
                    <a:gd name="connsiteX18-20617" fmla="*/ 4462 w 6137"/>
                    <a:gd name="connsiteY18-20618" fmla="*/ 1286 h 5728"/>
                    <a:gd name="connsiteX19-20619" fmla="*/ 4636 w 6137"/>
                    <a:gd name="connsiteY19-20620" fmla="*/ 1117 h 5728"/>
                    <a:gd name="connsiteX20-20621" fmla="*/ 4705 w 6137"/>
                    <a:gd name="connsiteY20-20622" fmla="*/ 748 h 5728"/>
                    <a:gd name="connsiteX21-20623" fmla="*/ 4815 w 6137"/>
                    <a:gd name="connsiteY21-20624" fmla="*/ 486 h 5728"/>
                    <a:gd name="connsiteX22-20625" fmla="*/ 4813 w 6137"/>
                    <a:gd name="connsiteY22-20626" fmla="*/ 358 h 5728"/>
                    <a:gd name="connsiteX23-20627" fmla="*/ 4800 w 6137"/>
                    <a:gd name="connsiteY23-20628" fmla="*/ 328 h 5728"/>
                    <a:gd name="connsiteX24-20629" fmla="*/ 4733 w 6137"/>
                    <a:gd name="connsiteY24-20630" fmla="*/ 251 h 5728"/>
                    <a:gd name="connsiteX25-20631" fmla="*/ 4673 w 6137"/>
                    <a:gd name="connsiteY25-20632" fmla="*/ 217 h 5728"/>
                    <a:gd name="connsiteX26-20633" fmla="*/ 4798 w 6137"/>
                    <a:gd name="connsiteY26-20634" fmla="*/ 56 h 5728"/>
                    <a:gd name="connsiteX27-20635" fmla="*/ 4971 w 6137"/>
                    <a:gd name="connsiteY27-20636" fmla="*/ 2 h 5728"/>
                    <a:gd name="connsiteX28-20637" fmla="*/ 5003 w 6137"/>
                    <a:gd name="connsiteY28-20638" fmla="*/ 49 h 5728"/>
                    <a:gd name="connsiteX29-20639" fmla="*/ 4993 w 6137"/>
                    <a:gd name="connsiteY29-20640" fmla="*/ 133 h 5728"/>
                    <a:gd name="connsiteX30-20641" fmla="*/ 4932 w 6137"/>
                    <a:gd name="connsiteY30-20642" fmla="*/ 243 h 5728"/>
                    <a:gd name="connsiteX31-20643" fmla="*/ 5002 w 6137"/>
                    <a:gd name="connsiteY31-20644" fmla="*/ 301 h 5728"/>
                    <a:gd name="connsiteX32-20645" fmla="*/ 5116 w 6137"/>
                    <a:gd name="connsiteY32-20646" fmla="*/ 366 h 5728"/>
                    <a:gd name="connsiteX33-20647" fmla="*/ 5136 w 6137"/>
                    <a:gd name="connsiteY33-20648" fmla="*/ 255 h 5728"/>
                    <a:gd name="connsiteX34-20649" fmla="*/ 5270 w 6137"/>
                    <a:gd name="connsiteY34-20650" fmla="*/ 291 h 5728"/>
                    <a:gd name="connsiteX35-20651" fmla="*/ 5295 w 6137"/>
                    <a:gd name="connsiteY35-20652" fmla="*/ 331 h 5728"/>
                    <a:gd name="connsiteX36-20653" fmla="*/ 5371 w 6137"/>
                    <a:gd name="connsiteY36-20654" fmla="*/ 562 h 5728"/>
                    <a:gd name="connsiteX37-20655" fmla="*/ 5406 w 6137"/>
                    <a:gd name="connsiteY37-20656" fmla="*/ 586 h 5728"/>
                    <a:gd name="connsiteX38-20657" fmla="*/ 5498 w 6137"/>
                    <a:gd name="connsiteY38-20658" fmla="*/ 578 h 5728"/>
                    <a:gd name="connsiteX39-20659" fmla="*/ 5758 w 6137"/>
                    <a:gd name="connsiteY39-20660" fmla="*/ 490 h 5728"/>
                    <a:gd name="connsiteX40-20661" fmla="*/ 5978 w 6137"/>
                    <a:gd name="connsiteY40-20662" fmla="*/ 479 h 5728"/>
                    <a:gd name="connsiteX41-20663" fmla="*/ 6038 w 6137"/>
                    <a:gd name="connsiteY41-20664" fmla="*/ 648 h 5728"/>
                    <a:gd name="connsiteX42-20665" fmla="*/ 5956 w 6137"/>
                    <a:gd name="connsiteY42-20666" fmla="*/ 944 h 5728"/>
                    <a:gd name="connsiteX43-20667" fmla="*/ 5956 w 6137"/>
                    <a:gd name="connsiteY43-20668" fmla="*/ 1022 h 5728"/>
                    <a:gd name="connsiteX44-20669" fmla="*/ 6025 w 6137"/>
                    <a:gd name="connsiteY44-20670" fmla="*/ 1168 h 5728"/>
                    <a:gd name="connsiteX45-20671" fmla="*/ 6040 w 6137"/>
                    <a:gd name="connsiteY45-20672" fmla="*/ 1427 h 5728"/>
                    <a:gd name="connsiteX46-20673" fmla="*/ 6042 w 6137"/>
                    <a:gd name="connsiteY46-20674" fmla="*/ 1617 h 5728"/>
                    <a:gd name="connsiteX47-20675" fmla="*/ 5975 w 6137"/>
                    <a:gd name="connsiteY47-20676" fmla="*/ 1625 h 5728"/>
                    <a:gd name="connsiteX48-20677" fmla="*/ 5953 w 6137"/>
                    <a:gd name="connsiteY48-20678" fmla="*/ 1507 h 5728"/>
                    <a:gd name="connsiteX49-20679" fmla="*/ 5918 w 6137"/>
                    <a:gd name="connsiteY49-20680" fmla="*/ 1450 h 5728"/>
                    <a:gd name="connsiteX50-20681" fmla="*/ 5828 w 6137"/>
                    <a:gd name="connsiteY50-20682" fmla="*/ 1582 h 5728"/>
                    <a:gd name="connsiteX51-20683" fmla="*/ 5715 w 6137"/>
                    <a:gd name="connsiteY51-20684" fmla="*/ 1776 h 5728"/>
                    <a:gd name="connsiteX52-20685" fmla="*/ 5596 w 6137"/>
                    <a:gd name="connsiteY52-20686" fmla="*/ 1904 h 5728"/>
                    <a:gd name="connsiteX53-20687" fmla="*/ 5589 w 6137"/>
                    <a:gd name="connsiteY53-20688" fmla="*/ 2018 h 5728"/>
                    <a:gd name="connsiteX54-20689" fmla="*/ 5649 w 6137"/>
                    <a:gd name="connsiteY54-20690" fmla="*/ 2115 h 5728"/>
                    <a:gd name="connsiteX55-20691" fmla="*/ 5751 w 6137"/>
                    <a:gd name="connsiteY55-20692" fmla="*/ 2183 h 5728"/>
                    <a:gd name="connsiteX56-20693" fmla="*/ 5828 w 6137"/>
                    <a:gd name="connsiteY56-20694" fmla="*/ 2178 h 5728"/>
                    <a:gd name="connsiteX57-20695" fmla="*/ 5873 w 6137"/>
                    <a:gd name="connsiteY57-20696" fmla="*/ 2104 h 5728"/>
                    <a:gd name="connsiteX58-20697" fmla="*/ 5907 w 6137"/>
                    <a:gd name="connsiteY58-20698" fmla="*/ 2210 h 5728"/>
                    <a:gd name="connsiteX59-20699" fmla="*/ 5795 w 6137"/>
                    <a:gd name="connsiteY59-20700" fmla="*/ 2249 h 5728"/>
                    <a:gd name="connsiteX60-20701" fmla="*/ 5842 w 6137"/>
                    <a:gd name="connsiteY60-20702" fmla="*/ 2362 h 5728"/>
                    <a:gd name="connsiteX61-20703" fmla="*/ 5707 w 6137"/>
                    <a:gd name="connsiteY61-20704" fmla="*/ 2509 h 5728"/>
                    <a:gd name="connsiteX62-20705" fmla="*/ 5666 w 6137"/>
                    <a:gd name="connsiteY62-20706" fmla="*/ 2498 h 5728"/>
                    <a:gd name="connsiteX63-20707" fmla="*/ 5542 w 6137"/>
                    <a:gd name="connsiteY63-20708" fmla="*/ 2413 h 5728"/>
                    <a:gd name="connsiteX64-20709" fmla="*/ 5487 w 6137"/>
                    <a:gd name="connsiteY64-20710" fmla="*/ 2412 h 5728"/>
                    <a:gd name="connsiteX65-20711" fmla="*/ 5452 w 6137"/>
                    <a:gd name="connsiteY65-20712" fmla="*/ 2480 h 5728"/>
                    <a:gd name="connsiteX66-20713" fmla="*/ 5455 w 6137"/>
                    <a:gd name="connsiteY66-20714" fmla="*/ 2562 h 5728"/>
                    <a:gd name="connsiteX67-20715" fmla="*/ 5633 w 6137"/>
                    <a:gd name="connsiteY67-20716" fmla="*/ 2730 h 5728"/>
                    <a:gd name="connsiteX68-20717" fmla="*/ 5632 w 6137"/>
                    <a:gd name="connsiteY68-20718" fmla="*/ 2844 h 5728"/>
                    <a:gd name="connsiteX69-20719" fmla="*/ 5723 w 6137"/>
                    <a:gd name="connsiteY69-20720" fmla="*/ 3060 h 5728"/>
                    <a:gd name="connsiteX70-20721" fmla="*/ 5749 w 6137"/>
                    <a:gd name="connsiteY70-20722" fmla="*/ 3090 h 5728"/>
                    <a:gd name="connsiteX71-20723" fmla="*/ 5793 w 6137"/>
                    <a:gd name="connsiteY71-20724" fmla="*/ 3094 h 5728"/>
                    <a:gd name="connsiteX72-20725" fmla="*/ 5839 w 6137"/>
                    <a:gd name="connsiteY72-20726" fmla="*/ 3010 h 5728"/>
                    <a:gd name="connsiteX73-20727" fmla="*/ 5919 w 6137"/>
                    <a:gd name="connsiteY73-20728" fmla="*/ 2950 h 5728"/>
                    <a:gd name="connsiteX74-20729" fmla="*/ 6014 w 6137"/>
                    <a:gd name="connsiteY74-20730" fmla="*/ 3126 h 5728"/>
                    <a:gd name="connsiteX75-20731" fmla="*/ 6124 w 6137"/>
                    <a:gd name="connsiteY75-20732" fmla="*/ 3312 h 5728"/>
                    <a:gd name="connsiteX76-20733" fmla="*/ 6137 w 6137"/>
                    <a:gd name="connsiteY76-20734" fmla="*/ 3342 h 5728"/>
                    <a:gd name="connsiteX77-20735" fmla="*/ 6126 w 6137"/>
                    <a:gd name="connsiteY77-20736" fmla="*/ 3518 h 5728"/>
                    <a:gd name="connsiteX78-20737" fmla="*/ 6091 w 6137"/>
                    <a:gd name="connsiteY78-20738" fmla="*/ 3554 h 5728"/>
                    <a:gd name="connsiteX79-20739" fmla="*/ 6002 w 6137"/>
                    <a:gd name="connsiteY79-20740" fmla="*/ 3515 h 5728"/>
                    <a:gd name="connsiteX80-20741" fmla="*/ 5768 w 6137"/>
                    <a:gd name="connsiteY80-20742" fmla="*/ 3644 h 5728"/>
                    <a:gd name="connsiteX81-20743" fmla="*/ 5742 w 6137"/>
                    <a:gd name="connsiteY81-20744" fmla="*/ 3666 h 5728"/>
                    <a:gd name="connsiteX82-20745" fmla="*/ 5562 w 6137"/>
                    <a:gd name="connsiteY82-20746" fmla="*/ 3812 h 5728"/>
                    <a:gd name="connsiteX83-20747" fmla="*/ 5421 w 6137"/>
                    <a:gd name="connsiteY83-20748" fmla="*/ 3926 h 5728"/>
                    <a:gd name="connsiteX84-20749" fmla="*/ 5386 w 6137"/>
                    <a:gd name="connsiteY84-20750" fmla="*/ 3965 h 5728"/>
                    <a:gd name="connsiteX85-20751" fmla="*/ 5334 w 6137"/>
                    <a:gd name="connsiteY85-20752" fmla="*/ 3973 h 5728"/>
                    <a:gd name="connsiteX86-20753" fmla="*/ 5277 w 6137"/>
                    <a:gd name="connsiteY86-20754" fmla="*/ 3916 h 5728"/>
                    <a:gd name="connsiteX87-20755" fmla="*/ 5153 w 6137"/>
                    <a:gd name="connsiteY87-20756" fmla="*/ 3808 h 5728"/>
                    <a:gd name="connsiteX88-20757" fmla="*/ 5177 w 6137"/>
                    <a:gd name="connsiteY88-20758" fmla="*/ 4064 h 5728"/>
                    <a:gd name="connsiteX89-20759" fmla="*/ 5186 w 6137"/>
                    <a:gd name="connsiteY89-20760" fmla="*/ 4192 h 5728"/>
                    <a:gd name="connsiteX90-20761" fmla="*/ 4924 w 6137"/>
                    <a:gd name="connsiteY90-20762" fmla="*/ 4166 h 5728"/>
                    <a:gd name="connsiteX91-20763" fmla="*/ 4842 w 6137"/>
                    <a:gd name="connsiteY91-20764" fmla="*/ 3987 h 5728"/>
                    <a:gd name="connsiteX92-20765" fmla="*/ 4760 w 6137"/>
                    <a:gd name="connsiteY92-20766" fmla="*/ 3802 h 5728"/>
                    <a:gd name="connsiteX93-20767" fmla="*/ 3785 w 6137"/>
                    <a:gd name="connsiteY93-20768" fmla="*/ 4504 h 5728"/>
                    <a:gd name="connsiteX94-20769" fmla="*/ 3788 w 6137"/>
                    <a:gd name="connsiteY94-20770" fmla="*/ 4556 h 5728"/>
                    <a:gd name="connsiteX95-20771" fmla="*/ 3752 w 6137"/>
                    <a:gd name="connsiteY95-20772" fmla="*/ 4614 h 5728"/>
                    <a:gd name="connsiteX96-20773" fmla="*/ 3487 w 6137"/>
                    <a:gd name="connsiteY96-20774" fmla="*/ 4680 h 5728"/>
                    <a:gd name="connsiteX97-20775" fmla="*/ 3352 w 6137"/>
                    <a:gd name="connsiteY97-20776" fmla="*/ 4739 h 5728"/>
                    <a:gd name="connsiteX98-20777" fmla="*/ 3310 w 6137"/>
                    <a:gd name="connsiteY98-20778" fmla="*/ 4777 h 5728"/>
                    <a:gd name="connsiteX99-20779" fmla="*/ 3111 w 6137"/>
                    <a:gd name="connsiteY99-20780" fmla="*/ 5021 h 5728"/>
                    <a:gd name="connsiteX100-20781" fmla="*/ 3038 w 6137"/>
                    <a:gd name="connsiteY100-20782" fmla="*/ 4970 h 5728"/>
                    <a:gd name="connsiteX101-20783" fmla="*/ 2955 w 6137"/>
                    <a:gd name="connsiteY101-20784" fmla="*/ 4971 h 5728"/>
                    <a:gd name="connsiteX102-20785" fmla="*/ 2919 w 6137"/>
                    <a:gd name="connsiteY102-20786" fmla="*/ 5045 h 5728"/>
                    <a:gd name="connsiteX103-20787" fmla="*/ 2808 w 6137"/>
                    <a:gd name="connsiteY103-20788" fmla="*/ 5000 h 5728"/>
                    <a:gd name="connsiteX104-20789" fmla="*/ 2730 w 6137"/>
                    <a:gd name="connsiteY104-20790" fmla="*/ 5109 h 5728"/>
                    <a:gd name="connsiteX105-20791" fmla="*/ 2508 w 6137"/>
                    <a:gd name="connsiteY105-20792" fmla="*/ 5349 h 5728"/>
                    <a:gd name="connsiteX106-20793" fmla="*/ 2488 w 6137"/>
                    <a:gd name="connsiteY106-20794" fmla="*/ 5516 h 5728"/>
                    <a:gd name="connsiteX107-20795" fmla="*/ 2471 w 6137"/>
                    <a:gd name="connsiteY107-20796" fmla="*/ 5659 h 5728"/>
                    <a:gd name="connsiteX108-20797" fmla="*/ 2455 w 6137"/>
                    <a:gd name="connsiteY108-20798" fmla="*/ 5669 h 5728"/>
                    <a:gd name="connsiteX109-20799" fmla="*/ 2133 w 6137"/>
                    <a:gd name="connsiteY109-20800" fmla="*/ 5621 h 5728"/>
                    <a:gd name="connsiteX110-20801" fmla="*/ 2031 w 6137"/>
                    <a:gd name="connsiteY110-20802" fmla="*/ 5566 h 5728"/>
                    <a:gd name="connsiteX111-20803" fmla="*/ 1977 w 6137"/>
                    <a:gd name="connsiteY111-20804" fmla="*/ 5503 h 5728"/>
                    <a:gd name="connsiteX112-20805" fmla="*/ 1872 w 6137"/>
                    <a:gd name="connsiteY112-20806" fmla="*/ 5477 h 5728"/>
                    <a:gd name="connsiteX113-20807" fmla="*/ 1872 w 6137"/>
                    <a:gd name="connsiteY113-20808" fmla="*/ 5379 h 5728"/>
                    <a:gd name="connsiteX114-20809" fmla="*/ 1976 w 6137"/>
                    <a:gd name="connsiteY114-20810" fmla="*/ 5149 h 5728"/>
                    <a:gd name="connsiteX115-20811" fmla="*/ 1836 w 6137"/>
                    <a:gd name="connsiteY115-20812" fmla="*/ 5070 h 5728"/>
                    <a:gd name="connsiteX116-20813" fmla="*/ 1794 w 6137"/>
                    <a:gd name="connsiteY116-20814" fmla="*/ 5095 h 5728"/>
                    <a:gd name="connsiteX117-20815" fmla="*/ 1704 w 6137"/>
                    <a:gd name="connsiteY117-20816" fmla="*/ 5214 h 5728"/>
                    <a:gd name="connsiteX118-20817" fmla="*/ 1672 w 6137"/>
                    <a:gd name="connsiteY118-20818" fmla="*/ 5276 h 5728"/>
                    <a:gd name="connsiteX119-20819" fmla="*/ 1610 w 6137"/>
                    <a:gd name="connsiteY119-20820" fmla="*/ 5386 h 5728"/>
                    <a:gd name="connsiteX120-20821" fmla="*/ 1616 w 6137"/>
                    <a:gd name="connsiteY120-20822" fmla="*/ 5510 h 5728"/>
                    <a:gd name="connsiteX121-20823" fmla="*/ 1577 w 6137"/>
                    <a:gd name="connsiteY121-20824" fmla="*/ 5558 h 5728"/>
                    <a:gd name="connsiteX122-20825" fmla="*/ 1446 w 6137"/>
                    <a:gd name="connsiteY122-20826" fmla="*/ 5617 h 5728"/>
                    <a:gd name="connsiteX123-20827" fmla="*/ 1280 w 6137"/>
                    <a:gd name="connsiteY123-20828" fmla="*/ 5649 h 5728"/>
                    <a:gd name="connsiteX124-20829" fmla="*/ 1177 w 6137"/>
                    <a:gd name="connsiteY124-20830" fmla="*/ 5728 h 5728"/>
                    <a:gd name="connsiteX125-20831" fmla="*/ 1063 w 6137"/>
                    <a:gd name="connsiteY125-20832" fmla="*/ 5611 h 5728"/>
                    <a:gd name="connsiteX126-20833" fmla="*/ 1003 w 6137"/>
                    <a:gd name="connsiteY126-20834" fmla="*/ 5485 h 5728"/>
                    <a:gd name="connsiteX127-20835" fmla="*/ 1125 w 6137"/>
                    <a:gd name="connsiteY127-20836" fmla="*/ 5242 h 5728"/>
                    <a:gd name="connsiteX128-20837" fmla="*/ 1180 w 6137"/>
                    <a:gd name="connsiteY128-20838" fmla="*/ 5195 h 5728"/>
                    <a:gd name="connsiteX129-20839" fmla="*/ 1225 w 6137"/>
                    <a:gd name="connsiteY129-20840" fmla="*/ 5120 h 5728"/>
                    <a:gd name="connsiteX130-20841" fmla="*/ 1222 w 6137"/>
                    <a:gd name="connsiteY130-20842" fmla="*/ 5071 h 5728"/>
                    <a:gd name="connsiteX131-20843" fmla="*/ 1025 w 6137"/>
                    <a:gd name="connsiteY131-20844" fmla="*/ 5007 h 5728"/>
                    <a:gd name="connsiteX132-20845" fmla="*/ 954 w 6137"/>
                    <a:gd name="connsiteY132-20846" fmla="*/ 5064 h 5728"/>
                    <a:gd name="connsiteX133-20847" fmla="*/ 848 w 6137"/>
                    <a:gd name="connsiteY133-20848" fmla="*/ 5111 h 5728"/>
                    <a:gd name="connsiteX134-20849" fmla="*/ 785 w 6137"/>
                    <a:gd name="connsiteY134-20850" fmla="*/ 5063 h 5728"/>
                    <a:gd name="connsiteX135-20851" fmla="*/ 547 w 6137"/>
                    <a:gd name="connsiteY135-20852" fmla="*/ 5254 h 5728"/>
                    <a:gd name="connsiteX136-20853" fmla="*/ 419 w 6137"/>
                    <a:gd name="connsiteY136-20854" fmla="*/ 5231 h 5728"/>
                    <a:gd name="connsiteX137-20855" fmla="*/ 308 w 6137"/>
                    <a:gd name="connsiteY137-20856" fmla="*/ 5097 h 5728"/>
                    <a:gd name="connsiteX138-20857" fmla="*/ 178 w 6137"/>
                    <a:gd name="connsiteY138-20858" fmla="*/ 4930 h 5728"/>
                    <a:gd name="connsiteX139-20859" fmla="*/ 67 w 6137"/>
                    <a:gd name="connsiteY139-20860" fmla="*/ 4806 h 5728"/>
                    <a:gd name="connsiteX140-20861" fmla="*/ 0 w 6137"/>
                    <a:gd name="connsiteY140-20862" fmla="*/ 4788 h 5728"/>
                    <a:gd name="connsiteX0-20863" fmla="*/ 4884 w 6070"/>
                    <a:gd name="connsiteY0-20864" fmla="*/ 2333 h 5728"/>
                    <a:gd name="connsiteX1-20865" fmla="*/ 4882 w 6070"/>
                    <a:gd name="connsiteY1-20866" fmla="*/ 2117 h 5728"/>
                    <a:gd name="connsiteX2-20867" fmla="*/ 4806 w 6070"/>
                    <a:gd name="connsiteY2-20868" fmla="*/ 2039 h 5728"/>
                    <a:gd name="connsiteX3-20869" fmla="*/ 4663 w 6070"/>
                    <a:gd name="connsiteY3-20870" fmla="*/ 1951 h 5728"/>
                    <a:gd name="connsiteX4-20871" fmla="*/ 4571 w 6070"/>
                    <a:gd name="connsiteY4-20872" fmla="*/ 1827 h 5728"/>
                    <a:gd name="connsiteX5-20873" fmla="*/ 4475 w 6070"/>
                    <a:gd name="connsiteY5-20874" fmla="*/ 1828 h 5728"/>
                    <a:gd name="connsiteX6-20875" fmla="*/ 4430 w 6070"/>
                    <a:gd name="connsiteY6-20876" fmla="*/ 1883 h 5728"/>
                    <a:gd name="connsiteX7-20877" fmla="*/ 4337 w 6070"/>
                    <a:gd name="connsiteY7-20878" fmla="*/ 1877 h 5728"/>
                    <a:gd name="connsiteX8-20879" fmla="*/ 4317 w 6070"/>
                    <a:gd name="connsiteY8-20880" fmla="*/ 1994 h 5728"/>
                    <a:gd name="connsiteX9-20881" fmla="*/ 4136 w 6070"/>
                    <a:gd name="connsiteY9-20882" fmla="*/ 1941 h 5728"/>
                    <a:gd name="connsiteX10-20883" fmla="*/ 4053 w 6070"/>
                    <a:gd name="connsiteY10-20884" fmla="*/ 1939 h 5728"/>
                    <a:gd name="connsiteX11-20885" fmla="*/ 3928 w 6070"/>
                    <a:gd name="connsiteY11-20886" fmla="*/ 2014 h 5728"/>
                    <a:gd name="connsiteX12-20887" fmla="*/ 3816 w 6070"/>
                    <a:gd name="connsiteY12-20888" fmla="*/ 1890 h 5728"/>
                    <a:gd name="connsiteX13-20889" fmla="*/ 3910 w 6070"/>
                    <a:gd name="connsiteY13-20890" fmla="*/ 1804 h 5728"/>
                    <a:gd name="connsiteX14-20891" fmla="*/ 3914 w 6070"/>
                    <a:gd name="connsiteY14-20892" fmla="*/ 1634 h 5728"/>
                    <a:gd name="connsiteX15-20893" fmla="*/ 3969 w 6070"/>
                    <a:gd name="connsiteY15-20894" fmla="*/ 1514 h 5728"/>
                    <a:gd name="connsiteX16-20895" fmla="*/ 4012 w 6070"/>
                    <a:gd name="connsiteY16-20896" fmla="*/ 1306 h 5728"/>
                    <a:gd name="connsiteX17-20897" fmla="*/ 4072 w 6070"/>
                    <a:gd name="connsiteY17-20898" fmla="*/ 1307 h 5728"/>
                    <a:gd name="connsiteX18-20899" fmla="*/ 4395 w 6070"/>
                    <a:gd name="connsiteY18-20900" fmla="*/ 1286 h 5728"/>
                    <a:gd name="connsiteX19-20901" fmla="*/ 4569 w 6070"/>
                    <a:gd name="connsiteY19-20902" fmla="*/ 1117 h 5728"/>
                    <a:gd name="connsiteX20-20903" fmla="*/ 4638 w 6070"/>
                    <a:gd name="connsiteY20-20904" fmla="*/ 748 h 5728"/>
                    <a:gd name="connsiteX21-20905" fmla="*/ 4748 w 6070"/>
                    <a:gd name="connsiteY21-20906" fmla="*/ 486 h 5728"/>
                    <a:gd name="connsiteX22-20907" fmla="*/ 4746 w 6070"/>
                    <a:gd name="connsiteY22-20908" fmla="*/ 358 h 5728"/>
                    <a:gd name="connsiteX23-20909" fmla="*/ 4733 w 6070"/>
                    <a:gd name="connsiteY23-20910" fmla="*/ 328 h 5728"/>
                    <a:gd name="connsiteX24-20911" fmla="*/ 4666 w 6070"/>
                    <a:gd name="connsiteY24-20912" fmla="*/ 251 h 5728"/>
                    <a:gd name="connsiteX25-20913" fmla="*/ 4606 w 6070"/>
                    <a:gd name="connsiteY25-20914" fmla="*/ 217 h 5728"/>
                    <a:gd name="connsiteX26-20915" fmla="*/ 4731 w 6070"/>
                    <a:gd name="connsiteY26-20916" fmla="*/ 56 h 5728"/>
                    <a:gd name="connsiteX27-20917" fmla="*/ 4904 w 6070"/>
                    <a:gd name="connsiteY27-20918" fmla="*/ 2 h 5728"/>
                    <a:gd name="connsiteX28-20919" fmla="*/ 4936 w 6070"/>
                    <a:gd name="connsiteY28-20920" fmla="*/ 49 h 5728"/>
                    <a:gd name="connsiteX29-20921" fmla="*/ 4926 w 6070"/>
                    <a:gd name="connsiteY29-20922" fmla="*/ 133 h 5728"/>
                    <a:gd name="connsiteX30-20923" fmla="*/ 4865 w 6070"/>
                    <a:gd name="connsiteY30-20924" fmla="*/ 243 h 5728"/>
                    <a:gd name="connsiteX31-20925" fmla="*/ 4935 w 6070"/>
                    <a:gd name="connsiteY31-20926" fmla="*/ 301 h 5728"/>
                    <a:gd name="connsiteX32-20927" fmla="*/ 5049 w 6070"/>
                    <a:gd name="connsiteY32-20928" fmla="*/ 366 h 5728"/>
                    <a:gd name="connsiteX33-20929" fmla="*/ 5069 w 6070"/>
                    <a:gd name="connsiteY33-20930" fmla="*/ 255 h 5728"/>
                    <a:gd name="connsiteX34-20931" fmla="*/ 5203 w 6070"/>
                    <a:gd name="connsiteY34-20932" fmla="*/ 291 h 5728"/>
                    <a:gd name="connsiteX35-20933" fmla="*/ 5228 w 6070"/>
                    <a:gd name="connsiteY35-20934" fmla="*/ 331 h 5728"/>
                    <a:gd name="connsiteX36-20935" fmla="*/ 5304 w 6070"/>
                    <a:gd name="connsiteY36-20936" fmla="*/ 562 h 5728"/>
                    <a:gd name="connsiteX37-20937" fmla="*/ 5339 w 6070"/>
                    <a:gd name="connsiteY37-20938" fmla="*/ 586 h 5728"/>
                    <a:gd name="connsiteX38-20939" fmla="*/ 5431 w 6070"/>
                    <a:gd name="connsiteY38-20940" fmla="*/ 578 h 5728"/>
                    <a:gd name="connsiteX39-20941" fmla="*/ 5691 w 6070"/>
                    <a:gd name="connsiteY39-20942" fmla="*/ 490 h 5728"/>
                    <a:gd name="connsiteX40-20943" fmla="*/ 5911 w 6070"/>
                    <a:gd name="connsiteY40-20944" fmla="*/ 479 h 5728"/>
                    <a:gd name="connsiteX41-20945" fmla="*/ 5971 w 6070"/>
                    <a:gd name="connsiteY41-20946" fmla="*/ 648 h 5728"/>
                    <a:gd name="connsiteX42-20947" fmla="*/ 5889 w 6070"/>
                    <a:gd name="connsiteY42-20948" fmla="*/ 944 h 5728"/>
                    <a:gd name="connsiteX43-20949" fmla="*/ 5889 w 6070"/>
                    <a:gd name="connsiteY43-20950" fmla="*/ 1022 h 5728"/>
                    <a:gd name="connsiteX44-20951" fmla="*/ 5958 w 6070"/>
                    <a:gd name="connsiteY44-20952" fmla="*/ 1168 h 5728"/>
                    <a:gd name="connsiteX45-20953" fmla="*/ 5973 w 6070"/>
                    <a:gd name="connsiteY45-20954" fmla="*/ 1427 h 5728"/>
                    <a:gd name="connsiteX46-20955" fmla="*/ 5975 w 6070"/>
                    <a:gd name="connsiteY46-20956" fmla="*/ 1617 h 5728"/>
                    <a:gd name="connsiteX47-20957" fmla="*/ 5908 w 6070"/>
                    <a:gd name="connsiteY47-20958" fmla="*/ 1625 h 5728"/>
                    <a:gd name="connsiteX48-20959" fmla="*/ 5886 w 6070"/>
                    <a:gd name="connsiteY48-20960" fmla="*/ 1507 h 5728"/>
                    <a:gd name="connsiteX49-20961" fmla="*/ 5851 w 6070"/>
                    <a:gd name="connsiteY49-20962" fmla="*/ 1450 h 5728"/>
                    <a:gd name="connsiteX50-20963" fmla="*/ 5761 w 6070"/>
                    <a:gd name="connsiteY50-20964" fmla="*/ 1582 h 5728"/>
                    <a:gd name="connsiteX51-20965" fmla="*/ 5648 w 6070"/>
                    <a:gd name="connsiteY51-20966" fmla="*/ 1776 h 5728"/>
                    <a:gd name="connsiteX52-20967" fmla="*/ 5529 w 6070"/>
                    <a:gd name="connsiteY52-20968" fmla="*/ 1904 h 5728"/>
                    <a:gd name="connsiteX53-20969" fmla="*/ 5522 w 6070"/>
                    <a:gd name="connsiteY53-20970" fmla="*/ 2018 h 5728"/>
                    <a:gd name="connsiteX54-20971" fmla="*/ 5582 w 6070"/>
                    <a:gd name="connsiteY54-20972" fmla="*/ 2115 h 5728"/>
                    <a:gd name="connsiteX55-20973" fmla="*/ 5684 w 6070"/>
                    <a:gd name="connsiteY55-20974" fmla="*/ 2183 h 5728"/>
                    <a:gd name="connsiteX56-20975" fmla="*/ 5761 w 6070"/>
                    <a:gd name="connsiteY56-20976" fmla="*/ 2178 h 5728"/>
                    <a:gd name="connsiteX57-20977" fmla="*/ 5806 w 6070"/>
                    <a:gd name="connsiteY57-20978" fmla="*/ 2104 h 5728"/>
                    <a:gd name="connsiteX58-20979" fmla="*/ 5840 w 6070"/>
                    <a:gd name="connsiteY58-20980" fmla="*/ 2210 h 5728"/>
                    <a:gd name="connsiteX59-20981" fmla="*/ 5728 w 6070"/>
                    <a:gd name="connsiteY59-20982" fmla="*/ 2249 h 5728"/>
                    <a:gd name="connsiteX60-20983" fmla="*/ 5775 w 6070"/>
                    <a:gd name="connsiteY60-20984" fmla="*/ 2362 h 5728"/>
                    <a:gd name="connsiteX61-20985" fmla="*/ 5640 w 6070"/>
                    <a:gd name="connsiteY61-20986" fmla="*/ 2509 h 5728"/>
                    <a:gd name="connsiteX62-20987" fmla="*/ 5599 w 6070"/>
                    <a:gd name="connsiteY62-20988" fmla="*/ 2498 h 5728"/>
                    <a:gd name="connsiteX63-20989" fmla="*/ 5475 w 6070"/>
                    <a:gd name="connsiteY63-20990" fmla="*/ 2413 h 5728"/>
                    <a:gd name="connsiteX64-20991" fmla="*/ 5420 w 6070"/>
                    <a:gd name="connsiteY64-20992" fmla="*/ 2412 h 5728"/>
                    <a:gd name="connsiteX65-20993" fmla="*/ 5385 w 6070"/>
                    <a:gd name="connsiteY65-20994" fmla="*/ 2480 h 5728"/>
                    <a:gd name="connsiteX66-20995" fmla="*/ 5388 w 6070"/>
                    <a:gd name="connsiteY66-20996" fmla="*/ 2562 h 5728"/>
                    <a:gd name="connsiteX67-20997" fmla="*/ 5566 w 6070"/>
                    <a:gd name="connsiteY67-20998" fmla="*/ 2730 h 5728"/>
                    <a:gd name="connsiteX68-20999" fmla="*/ 5565 w 6070"/>
                    <a:gd name="connsiteY68-21000" fmla="*/ 2844 h 5728"/>
                    <a:gd name="connsiteX69-21001" fmla="*/ 5656 w 6070"/>
                    <a:gd name="connsiteY69-21002" fmla="*/ 3060 h 5728"/>
                    <a:gd name="connsiteX70-21003" fmla="*/ 5682 w 6070"/>
                    <a:gd name="connsiteY70-21004" fmla="*/ 3090 h 5728"/>
                    <a:gd name="connsiteX71-21005" fmla="*/ 5726 w 6070"/>
                    <a:gd name="connsiteY71-21006" fmla="*/ 3094 h 5728"/>
                    <a:gd name="connsiteX72-21007" fmla="*/ 5772 w 6070"/>
                    <a:gd name="connsiteY72-21008" fmla="*/ 3010 h 5728"/>
                    <a:gd name="connsiteX73-21009" fmla="*/ 5852 w 6070"/>
                    <a:gd name="connsiteY73-21010" fmla="*/ 2950 h 5728"/>
                    <a:gd name="connsiteX74-21011" fmla="*/ 5947 w 6070"/>
                    <a:gd name="connsiteY74-21012" fmla="*/ 3126 h 5728"/>
                    <a:gd name="connsiteX75-21013" fmla="*/ 6057 w 6070"/>
                    <a:gd name="connsiteY75-21014" fmla="*/ 3312 h 5728"/>
                    <a:gd name="connsiteX76-21015" fmla="*/ 6070 w 6070"/>
                    <a:gd name="connsiteY76-21016" fmla="*/ 3342 h 5728"/>
                    <a:gd name="connsiteX77-21017" fmla="*/ 6059 w 6070"/>
                    <a:gd name="connsiteY77-21018" fmla="*/ 3518 h 5728"/>
                    <a:gd name="connsiteX78-21019" fmla="*/ 6024 w 6070"/>
                    <a:gd name="connsiteY78-21020" fmla="*/ 3554 h 5728"/>
                    <a:gd name="connsiteX79-21021" fmla="*/ 5935 w 6070"/>
                    <a:gd name="connsiteY79-21022" fmla="*/ 3515 h 5728"/>
                    <a:gd name="connsiteX80-21023" fmla="*/ 5701 w 6070"/>
                    <a:gd name="connsiteY80-21024" fmla="*/ 3644 h 5728"/>
                    <a:gd name="connsiteX81-21025" fmla="*/ 5675 w 6070"/>
                    <a:gd name="connsiteY81-21026" fmla="*/ 3666 h 5728"/>
                    <a:gd name="connsiteX82-21027" fmla="*/ 5495 w 6070"/>
                    <a:gd name="connsiteY82-21028" fmla="*/ 3812 h 5728"/>
                    <a:gd name="connsiteX83-21029" fmla="*/ 5354 w 6070"/>
                    <a:gd name="connsiteY83-21030" fmla="*/ 3926 h 5728"/>
                    <a:gd name="connsiteX84-21031" fmla="*/ 5319 w 6070"/>
                    <a:gd name="connsiteY84-21032" fmla="*/ 3965 h 5728"/>
                    <a:gd name="connsiteX85-21033" fmla="*/ 5267 w 6070"/>
                    <a:gd name="connsiteY85-21034" fmla="*/ 3973 h 5728"/>
                    <a:gd name="connsiteX86-21035" fmla="*/ 5210 w 6070"/>
                    <a:gd name="connsiteY86-21036" fmla="*/ 3916 h 5728"/>
                    <a:gd name="connsiteX87-21037" fmla="*/ 5086 w 6070"/>
                    <a:gd name="connsiteY87-21038" fmla="*/ 3808 h 5728"/>
                    <a:gd name="connsiteX88-21039" fmla="*/ 5110 w 6070"/>
                    <a:gd name="connsiteY88-21040" fmla="*/ 4064 h 5728"/>
                    <a:gd name="connsiteX89-21041" fmla="*/ 5119 w 6070"/>
                    <a:gd name="connsiteY89-21042" fmla="*/ 4192 h 5728"/>
                    <a:gd name="connsiteX90-21043" fmla="*/ 4857 w 6070"/>
                    <a:gd name="connsiteY90-21044" fmla="*/ 4166 h 5728"/>
                    <a:gd name="connsiteX91-21045" fmla="*/ 4775 w 6070"/>
                    <a:gd name="connsiteY91-21046" fmla="*/ 3987 h 5728"/>
                    <a:gd name="connsiteX92-21047" fmla="*/ 4693 w 6070"/>
                    <a:gd name="connsiteY92-21048" fmla="*/ 3802 h 5728"/>
                    <a:gd name="connsiteX93-21049" fmla="*/ 3718 w 6070"/>
                    <a:gd name="connsiteY93-21050" fmla="*/ 4504 h 5728"/>
                    <a:gd name="connsiteX94-21051" fmla="*/ 3721 w 6070"/>
                    <a:gd name="connsiteY94-21052" fmla="*/ 4556 h 5728"/>
                    <a:gd name="connsiteX95-21053" fmla="*/ 3685 w 6070"/>
                    <a:gd name="connsiteY95-21054" fmla="*/ 4614 h 5728"/>
                    <a:gd name="connsiteX96-21055" fmla="*/ 3420 w 6070"/>
                    <a:gd name="connsiteY96-21056" fmla="*/ 4680 h 5728"/>
                    <a:gd name="connsiteX97-21057" fmla="*/ 3285 w 6070"/>
                    <a:gd name="connsiteY97-21058" fmla="*/ 4739 h 5728"/>
                    <a:gd name="connsiteX98-21059" fmla="*/ 3243 w 6070"/>
                    <a:gd name="connsiteY98-21060" fmla="*/ 4777 h 5728"/>
                    <a:gd name="connsiteX99-21061" fmla="*/ 3044 w 6070"/>
                    <a:gd name="connsiteY99-21062" fmla="*/ 5021 h 5728"/>
                    <a:gd name="connsiteX100-21063" fmla="*/ 2971 w 6070"/>
                    <a:gd name="connsiteY100-21064" fmla="*/ 4970 h 5728"/>
                    <a:gd name="connsiteX101-21065" fmla="*/ 2888 w 6070"/>
                    <a:gd name="connsiteY101-21066" fmla="*/ 4971 h 5728"/>
                    <a:gd name="connsiteX102-21067" fmla="*/ 2852 w 6070"/>
                    <a:gd name="connsiteY102-21068" fmla="*/ 5045 h 5728"/>
                    <a:gd name="connsiteX103-21069" fmla="*/ 2741 w 6070"/>
                    <a:gd name="connsiteY103-21070" fmla="*/ 5000 h 5728"/>
                    <a:gd name="connsiteX104-21071" fmla="*/ 2663 w 6070"/>
                    <a:gd name="connsiteY104-21072" fmla="*/ 5109 h 5728"/>
                    <a:gd name="connsiteX105-21073" fmla="*/ 2441 w 6070"/>
                    <a:gd name="connsiteY105-21074" fmla="*/ 5349 h 5728"/>
                    <a:gd name="connsiteX106-21075" fmla="*/ 2421 w 6070"/>
                    <a:gd name="connsiteY106-21076" fmla="*/ 5516 h 5728"/>
                    <a:gd name="connsiteX107-21077" fmla="*/ 2404 w 6070"/>
                    <a:gd name="connsiteY107-21078" fmla="*/ 5659 h 5728"/>
                    <a:gd name="connsiteX108-21079" fmla="*/ 2388 w 6070"/>
                    <a:gd name="connsiteY108-21080" fmla="*/ 5669 h 5728"/>
                    <a:gd name="connsiteX109-21081" fmla="*/ 2066 w 6070"/>
                    <a:gd name="connsiteY109-21082" fmla="*/ 5621 h 5728"/>
                    <a:gd name="connsiteX110-21083" fmla="*/ 1964 w 6070"/>
                    <a:gd name="connsiteY110-21084" fmla="*/ 5566 h 5728"/>
                    <a:gd name="connsiteX111-21085" fmla="*/ 1910 w 6070"/>
                    <a:gd name="connsiteY111-21086" fmla="*/ 5503 h 5728"/>
                    <a:gd name="connsiteX112-21087" fmla="*/ 1805 w 6070"/>
                    <a:gd name="connsiteY112-21088" fmla="*/ 5477 h 5728"/>
                    <a:gd name="connsiteX113-21089" fmla="*/ 1805 w 6070"/>
                    <a:gd name="connsiteY113-21090" fmla="*/ 5379 h 5728"/>
                    <a:gd name="connsiteX114-21091" fmla="*/ 1909 w 6070"/>
                    <a:gd name="connsiteY114-21092" fmla="*/ 5149 h 5728"/>
                    <a:gd name="connsiteX115-21093" fmla="*/ 1769 w 6070"/>
                    <a:gd name="connsiteY115-21094" fmla="*/ 5070 h 5728"/>
                    <a:gd name="connsiteX116-21095" fmla="*/ 1727 w 6070"/>
                    <a:gd name="connsiteY116-21096" fmla="*/ 5095 h 5728"/>
                    <a:gd name="connsiteX117-21097" fmla="*/ 1637 w 6070"/>
                    <a:gd name="connsiteY117-21098" fmla="*/ 5214 h 5728"/>
                    <a:gd name="connsiteX118-21099" fmla="*/ 1605 w 6070"/>
                    <a:gd name="connsiteY118-21100" fmla="*/ 5276 h 5728"/>
                    <a:gd name="connsiteX119-21101" fmla="*/ 1543 w 6070"/>
                    <a:gd name="connsiteY119-21102" fmla="*/ 5386 h 5728"/>
                    <a:gd name="connsiteX120-21103" fmla="*/ 1549 w 6070"/>
                    <a:gd name="connsiteY120-21104" fmla="*/ 5510 h 5728"/>
                    <a:gd name="connsiteX121-21105" fmla="*/ 1510 w 6070"/>
                    <a:gd name="connsiteY121-21106" fmla="*/ 5558 h 5728"/>
                    <a:gd name="connsiteX122-21107" fmla="*/ 1379 w 6070"/>
                    <a:gd name="connsiteY122-21108" fmla="*/ 5617 h 5728"/>
                    <a:gd name="connsiteX123-21109" fmla="*/ 1213 w 6070"/>
                    <a:gd name="connsiteY123-21110" fmla="*/ 5649 h 5728"/>
                    <a:gd name="connsiteX124-21111" fmla="*/ 1110 w 6070"/>
                    <a:gd name="connsiteY124-21112" fmla="*/ 5728 h 5728"/>
                    <a:gd name="connsiteX125-21113" fmla="*/ 996 w 6070"/>
                    <a:gd name="connsiteY125-21114" fmla="*/ 5611 h 5728"/>
                    <a:gd name="connsiteX126-21115" fmla="*/ 936 w 6070"/>
                    <a:gd name="connsiteY126-21116" fmla="*/ 5485 h 5728"/>
                    <a:gd name="connsiteX127-21117" fmla="*/ 1058 w 6070"/>
                    <a:gd name="connsiteY127-21118" fmla="*/ 5242 h 5728"/>
                    <a:gd name="connsiteX128-21119" fmla="*/ 1113 w 6070"/>
                    <a:gd name="connsiteY128-21120" fmla="*/ 5195 h 5728"/>
                    <a:gd name="connsiteX129-21121" fmla="*/ 1158 w 6070"/>
                    <a:gd name="connsiteY129-21122" fmla="*/ 5120 h 5728"/>
                    <a:gd name="connsiteX130-21123" fmla="*/ 1155 w 6070"/>
                    <a:gd name="connsiteY130-21124" fmla="*/ 5071 h 5728"/>
                    <a:gd name="connsiteX131-21125" fmla="*/ 958 w 6070"/>
                    <a:gd name="connsiteY131-21126" fmla="*/ 5007 h 5728"/>
                    <a:gd name="connsiteX132-21127" fmla="*/ 887 w 6070"/>
                    <a:gd name="connsiteY132-21128" fmla="*/ 5064 h 5728"/>
                    <a:gd name="connsiteX133-21129" fmla="*/ 781 w 6070"/>
                    <a:gd name="connsiteY133-21130" fmla="*/ 5111 h 5728"/>
                    <a:gd name="connsiteX134-21131" fmla="*/ 718 w 6070"/>
                    <a:gd name="connsiteY134-21132" fmla="*/ 5063 h 5728"/>
                    <a:gd name="connsiteX135-21133" fmla="*/ 480 w 6070"/>
                    <a:gd name="connsiteY135-21134" fmla="*/ 5254 h 5728"/>
                    <a:gd name="connsiteX136-21135" fmla="*/ 352 w 6070"/>
                    <a:gd name="connsiteY136-21136" fmla="*/ 5231 h 5728"/>
                    <a:gd name="connsiteX137-21137" fmla="*/ 241 w 6070"/>
                    <a:gd name="connsiteY137-21138" fmla="*/ 5097 h 5728"/>
                    <a:gd name="connsiteX138-21139" fmla="*/ 111 w 6070"/>
                    <a:gd name="connsiteY138-21140" fmla="*/ 4930 h 5728"/>
                    <a:gd name="connsiteX139-21141" fmla="*/ 0 w 6070"/>
                    <a:gd name="connsiteY139-21142" fmla="*/ 4806 h 5728"/>
                    <a:gd name="connsiteX0-21143" fmla="*/ 4773 w 5959"/>
                    <a:gd name="connsiteY0-21144" fmla="*/ 2333 h 5728"/>
                    <a:gd name="connsiteX1-21145" fmla="*/ 4771 w 5959"/>
                    <a:gd name="connsiteY1-21146" fmla="*/ 2117 h 5728"/>
                    <a:gd name="connsiteX2-21147" fmla="*/ 4695 w 5959"/>
                    <a:gd name="connsiteY2-21148" fmla="*/ 2039 h 5728"/>
                    <a:gd name="connsiteX3-21149" fmla="*/ 4552 w 5959"/>
                    <a:gd name="connsiteY3-21150" fmla="*/ 1951 h 5728"/>
                    <a:gd name="connsiteX4-21151" fmla="*/ 4460 w 5959"/>
                    <a:gd name="connsiteY4-21152" fmla="*/ 1827 h 5728"/>
                    <a:gd name="connsiteX5-21153" fmla="*/ 4364 w 5959"/>
                    <a:gd name="connsiteY5-21154" fmla="*/ 1828 h 5728"/>
                    <a:gd name="connsiteX6-21155" fmla="*/ 4319 w 5959"/>
                    <a:gd name="connsiteY6-21156" fmla="*/ 1883 h 5728"/>
                    <a:gd name="connsiteX7-21157" fmla="*/ 4226 w 5959"/>
                    <a:gd name="connsiteY7-21158" fmla="*/ 1877 h 5728"/>
                    <a:gd name="connsiteX8-21159" fmla="*/ 4206 w 5959"/>
                    <a:gd name="connsiteY8-21160" fmla="*/ 1994 h 5728"/>
                    <a:gd name="connsiteX9-21161" fmla="*/ 4025 w 5959"/>
                    <a:gd name="connsiteY9-21162" fmla="*/ 1941 h 5728"/>
                    <a:gd name="connsiteX10-21163" fmla="*/ 3942 w 5959"/>
                    <a:gd name="connsiteY10-21164" fmla="*/ 1939 h 5728"/>
                    <a:gd name="connsiteX11-21165" fmla="*/ 3817 w 5959"/>
                    <a:gd name="connsiteY11-21166" fmla="*/ 2014 h 5728"/>
                    <a:gd name="connsiteX12-21167" fmla="*/ 3705 w 5959"/>
                    <a:gd name="connsiteY12-21168" fmla="*/ 1890 h 5728"/>
                    <a:gd name="connsiteX13-21169" fmla="*/ 3799 w 5959"/>
                    <a:gd name="connsiteY13-21170" fmla="*/ 1804 h 5728"/>
                    <a:gd name="connsiteX14-21171" fmla="*/ 3803 w 5959"/>
                    <a:gd name="connsiteY14-21172" fmla="*/ 1634 h 5728"/>
                    <a:gd name="connsiteX15-21173" fmla="*/ 3858 w 5959"/>
                    <a:gd name="connsiteY15-21174" fmla="*/ 1514 h 5728"/>
                    <a:gd name="connsiteX16-21175" fmla="*/ 3901 w 5959"/>
                    <a:gd name="connsiteY16-21176" fmla="*/ 1306 h 5728"/>
                    <a:gd name="connsiteX17-21177" fmla="*/ 3961 w 5959"/>
                    <a:gd name="connsiteY17-21178" fmla="*/ 1307 h 5728"/>
                    <a:gd name="connsiteX18-21179" fmla="*/ 4284 w 5959"/>
                    <a:gd name="connsiteY18-21180" fmla="*/ 1286 h 5728"/>
                    <a:gd name="connsiteX19-21181" fmla="*/ 4458 w 5959"/>
                    <a:gd name="connsiteY19-21182" fmla="*/ 1117 h 5728"/>
                    <a:gd name="connsiteX20-21183" fmla="*/ 4527 w 5959"/>
                    <a:gd name="connsiteY20-21184" fmla="*/ 748 h 5728"/>
                    <a:gd name="connsiteX21-21185" fmla="*/ 4637 w 5959"/>
                    <a:gd name="connsiteY21-21186" fmla="*/ 486 h 5728"/>
                    <a:gd name="connsiteX22-21187" fmla="*/ 4635 w 5959"/>
                    <a:gd name="connsiteY22-21188" fmla="*/ 358 h 5728"/>
                    <a:gd name="connsiteX23-21189" fmla="*/ 4622 w 5959"/>
                    <a:gd name="connsiteY23-21190" fmla="*/ 328 h 5728"/>
                    <a:gd name="connsiteX24-21191" fmla="*/ 4555 w 5959"/>
                    <a:gd name="connsiteY24-21192" fmla="*/ 251 h 5728"/>
                    <a:gd name="connsiteX25-21193" fmla="*/ 4495 w 5959"/>
                    <a:gd name="connsiteY25-21194" fmla="*/ 217 h 5728"/>
                    <a:gd name="connsiteX26-21195" fmla="*/ 4620 w 5959"/>
                    <a:gd name="connsiteY26-21196" fmla="*/ 56 h 5728"/>
                    <a:gd name="connsiteX27-21197" fmla="*/ 4793 w 5959"/>
                    <a:gd name="connsiteY27-21198" fmla="*/ 2 h 5728"/>
                    <a:gd name="connsiteX28-21199" fmla="*/ 4825 w 5959"/>
                    <a:gd name="connsiteY28-21200" fmla="*/ 49 h 5728"/>
                    <a:gd name="connsiteX29-21201" fmla="*/ 4815 w 5959"/>
                    <a:gd name="connsiteY29-21202" fmla="*/ 133 h 5728"/>
                    <a:gd name="connsiteX30-21203" fmla="*/ 4754 w 5959"/>
                    <a:gd name="connsiteY30-21204" fmla="*/ 243 h 5728"/>
                    <a:gd name="connsiteX31-21205" fmla="*/ 4824 w 5959"/>
                    <a:gd name="connsiteY31-21206" fmla="*/ 301 h 5728"/>
                    <a:gd name="connsiteX32-21207" fmla="*/ 4938 w 5959"/>
                    <a:gd name="connsiteY32-21208" fmla="*/ 366 h 5728"/>
                    <a:gd name="connsiteX33-21209" fmla="*/ 4958 w 5959"/>
                    <a:gd name="connsiteY33-21210" fmla="*/ 255 h 5728"/>
                    <a:gd name="connsiteX34-21211" fmla="*/ 5092 w 5959"/>
                    <a:gd name="connsiteY34-21212" fmla="*/ 291 h 5728"/>
                    <a:gd name="connsiteX35-21213" fmla="*/ 5117 w 5959"/>
                    <a:gd name="connsiteY35-21214" fmla="*/ 331 h 5728"/>
                    <a:gd name="connsiteX36-21215" fmla="*/ 5193 w 5959"/>
                    <a:gd name="connsiteY36-21216" fmla="*/ 562 h 5728"/>
                    <a:gd name="connsiteX37-21217" fmla="*/ 5228 w 5959"/>
                    <a:gd name="connsiteY37-21218" fmla="*/ 586 h 5728"/>
                    <a:gd name="connsiteX38-21219" fmla="*/ 5320 w 5959"/>
                    <a:gd name="connsiteY38-21220" fmla="*/ 578 h 5728"/>
                    <a:gd name="connsiteX39-21221" fmla="*/ 5580 w 5959"/>
                    <a:gd name="connsiteY39-21222" fmla="*/ 490 h 5728"/>
                    <a:gd name="connsiteX40-21223" fmla="*/ 5800 w 5959"/>
                    <a:gd name="connsiteY40-21224" fmla="*/ 479 h 5728"/>
                    <a:gd name="connsiteX41-21225" fmla="*/ 5860 w 5959"/>
                    <a:gd name="connsiteY41-21226" fmla="*/ 648 h 5728"/>
                    <a:gd name="connsiteX42-21227" fmla="*/ 5778 w 5959"/>
                    <a:gd name="connsiteY42-21228" fmla="*/ 944 h 5728"/>
                    <a:gd name="connsiteX43-21229" fmla="*/ 5778 w 5959"/>
                    <a:gd name="connsiteY43-21230" fmla="*/ 1022 h 5728"/>
                    <a:gd name="connsiteX44-21231" fmla="*/ 5847 w 5959"/>
                    <a:gd name="connsiteY44-21232" fmla="*/ 1168 h 5728"/>
                    <a:gd name="connsiteX45-21233" fmla="*/ 5862 w 5959"/>
                    <a:gd name="connsiteY45-21234" fmla="*/ 1427 h 5728"/>
                    <a:gd name="connsiteX46-21235" fmla="*/ 5864 w 5959"/>
                    <a:gd name="connsiteY46-21236" fmla="*/ 1617 h 5728"/>
                    <a:gd name="connsiteX47-21237" fmla="*/ 5797 w 5959"/>
                    <a:gd name="connsiteY47-21238" fmla="*/ 1625 h 5728"/>
                    <a:gd name="connsiteX48-21239" fmla="*/ 5775 w 5959"/>
                    <a:gd name="connsiteY48-21240" fmla="*/ 1507 h 5728"/>
                    <a:gd name="connsiteX49-21241" fmla="*/ 5740 w 5959"/>
                    <a:gd name="connsiteY49-21242" fmla="*/ 1450 h 5728"/>
                    <a:gd name="connsiteX50-21243" fmla="*/ 5650 w 5959"/>
                    <a:gd name="connsiteY50-21244" fmla="*/ 1582 h 5728"/>
                    <a:gd name="connsiteX51-21245" fmla="*/ 5537 w 5959"/>
                    <a:gd name="connsiteY51-21246" fmla="*/ 1776 h 5728"/>
                    <a:gd name="connsiteX52-21247" fmla="*/ 5418 w 5959"/>
                    <a:gd name="connsiteY52-21248" fmla="*/ 1904 h 5728"/>
                    <a:gd name="connsiteX53-21249" fmla="*/ 5411 w 5959"/>
                    <a:gd name="connsiteY53-21250" fmla="*/ 2018 h 5728"/>
                    <a:gd name="connsiteX54-21251" fmla="*/ 5471 w 5959"/>
                    <a:gd name="connsiteY54-21252" fmla="*/ 2115 h 5728"/>
                    <a:gd name="connsiteX55-21253" fmla="*/ 5573 w 5959"/>
                    <a:gd name="connsiteY55-21254" fmla="*/ 2183 h 5728"/>
                    <a:gd name="connsiteX56-21255" fmla="*/ 5650 w 5959"/>
                    <a:gd name="connsiteY56-21256" fmla="*/ 2178 h 5728"/>
                    <a:gd name="connsiteX57-21257" fmla="*/ 5695 w 5959"/>
                    <a:gd name="connsiteY57-21258" fmla="*/ 2104 h 5728"/>
                    <a:gd name="connsiteX58-21259" fmla="*/ 5729 w 5959"/>
                    <a:gd name="connsiteY58-21260" fmla="*/ 2210 h 5728"/>
                    <a:gd name="connsiteX59-21261" fmla="*/ 5617 w 5959"/>
                    <a:gd name="connsiteY59-21262" fmla="*/ 2249 h 5728"/>
                    <a:gd name="connsiteX60-21263" fmla="*/ 5664 w 5959"/>
                    <a:gd name="connsiteY60-21264" fmla="*/ 2362 h 5728"/>
                    <a:gd name="connsiteX61-21265" fmla="*/ 5529 w 5959"/>
                    <a:gd name="connsiteY61-21266" fmla="*/ 2509 h 5728"/>
                    <a:gd name="connsiteX62-21267" fmla="*/ 5488 w 5959"/>
                    <a:gd name="connsiteY62-21268" fmla="*/ 2498 h 5728"/>
                    <a:gd name="connsiteX63-21269" fmla="*/ 5364 w 5959"/>
                    <a:gd name="connsiteY63-21270" fmla="*/ 2413 h 5728"/>
                    <a:gd name="connsiteX64-21271" fmla="*/ 5309 w 5959"/>
                    <a:gd name="connsiteY64-21272" fmla="*/ 2412 h 5728"/>
                    <a:gd name="connsiteX65-21273" fmla="*/ 5274 w 5959"/>
                    <a:gd name="connsiteY65-21274" fmla="*/ 2480 h 5728"/>
                    <a:gd name="connsiteX66-21275" fmla="*/ 5277 w 5959"/>
                    <a:gd name="connsiteY66-21276" fmla="*/ 2562 h 5728"/>
                    <a:gd name="connsiteX67-21277" fmla="*/ 5455 w 5959"/>
                    <a:gd name="connsiteY67-21278" fmla="*/ 2730 h 5728"/>
                    <a:gd name="connsiteX68-21279" fmla="*/ 5454 w 5959"/>
                    <a:gd name="connsiteY68-21280" fmla="*/ 2844 h 5728"/>
                    <a:gd name="connsiteX69-21281" fmla="*/ 5545 w 5959"/>
                    <a:gd name="connsiteY69-21282" fmla="*/ 3060 h 5728"/>
                    <a:gd name="connsiteX70-21283" fmla="*/ 5571 w 5959"/>
                    <a:gd name="connsiteY70-21284" fmla="*/ 3090 h 5728"/>
                    <a:gd name="connsiteX71-21285" fmla="*/ 5615 w 5959"/>
                    <a:gd name="connsiteY71-21286" fmla="*/ 3094 h 5728"/>
                    <a:gd name="connsiteX72-21287" fmla="*/ 5661 w 5959"/>
                    <a:gd name="connsiteY72-21288" fmla="*/ 3010 h 5728"/>
                    <a:gd name="connsiteX73-21289" fmla="*/ 5741 w 5959"/>
                    <a:gd name="connsiteY73-21290" fmla="*/ 2950 h 5728"/>
                    <a:gd name="connsiteX74-21291" fmla="*/ 5836 w 5959"/>
                    <a:gd name="connsiteY74-21292" fmla="*/ 3126 h 5728"/>
                    <a:gd name="connsiteX75-21293" fmla="*/ 5946 w 5959"/>
                    <a:gd name="connsiteY75-21294" fmla="*/ 3312 h 5728"/>
                    <a:gd name="connsiteX76-21295" fmla="*/ 5959 w 5959"/>
                    <a:gd name="connsiteY76-21296" fmla="*/ 3342 h 5728"/>
                    <a:gd name="connsiteX77-21297" fmla="*/ 5948 w 5959"/>
                    <a:gd name="connsiteY77-21298" fmla="*/ 3518 h 5728"/>
                    <a:gd name="connsiteX78-21299" fmla="*/ 5913 w 5959"/>
                    <a:gd name="connsiteY78-21300" fmla="*/ 3554 h 5728"/>
                    <a:gd name="connsiteX79-21301" fmla="*/ 5824 w 5959"/>
                    <a:gd name="connsiteY79-21302" fmla="*/ 3515 h 5728"/>
                    <a:gd name="connsiteX80-21303" fmla="*/ 5590 w 5959"/>
                    <a:gd name="connsiteY80-21304" fmla="*/ 3644 h 5728"/>
                    <a:gd name="connsiteX81-21305" fmla="*/ 5564 w 5959"/>
                    <a:gd name="connsiteY81-21306" fmla="*/ 3666 h 5728"/>
                    <a:gd name="connsiteX82-21307" fmla="*/ 5384 w 5959"/>
                    <a:gd name="connsiteY82-21308" fmla="*/ 3812 h 5728"/>
                    <a:gd name="connsiteX83-21309" fmla="*/ 5243 w 5959"/>
                    <a:gd name="connsiteY83-21310" fmla="*/ 3926 h 5728"/>
                    <a:gd name="connsiteX84-21311" fmla="*/ 5208 w 5959"/>
                    <a:gd name="connsiteY84-21312" fmla="*/ 3965 h 5728"/>
                    <a:gd name="connsiteX85-21313" fmla="*/ 5156 w 5959"/>
                    <a:gd name="connsiteY85-21314" fmla="*/ 3973 h 5728"/>
                    <a:gd name="connsiteX86-21315" fmla="*/ 5099 w 5959"/>
                    <a:gd name="connsiteY86-21316" fmla="*/ 3916 h 5728"/>
                    <a:gd name="connsiteX87-21317" fmla="*/ 4975 w 5959"/>
                    <a:gd name="connsiteY87-21318" fmla="*/ 3808 h 5728"/>
                    <a:gd name="connsiteX88-21319" fmla="*/ 4999 w 5959"/>
                    <a:gd name="connsiteY88-21320" fmla="*/ 4064 h 5728"/>
                    <a:gd name="connsiteX89-21321" fmla="*/ 5008 w 5959"/>
                    <a:gd name="connsiteY89-21322" fmla="*/ 4192 h 5728"/>
                    <a:gd name="connsiteX90-21323" fmla="*/ 4746 w 5959"/>
                    <a:gd name="connsiteY90-21324" fmla="*/ 4166 h 5728"/>
                    <a:gd name="connsiteX91-21325" fmla="*/ 4664 w 5959"/>
                    <a:gd name="connsiteY91-21326" fmla="*/ 3987 h 5728"/>
                    <a:gd name="connsiteX92-21327" fmla="*/ 4582 w 5959"/>
                    <a:gd name="connsiteY92-21328" fmla="*/ 3802 h 5728"/>
                    <a:gd name="connsiteX93-21329" fmla="*/ 3607 w 5959"/>
                    <a:gd name="connsiteY93-21330" fmla="*/ 4504 h 5728"/>
                    <a:gd name="connsiteX94-21331" fmla="*/ 3610 w 5959"/>
                    <a:gd name="connsiteY94-21332" fmla="*/ 4556 h 5728"/>
                    <a:gd name="connsiteX95-21333" fmla="*/ 3574 w 5959"/>
                    <a:gd name="connsiteY95-21334" fmla="*/ 4614 h 5728"/>
                    <a:gd name="connsiteX96-21335" fmla="*/ 3309 w 5959"/>
                    <a:gd name="connsiteY96-21336" fmla="*/ 4680 h 5728"/>
                    <a:gd name="connsiteX97-21337" fmla="*/ 3174 w 5959"/>
                    <a:gd name="connsiteY97-21338" fmla="*/ 4739 h 5728"/>
                    <a:gd name="connsiteX98-21339" fmla="*/ 3132 w 5959"/>
                    <a:gd name="connsiteY98-21340" fmla="*/ 4777 h 5728"/>
                    <a:gd name="connsiteX99-21341" fmla="*/ 2933 w 5959"/>
                    <a:gd name="connsiteY99-21342" fmla="*/ 5021 h 5728"/>
                    <a:gd name="connsiteX100-21343" fmla="*/ 2860 w 5959"/>
                    <a:gd name="connsiteY100-21344" fmla="*/ 4970 h 5728"/>
                    <a:gd name="connsiteX101-21345" fmla="*/ 2777 w 5959"/>
                    <a:gd name="connsiteY101-21346" fmla="*/ 4971 h 5728"/>
                    <a:gd name="connsiteX102-21347" fmla="*/ 2741 w 5959"/>
                    <a:gd name="connsiteY102-21348" fmla="*/ 5045 h 5728"/>
                    <a:gd name="connsiteX103-21349" fmla="*/ 2630 w 5959"/>
                    <a:gd name="connsiteY103-21350" fmla="*/ 5000 h 5728"/>
                    <a:gd name="connsiteX104-21351" fmla="*/ 2552 w 5959"/>
                    <a:gd name="connsiteY104-21352" fmla="*/ 5109 h 5728"/>
                    <a:gd name="connsiteX105-21353" fmla="*/ 2330 w 5959"/>
                    <a:gd name="connsiteY105-21354" fmla="*/ 5349 h 5728"/>
                    <a:gd name="connsiteX106-21355" fmla="*/ 2310 w 5959"/>
                    <a:gd name="connsiteY106-21356" fmla="*/ 5516 h 5728"/>
                    <a:gd name="connsiteX107-21357" fmla="*/ 2293 w 5959"/>
                    <a:gd name="connsiteY107-21358" fmla="*/ 5659 h 5728"/>
                    <a:gd name="connsiteX108-21359" fmla="*/ 2277 w 5959"/>
                    <a:gd name="connsiteY108-21360" fmla="*/ 5669 h 5728"/>
                    <a:gd name="connsiteX109-21361" fmla="*/ 1955 w 5959"/>
                    <a:gd name="connsiteY109-21362" fmla="*/ 5621 h 5728"/>
                    <a:gd name="connsiteX110-21363" fmla="*/ 1853 w 5959"/>
                    <a:gd name="connsiteY110-21364" fmla="*/ 5566 h 5728"/>
                    <a:gd name="connsiteX111-21365" fmla="*/ 1799 w 5959"/>
                    <a:gd name="connsiteY111-21366" fmla="*/ 5503 h 5728"/>
                    <a:gd name="connsiteX112-21367" fmla="*/ 1694 w 5959"/>
                    <a:gd name="connsiteY112-21368" fmla="*/ 5477 h 5728"/>
                    <a:gd name="connsiteX113-21369" fmla="*/ 1694 w 5959"/>
                    <a:gd name="connsiteY113-21370" fmla="*/ 5379 h 5728"/>
                    <a:gd name="connsiteX114-21371" fmla="*/ 1798 w 5959"/>
                    <a:gd name="connsiteY114-21372" fmla="*/ 5149 h 5728"/>
                    <a:gd name="connsiteX115-21373" fmla="*/ 1658 w 5959"/>
                    <a:gd name="connsiteY115-21374" fmla="*/ 5070 h 5728"/>
                    <a:gd name="connsiteX116-21375" fmla="*/ 1616 w 5959"/>
                    <a:gd name="connsiteY116-21376" fmla="*/ 5095 h 5728"/>
                    <a:gd name="connsiteX117-21377" fmla="*/ 1526 w 5959"/>
                    <a:gd name="connsiteY117-21378" fmla="*/ 5214 h 5728"/>
                    <a:gd name="connsiteX118-21379" fmla="*/ 1494 w 5959"/>
                    <a:gd name="connsiteY118-21380" fmla="*/ 5276 h 5728"/>
                    <a:gd name="connsiteX119-21381" fmla="*/ 1432 w 5959"/>
                    <a:gd name="connsiteY119-21382" fmla="*/ 5386 h 5728"/>
                    <a:gd name="connsiteX120-21383" fmla="*/ 1438 w 5959"/>
                    <a:gd name="connsiteY120-21384" fmla="*/ 5510 h 5728"/>
                    <a:gd name="connsiteX121-21385" fmla="*/ 1399 w 5959"/>
                    <a:gd name="connsiteY121-21386" fmla="*/ 5558 h 5728"/>
                    <a:gd name="connsiteX122-21387" fmla="*/ 1268 w 5959"/>
                    <a:gd name="connsiteY122-21388" fmla="*/ 5617 h 5728"/>
                    <a:gd name="connsiteX123-21389" fmla="*/ 1102 w 5959"/>
                    <a:gd name="connsiteY123-21390" fmla="*/ 5649 h 5728"/>
                    <a:gd name="connsiteX124-21391" fmla="*/ 999 w 5959"/>
                    <a:gd name="connsiteY124-21392" fmla="*/ 5728 h 5728"/>
                    <a:gd name="connsiteX125-21393" fmla="*/ 885 w 5959"/>
                    <a:gd name="connsiteY125-21394" fmla="*/ 5611 h 5728"/>
                    <a:gd name="connsiteX126-21395" fmla="*/ 825 w 5959"/>
                    <a:gd name="connsiteY126-21396" fmla="*/ 5485 h 5728"/>
                    <a:gd name="connsiteX127-21397" fmla="*/ 947 w 5959"/>
                    <a:gd name="connsiteY127-21398" fmla="*/ 5242 h 5728"/>
                    <a:gd name="connsiteX128-21399" fmla="*/ 1002 w 5959"/>
                    <a:gd name="connsiteY128-21400" fmla="*/ 5195 h 5728"/>
                    <a:gd name="connsiteX129-21401" fmla="*/ 1047 w 5959"/>
                    <a:gd name="connsiteY129-21402" fmla="*/ 5120 h 5728"/>
                    <a:gd name="connsiteX130-21403" fmla="*/ 1044 w 5959"/>
                    <a:gd name="connsiteY130-21404" fmla="*/ 5071 h 5728"/>
                    <a:gd name="connsiteX131-21405" fmla="*/ 847 w 5959"/>
                    <a:gd name="connsiteY131-21406" fmla="*/ 5007 h 5728"/>
                    <a:gd name="connsiteX132-21407" fmla="*/ 776 w 5959"/>
                    <a:gd name="connsiteY132-21408" fmla="*/ 5064 h 5728"/>
                    <a:gd name="connsiteX133-21409" fmla="*/ 670 w 5959"/>
                    <a:gd name="connsiteY133-21410" fmla="*/ 5111 h 5728"/>
                    <a:gd name="connsiteX134-21411" fmla="*/ 607 w 5959"/>
                    <a:gd name="connsiteY134-21412" fmla="*/ 5063 h 5728"/>
                    <a:gd name="connsiteX135-21413" fmla="*/ 369 w 5959"/>
                    <a:gd name="connsiteY135-21414" fmla="*/ 5254 h 5728"/>
                    <a:gd name="connsiteX136-21415" fmla="*/ 241 w 5959"/>
                    <a:gd name="connsiteY136-21416" fmla="*/ 5231 h 5728"/>
                    <a:gd name="connsiteX137-21417" fmla="*/ 130 w 5959"/>
                    <a:gd name="connsiteY137-21418" fmla="*/ 5097 h 5728"/>
                    <a:gd name="connsiteX138-21419" fmla="*/ 0 w 5959"/>
                    <a:gd name="connsiteY138-21420" fmla="*/ 4930 h 5728"/>
                    <a:gd name="connsiteX0-21421" fmla="*/ 4643 w 5829"/>
                    <a:gd name="connsiteY0-21422" fmla="*/ 2333 h 5728"/>
                    <a:gd name="connsiteX1-21423" fmla="*/ 4641 w 5829"/>
                    <a:gd name="connsiteY1-21424" fmla="*/ 2117 h 5728"/>
                    <a:gd name="connsiteX2-21425" fmla="*/ 4565 w 5829"/>
                    <a:gd name="connsiteY2-21426" fmla="*/ 2039 h 5728"/>
                    <a:gd name="connsiteX3-21427" fmla="*/ 4422 w 5829"/>
                    <a:gd name="connsiteY3-21428" fmla="*/ 1951 h 5728"/>
                    <a:gd name="connsiteX4-21429" fmla="*/ 4330 w 5829"/>
                    <a:gd name="connsiteY4-21430" fmla="*/ 1827 h 5728"/>
                    <a:gd name="connsiteX5-21431" fmla="*/ 4234 w 5829"/>
                    <a:gd name="connsiteY5-21432" fmla="*/ 1828 h 5728"/>
                    <a:gd name="connsiteX6-21433" fmla="*/ 4189 w 5829"/>
                    <a:gd name="connsiteY6-21434" fmla="*/ 1883 h 5728"/>
                    <a:gd name="connsiteX7-21435" fmla="*/ 4096 w 5829"/>
                    <a:gd name="connsiteY7-21436" fmla="*/ 1877 h 5728"/>
                    <a:gd name="connsiteX8-21437" fmla="*/ 4076 w 5829"/>
                    <a:gd name="connsiteY8-21438" fmla="*/ 1994 h 5728"/>
                    <a:gd name="connsiteX9-21439" fmla="*/ 3895 w 5829"/>
                    <a:gd name="connsiteY9-21440" fmla="*/ 1941 h 5728"/>
                    <a:gd name="connsiteX10-21441" fmla="*/ 3812 w 5829"/>
                    <a:gd name="connsiteY10-21442" fmla="*/ 1939 h 5728"/>
                    <a:gd name="connsiteX11-21443" fmla="*/ 3687 w 5829"/>
                    <a:gd name="connsiteY11-21444" fmla="*/ 2014 h 5728"/>
                    <a:gd name="connsiteX12-21445" fmla="*/ 3575 w 5829"/>
                    <a:gd name="connsiteY12-21446" fmla="*/ 1890 h 5728"/>
                    <a:gd name="connsiteX13-21447" fmla="*/ 3669 w 5829"/>
                    <a:gd name="connsiteY13-21448" fmla="*/ 1804 h 5728"/>
                    <a:gd name="connsiteX14-21449" fmla="*/ 3673 w 5829"/>
                    <a:gd name="connsiteY14-21450" fmla="*/ 1634 h 5728"/>
                    <a:gd name="connsiteX15-21451" fmla="*/ 3728 w 5829"/>
                    <a:gd name="connsiteY15-21452" fmla="*/ 1514 h 5728"/>
                    <a:gd name="connsiteX16-21453" fmla="*/ 3771 w 5829"/>
                    <a:gd name="connsiteY16-21454" fmla="*/ 1306 h 5728"/>
                    <a:gd name="connsiteX17-21455" fmla="*/ 3831 w 5829"/>
                    <a:gd name="connsiteY17-21456" fmla="*/ 1307 h 5728"/>
                    <a:gd name="connsiteX18-21457" fmla="*/ 4154 w 5829"/>
                    <a:gd name="connsiteY18-21458" fmla="*/ 1286 h 5728"/>
                    <a:gd name="connsiteX19-21459" fmla="*/ 4328 w 5829"/>
                    <a:gd name="connsiteY19-21460" fmla="*/ 1117 h 5728"/>
                    <a:gd name="connsiteX20-21461" fmla="*/ 4397 w 5829"/>
                    <a:gd name="connsiteY20-21462" fmla="*/ 748 h 5728"/>
                    <a:gd name="connsiteX21-21463" fmla="*/ 4507 w 5829"/>
                    <a:gd name="connsiteY21-21464" fmla="*/ 486 h 5728"/>
                    <a:gd name="connsiteX22-21465" fmla="*/ 4505 w 5829"/>
                    <a:gd name="connsiteY22-21466" fmla="*/ 358 h 5728"/>
                    <a:gd name="connsiteX23-21467" fmla="*/ 4492 w 5829"/>
                    <a:gd name="connsiteY23-21468" fmla="*/ 328 h 5728"/>
                    <a:gd name="connsiteX24-21469" fmla="*/ 4425 w 5829"/>
                    <a:gd name="connsiteY24-21470" fmla="*/ 251 h 5728"/>
                    <a:gd name="connsiteX25-21471" fmla="*/ 4365 w 5829"/>
                    <a:gd name="connsiteY25-21472" fmla="*/ 217 h 5728"/>
                    <a:gd name="connsiteX26-21473" fmla="*/ 4490 w 5829"/>
                    <a:gd name="connsiteY26-21474" fmla="*/ 56 h 5728"/>
                    <a:gd name="connsiteX27-21475" fmla="*/ 4663 w 5829"/>
                    <a:gd name="connsiteY27-21476" fmla="*/ 2 h 5728"/>
                    <a:gd name="connsiteX28-21477" fmla="*/ 4695 w 5829"/>
                    <a:gd name="connsiteY28-21478" fmla="*/ 49 h 5728"/>
                    <a:gd name="connsiteX29-21479" fmla="*/ 4685 w 5829"/>
                    <a:gd name="connsiteY29-21480" fmla="*/ 133 h 5728"/>
                    <a:gd name="connsiteX30-21481" fmla="*/ 4624 w 5829"/>
                    <a:gd name="connsiteY30-21482" fmla="*/ 243 h 5728"/>
                    <a:gd name="connsiteX31-21483" fmla="*/ 4694 w 5829"/>
                    <a:gd name="connsiteY31-21484" fmla="*/ 301 h 5728"/>
                    <a:gd name="connsiteX32-21485" fmla="*/ 4808 w 5829"/>
                    <a:gd name="connsiteY32-21486" fmla="*/ 366 h 5728"/>
                    <a:gd name="connsiteX33-21487" fmla="*/ 4828 w 5829"/>
                    <a:gd name="connsiteY33-21488" fmla="*/ 255 h 5728"/>
                    <a:gd name="connsiteX34-21489" fmla="*/ 4962 w 5829"/>
                    <a:gd name="connsiteY34-21490" fmla="*/ 291 h 5728"/>
                    <a:gd name="connsiteX35-21491" fmla="*/ 4987 w 5829"/>
                    <a:gd name="connsiteY35-21492" fmla="*/ 331 h 5728"/>
                    <a:gd name="connsiteX36-21493" fmla="*/ 5063 w 5829"/>
                    <a:gd name="connsiteY36-21494" fmla="*/ 562 h 5728"/>
                    <a:gd name="connsiteX37-21495" fmla="*/ 5098 w 5829"/>
                    <a:gd name="connsiteY37-21496" fmla="*/ 586 h 5728"/>
                    <a:gd name="connsiteX38-21497" fmla="*/ 5190 w 5829"/>
                    <a:gd name="connsiteY38-21498" fmla="*/ 578 h 5728"/>
                    <a:gd name="connsiteX39-21499" fmla="*/ 5450 w 5829"/>
                    <a:gd name="connsiteY39-21500" fmla="*/ 490 h 5728"/>
                    <a:gd name="connsiteX40-21501" fmla="*/ 5670 w 5829"/>
                    <a:gd name="connsiteY40-21502" fmla="*/ 479 h 5728"/>
                    <a:gd name="connsiteX41-21503" fmla="*/ 5730 w 5829"/>
                    <a:gd name="connsiteY41-21504" fmla="*/ 648 h 5728"/>
                    <a:gd name="connsiteX42-21505" fmla="*/ 5648 w 5829"/>
                    <a:gd name="connsiteY42-21506" fmla="*/ 944 h 5728"/>
                    <a:gd name="connsiteX43-21507" fmla="*/ 5648 w 5829"/>
                    <a:gd name="connsiteY43-21508" fmla="*/ 1022 h 5728"/>
                    <a:gd name="connsiteX44-21509" fmla="*/ 5717 w 5829"/>
                    <a:gd name="connsiteY44-21510" fmla="*/ 1168 h 5728"/>
                    <a:gd name="connsiteX45-21511" fmla="*/ 5732 w 5829"/>
                    <a:gd name="connsiteY45-21512" fmla="*/ 1427 h 5728"/>
                    <a:gd name="connsiteX46-21513" fmla="*/ 5734 w 5829"/>
                    <a:gd name="connsiteY46-21514" fmla="*/ 1617 h 5728"/>
                    <a:gd name="connsiteX47-21515" fmla="*/ 5667 w 5829"/>
                    <a:gd name="connsiteY47-21516" fmla="*/ 1625 h 5728"/>
                    <a:gd name="connsiteX48-21517" fmla="*/ 5645 w 5829"/>
                    <a:gd name="connsiteY48-21518" fmla="*/ 1507 h 5728"/>
                    <a:gd name="connsiteX49-21519" fmla="*/ 5610 w 5829"/>
                    <a:gd name="connsiteY49-21520" fmla="*/ 1450 h 5728"/>
                    <a:gd name="connsiteX50-21521" fmla="*/ 5520 w 5829"/>
                    <a:gd name="connsiteY50-21522" fmla="*/ 1582 h 5728"/>
                    <a:gd name="connsiteX51-21523" fmla="*/ 5407 w 5829"/>
                    <a:gd name="connsiteY51-21524" fmla="*/ 1776 h 5728"/>
                    <a:gd name="connsiteX52-21525" fmla="*/ 5288 w 5829"/>
                    <a:gd name="connsiteY52-21526" fmla="*/ 1904 h 5728"/>
                    <a:gd name="connsiteX53-21527" fmla="*/ 5281 w 5829"/>
                    <a:gd name="connsiteY53-21528" fmla="*/ 2018 h 5728"/>
                    <a:gd name="connsiteX54-21529" fmla="*/ 5341 w 5829"/>
                    <a:gd name="connsiteY54-21530" fmla="*/ 2115 h 5728"/>
                    <a:gd name="connsiteX55-21531" fmla="*/ 5443 w 5829"/>
                    <a:gd name="connsiteY55-21532" fmla="*/ 2183 h 5728"/>
                    <a:gd name="connsiteX56-21533" fmla="*/ 5520 w 5829"/>
                    <a:gd name="connsiteY56-21534" fmla="*/ 2178 h 5728"/>
                    <a:gd name="connsiteX57-21535" fmla="*/ 5565 w 5829"/>
                    <a:gd name="connsiteY57-21536" fmla="*/ 2104 h 5728"/>
                    <a:gd name="connsiteX58-21537" fmla="*/ 5599 w 5829"/>
                    <a:gd name="connsiteY58-21538" fmla="*/ 2210 h 5728"/>
                    <a:gd name="connsiteX59-21539" fmla="*/ 5487 w 5829"/>
                    <a:gd name="connsiteY59-21540" fmla="*/ 2249 h 5728"/>
                    <a:gd name="connsiteX60-21541" fmla="*/ 5534 w 5829"/>
                    <a:gd name="connsiteY60-21542" fmla="*/ 2362 h 5728"/>
                    <a:gd name="connsiteX61-21543" fmla="*/ 5399 w 5829"/>
                    <a:gd name="connsiteY61-21544" fmla="*/ 2509 h 5728"/>
                    <a:gd name="connsiteX62-21545" fmla="*/ 5358 w 5829"/>
                    <a:gd name="connsiteY62-21546" fmla="*/ 2498 h 5728"/>
                    <a:gd name="connsiteX63-21547" fmla="*/ 5234 w 5829"/>
                    <a:gd name="connsiteY63-21548" fmla="*/ 2413 h 5728"/>
                    <a:gd name="connsiteX64-21549" fmla="*/ 5179 w 5829"/>
                    <a:gd name="connsiteY64-21550" fmla="*/ 2412 h 5728"/>
                    <a:gd name="connsiteX65-21551" fmla="*/ 5144 w 5829"/>
                    <a:gd name="connsiteY65-21552" fmla="*/ 2480 h 5728"/>
                    <a:gd name="connsiteX66-21553" fmla="*/ 5147 w 5829"/>
                    <a:gd name="connsiteY66-21554" fmla="*/ 2562 h 5728"/>
                    <a:gd name="connsiteX67-21555" fmla="*/ 5325 w 5829"/>
                    <a:gd name="connsiteY67-21556" fmla="*/ 2730 h 5728"/>
                    <a:gd name="connsiteX68-21557" fmla="*/ 5324 w 5829"/>
                    <a:gd name="connsiteY68-21558" fmla="*/ 2844 h 5728"/>
                    <a:gd name="connsiteX69-21559" fmla="*/ 5415 w 5829"/>
                    <a:gd name="connsiteY69-21560" fmla="*/ 3060 h 5728"/>
                    <a:gd name="connsiteX70-21561" fmla="*/ 5441 w 5829"/>
                    <a:gd name="connsiteY70-21562" fmla="*/ 3090 h 5728"/>
                    <a:gd name="connsiteX71-21563" fmla="*/ 5485 w 5829"/>
                    <a:gd name="connsiteY71-21564" fmla="*/ 3094 h 5728"/>
                    <a:gd name="connsiteX72-21565" fmla="*/ 5531 w 5829"/>
                    <a:gd name="connsiteY72-21566" fmla="*/ 3010 h 5728"/>
                    <a:gd name="connsiteX73-21567" fmla="*/ 5611 w 5829"/>
                    <a:gd name="connsiteY73-21568" fmla="*/ 2950 h 5728"/>
                    <a:gd name="connsiteX74-21569" fmla="*/ 5706 w 5829"/>
                    <a:gd name="connsiteY74-21570" fmla="*/ 3126 h 5728"/>
                    <a:gd name="connsiteX75-21571" fmla="*/ 5816 w 5829"/>
                    <a:gd name="connsiteY75-21572" fmla="*/ 3312 h 5728"/>
                    <a:gd name="connsiteX76-21573" fmla="*/ 5829 w 5829"/>
                    <a:gd name="connsiteY76-21574" fmla="*/ 3342 h 5728"/>
                    <a:gd name="connsiteX77-21575" fmla="*/ 5818 w 5829"/>
                    <a:gd name="connsiteY77-21576" fmla="*/ 3518 h 5728"/>
                    <a:gd name="connsiteX78-21577" fmla="*/ 5783 w 5829"/>
                    <a:gd name="connsiteY78-21578" fmla="*/ 3554 h 5728"/>
                    <a:gd name="connsiteX79-21579" fmla="*/ 5694 w 5829"/>
                    <a:gd name="connsiteY79-21580" fmla="*/ 3515 h 5728"/>
                    <a:gd name="connsiteX80-21581" fmla="*/ 5460 w 5829"/>
                    <a:gd name="connsiteY80-21582" fmla="*/ 3644 h 5728"/>
                    <a:gd name="connsiteX81-21583" fmla="*/ 5434 w 5829"/>
                    <a:gd name="connsiteY81-21584" fmla="*/ 3666 h 5728"/>
                    <a:gd name="connsiteX82-21585" fmla="*/ 5254 w 5829"/>
                    <a:gd name="connsiteY82-21586" fmla="*/ 3812 h 5728"/>
                    <a:gd name="connsiteX83-21587" fmla="*/ 5113 w 5829"/>
                    <a:gd name="connsiteY83-21588" fmla="*/ 3926 h 5728"/>
                    <a:gd name="connsiteX84-21589" fmla="*/ 5078 w 5829"/>
                    <a:gd name="connsiteY84-21590" fmla="*/ 3965 h 5728"/>
                    <a:gd name="connsiteX85-21591" fmla="*/ 5026 w 5829"/>
                    <a:gd name="connsiteY85-21592" fmla="*/ 3973 h 5728"/>
                    <a:gd name="connsiteX86-21593" fmla="*/ 4969 w 5829"/>
                    <a:gd name="connsiteY86-21594" fmla="*/ 3916 h 5728"/>
                    <a:gd name="connsiteX87-21595" fmla="*/ 4845 w 5829"/>
                    <a:gd name="connsiteY87-21596" fmla="*/ 3808 h 5728"/>
                    <a:gd name="connsiteX88-21597" fmla="*/ 4869 w 5829"/>
                    <a:gd name="connsiteY88-21598" fmla="*/ 4064 h 5728"/>
                    <a:gd name="connsiteX89-21599" fmla="*/ 4878 w 5829"/>
                    <a:gd name="connsiteY89-21600" fmla="*/ 4192 h 5728"/>
                    <a:gd name="connsiteX90-21601" fmla="*/ 4616 w 5829"/>
                    <a:gd name="connsiteY90-21602" fmla="*/ 4166 h 5728"/>
                    <a:gd name="connsiteX91-21603" fmla="*/ 4534 w 5829"/>
                    <a:gd name="connsiteY91-21604" fmla="*/ 3987 h 5728"/>
                    <a:gd name="connsiteX92-21605" fmla="*/ 4452 w 5829"/>
                    <a:gd name="connsiteY92-21606" fmla="*/ 3802 h 5728"/>
                    <a:gd name="connsiteX93-21607" fmla="*/ 3477 w 5829"/>
                    <a:gd name="connsiteY93-21608" fmla="*/ 4504 h 5728"/>
                    <a:gd name="connsiteX94-21609" fmla="*/ 3480 w 5829"/>
                    <a:gd name="connsiteY94-21610" fmla="*/ 4556 h 5728"/>
                    <a:gd name="connsiteX95-21611" fmla="*/ 3444 w 5829"/>
                    <a:gd name="connsiteY95-21612" fmla="*/ 4614 h 5728"/>
                    <a:gd name="connsiteX96-21613" fmla="*/ 3179 w 5829"/>
                    <a:gd name="connsiteY96-21614" fmla="*/ 4680 h 5728"/>
                    <a:gd name="connsiteX97-21615" fmla="*/ 3044 w 5829"/>
                    <a:gd name="connsiteY97-21616" fmla="*/ 4739 h 5728"/>
                    <a:gd name="connsiteX98-21617" fmla="*/ 3002 w 5829"/>
                    <a:gd name="connsiteY98-21618" fmla="*/ 4777 h 5728"/>
                    <a:gd name="connsiteX99-21619" fmla="*/ 2803 w 5829"/>
                    <a:gd name="connsiteY99-21620" fmla="*/ 5021 h 5728"/>
                    <a:gd name="connsiteX100-21621" fmla="*/ 2730 w 5829"/>
                    <a:gd name="connsiteY100-21622" fmla="*/ 4970 h 5728"/>
                    <a:gd name="connsiteX101-21623" fmla="*/ 2647 w 5829"/>
                    <a:gd name="connsiteY101-21624" fmla="*/ 4971 h 5728"/>
                    <a:gd name="connsiteX102-21625" fmla="*/ 2611 w 5829"/>
                    <a:gd name="connsiteY102-21626" fmla="*/ 5045 h 5728"/>
                    <a:gd name="connsiteX103-21627" fmla="*/ 2500 w 5829"/>
                    <a:gd name="connsiteY103-21628" fmla="*/ 5000 h 5728"/>
                    <a:gd name="connsiteX104-21629" fmla="*/ 2422 w 5829"/>
                    <a:gd name="connsiteY104-21630" fmla="*/ 5109 h 5728"/>
                    <a:gd name="connsiteX105-21631" fmla="*/ 2200 w 5829"/>
                    <a:gd name="connsiteY105-21632" fmla="*/ 5349 h 5728"/>
                    <a:gd name="connsiteX106-21633" fmla="*/ 2180 w 5829"/>
                    <a:gd name="connsiteY106-21634" fmla="*/ 5516 h 5728"/>
                    <a:gd name="connsiteX107-21635" fmla="*/ 2163 w 5829"/>
                    <a:gd name="connsiteY107-21636" fmla="*/ 5659 h 5728"/>
                    <a:gd name="connsiteX108-21637" fmla="*/ 2147 w 5829"/>
                    <a:gd name="connsiteY108-21638" fmla="*/ 5669 h 5728"/>
                    <a:gd name="connsiteX109-21639" fmla="*/ 1825 w 5829"/>
                    <a:gd name="connsiteY109-21640" fmla="*/ 5621 h 5728"/>
                    <a:gd name="connsiteX110-21641" fmla="*/ 1723 w 5829"/>
                    <a:gd name="connsiteY110-21642" fmla="*/ 5566 h 5728"/>
                    <a:gd name="connsiteX111-21643" fmla="*/ 1669 w 5829"/>
                    <a:gd name="connsiteY111-21644" fmla="*/ 5503 h 5728"/>
                    <a:gd name="connsiteX112-21645" fmla="*/ 1564 w 5829"/>
                    <a:gd name="connsiteY112-21646" fmla="*/ 5477 h 5728"/>
                    <a:gd name="connsiteX113-21647" fmla="*/ 1564 w 5829"/>
                    <a:gd name="connsiteY113-21648" fmla="*/ 5379 h 5728"/>
                    <a:gd name="connsiteX114-21649" fmla="*/ 1668 w 5829"/>
                    <a:gd name="connsiteY114-21650" fmla="*/ 5149 h 5728"/>
                    <a:gd name="connsiteX115-21651" fmla="*/ 1528 w 5829"/>
                    <a:gd name="connsiteY115-21652" fmla="*/ 5070 h 5728"/>
                    <a:gd name="connsiteX116-21653" fmla="*/ 1486 w 5829"/>
                    <a:gd name="connsiteY116-21654" fmla="*/ 5095 h 5728"/>
                    <a:gd name="connsiteX117-21655" fmla="*/ 1396 w 5829"/>
                    <a:gd name="connsiteY117-21656" fmla="*/ 5214 h 5728"/>
                    <a:gd name="connsiteX118-21657" fmla="*/ 1364 w 5829"/>
                    <a:gd name="connsiteY118-21658" fmla="*/ 5276 h 5728"/>
                    <a:gd name="connsiteX119-21659" fmla="*/ 1302 w 5829"/>
                    <a:gd name="connsiteY119-21660" fmla="*/ 5386 h 5728"/>
                    <a:gd name="connsiteX120-21661" fmla="*/ 1308 w 5829"/>
                    <a:gd name="connsiteY120-21662" fmla="*/ 5510 h 5728"/>
                    <a:gd name="connsiteX121-21663" fmla="*/ 1269 w 5829"/>
                    <a:gd name="connsiteY121-21664" fmla="*/ 5558 h 5728"/>
                    <a:gd name="connsiteX122-21665" fmla="*/ 1138 w 5829"/>
                    <a:gd name="connsiteY122-21666" fmla="*/ 5617 h 5728"/>
                    <a:gd name="connsiteX123-21667" fmla="*/ 972 w 5829"/>
                    <a:gd name="connsiteY123-21668" fmla="*/ 5649 h 5728"/>
                    <a:gd name="connsiteX124-21669" fmla="*/ 869 w 5829"/>
                    <a:gd name="connsiteY124-21670" fmla="*/ 5728 h 5728"/>
                    <a:gd name="connsiteX125-21671" fmla="*/ 755 w 5829"/>
                    <a:gd name="connsiteY125-21672" fmla="*/ 5611 h 5728"/>
                    <a:gd name="connsiteX126-21673" fmla="*/ 695 w 5829"/>
                    <a:gd name="connsiteY126-21674" fmla="*/ 5485 h 5728"/>
                    <a:gd name="connsiteX127-21675" fmla="*/ 817 w 5829"/>
                    <a:gd name="connsiteY127-21676" fmla="*/ 5242 h 5728"/>
                    <a:gd name="connsiteX128-21677" fmla="*/ 872 w 5829"/>
                    <a:gd name="connsiteY128-21678" fmla="*/ 5195 h 5728"/>
                    <a:gd name="connsiteX129-21679" fmla="*/ 917 w 5829"/>
                    <a:gd name="connsiteY129-21680" fmla="*/ 5120 h 5728"/>
                    <a:gd name="connsiteX130-21681" fmla="*/ 914 w 5829"/>
                    <a:gd name="connsiteY130-21682" fmla="*/ 5071 h 5728"/>
                    <a:gd name="connsiteX131-21683" fmla="*/ 717 w 5829"/>
                    <a:gd name="connsiteY131-21684" fmla="*/ 5007 h 5728"/>
                    <a:gd name="connsiteX132-21685" fmla="*/ 646 w 5829"/>
                    <a:gd name="connsiteY132-21686" fmla="*/ 5064 h 5728"/>
                    <a:gd name="connsiteX133-21687" fmla="*/ 540 w 5829"/>
                    <a:gd name="connsiteY133-21688" fmla="*/ 5111 h 5728"/>
                    <a:gd name="connsiteX134-21689" fmla="*/ 477 w 5829"/>
                    <a:gd name="connsiteY134-21690" fmla="*/ 5063 h 5728"/>
                    <a:gd name="connsiteX135-21691" fmla="*/ 239 w 5829"/>
                    <a:gd name="connsiteY135-21692" fmla="*/ 5254 h 5728"/>
                    <a:gd name="connsiteX136-21693" fmla="*/ 111 w 5829"/>
                    <a:gd name="connsiteY136-21694" fmla="*/ 5231 h 5728"/>
                    <a:gd name="connsiteX137-21695" fmla="*/ 0 w 5829"/>
                    <a:gd name="connsiteY137-21696" fmla="*/ 5097 h 5728"/>
                    <a:gd name="connsiteX0-21697" fmla="*/ 4532 w 5718"/>
                    <a:gd name="connsiteY0-21698" fmla="*/ 2333 h 5728"/>
                    <a:gd name="connsiteX1-21699" fmla="*/ 4530 w 5718"/>
                    <a:gd name="connsiteY1-21700" fmla="*/ 2117 h 5728"/>
                    <a:gd name="connsiteX2-21701" fmla="*/ 4454 w 5718"/>
                    <a:gd name="connsiteY2-21702" fmla="*/ 2039 h 5728"/>
                    <a:gd name="connsiteX3-21703" fmla="*/ 4311 w 5718"/>
                    <a:gd name="connsiteY3-21704" fmla="*/ 1951 h 5728"/>
                    <a:gd name="connsiteX4-21705" fmla="*/ 4219 w 5718"/>
                    <a:gd name="connsiteY4-21706" fmla="*/ 1827 h 5728"/>
                    <a:gd name="connsiteX5-21707" fmla="*/ 4123 w 5718"/>
                    <a:gd name="connsiteY5-21708" fmla="*/ 1828 h 5728"/>
                    <a:gd name="connsiteX6-21709" fmla="*/ 4078 w 5718"/>
                    <a:gd name="connsiteY6-21710" fmla="*/ 1883 h 5728"/>
                    <a:gd name="connsiteX7-21711" fmla="*/ 3985 w 5718"/>
                    <a:gd name="connsiteY7-21712" fmla="*/ 1877 h 5728"/>
                    <a:gd name="connsiteX8-21713" fmla="*/ 3965 w 5718"/>
                    <a:gd name="connsiteY8-21714" fmla="*/ 1994 h 5728"/>
                    <a:gd name="connsiteX9-21715" fmla="*/ 3784 w 5718"/>
                    <a:gd name="connsiteY9-21716" fmla="*/ 1941 h 5728"/>
                    <a:gd name="connsiteX10-21717" fmla="*/ 3701 w 5718"/>
                    <a:gd name="connsiteY10-21718" fmla="*/ 1939 h 5728"/>
                    <a:gd name="connsiteX11-21719" fmla="*/ 3576 w 5718"/>
                    <a:gd name="connsiteY11-21720" fmla="*/ 2014 h 5728"/>
                    <a:gd name="connsiteX12-21721" fmla="*/ 3464 w 5718"/>
                    <a:gd name="connsiteY12-21722" fmla="*/ 1890 h 5728"/>
                    <a:gd name="connsiteX13-21723" fmla="*/ 3558 w 5718"/>
                    <a:gd name="connsiteY13-21724" fmla="*/ 1804 h 5728"/>
                    <a:gd name="connsiteX14-21725" fmla="*/ 3562 w 5718"/>
                    <a:gd name="connsiteY14-21726" fmla="*/ 1634 h 5728"/>
                    <a:gd name="connsiteX15-21727" fmla="*/ 3617 w 5718"/>
                    <a:gd name="connsiteY15-21728" fmla="*/ 1514 h 5728"/>
                    <a:gd name="connsiteX16-21729" fmla="*/ 3660 w 5718"/>
                    <a:gd name="connsiteY16-21730" fmla="*/ 1306 h 5728"/>
                    <a:gd name="connsiteX17-21731" fmla="*/ 3720 w 5718"/>
                    <a:gd name="connsiteY17-21732" fmla="*/ 1307 h 5728"/>
                    <a:gd name="connsiteX18-21733" fmla="*/ 4043 w 5718"/>
                    <a:gd name="connsiteY18-21734" fmla="*/ 1286 h 5728"/>
                    <a:gd name="connsiteX19-21735" fmla="*/ 4217 w 5718"/>
                    <a:gd name="connsiteY19-21736" fmla="*/ 1117 h 5728"/>
                    <a:gd name="connsiteX20-21737" fmla="*/ 4286 w 5718"/>
                    <a:gd name="connsiteY20-21738" fmla="*/ 748 h 5728"/>
                    <a:gd name="connsiteX21-21739" fmla="*/ 4396 w 5718"/>
                    <a:gd name="connsiteY21-21740" fmla="*/ 486 h 5728"/>
                    <a:gd name="connsiteX22-21741" fmla="*/ 4394 w 5718"/>
                    <a:gd name="connsiteY22-21742" fmla="*/ 358 h 5728"/>
                    <a:gd name="connsiteX23-21743" fmla="*/ 4381 w 5718"/>
                    <a:gd name="connsiteY23-21744" fmla="*/ 328 h 5728"/>
                    <a:gd name="connsiteX24-21745" fmla="*/ 4314 w 5718"/>
                    <a:gd name="connsiteY24-21746" fmla="*/ 251 h 5728"/>
                    <a:gd name="connsiteX25-21747" fmla="*/ 4254 w 5718"/>
                    <a:gd name="connsiteY25-21748" fmla="*/ 217 h 5728"/>
                    <a:gd name="connsiteX26-21749" fmla="*/ 4379 w 5718"/>
                    <a:gd name="connsiteY26-21750" fmla="*/ 56 h 5728"/>
                    <a:gd name="connsiteX27-21751" fmla="*/ 4552 w 5718"/>
                    <a:gd name="connsiteY27-21752" fmla="*/ 2 h 5728"/>
                    <a:gd name="connsiteX28-21753" fmla="*/ 4584 w 5718"/>
                    <a:gd name="connsiteY28-21754" fmla="*/ 49 h 5728"/>
                    <a:gd name="connsiteX29-21755" fmla="*/ 4574 w 5718"/>
                    <a:gd name="connsiteY29-21756" fmla="*/ 133 h 5728"/>
                    <a:gd name="connsiteX30-21757" fmla="*/ 4513 w 5718"/>
                    <a:gd name="connsiteY30-21758" fmla="*/ 243 h 5728"/>
                    <a:gd name="connsiteX31-21759" fmla="*/ 4583 w 5718"/>
                    <a:gd name="connsiteY31-21760" fmla="*/ 301 h 5728"/>
                    <a:gd name="connsiteX32-21761" fmla="*/ 4697 w 5718"/>
                    <a:gd name="connsiteY32-21762" fmla="*/ 366 h 5728"/>
                    <a:gd name="connsiteX33-21763" fmla="*/ 4717 w 5718"/>
                    <a:gd name="connsiteY33-21764" fmla="*/ 255 h 5728"/>
                    <a:gd name="connsiteX34-21765" fmla="*/ 4851 w 5718"/>
                    <a:gd name="connsiteY34-21766" fmla="*/ 291 h 5728"/>
                    <a:gd name="connsiteX35-21767" fmla="*/ 4876 w 5718"/>
                    <a:gd name="connsiteY35-21768" fmla="*/ 331 h 5728"/>
                    <a:gd name="connsiteX36-21769" fmla="*/ 4952 w 5718"/>
                    <a:gd name="connsiteY36-21770" fmla="*/ 562 h 5728"/>
                    <a:gd name="connsiteX37-21771" fmla="*/ 4987 w 5718"/>
                    <a:gd name="connsiteY37-21772" fmla="*/ 586 h 5728"/>
                    <a:gd name="connsiteX38-21773" fmla="*/ 5079 w 5718"/>
                    <a:gd name="connsiteY38-21774" fmla="*/ 578 h 5728"/>
                    <a:gd name="connsiteX39-21775" fmla="*/ 5339 w 5718"/>
                    <a:gd name="connsiteY39-21776" fmla="*/ 490 h 5728"/>
                    <a:gd name="connsiteX40-21777" fmla="*/ 5559 w 5718"/>
                    <a:gd name="connsiteY40-21778" fmla="*/ 479 h 5728"/>
                    <a:gd name="connsiteX41-21779" fmla="*/ 5619 w 5718"/>
                    <a:gd name="connsiteY41-21780" fmla="*/ 648 h 5728"/>
                    <a:gd name="connsiteX42-21781" fmla="*/ 5537 w 5718"/>
                    <a:gd name="connsiteY42-21782" fmla="*/ 944 h 5728"/>
                    <a:gd name="connsiteX43-21783" fmla="*/ 5537 w 5718"/>
                    <a:gd name="connsiteY43-21784" fmla="*/ 1022 h 5728"/>
                    <a:gd name="connsiteX44-21785" fmla="*/ 5606 w 5718"/>
                    <a:gd name="connsiteY44-21786" fmla="*/ 1168 h 5728"/>
                    <a:gd name="connsiteX45-21787" fmla="*/ 5621 w 5718"/>
                    <a:gd name="connsiteY45-21788" fmla="*/ 1427 h 5728"/>
                    <a:gd name="connsiteX46-21789" fmla="*/ 5623 w 5718"/>
                    <a:gd name="connsiteY46-21790" fmla="*/ 1617 h 5728"/>
                    <a:gd name="connsiteX47-21791" fmla="*/ 5556 w 5718"/>
                    <a:gd name="connsiteY47-21792" fmla="*/ 1625 h 5728"/>
                    <a:gd name="connsiteX48-21793" fmla="*/ 5534 w 5718"/>
                    <a:gd name="connsiteY48-21794" fmla="*/ 1507 h 5728"/>
                    <a:gd name="connsiteX49-21795" fmla="*/ 5499 w 5718"/>
                    <a:gd name="connsiteY49-21796" fmla="*/ 1450 h 5728"/>
                    <a:gd name="connsiteX50-21797" fmla="*/ 5409 w 5718"/>
                    <a:gd name="connsiteY50-21798" fmla="*/ 1582 h 5728"/>
                    <a:gd name="connsiteX51-21799" fmla="*/ 5296 w 5718"/>
                    <a:gd name="connsiteY51-21800" fmla="*/ 1776 h 5728"/>
                    <a:gd name="connsiteX52-21801" fmla="*/ 5177 w 5718"/>
                    <a:gd name="connsiteY52-21802" fmla="*/ 1904 h 5728"/>
                    <a:gd name="connsiteX53-21803" fmla="*/ 5170 w 5718"/>
                    <a:gd name="connsiteY53-21804" fmla="*/ 2018 h 5728"/>
                    <a:gd name="connsiteX54-21805" fmla="*/ 5230 w 5718"/>
                    <a:gd name="connsiteY54-21806" fmla="*/ 2115 h 5728"/>
                    <a:gd name="connsiteX55-21807" fmla="*/ 5332 w 5718"/>
                    <a:gd name="connsiteY55-21808" fmla="*/ 2183 h 5728"/>
                    <a:gd name="connsiteX56-21809" fmla="*/ 5409 w 5718"/>
                    <a:gd name="connsiteY56-21810" fmla="*/ 2178 h 5728"/>
                    <a:gd name="connsiteX57-21811" fmla="*/ 5454 w 5718"/>
                    <a:gd name="connsiteY57-21812" fmla="*/ 2104 h 5728"/>
                    <a:gd name="connsiteX58-21813" fmla="*/ 5488 w 5718"/>
                    <a:gd name="connsiteY58-21814" fmla="*/ 2210 h 5728"/>
                    <a:gd name="connsiteX59-21815" fmla="*/ 5376 w 5718"/>
                    <a:gd name="connsiteY59-21816" fmla="*/ 2249 h 5728"/>
                    <a:gd name="connsiteX60-21817" fmla="*/ 5423 w 5718"/>
                    <a:gd name="connsiteY60-21818" fmla="*/ 2362 h 5728"/>
                    <a:gd name="connsiteX61-21819" fmla="*/ 5288 w 5718"/>
                    <a:gd name="connsiteY61-21820" fmla="*/ 2509 h 5728"/>
                    <a:gd name="connsiteX62-21821" fmla="*/ 5247 w 5718"/>
                    <a:gd name="connsiteY62-21822" fmla="*/ 2498 h 5728"/>
                    <a:gd name="connsiteX63-21823" fmla="*/ 5123 w 5718"/>
                    <a:gd name="connsiteY63-21824" fmla="*/ 2413 h 5728"/>
                    <a:gd name="connsiteX64-21825" fmla="*/ 5068 w 5718"/>
                    <a:gd name="connsiteY64-21826" fmla="*/ 2412 h 5728"/>
                    <a:gd name="connsiteX65-21827" fmla="*/ 5033 w 5718"/>
                    <a:gd name="connsiteY65-21828" fmla="*/ 2480 h 5728"/>
                    <a:gd name="connsiteX66-21829" fmla="*/ 5036 w 5718"/>
                    <a:gd name="connsiteY66-21830" fmla="*/ 2562 h 5728"/>
                    <a:gd name="connsiteX67-21831" fmla="*/ 5214 w 5718"/>
                    <a:gd name="connsiteY67-21832" fmla="*/ 2730 h 5728"/>
                    <a:gd name="connsiteX68-21833" fmla="*/ 5213 w 5718"/>
                    <a:gd name="connsiteY68-21834" fmla="*/ 2844 h 5728"/>
                    <a:gd name="connsiteX69-21835" fmla="*/ 5304 w 5718"/>
                    <a:gd name="connsiteY69-21836" fmla="*/ 3060 h 5728"/>
                    <a:gd name="connsiteX70-21837" fmla="*/ 5330 w 5718"/>
                    <a:gd name="connsiteY70-21838" fmla="*/ 3090 h 5728"/>
                    <a:gd name="connsiteX71-21839" fmla="*/ 5374 w 5718"/>
                    <a:gd name="connsiteY71-21840" fmla="*/ 3094 h 5728"/>
                    <a:gd name="connsiteX72-21841" fmla="*/ 5420 w 5718"/>
                    <a:gd name="connsiteY72-21842" fmla="*/ 3010 h 5728"/>
                    <a:gd name="connsiteX73-21843" fmla="*/ 5500 w 5718"/>
                    <a:gd name="connsiteY73-21844" fmla="*/ 2950 h 5728"/>
                    <a:gd name="connsiteX74-21845" fmla="*/ 5595 w 5718"/>
                    <a:gd name="connsiteY74-21846" fmla="*/ 3126 h 5728"/>
                    <a:gd name="connsiteX75-21847" fmla="*/ 5705 w 5718"/>
                    <a:gd name="connsiteY75-21848" fmla="*/ 3312 h 5728"/>
                    <a:gd name="connsiteX76-21849" fmla="*/ 5718 w 5718"/>
                    <a:gd name="connsiteY76-21850" fmla="*/ 3342 h 5728"/>
                    <a:gd name="connsiteX77-21851" fmla="*/ 5707 w 5718"/>
                    <a:gd name="connsiteY77-21852" fmla="*/ 3518 h 5728"/>
                    <a:gd name="connsiteX78-21853" fmla="*/ 5672 w 5718"/>
                    <a:gd name="connsiteY78-21854" fmla="*/ 3554 h 5728"/>
                    <a:gd name="connsiteX79-21855" fmla="*/ 5583 w 5718"/>
                    <a:gd name="connsiteY79-21856" fmla="*/ 3515 h 5728"/>
                    <a:gd name="connsiteX80-21857" fmla="*/ 5349 w 5718"/>
                    <a:gd name="connsiteY80-21858" fmla="*/ 3644 h 5728"/>
                    <a:gd name="connsiteX81-21859" fmla="*/ 5323 w 5718"/>
                    <a:gd name="connsiteY81-21860" fmla="*/ 3666 h 5728"/>
                    <a:gd name="connsiteX82-21861" fmla="*/ 5143 w 5718"/>
                    <a:gd name="connsiteY82-21862" fmla="*/ 3812 h 5728"/>
                    <a:gd name="connsiteX83-21863" fmla="*/ 5002 w 5718"/>
                    <a:gd name="connsiteY83-21864" fmla="*/ 3926 h 5728"/>
                    <a:gd name="connsiteX84-21865" fmla="*/ 4967 w 5718"/>
                    <a:gd name="connsiteY84-21866" fmla="*/ 3965 h 5728"/>
                    <a:gd name="connsiteX85-21867" fmla="*/ 4915 w 5718"/>
                    <a:gd name="connsiteY85-21868" fmla="*/ 3973 h 5728"/>
                    <a:gd name="connsiteX86-21869" fmla="*/ 4858 w 5718"/>
                    <a:gd name="connsiteY86-21870" fmla="*/ 3916 h 5728"/>
                    <a:gd name="connsiteX87-21871" fmla="*/ 4734 w 5718"/>
                    <a:gd name="connsiteY87-21872" fmla="*/ 3808 h 5728"/>
                    <a:gd name="connsiteX88-21873" fmla="*/ 4758 w 5718"/>
                    <a:gd name="connsiteY88-21874" fmla="*/ 4064 h 5728"/>
                    <a:gd name="connsiteX89-21875" fmla="*/ 4767 w 5718"/>
                    <a:gd name="connsiteY89-21876" fmla="*/ 4192 h 5728"/>
                    <a:gd name="connsiteX90-21877" fmla="*/ 4505 w 5718"/>
                    <a:gd name="connsiteY90-21878" fmla="*/ 4166 h 5728"/>
                    <a:gd name="connsiteX91-21879" fmla="*/ 4423 w 5718"/>
                    <a:gd name="connsiteY91-21880" fmla="*/ 3987 h 5728"/>
                    <a:gd name="connsiteX92-21881" fmla="*/ 4341 w 5718"/>
                    <a:gd name="connsiteY92-21882" fmla="*/ 3802 h 5728"/>
                    <a:gd name="connsiteX93-21883" fmla="*/ 3366 w 5718"/>
                    <a:gd name="connsiteY93-21884" fmla="*/ 4504 h 5728"/>
                    <a:gd name="connsiteX94-21885" fmla="*/ 3369 w 5718"/>
                    <a:gd name="connsiteY94-21886" fmla="*/ 4556 h 5728"/>
                    <a:gd name="connsiteX95-21887" fmla="*/ 3333 w 5718"/>
                    <a:gd name="connsiteY95-21888" fmla="*/ 4614 h 5728"/>
                    <a:gd name="connsiteX96-21889" fmla="*/ 3068 w 5718"/>
                    <a:gd name="connsiteY96-21890" fmla="*/ 4680 h 5728"/>
                    <a:gd name="connsiteX97-21891" fmla="*/ 2933 w 5718"/>
                    <a:gd name="connsiteY97-21892" fmla="*/ 4739 h 5728"/>
                    <a:gd name="connsiteX98-21893" fmla="*/ 2891 w 5718"/>
                    <a:gd name="connsiteY98-21894" fmla="*/ 4777 h 5728"/>
                    <a:gd name="connsiteX99-21895" fmla="*/ 2692 w 5718"/>
                    <a:gd name="connsiteY99-21896" fmla="*/ 5021 h 5728"/>
                    <a:gd name="connsiteX100-21897" fmla="*/ 2619 w 5718"/>
                    <a:gd name="connsiteY100-21898" fmla="*/ 4970 h 5728"/>
                    <a:gd name="connsiteX101-21899" fmla="*/ 2536 w 5718"/>
                    <a:gd name="connsiteY101-21900" fmla="*/ 4971 h 5728"/>
                    <a:gd name="connsiteX102-21901" fmla="*/ 2500 w 5718"/>
                    <a:gd name="connsiteY102-21902" fmla="*/ 5045 h 5728"/>
                    <a:gd name="connsiteX103-21903" fmla="*/ 2389 w 5718"/>
                    <a:gd name="connsiteY103-21904" fmla="*/ 5000 h 5728"/>
                    <a:gd name="connsiteX104-21905" fmla="*/ 2311 w 5718"/>
                    <a:gd name="connsiteY104-21906" fmla="*/ 5109 h 5728"/>
                    <a:gd name="connsiteX105-21907" fmla="*/ 2089 w 5718"/>
                    <a:gd name="connsiteY105-21908" fmla="*/ 5349 h 5728"/>
                    <a:gd name="connsiteX106-21909" fmla="*/ 2069 w 5718"/>
                    <a:gd name="connsiteY106-21910" fmla="*/ 5516 h 5728"/>
                    <a:gd name="connsiteX107-21911" fmla="*/ 2052 w 5718"/>
                    <a:gd name="connsiteY107-21912" fmla="*/ 5659 h 5728"/>
                    <a:gd name="connsiteX108-21913" fmla="*/ 2036 w 5718"/>
                    <a:gd name="connsiteY108-21914" fmla="*/ 5669 h 5728"/>
                    <a:gd name="connsiteX109-21915" fmla="*/ 1714 w 5718"/>
                    <a:gd name="connsiteY109-21916" fmla="*/ 5621 h 5728"/>
                    <a:gd name="connsiteX110-21917" fmla="*/ 1612 w 5718"/>
                    <a:gd name="connsiteY110-21918" fmla="*/ 5566 h 5728"/>
                    <a:gd name="connsiteX111-21919" fmla="*/ 1558 w 5718"/>
                    <a:gd name="connsiteY111-21920" fmla="*/ 5503 h 5728"/>
                    <a:gd name="connsiteX112-21921" fmla="*/ 1453 w 5718"/>
                    <a:gd name="connsiteY112-21922" fmla="*/ 5477 h 5728"/>
                    <a:gd name="connsiteX113-21923" fmla="*/ 1453 w 5718"/>
                    <a:gd name="connsiteY113-21924" fmla="*/ 5379 h 5728"/>
                    <a:gd name="connsiteX114-21925" fmla="*/ 1557 w 5718"/>
                    <a:gd name="connsiteY114-21926" fmla="*/ 5149 h 5728"/>
                    <a:gd name="connsiteX115-21927" fmla="*/ 1417 w 5718"/>
                    <a:gd name="connsiteY115-21928" fmla="*/ 5070 h 5728"/>
                    <a:gd name="connsiteX116-21929" fmla="*/ 1375 w 5718"/>
                    <a:gd name="connsiteY116-21930" fmla="*/ 5095 h 5728"/>
                    <a:gd name="connsiteX117-21931" fmla="*/ 1285 w 5718"/>
                    <a:gd name="connsiteY117-21932" fmla="*/ 5214 h 5728"/>
                    <a:gd name="connsiteX118-21933" fmla="*/ 1253 w 5718"/>
                    <a:gd name="connsiteY118-21934" fmla="*/ 5276 h 5728"/>
                    <a:gd name="connsiteX119-21935" fmla="*/ 1191 w 5718"/>
                    <a:gd name="connsiteY119-21936" fmla="*/ 5386 h 5728"/>
                    <a:gd name="connsiteX120-21937" fmla="*/ 1197 w 5718"/>
                    <a:gd name="connsiteY120-21938" fmla="*/ 5510 h 5728"/>
                    <a:gd name="connsiteX121-21939" fmla="*/ 1158 w 5718"/>
                    <a:gd name="connsiteY121-21940" fmla="*/ 5558 h 5728"/>
                    <a:gd name="connsiteX122-21941" fmla="*/ 1027 w 5718"/>
                    <a:gd name="connsiteY122-21942" fmla="*/ 5617 h 5728"/>
                    <a:gd name="connsiteX123-21943" fmla="*/ 861 w 5718"/>
                    <a:gd name="connsiteY123-21944" fmla="*/ 5649 h 5728"/>
                    <a:gd name="connsiteX124-21945" fmla="*/ 758 w 5718"/>
                    <a:gd name="connsiteY124-21946" fmla="*/ 5728 h 5728"/>
                    <a:gd name="connsiteX125-21947" fmla="*/ 644 w 5718"/>
                    <a:gd name="connsiteY125-21948" fmla="*/ 5611 h 5728"/>
                    <a:gd name="connsiteX126-21949" fmla="*/ 584 w 5718"/>
                    <a:gd name="connsiteY126-21950" fmla="*/ 5485 h 5728"/>
                    <a:gd name="connsiteX127-21951" fmla="*/ 706 w 5718"/>
                    <a:gd name="connsiteY127-21952" fmla="*/ 5242 h 5728"/>
                    <a:gd name="connsiteX128-21953" fmla="*/ 761 w 5718"/>
                    <a:gd name="connsiteY128-21954" fmla="*/ 5195 h 5728"/>
                    <a:gd name="connsiteX129-21955" fmla="*/ 806 w 5718"/>
                    <a:gd name="connsiteY129-21956" fmla="*/ 5120 h 5728"/>
                    <a:gd name="connsiteX130-21957" fmla="*/ 803 w 5718"/>
                    <a:gd name="connsiteY130-21958" fmla="*/ 5071 h 5728"/>
                    <a:gd name="connsiteX131-21959" fmla="*/ 606 w 5718"/>
                    <a:gd name="connsiteY131-21960" fmla="*/ 5007 h 5728"/>
                    <a:gd name="connsiteX132-21961" fmla="*/ 535 w 5718"/>
                    <a:gd name="connsiteY132-21962" fmla="*/ 5064 h 5728"/>
                    <a:gd name="connsiteX133-21963" fmla="*/ 429 w 5718"/>
                    <a:gd name="connsiteY133-21964" fmla="*/ 5111 h 5728"/>
                    <a:gd name="connsiteX134-21965" fmla="*/ 366 w 5718"/>
                    <a:gd name="connsiteY134-21966" fmla="*/ 5063 h 5728"/>
                    <a:gd name="connsiteX135-21967" fmla="*/ 128 w 5718"/>
                    <a:gd name="connsiteY135-21968" fmla="*/ 5254 h 5728"/>
                    <a:gd name="connsiteX136-21969" fmla="*/ 0 w 5718"/>
                    <a:gd name="connsiteY136-21970" fmla="*/ 5231 h 5728"/>
                    <a:gd name="connsiteX0-21971" fmla="*/ 4404 w 5590"/>
                    <a:gd name="connsiteY0-21972" fmla="*/ 2333 h 5728"/>
                    <a:gd name="connsiteX1-21973" fmla="*/ 4402 w 5590"/>
                    <a:gd name="connsiteY1-21974" fmla="*/ 2117 h 5728"/>
                    <a:gd name="connsiteX2-21975" fmla="*/ 4326 w 5590"/>
                    <a:gd name="connsiteY2-21976" fmla="*/ 2039 h 5728"/>
                    <a:gd name="connsiteX3-21977" fmla="*/ 4183 w 5590"/>
                    <a:gd name="connsiteY3-21978" fmla="*/ 1951 h 5728"/>
                    <a:gd name="connsiteX4-21979" fmla="*/ 4091 w 5590"/>
                    <a:gd name="connsiteY4-21980" fmla="*/ 1827 h 5728"/>
                    <a:gd name="connsiteX5-21981" fmla="*/ 3995 w 5590"/>
                    <a:gd name="connsiteY5-21982" fmla="*/ 1828 h 5728"/>
                    <a:gd name="connsiteX6-21983" fmla="*/ 3950 w 5590"/>
                    <a:gd name="connsiteY6-21984" fmla="*/ 1883 h 5728"/>
                    <a:gd name="connsiteX7-21985" fmla="*/ 3857 w 5590"/>
                    <a:gd name="connsiteY7-21986" fmla="*/ 1877 h 5728"/>
                    <a:gd name="connsiteX8-21987" fmla="*/ 3837 w 5590"/>
                    <a:gd name="connsiteY8-21988" fmla="*/ 1994 h 5728"/>
                    <a:gd name="connsiteX9-21989" fmla="*/ 3656 w 5590"/>
                    <a:gd name="connsiteY9-21990" fmla="*/ 1941 h 5728"/>
                    <a:gd name="connsiteX10-21991" fmla="*/ 3573 w 5590"/>
                    <a:gd name="connsiteY10-21992" fmla="*/ 1939 h 5728"/>
                    <a:gd name="connsiteX11-21993" fmla="*/ 3448 w 5590"/>
                    <a:gd name="connsiteY11-21994" fmla="*/ 2014 h 5728"/>
                    <a:gd name="connsiteX12-21995" fmla="*/ 3336 w 5590"/>
                    <a:gd name="connsiteY12-21996" fmla="*/ 1890 h 5728"/>
                    <a:gd name="connsiteX13-21997" fmla="*/ 3430 w 5590"/>
                    <a:gd name="connsiteY13-21998" fmla="*/ 1804 h 5728"/>
                    <a:gd name="connsiteX14-21999" fmla="*/ 3434 w 5590"/>
                    <a:gd name="connsiteY14-22000" fmla="*/ 1634 h 5728"/>
                    <a:gd name="connsiteX15-22001" fmla="*/ 3489 w 5590"/>
                    <a:gd name="connsiteY15-22002" fmla="*/ 1514 h 5728"/>
                    <a:gd name="connsiteX16-22003" fmla="*/ 3532 w 5590"/>
                    <a:gd name="connsiteY16-22004" fmla="*/ 1306 h 5728"/>
                    <a:gd name="connsiteX17-22005" fmla="*/ 3592 w 5590"/>
                    <a:gd name="connsiteY17-22006" fmla="*/ 1307 h 5728"/>
                    <a:gd name="connsiteX18-22007" fmla="*/ 3915 w 5590"/>
                    <a:gd name="connsiteY18-22008" fmla="*/ 1286 h 5728"/>
                    <a:gd name="connsiteX19-22009" fmla="*/ 4089 w 5590"/>
                    <a:gd name="connsiteY19-22010" fmla="*/ 1117 h 5728"/>
                    <a:gd name="connsiteX20-22011" fmla="*/ 4158 w 5590"/>
                    <a:gd name="connsiteY20-22012" fmla="*/ 748 h 5728"/>
                    <a:gd name="connsiteX21-22013" fmla="*/ 4268 w 5590"/>
                    <a:gd name="connsiteY21-22014" fmla="*/ 486 h 5728"/>
                    <a:gd name="connsiteX22-22015" fmla="*/ 4266 w 5590"/>
                    <a:gd name="connsiteY22-22016" fmla="*/ 358 h 5728"/>
                    <a:gd name="connsiteX23-22017" fmla="*/ 4253 w 5590"/>
                    <a:gd name="connsiteY23-22018" fmla="*/ 328 h 5728"/>
                    <a:gd name="connsiteX24-22019" fmla="*/ 4186 w 5590"/>
                    <a:gd name="connsiteY24-22020" fmla="*/ 251 h 5728"/>
                    <a:gd name="connsiteX25-22021" fmla="*/ 4126 w 5590"/>
                    <a:gd name="connsiteY25-22022" fmla="*/ 217 h 5728"/>
                    <a:gd name="connsiteX26-22023" fmla="*/ 4251 w 5590"/>
                    <a:gd name="connsiteY26-22024" fmla="*/ 56 h 5728"/>
                    <a:gd name="connsiteX27-22025" fmla="*/ 4424 w 5590"/>
                    <a:gd name="connsiteY27-22026" fmla="*/ 2 h 5728"/>
                    <a:gd name="connsiteX28-22027" fmla="*/ 4456 w 5590"/>
                    <a:gd name="connsiteY28-22028" fmla="*/ 49 h 5728"/>
                    <a:gd name="connsiteX29-22029" fmla="*/ 4446 w 5590"/>
                    <a:gd name="connsiteY29-22030" fmla="*/ 133 h 5728"/>
                    <a:gd name="connsiteX30-22031" fmla="*/ 4385 w 5590"/>
                    <a:gd name="connsiteY30-22032" fmla="*/ 243 h 5728"/>
                    <a:gd name="connsiteX31-22033" fmla="*/ 4455 w 5590"/>
                    <a:gd name="connsiteY31-22034" fmla="*/ 301 h 5728"/>
                    <a:gd name="connsiteX32-22035" fmla="*/ 4569 w 5590"/>
                    <a:gd name="connsiteY32-22036" fmla="*/ 366 h 5728"/>
                    <a:gd name="connsiteX33-22037" fmla="*/ 4589 w 5590"/>
                    <a:gd name="connsiteY33-22038" fmla="*/ 255 h 5728"/>
                    <a:gd name="connsiteX34-22039" fmla="*/ 4723 w 5590"/>
                    <a:gd name="connsiteY34-22040" fmla="*/ 291 h 5728"/>
                    <a:gd name="connsiteX35-22041" fmla="*/ 4748 w 5590"/>
                    <a:gd name="connsiteY35-22042" fmla="*/ 331 h 5728"/>
                    <a:gd name="connsiteX36-22043" fmla="*/ 4824 w 5590"/>
                    <a:gd name="connsiteY36-22044" fmla="*/ 562 h 5728"/>
                    <a:gd name="connsiteX37-22045" fmla="*/ 4859 w 5590"/>
                    <a:gd name="connsiteY37-22046" fmla="*/ 586 h 5728"/>
                    <a:gd name="connsiteX38-22047" fmla="*/ 4951 w 5590"/>
                    <a:gd name="connsiteY38-22048" fmla="*/ 578 h 5728"/>
                    <a:gd name="connsiteX39-22049" fmla="*/ 5211 w 5590"/>
                    <a:gd name="connsiteY39-22050" fmla="*/ 490 h 5728"/>
                    <a:gd name="connsiteX40-22051" fmla="*/ 5431 w 5590"/>
                    <a:gd name="connsiteY40-22052" fmla="*/ 479 h 5728"/>
                    <a:gd name="connsiteX41-22053" fmla="*/ 5491 w 5590"/>
                    <a:gd name="connsiteY41-22054" fmla="*/ 648 h 5728"/>
                    <a:gd name="connsiteX42-22055" fmla="*/ 5409 w 5590"/>
                    <a:gd name="connsiteY42-22056" fmla="*/ 944 h 5728"/>
                    <a:gd name="connsiteX43-22057" fmla="*/ 5409 w 5590"/>
                    <a:gd name="connsiteY43-22058" fmla="*/ 1022 h 5728"/>
                    <a:gd name="connsiteX44-22059" fmla="*/ 5478 w 5590"/>
                    <a:gd name="connsiteY44-22060" fmla="*/ 1168 h 5728"/>
                    <a:gd name="connsiteX45-22061" fmla="*/ 5493 w 5590"/>
                    <a:gd name="connsiteY45-22062" fmla="*/ 1427 h 5728"/>
                    <a:gd name="connsiteX46-22063" fmla="*/ 5495 w 5590"/>
                    <a:gd name="connsiteY46-22064" fmla="*/ 1617 h 5728"/>
                    <a:gd name="connsiteX47-22065" fmla="*/ 5428 w 5590"/>
                    <a:gd name="connsiteY47-22066" fmla="*/ 1625 h 5728"/>
                    <a:gd name="connsiteX48-22067" fmla="*/ 5406 w 5590"/>
                    <a:gd name="connsiteY48-22068" fmla="*/ 1507 h 5728"/>
                    <a:gd name="connsiteX49-22069" fmla="*/ 5371 w 5590"/>
                    <a:gd name="connsiteY49-22070" fmla="*/ 1450 h 5728"/>
                    <a:gd name="connsiteX50-22071" fmla="*/ 5281 w 5590"/>
                    <a:gd name="connsiteY50-22072" fmla="*/ 1582 h 5728"/>
                    <a:gd name="connsiteX51-22073" fmla="*/ 5168 w 5590"/>
                    <a:gd name="connsiteY51-22074" fmla="*/ 1776 h 5728"/>
                    <a:gd name="connsiteX52-22075" fmla="*/ 5049 w 5590"/>
                    <a:gd name="connsiteY52-22076" fmla="*/ 1904 h 5728"/>
                    <a:gd name="connsiteX53-22077" fmla="*/ 5042 w 5590"/>
                    <a:gd name="connsiteY53-22078" fmla="*/ 2018 h 5728"/>
                    <a:gd name="connsiteX54-22079" fmla="*/ 5102 w 5590"/>
                    <a:gd name="connsiteY54-22080" fmla="*/ 2115 h 5728"/>
                    <a:gd name="connsiteX55-22081" fmla="*/ 5204 w 5590"/>
                    <a:gd name="connsiteY55-22082" fmla="*/ 2183 h 5728"/>
                    <a:gd name="connsiteX56-22083" fmla="*/ 5281 w 5590"/>
                    <a:gd name="connsiteY56-22084" fmla="*/ 2178 h 5728"/>
                    <a:gd name="connsiteX57-22085" fmla="*/ 5326 w 5590"/>
                    <a:gd name="connsiteY57-22086" fmla="*/ 2104 h 5728"/>
                    <a:gd name="connsiteX58-22087" fmla="*/ 5360 w 5590"/>
                    <a:gd name="connsiteY58-22088" fmla="*/ 2210 h 5728"/>
                    <a:gd name="connsiteX59-22089" fmla="*/ 5248 w 5590"/>
                    <a:gd name="connsiteY59-22090" fmla="*/ 2249 h 5728"/>
                    <a:gd name="connsiteX60-22091" fmla="*/ 5295 w 5590"/>
                    <a:gd name="connsiteY60-22092" fmla="*/ 2362 h 5728"/>
                    <a:gd name="connsiteX61-22093" fmla="*/ 5160 w 5590"/>
                    <a:gd name="connsiteY61-22094" fmla="*/ 2509 h 5728"/>
                    <a:gd name="connsiteX62-22095" fmla="*/ 5119 w 5590"/>
                    <a:gd name="connsiteY62-22096" fmla="*/ 2498 h 5728"/>
                    <a:gd name="connsiteX63-22097" fmla="*/ 4995 w 5590"/>
                    <a:gd name="connsiteY63-22098" fmla="*/ 2413 h 5728"/>
                    <a:gd name="connsiteX64-22099" fmla="*/ 4940 w 5590"/>
                    <a:gd name="connsiteY64-22100" fmla="*/ 2412 h 5728"/>
                    <a:gd name="connsiteX65-22101" fmla="*/ 4905 w 5590"/>
                    <a:gd name="connsiteY65-22102" fmla="*/ 2480 h 5728"/>
                    <a:gd name="connsiteX66-22103" fmla="*/ 4908 w 5590"/>
                    <a:gd name="connsiteY66-22104" fmla="*/ 2562 h 5728"/>
                    <a:gd name="connsiteX67-22105" fmla="*/ 5086 w 5590"/>
                    <a:gd name="connsiteY67-22106" fmla="*/ 2730 h 5728"/>
                    <a:gd name="connsiteX68-22107" fmla="*/ 5085 w 5590"/>
                    <a:gd name="connsiteY68-22108" fmla="*/ 2844 h 5728"/>
                    <a:gd name="connsiteX69-22109" fmla="*/ 5176 w 5590"/>
                    <a:gd name="connsiteY69-22110" fmla="*/ 3060 h 5728"/>
                    <a:gd name="connsiteX70-22111" fmla="*/ 5202 w 5590"/>
                    <a:gd name="connsiteY70-22112" fmla="*/ 3090 h 5728"/>
                    <a:gd name="connsiteX71-22113" fmla="*/ 5246 w 5590"/>
                    <a:gd name="connsiteY71-22114" fmla="*/ 3094 h 5728"/>
                    <a:gd name="connsiteX72-22115" fmla="*/ 5292 w 5590"/>
                    <a:gd name="connsiteY72-22116" fmla="*/ 3010 h 5728"/>
                    <a:gd name="connsiteX73-22117" fmla="*/ 5372 w 5590"/>
                    <a:gd name="connsiteY73-22118" fmla="*/ 2950 h 5728"/>
                    <a:gd name="connsiteX74-22119" fmla="*/ 5467 w 5590"/>
                    <a:gd name="connsiteY74-22120" fmla="*/ 3126 h 5728"/>
                    <a:gd name="connsiteX75-22121" fmla="*/ 5577 w 5590"/>
                    <a:gd name="connsiteY75-22122" fmla="*/ 3312 h 5728"/>
                    <a:gd name="connsiteX76-22123" fmla="*/ 5590 w 5590"/>
                    <a:gd name="connsiteY76-22124" fmla="*/ 3342 h 5728"/>
                    <a:gd name="connsiteX77-22125" fmla="*/ 5579 w 5590"/>
                    <a:gd name="connsiteY77-22126" fmla="*/ 3518 h 5728"/>
                    <a:gd name="connsiteX78-22127" fmla="*/ 5544 w 5590"/>
                    <a:gd name="connsiteY78-22128" fmla="*/ 3554 h 5728"/>
                    <a:gd name="connsiteX79-22129" fmla="*/ 5455 w 5590"/>
                    <a:gd name="connsiteY79-22130" fmla="*/ 3515 h 5728"/>
                    <a:gd name="connsiteX80-22131" fmla="*/ 5221 w 5590"/>
                    <a:gd name="connsiteY80-22132" fmla="*/ 3644 h 5728"/>
                    <a:gd name="connsiteX81-22133" fmla="*/ 5195 w 5590"/>
                    <a:gd name="connsiteY81-22134" fmla="*/ 3666 h 5728"/>
                    <a:gd name="connsiteX82-22135" fmla="*/ 5015 w 5590"/>
                    <a:gd name="connsiteY82-22136" fmla="*/ 3812 h 5728"/>
                    <a:gd name="connsiteX83-22137" fmla="*/ 4874 w 5590"/>
                    <a:gd name="connsiteY83-22138" fmla="*/ 3926 h 5728"/>
                    <a:gd name="connsiteX84-22139" fmla="*/ 4839 w 5590"/>
                    <a:gd name="connsiteY84-22140" fmla="*/ 3965 h 5728"/>
                    <a:gd name="connsiteX85-22141" fmla="*/ 4787 w 5590"/>
                    <a:gd name="connsiteY85-22142" fmla="*/ 3973 h 5728"/>
                    <a:gd name="connsiteX86-22143" fmla="*/ 4730 w 5590"/>
                    <a:gd name="connsiteY86-22144" fmla="*/ 3916 h 5728"/>
                    <a:gd name="connsiteX87-22145" fmla="*/ 4606 w 5590"/>
                    <a:gd name="connsiteY87-22146" fmla="*/ 3808 h 5728"/>
                    <a:gd name="connsiteX88-22147" fmla="*/ 4630 w 5590"/>
                    <a:gd name="connsiteY88-22148" fmla="*/ 4064 h 5728"/>
                    <a:gd name="connsiteX89-22149" fmla="*/ 4639 w 5590"/>
                    <a:gd name="connsiteY89-22150" fmla="*/ 4192 h 5728"/>
                    <a:gd name="connsiteX90-22151" fmla="*/ 4377 w 5590"/>
                    <a:gd name="connsiteY90-22152" fmla="*/ 4166 h 5728"/>
                    <a:gd name="connsiteX91-22153" fmla="*/ 4295 w 5590"/>
                    <a:gd name="connsiteY91-22154" fmla="*/ 3987 h 5728"/>
                    <a:gd name="connsiteX92-22155" fmla="*/ 4213 w 5590"/>
                    <a:gd name="connsiteY92-22156" fmla="*/ 3802 h 5728"/>
                    <a:gd name="connsiteX93-22157" fmla="*/ 3238 w 5590"/>
                    <a:gd name="connsiteY93-22158" fmla="*/ 4504 h 5728"/>
                    <a:gd name="connsiteX94-22159" fmla="*/ 3241 w 5590"/>
                    <a:gd name="connsiteY94-22160" fmla="*/ 4556 h 5728"/>
                    <a:gd name="connsiteX95-22161" fmla="*/ 3205 w 5590"/>
                    <a:gd name="connsiteY95-22162" fmla="*/ 4614 h 5728"/>
                    <a:gd name="connsiteX96-22163" fmla="*/ 2940 w 5590"/>
                    <a:gd name="connsiteY96-22164" fmla="*/ 4680 h 5728"/>
                    <a:gd name="connsiteX97-22165" fmla="*/ 2805 w 5590"/>
                    <a:gd name="connsiteY97-22166" fmla="*/ 4739 h 5728"/>
                    <a:gd name="connsiteX98-22167" fmla="*/ 2763 w 5590"/>
                    <a:gd name="connsiteY98-22168" fmla="*/ 4777 h 5728"/>
                    <a:gd name="connsiteX99-22169" fmla="*/ 2564 w 5590"/>
                    <a:gd name="connsiteY99-22170" fmla="*/ 5021 h 5728"/>
                    <a:gd name="connsiteX100-22171" fmla="*/ 2491 w 5590"/>
                    <a:gd name="connsiteY100-22172" fmla="*/ 4970 h 5728"/>
                    <a:gd name="connsiteX101-22173" fmla="*/ 2408 w 5590"/>
                    <a:gd name="connsiteY101-22174" fmla="*/ 4971 h 5728"/>
                    <a:gd name="connsiteX102-22175" fmla="*/ 2372 w 5590"/>
                    <a:gd name="connsiteY102-22176" fmla="*/ 5045 h 5728"/>
                    <a:gd name="connsiteX103-22177" fmla="*/ 2261 w 5590"/>
                    <a:gd name="connsiteY103-22178" fmla="*/ 5000 h 5728"/>
                    <a:gd name="connsiteX104-22179" fmla="*/ 2183 w 5590"/>
                    <a:gd name="connsiteY104-22180" fmla="*/ 5109 h 5728"/>
                    <a:gd name="connsiteX105-22181" fmla="*/ 1961 w 5590"/>
                    <a:gd name="connsiteY105-22182" fmla="*/ 5349 h 5728"/>
                    <a:gd name="connsiteX106-22183" fmla="*/ 1941 w 5590"/>
                    <a:gd name="connsiteY106-22184" fmla="*/ 5516 h 5728"/>
                    <a:gd name="connsiteX107-22185" fmla="*/ 1924 w 5590"/>
                    <a:gd name="connsiteY107-22186" fmla="*/ 5659 h 5728"/>
                    <a:gd name="connsiteX108-22187" fmla="*/ 1908 w 5590"/>
                    <a:gd name="connsiteY108-22188" fmla="*/ 5669 h 5728"/>
                    <a:gd name="connsiteX109-22189" fmla="*/ 1586 w 5590"/>
                    <a:gd name="connsiteY109-22190" fmla="*/ 5621 h 5728"/>
                    <a:gd name="connsiteX110-22191" fmla="*/ 1484 w 5590"/>
                    <a:gd name="connsiteY110-22192" fmla="*/ 5566 h 5728"/>
                    <a:gd name="connsiteX111-22193" fmla="*/ 1430 w 5590"/>
                    <a:gd name="connsiteY111-22194" fmla="*/ 5503 h 5728"/>
                    <a:gd name="connsiteX112-22195" fmla="*/ 1325 w 5590"/>
                    <a:gd name="connsiteY112-22196" fmla="*/ 5477 h 5728"/>
                    <a:gd name="connsiteX113-22197" fmla="*/ 1325 w 5590"/>
                    <a:gd name="connsiteY113-22198" fmla="*/ 5379 h 5728"/>
                    <a:gd name="connsiteX114-22199" fmla="*/ 1429 w 5590"/>
                    <a:gd name="connsiteY114-22200" fmla="*/ 5149 h 5728"/>
                    <a:gd name="connsiteX115-22201" fmla="*/ 1289 w 5590"/>
                    <a:gd name="connsiteY115-22202" fmla="*/ 5070 h 5728"/>
                    <a:gd name="connsiteX116-22203" fmla="*/ 1247 w 5590"/>
                    <a:gd name="connsiteY116-22204" fmla="*/ 5095 h 5728"/>
                    <a:gd name="connsiteX117-22205" fmla="*/ 1157 w 5590"/>
                    <a:gd name="connsiteY117-22206" fmla="*/ 5214 h 5728"/>
                    <a:gd name="connsiteX118-22207" fmla="*/ 1125 w 5590"/>
                    <a:gd name="connsiteY118-22208" fmla="*/ 5276 h 5728"/>
                    <a:gd name="connsiteX119-22209" fmla="*/ 1063 w 5590"/>
                    <a:gd name="connsiteY119-22210" fmla="*/ 5386 h 5728"/>
                    <a:gd name="connsiteX120-22211" fmla="*/ 1069 w 5590"/>
                    <a:gd name="connsiteY120-22212" fmla="*/ 5510 h 5728"/>
                    <a:gd name="connsiteX121-22213" fmla="*/ 1030 w 5590"/>
                    <a:gd name="connsiteY121-22214" fmla="*/ 5558 h 5728"/>
                    <a:gd name="connsiteX122-22215" fmla="*/ 899 w 5590"/>
                    <a:gd name="connsiteY122-22216" fmla="*/ 5617 h 5728"/>
                    <a:gd name="connsiteX123-22217" fmla="*/ 733 w 5590"/>
                    <a:gd name="connsiteY123-22218" fmla="*/ 5649 h 5728"/>
                    <a:gd name="connsiteX124-22219" fmla="*/ 630 w 5590"/>
                    <a:gd name="connsiteY124-22220" fmla="*/ 5728 h 5728"/>
                    <a:gd name="connsiteX125-22221" fmla="*/ 516 w 5590"/>
                    <a:gd name="connsiteY125-22222" fmla="*/ 5611 h 5728"/>
                    <a:gd name="connsiteX126-22223" fmla="*/ 456 w 5590"/>
                    <a:gd name="connsiteY126-22224" fmla="*/ 5485 h 5728"/>
                    <a:gd name="connsiteX127-22225" fmla="*/ 578 w 5590"/>
                    <a:gd name="connsiteY127-22226" fmla="*/ 5242 h 5728"/>
                    <a:gd name="connsiteX128-22227" fmla="*/ 633 w 5590"/>
                    <a:gd name="connsiteY128-22228" fmla="*/ 5195 h 5728"/>
                    <a:gd name="connsiteX129-22229" fmla="*/ 678 w 5590"/>
                    <a:gd name="connsiteY129-22230" fmla="*/ 5120 h 5728"/>
                    <a:gd name="connsiteX130-22231" fmla="*/ 675 w 5590"/>
                    <a:gd name="connsiteY130-22232" fmla="*/ 5071 h 5728"/>
                    <a:gd name="connsiteX131-22233" fmla="*/ 478 w 5590"/>
                    <a:gd name="connsiteY131-22234" fmla="*/ 5007 h 5728"/>
                    <a:gd name="connsiteX132-22235" fmla="*/ 407 w 5590"/>
                    <a:gd name="connsiteY132-22236" fmla="*/ 5064 h 5728"/>
                    <a:gd name="connsiteX133-22237" fmla="*/ 301 w 5590"/>
                    <a:gd name="connsiteY133-22238" fmla="*/ 5111 h 5728"/>
                    <a:gd name="connsiteX134-22239" fmla="*/ 238 w 5590"/>
                    <a:gd name="connsiteY134-22240" fmla="*/ 5063 h 5728"/>
                    <a:gd name="connsiteX135-22241" fmla="*/ 0 w 5590"/>
                    <a:gd name="connsiteY135-22242" fmla="*/ 5254 h 5728"/>
                    <a:gd name="connsiteX0-22243" fmla="*/ 4166 w 5352"/>
                    <a:gd name="connsiteY0-22244" fmla="*/ 2333 h 5728"/>
                    <a:gd name="connsiteX1-22245" fmla="*/ 4164 w 5352"/>
                    <a:gd name="connsiteY1-22246" fmla="*/ 2117 h 5728"/>
                    <a:gd name="connsiteX2-22247" fmla="*/ 4088 w 5352"/>
                    <a:gd name="connsiteY2-22248" fmla="*/ 2039 h 5728"/>
                    <a:gd name="connsiteX3-22249" fmla="*/ 3945 w 5352"/>
                    <a:gd name="connsiteY3-22250" fmla="*/ 1951 h 5728"/>
                    <a:gd name="connsiteX4-22251" fmla="*/ 3853 w 5352"/>
                    <a:gd name="connsiteY4-22252" fmla="*/ 1827 h 5728"/>
                    <a:gd name="connsiteX5-22253" fmla="*/ 3757 w 5352"/>
                    <a:gd name="connsiteY5-22254" fmla="*/ 1828 h 5728"/>
                    <a:gd name="connsiteX6-22255" fmla="*/ 3712 w 5352"/>
                    <a:gd name="connsiteY6-22256" fmla="*/ 1883 h 5728"/>
                    <a:gd name="connsiteX7-22257" fmla="*/ 3619 w 5352"/>
                    <a:gd name="connsiteY7-22258" fmla="*/ 1877 h 5728"/>
                    <a:gd name="connsiteX8-22259" fmla="*/ 3599 w 5352"/>
                    <a:gd name="connsiteY8-22260" fmla="*/ 1994 h 5728"/>
                    <a:gd name="connsiteX9-22261" fmla="*/ 3418 w 5352"/>
                    <a:gd name="connsiteY9-22262" fmla="*/ 1941 h 5728"/>
                    <a:gd name="connsiteX10-22263" fmla="*/ 3335 w 5352"/>
                    <a:gd name="connsiteY10-22264" fmla="*/ 1939 h 5728"/>
                    <a:gd name="connsiteX11-22265" fmla="*/ 3210 w 5352"/>
                    <a:gd name="connsiteY11-22266" fmla="*/ 2014 h 5728"/>
                    <a:gd name="connsiteX12-22267" fmla="*/ 3098 w 5352"/>
                    <a:gd name="connsiteY12-22268" fmla="*/ 1890 h 5728"/>
                    <a:gd name="connsiteX13-22269" fmla="*/ 3192 w 5352"/>
                    <a:gd name="connsiteY13-22270" fmla="*/ 1804 h 5728"/>
                    <a:gd name="connsiteX14-22271" fmla="*/ 3196 w 5352"/>
                    <a:gd name="connsiteY14-22272" fmla="*/ 1634 h 5728"/>
                    <a:gd name="connsiteX15-22273" fmla="*/ 3251 w 5352"/>
                    <a:gd name="connsiteY15-22274" fmla="*/ 1514 h 5728"/>
                    <a:gd name="connsiteX16-22275" fmla="*/ 3294 w 5352"/>
                    <a:gd name="connsiteY16-22276" fmla="*/ 1306 h 5728"/>
                    <a:gd name="connsiteX17-22277" fmla="*/ 3354 w 5352"/>
                    <a:gd name="connsiteY17-22278" fmla="*/ 1307 h 5728"/>
                    <a:gd name="connsiteX18-22279" fmla="*/ 3677 w 5352"/>
                    <a:gd name="connsiteY18-22280" fmla="*/ 1286 h 5728"/>
                    <a:gd name="connsiteX19-22281" fmla="*/ 3851 w 5352"/>
                    <a:gd name="connsiteY19-22282" fmla="*/ 1117 h 5728"/>
                    <a:gd name="connsiteX20-22283" fmla="*/ 3920 w 5352"/>
                    <a:gd name="connsiteY20-22284" fmla="*/ 748 h 5728"/>
                    <a:gd name="connsiteX21-22285" fmla="*/ 4030 w 5352"/>
                    <a:gd name="connsiteY21-22286" fmla="*/ 486 h 5728"/>
                    <a:gd name="connsiteX22-22287" fmla="*/ 4028 w 5352"/>
                    <a:gd name="connsiteY22-22288" fmla="*/ 358 h 5728"/>
                    <a:gd name="connsiteX23-22289" fmla="*/ 4015 w 5352"/>
                    <a:gd name="connsiteY23-22290" fmla="*/ 328 h 5728"/>
                    <a:gd name="connsiteX24-22291" fmla="*/ 3948 w 5352"/>
                    <a:gd name="connsiteY24-22292" fmla="*/ 251 h 5728"/>
                    <a:gd name="connsiteX25-22293" fmla="*/ 3888 w 5352"/>
                    <a:gd name="connsiteY25-22294" fmla="*/ 217 h 5728"/>
                    <a:gd name="connsiteX26-22295" fmla="*/ 4013 w 5352"/>
                    <a:gd name="connsiteY26-22296" fmla="*/ 56 h 5728"/>
                    <a:gd name="connsiteX27-22297" fmla="*/ 4186 w 5352"/>
                    <a:gd name="connsiteY27-22298" fmla="*/ 2 h 5728"/>
                    <a:gd name="connsiteX28-22299" fmla="*/ 4218 w 5352"/>
                    <a:gd name="connsiteY28-22300" fmla="*/ 49 h 5728"/>
                    <a:gd name="connsiteX29-22301" fmla="*/ 4208 w 5352"/>
                    <a:gd name="connsiteY29-22302" fmla="*/ 133 h 5728"/>
                    <a:gd name="connsiteX30-22303" fmla="*/ 4147 w 5352"/>
                    <a:gd name="connsiteY30-22304" fmla="*/ 243 h 5728"/>
                    <a:gd name="connsiteX31-22305" fmla="*/ 4217 w 5352"/>
                    <a:gd name="connsiteY31-22306" fmla="*/ 301 h 5728"/>
                    <a:gd name="connsiteX32-22307" fmla="*/ 4331 w 5352"/>
                    <a:gd name="connsiteY32-22308" fmla="*/ 366 h 5728"/>
                    <a:gd name="connsiteX33-22309" fmla="*/ 4351 w 5352"/>
                    <a:gd name="connsiteY33-22310" fmla="*/ 255 h 5728"/>
                    <a:gd name="connsiteX34-22311" fmla="*/ 4485 w 5352"/>
                    <a:gd name="connsiteY34-22312" fmla="*/ 291 h 5728"/>
                    <a:gd name="connsiteX35-22313" fmla="*/ 4510 w 5352"/>
                    <a:gd name="connsiteY35-22314" fmla="*/ 331 h 5728"/>
                    <a:gd name="connsiteX36-22315" fmla="*/ 4586 w 5352"/>
                    <a:gd name="connsiteY36-22316" fmla="*/ 562 h 5728"/>
                    <a:gd name="connsiteX37-22317" fmla="*/ 4621 w 5352"/>
                    <a:gd name="connsiteY37-22318" fmla="*/ 586 h 5728"/>
                    <a:gd name="connsiteX38-22319" fmla="*/ 4713 w 5352"/>
                    <a:gd name="connsiteY38-22320" fmla="*/ 578 h 5728"/>
                    <a:gd name="connsiteX39-22321" fmla="*/ 4973 w 5352"/>
                    <a:gd name="connsiteY39-22322" fmla="*/ 490 h 5728"/>
                    <a:gd name="connsiteX40-22323" fmla="*/ 5193 w 5352"/>
                    <a:gd name="connsiteY40-22324" fmla="*/ 479 h 5728"/>
                    <a:gd name="connsiteX41-22325" fmla="*/ 5253 w 5352"/>
                    <a:gd name="connsiteY41-22326" fmla="*/ 648 h 5728"/>
                    <a:gd name="connsiteX42-22327" fmla="*/ 5171 w 5352"/>
                    <a:gd name="connsiteY42-22328" fmla="*/ 944 h 5728"/>
                    <a:gd name="connsiteX43-22329" fmla="*/ 5171 w 5352"/>
                    <a:gd name="connsiteY43-22330" fmla="*/ 1022 h 5728"/>
                    <a:gd name="connsiteX44-22331" fmla="*/ 5240 w 5352"/>
                    <a:gd name="connsiteY44-22332" fmla="*/ 1168 h 5728"/>
                    <a:gd name="connsiteX45-22333" fmla="*/ 5255 w 5352"/>
                    <a:gd name="connsiteY45-22334" fmla="*/ 1427 h 5728"/>
                    <a:gd name="connsiteX46-22335" fmla="*/ 5257 w 5352"/>
                    <a:gd name="connsiteY46-22336" fmla="*/ 1617 h 5728"/>
                    <a:gd name="connsiteX47-22337" fmla="*/ 5190 w 5352"/>
                    <a:gd name="connsiteY47-22338" fmla="*/ 1625 h 5728"/>
                    <a:gd name="connsiteX48-22339" fmla="*/ 5168 w 5352"/>
                    <a:gd name="connsiteY48-22340" fmla="*/ 1507 h 5728"/>
                    <a:gd name="connsiteX49-22341" fmla="*/ 5133 w 5352"/>
                    <a:gd name="connsiteY49-22342" fmla="*/ 1450 h 5728"/>
                    <a:gd name="connsiteX50-22343" fmla="*/ 5043 w 5352"/>
                    <a:gd name="connsiteY50-22344" fmla="*/ 1582 h 5728"/>
                    <a:gd name="connsiteX51-22345" fmla="*/ 4930 w 5352"/>
                    <a:gd name="connsiteY51-22346" fmla="*/ 1776 h 5728"/>
                    <a:gd name="connsiteX52-22347" fmla="*/ 4811 w 5352"/>
                    <a:gd name="connsiteY52-22348" fmla="*/ 1904 h 5728"/>
                    <a:gd name="connsiteX53-22349" fmla="*/ 4804 w 5352"/>
                    <a:gd name="connsiteY53-22350" fmla="*/ 2018 h 5728"/>
                    <a:gd name="connsiteX54-22351" fmla="*/ 4864 w 5352"/>
                    <a:gd name="connsiteY54-22352" fmla="*/ 2115 h 5728"/>
                    <a:gd name="connsiteX55-22353" fmla="*/ 4966 w 5352"/>
                    <a:gd name="connsiteY55-22354" fmla="*/ 2183 h 5728"/>
                    <a:gd name="connsiteX56-22355" fmla="*/ 5043 w 5352"/>
                    <a:gd name="connsiteY56-22356" fmla="*/ 2178 h 5728"/>
                    <a:gd name="connsiteX57-22357" fmla="*/ 5088 w 5352"/>
                    <a:gd name="connsiteY57-22358" fmla="*/ 2104 h 5728"/>
                    <a:gd name="connsiteX58-22359" fmla="*/ 5122 w 5352"/>
                    <a:gd name="connsiteY58-22360" fmla="*/ 2210 h 5728"/>
                    <a:gd name="connsiteX59-22361" fmla="*/ 5010 w 5352"/>
                    <a:gd name="connsiteY59-22362" fmla="*/ 2249 h 5728"/>
                    <a:gd name="connsiteX60-22363" fmla="*/ 5057 w 5352"/>
                    <a:gd name="connsiteY60-22364" fmla="*/ 2362 h 5728"/>
                    <a:gd name="connsiteX61-22365" fmla="*/ 4922 w 5352"/>
                    <a:gd name="connsiteY61-22366" fmla="*/ 2509 h 5728"/>
                    <a:gd name="connsiteX62-22367" fmla="*/ 4881 w 5352"/>
                    <a:gd name="connsiteY62-22368" fmla="*/ 2498 h 5728"/>
                    <a:gd name="connsiteX63-22369" fmla="*/ 4757 w 5352"/>
                    <a:gd name="connsiteY63-22370" fmla="*/ 2413 h 5728"/>
                    <a:gd name="connsiteX64-22371" fmla="*/ 4702 w 5352"/>
                    <a:gd name="connsiteY64-22372" fmla="*/ 2412 h 5728"/>
                    <a:gd name="connsiteX65-22373" fmla="*/ 4667 w 5352"/>
                    <a:gd name="connsiteY65-22374" fmla="*/ 2480 h 5728"/>
                    <a:gd name="connsiteX66-22375" fmla="*/ 4670 w 5352"/>
                    <a:gd name="connsiteY66-22376" fmla="*/ 2562 h 5728"/>
                    <a:gd name="connsiteX67-22377" fmla="*/ 4848 w 5352"/>
                    <a:gd name="connsiteY67-22378" fmla="*/ 2730 h 5728"/>
                    <a:gd name="connsiteX68-22379" fmla="*/ 4847 w 5352"/>
                    <a:gd name="connsiteY68-22380" fmla="*/ 2844 h 5728"/>
                    <a:gd name="connsiteX69-22381" fmla="*/ 4938 w 5352"/>
                    <a:gd name="connsiteY69-22382" fmla="*/ 3060 h 5728"/>
                    <a:gd name="connsiteX70-22383" fmla="*/ 4964 w 5352"/>
                    <a:gd name="connsiteY70-22384" fmla="*/ 3090 h 5728"/>
                    <a:gd name="connsiteX71-22385" fmla="*/ 5008 w 5352"/>
                    <a:gd name="connsiteY71-22386" fmla="*/ 3094 h 5728"/>
                    <a:gd name="connsiteX72-22387" fmla="*/ 5054 w 5352"/>
                    <a:gd name="connsiteY72-22388" fmla="*/ 3010 h 5728"/>
                    <a:gd name="connsiteX73-22389" fmla="*/ 5134 w 5352"/>
                    <a:gd name="connsiteY73-22390" fmla="*/ 2950 h 5728"/>
                    <a:gd name="connsiteX74-22391" fmla="*/ 5229 w 5352"/>
                    <a:gd name="connsiteY74-22392" fmla="*/ 3126 h 5728"/>
                    <a:gd name="connsiteX75-22393" fmla="*/ 5339 w 5352"/>
                    <a:gd name="connsiteY75-22394" fmla="*/ 3312 h 5728"/>
                    <a:gd name="connsiteX76-22395" fmla="*/ 5352 w 5352"/>
                    <a:gd name="connsiteY76-22396" fmla="*/ 3342 h 5728"/>
                    <a:gd name="connsiteX77-22397" fmla="*/ 5341 w 5352"/>
                    <a:gd name="connsiteY77-22398" fmla="*/ 3518 h 5728"/>
                    <a:gd name="connsiteX78-22399" fmla="*/ 5306 w 5352"/>
                    <a:gd name="connsiteY78-22400" fmla="*/ 3554 h 5728"/>
                    <a:gd name="connsiteX79-22401" fmla="*/ 5217 w 5352"/>
                    <a:gd name="connsiteY79-22402" fmla="*/ 3515 h 5728"/>
                    <a:gd name="connsiteX80-22403" fmla="*/ 4983 w 5352"/>
                    <a:gd name="connsiteY80-22404" fmla="*/ 3644 h 5728"/>
                    <a:gd name="connsiteX81-22405" fmla="*/ 4957 w 5352"/>
                    <a:gd name="connsiteY81-22406" fmla="*/ 3666 h 5728"/>
                    <a:gd name="connsiteX82-22407" fmla="*/ 4777 w 5352"/>
                    <a:gd name="connsiteY82-22408" fmla="*/ 3812 h 5728"/>
                    <a:gd name="connsiteX83-22409" fmla="*/ 4636 w 5352"/>
                    <a:gd name="connsiteY83-22410" fmla="*/ 3926 h 5728"/>
                    <a:gd name="connsiteX84-22411" fmla="*/ 4601 w 5352"/>
                    <a:gd name="connsiteY84-22412" fmla="*/ 3965 h 5728"/>
                    <a:gd name="connsiteX85-22413" fmla="*/ 4549 w 5352"/>
                    <a:gd name="connsiteY85-22414" fmla="*/ 3973 h 5728"/>
                    <a:gd name="connsiteX86-22415" fmla="*/ 4492 w 5352"/>
                    <a:gd name="connsiteY86-22416" fmla="*/ 3916 h 5728"/>
                    <a:gd name="connsiteX87-22417" fmla="*/ 4368 w 5352"/>
                    <a:gd name="connsiteY87-22418" fmla="*/ 3808 h 5728"/>
                    <a:gd name="connsiteX88-22419" fmla="*/ 4392 w 5352"/>
                    <a:gd name="connsiteY88-22420" fmla="*/ 4064 h 5728"/>
                    <a:gd name="connsiteX89-22421" fmla="*/ 4401 w 5352"/>
                    <a:gd name="connsiteY89-22422" fmla="*/ 4192 h 5728"/>
                    <a:gd name="connsiteX90-22423" fmla="*/ 4139 w 5352"/>
                    <a:gd name="connsiteY90-22424" fmla="*/ 4166 h 5728"/>
                    <a:gd name="connsiteX91-22425" fmla="*/ 4057 w 5352"/>
                    <a:gd name="connsiteY91-22426" fmla="*/ 3987 h 5728"/>
                    <a:gd name="connsiteX92-22427" fmla="*/ 3975 w 5352"/>
                    <a:gd name="connsiteY92-22428" fmla="*/ 3802 h 5728"/>
                    <a:gd name="connsiteX93-22429" fmla="*/ 3000 w 5352"/>
                    <a:gd name="connsiteY93-22430" fmla="*/ 4504 h 5728"/>
                    <a:gd name="connsiteX94-22431" fmla="*/ 3003 w 5352"/>
                    <a:gd name="connsiteY94-22432" fmla="*/ 4556 h 5728"/>
                    <a:gd name="connsiteX95-22433" fmla="*/ 2967 w 5352"/>
                    <a:gd name="connsiteY95-22434" fmla="*/ 4614 h 5728"/>
                    <a:gd name="connsiteX96-22435" fmla="*/ 2702 w 5352"/>
                    <a:gd name="connsiteY96-22436" fmla="*/ 4680 h 5728"/>
                    <a:gd name="connsiteX97-22437" fmla="*/ 2567 w 5352"/>
                    <a:gd name="connsiteY97-22438" fmla="*/ 4739 h 5728"/>
                    <a:gd name="connsiteX98-22439" fmla="*/ 2525 w 5352"/>
                    <a:gd name="connsiteY98-22440" fmla="*/ 4777 h 5728"/>
                    <a:gd name="connsiteX99-22441" fmla="*/ 2326 w 5352"/>
                    <a:gd name="connsiteY99-22442" fmla="*/ 5021 h 5728"/>
                    <a:gd name="connsiteX100-22443" fmla="*/ 2253 w 5352"/>
                    <a:gd name="connsiteY100-22444" fmla="*/ 4970 h 5728"/>
                    <a:gd name="connsiteX101-22445" fmla="*/ 2170 w 5352"/>
                    <a:gd name="connsiteY101-22446" fmla="*/ 4971 h 5728"/>
                    <a:gd name="connsiteX102-22447" fmla="*/ 2134 w 5352"/>
                    <a:gd name="connsiteY102-22448" fmla="*/ 5045 h 5728"/>
                    <a:gd name="connsiteX103-22449" fmla="*/ 2023 w 5352"/>
                    <a:gd name="connsiteY103-22450" fmla="*/ 5000 h 5728"/>
                    <a:gd name="connsiteX104-22451" fmla="*/ 1945 w 5352"/>
                    <a:gd name="connsiteY104-22452" fmla="*/ 5109 h 5728"/>
                    <a:gd name="connsiteX105-22453" fmla="*/ 1723 w 5352"/>
                    <a:gd name="connsiteY105-22454" fmla="*/ 5349 h 5728"/>
                    <a:gd name="connsiteX106-22455" fmla="*/ 1703 w 5352"/>
                    <a:gd name="connsiteY106-22456" fmla="*/ 5516 h 5728"/>
                    <a:gd name="connsiteX107-22457" fmla="*/ 1686 w 5352"/>
                    <a:gd name="connsiteY107-22458" fmla="*/ 5659 h 5728"/>
                    <a:gd name="connsiteX108-22459" fmla="*/ 1670 w 5352"/>
                    <a:gd name="connsiteY108-22460" fmla="*/ 5669 h 5728"/>
                    <a:gd name="connsiteX109-22461" fmla="*/ 1348 w 5352"/>
                    <a:gd name="connsiteY109-22462" fmla="*/ 5621 h 5728"/>
                    <a:gd name="connsiteX110-22463" fmla="*/ 1246 w 5352"/>
                    <a:gd name="connsiteY110-22464" fmla="*/ 5566 h 5728"/>
                    <a:gd name="connsiteX111-22465" fmla="*/ 1192 w 5352"/>
                    <a:gd name="connsiteY111-22466" fmla="*/ 5503 h 5728"/>
                    <a:gd name="connsiteX112-22467" fmla="*/ 1087 w 5352"/>
                    <a:gd name="connsiteY112-22468" fmla="*/ 5477 h 5728"/>
                    <a:gd name="connsiteX113-22469" fmla="*/ 1087 w 5352"/>
                    <a:gd name="connsiteY113-22470" fmla="*/ 5379 h 5728"/>
                    <a:gd name="connsiteX114-22471" fmla="*/ 1191 w 5352"/>
                    <a:gd name="connsiteY114-22472" fmla="*/ 5149 h 5728"/>
                    <a:gd name="connsiteX115-22473" fmla="*/ 1051 w 5352"/>
                    <a:gd name="connsiteY115-22474" fmla="*/ 5070 h 5728"/>
                    <a:gd name="connsiteX116-22475" fmla="*/ 1009 w 5352"/>
                    <a:gd name="connsiteY116-22476" fmla="*/ 5095 h 5728"/>
                    <a:gd name="connsiteX117-22477" fmla="*/ 919 w 5352"/>
                    <a:gd name="connsiteY117-22478" fmla="*/ 5214 h 5728"/>
                    <a:gd name="connsiteX118-22479" fmla="*/ 887 w 5352"/>
                    <a:gd name="connsiteY118-22480" fmla="*/ 5276 h 5728"/>
                    <a:gd name="connsiteX119-22481" fmla="*/ 825 w 5352"/>
                    <a:gd name="connsiteY119-22482" fmla="*/ 5386 h 5728"/>
                    <a:gd name="connsiteX120-22483" fmla="*/ 831 w 5352"/>
                    <a:gd name="connsiteY120-22484" fmla="*/ 5510 h 5728"/>
                    <a:gd name="connsiteX121-22485" fmla="*/ 792 w 5352"/>
                    <a:gd name="connsiteY121-22486" fmla="*/ 5558 h 5728"/>
                    <a:gd name="connsiteX122-22487" fmla="*/ 661 w 5352"/>
                    <a:gd name="connsiteY122-22488" fmla="*/ 5617 h 5728"/>
                    <a:gd name="connsiteX123-22489" fmla="*/ 495 w 5352"/>
                    <a:gd name="connsiteY123-22490" fmla="*/ 5649 h 5728"/>
                    <a:gd name="connsiteX124-22491" fmla="*/ 392 w 5352"/>
                    <a:gd name="connsiteY124-22492" fmla="*/ 5728 h 5728"/>
                    <a:gd name="connsiteX125-22493" fmla="*/ 278 w 5352"/>
                    <a:gd name="connsiteY125-22494" fmla="*/ 5611 h 5728"/>
                    <a:gd name="connsiteX126-22495" fmla="*/ 218 w 5352"/>
                    <a:gd name="connsiteY126-22496" fmla="*/ 5485 h 5728"/>
                    <a:gd name="connsiteX127-22497" fmla="*/ 340 w 5352"/>
                    <a:gd name="connsiteY127-22498" fmla="*/ 5242 h 5728"/>
                    <a:gd name="connsiteX128-22499" fmla="*/ 395 w 5352"/>
                    <a:gd name="connsiteY128-22500" fmla="*/ 5195 h 5728"/>
                    <a:gd name="connsiteX129-22501" fmla="*/ 440 w 5352"/>
                    <a:gd name="connsiteY129-22502" fmla="*/ 5120 h 5728"/>
                    <a:gd name="connsiteX130-22503" fmla="*/ 437 w 5352"/>
                    <a:gd name="connsiteY130-22504" fmla="*/ 5071 h 5728"/>
                    <a:gd name="connsiteX131-22505" fmla="*/ 240 w 5352"/>
                    <a:gd name="connsiteY131-22506" fmla="*/ 5007 h 5728"/>
                    <a:gd name="connsiteX132-22507" fmla="*/ 169 w 5352"/>
                    <a:gd name="connsiteY132-22508" fmla="*/ 5064 h 5728"/>
                    <a:gd name="connsiteX133-22509" fmla="*/ 63 w 5352"/>
                    <a:gd name="connsiteY133-22510" fmla="*/ 5111 h 5728"/>
                    <a:gd name="connsiteX134-22511" fmla="*/ 0 w 5352"/>
                    <a:gd name="connsiteY134-22512" fmla="*/ 5063 h 5728"/>
                    <a:gd name="connsiteX0-22513" fmla="*/ 4103 w 5289"/>
                    <a:gd name="connsiteY0-22514" fmla="*/ 2333 h 5728"/>
                    <a:gd name="connsiteX1-22515" fmla="*/ 4101 w 5289"/>
                    <a:gd name="connsiteY1-22516" fmla="*/ 2117 h 5728"/>
                    <a:gd name="connsiteX2-22517" fmla="*/ 4025 w 5289"/>
                    <a:gd name="connsiteY2-22518" fmla="*/ 2039 h 5728"/>
                    <a:gd name="connsiteX3-22519" fmla="*/ 3882 w 5289"/>
                    <a:gd name="connsiteY3-22520" fmla="*/ 1951 h 5728"/>
                    <a:gd name="connsiteX4-22521" fmla="*/ 3790 w 5289"/>
                    <a:gd name="connsiteY4-22522" fmla="*/ 1827 h 5728"/>
                    <a:gd name="connsiteX5-22523" fmla="*/ 3694 w 5289"/>
                    <a:gd name="connsiteY5-22524" fmla="*/ 1828 h 5728"/>
                    <a:gd name="connsiteX6-22525" fmla="*/ 3649 w 5289"/>
                    <a:gd name="connsiteY6-22526" fmla="*/ 1883 h 5728"/>
                    <a:gd name="connsiteX7-22527" fmla="*/ 3556 w 5289"/>
                    <a:gd name="connsiteY7-22528" fmla="*/ 1877 h 5728"/>
                    <a:gd name="connsiteX8-22529" fmla="*/ 3536 w 5289"/>
                    <a:gd name="connsiteY8-22530" fmla="*/ 1994 h 5728"/>
                    <a:gd name="connsiteX9-22531" fmla="*/ 3355 w 5289"/>
                    <a:gd name="connsiteY9-22532" fmla="*/ 1941 h 5728"/>
                    <a:gd name="connsiteX10-22533" fmla="*/ 3272 w 5289"/>
                    <a:gd name="connsiteY10-22534" fmla="*/ 1939 h 5728"/>
                    <a:gd name="connsiteX11-22535" fmla="*/ 3147 w 5289"/>
                    <a:gd name="connsiteY11-22536" fmla="*/ 2014 h 5728"/>
                    <a:gd name="connsiteX12-22537" fmla="*/ 3035 w 5289"/>
                    <a:gd name="connsiteY12-22538" fmla="*/ 1890 h 5728"/>
                    <a:gd name="connsiteX13-22539" fmla="*/ 3129 w 5289"/>
                    <a:gd name="connsiteY13-22540" fmla="*/ 1804 h 5728"/>
                    <a:gd name="connsiteX14-22541" fmla="*/ 3133 w 5289"/>
                    <a:gd name="connsiteY14-22542" fmla="*/ 1634 h 5728"/>
                    <a:gd name="connsiteX15-22543" fmla="*/ 3188 w 5289"/>
                    <a:gd name="connsiteY15-22544" fmla="*/ 1514 h 5728"/>
                    <a:gd name="connsiteX16-22545" fmla="*/ 3231 w 5289"/>
                    <a:gd name="connsiteY16-22546" fmla="*/ 1306 h 5728"/>
                    <a:gd name="connsiteX17-22547" fmla="*/ 3291 w 5289"/>
                    <a:gd name="connsiteY17-22548" fmla="*/ 1307 h 5728"/>
                    <a:gd name="connsiteX18-22549" fmla="*/ 3614 w 5289"/>
                    <a:gd name="connsiteY18-22550" fmla="*/ 1286 h 5728"/>
                    <a:gd name="connsiteX19-22551" fmla="*/ 3788 w 5289"/>
                    <a:gd name="connsiteY19-22552" fmla="*/ 1117 h 5728"/>
                    <a:gd name="connsiteX20-22553" fmla="*/ 3857 w 5289"/>
                    <a:gd name="connsiteY20-22554" fmla="*/ 748 h 5728"/>
                    <a:gd name="connsiteX21-22555" fmla="*/ 3967 w 5289"/>
                    <a:gd name="connsiteY21-22556" fmla="*/ 486 h 5728"/>
                    <a:gd name="connsiteX22-22557" fmla="*/ 3965 w 5289"/>
                    <a:gd name="connsiteY22-22558" fmla="*/ 358 h 5728"/>
                    <a:gd name="connsiteX23-22559" fmla="*/ 3952 w 5289"/>
                    <a:gd name="connsiteY23-22560" fmla="*/ 328 h 5728"/>
                    <a:gd name="connsiteX24-22561" fmla="*/ 3885 w 5289"/>
                    <a:gd name="connsiteY24-22562" fmla="*/ 251 h 5728"/>
                    <a:gd name="connsiteX25-22563" fmla="*/ 3825 w 5289"/>
                    <a:gd name="connsiteY25-22564" fmla="*/ 217 h 5728"/>
                    <a:gd name="connsiteX26-22565" fmla="*/ 3950 w 5289"/>
                    <a:gd name="connsiteY26-22566" fmla="*/ 56 h 5728"/>
                    <a:gd name="connsiteX27-22567" fmla="*/ 4123 w 5289"/>
                    <a:gd name="connsiteY27-22568" fmla="*/ 2 h 5728"/>
                    <a:gd name="connsiteX28-22569" fmla="*/ 4155 w 5289"/>
                    <a:gd name="connsiteY28-22570" fmla="*/ 49 h 5728"/>
                    <a:gd name="connsiteX29-22571" fmla="*/ 4145 w 5289"/>
                    <a:gd name="connsiteY29-22572" fmla="*/ 133 h 5728"/>
                    <a:gd name="connsiteX30-22573" fmla="*/ 4084 w 5289"/>
                    <a:gd name="connsiteY30-22574" fmla="*/ 243 h 5728"/>
                    <a:gd name="connsiteX31-22575" fmla="*/ 4154 w 5289"/>
                    <a:gd name="connsiteY31-22576" fmla="*/ 301 h 5728"/>
                    <a:gd name="connsiteX32-22577" fmla="*/ 4268 w 5289"/>
                    <a:gd name="connsiteY32-22578" fmla="*/ 366 h 5728"/>
                    <a:gd name="connsiteX33-22579" fmla="*/ 4288 w 5289"/>
                    <a:gd name="connsiteY33-22580" fmla="*/ 255 h 5728"/>
                    <a:gd name="connsiteX34-22581" fmla="*/ 4422 w 5289"/>
                    <a:gd name="connsiteY34-22582" fmla="*/ 291 h 5728"/>
                    <a:gd name="connsiteX35-22583" fmla="*/ 4447 w 5289"/>
                    <a:gd name="connsiteY35-22584" fmla="*/ 331 h 5728"/>
                    <a:gd name="connsiteX36-22585" fmla="*/ 4523 w 5289"/>
                    <a:gd name="connsiteY36-22586" fmla="*/ 562 h 5728"/>
                    <a:gd name="connsiteX37-22587" fmla="*/ 4558 w 5289"/>
                    <a:gd name="connsiteY37-22588" fmla="*/ 586 h 5728"/>
                    <a:gd name="connsiteX38-22589" fmla="*/ 4650 w 5289"/>
                    <a:gd name="connsiteY38-22590" fmla="*/ 578 h 5728"/>
                    <a:gd name="connsiteX39-22591" fmla="*/ 4910 w 5289"/>
                    <a:gd name="connsiteY39-22592" fmla="*/ 490 h 5728"/>
                    <a:gd name="connsiteX40-22593" fmla="*/ 5130 w 5289"/>
                    <a:gd name="connsiteY40-22594" fmla="*/ 479 h 5728"/>
                    <a:gd name="connsiteX41-22595" fmla="*/ 5190 w 5289"/>
                    <a:gd name="connsiteY41-22596" fmla="*/ 648 h 5728"/>
                    <a:gd name="connsiteX42-22597" fmla="*/ 5108 w 5289"/>
                    <a:gd name="connsiteY42-22598" fmla="*/ 944 h 5728"/>
                    <a:gd name="connsiteX43-22599" fmla="*/ 5108 w 5289"/>
                    <a:gd name="connsiteY43-22600" fmla="*/ 1022 h 5728"/>
                    <a:gd name="connsiteX44-22601" fmla="*/ 5177 w 5289"/>
                    <a:gd name="connsiteY44-22602" fmla="*/ 1168 h 5728"/>
                    <a:gd name="connsiteX45-22603" fmla="*/ 5192 w 5289"/>
                    <a:gd name="connsiteY45-22604" fmla="*/ 1427 h 5728"/>
                    <a:gd name="connsiteX46-22605" fmla="*/ 5194 w 5289"/>
                    <a:gd name="connsiteY46-22606" fmla="*/ 1617 h 5728"/>
                    <a:gd name="connsiteX47-22607" fmla="*/ 5127 w 5289"/>
                    <a:gd name="connsiteY47-22608" fmla="*/ 1625 h 5728"/>
                    <a:gd name="connsiteX48-22609" fmla="*/ 5105 w 5289"/>
                    <a:gd name="connsiteY48-22610" fmla="*/ 1507 h 5728"/>
                    <a:gd name="connsiteX49-22611" fmla="*/ 5070 w 5289"/>
                    <a:gd name="connsiteY49-22612" fmla="*/ 1450 h 5728"/>
                    <a:gd name="connsiteX50-22613" fmla="*/ 4980 w 5289"/>
                    <a:gd name="connsiteY50-22614" fmla="*/ 1582 h 5728"/>
                    <a:gd name="connsiteX51-22615" fmla="*/ 4867 w 5289"/>
                    <a:gd name="connsiteY51-22616" fmla="*/ 1776 h 5728"/>
                    <a:gd name="connsiteX52-22617" fmla="*/ 4748 w 5289"/>
                    <a:gd name="connsiteY52-22618" fmla="*/ 1904 h 5728"/>
                    <a:gd name="connsiteX53-22619" fmla="*/ 4741 w 5289"/>
                    <a:gd name="connsiteY53-22620" fmla="*/ 2018 h 5728"/>
                    <a:gd name="connsiteX54-22621" fmla="*/ 4801 w 5289"/>
                    <a:gd name="connsiteY54-22622" fmla="*/ 2115 h 5728"/>
                    <a:gd name="connsiteX55-22623" fmla="*/ 4903 w 5289"/>
                    <a:gd name="connsiteY55-22624" fmla="*/ 2183 h 5728"/>
                    <a:gd name="connsiteX56-22625" fmla="*/ 4980 w 5289"/>
                    <a:gd name="connsiteY56-22626" fmla="*/ 2178 h 5728"/>
                    <a:gd name="connsiteX57-22627" fmla="*/ 5025 w 5289"/>
                    <a:gd name="connsiteY57-22628" fmla="*/ 2104 h 5728"/>
                    <a:gd name="connsiteX58-22629" fmla="*/ 5059 w 5289"/>
                    <a:gd name="connsiteY58-22630" fmla="*/ 2210 h 5728"/>
                    <a:gd name="connsiteX59-22631" fmla="*/ 4947 w 5289"/>
                    <a:gd name="connsiteY59-22632" fmla="*/ 2249 h 5728"/>
                    <a:gd name="connsiteX60-22633" fmla="*/ 4994 w 5289"/>
                    <a:gd name="connsiteY60-22634" fmla="*/ 2362 h 5728"/>
                    <a:gd name="connsiteX61-22635" fmla="*/ 4859 w 5289"/>
                    <a:gd name="connsiteY61-22636" fmla="*/ 2509 h 5728"/>
                    <a:gd name="connsiteX62-22637" fmla="*/ 4818 w 5289"/>
                    <a:gd name="connsiteY62-22638" fmla="*/ 2498 h 5728"/>
                    <a:gd name="connsiteX63-22639" fmla="*/ 4694 w 5289"/>
                    <a:gd name="connsiteY63-22640" fmla="*/ 2413 h 5728"/>
                    <a:gd name="connsiteX64-22641" fmla="*/ 4639 w 5289"/>
                    <a:gd name="connsiteY64-22642" fmla="*/ 2412 h 5728"/>
                    <a:gd name="connsiteX65-22643" fmla="*/ 4604 w 5289"/>
                    <a:gd name="connsiteY65-22644" fmla="*/ 2480 h 5728"/>
                    <a:gd name="connsiteX66-22645" fmla="*/ 4607 w 5289"/>
                    <a:gd name="connsiteY66-22646" fmla="*/ 2562 h 5728"/>
                    <a:gd name="connsiteX67-22647" fmla="*/ 4785 w 5289"/>
                    <a:gd name="connsiteY67-22648" fmla="*/ 2730 h 5728"/>
                    <a:gd name="connsiteX68-22649" fmla="*/ 4784 w 5289"/>
                    <a:gd name="connsiteY68-22650" fmla="*/ 2844 h 5728"/>
                    <a:gd name="connsiteX69-22651" fmla="*/ 4875 w 5289"/>
                    <a:gd name="connsiteY69-22652" fmla="*/ 3060 h 5728"/>
                    <a:gd name="connsiteX70-22653" fmla="*/ 4901 w 5289"/>
                    <a:gd name="connsiteY70-22654" fmla="*/ 3090 h 5728"/>
                    <a:gd name="connsiteX71-22655" fmla="*/ 4945 w 5289"/>
                    <a:gd name="connsiteY71-22656" fmla="*/ 3094 h 5728"/>
                    <a:gd name="connsiteX72-22657" fmla="*/ 4991 w 5289"/>
                    <a:gd name="connsiteY72-22658" fmla="*/ 3010 h 5728"/>
                    <a:gd name="connsiteX73-22659" fmla="*/ 5071 w 5289"/>
                    <a:gd name="connsiteY73-22660" fmla="*/ 2950 h 5728"/>
                    <a:gd name="connsiteX74-22661" fmla="*/ 5166 w 5289"/>
                    <a:gd name="connsiteY74-22662" fmla="*/ 3126 h 5728"/>
                    <a:gd name="connsiteX75-22663" fmla="*/ 5276 w 5289"/>
                    <a:gd name="connsiteY75-22664" fmla="*/ 3312 h 5728"/>
                    <a:gd name="connsiteX76-22665" fmla="*/ 5289 w 5289"/>
                    <a:gd name="connsiteY76-22666" fmla="*/ 3342 h 5728"/>
                    <a:gd name="connsiteX77-22667" fmla="*/ 5278 w 5289"/>
                    <a:gd name="connsiteY77-22668" fmla="*/ 3518 h 5728"/>
                    <a:gd name="connsiteX78-22669" fmla="*/ 5243 w 5289"/>
                    <a:gd name="connsiteY78-22670" fmla="*/ 3554 h 5728"/>
                    <a:gd name="connsiteX79-22671" fmla="*/ 5154 w 5289"/>
                    <a:gd name="connsiteY79-22672" fmla="*/ 3515 h 5728"/>
                    <a:gd name="connsiteX80-22673" fmla="*/ 4920 w 5289"/>
                    <a:gd name="connsiteY80-22674" fmla="*/ 3644 h 5728"/>
                    <a:gd name="connsiteX81-22675" fmla="*/ 4894 w 5289"/>
                    <a:gd name="connsiteY81-22676" fmla="*/ 3666 h 5728"/>
                    <a:gd name="connsiteX82-22677" fmla="*/ 4714 w 5289"/>
                    <a:gd name="connsiteY82-22678" fmla="*/ 3812 h 5728"/>
                    <a:gd name="connsiteX83-22679" fmla="*/ 4573 w 5289"/>
                    <a:gd name="connsiteY83-22680" fmla="*/ 3926 h 5728"/>
                    <a:gd name="connsiteX84-22681" fmla="*/ 4538 w 5289"/>
                    <a:gd name="connsiteY84-22682" fmla="*/ 3965 h 5728"/>
                    <a:gd name="connsiteX85-22683" fmla="*/ 4486 w 5289"/>
                    <a:gd name="connsiteY85-22684" fmla="*/ 3973 h 5728"/>
                    <a:gd name="connsiteX86-22685" fmla="*/ 4429 w 5289"/>
                    <a:gd name="connsiteY86-22686" fmla="*/ 3916 h 5728"/>
                    <a:gd name="connsiteX87-22687" fmla="*/ 4305 w 5289"/>
                    <a:gd name="connsiteY87-22688" fmla="*/ 3808 h 5728"/>
                    <a:gd name="connsiteX88-22689" fmla="*/ 4329 w 5289"/>
                    <a:gd name="connsiteY88-22690" fmla="*/ 4064 h 5728"/>
                    <a:gd name="connsiteX89-22691" fmla="*/ 4338 w 5289"/>
                    <a:gd name="connsiteY89-22692" fmla="*/ 4192 h 5728"/>
                    <a:gd name="connsiteX90-22693" fmla="*/ 4076 w 5289"/>
                    <a:gd name="connsiteY90-22694" fmla="*/ 4166 h 5728"/>
                    <a:gd name="connsiteX91-22695" fmla="*/ 3994 w 5289"/>
                    <a:gd name="connsiteY91-22696" fmla="*/ 3987 h 5728"/>
                    <a:gd name="connsiteX92-22697" fmla="*/ 3912 w 5289"/>
                    <a:gd name="connsiteY92-22698" fmla="*/ 3802 h 5728"/>
                    <a:gd name="connsiteX93-22699" fmla="*/ 2937 w 5289"/>
                    <a:gd name="connsiteY93-22700" fmla="*/ 4504 h 5728"/>
                    <a:gd name="connsiteX94-22701" fmla="*/ 2940 w 5289"/>
                    <a:gd name="connsiteY94-22702" fmla="*/ 4556 h 5728"/>
                    <a:gd name="connsiteX95-22703" fmla="*/ 2904 w 5289"/>
                    <a:gd name="connsiteY95-22704" fmla="*/ 4614 h 5728"/>
                    <a:gd name="connsiteX96-22705" fmla="*/ 2639 w 5289"/>
                    <a:gd name="connsiteY96-22706" fmla="*/ 4680 h 5728"/>
                    <a:gd name="connsiteX97-22707" fmla="*/ 2504 w 5289"/>
                    <a:gd name="connsiteY97-22708" fmla="*/ 4739 h 5728"/>
                    <a:gd name="connsiteX98-22709" fmla="*/ 2462 w 5289"/>
                    <a:gd name="connsiteY98-22710" fmla="*/ 4777 h 5728"/>
                    <a:gd name="connsiteX99-22711" fmla="*/ 2263 w 5289"/>
                    <a:gd name="connsiteY99-22712" fmla="*/ 5021 h 5728"/>
                    <a:gd name="connsiteX100-22713" fmla="*/ 2190 w 5289"/>
                    <a:gd name="connsiteY100-22714" fmla="*/ 4970 h 5728"/>
                    <a:gd name="connsiteX101-22715" fmla="*/ 2107 w 5289"/>
                    <a:gd name="connsiteY101-22716" fmla="*/ 4971 h 5728"/>
                    <a:gd name="connsiteX102-22717" fmla="*/ 2071 w 5289"/>
                    <a:gd name="connsiteY102-22718" fmla="*/ 5045 h 5728"/>
                    <a:gd name="connsiteX103-22719" fmla="*/ 1960 w 5289"/>
                    <a:gd name="connsiteY103-22720" fmla="*/ 5000 h 5728"/>
                    <a:gd name="connsiteX104-22721" fmla="*/ 1882 w 5289"/>
                    <a:gd name="connsiteY104-22722" fmla="*/ 5109 h 5728"/>
                    <a:gd name="connsiteX105-22723" fmla="*/ 1660 w 5289"/>
                    <a:gd name="connsiteY105-22724" fmla="*/ 5349 h 5728"/>
                    <a:gd name="connsiteX106-22725" fmla="*/ 1640 w 5289"/>
                    <a:gd name="connsiteY106-22726" fmla="*/ 5516 h 5728"/>
                    <a:gd name="connsiteX107-22727" fmla="*/ 1623 w 5289"/>
                    <a:gd name="connsiteY107-22728" fmla="*/ 5659 h 5728"/>
                    <a:gd name="connsiteX108-22729" fmla="*/ 1607 w 5289"/>
                    <a:gd name="connsiteY108-22730" fmla="*/ 5669 h 5728"/>
                    <a:gd name="connsiteX109-22731" fmla="*/ 1285 w 5289"/>
                    <a:gd name="connsiteY109-22732" fmla="*/ 5621 h 5728"/>
                    <a:gd name="connsiteX110-22733" fmla="*/ 1183 w 5289"/>
                    <a:gd name="connsiteY110-22734" fmla="*/ 5566 h 5728"/>
                    <a:gd name="connsiteX111-22735" fmla="*/ 1129 w 5289"/>
                    <a:gd name="connsiteY111-22736" fmla="*/ 5503 h 5728"/>
                    <a:gd name="connsiteX112-22737" fmla="*/ 1024 w 5289"/>
                    <a:gd name="connsiteY112-22738" fmla="*/ 5477 h 5728"/>
                    <a:gd name="connsiteX113-22739" fmla="*/ 1024 w 5289"/>
                    <a:gd name="connsiteY113-22740" fmla="*/ 5379 h 5728"/>
                    <a:gd name="connsiteX114-22741" fmla="*/ 1128 w 5289"/>
                    <a:gd name="connsiteY114-22742" fmla="*/ 5149 h 5728"/>
                    <a:gd name="connsiteX115-22743" fmla="*/ 988 w 5289"/>
                    <a:gd name="connsiteY115-22744" fmla="*/ 5070 h 5728"/>
                    <a:gd name="connsiteX116-22745" fmla="*/ 946 w 5289"/>
                    <a:gd name="connsiteY116-22746" fmla="*/ 5095 h 5728"/>
                    <a:gd name="connsiteX117-22747" fmla="*/ 856 w 5289"/>
                    <a:gd name="connsiteY117-22748" fmla="*/ 5214 h 5728"/>
                    <a:gd name="connsiteX118-22749" fmla="*/ 824 w 5289"/>
                    <a:gd name="connsiteY118-22750" fmla="*/ 5276 h 5728"/>
                    <a:gd name="connsiteX119-22751" fmla="*/ 762 w 5289"/>
                    <a:gd name="connsiteY119-22752" fmla="*/ 5386 h 5728"/>
                    <a:gd name="connsiteX120-22753" fmla="*/ 768 w 5289"/>
                    <a:gd name="connsiteY120-22754" fmla="*/ 5510 h 5728"/>
                    <a:gd name="connsiteX121-22755" fmla="*/ 729 w 5289"/>
                    <a:gd name="connsiteY121-22756" fmla="*/ 5558 h 5728"/>
                    <a:gd name="connsiteX122-22757" fmla="*/ 598 w 5289"/>
                    <a:gd name="connsiteY122-22758" fmla="*/ 5617 h 5728"/>
                    <a:gd name="connsiteX123-22759" fmla="*/ 432 w 5289"/>
                    <a:gd name="connsiteY123-22760" fmla="*/ 5649 h 5728"/>
                    <a:gd name="connsiteX124-22761" fmla="*/ 329 w 5289"/>
                    <a:gd name="connsiteY124-22762" fmla="*/ 5728 h 5728"/>
                    <a:gd name="connsiteX125-22763" fmla="*/ 215 w 5289"/>
                    <a:gd name="connsiteY125-22764" fmla="*/ 5611 h 5728"/>
                    <a:gd name="connsiteX126-22765" fmla="*/ 155 w 5289"/>
                    <a:gd name="connsiteY126-22766" fmla="*/ 5485 h 5728"/>
                    <a:gd name="connsiteX127-22767" fmla="*/ 277 w 5289"/>
                    <a:gd name="connsiteY127-22768" fmla="*/ 5242 h 5728"/>
                    <a:gd name="connsiteX128-22769" fmla="*/ 332 w 5289"/>
                    <a:gd name="connsiteY128-22770" fmla="*/ 5195 h 5728"/>
                    <a:gd name="connsiteX129-22771" fmla="*/ 377 w 5289"/>
                    <a:gd name="connsiteY129-22772" fmla="*/ 5120 h 5728"/>
                    <a:gd name="connsiteX130-22773" fmla="*/ 374 w 5289"/>
                    <a:gd name="connsiteY130-22774" fmla="*/ 5071 h 5728"/>
                    <a:gd name="connsiteX131-22775" fmla="*/ 177 w 5289"/>
                    <a:gd name="connsiteY131-22776" fmla="*/ 5007 h 5728"/>
                    <a:gd name="connsiteX132-22777" fmla="*/ 106 w 5289"/>
                    <a:gd name="connsiteY132-22778" fmla="*/ 5064 h 5728"/>
                    <a:gd name="connsiteX133-22779" fmla="*/ 0 w 5289"/>
                    <a:gd name="connsiteY133-22780" fmla="*/ 5111 h 5728"/>
                    <a:gd name="connsiteX0-22781" fmla="*/ 3997 w 5183"/>
                    <a:gd name="connsiteY0-22782" fmla="*/ 2333 h 5728"/>
                    <a:gd name="connsiteX1-22783" fmla="*/ 3995 w 5183"/>
                    <a:gd name="connsiteY1-22784" fmla="*/ 2117 h 5728"/>
                    <a:gd name="connsiteX2-22785" fmla="*/ 3919 w 5183"/>
                    <a:gd name="connsiteY2-22786" fmla="*/ 2039 h 5728"/>
                    <a:gd name="connsiteX3-22787" fmla="*/ 3776 w 5183"/>
                    <a:gd name="connsiteY3-22788" fmla="*/ 1951 h 5728"/>
                    <a:gd name="connsiteX4-22789" fmla="*/ 3684 w 5183"/>
                    <a:gd name="connsiteY4-22790" fmla="*/ 1827 h 5728"/>
                    <a:gd name="connsiteX5-22791" fmla="*/ 3588 w 5183"/>
                    <a:gd name="connsiteY5-22792" fmla="*/ 1828 h 5728"/>
                    <a:gd name="connsiteX6-22793" fmla="*/ 3543 w 5183"/>
                    <a:gd name="connsiteY6-22794" fmla="*/ 1883 h 5728"/>
                    <a:gd name="connsiteX7-22795" fmla="*/ 3450 w 5183"/>
                    <a:gd name="connsiteY7-22796" fmla="*/ 1877 h 5728"/>
                    <a:gd name="connsiteX8-22797" fmla="*/ 3430 w 5183"/>
                    <a:gd name="connsiteY8-22798" fmla="*/ 1994 h 5728"/>
                    <a:gd name="connsiteX9-22799" fmla="*/ 3249 w 5183"/>
                    <a:gd name="connsiteY9-22800" fmla="*/ 1941 h 5728"/>
                    <a:gd name="connsiteX10-22801" fmla="*/ 3166 w 5183"/>
                    <a:gd name="connsiteY10-22802" fmla="*/ 1939 h 5728"/>
                    <a:gd name="connsiteX11-22803" fmla="*/ 3041 w 5183"/>
                    <a:gd name="connsiteY11-22804" fmla="*/ 2014 h 5728"/>
                    <a:gd name="connsiteX12-22805" fmla="*/ 2929 w 5183"/>
                    <a:gd name="connsiteY12-22806" fmla="*/ 1890 h 5728"/>
                    <a:gd name="connsiteX13-22807" fmla="*/ 3023 w 5183"/>
                    <a:gd name="connsiteY13-22808" fmla="*/ 1804 h 5728"/>
                    <a:gd name="connsiteX14-22809" fmla="*/ 3027 w 5183"/>
                    <a:gd name="connsiteY14-22810" fmla="*/ 1634 h 5728"/>
                    <a:gd name="connsiteX15-22811" fmla="*/ 3082 w 5183"/>
                    <a:gd name="connsiteY15-22812" fmla="*/ 1514 h 5728"/>
                    <a:gd name="connsiteX16-22813" fmla="*/ 3125 w 5183"/>
                    <a:gd name="connsiteY16-22814" fmla="*/ 1306 h 5728"/>
                    <a:gd name="connsiteX17-22815" fmla="*/ 3185 w 5183"/>
                    <a:gd name="connsiteY17-22816" fmla="*/ 1307 h 5728"/>
                    <a:gd name="connsiteX18-22817" fmla="*/ 3508 w 5183"/>
                    <a:gd name="connsiteY18-22818" fmla="*/ 1286 h 5728"/>
                    <a:gd name="connsiteX19-22819" fmla="*/ 3682 w 5183"/>
                    <a:gd name="connsiteY19-22820" fmla="*/ 1117 h 5728"/>
                    <a:gd name="connsiteX20-22821" fmla="*/ 3751 w 5183"/>
                    <a:gd name="connsiteY20-22822" fmla="*/ 748 h 5728"/>
                    <a:gd name="connsiteX21-22823" fmla="*/ 3861 w 5183"/>
                    <a:gd name="connsiteY21-22824" fmla="*/ 486 h 5728"/>
                    <a:gd name="connsiteX22-22825" fmla="*/ 3859 w 5183"/>
                    <a:gd name="connsiteY22-22826" fmla="*/ 358 h 5728"/>
                    <a:gd name="connsiteX23-22827" fmla="*/ 3846 w 5183"/>
                    <a:gd name="connsiteY23-22828" fmla="*/ 328 h 5728"/>
                    <a:gd name="connsiteX24-22829" fmla="*/ 3779 w 5183"/>
                    <a:gd name="connsiteY24-22830" fmla="*/ 251 h 5728"/>
                    <a:gd name="connsiteX25-22831" fmla="*/ 3719 w 5183"/>
                    <a:gd name="connsiteY25-22832" fmla="*/ 217 h 5728"/>
                    <a:gd name="connsiteX26-22833" fmla="*/ 3844 w 5183"/>
                    <a:gd name="connsiteY26-22834" fmla="*/ 56 h 5728"/>
                    <a:gd name="connsiteX27-22835" fmla="*/ 4017 w 5183"/>
                    <a:gd name="connsiteY27-22836" fmla="*/ 2 h 5728"/>
                    <a:gd name="connsiteX28-22837" fmla="*/ 4049 w 5183"/>
                    <a:gd name="connsiteY28-22838" fmla="*/ 49 h 5728"/>
                    <a:gd name="connsiteX29-22839" fmla="*/ 4039 w 5183"/>
                    <a:gd name="connsiteY29-22840" fmla="*/ 133 h 5728"/>
                    <a:gd name="connsiteX30-22841" fmla="*/ 3978 w 5183"/>
                    <a:gd name="connsiteY30-22842" fmla="*/ 243 h 5728"/>
                    <a:gd name="connsiteX31-22843" fmla="*/ 4048 w 5183"/>
                    <a:gd name="connsiteY31-22844" fmla="*/ 301 h 5728"/>
                    <a:gd name="connsiteX32-22845" fmla="*/ 4162 w 5183"/>
                    <a:gd name="connsiteY32-22846" fmla="*/ 366 h 5728"/>
                    <a:gd name="connsiteX33-22847" fmla="*/ 4182 w 5183"/>
                    <a:gd name="connsiteY33-22848" fmla="*/ 255 h 5728"/>
                    <a:gd name="connsiteX34-22849" fmla="*/ 4316 w 5183"/>
                    <a:gd name="connsiteY34-22850" fmla="*/ 291 h 5728"/>
                    <a:gd name="connsiteX35-22851" fmla="*/ 4341 w 5183"/>
                    <a:gd name="connsiteY35-22852" fmla="*/ 331 h 5728"/>
                    <a:gd name="connsiteX36-22853" fmla="*/ 4417 w 5183"/>
                    <a:gd name="connsiteY36-22854" fmla="*/ 562 h 5728"/>
                    <a:gd name="connsiteX37-22855" fmla="*/ 4452 w 5183"/>
                    <a:gd name="connsiteY37-22856" fmla="*/ 586 h 5728"/>
                    <a:gd name="connsiteX38-22857" fmla="*/ 4544 w 5183"/>
                    <a:gd name="connsiteY38-22858" fmla="*/ 578 h 5728"/>
                    <a:gd name="connsiteX39-22859" fmla="*/ 4804 w 5183"/>
                    <a:gd name="connsiteY39-22860" fmla="*/ 490 h 5728"/>
                    <a:gd name="connsiteX40-22861" fmla="*/ 5024 w 5183"/>
                    <a:gd name="connsiteY40-22862" fmla="*/ 479 h 5728"/>
                    <a:gd name="connsiteX41-22863" fmla="*/ 5084 w 5183"/>
                    <a:gd name="connsiteY41-22864" fmla="*/ 648 h 5728"/>
                    <a:gd name="connsiteX42-22865" fmla="*/ 5002 w 5183"/>
                    <a:gd name="connsiteY42-22866" fmla="*/ 944 h 5728"/>
                    <a:gd name="connsiteX43-22867" fmla="*/ 5002 w 5183"/>
                    <a:gd name="connsiteY43-22868" fmla="*/ 1022 h 5728"/>
                    <a:gd name="connsiteX44-22869" fmla="*/ 5071 w 5183"/>
                    <a:gd name="connsiteY44-22870" fmla="*/ 1168 h 5728"/>
                    <a:gd name="connsiteX45-22871" fmla="*/ 5086 w 5183"/>
                    <a:gd name="connsiteY45-22872" fmla="*/ 1427 h 5728"/>
                    <a:gd name="connsiteX46-22873" fmla="*/ 5088 w 5183"/>
                    <a:gd name="connsiteY46-22874" fmla="*/ 1617 h 5728"/>
                    <a:gd name="connsiteX47-22875" fmla="*/ 5021 w 5183"/>
                    <a:gd name="connsiteY47-22876" fmla="*/ 1625 h 5728"/>
                    <a:gd name="connsiteX48-22877" fmla="*/ 4999 w 5183"/>
                    <a:gd name="connsiteY48-22878" fmla="*/ 1507 h 5728"/>
                    <a:gd name="connsiteX49-22879" fmla="*/ 4964 w 5183"/>
                    <a:gd name="connsiteY49-22880" fmla="*/ 1450 h 5728"/>
                    <a:gd name="connsiteX50-22881" fmla="*/ 4874 w 5183"/>
                    <a:gd name="connsiteY50-22882" fmla="*/ 1582 h 5728"/>
                    <a:gd name="connsiteX51-22883" fmla="*/ 4761 w 5183"/>
                    <a:gd name="connsiteY51-22884" fmla="*/ 1776 h 5728"/>
                    <a:gd name="connsiteX52-22885" fmla="*/ 4642 w 5183"/>
                    <a:gd name="connsiteY52-22886" fmla="*/ 1904 h 5728"/>
                    <a:gd name="connsiteX53-22887" fmla="*/ 4635 w 5183"/>
                    <a:gd name="connsiteY53-22888" fmla="*/ 2018 h 5728"/>
                    <a:gd name="connsiteX54-22889" fmla="*/ 4695 w 5183"/>
                    <a:gd name="connsiteY54-22890" fmla="*/ 2115 h 5728"/>
                    <a:gd name="connsiteX55-22891" fmla="*/ 4797 w 5183"/>
                    <a:gd name="connsiteY55-22892" fmla="*/ 2183 h 5728"/>
                    <a:gd name="connsiteX56-22893" fmla="*/ 4874 w 5183"/>
                    <a:gd name="connsiteY56-22894" fmla="*/ 2178 h 5728"/>
                    <a:gd name="connsiteX57-22895" fmla="*/ 4919 w 5183"/>
                    <a:gd name="connsiteY57-22896" fmla="*/ 2104 h 5728"/>
                    <a:gd name="connsiteX58-22897" fmla="*/ 4953 w 5183"/>
                    <a:gd name="connsiteY58-22898" fmla="*/ 2210 h 5728"/>
                    <a:gd name="connsiteX59-22899" fmla="*/ 4841 w 5183"/>
                    <a:gd name="connsiteY59-22900" fmla="*/ 2249 h 5728"/>
                    <a:gd name="connsiteX60-22901" fmla="*/ 4888 w 5183"/>
                    <a:gd name="connsiteY60-22902" fmla="*/ 2362 h 5728"/>
                    <a:gd name="connsiteX61-22903" fmla="*/ 4753 w 5183"/>
                    <a:gd name="connsiteY61-22904" fmla="*/ 2509 h 5728"/>
                    <a:gd name="connsiteX62-22905" fmla="*/ 4712 w 5183"/>
                    <a:gd name="connsiteY62-22906" fmla="*/ 2498 h 5728"/>
                    <a:gd name="connsiteX63-22907" fmla="*/ 4588 w 5183"/>
                    <a:gd name="connsiteY63-22908" fmla="*/ 2413 h 5728"/>
                    <a:gd name="connsiteX64-22909" fmla="*/ 4533 w 5183"/>
                    <a:gd name="connsiteY64-22910" fmla="*/ 2412 h 5728"/>
                    <a:gd name="connsiteX65-22911" fmla="*/ 4498 w 5183"/>
                    <a:gd name="connsiteY65-22912" fmla="*/ 2480 h 5728"/>
                    <a:gd name="connsiteX66-22913" fmla="*/ 4501 w 5183"/>
                    <a:gd name="connsiteY66-22914" fmla="*/ 2562 h 5728"/>
                    <a:gd name="connsiteX67-22915" fmla="*/ 4679 w 5183"/>
                    <a:gd name="connsiteY67-22916" fmla="*/ 2730 h 5728"/>
                    <a:gd name="connsiteX68-22917" fmla="*/ 4678 w 5183"/>
                    <a:gd name="connsiteY68-22918" fmla="*/ 2844 h 5728"/>
                    <a:gd name="connsiteX69-22919" fmla="*/ 4769 w 5183"/>
                    <a:gd name="connsiteY69-22920" fmla="*/ 3060 h 5728"/>
                    <a:gd name="connsiteX70-22921" fmla="*/ 4795 w 5183"/>
                    <a:gd name="connsiteY70-22922" fmla="*/ 3090 h 5728"/>
                    <a:gd name="connsiteX71-22923" fmla="*/ 4839 w 5183"/>
                    <a:gd name="connsiteY71-22924" fmla="*/ 3094 h 5728"/>
                    <a:gd name="connsiteX72-22925" fmla="*/ 4885 w 5183"/>
                    <a:gd name="connsiteY72-22926" fmla="*/ 3010 h 5728"/>
                    <a:gd name="connsiteX73-22927" fmla="*/ 4965 w 5183"/>
                    <a:gd name="connsiteY73-22928" fmla="*/ 2950 h 5728"/>
                    <a:gd name="connsiteX74-22929" fmla="*/ 5060 w 5183"/>
                    <a:gd name="connsiteY74-22930" fmla="*/ 3126 h 5728"/>
                    <a:gd name="connsiteX75-22931" fmla="*/ 5170 w 5183"/>
                    <a:gd name="connsiteY75-22932" fmla="*/ 3312 h 5728"/>
                    <a:gd name="connsiteX76-22933" fmla="*/ 5183 w 5183"/>
                    <a:gd name="connsiteY76-22934" fmla="*/ 3342 h 5728"/>
                    <a:gd name="connsiteX77-22935" fmla="*/ 5172 w 5183"/>
                    <a:gd name="connsiteY77-22936" fmla="*/ 3518 h 5728"/>
                    <a:gd name="connsiteX78-22937" fmla="*/ 5137 w 5183"/>
                    <a:gd name="connsiteY78-22938" fmla="*/ 3554 h 5728"/>
                    <a:gd name="connsiteX79-22939" fmla="*/ 5048 w 5183"/>
                    <a:gd name="connsiteY79-22940" fmla="*/ 3515 h 5728"/>
                    <a:gd name="connsiteX80-22941" fmla="*/ 4814 w 5183"/>
                    <a:gd name="connsiteY80-22942" fmla="*/ 3644 h 5728"/>
                    <a:gd name="connsiteX81-22943" fmla="*/ 4788 w 5183"/>
                    <a:gd name="connsiteY81-22944" fmla="*/ 3666 h 5728"/>
                    <a:gd name="connsiteX82-22945" fmla="*/ 4608 w 5183"/>
                    <a:gd name="connsiteY82-22946" fmla="*/ 3812 h 5728"/>
                    <a:gd name="connsiteX83-22947" fmla="*/ 4467 w 5183"/>
                    <a:gd name="connsiteY83-22948" fmla="*/ 3926 h 5728"/>
                    <a:gd name="connsiteX84-22949" fmla="*/ 4432 w 5183"/>
                    <a:gd name="connsiteY84-22950" fmla="*/ 3965 h 5728"/>
                    <a:gd name="connsiteX85-22951" fmla="*/ 4380 w 5183"/>
                    <a:gd name="connsiteY85-22952" fmla="*/ 3973 h 5728"/>
                    <a:gd name="connsiteX86-22953" fmla="*/ 4323 w 5183"/>
                    <a:gd name="connsiteY86-22954" fmla="*/ 3916 h 5728"/>
                    <a:gd name="connsiteX87-22955" fmla="*/ 4199 w 5183"/>
                    <a:gd name="connsiteY87-22956" fmla="*/ 3808 h 5728"/>
                    <a:gd name="connsiteX88-22957" fmla="*/ 4223 w 5183"/>
                    <a:gd name="connsiteY88-22958" fmla="*/ 4064 h 5728"/>
                    <a:gd name="connsiteX89-22959" fmla="*/ 4232 w 5183"/>
                    <a:gd name="connsiteY89-22960" fmla="*/ 4192 h 5728"/>
                    <a:gd name="connsiteX90-22961" fmla="*/ 3970 w 5183"/>
                    <a:gd name="connsiteY90-22962" fmla="*/ 4166 h 5728"/>
                    <a:gd name="connsiteX91-22963" fmla="*/ 3888 w 5183"/>
                    <a:gd name="connsiteY91-22964" fmla="*/ 3987 h 5728"/>
                    <a:gd name="connsiteX92-22965" fmla="*/ 3806 w 5183"/>
                    <a:gd name="connsiteY92-22966" fmla="*/ 3802 h 5728"/>
                    <a:gd name="connsiteX93-22967" fmla="*/ 2831 w 5183"/>
                    <a:gd name="connsiteY93-22968" fmla="*/ 4504 h 5728"/>
                    <a:gd name="connsiteX94-22969" fmla="*/ 2834 w 5183"/>
                    <a:gd name="connsiteY94-22970" fmla="*/ 4556 h 5728"/>
                    <a:gd name="connsiteX95-22971" fmla="*/ 2798 w 5183"/>
                    <a:gd name="connsiteY95-22972" fmla="*/ 4614 h 5728"/>
                    <a:gd name="connsiteX96-22973" fmla="*/ 2533 w 5183"/>
                    <a:gd name="connsiteY96-22974" fmla="*/ 4680 h 5728"/>
                    <a:gd name="connsiteX97-22975" fmla="*/ 2398 w 5183"/>
                    <a:gd name="connsiteY97-22976" fmla="*/ 4739 h 5728"/>
                    <a:gd name="connsiteX98-22977" fmla="*/ 2356 w 5183"/>
                    <a:gd name="connsiteY98-22978" fmla="*/ 4777 h 5728"/>
                    <a:gd name="connsiteX99-22979" fmla="*/ 2157 w 5183"/>
                    <a:gd name="connsiteY99-22980" fmla="*/ 5021 h 5728"/>
                    <a:gd name="connsiteX100-22981" fmla="*/ 2084 w 5183"/>
                    <a:gd name="connsiteY100-22982" fmla="*/ 4970 h 5728"/>
                    <a:gd name="connsiteX101-22983" fmla="*/ 2001 w 5183"/>
                    <a:gd name="connsiteY101-22984" fmla="*/ 4971 h 5728"/>
                    <a:gd name="connsiteX102-22985" fmla="*/ 1965 w 5183"/>
                    <a:gd name="connsiteY102-22986" fmla="*/ 5045 h 5728"/>
                    <a:gd name="connsiteX103-22987" fmla="*/ 1854 w 5183"/>
                    <a:gd name="connsiteY103-22988" fmla="*/ 5000 h 5728"/>
                    <a:gd name="connsiteX104-22989" fmla="*/ 1776 w 5183"/>
                    <a:gd name="connsiteY104-22990" fmla="*/ 5109 h 5728"/>
                    <a:gd name="connsiteX105-22991" fmla="*/ 1554 w 5183"/>
                    <a:gd name="connsiteY105-22992" fmla="*/ 5349 h 5728"/>
                    <a:gd name="connsiteX106-22993" fmla="*/ 1534 w 5183"/>
                    <a:gd name="connsiteY106-22994" fmla="*/ 5516 h 5728"/>
                    <a:gd name="connsiteX107-22995" fmla="*/ 1517 w 5183"/>
                    <a:gd name="connsiteY107-22996" fmla="*/ 5659 h 5728"/>
                    <a:gd name="connsiteX108-22997" fmla="*/ 1501 w 5183"/>
                    <a:gd name="connsiteY108-22998" fmla="*/ 5669 h 5728"/>
                    <a:gd name="connsiteX109-22999" fmla="*/ 1179 w 5183"/>
                    <a:gd name="connsiteY109-23000" fmla="*/ 5621 h 5728"/>
                    <a:gd name="connsiteX110-23001" fmla="*/ 1077 w 5183"/>
                    <a:gd name="connsiteY110-23002" fmla="*/ 5566 h 5728"/>
                    <a:gd name="connsiteX111-23003" fmla="*/ 1023 w 5183"/>
                    <a:gd name="connsiteY111-23004" fmla="*/ 5503 h 5728"/>
                    <a:gd name="connsiteX112-23005" fmla="*/ 918 w 5183"/>
                    <a:gd name="connsiteY112-23006" fmla="*/ 5477 h 5728"/>
                    <a:gd name="connsiteX113-23007" fmla="*/ 918 w 5183"/>
                    <a:gd name="connsiteY113-23008" fmla="*/ 5379 h 5728"/>
                    <a:gd name="connsiteX114-23009" fmla="*/ 1022 w 5183"/>
                    <a:gd name="connsiteY114-23010" fmla="*/ 5149 h 5728"/>
                    <a:gd name="connsiteX115-23011" fmla="*/ 882 w 5183"/>
                    <a:gd name="connsiteY115-23012" fmla="*/ 5070 h 5728"/>
                    <a:gd name="connsiteX116-23013" fmla="*/ 840 w 5183"/>
                    <a:gd name="connsiteY116-23014" fmla="*/ 5095 h 5728"/>
                    <a:gd name="connsiteX117-23015" fmla="*/ 750 w 5183"/>
                    <a:gd name="connsiteY117-23016" fmla="*/ 5214 h 5728"/>
                    <a:gd name="connsiteX118-23017" fmla="*/ 718 w 5183"/>
                    <a:gd name="connsiteY118-23018" fmla="*/ 5276 h 5728"/>
                    <a:gd name="connsiteX119-23019" fmla="*/ 656 w 5183"/>
                    <a:gd name="connsiteY119-23020" fmla="*/ 5386 h 5728"/>
                    <a:gd name="connsiteX120-23021" fmla="*/ 662 w 5183"/>
                    <a:gd name="connsiteY120-23022" fmla="*/ 5510 h 5728"/>
                    <a:gd name="connsiteX121-23023" fmla="*/ 623 w 5183"/>
                    <a:gd name="connsiteY121-23024" fmla="*/ 5558 h 5728"/>
                    <a:gd name="connsiteX122-23025" fmla="*/ 492 w 5183"/>
                    <a:gd name="connsiteY122-23026" fmla="*/ 5617 h 5728"/>
                    <a:gd name="connsiteX123-23027" fmla="*/ 326 w 5183"/>
                    <a:gd name="connsiteY123-23028" fmla="*/ 5649 h 5728"/>
                    <a:gd name="connsiteX124-23029" fmla="*/ 223 w 5183"/>
                    <a:gd name="connsiteY124-23030" fmla="*/ 5728 h 5728"/>
                    <a:gd name="connsiteX125-23031" fmla="*/ 109 w 5183"/>
                    <a:gd name="connsiteY125-23032" fmla="*/ 5611 h 5728"/>
                    <a:gd name="connsiteX126-23033" fmla="*/ 49 w 5183"/>
                    <a:gd name="connsiteY126-23034" fmla="*/ 5485 h 5728"/>
                    <a:gd name="connsiteX127-23035" fmla="*/ 171 w 5183"/>
                    <a:gd name="connsiteY127-23036" fmla="*/ 5242 h 5728"/>
                    <a:gd name="connsiteX128-23037" fmla="*/ 226 w 5183"/>
                    <a:gd name="connsiteY128-23038" fmla="*/ 5195 h 5728"/>
                    <a:gd name="connsiteX129-23039" fmla="*/ 271 w 5183"/>
                    <a:gd name="connsiteY129-23040" fmla="*/ 5120 h 5728"/>
                    <a:gd name="connsiteX130-23041" fmla="*/ 268 w 5183"/>
                    <a:gd name="connsiteY130-23042" fmla="*/ 5071 h 5728"/>
                    <a:gd name="connsiteX131-23043" fmla="*/ 71 w 5183"/>
                    <a:gd name="connsiteY131-23044" fmla="*/ 5007 h 5728"/>
                    <a:gd name="connsiteX132-23045" fmla="*/ 0 w 5183"/>
                    <a:gd name="connsiteY132-23046" fmla="*/ 5064 h 5728"/>
                    <a:gd name="connsiteX0-23047" fmla="*/ 3948 w 5134"/>
                    <a:gd name="connsiteY0-23048" fmla="*/ 2333 h 5728"/>
                    <a:gd name="connsiteX1-23049" fmla="*/ 3946 w 5134"/>
                    <a:gd name="connsiteY1-23050" fmla="*/ 2117 h 5728"/>
                    <a:gd name="connsiteX2-23051" fmla="*/ 3870 w 5134"/>
                    <a:gd name="connsiteY2-23052" fmla="*/ 2039 h 5728"/>
                    <a:gd name="connsiteX3-23053" fmla="*/ 3727 w 5134"/>
                    <a:gd name="connsiteY3-23054" fmla="*/ 1951 h 5728"/>
                    <a:gd name="connsiteX4-23055" fmla="*/ 3635 w 5134"/>
                    <a:gd name="connsiteY4-23056" fmla="*/ 1827 h 5728"/>
                    <a:gd name="connsiteX5-23057" fmla="*/ 3539 w 5134"/>
                    <a:gd name="connsiteY5-23058" fmla="*/ 1828 h 5728"/>
                    <a:gd name="connsiteX6-23059" fmla="*/ 3494 w 5134"/>
                    <a:gd name="connsiteY6-23060" fmla="*/ 1883 h 5728"/>
                    <a:gd name="connsiteX7-23061" fmla="*/ 3401 w 5134"/>
                    <a:gd name="connsiteY7-23062" fmla="*/ 1877 h 5728"/>
                    <a:gd name="connsiteX8-23063" fmla="*/ 3381 w 5134"/>
                    <a:gd name="connsiteY8-23064" fmla="*/ 1994 h 5728"/>
                    <a:gd name="connsiteX9-23065" fmla="*/ 3200 w 5134"/>
                    <a:gd name="connsiteY9-23066" fmla="*/ 1941 h 5728"/>
                    <a:gd name="connsiteX10-23067" fmla="*/ 3117 w 5134"/>
                    <a:gd name="connsiteY10-23068" fmla="*/ 1939 h 5728"/>
                    <a:gd name="connsiteX11-23069" fmla="*/ 2992 w 5134"/>
                    <a:gd name="connsiteY11-23070" fmla="*/ 2014 h 5728"/>
                    <a:gd name="connsiteX12-23071" fmla="*/ 2880 w 5134"/>
                    <a:gd name="connsiteY12-23072" fmla="*/ 1890 h 5728"/>
                    <a:gd name="connsiteX13-23073" fmla="*/ 2974 w 5134"/>
                    <a:gd name="connsiteY13-23074" fmla="*/ 1804 h 5728"/>
                    <a:gd name="connsiteX14-23075" fmla="*/ 2978 w 5134"/>
                    <a:gd name="connsiteY14-23076" fmla="*/ 1634 h 5728"/>
                    <a:gd name="connsiteX15-23077" fmla="*/ 3033 w 5134"/>
                    <a:gd name="connsiteY15-23078" fmla="*/ 1514 h 5728"/>
                    <a:gd name="connsiteX16-23079" fmla="*/ 3076 w 5134"/>
                    <a:gd name="connsiteY16-23080" fmla="*/ 1306 h 5728"/>
                    <a:gd name="connsiteX17-23081" fmla="*/ 3136 w 5134"/>
                    <a:gd name="connsiteY17-23082" fmla="*/ 1307 h 5728"/>
                    <a:gd name="connsiteX18-23083" fmla="*/ 3459 w 5134"/>
                    <a:gd name="connsiteY18-23084" fmla="*/ 1286 h 5728"/>
                    <a:gd name="connsiteX19-23085" fmla="*/ 3633 w 5134"/>
                    <a:gd name="connsiteY19-23086" fmla="*/ 1117 h 5728"/>
                    <a:gd name="connsiteX20-23087" fmla="*/ 3702 w 5134"/>
                    <a:gd name="connsiteY20-23088" fmla="*/ 748 h 5728"/>
                    <a:gd name="connsiteX21-23089" fmla="*/ 3812 w 5134"/>
                    <a:gd name="connsiteY21-23090" fmla="*/ 486 h 5728"/>
                    <a:gd name="connsiteX22-23091" fmla="*/ 3810 w 5134"/>
                    <a:gd name="connsiteY22-23092" fmla="*/ 358 h 5728"/>
                    <a:gd name="connsiteX23-23093" fmla="*/ 3797 w 5134"/>
                    <a:gd name="connsiteY23-23094" fmla="*/ 328 h 5728"/>
                    <a:gd name="connsiteX24-23095" fmla="*/ 3730 w 5134"/>
                    <a:gd name="connsiteY24-23096" fmla="*/ 251 h 5728"/>
                    <a:gd name="connsiteX25-23097" fmla="*/ 3670 w 5134"/>
                    <a:gd name="connsiteY25-23098" fmla="*/ 217 h 5728"/>
                    <a:gd name="connsiteX26-23099" fmla="*/ 3795 w 5134"/>
                    <a:gd name="connsiteY26-23100" fmla="*/ 56 h 5728"/>
                    <a:gd name="connsiteX27-23101" fmla="*/ 3968 w 5134"/>
                    <a:gd name="connsiteY27-23102" fmla="*/ 2 h 5728"/>
                    <a:gd name="connsiteX28-23103" fmla="*/ 4000 w 5134"/>
                    <a:gd name="connsiteY28-23104" fmla="*/ 49 h 5728"/>
                    <a:gd name="connsiteX29-23105" fmla="*/ 3990 w 5134"/>
                    <a:gd name="connsiteY29-23106" fmla="*/ 133 h 5728"/>
                    <a:gd name="connsiteX30-23107" fmla="*/ 3929 w 5134"/>
                    <a:gd name="connsiteY30-23108" fmla="*/ 243 h 5728"/>
                    <a:gd name="connsiteX31-23109" fmla="*/ 3999 w 5134"/>
                    <a:gd name="connsiteY31-23110" fmla="*/ 301 h 5728"/>
                    <a:gd name="connsiteX32-23111" fmla="*/ 4113 w 5134"/>
                    <a:gd name="connsiteY32-23112" fmla="*/ 366 h 5728"/>
                    <a:gd name="connsiteX33-23113" fmla="*/ 4133 w 5134"/>
                    <a:gd name="connsiteY33-23114" fmla="*/ 255 h 5728"/>
                    <a:gd name="connsiteX34-23115" fmla="*/ 4267 w 5134"/>
                    <a:gd name="connsiteY34-23116" fmla="*/ 291 h 5728"/>
                    <a:gd name="connsiteX35-23117" fmla="*/ 4292 w 5134"/>
                    <a:gd name="connsiteY35-23118" fmla="*/ 331 h 5728"/>
                    <a:gd name="connsiteX36-23119" fmla="*/ 4368 w 5134"/>
                    <a:gd name="connsiteY36-23120" fmla="*/ 562 h 5728"/>
                    <a:gd name="connsiteX37-23121" fmla="*/ 4403 w 5134"/>
                    <a:gd name="connsiteY37-23122" fmla="*/ 586 h 5728"/>
                    <a:gd name="connsiteX38-23123" fmla="*/ 4495 w 5134"/>
                    <a:gd name="connsiteY38-23124" fmla="*/ 578 h 5728"/>
                    <a:gd name="connsiteX39-23125" fmla="*/ 4755 w 5134"/>
                    <a:gd name="connsiteY39-23126" fmla="*/ 490 h 5728"/>
                    <a:gd name="connsiteX40-23127" fmla="*/ 4975 w 5134"/>
                    <a:gd name="connsiteY40-23128" fmla="*/ 479 h 5728"/>
                    <a:gd name="connsiteX41-23129" fmla="*/ 5035 w 5134"/>
                    <a:gd name="connsiteY41-23130" fmla="*/ 648 h 5728"/>
                    <a:gd name="connsiteX42-23131" fmla="*/ 4953 w 5134"/>
                    <a:gd name="connsiteY42-23132" fmla="*/ 944 h 5728"/>
                    <a:gd name="connsiteX43-23133" fmla="*/ 4953 w 5134"/>
                    <a:gd name="connsiteY43-23134" fmla="*/ 1022 h 5728"/>
                    <a:gd name="connsiteX44-23135" fmla="*/ 5022 w 5134"/>
                    <a:gd name="connsiteY44-23136" fmla="*/ 1168 h 5728"/>
                    <a:gd name="connsiteX45-23137" fmla="*/ 5037 w 5134"/>
                    <a:gd name="connsiteY45-23138" fmla="*/ 1427 h 5728"/>
                    <a:gd name="connsiteX46-23139" fmla="*/ 5039 w 5134"/>
                    <a:gd name="connsiteY46-23140" fmla="*/ 1617 h 5728"/>
                    <a:gd name="connsiteX47-23141" fmla="*/ 4972 w 5134"/>
                    <a:gd name="connsiteY47-23142" fmla="*/ 1625 h 5728"/>
                    <a:gd name="connsiteX48-23143" fmla="*/ 4950 w 5134"/>
                    <a:gd name="connsiteY48-23144" fmla="*/ 1507 h 5728"/>
                    <a:gd name="connsiteX49-23145" fmla="*/ 4915 w 5134"/>
                    <a:gd name="connsiteY49-23146" fmla="*/ 1450 h 5728"/>
                    <a:gd name="connsiteX50-23147" fmla="*/ 4825 w 5134"/>
                    <a:gd name="connsiteY50-23148" fmla="*/ 1582 h 5728"/>
                    <a:gd name="connsiteX51-23149" fmla="*/ 4712 w 5134"/>
                    <a:gd name="connsiteY51-23150" fmla="*/ 1776 h 5728"/>
                    <a:gd name="connsiteX52-23151" fmla="*/ 4593 w 5134"/>
                    <a:gd name="connsiteY52-23152" fmla="*/ 1904 h 5728"/>
                    <a:gd name="connsiteX53-23153" fmla="*/ 4586 w 5134"/>
                    <a:gd name="connsiteY53-23154" fmla="*/ 2018 h 5728"/>
                    <a:gd name="connsiteX54-23155" fmla="*/ 4646 w 5134"/>
                    <a:gd name="connsiteY54-23156" fmla="*/ 2115 h 5728"/>
                    <a:gd name="connsiteX55-23157" fmla="*/ 4748 w 5134"/>
                    <a:gd name="connsiteY55-23158" fmla="*/ 2183 h 5728"/>
                    <a:gd name="connsiteX56-23159" fmla="*/ 4825 w 5134"/>
                    <a:gd name="connsiteY56-23160" fmla="*/ 2178 h 5728"/>
                    <a:gd name="connsiteX57-23161" fmla="*/ 4870 w 5134"/>
                    <a:gd name="connsiteY57-23162" fmla="*/ 2104 h 5728"/>
                    <a:gd name="connsiteX58-23163" fmla="*/ 4904 w 5134"/>
                    <a:gd name="connsiteY58-23164" fmla="*/ 2210 h 5728"/>
                    <a:gd name="connsiteX59-23165" fmla="*/ 4792 w 5134"/>
                    <a:gd name="connsiteY59-23166" fmla="*/ 2249 h 5728"/>
                    <a:gd name="connsiteX60-23167" fmla="*/ 4839 w 5134"/>
                    <a:gd name="connsiteY60-23168" fmla="*/ 2362 h 5728"/>
                    <a:gd name="connsiteX61-23169" fmla="*/ 4704 w 5134"/>
                    <a:gd name="connsiteY61-23170" fmla="*/ 2509 h 5728"/>
                    <a:gd name="connsiteX62-23171" fmla="*/ 4663 w 5134"/>
                    <a:gd name="connsiteY62-23172" fmla="*/ 2498 h 5728"/>
                    <a:gd name="connsiteX63-23173" fmla="*/ 4539 w 5134"/>
                    <a:gd name="connsiteY63-23174" fmla="*/ 2413 h 5728"/>
                    <a:gd name="connsiteX64-23175" fmla="*/ 4484 w 5134"/>
                    <a:gd name="connsiteY64-23176" fmla="*/ 2412 h 5728"/>
                    <a:gd name="connsiteX65-23177" fmla="*/ 4449 w 5134"/>
                    <a:gd name="connsiteY65-23178" fmla="*/ 2480 h 5728"/>
                    <a:gd name="connsiteX66-23179" fmla="*/ 4452 w 5134"/>
                    <a:gd name="connsiteY66-23180" fmla="*/ 2562 h 5728"/>
                    <a:gd name="connsiteX67-23181" fmla="*/ 4630 w 5134"/>
                    <a:gd name="connsiteY67-23182" fmla="*/ 2730 h 5728"/>
                    <a:gd name="connsiteX68-23183" fmla="*/ 4629 w 5134"/>
                    <a:gd name="connsiteY68-23184" fmla="*/ 2844 h 5728"/>
                    <a:gd name="connsiteX69-23185" fmla="*/ 4720 w 5134"/>
                    <a:gd name="connsiteY69-23186" fmla="*/ 3060 h 5728"/>
                    <a:gd name="connsiteX70-23187" fmla="*/ 4746 w 5134"/>
                    <a:gd name="connsiteY70-23188" fmla="*/ 3090 h 5728"/>
                    <a:gd name="connsiteX71-23189" fmla="*/ 4790 w 5134"/>
                    <a:gd name="connsiteY71-23190" fmla="*/ 3094 h 5728"/>
                    <a:gd name="connsiteX72-23191" fmla="*/ 4836 w 5134"/>
                    <a:gd name="connsiteY72-23192" fmla="*/ 3010 h 5728"/>
                    <a:gd name="connsiteX73-23193" fmla="*/ 4916 w 5134"/>
                    <a:gd name="connsiteY73-23194" fmla="*/ 2950 h 5728"/>
                    <a:gd name="connsiteX74-23195" fmla="*/ 5011 w 5134"/>
                    <a:gd name="connsiteY74-23196" fmla="*/ 3126 h 5728"/>
                    <a:gd name="connsiteX75-23197" fmla="*/ 5121 w 5134"/>
                    <a:gd name="connsiteY75-23198" fmla="*/ 3312 h 5728"/>
                    <a:gd name="connsiteX76-23199" fmla="*/ 5134 w 5134"/>
                    <a:gd name="connsiteY76-23200" fmla="*/ 3342 h 5728"/>
                    <a:gd name="connsiteX77-23201" fmla="*/ 5123 w 5134"/>
                    <a:gd name="connsiteY77-23202" fmla="*/ 3518 h 5728"/>
                    <a:gd name="connsiteX78-23203" fmla="*/ 5088 w 5134"/>
                    <a:gd name="connsiteY78-23204" fmla="*/ 3554 h 5728"/>
                    <a:gd name="connsiteX79-23205" fmla="*/ 4999 w 5134"/>
                    <a:gd name="connsiteY79-23206" fmla="*/ 3515 h 5728"/>
                    <a:gd name="connsiteX80-23207" fmla="*/ 4765 w 5134"/>
                    <a:gd name="connsiteY80-23208" fmla="*/ 3644 h 5728"/>
                    <a:gd name="connsiteX81-23209" fmla="*/ 4739 w 5134"/>
                    <a:gd name="connsiteY81-23210" fmla="*/ 3666 h 5728"/>
                    <a:gd name="connsiteX82-23211" fmla="*/ 4559 w 5134"/>
                    <a:gd name="connsiteY82-23212" fmla="*/ 3812 h 5728"/>
                    <a:gd name="connsiteX83-23213" fmla="*/ 4418 w 5134"/>
                    <a:gd name="connsiteY83-23214" fmla="*/ 3926 h 5728"/>
                    <a:gd name="connsiteX84-23215" fmla="*/ 4383 w 5134"/>
                    <a:gd name="connsiteY84-23216" fmla="*/ 3965 h 5728"/>
                    <a:gd name="connsiteX85-23217" fmla="*/ 4331 w 5134"/>
                    <a:gd name="connsiteY85-23218" fmla="*/ 3973 h 5728"/>
                    <a:gd name="connsiteX86-23219" fmla="*/ 4274 w 5134"/>
                    <a:gd name="connsiteY86-23220" fmla="*/ 3916 h 5728"/>
                    <a:gd name="connsiteX87-23221" fmla="*/ 4150 w 5134"/>
                    <a:gd name="connsiteY87-23222" fmla="*/ 3808 h 5728"/>
                    <a:gd name="connsiteX88-23223" fmla="*/ 4174 w 5134"/>
                    <a:gd name="connsiteY88-23224" fmla="*/ 4064 h 5728"/>
                    <a:gd name="connsiteX89-23225" fmla="*/ 4183 w 5134"/>
                    <a:gd name="connsiteY89-23226" fmla="*/ 4192 h 5728"/>
                    <a:gd name="connsiteX90-23227" fmla="*/ 3921 w 5134"/>
                    <a:gd name="connsiteY90-23228" fmla="*/ 4166 h 5728"/>
                    <a:gd name="connsiteX91-23229" fmla="*/ 3839 w 5134"/>
                    <a:gd name="connsiteY91-23230" fmla="*/ 3987 h 5728"/>
                    <a:gd name="connsiteX92-23231" fmla="*/ 3757 w 5134"/>
                    <a:gd name="connsiteY92-23232" fmla="*/ 3802 h 5728"/>
                    <a:gd name="connsiteX93-23233" fmla="*/ 2782 w 5134"/>
                    <a:gd name="connsiteY93-23234" fmla="*/ 4504 h 5728"/>
                    <a:gd name="connsiteX94-23235" fmla="*/ 2785 w 5134"/>
                    <a:gd name="connsiteY94-23236" fmla="*/ 4556 h 5728"/>
                    <a:gd name="connsiteX95-23237" fmla="*/ 2749 w 5134"/>
                    <a:gd name="connsiteY95-23238" fmla="*/ 4614 h 5728"/>
                    <a:gd name="connsiteX96-23239" fmla="*/ 2484 w 5134"/>
                    <a:gd name="connsiteY96-23240" fmla="*/ 4680 h 5728"/>
                    <a:gd name="connsiteX97-23241" fmla="*/ 2349 w 5134"/>
                    <a:gd name="connsiteY97-23242" fmla="*/ 4739 h 5728"/>
                    <a:gd name="connsiteX98-23243" fmla="*/ 2307 w 5134"/>
                    <a:gd name="connsiteY98-23244" fmla="*/ 4777 h 5728"/>
                    <a:gd name="connsiteX99-23245" fmla="*/ 2108 w 5134"/>
                    <a:gd name="connsiteY99-23246" fmla="*/ 5021 h 5728"/>
                    <a:gd name="connsiteX100-23247" fmla="*/ 2035 w 5134"/>
                    <a:gd name="connsiteY100-23248" fmla="*/ 4970 h 5728"/>
                    <a:gd name="connsiteX101-23249" fmla="*/ 1952 w 5134"/>
                    <a:gd name="connsiteY101-23250" fmla="*/ 4971 h 5728"/>
                    <a:gd name="connsiteX102-23251" fmla="*/ 1916 w 5134"/>
                    <a:gd name="connsiteY102-23252" fmla="*/ 5045 h 5728"/>
                    <a:gd name="connsiteX103-23253" fmla="*/ 1805 w 5134"/>
                    <a:gd name="connsiteY103-23254" fmla="*/ 5000 h 5728"/>
                    <a:gd name="connsiteX104-23255" fmla="*/ 1727 w 5134"/>
                    <a:gd name="connsiteY104-23256" fmla="*/ 5109 h 5728"/>
                    <a:gd name="connsiteX105-23257" fmla="*/ 1505 w 5134"/>
                    <a:gd name="connsiteY105-23258" fmla="*/ 5349 h 5728"/>
                    <a:gd name="connsiteX106-23259" fmla="*/ 1485 w 5134"/>
                    <a:gd name="connsiteY106-23260" fmla="*/ 5516 h 5728"/>
                    <a:gd name="connsiteX107-23261" fmla="*/ 1468 w 5134"/>
                    <a:gd name="connsiteY107-23262" fmla="*/ 5659 h 5728"/>
                    <a:gd name="connsiteX108-23263" fmla="*/ 1452 w 5134"/>
                    <a:gd name="connsiteY108-23264" fmla="*/ 5669 h 5728"/>
                    <a:gd name="connsiteX109-23265" fmla="*/ 1130 w 5134"/>
                    <a:gd name="connsiteY109-23266" fmla="*/ 5621 h 5728"/>
                    <a:gd name="connsiteX110-23267" fmla="*/ 1028 w 5134"/>
                    <a:gd name="connsiteY110-23268" fmla="*/ 5566 h 5728"/>
                    <a:gd name="connsiteX111-23269" fmla="*/ 974 w 5134"/>
                    <a:gd name="connsiteY111-23270" fmla="*/ 5503 h 5728"/>
                    <a:gd name="connsiteX112-23271" fmla="*/ 869 w 5134"/>
                    <a:gd name="connsiteY112-23272" fmla="*/ 5477 h 5728"/>
                    <a:gd name="connsiteX113-23273" fmla="*/ 869 w 5134"/>
                    <a:gd name="connsiteY113-23274" fmla="*/ 5379 h 5728"/>
                    <a:gd name="connsiteX114-23275" fmla="*/ 973 w 5134"/>
                    <a:gd name="connsiteY114-23276" fmla="*/ 5149 h 5728"/>
                    <a:gd name="connsiteX115-23277" fmla="*/ 833 w 5134"/>
                    <a:gd name="connsiteY115-23278" fmla="*/ 5070 h 5728"/>
                    <a:gd name="connsiteX116-23279" fmla="*/ 791 w 5134"/>
                    <a:gd name="connsiteY116-23280" fmla="*/ 5095 h 5728"/>
                    <a:gd name="connsiteX117-23281" fmla="*/ 701 w 5134"/>
                    <a:gd name="connsiteY117-23282" fmla="*/ 5214 h 5728"/>
                    <a:gd name="connsiteX118-23283" fmla="*/ 669 w 5134"/>
                    <a:gd name="connsiteY118-23284" fmla="*/ 5276 h 5728"/>
                    <a:gd name="connsiteX119-23285" fmla="*/ 607 w 5134"/>
                    <a:gd name="connsiteY119-23286" fmla="*/ 5386 h 5728"/>
                    <a:gd name="connsiteX120-23287" fmla="*/ 613 w 5134"/>
                    <a:gd name="connsiteY120-23288" fmla="*/ 5510 h 5728"/>
                    <a:gd name="connsiteX121-23289" fmla="*/ 574 w 5134"/>
                    <a:gd name="connsiteY121-23290" fmla="*/ 5558 h 5728"/>
                    <a:gd name="connsiteX122-23291" fmla="*/ 443 w 5134"/>
                    <a:gd name="connsiteY122-23292" fmla="*/ 5617 h 5728"/>
                    <a:gd name="connsiteX123-23293" fmla="*/ 277 w 5134"/>
                    <a:gd name="connsiteY123-23294" fmla="*/ 5649 h 5728"/>
                    <a:gd name="connsiteX124-23295" fmla="*/ 174 w 5134"/>
                    <a:gd name="connsiteY124-23296" fmla="*/ 5728 h 5728"/>
                    <a:gd name="connsiteX125-23297" fmla="*/ 60 w 5134"/>
                    <a:gd name="connsiteY125-23298" fmla="*/ 5611 h 5728"/>
                    <a:gd name="connsiteX126-23299" fmla="*/ 0 w 5134"/>
                    <a:gd name="connsiteY126-23300" fmla="*/ 5485 h 5728"/>
                    <a:gd name="connsiteX127-23301" fmla="*/ 122 w 5134"/>
                    <a:gd name="connsiteY127-23302" fmla="*/ 5242 h 5728"/>
                    <a:gd name="connsiteX128-23303" fmla="*/ 177 w 5134"/>
                    <a:gd name="connsiteY128-23304" fmla="*/ 5195 h 5728"/>
                    <a:gd name="connsiteX129-23305" fmla="*/ 222 w 5134"/>
                    <a:gd name="connsiteY129-23306" fmla="*/ 5120 h 5728"/>
                    <a:gd name="connsiteX130-23307" fmla="*/ 219 w 5134"/>
                    <a:gd name="connsiteY130-23308" fmla="*/ 5071 h 5728"/>
                    <a:gd name="connsiteX131-23309" fmla="*/ 22 w 5134"/>
                    <a:gd name="connsiteY131-23310" fmla="*/ 5007 h 5728"/>
                    <a:gd name="connsiteX0-23311" fmla="*/ 3948 w 5134"/>
                    <a:gd name="connsiteY0-23312" fmla="*/ 2333 h 5728"/>
                    <a:gd name="connsiteX1-23313" fmla="*/ 3946 w 5134"/>
                    <a:gd name="connsiteY1-23314" fmla="*/ 2117 h 5728"/>
                    <a:gd name="connsiteX2-23315" fmla="*/ 3870 w 5134"/>
                    <a:gd name="connsiteY2-23316" fmla="*/ 2039 h 5728"/>
                    <a:gd name="connsiteX3-23317" fmla="*/ 3727 w 5134"/>
                    <a:gd name="connsiteY3-23318" fmla="*/ 1951 h 5728"/>
                    <a:gd name="connsiteX4-23319" fmla="*/ 3635 w 5134"/>
                    <a:gd name="connsiteY4-23320" fmla="*/ 1827 h 5728"/>
                    <a:gd name="connsiteX5-23321" fmla="*/ 3539 w 5134"/>
                    <a:gd name="connsiteY5-23322" fmla="*/ 1828 h 5728"/>
                    <a:gd name="connsiteX6-23323" fmla="*/ 3494 w 5134"/>
                    <a:gd name="connsiteY6-23324" fmla="*/ 1883 h 5728"/>
                    <a:gd name="connsiteX7-23325" fmla="*/ 3401 w 5134"/>
                    <a:gd name="connsiteY7-23326" fmla="*/ 1877 h 5728"/>
                    <a:gd name="connsiteX8-23327" fmla="*/ 3381 w 5134"/>
                    <a:gd name="connsiteY8-23328" fmla="*/ 1994 h 5728"/>
                    <a:gd name="connsiteX9-23329" fmla="*/ 3200 w 5134"/>
                    <a:gd name="connsiteY9-23330" fmla="*/ 1941 h 5728"/>
                    <a:gd name="connsiteX10-23331" fmla="*/ 3117 w 5134"/>
                    <a:gd name="connsiteY10-23332" fmla="*/ 1939 h 5728"/>
                    <a:gd name="connsiteX11-23333" fmla="*/ 2992 w 5134"/>
                    <a:gd name="connsiteY11-23334" fmla="*/ 2014 h 5728"/>
                    <a:gd name="connsiteX12-23335" fmla="*/ 2880 w 5134"/>
                    <a:gd name="connsiteY12-23336" fmla="*/ 1890 h 5728"/>
                    <a:gd name="connsiteX13-23337" fmla="*/ 2974 w 5134"/>
                    <a:gd name="connsiteY13-23338" fmla="*/ 1804 h 5728"/>
                    <a:gd name="connsiteX14-23339" fmla="*/ 2978 w 5134"/>
                    <a:gd name="connsiteY14-23340" fmla="*/ 1634 h 5728"/>
                    <a:gd name="connsiteX15-23341" fmla="*/ 3033 w 5134"/>
                    <a:gd name="connsiteY15-23342" fmla="*/ 1514 h 5728"/>
                    <a:gd name="connsiteX16-23343" fmla="*/ 3076 w 5134"/>
                    <a:gd name="connsiteY16-23344" fmla="*/ 1306 h 5728"/>
                    <a:gd name="connsiteX17-23345" fmla="*/ 3136 w 5134"/>
                    <a:gd name="connsiteY17-23346" fmla="*/ 1307 h 5728"/>
                    <a:gd name="connsiteX18-23347" fmla="*/ 3459 w 5134"/>
                    <a:gd name="connsiteY18-23348" fmla="*/ 1286 h 5728"/>
                    <a:gd name="connsiteX19-23349" fmla="*/ 3633 w 5134"/>
                    <a:gd name="connsiteY19-23350" fmla="*/ 1117 h 5728"/>
                    <a:gd name="connsiteX20-23351" fmla="*/ 3702 w 5134"/>
                    <a:gd name="connsiteY20-23352" fmla="*/ 748 h 5728"/>
                    <a:gd name="connsiteX21-23353" fmla="*/ 3812 w 5134"/>
                    <a:gd name="connsiteY21-23354" fmla="*/ 486 h 5728"/>
                    <a:gd name="connsiteX22-23355" fmla="*/ 3810 w 5134"/>
                    <a:gd name="connsiteY22-23356" fmla="*/ 358 h 5728"/>
                    <a:gd name="connsiteX23-23357" fmla="*/ 3797 w 5134"/>
                    <a:gd name="connsiteY23-23358" fmla="*/ 328 h 5728"/>
                    <a:gd name="connsiteX24-23359" fmla="*/ 3730 w 5134"/>
                    <a:gd name="connsiteY24-23360" fmla="*/ 251 h 5728"/>
                    <a:gd name="connsiteX25-23361" fmla="*/ 3670 w 5134"/>
                    <a:gd name="connsiteY25-23362" fmla="*/ 217 h 5728"/>
                    <a:gd name="connsiteX26-23363" fmla="*/ 3795 w 5134"/>
                    <a:gd name="connsiteY26-23364" fmla="*/ 56 h 5728"/>
                    <a:gd name="connsiteX27-23365" fmla="*/ 3968 w 5134"/>
                    <a:gd name="connsiteY27-23366" fmla="*/ 2 h 5728"/>
                    <a:gd name="connsiteX28-23367" fmla="*/ 4000 w 5134"/>
                    <a:gd name="connsiteY28-23368" fmla="*/ 49 h 5728"/>
                    <a:gd name="connsiteX29-23369" fmla="*/ 3990 w 5134"/>
                    <a:gd name="connsiteY29-23370" fmla="*/ 133 h 5728"/>
                    <a:gd name="connsiteX30-23371" fmla="*/ 3929 w 5134"/>
                    <a:gd name="connsiteY30-23372" fmla="*/ 243 h 5728"/>
                    <a:gd name="connsiteX31-23373" fmla="*/ 3999 w 5134"/>
                    <a:gd name="connsiteY31-23374" fmla="*/ 301 h 5728"/>
                    <a:gd name="connsiteX32-23375" fmla="*/ 4113 w 5134"/>
                    <a:gd name="connsiteY32-23376" fmla="*/ 366 h 5728"/>
                    <a:gd name="connsiteX33-23377" fmla="*/ 4133 w 5134"/>
                    <a:gd name="connsiteY33-23378" fmla="*/ 255 h 5728"/>
                    <a:gd name="connsiteX34-23379" fmla="*/ 4267 w 5134"/>
                    <a:gd name="connsiteY34-23380" fmla="*/ 291 h 5728"/>
                    <a:gd name="connsiteX35-23381" fmla="*/ 4292 w 5134"/>
                    <a:gd name="connsiteY35-23382" fmla="*/ 331 h 5728"/>
                    <a:gd name="connsiteX36-23383" fmla="*/ 4368 w 5134"/>
                    <a:gd name="connsiteY36-23384" fmla="*/ 562 h 5728"/>
                    <a:gd name="connsiteX37-23385" fmla="*/ 4403 w 5134"/>
                    <a:gd name="connsiteY37-23386" fmla="*/ 586 h 5728"/>
                    <a:gd name="connsiteX38-23387" fmla="*/ 4495 w 5134"/>
                    <a:gd name="connsiteY38-23388" fmla="*/ 578 h 5728"/>
                    <a:gd name="connsiteX39-23389" fmla="*/ 4755 w 5134"/>
                    <a:gd name="connsiteY39-23390" fmla="*/ 490 h 5728"/>
                    <a:gd name="connsiteX40-23391" fmla="*/ 4975 w 5134"/>
                    <a:gd name="connsiteY40-23392" fmla="*/ 479 h 5728"/>
                    <a:gd name="connsiteX41-23393" fmla="*/ 5035 w 5134"/>
                    <a:gd name="connsiteY41-23394" fmla="*/ 648 h 5728"/>
                    <a:gd name="connsiteX42-23395" fmla="*/ 4953 w 5134"/>
                    <a:gd name="connsiteY42-23396" fmla="*/ 944 h 5728"/>
                    <a:gd name="connsiteX43-23397" fmla="*/ 4953 w 5134"/>
                    <a:gd name="connsiteY43-23398" fmla="*/ 1022 h 5728"/>
                    <a:gd name="connsiteX44-23399" fmla="*/ 5022 w 5134"/>
                    <a:gd name="connsiteY44-23400" fmla="*/ 1168 h 5728"/>
                    <a:gd name="connsiteX45-23401" fmla="*/ 5037 w 5134"/>
                    <a:gd name="connsiteY45-23402" fmla="*/ 1427 h 5728"/>
                    <a:gd name="connsiteX46-23403" fmla="*/ 5039 w 5134"/>
                    <a:gd name="connsiteY46-23404" fmla="*/ 1617 h 5728"/>
                    <a:gd name="connsiteX47-23405" fmla="*/ 4972 w 5134"/>
                    <a:gd name="connsiteY47-23406" fmla="*/ 1625 h 5728"/>
                    <a:gd name="connsiteX48-23407" fmla="*/ 4950 w 5134"/>
                    <a:gd name="connsiteY48-23408" fmla="*/ 1507 h 5728"/>
                    <a:gd name="connsiteX49-23409" fmla="*/ 4915 w 5134"/>
                    <a:gd name="connsiteY49-23410" fmla="*/ 1450 h 5728"/>
                    <a:gd name="connsiteX50-23411" fmla="*/ 4825 w 5134"/>
                    <a:gd name="connsiteY50-23412" fmla="*/ 1582 h 5728"/>
                    <a:gd name="connsiteX51-23413" fmla="*/ 4712 w 5134"/>
                    <a:gd name="connsiteY51-23414" fmla="*/ 1776 h 5728"/>
                    <a:gd name="connsiteX52-23415" fmla="*/ 4593 w 5134"/>
                    <a:gd name="connsiteY52-23416" fmla="*/ 1904 h 5728"/>
                    <a:gd name="connsiteX53-23417" fmla="*/ 4586 w 5134"/>
                    <a:gd name="connsiteY53-23418" fmla="*/ 2018 h 5728"/>
                    <a:gd name="connsiteX54-23419" fmla="*/ 4646 w 5134"/>
                    <a:gd name="connsiteY54-23420" fmla="*/ 2115 h 5728"/>
                    <a:gd name="connsiteX55-23421" fmla="*/ 4748 w 5134"/>
                    <a:gd name="connsiteY55-23422" fmla="*/ 2183 h 5728"/>
                    <a:gd name="connsiteX56-23423" fmla="*/ 4825 w 5134"/>
                    <a:gd name="connsiteY56-23424" fmla="*/ 2178 h 5728"/>
                    <a:gd name="connsiteX57-23425" fmla="*/ 4870 w 5134"/>
                    <a:gd name="connsiteY57-23426" fmla="*/ 2104 h 5728"/>
                    <a:gd name="connsiteX58-23427" fmla="*/ 4904 w 5134"/>
                    <a:gd name="connsiteY58-23428" fmla="*/ 2210 h 5728"/>
                    <a:gd name="connsiteX59-23429" fmla="*/ 4792 w 5134"/>
                    <a:gd name="connsiteY59-23430" fmla="*/ 2249 h 5728"/>
                    <a:gd name="connsiteX60-23431" fmla="*/ 4839 w 5134"/>
                    <a:gd name="connsiteY60-23432" fmla="*/ 2362 h 5728"/>
                    <a:gd name="connsiteX61-23433" fmla="*/ 4704 w 5134"/>
                    <a:gd name="connsiteY61-23434" fmla="*/ 2509 h 5728"/>
                    <a:gd name="connsiteX62-23435" fmla="*/ 4663 w 5134"/>
                    <a:gd name="connsiteY62-23436" fmla="*/ 2498 h 5728"/>
                    <a:gd name="connsiteX63-23437" fmla="*/ 4539 w 5134"/>
                    <a:gd name="connsiteY63-23438" fmla="*/ 2413 h 5728"/>
                    <a:gd name="connsiteX64-23439" fmla="*/ 4484 w 5134"/>
                    <a:gd name="connsiteY64-23440" fmla="*/ 2412 h 5728"/>
                    <a:gd name="connsiteX65-23441" fmla="*/ 4449 w 5134"/>
                    <a:gd name="connsiteY65-23442" fmla="*/ 2480 h 5728"/>
                    <a:gd name="connsiteX66-23443" fmla="*/ 4452 w 5134"/>
                    <a:gd name="connsiteY66-23444" fmla="*/ 2562 h 5728"/>
                    <a:gd name="connsiteX67-23445" fmla="*/ 4630 w 5134"/>
                    <a:gd name="connsiteY67-23446" fmla="*/ 2730 h 5728"/>
                    <a:gd name="connsiteX68-23447" fmla="*/ 4629 w 5134"/>
                    <a:gd name="connsiteY68-23448" fmla="*/ 2844 h 5728"/>
                    <a:gd name="connsiteX69-23449" fmla="*/ 4720 w 5134"/>
                    <a:gd name="connsiteY69-23450" fmla="*/ 3060 h 5728"/>
                    <a:gd name="connsiteX70-23451" fmla="*/ 4746 w 5134"/>
                    <a:gd name="connsiteY70-23452" fmla="*/ 3090 h 5728"/>
                    <a:gd name="connsiteX71-23453" fmla="*/ 4790 w 5134"/>
                    <a:gd name="connsiteY71-23454" fmla="*/ 3094 h 5728"/>
                    <a:gd name="connsiteX72-23455" fmla="*/ 4836 w 5134"/>
                    <a:gd name="connsiteY72-23456" fmla="*/ 3010 h 5728"/>
                    <a:gd name="connsiteX73-23457" fmla="*/ 4916 w 5134"/>
                    <a:gd name="connsiteY73-23458" fmla="*/ 2950 h 5728"/>
                    <a:gd name="connsiteX74-23459" fmla="*/ 5011 w 5134"/>
                    <a:gd name="connsiteY74-23460" fmla="*/ 3126 h 5728"/>
                    <a:gd name="connsiteX75-23461" fmla="*/ 5121 w 5134"/>
                    <a:gd name="connsiteY75-23462" fmla="*/ 3312 h 5728"/>
                    <a:gd name="connsiteX76-23463" fmla="*/ 5134 w 5134"/>
                    <a:gd name="connsiteY76-23464" fmla="*/ 3342 h 5728"/>
                    <a:gd name="connsiteX77-23465" fmla="*/ 5123 w 5134"/>
                    <a:gd name="connsiteY77-23466" fmla="*/ 3518 h 5728"/>
                    <a:gd name="connsiteX78-23467" fmla="*/ 5088 w 5134"/>
                    <a:gd name="connsiteY78-23468" fmla="*/ 3554 h 5728"/>
                    <a:gd name="connsiteX79-23469" fmla="*/ 4999 w 5134"/>
                    <a:gd name="connsiteY79-23470" fmla="*/ 3515 h 5728"/>
                    <a:gd name="connsiteX80-23471" fmla="*/ 4765 w 5134"/>
                    <a:gd name="connsiteY80-23472" fmla="*/ 3644 h 5728"/>
                    <a:gd name="connsiteX81-23473" fmla="*/ 4739 w 5134"/>
                    <a:gd name="connsiteY81-23474" fmla="*/ 3666 h 5728"/>
                    <a:gd name="connsiteX82-23475" fmla="*/ 4559 w 5134"/>
                    <a:gd name="connsiteY82-23476" fmla="*/ 3812 h 5728"/>
                    <a:gd name="connsiteX83-23477" fmla="*/ 4418 w 5134"/>
                    <a:gd name="connsiteY83-23478" fmla="*/ 3926 h 5728"/>
                    <a:gd name="connsiteX84-23479" fmla="*/ 4383 w 5134"/>
                    <a:gd name="connsiteY84-23480" fmla="*/ 3965 h 5728"/>
                    <a:gd name="connsiteX85-23481" fmla="*/ 4331 w 5134"/>
                    <a:gd name="connsiteY85-23482" fmla="*/ 3973 h 5728"/>
                    <a:gd name="connsiteX86-23483" fmla="*/ 4274 w 5134"/>
                    <a:gd name="connsiteY86-23484" fmla="*/ 3916 h 5728"/>
                    <a:gd name="connsiteX87-23485" fmla="*/ 4150 w 5134"/>
                    <a:gd name="connsiteY87-23486" fmla="*/ 3808 h 5728"/>
                    <a:gd name="connsiteX88-23487" fmla="*/ 4174 w 5134"/>
                    <a:gd name="connsiteY88-23488" fmla="*/ 4064 h 5728"/>
                    <a:gd name="connsiteX89-23489" fmla="*/ 4183 w 5134"/>
                    <a:gd name="connsiteY89-23490" fmla="*/ 4192 h 5728"/>
                    <a:gd name="connsiteX90-23491" fmla="*/ 3921 w 5134"/>
                    <a:gd name="connsiteY90-23492" fmla="*/ 4166 h 5728"/>
                    <a:gd name="connsiteX91-23493" fmla="*/ 3839 w 5134"/>
                    <a:gd name="connsiteY91-23494" fmla="*/ 3987 h 5728"/>
                    <a:gd name="connsiteX92-23495" fmla="*/ 3757 w 5134"/>
                    <a:gd name="connsiteY92-23496" fmla="*/ 3802 h 5728"/>
                    <a:gd name="connsiteX93-23497" fmla="*/ 2782 w 5134"/>
                    <a:gd name="connsiteY93-23498" fmla="*/ 4504 h 5728"/>
                    <a:gd name="connsiteX94-23499" fmla="*/ 2785 w 5134"/>
                    <a:gd name="connsiteY94-23500" fmla="*/ 4556 h 5728"/>
                    <a:gd name="connsiteX95-23501" fmla="*/ 2749 w 5134"/>
                    <a:gd name="connsiteY95-23502" fmla="*/ 4614 h 5728"/>
                    <a:gd name="connsiteX96-23503" fmla="*/ 2484 w 5134"/>
                    <a:gd name="connsiteY96-23504" fmla="*/ 4680 h 5728"/>
                    <a:gd name="connsiteX97-23505" fmla="*/ 2349 w 5134"/>
                    <a:gd name="connsiteY97-23506" fmla="*/ 4739 h 5728"/>
                    <a:gd name="connsiteX98-23507" fmla="*/ 2307 w 5134"/>
                    <a:gd name="connsiteY98-23508" fmla="*/ 4777 h 5728"/>
                    <a:gd name="connsiteX99-23509" fmla="*/ 2108 w 5134"/>
                    <a:gd name="connsiteY99-23510" fmla="*/ 5021 h 5728"/>
                    <a:gd name="connsiteX100-23511" fmla="*/ 2035 w 5134"/>
                    <a:gd name="connsiteY100-23512" fmla="*/ 4970 h 5728"/>
                    <a:gd name="connsiteX101-23513" fmla="*/ 1952 w 5134"/>
                    <a:gd name="connsiteY101-23514" fmla="*/ 4971 h 5728"/>
                    <a:gd name="connsiteX102-23515" fmla="*/ 1916 w 5134"/>
                    <a:gd name="connsiteY102-23516" fmla="*/ 5045 h 5728"/>
                    <a:gd name="connsiteX103-23517" fmla="*/ 1805 w 5134"/>
                    <a:gd name="connsiteY103-23518" fmla="*/ 5000 h 5728"/>
                    <a:gd name="connsiteX104-23519" fmla="*/ 1727 w 5134"/>
                    <a:gd name="connsiteY104-23520" fmla="*/ 5109 h 5728"/>
                    <a:gd name="connsiteX105-23521" fmla="*/ 1505 w 5134"/>
                    <a:gd name="connsiteY105-23522" fmla="*/ 5349 h 5728"/>
                    <a:gd name="connsiteX106-23523" fmla="*/ 1485 w 5134"/>
                    <a:gd name="connsiteY106-23524" fmla="*/ 5516 h 5728"/>
                    <a:gd name="connsiteX107-23525" fmla="*/ 1468 w 5134"/>
                    <a:gd name="connsiteY107-23526" fmla="*/ 5659 h 5728"/>
                    <a:gd name="connsiteX108-23527" fmla="*/ 1452 w 5134"/>
                    <a:gd name="connsiteY108-23528" fmla="*/ 5669 h 5728"/>
                    <a:gd name="connsiteX109-23529" fmla="*/ 1130 w 5134"/>
                    <a:gd name="connsiteY109-23530" fmla="*/ 5621 h 5728"/>
                    <a:gd name="connsiteX110-23531" fmla="*/ 1028 w 5134"/>
                    <a:gd name="connsiteY110-23532" fmla="*/ 5566 h 5728"/>
                    <a:gd name="connsiteX111-23533" fmla="*/ 974 w 5134"/>
                    <a:gd name="connsiteY111-23534" fmla="*/ 5503 h 5728"/>
                    <a:gd name="connsiteX112-23535" fmla="*/ 869 w 5134"/>
                    <a:gd name="connsiteY112-23536" fmla="*/ 5477 h 5728"/>
                    <a:gd name="connsiteX113-23537" fmla="*/ 869 w 5134"/>
                    <a:gd name="connsiteY113-23538" fmla="*/ 5379 h 5728"/>
                    <a:gd name="connsiteX114-23539" fmla="*/ 973 w 5134"/>
                    <a:gd name="connsiteY114-23540" fmla="*/ 5149 h 5728"/>
                    <a:gd name="connsiteX115-23541" fmla="*/ 833 w 5134"/>
                    <a:gd name="connsiteY115-23542" fmla="*/ 5070 h 5728"/>
                    <a:gd name="connsiteX116-23543" fmla="*/ 791 w 5134"/>
                    <a:gd name="connsiteY116-23544" fmla="*/ 5095 h 5728"/>
                    <a:gd name="connsiteX117-23545" fmla="*/ 701 w 5134"/>
                    <a:gd name="connsiteY117-23546" fmla="*/ 5214 h 5728"/>
                    <a:gd name="connsiteX118-23547" fmla="*/ 669 w 5134"/>
                    <a:gd name="connsiteY118-23548" fmla="*/ 5276 h 5728"/>
                    <a:gd name="connsiteX119-23549" fmla="*/ 607 w 5134"/>
                    <a:gd name="connsiteY119-23550" fmla="*/ 5386 h 5728"/>
                    <a:gd name="connsiteX120-23551" fmla="*/ 613 w 5134"/>
                    <a:gd name="connsiteY120-23552" fmla="*/ 5510 h 5728"/>
                    <a:gd name="connsiteX121-23553" fmla="*/ 574 w 5134"/>
                    <a:gd name="connsiteY121-23554" fmla="*/ 5558 h 5728"/>
                    <a:gd name="connsiteX122-23555" fmla="*/ 443 w 5134"/>
                    <a:gd name="connsiteY122-23556" fmla="*/ 5617 h 5728"/>
                    <a:gd name="connsiteX123-23557" fmla="*/ 277 w 5134"/>
                    <a:gd name="connsiteY123-23558" fmla="*/ 5649 h 5728"/>
                    <a:gd name="connsiteX124-23559" fmla="*/ 174 w 5134"/>
                    <a:gd name="connsiteY124-23560" fmla="*/ 5728 h 5728"/>
                    <a:gd name="connsiteX125-23561" fmla="*/ 60 w 5134"/>
                    <a:gd name="connsiteY125-23562" fmla="*/ 5611 h 5728"/>
                    <a:gd name="connsiteX126-23563" fmla="*/ 0 w 5134"/>
                    <a:gd name="connsiteY126-23564" fmla="*/ 5485 h 5728"/>
                    <a:gd name="connsiteX127-23565" fmla="*/ 122 w 5134"/>
                    <a:gd name="connsiteY127-23566" fmla="*/ 5242 h 5728"/>
                    <a:gd name="connsiteX128-23567" fmla="*/ 177 w 5134"/>
                    <a:gd name="connsiteY128-23568" fmla="*/ 5195 h 5728"/>
                    <a:gd name="connsiteX129-23569" fmla="*/ 222 w 5134"/>
                    <a:gd name="connsiteY129-23570" fmla="*/ 5120 h 5728"/>
                    <a:gd name="connsiteX130-23571" fmla="*/ 219 w 5134"/>
                    <a:gd name="connsiteY130-23572" fmla="*/ 5071 h 5728"/>
                    <a:gd name="connsiteX0-23573" fmla="*/ 3948 w 5134"/>
                    <a:gd name="connsiteY0-23574" fmla="*/ 2333 h 5728"/>
                    <a:gd name="connsiteX1-23575" fmla="*/ 3946 w 5134"/>
                    <a:gd name="connsiteY1-23576" fmla="*/ 2117 h 5728"/>
                    <a:gd name="connsiteX2-23577" fmla="*/ 3870 w 5134"/>
                    <a:gd name="connsiteY2-23578" fmla="*/ 2039 h 5728"/>
                    <a:gd name="connsiteX3-23579" fmla="*/ 3727 w 5134"/>
                    <a:gd name="connsiteY3-23580" fmla="*/ 1951 h 5728"/>
                    <a:gd name="connsiteX4-23581" fmla="*/ 3635 w 5134"/>
                    <a:gd name="connsiteY4-23582" fmla="*/ 1827 h 5728"/>
                    <a:gd name="connsiteX5-23583" fmla="*/ 3539 w 5134"/>
                    <a:gd name="connsiteY5-23584" fmla="*/ 1828 h 5728"/>
                    <a:gd name="connsiteX6-23585" fmla="*/ 3494 w 5134"/>
                    <a:gd name="connsiteY6-23586" fmla="*/ 1883 h 5728"/>
                    <a:gd name="connsiteX7-23587" fmla="*/ 3401 w 5134"/>
                    <a:gd name="connsiteY7-23588" fmla="*/ 1877 h 5728"/>
                    <a:gd name="connsiteX8-23589" fmla="*/ 3381 w 5134"/>
                    <a:gd name="connsiteY8-23590" fmla="*/ 1994 h 5728"/>
                    <a:gd name="connsiteX9-23591" fmla="*/ 3200 w 5134"/>
                    <a:gd name="connsiteY9-23592" fmla="*/ 1941 h 5728"/>
                    <a:gd name="connsiteX10-23593" fmla="*/ 3117 w 5134"/>
                    <a:gd name="connsiteY10-23594" fmla="*/ 1939 h 5728"/>
                    <a:gd name="connsiteX11-23595" fmla="*/ 2992 w 5134"/>
                    <a:gd name="connsiteY11-23596" fmla="*/ 2014 h 5728"/>
                    <a:gd name="connsiteX12-23597" fmla="*/ 2880 w 5134"/>
                    <a:gd name="connsiteY12-23598" fmla="*/ 1890 h 5728"/>
                    <a:gd name="connsiteX13-23599" fmla="*/ 2974 w 5134"/>
                    <a:gd name="connsiteY13-23600" fmla="*/ 1804 h 5728"/>
                    <a:gd name="connsiteX14-23601" fmla="*/ 2978 w 5134"/>
                    <a:gd name="connsiteY14-23602" fmla="*/ 1634 h 5728"/>
                    <a:gd name="connsiteX15-23603" fmla="*/ 3033 w 5134"/>
                    <a:gd name="connsiteY15-23604" fmla="*/ 1514 h 5728"/>
                    <a:gd name="connsiteX16-23605" fmla="*/ 3076 w 5134"/>
                    <a:gd name="connsiteY16-23606" fmla="*/ 1306 h 5728"/>
                    <a:gd name="connsiteX17-23607" fmla="*/ 3136 w 5134"/>
                    <a:gd name="connsiteY17-23608" fmla="*/ 1307 h 5728"/>
                    <a:gd name="connsiteX18-23609" fmla="*/ 3459 w 5134"/>
                    <a:gd name="connsiteY18-23610" fmla="*/ 1286 h 5728"/>
                    <a:gd name="connsiteX19-23611" fmla="*/ 3633 w 5134"/>
                    <a:gd name="connsiteY19-23612" fmla="*/ 1117 h 5728"/>
                    <a:gd name="connsiteX20-23613" fmla="*/ 3702 w 5134"/>
                    <a:gd name="connsiteY20-23614" fmla="*/ 748 h 5728"/>
                    <a:gd name="connsiteX21-23615" fmla="*/ 3812 w 5134"/>
                    <a:gd name="connsiteY21-23616" fmla="*/ 486 h 5728"/>
                    <a:gd name="connsiteX22-23617" fmla="*/ 3810 w 5134"/>
                    <a:gd name="connsiteY22-23618" fmla="*/ 358 h 5728"/>
                    <a:gd name="connsiteX23-23619" fmla="*/ 3797 w 5134"/>
                    <a:gd name="connsiteY23-23620" fmla="*/ 328 h 5728"/>
                    <a:gd name="connsiteX24-23621" fmla="*/ 3730 w 5134"/>
                    <a:gd name="connsiteY24-23622" fmla="*/ 251 h 5728"/>
                    <a:gd name="connsiteX25-23623" fmla="*/ 3670 w 5134"/>
                    <a:gd name="connsiteY25-23624" fmla="*/ 217 h 5728"/>
                    <a:gd name="connsiteX26-23625" fmla="*/ 3795 w 5134"/>
                    <a:gd name="connsiteY26-23626" fmla="*/ 56 h 5728"/>
                    <a:gd name="connsiteX27-23627" fmla="*/ 3968 w 5134"/>
                    <a:gd name="connsiteY27-23628" fmla="*/ 2 h 5728"/>
                    <a:gd name="connsiteX28-23629" fmla="*/ 4000 w 5134"/>
                    <a:gd name="connsiteY28-23630" fmla="*/ 49 h 5728"/>
                    <a:gd name="connsiteX29-23631" fmla="*/ 3990 w 5134"/>
                    <a:gd name="connsiteY29-23632" fmla="*/ 133 h 5728"/>
                    <a:gd name="connsiteX30-23633" fmla="*/ 3929 w 5134"/>
                    <a:gd name="connsiteY30-23634" fmla="*/ 243 h 5728"/>
                    <a:gd name="connsiteX31-23635" fmla="*/ 3999 w 5134"/>
                    <a:gd name="connsiteY31-23636" fmla="*/ 301 h 5728"/>
                    <a:gd name="connsiteX32-23637" fmla="*/ 4113 w 5134"/>
                    <a:gd name="connsiteY32-23638" fmla="*/ 366 h 5728"/>
                    <a:gd name="connsiteX33-23639" fmla="*/ 4133 w 5134"/>
                    <a:gd name="connsiteY33-23640" fmla="*/ 255 h 5728"/>
                    <a:gd name="connsiteX34-23641" fmla="*/ 4267 w 5134"/>
                    <a:gd name="connsiteY34-23642" fmla="*/ 291 h 5728"/>
                    <a:gd name="connsiteX35-23643" fmla="*/ 4292 w 5134"/>
                    <a:gd name="connsiteY35-23644" fmla="*/ 331 h 5728"/>
                    <a:gd name="connsiteX36-23645" fmla="*/ 4368 w 5134"/>
                    <a:gd name="connsiteY36-23646" fmla="*/ 562 h 5728"/>
                    <a:gd name="connsiteX37-23647" fmla="*/ 4403 w 5134"/>
                    <a:gd name="connsiteY37-23648" fmla="*/ 586 h 5728"/>
                    <a:gd name="connsiteX38-23649" fmla="*/ 4495 w 5134"/>
                    <a:gd name="connsiteY38-23650" fmla="*/ 578 h 5728"/>
                    <a:gd name="connsiteX39-23651" fmla="*/ 4755 w 5134"/>
                    <a:gd name="connsiteY39-23652" fmla="*/ 490 h 5728"/>
                    <a:gd name="connsiteX40-23653" fmla="*/ 4975 w 5134"/>
                    <a:gd name="connsiteY40-23654" fmla="*/ 479 h 5728"/>
                    <a:gd name="connsiteX41-23655" fmla="*/ 5035 w 5134"/>
                    <a:gd name="connsiteY41-23656" fmla="*/ 648 h 5728"/>
                    <a:gd name="connsiteX42-23657" fmla="*/ 4953 w 5134"/>
                    <a:gd name="connsiteY42-23658" fmla="*/ 944 h 5728"/>
                    <a:gd name="connsiteX43-23659" fmla="*/ 4953 w 5134"/>
                    <a:gd name="connsiteY43-23660" fmla="*/ 1022 h 5728"/>
                    <a:gd name="connsiteX44-23661" fmla="*/ 5022 w 5134"/>
                    <a:gd name="connsiteY44-23662" fmla="*/ 1168 h 5728"/>
                    <a:gd name="connsiteX45-23663" fmla="*/ 5037 w 5134"/>
                    <a:gd name="connsiteY45-23664" fmla="*/ 1427 h 5728"/>
                    <a:gd name="connsiteX46-23665" fmla="*/ 5039 w 5134"/>
                    <a:gd name="connsiteY46-23666" fmla="*/ 1617 h 5728"/>
                    <a:gd name="connsiteX47-23667" fmla="*/ 4972 w 5134"/>
                    <a:gd name="connsiteY47-23668" fmla="*/ 1625 h 5728"/>
                    <a:gd name="connsiteX48-23669" fmla="*/ 4950 w 5134"/>
                    <a:gd name="connsiteY48-23670" fmla="*/ 1507 h 5728"/>
                    <a:gd name="connsiteX49-23671" fmla="*/ 4915 w 5134"/>
                    <a:gd name="connsiteY49-23672" fmla="*/ 1450 h 5728"/>
                    <a:gd name="connsiteX50-23673" fmla="*/ 4825 w 5134"/>
                    <a:gd name="connsiteY50-23674" fmla="*/ 1582 h 5728"/>
                    <a:gd name="connsiteX51-23675" fmla="*/ 4712 w 5134"/>
                    <a:gd name="connsiteY51-23676" fmla="*/ 1776 h 5728"/>
                    <a:gd name="connsiteX52-23677" fmla="*/ 4593 w 5134"/>
                    <a:gd name="connsiteY52-23678" fmla="*/ 1904 h 5728"/>
                    <a:gd name="connsiteX53-23679" fmla="*/ 4586 w 5134"/>
                    <a:gd name="connsiteY53-23680" fmla="*/ 2018 h 5728"/>
                    <a:gd name="connsiteX54-23681" fmla="*/ 4646 w 5134"/>
                    <a:gd name="connsiteY54-23682" fmla="*/ 2115 h 5728"/>
                    <a:gd name="connsiteX55-23683" fmla="*/ 4748 w 5134"/>
                    <a:gd name="connsiteY55-23684" fmla="*/ 2183 h 5728"/>
                    <a:gd name="connsiteX56-23685" fmla="*/ 4825 w 5134"/>
                    <a:gd name="connsiteY56-23686" fmla="*/ 2178 h 5728"/>
                    <a:gd name="connsiteX57-23687" fmla="*/ 4870 w 5134"/>
                    <a:gd name="connsiteY57-23688" fmla="*/ 2104 h 5728"/>
                    <a:gd name="connsiteX58-23689" fmla="*/ 4904 w 5134"/>
                    <a:gd name="connsiteY58-23690" fmla="*/ 2210 h 5728"/>
                    <a:gd name="connsiteX59-23691" fmla="*/ 4792 w 5134"/>
                    <a:gd name="connsiteY59-23692" fmla="*/ 2249 h 5728"/>
                    <a:gd name="connsiteX60-23693" fmla="*/ 4839 w 5134"/>
                    <a:gd name="connsiteY60-23694" fmla="*/ 2362 h 5728"/>
                    <a:gd name="connsiteX61-23695" fmla="*/ 4704 w 5134"/>
                    <a:gd name="connsiteY61-23696" fmla="*/ 2509 h 5728"/>
                    <a:gd name="connsiteX62-23697" fmla="*/ 4663 w 5134"/>
                    <a:gd name="connsiteY62-23698" fmla="*/ 2498 h 5728"/>
                    <a:gd name="connsiteX63-23699" fmla="*/ 4539 w 5134"/>
                    <a:gd name="connsiteY63-23700" fmla="*/ 2413 h 5728"/>
                    <a:gd name="connsiteX64-23701" fmla="*/ 4484 w 5134"/>
                    <a:gd name="connsiteY64-23702" fmla="*/ 2412 h 5728"/>
                    <a:gd name="connsiteX65-23703" fmla="*/ 4449 w 5134"/>
                    <a:gd name="connsiteY65-23704" fmla="*/ 2480 h 5728"/>
                    <a:gd name="connsiteX66-23705" fmla="*/ 4452 w 5134"/>
                    <a:gd name="connsiteY66-23706" fmla="*/ 2562 h 5728"/>
                    <a:gd name="connsiteX67-23707" fmla="*/ 4630 w 5134"/>
                    <a:gd name="connsiteY67-23708" fmla="*/ 2730 h 5728"/>
                    <a:gd name="connsiteX68-23709" fmla="*/ 4629 w 5134"/>
                    <a:gd name="connsiteY68-23710" fmla="*/ 2844 h 5728"/>
                    <a:gd name="connsiteX69-23711" fmla="*/ 4720 w 5134"/>
                    <a:gd name="connsiteY69-23712" fmla="*/ 3060 h 5728"/>
                    <a:gd name="connsiteX70-23713" fmla="*/ 4746 w 5134"/>
                    <a:gd name="connsiteY70-23714" fmla="*/ 3090 h 5728"/>
                    <a:gd name="connsiteX71-23715" fmla="*/ 4790 w 5134"/>
                    <a:gd name="connsiteY71-23716" fmla="*/ 3094 h 5728"/>
                    <a:gd name="connsiteX72-23717" fmla="*/ 4836 w 5134"/>
                    <a:gd name="connsiteY72-23718" fmla="*/ 3010 h 5728"/>
                    <a:gd name="connsiteX73-23719" fmla="*/ 4916 w 5134"/>
                    <a:gd name="connsiteY73-23720" fmla="*/ 2950 h 5728"/>
                    <a:gd name="connsiteX74-23721" fmla="*/ 5011 w 5134"/>
                    <a:gd name="connsiteY74-23722" fmla="*/ 3126 h 5728"/>
                    <a:gd name="connsiteX75-23723" fmla="*/ 5121 w 5134"/>
                    <a:gd name="connsiteY75-23724" fmla="*/ 3312 h 5728"/>
                    <a:gd name="connsiteX76-23725" fmla="*/ 5134 w 5134"/>
                    <a:gd name="connsiteY76-23726" fmla="*/ 3342 h 5728"/>
                    <a:gd name="connsiteX77-23727" fmla="*/ 5123 w 5134"/>
                    <a:gd name="connsiteY77-23728" fmla="*/ 3518 h 5728"/>
                    <a:gd name="connsiteX78-23729" fmla="*/ 5088 w 5134"/>
                    <a:gd name="connsiteY78-23730" fmla="*/ 3554 h 5728"/>
                    <a:gd name="connsiteX79-23731" fmla="*/ 4999 w 5134"/>
                    <a:gd name="connsiteY79-23732" fmla="*/ 3515 h 5728"/>
                    <a:gd name="connsiteX80-23733" fmla="*/ 4765 w 5134"/>
                    <a:gd name="connsiteY80-23734" fmla="*/ 3644 h 5728"/>
                    <a:gd name="connsiteX81-23735" fmla="*/ 4739 w 5134"/>
                    <a:gd name="connsiteY81-23736" fmla="*/ 3666 h 5728"/>
                    <a:gd name="connsiteX82-23737" fmla="*/ 4559 w 5134"/>
                    <a:gd name="connsiteY82-23738" fmla="*/ 3812 h 5728"/>
                    <a:gd name="connsiteX83-23739" fmla="*/ 4418 w 5134"/>
                    <a:gd name="connsiteY83-23740" fmla="*/ 3926 h 5728"/>
                    <a:gd name="connsiteX84-23741" fmla="*/ 4383 w 5134"/>
                    <a:gd name="connsiteY84-23742" fmla="*/ 3965 h 5728"/>
                    <a:gd name="connsiteX85-23743" fmla="*/ 4331 w 5134"/>
                    <a:gd name="connsiteY85-23744" fmla="*/ 3973 h 5728"/>
                    <a:gd name="connsiteX86-23745" fmla="*/ 4274 w 5134"/>
                    <a:gd name="connsiteY86-23746" fmla="*/ 3916 h 5728"/>
                    <a:gd name="connsiteX87-23747" fmla="*/ 4150 w 5134"/>
                    <a:gd name="connsiteY87-23748" fmla="*/ 3808 h 5728"/>
                    <a:gd name="connsiteX88-23749" fmla="*/ 4174 w 5134"/>
                    <a:gd name="connsiteY88-23750" fmla="*/ 4064 h 5728"/>
                    <a:gd name="connsiteX89-23751" fmla="*/ 4183 w 5134"/>
                    <a:gd name="connsiteY89-23752" fmla="*/ 4192 h 5728"/>
                    <a:gd name="connsiteX90-23753" fmla="*/ 3921 w 5134"/>
                    <a:gd name="connsiteY90-23754" fmla="*/ 4166 h 5728"/>
                    <a:gd name="connsiteX91-23755" fmla="*/ 3839 w 5134"/>
                    <a:gd name="connsiteY91-23756" fmla="*/ 3987 h 5728"/>
                    <a:gd name="connsiteX92-23757" fmla="*/ 3757 w 5134"/>
                    <a:gd name="connsiteY92-23758" fmla="*/ 3802 h 5728"/>
                    <a:gd name="connsiteX93-23759" fmla="*/ 2782 w 5134"/>
                    <a:gd name="connsiteY93-23760" fmla="*/ 4504 h 5728"/>
                    <a:gd name="connsiteX94-23761" fmla="*/ 2785 w 5134"/>
                    <a:gd name="connsiteY94-23762" fmla="*/ 4556 h 5728"/>
                    <a:gd name="connsiteX95-23763" fmla="*/ 2749 w 5134"/>
                    <a:gd name="connsiteY95-23764" fmla="*/ 4614 h 5728"/>
                    <a:gd name="connsiteX96-23765" fmla="*/ 2484 w 5134"/>
                    <a:gd name="connsiteY96-23766" fmla="*/ 4680 h 5728"/>
                    <a:gd name="connsiteX97-23767" fmla="*/ 2349 w 5134"/>
                    <a:gd name="connsiteY97-23768" fmla="*/ 4739 h 5728"/>
                    <a:gd name="connsiteX98-23769" fmla="*/ 2307 w 5134"/>
                    <a:gd name="connsiteY98-23770" fmla="*/ 4777 h 5728"/>
                    <a:gd name="connsiteX99-23771" fmla="*/ 2108 w 5134"/>
                    <a:gd name="connsiteY99-23772" fmla="*/ 5021 h 5728"/>
                    <a:gd name="connsiteX100-23773" fmla="*/ 2035 w 5134"/>
                    <a:gd name="connsiteY100-23774" fmla="*/ 4970 h 5728"/>
                    <a:gd name="connsiteX101-23775" fmla="*/ 1952 w 5134"/>
                    <a:gd name="connsiteY101-23776" fmla="*/ 4971 h 5728"/>
                    <a:gd name="connsiteX102-23777" fmla="*/ 1916 w 5134"/>
                    <a:gd name="connsiteY102-23778" fmla="*/ 5045 h 5728"/>
                    <a:gd name="connsiteX103-23779" fmla="*/ 1805 w 5134"/>
                    <a:gd name="connsiteY103-23780" fmla="*/ 5000 h 5728"/>
                    <a:gd name="connsiteX104-23781" fmla="*/ 1727 w 5134"/>
                    <a:gd name="connsiteY104-23782" fmla="*/ 5109 h 5728"/>
                    <a:gd name="connsiteX105-23783" fmla="*/ 1505 w 5134"/>
                    <a:gd name="connsiteY105-23784" fmla="*/ 5349 h 5728"/>
                    <a:gd name="connsiteX106-23785" fmla="*/ 1485 w 5134"/>
                    <a:gd name="connsiteY106-23786" fmla="*/ 5516 h 5728"/>
                    <a:gd name="connsiteX107-23787" fmla="*/ 1468 w 5134"/>
                    <a:gd name="connsiteY107-23788" fmla="*/ 5659 h 5728"/>
                    <a:gd name="connsiteX108-23789" fmla="*/ 1452 w 5134"/>
                    <a:gd name="connsiteY108-23790" fmla="*/ 5669 h 5728"/>
                    <a:gd name="connsiteX109-23791" fmla="*/ 1130 w 5134"/>
                    <a:gd name="connsiteY109-23792" fmla="*/ 5621 h 5728"/>
                    <a:gd name="connsiteX110-23793" fmla="*/ 1028 w 5134"/>
                    <a:gd name="connsiteY110-23794" fmla="*/ 5566 h 5728"/>
                    <a:gd name="connsiteX111-23795" fmla="*/ 974 w 5134"/>
                    <a:gd name="connsiteY111-23796" fmla="*/ 5503 h 5728"/>
                    <a:gd name="connsiteX112-23797" fmla="*/ 869 w 5134"/>
                    <a:gd name="connsiteY112-23798" fmla="*/ 5477 h 5728"/>
                    <a:gd name="connsiteX113-23799" fmla="*/ 869 w 5134"/>
                    <a:gd name="connsiteY113-23800" fmla="*/ 5379 h 5728"/>
                    <a:gd name="connsiteX114-23801" fmla="*/ 973 w 5134"/>
                    <a:gd name="connsiteY114-23802" fmla="*/ 5149 h 5728"/>
                    <a:gd name="connsiteX115-23803" fmla="*/ 833 w 5134"/>
                    <a:gd name="connsiteY115-23804" fmla="*/ 5070 h 5728"/>
                    <a:gd name="connsiteX116-23805" fmla="*/ 791 w 5134"/>
                    <a:gd name="connsiteY116-23806" fmla="*/ 5095 h 5728"/>
                    <a:gd name="connsiteX117-23807" fmla="*/ 701 w 5134"/>
                    <a:gd name="connsiteY117-23808" fmla="*/ 5214 h 5728"/>
                    <a:gd name="connsiteX118-23809" fmla="*/ 669 w 5134"/>
                    <a:gd name="connsiteY118-23810" fmla="*/ 5276 h 5728"/>
                    <a:gd name="connsiteX119-23811" fmla="*/ 607 w 5134"/>
                    <a:gd name="connsiteY119-23812" fmla="*/ 5386 h 5728"/>
                    <a:gd name="connsiteX120-23813" fmla="*/ 613 w 5134"/>
                    <a:gd name="connsiteY120-23814" fmla="*/ 5510 h 5728"/>
                    <a:gd name="connsiteX121-23815" fmla="*/ 574 w 5134"/>
                    <a:gd name="connsiteY121-23816" fmla="*/ 5558 h 5728"/>
                    <a:gd name="connsiteX122-23817" fmla="*/ 443 w 5134"/>
                    <a:gd name="connsiteY122-23818" fmla="*/ 5617 h 5728"/>
                    <a:gd name="connsiteX123-23819" fmla="*/ 277 w 5134"/>
                    <a:gd name="connsiteY123-23820" fmla="*/ 5649 h 5728"/>
                    <a:gd name="connsiteX124-23821" fmla="*/ 174 w 5134"/>
                    <a:gd name="connsiteY124-23822" fmla="*/ 5728 h 5728"/>
                    <a:gd name="connsiteX125-23823" fmla="*/ 60 w 5134"/>
                    <a:gd name="connsiteY125-23824" fmla="*/ 5611 h 5728"/>
                    <a:gd name="connsiteX126-23825" fmla="*/ 0 w 5134"/>
                    <a:gd name="connsiteY126-23826" fmla="*/ 5485 h 5728"/>
                    <a:gd name="connsiteX127-23827" fmla="*/ 122 w 5134"/>
                    <a:gd name="connsiteY127-23828" fmla="*/ 5242 h 5728"/>
                    <a:gd name="connsiteX128-23829" fmla="*/ 177 w 5134"/>
                    <a:gd name="connsiteY128-23830" fmla="*/ 5195 h 5728"/>
                    <a:gd name="connsiteX129-23831" fmla="*/ 222 w 5134"/>
                    <a:gd name="connsiteY129-23832" fmla="*/ 5120 h 5728"/>
                    <a:gd name="connsiteX0-23833" fmla="*/ 3948 w 5134"/>
                    <a:gd name="connsiteY0-23834" fmla="*/ 2333 h 5728"/>
                    <a:gd name="connsiteX1-23835" fmla="*/ 3946 w 5134"/>
                    <a:gd name="connsiteY1-23836" fmla="*/ 2117 h 5728"/>
                    <a:gd name="connsiteX2-23837" fmla="*/ 3870 w 5134"/>
                    <a:gd name="connsiteY2-23838" fmla="*/ 2039 h 5728"/>
                    <a:gd name="connsiteX3-23839" fmla="*/ 3727 w 5134"/>
                    <a:gd name="connsiteY3-23840" fmla="*/ 1951 h 5728"/>
                    <a:gd name="connsiteX4-23841" fmla="*/ 3635 w 5134"/>
                    <a:gd name="connsiteY4-23842" fmla="*/ 1827 h 5728"/>
                    <a:gd name="connsiteX5-23843" fmla="*/ 3539 w 5134"/>
                    <a:gd name="connsiteY5-23844" fmla="*/ 1828 h 5728"/>
                    <a:gd name="connsiteX6-23845" fmla="*/ 3494 w 5134"/>
                    <a:gd name="connsiteY6-23846" fmla="*/ 1883 h 5728"/>
                    <a:gd name="connsiteX7-23847" fmla="*/ 3401 w 5134"/>
                    <a:gd name="connsiteY7-23848" fmla="*/ 1877 h 5728"/>
                    <a:gd name="connsiteX8-23849" fmla="*/ 3381 w 5134"/>
                    <a:gd name="connsiteY8-23850" fmla="*/ 1994 h 5728"/>
                    <a:gd name="connsiteX9-23851" fmla="*/ 3200 w 5134"/>
                    <a:gd name="connsiteY9-23852" fmla="*/ 1941 h 5728"/>
                    <a:gd name="connsiteX10-23853" fmla="*/ 3117 w 5134"/>
                    <a:gd name="connsiteY10-23854" fmla="*/ 1939 h 5728"/>
                    <a:gd name="connsiteX11-23855" fmla="*/ 2992 w 5134"/>
                    <a:gd name="connsiteY11-23856" fmla="*/ 2014 h 5728"/>
                    <a:gd name="connsiteX12-23857" fmla="*/ 2880 w 5134"/>
                    <a:gd name="connsiteY12-23858" fmla="*/ 1890 h 5728"/>
                    <a:gd name="connsiteX13-23859" fmla="*/ 2974 w 5134"/>
                    <a:gd name="connsiteY13-23860" fmla="*/ 1804 h 5728"/>
                    <a:gd name="connsiteX14-23861" fmla="*/ 2978 w 5134"/>
                    <a:gd name="connsiteY14-23862" fmla="*/ 1634 h 5728"/>
                    <a:gd name="connsiteX15-23863" fmla="*/ 3033 w 5134"/>
                    <a:gd name="connsiteY15-23864" fmla="*/ 1514 h 5728"/>
                    <a:gd name="connsiteX16-23865" fmla="*/ 3076 w 5134"/>
                    <a:gd name="connsiteY16-23866" fmla="*/ 1306 h 5728"/>
                    <a:gd name="connsiteX17-23867" fmla="*/ 3136 w 5134"/>
                    <a:gd name="connsiteY17-23868" fmla="*/ 1307 h 5728"/>
                    <a:gd name="connsiteX18-23869" fmla="*/ 3459 w 5134"/>
                    <a:gd name="connsiteY18-23870" fmla="*/ 1286 h 5728"/>
                    <a:gd name="connsiteX19-23871" fmla="*/ 3633 w 5134"/>
                    <a:gd name="connsiteY19-23872" fmla="*/ 1117 h 5728"/>
                    <a:gd name="connsiteX20-23873" fmla="*/ 3702 w 5134"/>
                    <a:gd name="connsiteY20-23874" fmla="*/ 748 h 5728"/>
                    <a:gd name="connsiteX21-23875" fmla="*/ 3812 w 5134"/>
                    <a:gd name="connsiteY21-23876" fmla="*/ 486 h 5728"/>
                    <a:gd name="connsiteX22-23877" fmla="*/ 3810 w 5134"/>
                    <a:gd name="connsiteY22-23878" fmla="*/ 358 h 5728"/>
                    <a:gd name="connsiteX23-23879" fmla="*/ 3797 w 5134"/>
                    <a:gd name="connsiteY23-23880" fmla="*/ 328 h 5728"/>
                    <a:gd name="connsiteX24-23881" fmla="*/ 3730 w 5134"/>
                    <a:gd name="connsiteY24-23882" fmla="*/ 251 h 5728"/>
                    <a:gd name="connsiteX25-23883" fmla="*/ 3670 w 5134"/>
                    <a:gd name="connsiteY25-23884" fmla="*/ 217 h 5728"/>
                    <a:gd name="connsiteX26-23885" fmla="*/ 3795 w 5134"/>
                    <a:gd name="connsiteY26-23886" fmla="*/ 56 h 5728"/>
                    <a:gd name="connsiteX27-23887" fmla="*/ 3968 w 5134"/>
                    <a:gd name="connsiteY27-23888" fmla="*/ 2 h 5728"/>
                    <a:gd name="connsiteX28-23889" fmla="*/ 4000 w 5134"/>
                    <a:gd name="connsiteY28-23890" fmla="*/ 49 h 5728"/>
                    <a:gd name="connsiteX29-23891" fmla="*/ 3990 w 5134"/>
                    <a:gd name="connsiteY29-23892" fmla="*/ 133 h 5728"/>
                    <a:gd name="connsiteX30-23893" fmla="*/ 3929 w 5134"/>
                    <a:gd name="connsiteY30-23894" fmla="*/ 243 h 5728"/>
                    <a:gd name="connsiteX31-23895" fmla="*/ 3999 w 5134"/>
                    <a:gd name="connsiteY31-23896" fmla="*/ 301 h 5728"/>
                    <a:gd name="connsiteX32-23897" fmla="*/ 4113 w 5134"/>
                    <a:gd name="connsiteY32-23898" fmla="*/ 366 h 5728"/>
                    <a:gd name="connsiteX33-23899" fmla="*/ 4133 w 5134"/>
                    <a:gd name="connsiteY33-23900" fmla="*/ 255 h 5728"/>
                    <a:gd name="connsiteX34-23901" fmla="*/ 4267 w 5134"/>
                    <a:gd name="connsiteY34-23902" fmla="*/ 291 h 5728"/>
                    <a:gd name="connsiteX35-23903" fmla="*/ 4292 w 5134"/>
                    <a:gd name="connsiteY35-23904" fmla="*/ 331 h 5728"/>
                    <a:gd name="connsiteX36-23905" fmla="*/ 4368 w 5134"/>
                    <a:gd name="connsiteY36-23906" fmla="*/ 562 h 5728"/>
                    <a:gd name="connsiteX37-23907" fmla="*/ 4403 w 5134"/>
                    <a:gd name="connsiteY37-23908" fmla="*/ 586 h 5728"/>
                    <a:gd name="connsiteX38-23909" fmla="*/ 4495 w 5134"/>
                    <a:gd name="connsiteY38-23910" fmla="*/ 578 h 5728"/>
                    <a:gd name="connsiteX39-23911" fmla="*/ 4755 w 5134"/>
                    <a:gd name="connsiteY39-23912" fmla="*/ 490 h 5728"/>
                    <a:gd name="connsiteX40-23913" fmla="*/ 4975 w 5134"/>
                    <a:gd name="connsiteY40-23914" fmla="*/ 479 h 5728"/>
                    <a:gd name="connsiteX41-23915" fmla="*/ 5035 w 5134"/>
                    <a:gd name="connsiteY41-23916" fmla="*/ 648 h 5728"/>
                    <a:gd name="connsiteX42-23917" fmla="*/ 4953 w 5134"/>
                    <a:gd name="connsiteY42-23918" fmla="*/ 944 h 5728"/>
                    <a:gd name="connsiteX43-23919" fmla="*/ 4953 w 5134"/>
                    <a:gd name="connsiteY43-23920" fmla="*/ 1022 h 5728"/>
                    <a:gd name="connsiteX44-23921" fmla="*/ 5022 w 5134"/>
                    <a:gd name="connsiteY44-23922" fmla="*/ 1168 h 5728"/>
                    <a:gd name="connsiteX45-23923" fmla="*/ 5037 w 5134"/>
                    <a:gd name="connsiteY45-23924" fmla="*/ 1427 h 5728"/>
                    <a:gd name="connsiteX46-23925" fmla="*/ 5039 w 5134"/>
                    <a:gd name="connsiteY46-23926" fmla="*/ 1617 h 5728"/>
                    <a:gd name="connsiteX47-23927" fmla="*/ 4972 w 5134"/>
                    <a:gd name="connsiteY47-23928" fmla="*/ 1625 h 5728"/>
                    <a:gd name="connsiteX48-23929" fmla="*/ 4950 w 5134"/>
                    <a:gd name="connsiteY48-23930" fmla="*/ 1507 h 5728"/>
                    <a:gd name="connsiteX49-23931" fmla="*/ 4915 w 5134"/>
                    <a:gd name="connsiteY49-23932" fmla="*/ 1450 h 5728"/>
                    <a:gd name="connsiteX50-23933" fmla="*/ 4825 w 5134"/>
                    <a:gd name="connsiteY50-23934" fmla="*/ 1582 h 5728"/>
                    <a:gd name="connsiteX51-23935" fmla="*/ 4712 w 5134"/>
                    <a:gd name="connsiteY51-23936" fmla="*/ 1776 h 5728"/>
                    <a:gd name="connsiteX52-23937" fmla="*/ 4593 w 5134"/>
                    <a:gd name="connsiteY52-23938" fmla="*/ 1904 h 5728"/>
                    <a:gd name="connsiteX53-23939" fmla="*/ 4586 w 5134"/>
                    <a:gd name="connsiteY53-23940" fmla="*/ 2018 h 5728"/>
                    <a:gd name="connsiteX54-23941" fmla="*/ 4646 w 5134"/>
                    <a:gd name="connsiteY54-23942" fmla="*/ 2115 h 5728"/>
                    <a:gd name="connsiteX55-23943" fmla="*/ 4748 w 5134"/>
                    <a:gd name="connsiteY55-23944" fmla="*/ 2183 h 5728"/>
                    <a:gd name="connsiteX56-23945" fmla="*/ 4825 w 5134"/>
                    <a:gd name="connsiteY56-23946" fmla="*/ 2178 h 5728"/>
                    <a:gd name="connsiteX57-23947" fmla="*/ 4870 w 5134"/>
                    <a:gd name="connsiteY57-23948" fmla="*/ 2104 h 5728"/>
                    <a:gd name="connsiteX58-23949" fmla="*/ 4904 w 5134"/>
                    <a:gd name="connsiteY58-23950" fmla="*/ 2210 h 5728"/>
                    <a:gd name="connsiteX59-23951" fmla="*/ 4792 w 5134"/>
                    <a:gd name="connsiteY59-23952" fmla="*/ 2249 h 5728"/>
                    <a:gd name="connsiteX60-23953" fmla="*/ 4839 w 5134"/>
                    <a:gd name="connsiteY60-23954" fmla="*/ 2362 h 5728"/>
                    <a:gd name="connsiteX61-23955" fmla="*/ 4704 w 5134"/>
                    <a:gd name="connsiteY61-23956" fmla="*/ 2509 h 5728"/>
                    <a:gd name="connsiteX62-23957" fmla="*/ 4663 w 5134"/>
                    <a:gd name="connsiteY62-23958" fmla="*/ 2498 h 5728"/>
                    <a:gd name="connsiteX63-23959" fmla="*/ 4539 w 5134"/>
                    <a:gd name="connsiteY63-23960" fmla="*/ 2413 h 5728"/>
                    <a:gd name="connsiteX64-23961" fmla="*/ 4484 w 5134"/>
                    <a:gd name="connsiteY64-23962" fmla="*/ 2412 h 5728"/>
                    <a:gd name="connsiteX65-23963" fmla="*/ 4449 w 5134"/>
                    <a:gd name="connsiteY65-23964" fmla="*/ 2480 h 5728"/>
                    <a:gd name="connsiteX66-23965" fmla="*/ 4452 w 5134"/>
                    <a:gd name="connsiteY66-23966" fmla="*/ 2562 h 5728"/>
                    <a:gd name="connsiteX67-23967" fmla="*/ 4630 w 5134"/>
                    <a:gd name="connsiteY67-23968" fmla="*/ 2730 h 5728"/>
                    <a:gd name="connsiteX68-23969" fmla="*/ 4629 w 5134"/>
                    <a:gd name="connsiteY68-23970" fmla="*/ 2844 h 5728"/>
                    <a:gd name="connsiteX69-23971" fmla="*/ 4720 w 5134"/>
                    <a:gd name="connsiteY69-23972" fmla="*/ 3060 h 5728"/>
                    <a:gd name="connsiteX70-23973" fmla="*/ 4746 w 5134"/>
                    <a:gd name="connsiteY70-23974" fmla="*/ 3090 h 5728"/>
                    <a:gd name="connsiteX71-23975" fmla="*/ 4790 w 5134"/>
                    <a:gd name="connsiteY71-23976" fmla="*/ 3094 h 5728"/>
                    <a:gd name="connsiteX72-23977" fmla="*/ 4836 w 5134"/>
                    <a:gd name="connsiteY72-23978" fmla="*/ 3010 h 5728"/>
                    <a:gd name="connsiteX73-23979" fmla="*/ 4916 w 5134"/>
                    <a:gd name="connsiteY73-23980" fmla="*/ 2950 h 5728"/>
                    <a:gd name="connsiteX74-23981" fmla="*/ 5011 w 5134"/>
                    <a:gd name="connsiteY74-23982" fmla="*/ 3126 h 5728"/>
                    <a:gd name="connsiteX75-23983" fmla="*/ 5121 w 5134"/>
                    <a:gd name="connsiteY75-23984" fmla="*/ 3312 h 5728"/>
                    <a:gd name="connsiteX76-23985" fmla="*/ 5134 w 5134"/>
                    <a:gd name="connsiteY76-23986" fmla="*/ 3342 h 5728"/>
                    <a:gd name="connsiteX77-23987" fmla="*/ 5123 w 5134"/>
                    <a:gd name="connsiteY77-23988" fmla="*/ 3518 h 5728"/>
                    <a:gd name="connsiteX78-23989" fmla="*/ 5088 w 5134"/>
                    <a:gd name="connsiteY78-23990" fmla="*/ 3554 h 5728"/>
                    <a:gd name="connsiteX79-23991" fmla="*/ 4999 w 5134"/>
                    <a:gd name="connsiteY79-23992" fmla="*/ 3515 h 5728"/>
                    <a:gd name="connsiteX80-23993" fmla="*/ 4765 w 5134"/>
                    <a:gd name="connsiteY80-23994" fmla="*/ 3644 h 5728"/>
                    <a:gd name="connsiteX81-23995" fmla="*/ 4739 w 5134"/>
                    <a:gd name="connsiteY81-23996" fmla="*/ 3666 h 5728"/>
                    <a:gd name="connsiteX82-23997" fmla="*/ 4559 w 5134"/>
                    <a:gd name="connsiteY82-23998" fmla="*/ 3812 h 5728"/>
                    <a:gd name="connsiteX83-23999" fmla="*/ 4418 w 5134"/>
                    <a:gd name="connsiteY83-24000" fmla="*/ 3926 h 5728"/>
                    <a:gd name="connsiteX84-24001" fmla="*/ 4383 w 5134"/>
                    <a:gd name="connsiteY84-24002" fmla="*/ 3965 h 5728"/>
                    <a:gd name="connsiteX85-24003" fmla="*/ 4331 w 5134"/>
                    <a:gd name="connsiteY85-24004" fmla="*/ 3973 h 5728"/>
                    <a:gd name="connsiteX86-24005" fmla="*/ 4274 w 5134"/>
                    <a:gd name="connsiteY86-24006" fmla="*/ 3916 h 5728"/>
                    <a:gd name="connsiteX87-24007" fmla="*/ 4150 w 5134"/>
                    <a:gd name="connsiteY87-24008" fmla="*/ 3808 h 5728"/>
                    <a:gd name="connsiteX88-24009" fmla="*/ 4174 w 5134"/>
                    <a:gd name="connsiteY88-24010" fmla="*/ 4064 h 5728"/>
                    <a:gd name="connsiteX89-24011" fmla="*/ 4183 w 5134"/>
                    <a:gd name="connsiteY89-24012" fmla="*/ 4192 h 5728"/>
                    <a:gd name="connsiteX90-24013" fmla="*/ 3921 w 5134"/>
                    <a:gd name="connsiteY90-24014" fmla="*/ 4166 h 5728"/>
                    <a:gd name="connsiteX91-24015" fmla="*/ 3839 w 5134"/>
                    <a:gd name="connsiteY91-24016" fmla="*/ 3987 h 5728"/>
                    <a:gd name="connsiteX92-24017" fmla="*/ 3757 w 5134"/>
                    <a:gd name="connsiteY92-24018" fmla="*/ 3802 h 5728"/>
                    <a:gd name="connsiteX93-24019" fmla="*/ 2782 w 5134"/>
                    <a:gd name="connsiteY93-24020" fmla="*/ 4504 h 5728"/>
                    <a:gd name="connsiteX94-24021" fmla="*/ 2785 w 5134"/>
                    <a:gd name="connsiteY94-24022" fmla="*/ 4556 h 5728"/>
                    <a:gd name="connsiteX95-24023" fmla="*/ 2749 w 5134"/>
                    <a:gd name="connsiteY95-24024" fmla="*/ 4614 h 5728"/>
                    <a:gd name="connsiteX96-24025" fmla="*/ 2484 w 5134"/>
                    <a:gd name="connsiteY96-24026" fmla="*/ 4680 h 5728"/>
                    <a:gd name="connsiteX97-24027" fmla="*/ 2349 w 5134"/>
                    <a:gd name="connsiteY97-24028" fmla="*/ 4739 h 5728"/>
                    <a:gd name="connsiteX98-24029" fmla="*/ 2307 w 5134"/>
                    <a:gd name="connsiteY98-24030" fmla="*/ 4777 h 5728"/>
                    <a:gd name="connsiteX99-24031" fmla="*/ 2108 w 5134"/>
                    <a:gd name="connsiteY99-24032" fmla="*/ 5021 h 5728"/>
                    <a:gd name="connsiteX100-24033" fmla="*/ 2035 w 5134"/>
                    <a:gd name="connsiteY100-24034" fmla="*/ 4970 h 5728"/>
                    <a:gd name="connsiteX101-24035" fmla="*/ 1952 w 5134"/>
                    <a:gd name="connsiteY101-24036" fmla="*/ 4971 h 5728"/>
                    <a:gd name="connsiteX102-24037" fmla="*/ 1916 w 5134"/>
                    <a:gd name="connsiteY102-24038" fmla="*/ 5045 h 5728"/>
                    <a:gd name="connsiteX103-24039" fmla="*/ 1805 w 5134"/>
                    <a:gd name="connsiteY103-24040" fmla="*/ 5000 h 5728"/>
                    <a:gd name="connsiteX104-24041" fmla="*/ 1727 w 5134"/>
                    <a:gd name="connsiteY104-24042" fmla="*/ 5109 h 5728"/>
                    <a:gd name="connsiteX105-24043" fmla="*/ 1505 w 5134"/>
                    <a:gd name="connsiteY105-24044" fmla="*/ 5349 h 5728"/>
                    <a:gd name="connsiteX106-24045" fmla="*/ 1485 w 5134"/>
                    <a:gd name="connsiteY106-24046" fmla="*/ 5516 h 5728"/>
                    <a:gd name="connsiteX107-24047" fmla="*/ 1468 w 5134"/>
                    <a:gd name="connsiteY107-24048" fmla="*/ 5659 h 5728"/>
                    <a:gd name="connsiteX108-24049" fmla="*/ 1452 w 5134"/>
                    <a:gd name="connsiteY108-24050" fmla="*/ 5669 h 5728"/>
                    <a:gd name="connsiteX109-24051" fmla="*/ 1130 w 5134"/>
                    <a:gd name="connsiteY109-24052" fmla="*/ 5621 h 5728"/>
                    <a:gd name="connsiteX110-24053" fmla="*/ 1028 w 5134"/>
                    <a:gd name="connsiteY110-24054" fmla="*/ 5566 h 5728"/>
                    <a:gd name="connsiteX111-24055" fmla="*/ 974 w 5134"/>
                    <a:gd name="connsiteY111-24056" fmla="*/ 5503 h 5728"/>
                    <a:gd name="connsiteX112-24057" fmla="*/ 869 w 5134"/>
                    <a:gd name="connsiteY112-24058" fmla="*/ 5477 h 5728"/>
                    <a:gd name="connsiteX113-24059" fmla="*/ 869 w 5134"/>
                    <a:gd name="connsiteY113-24060" fmla="*/ 5379 h 5728"/>
                    <a:gd name="connsiteX114-24061" fmla="*/ 973 w 5134"/>
                    <a:gd name="connsiteY114-24062" fmla="*/ 5149 h 5728"/>
                    <a:gd name="connsiteX115-24063" fmla="*/ 833 w 5134"/>
                    <a:gd name="connsiteY115-24064" fmla="*/ 5070 h 5728"/>
                    <a:gd name="connsiteX116-24065" fmla="*/ 791 w 5134"/>
                    <a:gd name="connsiteY116-24066" fmla="*/ 5095 h 5728"/>
                    <a:gd name="connsiteX117-24067" fmla="*/ 701 w 5134"/>
                    <a:gd name="connsiteY117-24068" fmla="*/ 5214 h 5728"/>
                    <a:gd name="connsiteX118-24069" fmla="*/ 669 w 5134"/>
                    <a:gd name="connsiteY118-24070" fmla="*/ 5276 h 5728"/>
                    <a:gd name="connsiteX119-24071" fmla="*/ 607 w 5134"/>
                    <a:gd name="connsiteY119-24072" fmla="*/ 5386 h 5728"/>
                    <a:gd name="connsiteX120-24073" fmla="*/ 613 w 5134"/>
                    <a:gd name="connsiteY120-24074" fmla="*/ 5510 h 5728"/>
                    <a:gd name="connsiteX121-24075" fmla="*/ 574 w 5134"/>
                    <a:gd name="connsiteY121-24076" fmla="*/ 5558 h 5728"/>
                    <a:gd name="connsiteX122-24077" fmla="*/ 443 w 5134"/>
                    <a:gd name="connsiteY122-24078" fmla="*/ 5617 h 5728"/>
                    <a:gd name="connsiteX123-24079" fmla="*/ 277 w 5134"/>
                    <a:gd name="connsiteY123-24080" fmla="*/ 5649 h 5728"/>
                    <a:gd name="connsiteX124-24081" fmla="*/ 174 w 5134"/>
                    <a:gd name="connsiteY124-24082" fmla="*/ 5728 h 5728"/>
                    <a:gd name="connsiteX125-24083" fmla="*/ 60 w 5134"/>
                    <a:gd name="connsiteY125-24084" fmla="*/ 5611 h 5728"/>
                    <a:gd name="connsiteX126-24085" fmla="*/ 0 w 5134"/>
                    <a:gd name="connsiteY126-24086" fmla="*/ 5485 h 5728"/>
                    <a:gd name="connsiteX127-24087" fmla="*/ 122 w 5134"/>
                    <a:gd name="connsiteY127-24088" fmla="*/ 5242 h 5728"/>
                    <a:gd name="connsiteX128-24089" fmla="*/ 177 w 5134"/>
                    <a:gd name="connsiteY128-24090" fmla="*/ 5195 h 5728"/>
                    <a:gd name="connsiteX0-24091" fmla="*/ 3948 w 5134"/>
                    <a:gd name="connsiteY0-24092" fmla="*/ 2333 h 5728"/>
                    <a:gd name="connsiteX1-24093" fmla="*/ 3946 w 5134"/>
                    <a:gd name="connsiteY1-24094" fmla="*/ 2117 h 5728"/>
                    <a:gd name="connsiteX2-24095" fmla="*/ 3870 w 5134"/>
                    <a:gd name="connsiteY2-24096" fmla="*/ 2039 h 5728"/>
                    <a:gd name="connsiteX3-24097" fmla="*/ 3727 w 5134"/>
                    <a:gd name="connsiteY3-24098" fmla="*/ 1951 h 5728"/>
                    <a:gd name="connsiteX4-24099" fmla="*/ 3635 w 5134"/>
                    <a:gd name="connsiteY4-24100" fmla="*/ 1827 h 5728"/>
                    <a:gd name="connsiteX5-24101" fmla="*/ 3539 w 5134"/>
                    <a:gd name="connsiteY5-24102" fmla="*/ 1828 h 5728"/>
                    <a:gd name="connsiteX6-24103" fmla="*/ 3494 w 5134"/>
                    <a:gd name="connsiteY6-24104" fmla="*/ 1883 h 5728"/>
                    <a:gd name="connsiteX7-24105" fmla="*/ 3401 w 5134"/>
                    <a:gd name="connsiteY7-24106" fmla="*/ 1877 h 5728"/>
                    <a:gd name="connsiteX8-24107" fmla="*/ 3381 w 5134"/>
                    <a:gd name="connsiteY8-24108" fmla="*/ 1994 h 5728"/>
                    <a:gd name="connsiteX9-24109" fmla="*/ 3200 w 5134"/>
                    <a:gd name="connsiteY9-24110" fmla="*/ 1941 h 5728"/>
                    <a:gd name="connsiteX10-24111" fmla="*/ 3117 w 5134"/>
                    <a:gd name="connsiteY10-24112" fmla="*/ 1939 h 5728"/>
                    <a:gd name="connsiteX11-24113" fmla="*/ 2992 w 5134"/>
                    <a:gd name="connsiteY11-24114" fmla="*/ 2014 h 5728"/>
                    <a:gd name="connsiteX12-24115" fmla="*/ 2880 w 5134"/>
                    <a:gd name="connsiteY12-24116" fmla="*/ 1890 h 5728"/>
                    <a:gd name="connsiteX13-24117" fmla="*/ 2974 w 5134"/>
                    <a:gd name="connsiteY13-24118" fmla="*/ 1804 h 5728"/>
                    <a:gd name="connsiteX14-24119" fmla="*/ 2978 w 5134"/>
                    <a:gd name="connsiteY14-24120" fmla="*/ 1634 h 5728"/>
                    <a:gd name="connsiteX15-24121" fmla="*/ 3033 w 5134"/>
                    <a:gd name="connsiteY15-24122" fmla="*/ 1514 h 5728"/>
                    <a:gd name="connsiteX16-24123" fmla="*/ 3076 w 5134"/>
                    <a:gd name="connsiteY16-24124" fmla="*/ 1306 h 5728"/>
                    <a:gd name="connsiteX17-24125" fmla="*/ 3136 w 5134"/>
                    <a:gd name="connsiteY17-24126" fmla="*/ 1307 h 5728"/>
                    <a:gd name="connsiteX18-24127" fmla="*/ 3459 w 5134"/>
                    <a:gd name="connsiteY18-24128" fmla="*/ 1286 h 5728"/>
                    <a:gd name="connsiteX19-24129" fmla="*/ 3633 w 5134"/>
                    <a:gd name="connsiteY19-24130" fmla="*/ 1117 h 5728"/>
                    <a:gd name="connsiteX20-24131" fmla="*/ 3702 w 5134"/>
                    <a:gd name="connsiteY20-24132" fmla="*/ 748 h 5728"/>
                    <a:gd name="connsiteX21-24133" fmla="*/ 3812 w 5134"/>
                    <a:gd name="connsiteY21-24134" fmla="*/ 486 h 5728"/>
                    <a:gd name="connsiteX22-24135" fmla="*/ 3810 w 5134"/>
                    <a:gd name="connsiteY22-24136" fmla="*/ 358 h 5728"/>
                    <a:gd name="connsiteX23-24137" fmla="*/ 3797 w 5134"/>
                    <a:gd name="connsiteY23-24138" fmla="*/ 328 h 5728"/>
                    <a:gd name="connsiteX24-24139" fmla="*/ 3730 w 5134"/>
                    <a:gd name="connsiteY24-24140" fmla="*/ 251 h 5728"/>
                    <a:gd name="connsiteX25-24141" fmla="*/ 3670 w 5134"/>
                    <a:gd name="connsiteY25-24142" fmla="*/ 217 h 5728"/>
                    <a:gd name="connsiteX26-24143" fmla="*/ 3795 w 5134"/>
                    <a:gd name="connsiteY26-24144" fmla="*/ 56 h 5728"/>
                    <a:gd name="connsiteX27-24145" fmla="*/ 3968 w 5134"/>
                    <a:gd name="connsiteY27-24146" fmla="*/ 2 h 5728"/>
                    <a:gd name="connsiteX28-24147" fmla="*/ 4000 w 5134"/>
                    <a:gd name="connsiteY28-24148" fmla="*/ 49 h 5728"/>
                    <a:gd name="connsiteX29-24149" fmla="*/ 3990 w 5134"/>
                    <a:gd name="connsiteY29-24150" fmla="*/ 133 h 5728"/>
                    <a:gd name="connsiteX30-24151" fmla="*/ 3929 w 5134"/>
                    <a:gd name="connsiteY30-24152" fmla="*/ 243 h 5728"/>
                    <a:gd name="connsiteX31-24153" fmla="*/ 3999 w 5134"/>
                    <a:gd name="connsiteY31-24154" fmla="*/ 301 h 5728"/>
                    <a:gd name="connsiteX32-24155" fmla="*/ 4113 w 5134"/>
                    <a:gd name="connsiteY32-24156" fmla="*/ 366 h 5728"/>
                    <a:gd name="connsiteX33-24157" fmla="*/ 4133 w 5134"/>
                    <a:gd name="connsiteY33-24158" fmla="*/ 255 h 5728"/>
                    <a:gd name="connsiteX34-24159" fmla="*/ 4267 w 5134"/>
                    <a:gd name="connsiteY34-24160" fmla="*/ 291 h 5728"/>
                    <a:gd name="connsiteX35-24161" fmla="*/ 4292 w 5134"/>
                    <a:gd name="connsiteY35-24162" fmla="*/ 331 h 5728"/>
                    <a:gd name="connsiteX36-24163" fmla="*/ 4368 w 5134"/>
                    <a:gd name="connsiteY36-24164" fmla="*/ 562 h 5728"/>
                    <a:gd name="connsiteX37-24165" fmla="*/ 4403 w 5134"/>
                    <a:gd name="connsiteY37-24166" fmla="*/ 586 h 5728"/>
                    <a:gd name="connsiteX38-24167" fmla="*/ 4495 w 5134"/>
                    <a:gd name="connsiteY38-24168" fmla="*/ 578 h 5728"/>
                    <a:gd name="connsiteX39-24169" fmla="*/ 4755 w 5134"/>
                    <a:gd name="connsiteY39-24170" fmla="*/ 490 h 5728"/>
                    <a:gd name="connsiteX40-24171" fmla="*/ 4975 w 5134"/>
                    <a:gd name="connsiteY40-24172" fmla="*/ 479 h 5728"/>
                    <a:gd name="connsiteX41-24173" fmla="*/ 5035 w 5134"/>
                    <a:gd name="connsiteY41-24174" fmla="*/ 648 h 5728"/>
                    <a:gd name="connsiteX42-24175" fmla="*/ 4953 w 5134"/>
                    <a:gd name="connsiteY42-24176" fmla="*/ 944 h 5728"/>
                    <a:gd name="connsiteX43-24177" fmla="*/ 4953 w 5134"/>
                    <a:gd name="connsiteY43-24178" fmla="*/ 1022 h 5728"/>
                    <a:gd name="connsiteX44-24179" fmla="*/ 5022 w 5134"/>
                    <a:gd name="connsiteY44-24180" fmla="*/ 1168 h 5728"/>
                    <a:gd name="connsiteX45-24181" fmla="*/ 5037 w 5134"/>
                    <a:gd name="connsiteY45-24182" fmla="*/ 1427 h 5728"/>
                    <a:gd name="connsiteX46-24183" fmla="*/ 5039 w 5134"/>
                    <a:gd name="connsiteY46-24184" fmla="*/ 1617 h 5728"/>
                    <a:gd name="connsiteX47-24185" fmla="*/ 4972 w 5134"/>
                    <a:gd name="connsiteY47-24186" fmla="*/ 1625 h 5728"/>
                    <a:gd name="connsiteX48-24187" fmla="*/ 4950 w 5134"/>
                    <a:gd name="connsiteY48-24188" fmla="*/ 1507 h 5728"/>
                    <a:gd name="connsiteX49-24189" fmla="*/ 4915 w 5134"/>
                    <a:gd name="connsiteY49-24190" fmla="*/ 1450 h 5728"/>
                    <a:gd name="connsiteX50-24191" fmla="*/ 4825 w 5134"/>
                    <a:gd name="connsiteY50-24192" fmla="*/ 1582 h 5728"/>
                    <a:gd name="connsiteX51-24193" fmla="*/ 4712 w 5134"/>
                    <a:gd name="connsiteY51-24194" fmla="*/ 1776 h 5728"/>
                    <a:gd name="connsiteX52-24195" fmla="*/ 4593 w 5134"/>
                    <a:gd name="connsiteY52-24196" fmla="*/ 1904 h 5728"/>
                    <a:gd name="connsiteX53-24197" fmla="*/ 4586 w 5134"/>
                    <a:gd name="connsiteY53-24198" fmla="*/ 2018 h 5728"/>
                    <a:gd name="connsiteX54-24199" fmla="*/ 4646 w 5134"/>
                    <a:gd name="connsiteY54-24200" fmla="*/ 2115 h 5728"/>
                    <a:gd name="connsiteX55-24201" fmla="*/ 4748 w 5134"/>
                    <a:gd name="connsiteY55-24202" fmla="*/ 2183 h 5728"/>
                    <a:gd name="connsiteX56-24203" fmla="*/ 4825 w 5134"/>
                    <a:gd name="connsiteY56-24204" fmla="*/ 2178 h 5728"/>
                    <a:gd name="connsiteX57-24205" fmla="*/ 4870 w 5134"/>
                    <a:gd name="connsiteY57-24206" fmla="*/ 2104 h 5728"/>
                    <a:gd name="connsiteX58-24207" fmla="*/ 4904 w 5134"/>
                    <a:gd name="connsiteY58-24208" fmla="*/ 2210 h 5728"/>
                    <a:gd name="connsiteX59-24209" fmla="*/ 4792 w 5134"/>
                    <a:gd name="connsiteY59-24210" fmla="*/ 2249 h 5728"/>
                    <a:gd name="connsiteX60-24211" fmla="*/ 4839 w 5134"/>
                    <a:gd name="connsiteY60-24212" fmla="*/ 2362 h 5728"/>
                    <a:gd name="connsiteX61-24213" fmla="*/ 4704 w 5134"/>
                    <a:gd name="connsiteY61-24214" fmla="*/ 2509 h 5728"/>
                    <a:gd name="connsiteX62-24215" fmla="*/ 4663 w 5134"/>
                    <a:gd name="connsiteY62-24216" fmla="*/ 2498 h 5728"/>
                    <a:gd name="connsiteX63-24217" fmla="*/ 4539 w 5134"/>
                    <a:gd name="connsiteY63-24218" fmla="*/ 2413 h 5728"/>
                    <a:gd name="connsiteX64-24219" fmla="*/ 4484 w 5134"/>
                    <a:gd name="connsiteY64-24220" fmla="*/ 2412 h 5728"/>
                    <a:gd name="connsiteX65-24221" fmla="*/ 4449 w 5134"/>
                    <a:gd name="connsiteY65-24222" fmla="*/ 2480 h 5728"/>
                    <a:gd name="connsiteX66-24223" fmla="*/ 4452 w 5134"/>
                    <a:gd name="connsiteY66-24224" fmla="*/ 2562 h 5728"/>
                    <a:gd name="connsiteX67-24225" fmla="*/ 4630 w 5134"/>
                    <a:gd name="connsiteY67-24226" fmla="*/ 2730 h 5728"/>
                    <a:gd name="connsiteX68-24227" fmla="*/ 4629 w 5134"/>
                    <a:gd name="connsiteY68-24228" fmla="*/ 2844 h 5728"/>
                    <a:gd name="connsiteX69-24229" fmla="*/ 4720 w 5134"/>
                    <a:gd name="connsiteY69-24230" fmla="*/ 3060 h 5728"/>
                    <a:gd name="connsiteX70-24231" fmla="*/ 4746 w 5134"/>
                    <a:gd name="connsiteY70-24232" fmla="*/ 3090 h 5728"/>
                    <a:gd name="connsiteX71-24233" fmla="*/ 4790 w 5134"/>
                    <a:gd name="connsiteY71-24234" fmla="*/ 3094 h 5728"/>
                    <a:gd name="connsiteX72-24235" fmla="*/ 4836 w 5134"/>
                    <a:gd name="connsiteY72-24236" fmla="*/ 3010 h 5728"/>
                    <a:gd name="connsiteX73-24237" fmla="*/ 4916 w 5134"/>
                    <a:gd name="connsiteY73-24238" fmla="*/ 2950 h 5728"/>
                    <a:gd name="connsiteX74-24239" fmla="*/ 5011 w 5134"/>
                    <a:gd name="connsiteY74-24240" fmla="*/ 3126 h 5728"/>
                    <a:gd name="connsiteX75-24241" fmla="*/ 5121 w 5134"/>
                    <a:gd name="connsiteY75-24242" fmla="*/ 3312 h 5728"/>
                    <a:gd name="connsiteX76-24243" fmla="*/ 5134 w 5134"/>
                    <a:gd name="connsiteY76-24244" fmla="*/ 3342 h 5728"/>
                    <a:gd name="connsiteX77-24245" fmla="*/ 5123 w 5134"/>
                    <a:gd name="connsiteY77-24246" fmla="*/ 3518 h 5728"/>
                    <a:gd name="connsiteX78-24247" fmla="*/ 5088 w 5134"/>
                    <a:gd name="connsiteY78-24248" fmla="*/ 3554 h 5728"/>
                    <a:gd name="connsiteX79-24249" fmla="*/ 4999 w 5134"/>
                    <a:gd name="connsiteY79-24250" fmla="*/ 3515 h 5728"/>
                    <a:gd name="connsiteX80-24251" fmla="*/ 4765 w 5134"/>
                    <a:gd name="connsiteY80-24252" fmla="*/ 3644 h 5728"/>
                    <a:gd name="connsiteX81-24253" fmla="*/ 4739 w 5134"/>
                    <a:gd name="connsiteY81-24254" fmla="*/ 3666 h 5728"/>
                    <a:gd name="connsiteX82-24255" fmla="*/ 4559 w 5134"/>
                    <a:gd name="connsiteY82-24256" fmla="*/ 3812 h 5728"/>
                    <a:gd name="connsiteX83-24257" fmla="*/ 4418 w 5134"/>
                    <a:gd name="connsiteY83-24258" fmla="*/ 3926 h 5728"/>
                    <a:gd name="connsiteX84-24259" fmla="*/ 4383 w 5134"/>
                    <a:gd name="connsiteY84-24260" fmla="*/ 3965 h 5728"/>
                    <a:gd name="connsiteX85-24261" fmla="*/ 4331 w 5134"/>
                    <a:gd name="connsiteY85-24262" fmla="*/ 3973 h 5728"/>
                    <a:gd name="connsiteX86-24263" fmla="*/ 4274 w 5134"/>
                    <a:gd name="connsiteY86-24264" fmla="*/ 3916 h 5728"/>
                    <a:gd name="connsiteX87-24265" fmla="*/ 4150 w 5134"/>
                    <a:gd name="connsiteY87-24266" fmla="*/ 3808 h 5728"/>
                    <a:gd name="connsiteX88-24267" fmla="*/ 4174 w 5134"/>
                    <a:gd name="connsiteY88-24268" fmla="*/ 4064 h 5728"/>
                    <a:gd name="connsiteX89-24269" fmla="*/ 4183 w 5134"/>
                    <a:gd name="connsiteY89-24270" fmla="*/ 4192 h 5728"/>
                    <a:gd name="connsiteX90-24271" fmla="*/ 3921 w 5134"/>
                    <a:gd name="connsiteY90-24272" fmla="*/ 4166 h 5728"/>
                    <a:gd name="connsiteX91-24273" fmla="*/ 3839 w 5134"/>
                    <a:gd name="connsiteY91-24274" fmla="*/ 3987 h 5728"/>
                    <a:gd name="connsiteX92-24275" fmla="*/ 3757 w 5134"/>
                    <a:gd name="connsiteY92-24276" fmla="*/ 3802 h 5728"/>
                    <a:gd name="connsiteX93-24277" fmla="*/ 2782 w 5134"/>
                    <a:gd name="connsiteY93-24278" fmla="*/ 4504 h 5728"/>
                    <a:gd name="connsiteX94-24279" fmla="*/ 2785 w 5134"/>
                    <a:gd name="connsiteY94-24280" fmla="*/ 4556 h 5728"/>
                    <a:gd name="connsiteX95-24281" fmla="*/ 2749 w 5134"/>
                    <a:gd name="connsiteY95-24282" fmla="*/ 4614 h 5728"/>
                    <a:gd name="connsiteX96-24283" fmla="*/ 2484 w 5134"/>
                    <a:gd name="connsiteY96-24284" fmla="*/ 4680 h 5728"/>
                    <a:gd name="connsiteX97-24285" fmla="*/ 2349 w 5134"/>
                    <a:gd name="connsiteY97-24286" fmla="*/ 4739 h 5728"/>
                    <a:gd name="connsiteX98-24287" fmla="*/ 2307 w 5134"/>
                    <a:gd name="connsiteY98-24288" fmla="*/ 4777 h 5728"/>
                    <a:gd name="connsiteX99-24289" fmla="*/ 2108 w 5134"/>
                    <a:gd name="connsiteY99-24290" fmla="*/ 5021 h 5728"/>
                    <a:gd name="connsiteX100-24291" fmla="*/ 2035 w 5134"/>
                    <a:gd name="connsiteY100-24292" fmla="*/ 4970 h 5728"/>
                    <a:gd name="connsiteX101-24293" fmla="*/ 1952 w 5134"/>
                    <a:gd name="connsiteY101-24294" fmla="*/ 4971 h 5728"/>
                    <a:gd name="connsiteX102-24295" fmla="*/ 1916 w 5134"/>
                    <a:gd name="connsiteY102-24296" fmla="*/ 5045 h 5728"/>
                    <a:gd name="connsiteX103-24297" fmla="*/ 1805 w 5134"/>
                    <a:gd name="connsiteY103-24298" fmla="*/ 5000 h 5728"/>
                    <a:gd name="connsiteX104-24299" fmla="*/ 1727 w 5134"/>
                    <a:gd name="connsiteY104-24300" fmla="*/ 5109 h 5728"/>
                    <a:gd name="connsiteX105-24301" fmla="*/ 1505 w 5134"/>
                    <a:gd name="connsiteY105-24302" fmla="*/ 5349 h 5728"/>
                    <a:gd name="connsiteX106-24303" fmla="*/ 1485 w 5134"/>
                    <a:gd name="connsiteY106-24304" fmla="*/ 5516 h 5728"/>
                    <a:gd name="connsiteX107-24305" fmla="*/ 1468 w 5134"/>
                    <a:gd name="connsiteY107-24306" fmla="*/ 5659 h 5728"/>
                    <a:gd name="connsiteX108-24307" fmla="*/ 1452 w 5134"/>
                    <a:gd name="connsiteY108-24308" fmla="*/ 5669 h 5728"/>
                    <a:gd name="connsiteX109-24309" fmla="*/ 1130 w 5134"/>
                    <a:gd name="connsiteY109-24310" fmla="*/ 5621 h 5728"/>
                    <a:gd name="connsiteX110-24311" fmla="*/ 1028 w 5134"/>
                    <a:gd name="connsiteY110-24312" fmla="*/ 5566 h 5728"/>
                    <a:gd name="connsiteX111-24313" fmla="*/ 974 w 5134"/>
                    <a:gd name="connsiteY111-24314" fmla="*/ 5503 h 5728"/>
                    <a:gd name="connsiteX112-24315" fmla="*/ 869 w 5134"/>
                    <a:gd name="connsiteY112-24316" fmla="*/ 5477 h 5728"/>
                    <a:gd name="connsiteX113-24317" fmla="*/ 869 w 5134"/>
                    <a:gd name="connsiteY113-24318" fmla="*/ 5379 h 5728"/>
                    <a:gd name="connsiteX114-24319" fmla="*/ 973 w 5134"/>
                    <a:gd name="connsiteY114-24320" fmla="*/ 5149 h 5728"/>
                    <a:gd name="connsiteX115-24321" fmla="*/ 833 w 5134"/>
                    <a:gd name="connsiteY115-24322" fmla="*/ 5070 h 5728"/>
                    <a:gd name="connsiteX116-24323" fmla="*/ 791 w 5134"/>
                    <a:gd name="connsiteY116-24324" fmla="*/ 5095 h 5728"/>
                    <a:gd name="connsiteX117-24325" fmla="*/ 701 w 5134"/>
                    <a:gd name="connsiteY117-24326" fmla="*/ 5214 h 5728"/>
                    <a:gd name="connsiteX118-24327" fmla="*/ 669 w 5134"/>
                    <a:gd name="connsiteY118-24328" fmla="*/ 5276 h 5728"/>
                    <a:gd name="connsiteX119-24329" fmla="*/ 607 w 5134"/>
                    <a:gd name="connsiteY119-24330" fmla="*/ 5386 h 5728"/>
                    <a:gd name="connsiteX120-24331" fmla="*/ 613 w 5134"/>
                    <a:gd name="connsiteY120-24332" fmla="*/ 5510 h 5728"/>
                    <a:gd name="connsiteX121-24333" fmla="*/ 574 w 5134"/>
                    <a:gd name="connsiteY121-24334" fmla="*/ 5558 h 5728"/>
                    <a:gd name="connsiteX122-24335" fmla="*/ 443 w 5134"/>
                    <a:gd name="connsiteY122-24336" fmla="*/ 5617 h 5728"/>
                    <a:gd name="connsiteX123-24337" fmla="*/ 277 w 5134"/>
                    <a:gd name="connsiteY123-24338" fmla="*/ 5649 h 5728"/>
                    <a:gd name="connsiteX124-24339" fmla="*/ 174 w 5134"/>
                    <a:gd name="connsiteY124-24340" fmla="*/ 5728 h 5728"/>
                    <a:gd name="connsiteX125-24341" fmla="*/ 60 w 5134"/>
                    <a:gd name="connsiteY125-24342" fmla="*/ 5611 h 5728"/>
                    <a:gd name="connsiteX126-24343" fmla="*/ 0 w 5134"/>
                    <a:gd name="connsiteY126-24344" fmla="*/ 5485 h 5728"/>
                    <a:gd name="connsiteX127-24345" fmla="*/ 122 w 5134"/>
                    <a:gd name="connsiteY127-24346" fmla="*/ 5242 h 5728"/>
                    <a:gd name="connsiteX0-24347" fmla="*/ 3948 w 5134"/>
                    <a:gd name="connsiteY0-24348" fmla="*/ 2333 h 5728"/>
                    <a:gd name="connsiteX1-24349" fmla="*/ 3946 w 5134"/>
                    <a:gd name="connsiteY1-24350" fmla="*/ 2117 h 5728"/>
                    <a:gd name="connsiteX2-24351" fmla="*/ 3870 w 5134"/>
                    <a:gd name="connsiteY2-24352" fmla="*/ 2039 h 5728"/>
                    <a:gd name="connsiteX3-24353" fmla="*/ 3727 w 5134"/>
                    <a:gd name="connsiteY3-24354" fmla="*/ 1951 h 5728"/>
                    <a:gd name="connsiteX4-24355" fmla="*/ 3635 w 5134"/>
                    <a:gd name="connsiteY4-24356" fmla="*/ 1827 h 5728"/>
                    <a:gd name="connsiteX5-24357" fmla="*/ 3539 w 5134"/>
                    <a:gd name="connsiteY5-24358" fmla="*/ 1828 h 5728"/>
                    <a:gd name="connsiteX6-24359" fmla="*/ 3494 w 5134"/>
                    <a:gd name="connsiteY6-24360" fmla="*/ 1883 h 5728"/>
                    <a:gd name="connsiteX7-24361" fmla="*/ 3401 w 5134"/>
                    <a:gd name="connsiteY7-24362" fmla="*/ 1877 h 5728"/>
                    <a:gd name="connsiteX8-24363" fmla="*/ 3381 w 5134"/>
                    <a:gd name="connsiteY8-24364" fmla="*/ 1994 h 5728"/>
                    <a:gd name="connsiteX9-24365" fmla="*/ 3200 w 5134"/>
                    <a:gd name="connsiteY9-24366" fmla="*/ 1941 h 5728"/>
                    <a:gd name="connsiteX10-24367" fmla="*/ 3117 w 5134"/>
                    <a:gd name="connsiteY10-24368" fmla="*/ 1939 h 5728"/>
                    <a:gd name="connsiteX11-24369" fmla="*/ 2992 w 5134"/>
                    <a:gd name="connsiteY11-24370" fmla="*/ 2014 h 5728"/>
                    <a:gd name="connsiteX12-24371" fmla="*/ 2880 w 5134"/>
                    <a:gd name="connsiteY12-24372" fmla="*/ 1890 h 5728"/>
                    <a:gd name="connsiteX13-24373" fmla="*/ 2974 w 5134"/>
                    <a:gd name="connsiteY13-24374" fmla="*/ 1804 h 5728"/>
                    <a:gd name="connsiteX14-24375" fmla="*/ 2978 w 5134"/>
                    <a:gd name="connsiteY14-24376" fmla="*/ 1634 h 5728"/>
                    <a:gd name="connsiteX15-24377" fmla="*/ 3033 w 5134"/>
                    <a:gd name="connsiteY15-24378" fmla="*/ 1514 h 5728"/>
                    <a:gd name="connsiteX16-24379" fmla="*/ 3076 w 5134"/>
                    <a:gd name="connsiteY16-24380" fmla="*/ 1306 h 5728"/>
                    <a:gd name="connsiteX17-24381" fmla="*/ 3136 w 5134"/>
                    <a:gd name="connsiteY17-24382" fmla="*/ 1307 h 5728"/>
                    <a:gd name="connsiteX18-24383" fmla="*/ 3459 w 5134"/>
                    <a:gd name="connsiteY18-24384" fmla="*/ 1286 h 5728"/>
                    <a:gd name="connsiteX19-24385" fmla="*/ 3633 w 5134"/>
                    <a:gd name="connsiteY19-24386" fmla="*/ 1117 h 5728"/>
                    <a:gd name="connsiteX20-24387" fmla="*/ 3702 w 5134"/>
                    <a:gd name="connsiteY20-24388" fmla="*/ 748 h 5728"/>
                    <a:gd name="connsiteX21-24389" fmla="*/ 3812 w 5134"/>
                    <a:gd name="connsiteY21-24390" fmla="*/ 486 h 5728"/>
                    <a:gd name="connsiteX22-24391" fmla="*/ 3810 w 5134"/>
                    <a:gd name="connsiteY22-24392" fmla="*/ 358 h 5728"/>
                    <a:gd name="connsiteX23-24393" fmla="*/ 3797 w 5134"/>
                    <a:gd name="connsiteY23-24394" fmla="*/ 328 h 5728"/>
                    <a:gd name="connsiteX24-24395" fmla="*/ 3730 w 5134"/>
                    <a:gd name="connsiteY24-24396" fmla="*/ 251 h 5728"/>
                    <a:gd name="connsiteX25-24397" fmla="*/ 3670 w 5134"/>
                    <a:gd name="connsiteY25-24398" fmla="*/ 217 h 5728"/>
                    <a:gd name="connsiteX26-24399" fmla="*/ 3795 w 5134"/>
                    <a:gd name="connsiteY26-24400" fmla="*/ 56 h 5728"/>
                    <a:gd name="connsiteX27-24401" fmla="*/ 3968 w 5134"/>
                    <a:gd name="connsiteY27-24402" fmla="*/ 2 h 5728"/>
                    <a:gd name="connsiteX28-24403" fmla="*/ 4000 w 5134"/>
                    <a:gd name="connsiteY28-24404" fmla="*/ 49 h 5728"/>
                    <a:gd name="connsiteX29-24405" fmla="*/ 3990 w 5134"/>
                    <a:gd name="connsiteY29-24406" fmla="*/ 133 h 5728"/>
                    <a:gd name="connsiteX30-24407" fmla="*/ 3929 w 5134"/>
                    <a:gd name="connsiteY30-24408" fmla="*/ 243 h 5728"/>
                    <a:gd name="connsiteX31-24409" fmla="*/ 3999 w 5134"/>
                    <a:gd name="connsiteY31-24410" fmla="*/ 301 h 5728"/>
                    <a:gd name="connsiteX32-24411" fmla="*/ 4113 w 5134"/>
                    <a:gd name="connsiteY32-24412" fmla="*/ 366 h 5728"/>
                    <a:gd name="connsiteX33-24413" fmla="*/ 4133 w 5134"/>
                    <a:gd name="connsiteY33-24414" fmla="*/ 255 h 5728"/>
                    <a:gd name="connsiteX34-24415" fmla="*/ 4267 w 5134"/>
                    <a:gd name="connsiteY34-24416" fmla="*/ 291 h 5728"/>
                    <a:gd name="connsiteX35-24417" fmla="*/ 4292 w 5134"/>
                    <a:gd name="connsiteY35-24418" fmla="*/ 331 h 5728"/>
                    <a:gd name="connsiteX36-24419" fmla="*/ 4368 w 5134"/>
                    <a:gd name="connsiteY36-24420" fmla="*/ 562 h 5728"/>
                    <a:gd name="connsiteX37-24421" fmla="*/ 4403 w 5134"/>
                    <a:gd name="connsiteY37-24422" fmla="*/ 586 h 5728"/>
                    <a:gd name="connsiteX38-24423" fmla="*/ 4495 w 5134"/>
                    <a:gd name="connsiteY38-24424" fmla="*/ 578 h 5728"/>
                    <a:gd name="connsiteX39-24425" fmla="*/ 4755 w 5134"/>
                    <a:gd name="connsiteY39-24426" fmla="*/ 490 h 5728"/>
                    <a:gd name="connsiteX40-24427" fmla="*/ 4975 w 5134"/>
                    <a:gd name="connsiteY40-24428" fmla="*/ 479 h 5728"/>
                    <a:gd name="connsiteX41-24429" fmla="*/ 5035 w 5134"/>
                    <a:gd name="connsiteY41-24430" fmla="*/ 648 h 5728"/>
                    <a:gd name="connsiteX42-24431" fmla="*/ 4953 w 5134"/>
                    <a:gd name="connsiteY42-24432" fmla="*/ 944 h 5728"/>
                    <a:gd name="connsiteX43-24433" fmla="*/ 4953 w 5134"/>
                    <a:gd name="connsiteY43-24434" fmla="*/ 1022 h 5728"/>
                    <a:gd name="connsiteX44-24435" fmla="*/ 5022 w 5134"/>
                    <a:gd name="connsiteY44-24436" fmla="*/ 1168 h 5728"/>
                    <a:gd name="connsiteX45-24437" fmla="*/ 5037 w 5134"/>
                    <a:gd name="connsiteY45-24438" fmla="*/ 1427 h 5728"/>
                    <a:gd name="connsiteX46-24439" fmla="*/ 5039 w 5134"/>
                    <a:gd name="connsiteY46-24440" fmla="*/ 1617 h 5728"/>
                    <a:gd name="connsiteX47-24441" fmla="*/ 4972 w 5134"/>
                    <a:gd name="connsiteY47-24442" fmla="*/ 1625 h 5728"/>
                    <a:gd name="connsiteX48-24443" fmla="*/ 4950 w 5134"/>
                    <a:gd name="connsiteY48-24444" fmla="*/ 1507 h 5728"/>
                    <a:gd name="connsiteX49-24445" fmla="*/ 4915 w 5134"/>
                    <a:gd name="connsiteY49-24446" fmla="*/ 1450 h 5728"/>
                    <a:gd name="connsiteX50-24447" fmla="*/ 4825 w 5134"/>
                    <a:gd name="connsiteY50-24448" fmla="*/ 1582 h 5728"/>
                    <a:gd name="connsiteX51-24449" fmla="*/ 4712 w 5134"/>
                    <a:gd name="connsiteY51-24450" fmla="*/ 1776 h 5728"/>
                    <a:gd name="connsiteX52-24451" fmla="*/ 4593 w 5134"/>
                    <a:gd name="connsiteY52-24452" fmla="*/ 1904 h 5728"/>
                    <a:gd name="connsiteX53-24453" fmla="*/ 4586 w 5134"/>
                    <a:gd name="connsiteY53-24454" fmla="*/ 2018 h 5728"/>
                    <a:gd name="connsiteX54-24455" fmla="*/ 4646 w 5134"/>
                    <a:gd name="connsiteY54-24456" fmla="*/ 2115 h 5728"/>
                    <a:gd name="connsiteX55-24457" fmla="*/ 4748 w 5134"/>
                    <a:gd name="connsiteY55-24458" fmla="*/ 2183 h 5728"/>
                    <a:gd name="connsiteX56-24459" fmla="*/ 4825 w 5134"/>
                    <a:gd name="connsiteY56-24460" fmla="*/ 2178 h 5728"/>
                    <a:gd name="connsiteX57-24461" fmla="*/ 4870 w 5134"/>
                    <a:gd name="connsiteY57-24462" fmla="*/ 2104 h 5728"/>
                    <a:gd name="connsiteX58-24463" fmla="*/ 4904 w 5134"/>
                    <a:gd name="connsiteY58-24464" fmla="*/ 2210 h 5728"/>
                    <a:gd name="connsiteX59-24465" fmla="*/ 4792 w 5134"/>
                    <a:gd name="connsiteY59-24466" fmla="*/ 2249 h 5728"/>
                    <a:gd name="connsiteX60-24467" fmla="*/ 4839 w 5134"/>
                    <a:gd name="connsiteY60-24468" fmla="*/ 2362 h 5728"/>
                    <a:gd name="connsiteX61-24469" fmla="*/ 4704 w 5134"/>
                    <a:gd name="connsiteY61-24470" fmla="*/ 2509 h 5728"/>
                    <a:gd name="connsiteX62-24471" fmla="*/ 4663 w 5134"/>
                    <a:gd name="connsiteY62-24472" fmla="*/ 2498 h 5728"/>
                    <a:gd name="connsiteX63-24473" fmla="*/ 4539 w 5134"/>
                    <a:gd name="connsiteY63-24474" fmla="*/ 2413 h 5728"/>
                    <a:gd name="connsiteX64-24475" fmla="*/ 4484 w 5134"/>
                    <a:gd name="connsiteY64-24476" fmla="*/ 2412 h 5728"/>
                    <a:gd name="connsiteX65-24477" fmla="*/ 4449 w 5134"/>
                    <a:gd name="connsiteY65-24478" fmla="*/ 2480 h 5728"/>
                    <a:gd name="connsiteX66-24479" fmla="*/ 4452 w 5134"/>
                    <a:gd name="connsiteY66-24480" fmla="*/ 2562 h 5728"/>
                    <a:gd name="connsiteX67-24481" fmla="*/ 4630 w 5134"/>
                    <a:gd name="connsiteY67-24482" fmla="*/ 2730 h 5728"/>
                    <a:gd name="connsiteX68-24483" fmla="*/ 4629 w 5134"/>
                    <a:gd name="connsiteY68-24484" fmla="*/ 2844 h 5728"/>
                    <a:gd name="connsiteX69-24485" fmla="*/ 4720 w 5134"/>
                    <a:gd name="connsiteY69-24486" fmla="*/ 3060 h 5728"/>
                    <a:gd name="connsiteX70-24487" fmla="*/ 4746 w 5134"/>
                    <a:gd name="connsiteY70-24488" fmla="*/ 3090 h 5728"/>
                    <a:gd name="connsiteX71-24489" fmla="*/ 4790 w 5134"/>
                    <a:gd name="connsiteY71-24490" fmla="*/ 3094 h 5728"/>
                    <a:gd name="connsiteX72-24491" fmla="*/ 4836 w 5134"/>
                    <a:gd name="connsiteY72-24492" fmla="*/ 3010 h 5728"/>
                    <a:gd name="connsiteX73-24493" fmla="*/ 4916 w 5134"/>
                    <a:gd name="connsiteY73-24494" fmla="*/ 2950 h 5728"/>
                    <a:gd name="connsiteX74-24495" fmla="*/ 5011 w 5134"/>
                    <a:gd name="connsiteY74-24496" fmla="*/ 3126 h 5728"/>
                    <a:gd name="connsiteX75-24497" fmla="*/ 5121 w 5134"/>
                    <a:gd name="connsiteY75-24498" fmla="*/ 3312 h 5728"/>
                    <a:gd name="connsiteX76-24499" fmla="*/ 5134 w 5134"/>
                    <a:gd name="connsiteY76-24500" fmla="*/ 3342 h 5728"/>
                    <a:gd name="connsiteX77-24501" fmla="*/ 5123 w 5134"/>
                    <a:gd name="connsiteY77-24502" fmla="*/ 3518 h 5728"/>
                    <a:gd name="connsiteX78-24503" fmla="*/ 5088 w 5134"/>
                    <a:gd name="connsiteY78-24504" fmla="*/ 3554 h 5728"/>
                    <a:gd name="connsiteX79-24505" fmla="*/ 4999 w 5134"/>
                    <a:gd name="connsiteY79-24506" fmla="*/ 3515 h 5728"/>
                    <a:gd name="connsiteX80-24507" fmla="*/ 4765 w 5134"/>
                    <a:gd name="connsiteY80-24508" fmla="*/ 3644 h 5728"/>
                    <a:gd name="connsiteX81-24509" fmla="*/ 4739 w 5134"/>
                    <a:gd name="connsiteY81-24510" fmla="*/ 3666 h 5728"/>
                    <a:gd name="connsiteX82-24511" fmla="*/ 4559 w 5134"/>
                    <a:gd name="connsiteY82-24512" fmla="*/ 3812 h 5728"/>
                    <a:gd name="connsiteX83-24513" fmla="*/ 4418 w 5134"/>
                    <a:gd name="connsiteY83-24514" fmla="*/ 3926 h 5728"/>
                    <a:gd name="connsiteX84-24515" fmla="*/ 4383 w 5134"/>
                    <a:gd name="connsiteY84-24516" fmla="*/ 3965 h 5728"/>
                    <a:gd name="connsiteX85-24517" fmla="*/ 4331 w 5134"/>
                    <a:gd name="connsiteY85-24518" fmla="*/ 3973 h 5728"/>
                    <a:gd name="connsiteX86-24519" fmla="*/ 4274 w 5134"/>
                    <a:gd name="connsiteY86-24520" fmla="*/ 3916 h 5728"/>
                    <a:gd name="connsiteX87-24521" fmla="*/ 4150 w 5134"/>
                    <a:gd name="connsiteY87-24522" fmla="*/ 3808 h 5728"/>
                    <a:gd name="connsiteX88-24523" fmla="*/ 4174 w 5134"/>
                    <a:gd name="connsiteY88-24524" fmla="*/ 4064 h 5728"/>
                    <a:gd name="connsiteX89-24525" fmla="*/ 4183 w 5134"/>
                    <a:gd name="connsiteY89-24526" fmla="*/ 4192 h 5728"/>
                    <a:gd name="connsiteX90-24527" fmla="*/ 3921 w 5134"/>
                    <a:gd name="connsiteY90-24528" fmla="*/ 4166 h 5728"/>
                    <a:gd name="connsiteX91-24529" fmla="*/ 3839 w 5134"/>
                    <a:gd name="connsiteY91-24530" fmla="*/ 3987 h 5728"/>
                    <a:gd name="connsiteX92-24531" fmla="*/ 3757 w 5134"/>
                    <a:gd name="connsiteY92-24532" fmla="*/ 3802 h 5728"/>
                    <a:gd name="connsiteX93-24533" fmla="*/ 2782 w 5134"/>
                    <a:gd name="connsiteY93-24534" fmla="*/ 4504 h 5728"/>
                    <a:gd name="connsiteX94-24535" fmla="*/ 2785 w 5134"/>
                    <a:gd name="connsiteY94-24536" fmla="*/ 4556 h 5728"/>
                    <a:gd name="connsiteX95-24537" fmla="*/ 2749 w 5134"/>
                    <a:gd name="connsiteY95-24538" fmla="*/ 4614 h 5728"/>
                    <a:gd name="connsiteX96-24539" fmla="*/ 2484 w 5134"/>
                    <a:gd name="connsiteY96-24540" fmla="*/ 4680 h 5728"/>
                    <a:gd name="connsiteX97-24541" fmla="*/ 2349 w 5134"/>
                    <a:gd name="connsiteY97-24542" fmla="*/ 4739 h 5728"/>
                    <a:gd name="connsiteX98-24543" fmla="*/ 2307 w 5134"/>
                    <a:gd name="connsiteY98-24544" fmla="*/ 4777 h 5728"/>
                    <a:gd name="connsiteX99-24545" fmla="*/ 2108 w 5134"/>
                    <a:gd name="connsiteY99-24546" fmla="*/ 5021 h 5728"/>
                    <a:gd name="connsiteX100-24547" fmla="*/ 2035 w 5134"/>
                    <a:gd name="connsiteY100-24548" fmla="*/ 4970 h 5728"/>
                    <a:gd name="connsiteX101-24549" fmla="*/ 1952 w 5134"/>
                    <a:gd name="connsiteY101-24550" fmla="*/ 4971 h 5728"/>
                    <a:gd name="connsiteX102-24551" fmla="*/ 1916 w 5134"/>
                    <a:gd name="connsiteY102-24552" fmla="*/ 5045 h 5728"/>
                    <a:gd name="connsiteX103-24553" fmla="*/ 1805 w 5134"/>
                    <a:gd name="connsiteY103-24554" fmla="*/ 5000 h 5728"/>
                    <a:gd name="connsiteX104-24555" fmla="*/ 1727 w 5134"/>
                    <a:gd name="connsiteY104-24556" fmla="*/ 5109 h 5728"/>
                    <a:gd name="connsiteX105-24557" fmla="*/ 1505 w 5134"/>
                    <a:gd name="connsiteY105-24558" fmla="*/ 5349 h 5728"/>
                    <a:gd name="connsiteX106-24559" fmla="*/ 1485 w 5134"/>
                    <a:gd name="connsiteY106-24560" fmla="*/ 5516 h 5728"/>
                    <a:gd name="connsiteX107-24561" fmla="*/ 1468 w 5134"/>
                    <a:gd name="connsiteY107-24562" fmla="*/ 5659 h 5728"/>
                    <a:gd name="connsiteX108-24563" fmla="*/ 1452 w 5134"/>
                    <a:gd name="connsiteY108-24564" fmla="*/ 5669 h 5728"/>
                    <a:gd name="connsiteX109-24565" fmla="*/ 1130 w 5134"/>
                    <a:gd name="connsiteY109-24566" fmla="*/ 5621 h 5728"/>
                    <a:gd name="connsiteX110-24567" fmla="*/ 1028 w 5134"/>
                    <a:gd name="connsiteY110-24568" fmla="*/ 5566 h 5728"/>
                    <a:gd name="connsiteX111-24569" fmla="*/ 974 w 5134"/>
                    <a:gd name="connsiteY111-24570" fmla="*/ 5503 h 5728"/>
                    <a:gd name="connsiteX112-24571" fmla="*/ 869 w 5134"/>
                    <a:gd name="connsiteY112-24572" fmla="*/ 5477 h 5728"/>
                    <a:gd name="connsiteX113-24573" fmla="*/ 869 w 5134"/>
                    <a:gd name="connsiteY113-24574" fmla="*/ 5379 h 5728"/>
                    <a:gd name="connsiteX114-24575" fmla="*/ 973 w 5134"/>
                    <a:gd name="connsiteY114-24576" fmla="*/ 5149 h 5728"/>
                    <a:gd name="connsiteX115-24577" fmla="*/ 833 w 5134"/>
                    <a:gd name="connsiteY115-24578" fmla="*/ 5070 h 5728"/>
                    <a:gd name="connsiteX116-24579" fmla="*/ 791 w 5134"/>
                    <a:gd name="connsiteY116-24580" fmla="*/ 5095 h 5728"/>
                    <a:gd name="connsiteX117-24581" fmla="*/ 701 w 5134"/>
                    <a:gd name="connsiteY117-24582" fmla="*/ 5214 h 5728"/>
                    <a:gd name="connsiteX118-24583" fmla="*/ 669 w 5134"/>
                    <a:gd name="connsiteY118-24584" fmla="*/ 5276 h 5728"/>
                    <a:gd name="connsiteX119-24585" fmla="*/ 607 w 5134"/>
                    <a:gd name="connsiteY119-24586" fmla="*/ 5386 h 5728"/>
                    <a:gd name="connsiteX120-24587" fmla="*/ 613 w 5134"/>
                    <a:gd name="connsiteY120-24588" fmla="*/ 5510 h 5728"/>
                    <a:gd name="connsiteX121-24589" fmla="*/ 574 w 5134"/>
                    <a:gd name="connsiteY121-24590" fmla="*/ 5558 h 5728"/>
                    <a:gd name="connsiteX122-24591" fmla="*/ 443 w 5134"/>
                    <a:gd name="connsiteY122-24592" fmla="*/ 5617 h 5728"/>
                    <a:gd name="connsiteX123-24593" fmla="*/ 277 w 5134"/>
                    <a:gd name="connsiteY123-24594" fmla="*/ 5649 h 5728"/>
                    <a:gd name="connsiteX124-24595" fmla="*/ 174 w 5134"/>
                    <a:gd name="connsiteY124-24596" fmla="*/ 5728 h 5728"/>
                    <a:gd name="connsiteX125-24597" fmla="*/ 60 w 5134"/>
                    <a:gd name="connsiteY125-24598" fmla="*/ 5611 h 5728"/>
                    <a:gd name="connsiteX126-24599" fmla="*/ 0 w 5134"/>
                    <a:gd name="connsiteY126-24600" fmla="*/ 5485 h 5728"/>
                    <a:gd name="connsiteX0-24601" fmla="*/ 3948 w 5134"/>
                    <a:gd name="connsiteY0-24602" fmla="*/ 2333 h 5728"/>
                    <a:gd name="connsiteX1-24603" fmla="*/ 3946 w 5134"/>
                    <a:gd name="connsiteY1-24604" fmla="*/ 2117 h 5728"/>
                    <a:gd name="connsiteX2-24605" fmla="*/ 3870 w 5134"/>
                    <a:gd name="connsiteY2-24606" fmla="*/ 2039 h 5728"/>
                    <a:gd name="connsiteX3-24607" fmla="*/ 3727 w 5134"/>
                    <a:gd name="connsiteY3-24608" fmla="*/ 1951 h 5728"/>
                    <a:gd name="connsiteX4-24609" fmla="*/ 3635 w 5134"/>
                    <a:gd name="connsiteY4-24610" fmla="*/ 1827 h 5728"/>
                    <a:gd name="connsiteX5-24611" fmla="*/ 3539 w 5134"/>
                    <a:gd name="connsiteY5-24612" fmla="*/ 1828 h 5728"/>
                    <a:gd name="connsiteX6-24613" fmla="*/ 3494 w 5134"/>
                    <a:gd name="connsiteY6-24614" fmla="*/ 1883 h 5728"/>
                    <a:gd name="connsiteX7-24615" fmla="*/ 3401 w 5134"/>
                    <a:gd name="connsiteY7-24616" fmla="*/ 1877 h 5728"/>
                    <a:gd name="connsiteX8-24617" fmla="*/ 3381 w 5134"/>
                    <a:gd name="connsiteY8-24618" fmla="*/ 1994 h 5728"/>
                    <a:gd name="connsiteX9-24619" fmla="*/ 3200 w 5134"/>
                    <a:gd name="connsiteY9-24620" fmla="*/ 1941 h 5728"/>
                    <a:gd name="connsiteX10-24621" fmla="*/ 3117 w 5134"/>
                    <a:gd name="connsiteY10-24622" fmla="*/ 1939 h 5728"/>
                    <a:gd name="connsiteX11-24623" fmla="*/ 2992 w 5134"/>
                    <a:gd name="connsiteY11-24624" fmla="*/ 2014 h 5728"/>
                    <a:gd name="connsiteX12-24625" fmla="*/ 2880 w 5134"/>
                    <a:gd name="connsiteY12-24626" fmla="*/ 1890 h 5728"/>
                    <a:gd name="connsiteX13-24627" fmla="*/ 2974 w 5134"/>
                    <a:gd name="connsiteY13-24628" fmla="*/ 1804 h 5728"/>
                    <a:gd name="connsiteX14-24629" fmla="*/ 2978 w 5134"/>
                    <a:gd name="connsiteY14-24630" fmla="*/ 1634 h 5728"/>
                    <a:gd name="connsiteX15-24631" fmla="*/ 3033 w 5134"/>
                    <a:gd name="connsiteY15-24632" fmla="*/ 1514 h 5728"/>
                    <a:gd name="connsiteX16-24633" fmla="*/ 3076 w 5134"/>
                    <a:gd name="connsiteY16-24634" fmla="*/ 1306 h 5728"/>
                    <a:gd name="connsiteX17-24635" fmla="*/ 3136 w 5134"/>
                    <a:gd name="connsiteY17-24636" fmla="*/ 1307 h 5728"/>
                    <a:gd name="connsiteX18-24637" fmla="*/ 3459 w 5134"/>
                    <a:gd name="connsiteY18-24638" fmla="*/ 1286 h 5728"/>
                    <a:gd name="connsiteX19-24639" fmla="*/ 3633 w 5134"/>
                    <a:gd name="connsiteY19-24640" fmla="*/ 1117 h 5728"/>
                    <a:gd name="connsiteX20-24641" fmla="*/ 3702 w 5134"/>
                    <a:gd name="connsiteY20-24642" fmla="*/ 748 h 5728"/>
                    <a:gd name="connsiteX21-24643" fmla="*/ 3812 w 5134"/>
                    <a:gd name="connsiteY21-24644" fmla="*/ 486 h 5728"/>
                    <a:gd name="connsiteX22-24645" fmla="*/ 3810 w 5134"/>
                    <a:gd name="connsiteY22-24646" fmla="*/ 358 h 5728"/>
                    <a:gd name="connsiteX23-24647" fmla="*/ 3797 w 5134"/>
                    <a:gd name="connsiteY23-24648" fmla="*/ 328 h 5728"/>
                    <a:gd name="connsiteX24-24649" fmla="*/ 3730 w 5134"/>
                    <a:gd name="connsiteY24-24650" fmla="*/ 251 h 5728"/>
                    <a:gd name="connsiteX25-24651" fmla="*/ 3670 w 5134"/>
                    <a:gd name="connsiteY25-24652" fmla="*/ 217 h 5728"/>
                    <a:gd name="connsiteX26-24653" fmla="*/ 3795 w 5134"/>
                    <a:gd name="connsiteY26-24654" fmla="*/ 56 h 5728"/>
                    <a:gd name="connsiteX27-24655" fmla="*/ 3968 w 5134"/>
                    <a:gd name="connsiteY27-24656" fmla="*/ 2 h 5728"/>
                    <a:gd name="connsiteX28-24657" fmla="*/ 4000 w 5134"/>
                    <a:gd name="connsiteY28-24658" fmla="*/ 49 h 5728"/>
                    <a:gd name="connsiteX29-24659" fmla="*/ 3990 w 5134"/>
                    <a:gd name="connsiteY29-24660" fmla="*/ 133 h 5728"/>
                    <a:gd name="connsiteX30-24661" fmla="*/ 3929 w 5134"/>
                    <a:gd name="connsiteY30-24662" fmla="*/ 243 h 5728"/>
                    <a:gd name="connsiteX31-24663" fmla="*/ 3999 w 5134"/>
                    <a:gd name="connsiteY31-24664" fmla="*/ 301 h 5728"/>
                    <a:gd name="connsiteX32-24665" fmla="*/ 4113 w 5134"/>
                    <a:gd name="connsiteY32-24666" fmla="*/ 366 h 5728"/>
                    <a:gd name="connsiteX33-24667" fmla="*/ 4133 w 5134"/>
                    <a:gd name="connsiteY33-24668" fmla="*/ 255 h 5728"/>
                    <a:gd name="connsiteX34-24669" fmla="*/ 4267 w 5134"/>
                    <a:gd name="connsiteY34-24670" fmla="*/ 291 h 5728"/>
                    <a:gd name="connsiteX35-24671" fmla="*/ 4292 w 5134"/>
                    <a:gd name="connsiteY35-24672" fmla="*/ 331 h 5728"/>
                    <a:gd name="connsiteX36-24673" fmla="*/ 4368 w 5134"/>
                    <a:gd name="connsiteY36-24674" fmla="*/ 562 h 5728"/>
                    <a:gd name="connsiteX37-24675" fmla="*/ 4403 w 5134"/>
                    <a:gd name="connsiteY37-24676" fmla="*/ 586 h 5728"/>
                    <a:gd name="connsiteX38-24677" fmla="*/ 4495 w 5134"/>
                    <a:gd name="connsiteY38-24678" fmla="*/ 578 h 5728"/>
                    <a:gd name="connsiteX39-24679" fmla="*/ 4755 w 5134"/>
                    <a:gd name="connsiteY39-24680" fmla="*/ 490 h 5728"/>
                    <a:gd name="connsiteX40-24681" fmla="*/ 4975 w 5134"/>
                    <a:gd name="connsiteY40-24682" fmla="*/ 479 h 5728"/>
                    <a:gd name="connsiteX41-24683" fmla="*/ 5035 w 5134"/>
                    <a:gd name="connsiteY41-24684" fmla="*/ 648 h 5728"/>
                    <a:gd name="connsiteX42-24685" fmla="*/ 4953 w 5134"/>
                    <a:gd name="connsiteY42-24686" fmla="*/ 944 h 5728"/>
                    <a:gd name="connsiteX43-24687" fmla="*/ 4953 w 5134"/>
                    <a:gd name="connsiteY43-24688" fmla="*/ 1022 h 5728"/>
                    <a:gd name="connsiteX44-24689" fmla="*/ 5022 w 5134"/>
                    <a:gd name="connsiteY44-24690" fmla="*/ 1168 h 5728"/>
                    <a:gd name="connsiteX45-24691" fmla="*/ 5037 w 5134"/>
                    <a:gd name="connsiteY45-24692" fmla="*/ 1427 h 5728"/>
                    <a:gd name="connsiteX46-24693" fmla="*/ 5039 w 5134"/>
                    <a:gd name="connsiteY46-24694" fmla="*/ 1617 h 5728"/>
                    <a:gd name="connsiteX47-24695" fmla="*/ 4972 w 5134"/>
                    <a:gd name="connsiteY47-24696" fmla="*/ 1625 h 5728"/>
                    <a:gd name="connsiteX48-24697" fmla="*/ 4950 w 5134"/>
                    <a:gd name="connsiteY48-24698" fmla="*/ 1507 h 5728"/>
                    <a:gd name="connsiteX49-24699" fmla="*/ 4915 w 5134"/>
                    <a:gd name="connsiteY49-24700" fmla="*/ 1450 h 5728"/>
                    <a:gd name="connsiteX50-24701" fmla="*/ 4825 w 5134"/>
                    <a:gd name="connsiteY50-24702" fmla="*/ 1582 h 5728"/>
                    <a:gd name="connsiteX51-24703" fmla="*/ 4712 w 5134"/>
                    <a:gd name="connsiteY51-24704" fmla="*/ 1776 h 5728"/>
                    <a:gd name="connsiteX52-24705" fmla="*/ 4593 w 5134"/>
                    <a:gd name="connsiteY52-24706" fmla="*/ 1904 h 5728"/>
                    <a:gd name="connsiteX53-24707" fmla="*/ 4586 w 5134"/>
                    <a:gd name="connsiteY53-24708" fmla="*/ 2018 h 5728"/>
                    <a:gd name="connsiteX54-24709" fmla="*/ 4646 w 5134"/>
                    <a:gd name="connsiteY54-24710" fmla="*/ 2115 h 5728"/>
                    <a:gd name="connsiteX55-24711" fmla="*/ 4748 w 5134"/>
                    <a:gd name="connsiteY55-24712" fmla="*/ 2183 h 5728"/>
                    <a:gd name="connsiteX56-24713" fmla="*/ 4825 w 5134"/>
                    <a:gd name="connsiteY56-24714" fmla="*/ 2178 h 5728"/>
                    <a:gd name="connsiteX57-24715" fmla="*/ 4870 w 5134"/>
                    <a:gd name="connsiteY57-24716" fmla="*/ 2104 h 5728"/>
                    <a:gd name="connsiteX58-24717" fmla="*/ 4904 w 5134"/>
                    <a:gd name="connsiteY58-24718" fmla="*/ 2210 h 5728"/>
                    <a:gd name="connsiteX59-24719" fmla="*/ 4792 w 5134"/>
                    <a:gd name="connsiteY59-24720" fmla="*/ 2249 h 5728"/>
                    <a:gd name="connsiteX60-24721" fmla="*/ 4839 w 5134"/>
                    <a:gd name="connsiteY60-24722" fmla="*/ 2362 h 5728"/>
                    <a:gd name="connsiteX61-24723" fmla="*/ 4704 w 5134"/>
                    <a:gd name="connsiteY61-24724" fmla="*/ 2509 h 5728"/>
                    <a:gd name="connsiteX62-24725" fmla="*/ 4663 w 5134"/>
                    <a:gd name="connsiteY62-24726" fmla="*/ 2498 h 5728"/>
                    <a:gd name="connsiteX63-24727" fmla="*/ 4539 w 5134"/>
                    <a:gd name="connsiteY63-24728" fmla="*/ 2413 h 5728"/>
                    <a:gd name="connsiteX64-24729" fmla="*/ 4484 w 5134"/>
                    <a:gd name="connsiteY64-24730" fmla="*/ 2412 h 5728"/>
                    <a:gd name="connsiteX65-24731" fmla="*/ 4449 w 5134"/>
                    <a:gd name="connsiteY65-24732" fmla="*/ 2480 h 5728"/>
                    <a:gd name="connsiteX66-24733" fmla="*/ 4452 w 5134"/>
                    <a:gd name="connsiteY66-24734" fmla="*/ 2562 h 5728"/>
                    <a:gd name="connsiteX67-24735" fmla="*/ 4630 w 5134"/>
                    <a:gd name="connsiteY67-24736" fmla="*/ 2730 h 5728"/>
                    <a:gd name="connsiteX68-24737" fmla="*/ 4629 w 5134"/>
                    <a:gd name="connsiteY68-24738" fmla="*/ 2844 h 5728"/>
                    <a:gd name="connsiteX69-24739" fmla="*/ 4720 w 5134"/>
                    <a:gd name="connsiteY69-24740" fmla="*/ 3060 h 5728"/>
                    <a:gd name="connsiteX70-24741" fmla="*/ 4746 w 5134"/>
                    <a:gd name="connsiteY70-24742" fmla="*/ 3090 h 5728"/>
                    <a:gd name="connsiteX71-24743" fmla="*/ 4790 w 5134"/>
                    <a:gd name="connsiteY71-24744" fmla="*/ 3094 h 5728"/>
                    <a:gd name="connsiteX72-24745" fmla="*/ 4836 w 5134"/>
                    <a:gd name="connsiteY72-24746" fmla="*/ 3010 h 5728"/>
                    <a:gd name="connsiteX73-24747" fmla="*/ 4916 w 5134"/>
                    <a:gd name="connsiteY73-24748" fmla="*/ 2950 h 5728"/>
                    <a:gd name="connsiteX74-24749" fmla="*/ 5011 w 5134"/>
                    <a:gd name="connsiteY74-24750" fmla="*/ 3126 h 5728"/>
                    <a:gd name="connsiteX75-24751" fmla="*/ 5121 w 5134"/>
                    <a:gd name="connsiteY75-24752" fmla="*/ 3312 h 5728"/>
                    <a:gd name="connsiteX76-24753" fmla="*/ 5134 w 5134"/>
                    <a:gd name="connsiteY76-24754" fmla="*/ 3342 h 5728"/>
                    <a:gd name="connsiteX77-24755" fmla="*/ 5123 w 5134"/>
                    <a:gd name="connsiteY77-24756" fmla="*/ 3518 h 5728"/>
                    <a:gd name="connsiteX78-24757" fmla="*/ 5088 w 5134"/>
                    <a:gd name="connsiteY78-24758" fmla="*/ 3554 h 5728"/>
                    <a:gd name="connsiteX79-24759" fmla="*/ 4999 w 5134"/>
                    <a:gd name="connsiteY79-24760" fmla="*/ 3515 h 5728"/>
                    <a:gd name="connsiteX80-24761" fmla="*/ 4765 w 5134"/>
                    <a:gd name="connsiteY80-24762" fmla="*/ 3644 h 5728"/>
                    <a:gd name="connsiteX81-24763" fmla="*/ 4739 w 5134"/>
                    <a:gd name="connsiteY81-24764" fmla="*/ 3666 h 5728"/>
                    <a:gd name="connsiteX82-24765" fmla="*/ 4559 w 5134"/>
                    <a:gd name="connsiteY82-24766" fmla="*/ 3812 h 5728"/>
                    <a:gd name="connsiteX83-24767" fmla="*/ 4418 w 5134"/>
                    <a:gd name="connsiteY83-24768" fmla="*/ 3926 h 5728"/>
                    <a:gd name="connsiteX84-24769" fmla="*/ 4383 w 5134"/>
                    <a:gd name="connsiteY84-24770" fmla="*/ 3965 h 5728"/>
                    <a:gd name="connsiteX85-24771" fmla="*/ 4331 w 5134"/>
                    <a:gd name="connsiteY85-24772" fmla="*/ 3973 h 5728"/>
                    <a:gd name="connsiteX86-24773" fmla="*/ 4274 w 5134"/>
                    <a:gd name="connsiteY86-24774" fmla="*/ 3916 h 5728"/>
                    <a:gd name="connsiteX87-24775" fmla="*/ 4150 w 5134"/>
                    <a:gd name="connsiteY87-24776" fmla="*/ 3808 h 5728"/>
                    <a:gd name="connsiteX88-24777" fmla="*/ 4174 w 5134"/>
                    <a:gd name="connsiteY88-24778" fmla="*/ 4064 h 5728"/>
                    <a:gd name="connsiteX89-24779" fmla="*/ 4183 w 5134"/>
                    <a:gd name="connsiteY89-24780" fmla="*/ 4192 h 5728"/>
                    <a:gd name="connsiteX90-24781" fmla="*/ 3921 w 5134"/>
                    <a:gd name="connsiteY90-24782" fmla="*/ 4166 h 5728"/>
                    <a:gd name="connsiteX91-24783" fmla="*/ 3839 w 5134"/>
                    <a:gd name="connsiteY91-24784" fmla="*/ 3987 h 5728"/>
                    <a:gd name="connsiteX92-24785" fmla="*/ 3757 w 5134"/>
                    <a:gd name="connsiteY92-24786" fmla="*/ 3802 h 5728"/>
                    <a:gd name="connsiteX93-24787" fmla="*/ 2785 w 5134"/>
                    <a:gd name="connsiteY93-24788" fmla="*/ 4556 h 5728"/>
                    <a:gd name="connsiteX94-24789" fmla="*/ 2749 w 5134"/>
                    <a:gd name="connsiteY94-24790" fmla="*/ 4614 h 5728"/>
                    <a:gd name="connsiteX95-24791" fmla="*/ 2484 w 5134"/>
                    <a:gd name="connsiteY95-24792" fmla="*/ 4680 h 5728"/>
                    <a:gd name="connsiteX96-24793" fmla="*/ 2349 w 5134"/>
                    <a:gd name="connsiteY96-24794" fmla="*/ 4739 h 5728"/>
                    <a:gd name="connsiteX97-24795" fmla="*/ 2307 w 5134"/>
                    <a:gd name="connsiteY97-24796" fmla="*/ 4777 h 5728"/>
                    <a:gd name="connsiteX98-24797" fmla="*/ 2108 w 5134"/>
                    <a:gd name="connsiteY98-24798" fmla="*/ 5021 h 5728"/>
                    <a:gd name="connsiteX99-24799" fmla="*/ 2035 w 5134"/>
                    <a:gd name="connsiteY99-24800" fmla="*/ 4970 h 5728"/>
                    <a:gd name="connsiteX100-24801" fmla="*/ 1952 w 5134"/>
                    <a:gd name="connsiteY100-24802" fmla="*/ 4971 h 5728"/>
                    <a:gd name="connsiteX101-24803" fmla="*/ 1916 w 5134"/>
                    <a:gd name="connsiteY101-24804" fmla="*/ 5045 h 5728"/>
                    <a:gd name="connsiteX102-24805" fmla="*/ 1805 w 5134"/>
                    <a:gd name="connsiteY102-24806" fmla="*/ 5000 h 5728"/>
                    <a:gd name="connsiteX103-24807" fmla="*/ 1727 w 5134"/>
                    <a:gd name="connsiteY103-24808" fmla="*/ 5109 h 5728"/>
                    <a:gd name="connsiteX104-24809" fmla="*/ 1505 w 5134"/>
                    <a:gd name="connsiteY104-24810" fmla="*/ 5349 h 5728"/>
                    <a:gd name="connsiteX105-24811" fmla="*/ 1485 w 5134"/>
                    <a:gd name="connsiteY105-24812" fmla="*/ 5516 h 5728"/>
                    <a:gd name="connsiteX106-24813" fmla="*/ 1468 w 5134"/>
                    <a:gd name="connsiteY106-24814" fmla="*/ 5659 h 5728"/>
                    <a:gd name="connsiteX107-24815" fmla="*/ 1452 w 5134"/>
                    <a:gd name="connsiteY107-24816" fmla="*/ 5669 h 5728"/>
                    <a:gd name="connsiteX108-24817" fmla="*/ 1130 w 5134"/>
                    <a:gd name="connsiteY108-24818" fmla="*/ 5621 h 5728"/>
                    <a:gd name="connsiteX109-24819" fmla="*/ 1028 w 5134"/>
                    <a:gd name="connsiteY109-24820" fmla="*/ 5566 h 5728"/>
                    <a:gd name="connsiteX110-24821" fmla="*/ 974 w 5134"/>
                    <a:gd name="connsiteY110-24822" fmla="*/ 5503 h 5728"/>
                    <a:gd name="connsiteX111-24823" fmla="*/ 869 w 5134"/>
                    <a:gd name="connsiteY111-24824" fmla="*/ 5477 h 5728"/>
                    <a:gd name="connsiteX112-24825" fmla="*/ 869 w 5134"/>
                    <a:gd name="connsiteY112-24826" fmla="*/ 5379 h 5728"/>
                    <a:gd name="connsiteX113-24827" fmla="*/ 973 w 5134"/>
                    <a:gd name="connsiteY113-24828" fmla="*/ 5149 h 5728"/>
                    <a:gd name="connsiteX114-24829" fmla="*/ 833 w 5134"/>
                    <a:gd name="connsiteY114-24830" fmla="*/ 5070 h 5728"/>
                    <a:gd name="connsiteX115-24831" fmla="*/ 791 w 5134"/>
                    <a:gd name="connsiteY115-24832" fmla="*/ 5095 h 5728"/>
                    <a:gd name="connsiteX116-24833" fmla="*/ 701 w 5134"/>
                    <a:gd name="connsiteY116-24834" fmla="*/ 5214 h 5728"/>
                    <a:gd name="connsiteX117-24835" fmla="*/ 669 w 5134"/>
                    <a:gd name="connsiteY117-24836" fmla="*/ 5276 h 5728"/>
                    <a:gd name="connsiteX118-24837" fmla="*/ 607 w 5134"/>
                    <a:gd name="connsiteY118-24838" fmla="*/ 5386 h 5728"/>
                    <a:gd name="connsiteX119-24839" fmla="*/ 613 w 5134"/>
                    <a:gd name="connsiteY119-24840" fmla="*/ 5510 h 5728"/>
                    <a:gd name="connsiteX120-24841" fmla="*/ 574 w 5134"/>
                    <a:gd name="connsiteY120-24842" fmla="*/ 5558 h 5728"/>
                    <a:gd name="connsiteX121-24843" fmla="*/ 443 w 5134"/>
                    <a:gd name="connsiteY121-24844" fmla="*/ 5617 h 5728"/>
                    <a:gd name="connsiteX122-24845" fmla="*/ 277 w 5134"/>
                    <a:gd name="connsiteY122-24846" fmla="*/ 5649 h 5728"/>
                    <a:gd name="connsiteX123-24847" fmla="*/ 174 w 5134"/>
                    <a:gd name="connsiteY123-24848" fmla="*/ 5728 h 5728"/>
                    <a:gd name="connsiteX124-24849" fmla="*/ 60 w 5134"/>
                    <a:gd name="connsiteY124-24850" fmla="*/ 5611 h 5728"/>
                    <a:gd name="connsiteX125-24851" fmla="*/ 0 w 5134"/>
                    <a:gd name="connsiteY125-24852" fmla="*/ 5485 h 5728"/>
                    <a:gd name="connsiteX0-24853" fmla="*/ 3948 w 5134"/>
                    <a:gd name="connsiteY0-24854" fmla="*/ 2333 h 5728"/>
                    <a:gd name="connsiteX1-24855" fmla="*/ 3946 w 5134"/>
                    <a:gd name="connsiteY1-24856" fmla="*/ 2117 h 5728"/>
                    <a:gd name="connsiteX2-24857" fmla="*/ 3870 w 5134"/>
                    <a:gd name="connsiteY2-24858" fmla="*/ 2039 h 5728"/>
                    <a:gd name="connsiteX3-24859" fmla="*/ 3727 w 5134"/>
                    <a:gd name="connsiteY3-24860" fmla="*/ 1951 h 5728"/>
                    <a:gd name="connsiteX4-24861" fmla="*/ 3635 w 5134"/>
                    <a:gd name="connsiteY4-24862" fmla="*/ 1827 h 5728"/>
                    <a:gd name="connsiteX5-24863" fmla="*/ 3539 w 5134"/>
                    <a:gd name="connsiteY5-24864" fmla="*/ 1828 h 5728"/>
                    <a:gd name="connsiteX6-24865" fmla="*/ 3494 w 5134"/>
                    <a:gd name="connsiteY6-24866" fmla="*/ 1883 h 5728"/>
                    <a:gd name="connsiteX7-24867" fmla="*/ 3401 w 5134"/>
                    <a:gd name="connsiteY7-24868" fmla="*/ 1877 h 5728"/>
                    <a:gd name="connsiteX8-24869" fmla="*/ 3381 w 5134"/>
                    <a:gd name="connsiteY8-24870" fmla="*/ 1994 h 5728"/>
                    <a:gd name="connsiteX9-24871" fmla="*/ 3200 w 5134"/>
                    <a:gd name="connsiteY9-24872" fmla="*/ 1941 h 5728"/>
                    <a:gd name="connsiteX10-24873" fmla="*/ 3117 w 5134"/>
                    <a:gd name="connsiteY10-24874" fmla="*/ 1939 h 5728"/>
                    <a:gd name="connsiteX11-24875" fmla="*/ 2992 w 5134"/>
                    <a:gd name="connsiteY11-24876" fmla="*/ 2014 h 5728"/>
                    <a:gd name="connsiteX12-24877" fmla="*/ 2880 w 5134"/>
                    <a:gd name="connsiteY12-24878" fmla="*/ 1890 h 5728"/>
                    <a:gd name="connsiteX13-24879" fmla="*/ 2974 w 5134"/>
                    <a:gd name="connsiteY13-24880" fmla="*/ 1804 h 5728"/>
                    <a:gd name="connsiteX14-24881" fmla="*/ 2978 w 5134"/>
                    <a:gd name="connsiteY14-24882" fmla="*/ 1634 h 5728"/>
                    <a:gd name="connsiteX15-24883" fmla="*/ 3033 w 5134"/>
                    <a:gd name="connsiteY15-24884" fmla="*/ 1514 h 5728"/>
                    <a:gd name="connsiteX16-24885" fmla="*/ 3076 w 5134"/>
                    <a:gd name="connsiteY16-24886" fmla="*/ 1306 h 5728"/>
                    <a:gd name="connsiteX17-24887" fmla="*/ 3136 w 5134"/>
                    <a:gd name="connsiteY17-24888" fmla="*/ 1307 h 5728"/>
                    <a:gd name="connsiteX18-24889" fmla="*/ 3459 w 5134"/>
                    <a:gd name="connsiteY18-24890" fmla="*/ 1286 h 5728"/>
                    <a:gd name="connsiteX19-24891" fmla="*/ 3633 w 5134"/>
                    <a:gd name="connsiteY19-24892" fmla="*/ 1117 h 5728"/>
                    <a:gd name="connsiteX20-24893" fmla="*/ 3702 w 5134"/>
                    <a:gd name="connsiteY20-24894" fmla="*/ 748 h 5728"/>
                    <a:gd name="connsiteX21-24895" fmla="*/ 3812 w 5134"/>
                    <a:gd name="connsiteY21-24896" fmla="*/ 486 h 5728"/>
                    <a:gd name="connsiteX22-24897" fmla="*/ 3810 w 5134"/>
                    <a:gd name="connsiteY22-24898" fmla="*/ 358 h 5728"/>
                    <a:gd name="connsiteX23-24899" fmla="*/ 3797 w 5134"/>
                    <a:gd name="connsiteY23-24900" fmla="*/ 328 h 5728"/>
                    <a:gd name="connsiteX24-24901" fmla="*/ 3730 w 5134"/>
                    <a:gd name="connsiteY24-24902" fmla="*/ 251 h 5728"/>
                    <a:gd name="connsiteX25-24903" fmla="*/ 3670 w 5134"/>
                    <a:gd name="connsiteY25-24904" fmla="*/ 217 h 5728"/>
                    <a:gd name="connsiteX26-24905" fmla="*/ 3795 w 5134"/>
                    <a:gd name="connsiteY26-24906" fmla="*/ 56 h 5728"/>
                    <a:gd name="connsiteX27-24907" fmla="*/ 3968 w 5134"/>
                    <a:gd name="connsiteY27-24908" fmla="*/ 2 h 5728"/>
                    <a:gd name="connsiteX28-24909" fmla="*/ 4000 w 5134"/>
                    <a:gd name="connsiteY28-24910" fmla="*/ 49 h 5728"/>
                    <a:gd name="connsiteX29-24911" fmla="*/ 3990 w 5134"/>
                    <a:gd name="connsiteY29-24912" fmla="*/ 133 h 5728"/>
                    <a:gd name="connsiteX30-24913" fmla="*/ 3929 w 5134"/>
                    <a:gd name="connsiteY30-24914" fmla="*/ 243 h 5728"/>
                    <a:gd name="connsiteX31-24915" fmla="*/ 3999 w 5134"/>
                    <a:gd name="connsiteY31-24916" fmla="*/ 301 h 5728"/>
                    <a:gd name="connsiteX32-24917" fmla="*/ 4113 w 5134"/>
                    <a:gd name="connsiteY32-24918" fmla="*/ 366 h 5728"/>
                    <a:gd name="connsiteX33-24919" fmla="*/ 4133 w 5134"/>
                    <a:gd name="connsiteY33-24920" fmla="*/ 255 h 5728"/>
                    <a:gd name="connsiteX34-24921" fmla="*/ 4267 w 5134"/>
                    <a:gd name="connsiteY34-24922" fmla="*/ 291 h 5728"/>
                    <a:gd name="connsiteX35-24923" fmla="*/ 4292 w 5134"/>
                    <a:gd name="connsiteY35-24924" fmla="*/ 331 h 5728"/>
                    <a:gd name="connsiteX36-24925" fmla="*/ 4368 w 5134"/>
                    <a:gd name="connsiteY36-24926" fmla="*/ 562 h 5728"/>
                    <a:gd name="connsiteX37-24927" fmla="*/ 4403 w 5134"/>
                    <a:gd name="connsiteY37-24928" fmla="*/ 586 h 5728"/>
                    <a:gd name="connsiteX38-24929" fmla="*/ 4495 w 5134"/>
                    <a:gd name="connsiteY38-24930" fmla="*/ 578 h 5728"/>
                    <a:gd name="connsiteX39-24931" fmla="*/ 4755 w 5134"/>
                    <a:gd name="connsiteY39-24932" fmla="*/ 490 h 5728"/>
                    <a:gd name="connsiteX40-24933" fmla="*/ 4975 w 5134"/>
                    <a:gd name="connsiteY40-24934" fmla="*/ 479 h 5728"/>
                    <a:gd name="connsiteX41-24935" fmla="*/ 5035 w 5134"/>
                    <a:gd name="connsiteY41-24936" fmla="*/ 648 h 5728"/>
                    <a:gd name="connsiteX42-24937" fmla="*/ 4953 w 5134"/>
                    <a:gd name="connsiteY42-24938" fmla="*/ 944 h 5728"/>
                    <a:gd name="connsiteX43-24939" fmla="*/ 4953 w 5134"/>
                    <a:gd name="connsiteY43-24940" fmla="*/ 1022 h 5728"/>
                    <a:gd name="connsiteX44-24941" fmla="*/ 5022 w 5134"/>
                    <a:gd name="connsiteY44-24942" fmla="*/ 1168 h 5728"/>
                    <a:gd name="connsiteX45-24943" fmla="*/ 5037 w 5134"/>
                    <a:gd name="connsiteY45-24944" fmla="*/ 1427 h 5728"/>
                    <a:gd name="connsiteX46-24945" fmla="*/ 5039 w 5134"/>
                    <a:gd name="connsiteY46-24946" fmla="*/ 1617 h 5728"/>
                    <a:gd name="connsiteX47-24947" fmla="*/ 4972 w 5134"/>
                    <a:gd name="connsiteY47-24948" fmla="*/ 1625 h 5728"/>
                    <a:gd name="connsiteX48-24949" fmla="*/ 4950 w 5134"/>
                    <a:gd name="connsiteY48-24950" fmla="*/ 1507 h 5728"/>
                    <a:gd name="connsiteX49-24951" fmla="*/ 4915 w 5134"/>
                    <a:gd name="connsiteY49-24952" fmla="*/ 1450 h 5728"/>
                    <a:gd name="connsiteX50-24953" fmla="*/ 4825 w 5134"/>
                    <a:gd name="connsiteY50-24954" fmla="*/ 1582 h 5728"/>
                    <a:gd name="connsiteX51-24955" fmla="*/ 4712 w 5134"/>
                    <a:gd name="connsiteY51-24956" fmla="*/ 1776 h 5728"/>
                    <a:gd name="connsiteX52-24957" fmla="*/ 4593 w 5134"/>
                    <a:gd name="connsiteY52-24958" fmla="*/ 1904 h 5728"/>
                    <a:gd name="connsiteX53-24959" fmla="*/ 4586 w 5134"/>
                    <a:gd name="connsiteY53-24960" fmla="*/ 2018 h 5728"/>
                    <a:gd name="connsiteX54-24961" fmla="*/ 4646 w 5134"/>
                    <a:gd name="connsiteY54-24962" fmla="*/ 2115 h 5728"/>
                    <a:gd name="connsiteX55-24963" fmla="*/ 4748 w 5134"/>
                    <a:gd name="connsiteY55-24964" fmla="*/ 2183 h 5728"/>
                    <a:gd name="connsiteX56-24965" fmla="*/ 4825 w 5134"/>
                    <a:gd name="connsiteY56-24966" fmla="*/ 2178 h 5728"/>
                    <a:gd name="connsiteX57-24967" fmla="*/ 4870 w 5134"/>
                    <a:gd name="connsiteY57-24968" fmla="*/ 2104 h 5728"/>
                    <a:gd name="connsiteX58-24969" fmla="*/ 4904 w 5134"/>
                    <a:gd name="connsiteY58-24970" fmla="*/ 2210 h 5728"/>
                    <a:gd name="connsiteX59-24971" fmla="*/ 4792 w 5134"/>
                    <a:gd name="connsiteY59-24972" fmla="*/ 2249 h 5728"/>
                    <a:gd name="connsiteX60-24973" fmla="*/ 4839 w 5134"/>
                    <a:gd name="connsiteY60-24974" fmla="*/ 2362 h 5728"/>
                    <a:gd name="connsiteX61-24975" fmla="*/ 4704 w 5134"/>
                    <a:gd name="connsiteY61-24976" fmla="*/ 2509 h 5728"/>
                    <a:gd name="connsiteX62-24977" fmla="*/ 4663 w 5134"/>
                    <a:gd name="connsiteY62-24978" fmla="*/ 2498 h 5728"/>
                    <a:gd name="connsiteX63-24979" fmla="*/ 4539 w 5134"/>
                    <a:gd name="connsiteY63-24980" fmla="*/ 2413 h 5728"/>
                    <a:gd name="connsiteX64-24981" fmla="*/ 4484 w 5134"/>
                    <a:gd name="connsiteY64-24982" fmla="*/ 2412 h 5728"/>
                    <a:gd name="connsiteX65-24983" fmla="*/ 4449 w 5134"/>
                    <a:gd name="connsiteY65-24984" fmla="*/ 2480 h 5728"/>
                    <a:gd name="connsiteX66-24985" fmla="*/ 4452 w 5134"/>
                    <a:gd name="connsiteY66-24986" fmla="*/ 2562 h 5728"/>
                    <a:gd name="connsiteX67-24987" fmla="*/ 4630 w 5134"/>
                    <a:gd name="connsiteY67-24988" fmla="*/ 2730 h 5728"/>
                    <a:gd name="connsiteX68-24989" fmla="*/ 4629 w 5134"/>
                    <a:gd name="connsiteY68-24990" fmla="*/ 2844 h 5728"/>
                    <a:gd name="connsiteX69-24991" fmla="*/ 4720 w 5134"/>
                    <a:gd name="connsiteY69-24992" fmla="*/ 3060 h 5728"/>
                    <a:gd name="connsiteX70-24993" fmla="*/ 4746 w 5134"/>
                    <a:gd name="connsiteY70-24994" fmla="*/ 3090 h 5728"/>
                    <a:gd name="connsiteX71-24995" fmla="*/ 4790 w 5134"/>
                    <a:gd name="connsiteY71-24996" fmla="*/ 3094 h 5728"/>
                    <a:gd name="connsiteX72-24997" fmla="*/ 4836 w 5134"/>
                    <a:gd name="connsiteY72-24998" fmla="*/ 3010 h 5728"/>
                    <a:gd name="connsiteX73-24999" fmla="*/ 4916 w 5134"/>
                    <a:gd name="connsiteY73-25000" fmla="*/ 2950 h 5728"/>
                    <a:gd name="connsiteX74-25001" fmla="*/ 5011 w 5134"/>
                    <a:gd name="connsiteY74-25002" fmla="*/ 3126 h 5728"/>
                    <a:gd name="connsiteX75-25003" fmla="*/ 5121 w 5134"/>
                    <a:gd name="connsiteY75-25004" fmla="*/ 3312 h 5728"/>
                    <a:gd name="connsiteX76-25005" fmla="*/ 5134 w 5134"/>
                    <a:gd name="connsiteY76-25006" fmla="*/ 3342 h 5728"/>
                    <a:gd name="connsiteX77-25007" fmla="*/ 5123 w 5134"/>
                    <a:gd name="connsiteY77-25008" fmla="*/ 3518 h 5728"/>
                    <a:gd name="connsiteX78-25009" fmla="*/ 5088 w 5134"/>
                    <a:gd name="connsiteY78-25010" fmla="*/ 3554 h 5728"/>
                    <a:gd name="connsiteX79-25011" fmla="*/ 4999 w 5134"/>
                    <a:gd name="connsiteY79-25012" fmla="*/ 3515 h 5728"/>
                    <a:gd name="connsiteX80-25013" fmla="*/ 4765 w 5134"/>
                    <a:gd name="connsiteY80-25014" fmla="*/ 3644 h 5728"/>
                    <a:gd name="connsiteX81-25015" fmla="*/ 4739 w 5134"/>
                    <a:gd name="connsiteY81-25016" fmla="*/ 3666 h 5728"/>
                    <a:gd name="connsiteX82-25017" fmla="*/ 4559 w 5134"/>
                    <a:gd name="connsiteY82-25018" fmla="*/ 3812 h 5728"/>
                    <a:gd name="connsiteX83-25019" fmla="*/ 4418 w 5134"/>
                    <a:gd name="connsiteY83-25020" fmla="*/ 3926 h 5728"/>
                    <a:gd name="connsiteX84-25021" fmla="*/ 4383 w 5134"/>
                    <a:gd name="connsiteY84-25022" fmla="*/ 3965 h 5728"/>
                    <a:gd name="connsiteX85-25023" fmla="*/ 4331 w 5134"/>
                    <a:gd name="connsiteY85-25024" fmla="*/ 3973 h 5728"/>
                    <a:gd name="connsiteX86-25025" fmla="*/ 4274 w 5134"/>
                    <a:gd name="connsiteY86-25026" fmla="*/ 3916 h 5728"/>
                    <a:gd name="connsiteX87-25027" fmla="*/ 4150 w 5134"/>
                    <a:gd name="connsiteY87-25028" fmla="*/ 3808 h 5728"/>
                    <a:gd name="connsiteX88-25029" fmla="*/ 4174 w 5134"/>
                    <a:gd name="connsiteY88-25030" fmla="*/ 4064 h 5728"/>
                    <a:gd name="connsiteX89-25031" fmla="*/ 4183 w 5134"/>
                    <a:gd name="connsiteY89-25032" fmla="*/ 4192 h 5728"/>
                    <a:gd name="connsiteX90-25033" fmla="*/ 3921 w 5134"/>
                    <a:gd name="connsiteY90-25034" fmla="*/ 4166 h 5728"/>
                    <a:gd name="connsiteX91-25035" fmla="*/ 3839 w 5134"/>
                    <a:gd name="connsiteY91-25036" fmla="*/ 3987 h 5728"/>
                    <a:gd name="connsiteX92-25037" fmla="*/ 3757 w 5134"/>
                    <a:gd name="connsiteY92-25038" fmla="*/ 3802 h 5728"/>
                    <a:gd name="connsiteX93-25039" fmla="*/ 2785 w 5134"/>
                    <a:gd name="connsiteY93-25040" fmla="*/ 4556 h 5728"/>
                    <a:gd name="connsiteX94-25041" fmla="*/ 2484 w 5134"/>
                    <a:gd name="connsiteY94-25042" fmla="*/ 4680 h 5728"/>
                    <a:gd name="connsiteX95-25043" fmla="*/ 2349 w 5134"/>
                    <a:gd name="connsiteY95-25044" fmla="*/ 4739 h 5728"/>
                    <a:gd name="connsiteX96-25045" fmla="*/ 2307 w 5134"/>
                    <a:gd name="connsiteY96-25046" fmla="*/ 4777 h 5728"/>
                    <a:gd name="connsiteX97-25047" fmla="*/ 2108 w 5134"/>
                    <a:gd name="connsiteY97-25048" fmla="*/ 5021 h 5728"/>
                    <a:gd name="connsiteX98-25049" fmla="*/ 2035 w 5134"/>
                    <a:gd name="connsiteY98-25050" fmla="*/ 4970 h 5728"/>
                    <a:gd name="connsiteX99-25051" fmla="*/ 1952 w 5134"/>
                    <a:gd name="connsiteY99-25052" fmla="*/ 4971 h 5728"/>
                    <a:gd name="connsiteX100-25053" fmla="*/ 1916 w 5134"/>
                    <a:gd name="connsiteY100-25054" fmla="*/ 5045 h 5728"/>
                    <a:gd name="connsiteX101-25055" fmla="*/ 1805 w 5134"/>
                    <a:gd name="connsiteY101-25056" fmla="*/ 5000 h 5728"/>
                    <a:gd name="connsiteX102-25057" fmla="*/ 1727 w 5134"/>
                    <a:gd name="connsiteY102-25058" fmla="*/ 5109 h 5728"/>
                    <a:gd name="connsiteX103-25059" fmla="*/ 1505 w 5134"/>
                    <a:gd name="connsiteY103-25060" fmla="*/ 5349 h 5728"/>
                    <a:gd name="connsiteX104-25061" fmla="*/ 1485 w 5134"/>
                    <a:gd name="connsiteY104-25062" fmla="*/ 5516 h 5728"/>
                    <a:gd name="connsiteX105-25063" fmla="*/ 1468 w 5134"/>
                    <a:gd name="connsiteY105-25064" fmla="*/ 5659 h 5728"/>
                    <a:gd name="connsiteX106-25065" fmla="*/ 1452 w 5134"/>
                    <a:gd name="connsiteY106-25066" fmla="*/ 5669 h 5728"/>
                    <a:gd name="connsiteX107-25067" fmla="*/ 1130 w 5134"/>
                    <a:gd name="connsiteY107-25068" fmla="*/ 5621 h 5728"/>
                    <a:gd name="connsiteX108-25069" fmla="*/ 1028 w 5134"/>
                    <a:gd name="connsiteY108-25070" fmla="*/ 5566 h 5728"/>
                    <a:gd name="connsiteX109-25071" fmla="*/ 974 w 5134"/>
                    <a:gd name="connsiteY109-25072" fmla="*/ 5503 h 5728"/>
                    <a:gd name="connsiteX110-25073" fmla="*/ 869 w 5134"/>
                    <a:gd name="connsiteY110-25074" fmla="*/ 5477 h 5728"/>
                    <a:gd name="connsiteX111-25075" fmla="*/ 869 w 5134"/>
                    <a:gd name="connsiteY111-25076" fmla="*/ 5379 h 5728"/>
                    <a:gd name="connsiteX112-25077" fmla="*/ 973 w 5134"/>
                    <a:gd name="connsiteY112-25078" fmla="*/ 5149 h 5728"/>
                    <a:gd name="connsiteX113-25079" fmla="*/ 833 w 5134"/>
                    <a:gd name="connsiteY113-25080" fmla="*/ 5070 h 5728"/>
                    <a:gd name="connsiteX114-25081" fmla="*/ 791 w 5134"/>
                    <a:gd name="connsiteY114-25082" fmla="*/ 5095 h 5728"/>
                    <a:gd name="connsiteX115-25083" fmla="*/ 701 w 5134"/>
                    <a:gd name="connsiteY115-25084" fmla="*/ 5214 h 5728"/>
                    <a:gd name="connsiteX116-25085" fmla="*/ 669 w 5134"/>
                    <a:gd name="connsiteY116-25086" fmla="*/ 5276 h 5728"/>
                    <a:gd name="connsiteX117-25087" fmla="*/ 607 w 5134"/>
                    <a:gd name="connsiteY117-25088" fmla="*/ 5386 h 5728"/>
                    <a:gd name="connsiteX118-25089" fmla="*/ 613 w 5134"/>
                    <a:gd name="connsiteY118-25090" fmla="*/ 5510 h 5728"/>
                    <a:gd name="connsiteX119-25091" fmla="*/ 574 w 5134"/>
                    <a:gd name="connsiteY119-25092" fmla="*/ 5558 h 5728"/>
                    <a:gd name="connsiteX120-25093" fmla="*/ 443 w 5134"/>
                    <a:gd name="connsiteY120-25094" fmla="*/ 5617 h 5728"/>
                    <a:gd name="connsiteX121-25095" fmla="*/ 277 w 5134"/>
                    <a:gd name="connsiteY121-25096" fmla="*/ 5649 h 5728"/>
                    <a:gd name="connsiteX122-25097" fmla="*/ 174 w 5134"/>
                    <a:gd name="connsiteY122-25098" fmla="*/ 5728 h 5728"/>
                    <a:gd name="connsiteX123-25099" fmla="*/ 60 w 5134"/>
                    <a:gd name="connsiteY123-25100" fmla="*/ 5611 h 5728"/>
                    <a:gd name="connsiteX124-25101" fmla="*/ 0 w 5134"/>
                    <a:gd name="connsiteY124-25102" fmla="*/ 5485 h 5728"/>
                    <a:gd name="connsiteX0-25103" fmla="*/ 3948 w 5134"/>
                    <a:gd name="connsiteY0-25104" fmla="*/ 2333 h 5728"/>
                    <a:gd name="connsiteX1-25105" fmla="*/ 3946 w 5134"/>
                    <a:gd name="connsiteY1-25106" fmla="*/ 2117 h 5728"/>
                    <a:gd name="connsiteX2-25107" fmla="*/ 3870 w 5134"/>
                    <a:gd name="connsiteY2-25108" fmla="*/ 2039 h 5728"/>
                    <a:gd name="connsiteX3-25109" fmla="*/ 3727 w 5134"/>
                    <a:gd name="connsiteY3-25110" fmla="*/ 1951 h 5728"/>
                    <a:gd name="connsiteX4-25111" fmla="*/ 3635 w 5134"/>
                    <a:gd name="connsiteY4-25112" fmla="*/ 1827 h 5728"/>
                    <a:gd name="connsiteX5-25113" fmla="*/ 3539 w 5134"/>
                    <a:gd name="connsiteY5-25114" fmla="*/ 1828 h 5728"/>
                    <a:gd name="connsiteX6-25115" fmla="*/ 3494 w 5134"/>
                    <a:gd name="connsiteY6-25116" fmla="*/ 1883 h 5728"/>
                    <a:gd name="connsiteX7-25117" fmla="*/ 3401 w 5134"/>
                    <a:gd name="connsiteY7-25118" fmla="*/ 1877 h 5728"/>
                    <a:gd name="connsiteX8-25119" fmla="*/ 3381 w 5134"/>
                    <a:gd name="connsiteY8-25120" fmla="*/ 1994 h 5728"/>
                    <a:gd name="connsiteX9-25121" fmla="*/ 3200 w 5134"/>
                    <a:gd name="connsiteY9-25122" fmla="*/ 1941 h 5728"/>
                    <a:gd name="connsiteX10-25123" fmla="*/ 3117 w 5134"/>
                    <a:gd name="connsiteY10-25124" fmla="*/ 1939 h 5728"/>
                    <a:gd name="connsiteX11-25125" fmla="*/ 2992 w 5134"/>
                    <a:gd name="connsiteY11-25126" fmla="*/ 2014 h 5728"/>
                    <a:gd name="connsiteX12-25127" fmla="*/ 2880 w 5134"/>
                    <a:gd name="connsiteY12-25128" fmla="*/ 1890 h 5728"/>
                    <a:gd name="connsiteX13-25129" fmla="*/ 2974 w 5134"/>
                    <a:gd name="connsiteY13-25130" fmla="*/ 1804 h 5728"/>
                    <a:gd name="connsiteX14-25131" fmla="*/ 2978 w 5134"/>
                    <a:gd name="connsiteY14-25132" fmla="*/ 1634 h 5728"/>
                    <a:gd name="connsiteX15-25133" fmla="*/ 3033 w 5134"/>
                    <a:gd name="connsiteY15-25134" fmla="*/ 1514 h 5728"/>
                    <a:gd name="connsiteX16-25135" fmla="*/ 3076 w 5134"/>
                    <a:gd name="connsiteY16-25136" fmla="*/ 1306 h 5728"/>
                    <a:gd name="connsiteX17-25137" fmla="*/ 3136 w 5134"/>
                    <a:gd name="connsiteY17-25138" fmla="*/ 1307 h 5728"/>
                    <a:gd name="connsiteX18-25139" fmla="*/ 3459 w 5134"/>
                    <a:gd name="connsiteY18-25140" fmla="*/ 1286 h 5728"/>
                    <a:gd name="connsiteX19-25141" fmla="*/ 3633 w 5134"/>
                    <a:gd name="connsiteY19-25142" fmla="*/ 1117 h 5728"/>
                    <a:gd name="connsiteX20-25143" fmla="*/ 3702 w 5134"/>
                    <a:gd name="connsiteY20-25144" fmla="*/ 748 h 5728"/>
                    <a:gd name="connsiteX21-25145" fmla="*/ 3812 w 5134"/>
                    <a:gd name="connsiteY21-25146" fmla="*/ 486 h 5728"/>
                    <a:gd name="connsiteX22-25147" fmla="*/ 3810 w 5134"/>
                    <a:gd name="connsiteY22-25148" fmla="*/ 358 h 5728"/>
                    <a:gd name="connsiteX23-25149" fmla="*/ 3797 w 5134"/>
                    <a:gd name="connsiteY23-25150" fmla="*/ 328 h 5728"/>
                    <a:gd name="connsiteX24-25151" fmla="*/ 3730 w 5134"/>
                    <a:gd name="connsiteY24-25152" fmla="*/ 251 h 5728"/>
                    <a:gd name="connsiteX25-25153" fmla="*/ 3670 w 5134"/>
                    <a:gd name="connsiteY25-25154" fmla="*/ 217 h 5728"/>
                    <a:gd name="connsiteX26-25155" fmla="*/ 3795 w 5134"/>
                    <a:gd name="connsiteY26-25156" fmla="*/ 56 h 5728"/>
                    <a:gd name="connsiteX27-25157" fmla="*/ 3968 w 5134"/>
                    <a:gd name="connsiteY27-25158" fmla="*/ 2 h 5728"/>
                    <a:gd name="connsiteX28-25159" fmla="*/ 4000 w 5134"/>
                    <a:gd name="connsiteY28-25160" fmla="*/ 49 h 5728"/>
                    <a:gd name="connsiteX29-25161" fmla="*/ 3990 w 5134"/>
                    <a:gd name="connsiteY29-25162" fmla="*/ 133 h 5728"/>
                    <a:gd name="connsiteX30-25163" fmla="*/ 3929 w 5134"/>
                    <a:gd name="connsiteY30-25164" fmla="*/ 243 h 5728"/>
                    <a:gd name="connsiteX31-25165" fmla="*/ 3999 w 5134"/>
                    <a:gd name="connsiteY31-25166" fmla="*/ 301 h 5728"/>
                    <a:gd name="connsiteX32-25167" fmla="*/ 4113 w 5134"/>
                    <a:gd name="connsiteY32-25168" fmla="*/ 366 h 5728"/>
                    <a:gd name="connsiteX33-25169" fmla="*/ 4133 w 5134"/>
                    <a:gd name="connsiteY33-25170" fmla="*/ 255 h 5728"/>
                    <a:gd name="connsiteX34-25171" fmla="*/ 4267 w 5134"/>
                    <a:gd name="connsiteY34-25172" fmla="*/ 291 h 5728"/>
                    <a:gd name="connsiteX35-25173" fmla="*/ 4292 w 5134"/>
                    <a:gd name="connsiteY35-25174" fmla="*/ 331 h 5728"/>
                    <a:gd name="connsiteX36-25175" fmla="*/ 4368 w 5134"/>
                    <a:gd name="connsiteY36-25176" fmla="*/ 562 h 5728"/>
                    <a:gd name="connsiteX37-25177" fmla="*/ 4403 w 5134"/>
                    <a:gd name="connsiteY37-25178" fmla="*/ 586 h 5728"/>
                    <a:gd name="connsiteX38-25179" fmla="*/ 4495 w 5134"/>
                    <a:gd name="connsiteY38-25180" fmla="*/ 578 h 5728"/>
                    <a:gd name="connsiteX39-25181" fmla="*/ 4755 w 5134"/>
                    <a:gd name="connsiteY39-25182" fmla="*/ 490 h 5728"/>
                    <a:gd name="connsiteX40-25183" fmla="*/ 4975 w 5134"/>
                    <a:gd name="connsiteY40-25184" fmla="*/ 479 h 5728"/>
                    <a:gd name="connsiteX41-25185" fmla="*/ 5035 w 5134"/>
                    <a:gd name="connsiteY41-25186" fmla="*/ 648 h 5728"/>
                    <a:gd name="connsiteX42-25187" fmla="*/ 4953 w 5134"/>
                    <a:gd name="connsiteY42-25188" fmla="*/ 944 h 5728"/>
                    <a:gd name="connsiteX43-25189" fmla="*/ 4953 w 5134"/>
                    <a:gd name="connsiteY43-25190" fmla="*/ 1022 h 5728"/>
                    <a:gd name="connsiteX44-25191" fmla="*/ 5022 w 5134"/>
                    <a:gd name="connsiteY44-25192" fmla="*/ 1168 h 5728"/>
                    <a:gd name="connsiteX45-25193" fmla="*/ 5037 w 5134"/>
                    <a:gd name="connsiteY45-25194" fmla="*/ 1427 h 5728"/>
                    <a:gd name="connsiteX46-25195" fmla="*/ 5039 w 5134"/>
                    <a:gd name="connsiteY46-25196" fmla="*/ 1617 h 5728"/>
                    <a:gd name="connsiteX47-25197" fmla="*/ 4972 w 5134"/>
                    <a:gd name="connsiteY47-25198" fmla="*/ 1625 h 5728"/>
                    <a:gd name="connsiteX48-25199" fmla="*/ 4950 w 5134"/>
                    <a:gd name="connsiteY48-25200" fmla="*/ 1507 h 5728"/>
                    <a:gd name="connsiteX49-25201" fmla="*/ 4915 w 5134"/>
                    <a:gd name="connsiteY49-25202" fmla="*/ 1450 h 5728"/>
                    <a:gd name="connsiteX50-25203" fmla="*/ 4825 w 5134"/>
                    <a:gd name="connsiteY50-25204" fmla="*/ 1582 h 5728"/>
                    <a:gd name="connsiteX51-25205" fmla="*/ 4712 w 5134"/>
                    <a:gd name="connsiteY51-25206" fmla="*/ 1776 h 5728"/>
                    <a:gd name="connsiteX52-25207" fmla="*/ 4593 w 5134"/>
                    <a:gd name="connsiteY52-25208" fmla="*/ 1904 h 5728"/>
                    <a:gd name="connsiteX53-25209" fmla="*/ 4586 w 5134"/>
                    <a:gd name="connsiteY53-25210" fmla="*/ 2018 h 5728"/>
                    <a:gd name="connsiteX54-25211" fmla="*/ 4646 w 5134"/>
                    <a:gd name="connsiteY54-25212" fmla="*/ 2115 h 5728"/>
                    <a:gd name="connsiteX55-25213" fmla="*/ 4748 w 5134"/>
                    <a:gd name="connsiteY55-25214" fmla="*/ 2183 h 5728"/>
                    <a:gd name="connsiteX56-25215" fmla="*/ 4825 w 5134"/>
                    <a:gd name="connsiteY56-25216" fmla="*/ 2178 h 5728"/>
                    <a:gd name="connsiteX57-25217" fmla="*/ 4870 w 5134"/>
                    <a:gd name="connsiteY57-25218" fmla="*/ 2104 h 5728"/>
                    <a:gd name="connsiteX58-25219" fmla="*/ 4904 w 5134"/>
                    <a:gd name="connsiteY58-25220" fmla="*/ 2210 h 5728"/>
                    <a:gd name="connsiteX59-25221" fmla="*/ 4792 w 5134"/>
                    <a:gd name="connsiteY59-25222" fmla="*/ 2249 h 5728"/>
                    <a:gd name="connsiteX60-25223" fmla="*/ 4839 w 5134"/>
                    <a:gd name="connsiteY60-25224" fmla="*/ 2362 h 5728"/>
                    <a:gd name="connsiteX61-25225" fmla="*/ 4704 w 5134"/>
                    <a:gd name="connsiteY61-25226" fmla="*/ 2509 h 5728"/>
                    <a:gd name="connsiteX62-25227" fmla="*/ 4663 w 5134"/>
                    <a:gd name="connsiteY62-25228" fmla="*/ 2498 h 5728"/>
                    <a:gd name="connsiteX63-25229" fmla="*/ 4539 w 5134"/>
                    <a:gd name="connsiteY63-25230" fmla="*/ 2413 h 5728"/>
                    <a:gd name="connsiteX64-25231" fmla="*/ 4484 w 5134"/>
                    <a:gd name="connsiteY64-25232" fmla="*/ 2412 h 5728"/>
                    <a:gd name="connsiteX65-25233" fmla="*/ 4449 w 5134"/>
                    <a:gd name="connsiteY65-25234" fmla="*/ 2480 h 5728"/>
                    <a:gd name="connsiteX66-25235" fmla="*/ 4452 w 5134"/>
                    <a:gd name="connsiteY66-25236" fmla="*/ 2562 h 5728"/>
                    <a:gd name="connsiteX67-25237" fmla="*/ 4630 w 5134"/>
                    <a:gd name="connsiteY67-25238" fmla="*/ 2730 h 5728"/>
                    <a:gd name="connsiteX68-25239" fmla="*/ 4629 w 5134"/>
                    <a:gd name="connsiteY68-25240" fmla="*/ 2844 h 5728"/>
                    <a:gd name="connsiteX69-25241" fmla="*/ 4720 w 5134"/>
                    <a:gd name="connsiteY69-25242" fmla="*/ 3060 h 5728"/>
                    <a:gd name="connsiteX70-25243" fmla="*/ 4746 w 5134"/>
                    <a:gd name="connsiteY70-25244" fmla="*/ 3090 h 5728"/>
                    <a:gd name="connsiteX71-25245" fmla="*/ 4790 w 5134"/>
                    <a:gd name="connsiteY71-25246" fmla="*/ 3094 h 5728"/>
                    <a:gd name="connsiteX72-25247" fmla="*/ 4836 w 5134"/>
                    <a:gd name="connsiteY72-25248" fmla="*/ 3010 h 5728"/>
                    <a:gd name="connsiteX73-25249" fmla="*/ 4916 w 5134"/>
                    <a:gd name="connsiteY73-25250" fmla="*/ 2950 h 5728"/>
                    <a:gd name="connsiteX74-25251" fmla="*/ 5011 w 5134"/>
                    <a:gd name="connsiteY74-25252" fmla="*/ 3126 h 5728"/>
                    <a:gd name="connsiteX75-25253" fmla="*/ 5121 w 5134"/>
                    <a:gd name="connsiteY75-25254" fmla="*/ 3312 h 5728"/>
                    <a:gd name="connsiteX76-25255" fmla="*/ 5134 w 5134"/>
                    <a:gd name="connsiteY76-25256" fmla="*/ 3342 h 5728"/>
                    <a:gd name="connsiteX77-25257" fmla="*/ 5123 w 5134"/>
                    <a:gd name="connsiteY77-25258" fmla="*/ 3518 h 5728"/>
                    <a:gd name="connsiteX78-25259" fmla="*/ 5088 w 5134"/>
                    <a:gd name="connsiteY78-25260" fmla="*/ 3554 h 5728"/>
                    <a:gd name="connsiteX79-25261" fmla="*/ 4999 w 5134"/>
                    <a:gd name="connsiteY79-25262" fmla="*/ 3515 h 5728"/>
                    <a:gd name="connsiteX80-25263" fmla="*/ 4765 w 5134"/>
                    <a:gd name="connsiteY80-25264" fmla="*/ 3644 h 5728"/>
                    <a:gd name="connsiteX81-25265" fmla="*/ 4739 w 5134"/>
                    <a:gd name="connsiteY81-25266" fmla="*/ 3666 h 5728"/>
                    <a:gd name="connsiteX82-25267" fmla="*/ 4559 w 5134"/>
                    <a:gd name="connsiteY82-25268" fmla="*/ 3812 h 5728"/>
                    <a:gd name="connsiteX83-25269" fmla="*/ 4418 w 5134"/>
                    <a:gd name="connsiteY83-25270" fmla="*/ 3926 h 5728"/>
                    <a:gd name="connsiteX84-25271" fmla="*/ 4383 w 5134"/>
                    <a:gd name="connsiteY84-25272" fmla="*/ 3965 h 5728"/>
                    <a:gd name="connsiteX85-25273" fmla="*/ 4331 w 5134"/>
                    <a:gd name="connsiteY85-25274" fmla="*/ 3973 h 5728"/>
                    <a:gd name="connsiteX86-25275" fmla="*/ 4274 w 5134"/>
                    <a:gd name="connsiteY86-25276" fmla="*/ 3916 h 5728"/>
                    <a:gd name="connsiteX87-25277" fmla="*/ 4150 w 5134"/>
                    <a:gd name="connsiteY87-25278" fmla="*/ 3808 h 5728"/>
                    <a:gd name="connsiteX88-25279" fmla="*/ 4174 w 5134"/>
                    <a:gd name="connsiteY88-25280" fmla="*/ 4064 h 5728"/>
                    <a:gd name="connsiteX89-25281" fmla="*/ 4183 w 5134"/>
                    <a:gd name="connsiteY89-25282" fmla="*/ 4192 h 5728"/>
                    <a:gd name="connsiteX90-25283" fmla="*/ 3921 w 5134"/>
                    <a:gd name="connsiteY90-25284" fmla="*/ 4166 h 5728"/>
                    <a:gd name="connsiteX91-25285" fmla="*/ 3839 w 5134"/>
                    <a:gd name="connsiteY91-25286" fmla="*/ 3987 h 5728"/>
                    <a:gd name="connsiteX92-25287" fmla="*/ 3757 w 5134"/>
                    <a:gd name="connsiteY92-25288" fmla="*/ 3802 h 5728"/>
                    <a:gd name="connsiteX93-25289" fmla="*/ 2484 w 5134"/>
                    <a:gd name="connsiteY93-25290" fmla="*/ 4680 h 5728"/>
                    <a:gd name="connsiteX94-25291" fmla="*/ 2349 w 5134"/>
                    <a:gd name="connsiteY94-25292" fmla="*/ 4739 h 5728"/>
                    <a:gd name="connsiteX95-25293" fmla="*/ 2307 w 5134"/>
                    <a:gd name="connsiteY95-25294" fmla="*/ 4777 h 5728"/>
                    <a:gd name="connsiteX96-25295" fmla="*/ 2108 w 5134"/>
                    <a:gd name="connsiteY96-25296" fmla="*/ 5021 h 5728"/>
                    <a:gd name="connsiteX97-25297" fmla="*/ 2035 w 5134"/>
                    <a:gd name="connsiteY97-25298" fmla="*/ 4970 h 5728"/>
                    <a:gd name="connsiteX98-25299" fmla="*/ 1952 w 5134"/>
                    <a:gd name="connsiteY98-25300" fmla="*/ 4971 h 5728"/>
                    <a:gd name="connsiteX99-25301" fmla="*/ 1916 w 5134"/>
                    <a:gd name="connsiteY99-25302" fmla="*/ 5045 h 5728"/>
                    <a:gd name="connsiteX100-25303" fmla="*/ 1805 w 5134"/>
                    <a:gd name="connsiteY100-25304" fmla="*/ 5000 h 5728"/>
                    <a:gd name="connsiteX101-25305" fmla="*/ 1727 w 5134"/>
                    <a:gd name="connsiteY101-25306" fmla="*/ 5109 h 5728"/>
                    <a:gd name="connsiteX102-25307" fmla="*/ 1505 w 5134"/>
                    <a:gd name="connsiteY102-25308" fmla="*/ 5349 h 5728"/>
                    <a:gd name="connsiteX103-25309" fmla="*/ 1485 w 5134"/>
                    <a:gd name="connsiteY103-25310" fmla="*/ 5516 h 5728"/>
                    <a:gd name="connsiteX104-25311" fmla="*/ 1468 w 5134"/>
                    <a:gd name="connsiteY104-25312" fmla="*/ 5659 h 5728"/>
                    <a:gd name="connsiteX105-25313" fmla="*/ 1452 w 5134"/>
                    <a:gd name="connsiteY105-25314" fmla="*/ 5669 h 5728"/>
                    <a:gd name="connsiteX106-25315" fmla="*/ 1130 w 5134"/>
                    <a:gd name="connsiteY106-25316" fmla="*/ 5621 h 5728"/>
                    <a:gd name="connsiteX107-25317" fmla="*/ 1028 w 5134"/>
                    <a:gd name="connsiteY107-25318" fmla="*/ 5566 h 5728"/>
                    <a:gd name="connsiteX108-25319" fmla="*/ 974 w 5134"/>
                    <a:gd name="connsiteY108-25320" fmla="*/ 5503 h 5728"/>
                    <a:gd name="connsiteX109-25321" fmla="*/ 869 w 5134"/>
                    <a:gd name="connsiteY109-25322" fmla="*/ 5477 h 5728"/>
                    <a:gd name="connsiteX110-25323" fmla="*/ 869 w 5134"/>
                    <a:gd name="connsiteY110-25324" fmla="*/ 5379 h 5728"/>
                    <a:gd name="connsiteX111-25325" fmla="*/ 973 w 5134"/>
                    <a:gd name="connsiteY111-25326" fmla="*/ 5149 h 5728"/>
                    <a:gd name="connsiteX112-25327" fmla="*/ 833 w 5134"/>
                    <a:gd name="connsiteY112-25328" fmla="*/ 5070 h 5728"/>
                    <a:gd name="connsiteX113-25329" fmla="*/ 791 w 5134"/>
                    <a:gd name="connsiteY113-25330" fmla="*/ 5095 h 5728"/>
                    <a:gd name="connsiteX114-25331" fmla="*/ 701 w 5134"/>
                    <a:gd name="connsiteY114-25332" fmla="*/ 5214 h 5728"/>
                    <a:gd name="connsiteX115-25333" fmla="*/ 669 w 5134"/>
                    <a:gd name="connsiteY115-25334" fmla="*/ 5276 h 5728"/>
                    <a:gd name="connsiteX116-25335" fmla="*/ 607 w 5134"/>
                    <a:gd name="connsiteY116-25336" fmla="*/ 5386 h 5728"/>
                    <a:gd name="connsiteX117-25337" fmla="*/ 613 w 5134"/>
                    <a:gd name="connsiteY117-25338" fmla="*/ 5510 h 5728"/>
                    <a:gd name="connsiteX118-25339" fmla="*/ 574 w 5134"/>
                    <a:gd name="connsiteY118-25340" fmla="*/ 5558 h 5728"/>
                    <a:gd name="connsiteX119-25341" fmla="*/ 443 w 5134"/>
                    <a:gd name="connsiteY119-25342" fmla="*/ 5617 h 5728"/>
                    <a:gd name="connsiteX120-25343" fmla="*/ 277 w 5134"/>
                    <a:gd name="connsiteY120-25344" fmla="*/ 5649 h 5728"/>
                    <a:gd name="connsiteX121-25345" fmla="*/ 174 w 5134"/>
                    <a:gd name="connsiteY121-25346" fmla="*/ 5728 h 5728"/>
                    <a:gd name="connsiteX122-25347" fmla="*/ 60 w 5134"/>
                    <a:gd name="connsiteY122-25348" fmla="*/ 5611 h 5728"/>
                    <a:gd name="connsiteX123-25349" fmla="*/ 0 w 5134"/>
                    <a:gd name="connsiteY123-25350" fmla="*/ 5485 h 5728"/>
                    <a:gd name="connsiteX0-25351" fmla="*/ 3948 w 5134"/>
                    <a:gd name="connsiteY0-25352" fmla="*/ 2333 h 5728"/>
                    <a:gd name="connsiteX1-25353" fmla="*/ 3946 w 5134"/>
                    <a:gd name="connsiteY1-25354" fmla="*/ 2117 h 5728"/>
                    <a:gd name="connsiteX2-25355" fmla="*/ 3870 w 5134"/>
                    <a:gd name="connsiteY2-25356" fmla="*/ 2039 h 5728"/>
                    <a:gd name="connsiteX3-25357" fmla="*/ 3727 w 5134"/>
                    <a:gd name="connsiteY3-25358" fmla="*/ 1951 h 5728"/>
                    <a:gd name="connsiteX4-25359" fmla="*/ 3635 w 5134"/>
                    <a:gd name="connsiteY4-25360" fmla="*/ 1827 h 5728"/>
                    <a:gd name="connsiteX5-25361" fmla="*/ 3539 w 5134"/>
                    <a:gd name="connsiteY5-25362" fmla="*/ 1828 h 5728"/>
                    <a:gd name="connsiteX6-25363" fmla="*/ 3494 w 5134"/>
                    <a:gd name="connsiteY6-25364" fmla="*/ 1883 h 5728"/>
                    <a:gd name="connsiteX7-25365" fmla="*/ 3401 w 5134"/>
                    <a:gd name="connsiteY7-25366" fmla="*/ 1877 h 5728"/>
                    <a:gd name="connsiteX8-25367" fmla="*/ 3381 w 5134"/>
                    <a:gd name="connsiteY8-25368" fmla="*/ 1994 h 5728"/>
                    <a:gd name="connsiteX9-25369" fmla="*/ 3200 w 5134"/>
                    <a:gd name="connsiteY9-25370" fmla="*/ 1941 h 5728"/>
                    <a:gd name="connsiteX10-25371" fmla="*/ 3117 w 5134"/>
                    <a:gd name="connsiteY10-25372" fmla="*/ 1939 h 5728"/>
                    <a:gd name="connsiteX11-25373" fmla="*/ 2992 w 5134"/>
                    <a:gd name="connsiteY11-25374" fmla="*/ 2014 h 5728"/>
                    <a:gd name="connsiteX12-25375" fmla="*/ 2880 w 5134"/>
                    <a:gd name="connsiteY12-25376" fmla="*/ 1890 h 5728"/>
                    <a:gd name="connsiteX13-25377" fmla="*/ 2974 w 5134"/>
                    <a:gd name="connsiteY13-25378" fmla="*/ 1804 h 5728"/>
                    <a:gd name="connsiteX14-25379" fmla="*/ 2978 w 5134"/>
                    <a:gd name="connsiteY14-25380" fmla="*/ 1634 h 5728"/>
                    <a:gd name="connsiteX15-25381" fmla="*/ 3033 w 5134"/>
                    <a:gd name="connsiteY15-25382" fmla="*/ 1514 h 5728"/>
                    <a:gd name="connsiteX16-25383" fmla="*/ 3076 w 5134"/>
                    <a:gd name="connsiteY16-25384" fmla="*/ 1306 h 5728"/>
                    <a:gd name="connsiteX17-25385" fmla="*/ 3136 w 5134"/>
                    <a:gd name="connsiteY17-25386" fmla="*/ 1307 h 5728"/>
                    <a:gd name="connsiteX18-25387" fmla="*/ 3459 w 5134"/>
                    <a:gd name="connsiteY18-25388" fmla="*/ 1286 h 5728"/>
                    <a:gd name="connsiteX19-25389" fmla="*/ 3633 w 5134"/>
                    <a:gd name="connsiteY19-25390" fmla="*/ 1117 h 5728"/>
                    <a:gd name="connsiteX20-25391" fmla="*/ 3702 w 5134"/>
                    <a:gd name="connsiteY20-25392" fmla="*/ 748 h 5728"/>
                    <a:gd name="connsiteX21-25393" fmla="*/ 3812 w 5134"/>
                    <a:gd name="connsiteY21-25394" fmla="*/ 486 h 5728"/>
                    <a:gd name="connsiteX22-25395" fmla="*/ 3810 w 5134"/>
                    <a:gd name="connsiteY22-25396" fmla="*/ 358 h 5728"/>
                    <a:gd name="connsiteX23-25397" fmla="*/ 3797 w 5134"/>
                    <a:gd name="connsiteY23-25398" fmla="*/ 328 h 5728"/>
                    <a:gd name="connsiteX24-25399" fmla="*/ 3730 w 5134"/>
                    <a:gd name="connsiteY24-25400" fmla="*/ 251 h 5728"/>
                    <a:gd name="connsiteX25-25401" fmla="*/ 3670 w 5134"/>
                    <a:gd name="connsiteY25-25402" fmla="*/ 217 h 5728"/>
                    <a:gd name="connsiteX26-25403" fmla="*/ 3795 w 5134"/>
                    <a:gd name="connsiteY26-25404" fmla="*/ 56 h 5728"/>
                    <a:gd name="connsiteX27-25405" fmla="*/ 3968 w 5134"/>
                    <a:gd name="connsiteY27-25406" fmla="*/ 2 h 5728"/>
                    <a:gd name="connsiteX28-25407" fmla="*/ 4000 w 5134"/>
                    <a:gd name="connsiteY28-25408" fmla="*/ 49 h 5728"/>
                    <a:gd name="connsiteX29-25409" fmla="*/ 3990 w 5134"/>
                    <a:gd name="connsiteY29-25410" fmla="*/ 133 h 5728"/>
                    <a:gd name="connsiteX30-25411" fmla="*/ 3929 w 5134"/>
                    <a:gd name="connsiteY30-25412" fmla="*/ 243 h 5728"/>
                    <a:gd name="connsiteX31-25413" fmla="*/ 3999 w 5134"/>
                    <a:gd name="connsiteY31-25414" fmla="*/ 301 h 5728"/>
                    <a:gd name="connsiteX32-25415" fmla="*/ 4113 w 5134"/>
                    <a:gd name="connsiteY32-25416" fmla="*/ 366 h 5728"/>
                    <a:gd name="connsiteX33-25417" fmla="*/ 4133 w 5134"/>
                    <a:gd name="connsiteY33-25418" fmla="*/ 255 h 5728"/>
                    <a:gd name="connsiteX34-25419" fmla="*/ 4267 w 5134"/>
                    <a:gd name="connsiteY34-25420" fmla="*/ 291 h 5728"/>
                    <a:gd name="connsiteX35-25421" fmla="*/ 4292 w 5134"/>
                    <a:gd name="connsiteY35-25422" fmla="*/ 331 h 5728"/>
                    <a:gd name="connsiteX36-25423" fmla="*/ 4368 w 5134"/>
                    <a:gd name="connsiteY36-25424" fmla="*/ 562 h 5728"/>
                    <a:gd name="connsiteX37-25425" fmla="*/ 4403 w 5134"/>
                    <a:gd name="connsiteY37-25426" fmla="*/ 586 h 5728"/>
                    <a:gd name="connsiteX38-25427" fmla="*/ 4495 w 5134"/>
                    <a:gd name="connsiteY38-25428" fmla="*/ 578 h 5728"/>
                    <a:gd name="connsiteX39-25429" fmla="*/ 4755 w 5134"/>
                    <a:gd name="connsiteY39-25430" fmla="*/ 490 h 5728"/>
                    <a:gd name="connsiteX40-25431" fmla="*/ 4975 w 5134"/>
                    <a:gd name="connsiteY40-25432" fmla="*/ 479 h 5728"/>
                    <a:gd name="connsiteX41-25433" fmla="*/ 5035 w 5134"/>
                    <a:gd name="connsiteY41-25434" fmla="*/ 648 h 5728"/>
                    <a:gd name="connsiteX42-25435" fmla="*/ 4953 w 5134"/>
                    <a:gd name="connsiteY42-25436" fmla="*/ 944 h 5728"/>
                    <a:gd name="connsiteX43-25437" fmla="*/ 4953 w 5134"/>
                    <a:gd name="connsiteY43-25438" fmla="*/ 1022 h 5728"/>
                    <a:gd name="connsiteX44-25439" fmla="*/ 5022 w 5134"/>
                    <a:gd name="connsiteY44-25440" fmla="*/ 1168 h 5728"/>
                    <a:gd name="connsiteX45-25441" fmla="*/ 5037 w 5134"/>
                    <a:gd name="connsiteY45-25442" fmla="*/ 1427 h 5728"/>
                    <a:gd name="connsiteX46-25443" fmla="*/ 5039 w 5134"/>
                    <a:gd name="connsiteY46-25444" fmla="*/ 1617 h 5728"/>
                    <a:gd name="connsiteX47-25445" fmla="*/ 4972 w 5134"/>
                    <a:gd name="connsiteY47-25446" fmla="*/ 1625 h 5728"/>
                    <a:gd name="connsiteX48-25447" fmla="*/ 4950 w 5134"/>
                    <a:gd name="connsiteY48-25448" fmla="*/ 1507 h 5728"/>
                    <a:gd name="connsiteX49-25449" fmla="*/ 4915 w 5134"/>
                    <a:gd name="connsiteY49-25450" fmla="*/ 1450 h 5728"/>
                    <a:gd name="connsiteX50-25451" fmla="*/ 4825 w 5134"/>
                    <a:gd name="connsiteY50-25452" fmla="*/ 1582 h 5728"/>
                    <a:gd name="connsiteX51-25453" fmla="*/ 4712 w 5134"/>
                    <a:gd name="connsiteY51-25454" fmla="*/ 1776 h 5728"/>
                    <a:gd name="connsiteX52-25455" fmla="*/ 4593 w 5134"/>
                    <a:gd name="connsiteY52-25456" fmla="*/ 1904 h 5728"/>
                    <a:gd name="connsiteX53-25457" fmla="*/ 4586 w 5134"/>
                    <a:gd name="connsiteY53-25458" fmla="*/ 2018 h 5728"/>
                    <a:gd name="connsiteX54-25459" fmla="*/ 4646 w 5134"/>
                    <a:gd name="connsiteY54-25460" fmla="*/ 2115 h 5728"/>
                    <a:gd name="connsiteX55-25461" fmla="*/ 4748 w 5134"/>
                    <a:gd name="connsiteY55-25462" fmla="*/ 2183 h 5728"/>
                    <a:gd name="connsiteX56-25463" fmla="*/ 4825 w 5134"/>
                    <a:gd name="connsiteY56-25464" fmla="*/ 2178 h 5728"/>
                    <a:gd name="connsiteX57-25465" fmla="*/ 4870 w 5134"/>
                    <a:gd name="connsiteY57-25466" fmla="*/ 2104 h 5728"/>
                    <a:gd name="connsiteX58-25467" fmla="*/ 4904 w 5134"/>
                    <a:gd name="connsiteY58-25468" fmla="*/ 2210 h 5728"/>
                    <a:gd name="connsiteX59-25469" fmla="*/ 4792 w 5134"/>
                    <a:gd name="connsiteY59-25470" fmla="*/ 2249 h 5728"/>
                    <a:gd name="connsiteX60-25471" fmla="*/ 4839 w 5134"/>
                    <a:gd name="connsiteY60-25472" fmla="*/ 2362 h 5728"/>
                    <a:gd name="connsiteX61-25473" fmla="*/ 4704 w 5134"/>
                    <a:gd name="connsiteY61-25474" fmla="*/ 2509 h 5728"/>
                    <a:gd name="connsiteX62-25475" fmla="*/ 4663 w 5134"/>
                    <a:gd name="connsiteY62-25476" fmla="*/ 2498 h 5728"/>
                    <a:gd name="connsiteX63-25477" fmla="*/ 4539 w 5134"/>
                    <a:gd name="connsiteY63-25478" fmla="*/ 2413 h 5728"/>
                    <a:gd name="connsiteX64-25479" fmla="*/ 4484 w 5134"/>
                    <a:gd name="connsiteY64-25480" fmla="*/ 2412 h 5728"/>
                    <a:gd name="connsiteX65-25481" fmla="*/ 4449 w 5134"/>
                    <a:gd name="connsiteY65-25482" fmla="*/ 2480 h 5728"/>
                    <a:gd name="connsiteX66-25483" fmla="*/ 4452 w 5134"/>
                    <a:gd name="connsiteY66-25484" fmla="*/ 2562 h 5728"/>
                    <a:gd name="connsiteX67-25485" fmla="*/ 4630 w 5134"/>
                    <a:gd name="connsiteY67-25486" fmla="*/ 2730 h 5728"/>
                    <a:gd name="connsiteX68-25487" fmla="*/ 4629 w 5134"/>
                    <a:gd name="connsiteY68-25488" fmla="*/ 2844 h 5728"/>
                    <a:gd name="connsiteX69-25489" fmla="*/ 4720 w 5134"/>
                    <a:gd name="connsiteY69-25490" fmla="*/ 3060 h 5728"/>
                    <a:gd name="connsiteX70-25491" fmla="*/ 4746 w 5134"/>
                    <a:gd name="connsiteY70-25492" fmla="*/ 3090 h 5728"/>
                    <a:gd name="connsiteX71-25493" fmla="*/ 4790 w 5134"/>
                    <a:gd name="connsiteY71-25494" fmla="*/ 3094 h 5728"/>
                    <a:gd name="connsiteX72-25495" fmla="*/ 4836 w 5134"/>
                    <a:gd name="connsiteY72-25496" fmla="*/ 3010 h 5728"/>
                    <a:gd name="connsiteX73-25497" fmla="*/ 4916 w 5134"/>
                    <a:gd name="connsiteY73-25498" fmla="*/ 2950 h 5728"/>
                    <a:gd name="connsiteX74-25499" fmla="*/ 5011 w 5134"/>
                    <a:gd name="connsiteY74-25500" fmla="*/ 3126 h 5728"/>
                    <a:gd name="connsiteX75-25501" fmla="*/ 5121 w 5134"/>
                    <a:gd name="connsiteY75-25502" fmla="*/ 3312 h 5728"/>
                    <a:gd name="connsiteX76-25503" fmla="*/ 5134 w 5134"/>
                    <a:gd name="connsiteY76-25504" fmla="*/ 3342 h 5728"/>
                    <a:gd name="connsiteX77-25505" fmla="*/ 5123 w 5134"/>
                    <a:gd name="connsiteY77-25506" fmla="*/ 3518 h 5728"/>
                    <a:gd name="connsiteX78-25507" fmla="*/ 5088 w 5134"/>
                    <a:gd name="connsiteY78-25508" fmla="*/ 3554 h 5728"/>
                    <a:gd name="connsiteX79-25509" fmla="*/ 4999 w 5134"/>
                    <a:gd name="connsiteY79-25510" fmla="*/ 3515 h 5728"/>
                    <a:gd name="connsiteX80-25511" fmla="*/ 4765 w 5134"/>
                    <a:gd name="connsiteY80-25512" fmla="*/ 3644 h 5728"/>
                    <a:gd name="connsiteX81-25513" fmla="*/ 4739 w 5134"/>
                    <a:gd name="connsiteY81-25514" fmla="*/ 3666 h 5728"/>
                    <a:gd name="connsiteX82-25515" fmla="*/ 4559 w 5134"/>
                    <a:gd name="connsiteY82-25516" fmla="*/ 3812 h 5728"/>
                    <a:gd name="connsiteX83-25517" fmla="*/ 4418 w 5134"/>
                    <a:gd name="connsiteY83-25518" fmla="*/ 3926 h 5728"/>
                    <a:gd name="connsiteX84-25519" fmla="*/ 4383 w 5134"/>
                    <a:gd name="connsiteY84-25520" fmla="*/ 3965 h 5728"/>
                    <a:gd name="connsiteX85-25521" fmla="*/ 4331 w 5134"/>
                    <a:gd name="connsiteY85-25522" fmla="*/ 3973 h 5728"/>
                    <a:gd name="connsiteX86-25523" fmla="*/ 4274 w 5134"/>
                    <a:gd name="connsiteY86-25524" fmla="*/ 3916 h 5728"/>
                    <a:gd name="connsiteX87-25525" fmla="*/ 4150 w 5134"/>
                    <a:gd name="connsiteY87-25526" fmla="*/ 3808 h 5728"/>
                    <a:gd name="connsiteX88-25527" fmla="*/ 4174 w 5134"/>
                    <a:gd name="connsiteY88-25528" fmla="*/ 4064 h 5728"/>
                    <a:gd name="connsiteX89-25529" fmla="*/ 4183 w 5134"/>
                    <a:gd name="connsiteY89-25530" fmla="*/ 4192 h 5728"/>
                    <a:gd name="connsiteX90-25531" fmla="*/ 3921 w 5134"/>
                    <a:gd name="connsiteY90-25532" fmla="*/ 4166 h 5728"/>
                    <a:gd name="connsiteX91-25533" fmla="*/ 3839 w 5134"/>
                    <a:gd name="connsiteY91-25534" fmla="*/ 3987 h 5728"/>
                    <a:gd name="connsiteX92-25535" fmla="*/ 3757 w 5134"/>
                    <a:gd name="connsiteY92-25536" fmla="*/ 3802 h 5728"/>
                    <a:gd name="connsiteX93-25537" fmla="*/ 2349 w 5134"/>
                    <a:gd name="connsiteY93-25538" fmla="*/ 4739 h 5728"/>
                    <a:gd name="connsiteX94-25539" fmla="*/ 2307 w 5134"/>
                    <a:gd name="connsiteY94-25540" fmla="*/ 4777 h 5728"/>
                    <a:gd name="connsiteX95-25541" fmla="*/ 2108 w 5134"/>
                    <a:gd name="connsiteY95-25542" fmla="*/ 5021 h 5728"/>
                    <a:gd name="connsiteX96-25543" fmla="*/ 2035 w 5134"/>
                    <a:gd name="connsiteY96-25544" fmla="*/ 4970 h 5728"/>
                    <a:gd name="connsiteX97-25545" fmla="*/ 1952 w 5134"/>
                    <a:gd name="connsiteY97-25546" fmla="*/ 4971 h 5728"/>
                    <a:gd name="connsiteX98-25547" fmla="*/ 1916 w 5134"/>
                    <a:gd name="connsiteY98-25548" fmla="*/ 5045 h 5728"/>
                    <a:gd name="connsiteX99-25549" fmla="*/ 1805 w 5134"/>
                    <a:gd name="connsiteY99-25550" fmla="*/ 5000 h 5728"/>
                    <a:gd name="connsiteX100-25551" fmla="*/ 1727 w 5134"/>
                    <a:gd name="connsiteY100-25552" fmla="*/ 5109 h 5728"/>
                    <a:gd name="connsiteX101-25553" fmla="*/ 1505 w 5134"/>
                    <a:gd name="connsiteY101-25554" fmla="*/ 5349 h 5728"/>
                    <a:gd name="connsiteX102-25555" fmla="*/ 1485 w 5134"/>
                    <a:gd name="connsiteY102-25556" fmla="*/ 5516 h 5728"/>
                    <a:gd name="connsiteX103-25557" fmla="*/ 1468 w 5134"/>
                    <a:gd name="connsiteY103-25558" fmla="*/ 5659 h 5728"/>
                    <a:gd name="connsiteX104-25559" fmla="*/ 1452 w 5134"/>
                    <a:gd name="connsiteY104-25560" fmla="*/ 5669 h 5728"/>
                    <a:gd name="connsiteX105-25561" fmla="*/ 1130 w 5134"/>
                    <a:gd name="connsiteY105-25562" fmla="*/ 5621 h 5728"/>
                    <a:gd name="connsiteX106-25563" fmla="*/ 1028 w 5134"/>
                    <a:gd name="connsiteY106-25564" fmla="*/ 5566 h 5728"/>
                    <a:gd name="connsiteX107-25565" fmla="*/ 974 w 5134"/>
                    <a:gd name="connsiteY107-25566" fmla="*/ 5503 h 5728"/>
                    <a:gd name="connsiteX108-25567" fmla="*/ 869 w 5134"/>
                    <a:gd name="connsiteY108-25568" fmla="*/ 5477 h 5728"/>
                    <a:gd name="connsiteX109-25569" fmla="*/ 869 w 5134"/>
                    <a:gd name="connsiteY109-25570" fmla="*/ 5379 h 5728"/>
                    <a:gd name="connsiteX110-25571" fmla="*/ 973 w 5134"/>
                    <a:gd name="connsiteY110-25572" fmla="*/ 5149 h 5728"/>
                    <a:gd name="connsiteX111-25573" fmla="*/ 833 w 5134"/>
                    <a:gd name="connsiteY111-25574" fmla="*/ 5070 h 5728"/>
                    <a:gd name="connsiteX112-25575" fmla="*/ 791 w 5134"/>
                    <a:gd name="connsiteY112-25576" fmla="*/ 5095 h 5728"/>
                    <a:gd name="connsiteX113-25577" fmla="*/ 701 w 5134"/>
                    <a:gd name="connsiteY113-25578" fmla="*/ 5214 h 5728"/>
                    <a:gd name="connsiteX114-25579" fmla="*/ 669 w 5134"/>
                    <a:gd name="connsiteY114-25580" fmla="*/ 5276 h 5728"/>
                    <a:gd name="connsiteX115-25581" fmla="*/ 607 w 5134"/>
                    <a:gd name="connsiteY115-25582" fmla="*/ 5386 h 5728"/>
                    <a:gd name="connsiteX116-25583" fmla="*/ 613 w 5134"/>
                    <a:gd name="connsiteY116-25584" fmla="*/ 5510 h 5728"/>
                    <a:gd name="connsiteX117-25585" fmla="*/ 574 w 5134"/>
                    <a:gd name="connsiteY117-25586" fmla="*/ 5558 h 5728"/>
                    <a:gd name="connsiteX118-25587" fmla="*/ 443 w 5134"/>
                    <a:gd name="connsiteY118-25588" fmla="*/ 5617 h 5728"/>
                    <a:gd name="connsiteX119-25589" fmla="*/ 277 w 5134"/>
                    <a:gd name="connsiteY119-25590" fmla="*/ 5649 h 5728"/>
                    <a:gd name="connsiteX120-25591" fmla="*/ 174 w 5134"/>
                    <a:gd name="connsiteY120-25592" fmla="*/ 5728 h 5728"/>
                    <a:gd name="connsiteX121-25593" fmla="*/ 60 w 5134"/>
                    <a:gd name="connsiteY121-25594" fmla="*/ 5611 h 5728"/>
                    <a:gd name="connsiteX122-25595" fmla="*/ 0 w 5134"/>
                    <a:gd name="connsiteY122-25596" fmla="*/ 5485 h 5728"/>
                    <a:gd name="connsiteX0-25597" fmla="*/ 3948 w 5134"/>
                    <a:gd name="connsiteY0-25598" fmla="*/ 2333 h 5728"/>
                    <a:gd name="connsiteX1-25599" fmla="*/ 3946 w 5134"/>
                    <a:gd name="connsiteY1-25600" fmla="*/ 2117 h 5728"/>
                    <a:gd name="connsiteX2-25601" fmla="*/ 3870 w 5134"/>
                    <a:gd name="connsiteY2-25602" fmla="*/ 2039 h 5728"/>
                    <a:gd name="connsiteX3-25603" fmla="*/ 3727 w 5134"/>
                    <a:gd name="connsiteY3-25604" fmla="*/ 1951 h 5728"/>
                    <a:gd name="connsiteX4-25605" fmla="*/ 3635 w 5134"/>
                    <a:gd name="connsiteY4-25606" fmla="*/ 1827 h 5728"/>
                    <a:gd name="connsiteX5-25607" fmla="*/ 3539 w 5134"/>
                    <a:gd name="connsiteY5-25608" fmla="*/ 1828 h 5728"/>
                    <a:gd name="connsiteX6-25609" fmla="*/ 3494 w 5134"/>
                    <a:gd name="connsiteY6-25610" fmla="*/ 1883 h 5728"/>
                    <a:gd name="connsiteX7-25611" fmla="*/ 3401 w 5134"/>
                    <a:gd name="connsiteY7-25612" fmla="*/ 1877 h 5728"/>
                    <a:gd name="connsiteX8-25613" fmla="*/ 3381 w 5134"/>
                    <a:gd name="connsiteY8-25614" fmla="*/ 1994 h 5728"/>
                    <a:gd name="connsiteX9-25615" fmla="*/ 3200 w 5134"/>
                    <a:gd name="connsiteY9-25616" fmla="*/ 1941 h 5728"/>
                    <a:gd name="connsiteX10-25617" fmla="*/ 3117 w 5134"/>
                    <a:gd name="connsiteY10-25618" fmla="*/ 1939 h 5728"/>
                    <a:gd name="connsiteX11-25619" fmla="*/ 2992 w 5134"/>
                    <a:gd name="connsiteY11-25620" fmla="*/ 2014 h 5728"/>
                    <a:gd name="connsiteX12-25621" fmla="*/ 2880 w 5134"/>
                    <a:gd name="connsiteY12-25622" fmla="*/ 1890 h 5728"/>
                    <a:gd name="connsiteX13-25623" fmla="*/ 2974 w 5134"/>
                    <a:gd name="connsiteY13-25624" fmla="*/ 1804 h 5728"/>
                    <a:gd name="connsiteX14-25625" fmla="*/ 2978 w 5134"/>
                    <a:gd name="connsiteY14-25626" fmla="*/ 1634 h 5728"/>
                    <a:gd name="connsiteX15-25627" fmla="*/ 3033 w 5134"/>
                    <a:gd name="connsiteY15-25628" fmla="*/ 1514 h 5728"/>
                    <a:gd name="connsiteX16-25629" fmla="*/ 3076 w 5134"/>
                    <a:gd name="connsiteY16-25630" fmla="*/ 1306 h 5728"/>
                    <a:gd name="connsiteX17-25631" fmla="*/ 3136 w 5134"/>
                    <a:gd name="connsiteY17-25632" fmla="*/ 1307 h 5728"/>
                    <a:gd name="connsiteX18-25633" fmla="*/ 3459 w 5134"/>
                    <a:gd name="connsiteY18-25634" fmla="*/ 1286 h 5728"/>
                    <a:gd name="connsiteX19-25635" fmla="*/ 3633 w 5134"/>
                    <a:gd name="connsiteY19-25636" fmla="*/ 1117 h 5728"/>
                    <a:gd name="connsiteX20-25637" fmla="*/ 3702 w 5134"/>
                    <a:gd name="connsiteY20-25638" fmla="*/ 748 h 5728"/>
                    <a:gd name="connsiteX21-25639" fmla="*/ 3812 w 5134"/>
                    <a:gd name="connsiteY21-25640" fmla="*/ 486 h 5728"/>
                    <a:gd name="connsiteX22-25641" fmla="*/ 3810 w 5134"/>
                    <a:gd name="connsiteY22-25642" fmla="*/ 358 h 5728"/>
                    <a:gd name="connsiteX23-25643" fmla="*/ 3797 w 5134"/>
                    <a:gd name="connsiteY23-25644" fmla="*/ 328 h 5728"/>
                    <a:gd name="connsiteX24-25645" fmla="*/ 3730 w 5134"/>
                    <a:gd name="connsiteY24-25646" fmla="*/ 251 h 5728"/>
                    <a:gd name="connsiteX25-25647" fmla="*/ 3670 w 5134"/>
                    <a:gd name="connsiteY25-25648" fmla="*/ 217 h 5728"/>
                    <a:gd name="connsiteX26-25649" fmla="*/ 3795 w 5134"/>
                    <a:gd name="connsiteY26-25650" fmla="*/ 56 h 5728"/>
                    <a:gd name="connsiteX27-25651" fmla="*/ 3968 w 5134"/>
                    <a:gd name="connsiteY27-25652" fmla="*/ 2 h 5728"/>
                    <a:gd name="connsiteX28-25653" fmla="*/ 4000 w 5134"/>
                    <a:gd name="connsiteY28-25654" fmla="*/ 49 h 5728"/>
                    <a:gd name="connsiteX29-25655" fmla="*/ 3990 w 5134"/>
                    <a:gd name="connsiteY29-25656" fmla="*/ 133 h 5728"/>
                    <a:gd name="connsiteX30-25657" fmla="*/ 3929 w 5134"/>
                    <a:gd name="connsiteY30-25658" fmla="*/ 243 h 5728"/>
                    <a:gd name="connsiteX31-25659" fmla="*/ 3999 w 5134"/>
                    <a:gd name="connsiteY31-25660" fmla="*/ 301 h 5728"/>
                    <a:gd name="connsiteX32-25661" fmla="*/ 4113 w 5134"/>
                    <a:gd name="connsiteY32-25662" fmla="*/ 366 h 5728"/>
                    <a:gd name="connsiteX33-25663" fmla="*/ 4133 w 5134"/>
                    <a:gd name="connsiteY33-25664" fmla="*/ 255 h 5728"/>
                    <a:gd name="connsiteX34-25665" fmla="*/ 4267 w 5134"/>
                    <a:gd name="connsiteY34-25666" fmla="*/ 291 h 5728"/>
                    <a:gd name="connsiteX35-25667" fmla="*/ 4292 w 5134"/>
                    <a:gd name="connsiteY35-25668" fmla="*/ 331 h 5728"/>
                    <a:gd name="connsiteX36-25669" fmla="*/ 4368 w 5134"/>
                    <a:gd name="connsiteY36-25670" fmla="*/ 562 h 5728"/>
                    <a:gd name="connsiteX37-25671" fmla="*/ 4403 w 5134"/>
                    <a:gd name="connsiteY37-25672" fmla="*/ 586 h 5728"/>
                    <a:gd name="connsiteX38-25673" fmla="*/ 4495 w 5134"/>
                    <a:gd name="connsiteY38-25674" fmla="*/ 578 h 5728"/>
                    <a:gd name="connsiteX39-25675" fmla="*/ 4755 w 5134"/>
                    <a:gd name="connsiteY39-25676" fmla="*/ 490 h 5728"/>
                    <a:gd name="connsiteX40-25677" fmla="*/ 4975 w 5134"/>
                    <a:gd name="connsiteY40-25678" fmla="*/ 479 h 5728"/>
                    <a:gd name="connsiteX41-25679" fmla="*/ 5035 w 5134"/>
                    <a:gd name="connsiteY41-25680" fmla="*/ 648 h 5728"/>
                    <a:gd name="connsiteX42-25681" fmla="*/ 4953 w 5134"/>
                    <a:gd name="connsiteY42-25682" fmla="*/ 944 h 5728"/>
                    <a:gd name="connsiteX43-25683" fmla="*/ 4953 w 5134"/>
                    <a:gd name="connsiteY43-25684" fmla="*/ 1022 h 5728"/>
                    <a:gd name="connsiteX44-25685" fmla="*/ 5022 w 5134"/>
                    <a:gd name="connsiteY44-25686" fmla="*/ 1168 h 5728"/>
                    <a:gd name="connsiteX45-25687" fmla="*/ 5037 w 5134"/>
                    <a:gd name="connsiteY45-25688" fmla="*/ 1427 h 5728"/>
                    <a:gd name="connsiteX46-25689" fmla="*/ 5039 w 5134"/>
                    <a:gd name="connsiteY46-25690" fmla="*/ 1617 h 5728"/>
                    <a:gd name="connsiteX47-25691" fmla="*/ 4972 w 5134"/>
                    <a:gd name="connsiteY47-25692" fmla="*/ 1625 h 5728"/>
                    <a:gd name="connsiteX48-25693" fmla="*/ 4950 w 5134"/>
                    <a:gd name="connsiteY48-25694" fmla="*/ 1507 h 5728"/>
                    <a:gd name="connsiteX49-25695" fmla="*/ 4915 w 5134"/>
                    <a:gd name="connsiteY49-25696" fmla="*/ 1450 h 5728"/>
                    <a:gd name="connsiteX50-25697" fmla="*/ 4825 w 5134"/>
                    <a:gd name="connsiteY50-25698" fmla="*/ 1582 h 5728"/>
                    <a:gd name="connsiteX51-25699" fmla="*/ 4712 w 5134"/>
                    <a:gd name="connsiteY51-25700" fmla="*/ 1776 h 5728"/>
                    <a:gd name="connsiteX52-25701" fmla="*/ 4593 w 5134"/>
                    <a:gd name="connsiteY52-25702" fmla="*/ 1904 h 5728"/>
                    <a:gd name="connsiteX53-25703" fmla="*/ 4586 w 5134"/>
                    <a:gd name="connsiteY53-25704" fmla="*/ 2018 h 5728"/>
                    <a:gd name="connsiteX54-25705" fmla="*/ 4646 w 5134"/>
                    <a:gd name="connsiteY54-25706" fmla="*/ 2115 h 5728"/>
                    <a:gd name="connsiteX55-25707" fmla="*/ 4748 w 5134"/>
                    <a:gd name="connsiteY55-25708" fmla="*/ 2183 h 5728"/>
                    <a:gd name="connsiteX56-25709" fmla="*/ 4825 w 5134"/>
                    <a:gd name="connsiteY56-25710" fmla="*/ 2178 h 5728"/>
                    <a:gd name="connsiteX57-25711" fmla="*/ 4870 w 5134"/>
                    <a:gd name="connsiteY57-25712" fmla="*/ 2104 h 5728"/>
                    <a:gd name="connsiteX58-25713" fmla="*/ 4904 w 5134"/>
                    <a:gd name="connsiteY58-25714" fmla="*/ 2210 h 5728"/>
                    <a:gd name="connsiteX59-25715" fmla="*/ 4792 w 5134"/>
                    <a:gd name="connsiteY59-25716" fmla="*/ 2249 h 5728"/>
                    <a:gd name="connsiteX60-25717" fmla="*/ 4839 w 5134"/>
                    <a:gd name="connsiteY60-25718" fmla="*/ 2362 h 5728"/>
                    <a:gd name="connsiteX61-25719" fmla="*/ 4704 w 5134"/>
                    <a:gd name="connsiteY61-25720" fmla="*/ 2509 h 5728"/>
                    <a:gd name="connsiteX62-25721" fmla="*/ 4663 w 5134"/>
                    <a:gd name="connsiteY62-25722" fmla="*/ 2498 h 5728"/>
                    <a:gd name="connsiteX63-25723" fmla="*/ 4539 w 5134"/>
                    <a:gd name="connsiteY63-25724" fmla="*/ 2413 h 5728"/>
                    <a:gd name="connsiteX64-25725" fmla="*/ 4484 w 5134"/>
                    <a:gd name="connsiteY64-25726" fmla="*/ 2412 h 5728"/>
                    <a:gd name="connsiteX65-25727" fmla="*/ 4449 w 5134"/>
                    <a:gd name="connsiteY65-25728" fmla="*/ 2480 h 5728"/>
                    <a:gd name="connsiteX66-25729" fmla="*/ 4452 w 5134"/>
                    <a:gd name="connsiteY66-25730" fmla="*/ 2562 h 5728"/>
                    <a:gd name="connsiteX67-25731" fmla="*/ 4630 w 5134"/>
                    <a:gd name="connsiteY67-25732" fmla="*/ 2730 h 5728"/>
                    <a:gd name="connsiteX68-25733" fmla="*/ 4629 w 5134"/>
                    <a:gd name="connsiteY68-25734" fmla="*/ 2844 h 5728"/>
                    <a:gd name="connsiteX69-25735" fmla="*/ 4720 w 5134"/>
                    <a:gd name="connsiteY69-25736" fmla="*/ 3060 h 5728"/>
                    <a:gd name="connsiteX70-25737" fmla="*/ 4746 w 5134"/>
                    <a:gd name="connsiteY70-25738" fmla="*/ 3090 h 5728"/>
                    <a:gd name="connsiteX71-25739" fmla="*/ 4790 w 5134"/>
                    <a:gd name="connsiteY71-25740" fmla="*/ 3094 h 5728"/>
                    <a:gd name="connsiteX72-25741" fmla="*/ 4836 w 5134"/>
                    <a:gd name="connsiteY72-25742" fmla="*/ 3010 h 5728"/>
                    <a:gd name="connsiteX73-25743" fmla="*/ 4916 w 5134"/>
                    <a:gd name="connsiteY73-25744" fmla="*/ 2950 h 5728"/>
                    <a:gd name="connsiteX74-25745" fmla="*/ 5011 w 5134"/>
                    <a:gd name="connsiteY74-25746" fmla="*/ 3126 h 5728"/>
                    <a:gd name="connsiteX75-25747" fmla="*/ 5121 w 5134"/>
                    <a:gd name="connsiteY75-25748" fmla="*/ 3312 h 5728"/>
                    <a:gd name="connsiteX76-25749" fmla="*/ 5134 w 5134"/>
                    <a:gd name="connsiteY76-25750" fmla="*/ 3342 h 5728"/>
                    <a:gd name="connsiteX77-25751" fmla="*/ 5123 w 5134"/>
                    <a:gd name="connsiteY77-25752" fmla="*/ 3518 h 5728"/>
                    <a:gd name="connsiteX78-25753" fmla="*/ 5088 w 5134"/>
                    <a:gd name="connsiteY78-25754" fmla="*/ 3554 h 5728"/>
                    <a:gd name="connsiteX79-25755" fmla="*/ 4999 w 5134"/>
                    <a:gd name="connsiteY79-25756" fmla="*/ 3515 h 5728"/>
                    <a:gd name="connsiteX80-25757" fmla="*/ 4765 w 5134"/>
                    <a:gd name="connsiteY80-25758" fmla="*/ 3644 h 5728"/>
                    <a:gd name="connsiteX81-25759" fmla="*/ 4739 w 5134"/>
                    <a:gd name="connsiteY81-25760" fmla="*/ 3666 h 5728"/>
                    <a:gd name="connsiteX82-25761" fmla="*/ 4559 w 5134"/>
                    <a:gd name="connsiteY82-25762" fmla="*/ 3812 h 5728"/>
                    <a:gd name="connsiteX83-25763" fmla="*/ 4418 w 5134"/>
                    <a:gd name="connsiteY83-25764" fmla="*/ 3926 h 5728"/>
                    <a:gd name="connsiteX84-25765" fmla="*/ 4383 w 5134"/>
                    <a:gd name="connsiteY84-25766" fmla="*/ 3965 h 5728"/>
                    <a:gd name="connsiteX85-25767" fmla="*/ 4331 w 5134"/>
                    <a:gd name="connsiteY85-25768" fmla="*/ 3973 h 5728"/>
                    <a:gd name="connsiteX86-25769" fmla="*/ 4274 w 5134"/>
                    <a:gd name="connsiteY86-25770" fmla="*/ 3916 h 5728"/>
                    <a:gd name="connsiteX87-25771" fmla="*/ 4150 w 5134"/>
                    <a:gd name="connsiteY87-25772" fmla="*/ 3808 h 5728"/>
                    <a:gd name="connsiteX88-25773" fmla="*/ 4174 w 5134"/>
                    <a:gd name="connsiteY88-25774" fmla="*/ 4064 h 5728"/>
                    <a:gd name="connsiteX89-25775" fmla="*/ 4183 w 5134"/>
                    <a:gd name="connsiteY89-25776" fmla="*/ 4192 h 5728"/>
                    <a:gd name="connsiteX90-25777" fmla="*/ 3921 w 5134"/>
                    <a:gd name="connsiteY90-25778" fmla="*/ 4166 h 5728"/>
                    <a:gd name="connsiteX91-25779" fmla="*/ 3839 w 5134"/>
                    <a:gd name="connsiteY91-25780" fmla="*/ 3987 h 5728"/>
                    <a:gd name="connsiteX92-25781" fmla="*/ 3757 w 5134"/>
                    <a:gd name="connsiteY92-25782" fmla="*/ 3802 h 5728"/>
                    <a:gd name="connsiteX93-25783" fmla="*/ 2307 w 5134"/>
                    <a:gd name="connsiteY93-25784" fmla="*/ 4777 h 5728"/>
                    <a:gd name="connsiteX94-25785" fmla="*/ 2108 w 5134"/>
                    <a:gd name="connsiteY94-25786" fmla="*/ 5021 h 5728"/>
                    <a:gd name="connsiteX95-25787" fmla="*/ 2035 w 5134"/>
                    <a:gd name="connsiteY95-25788" fmla="*/ 4970 h 5728"/>
                    <a:gd name="connsiteX96-25789" fmla="*/ 1952 w 5134"/>
                    <a:gd name="connsiteY96-25790" fmla="*/ 4971 h 5728"/>
                    <a:gd name="connsiteX97-25791" fmla="*/ 1916 w 5134"/>
                    <a:gd name="connsiteY97-25792" fmla="*/ 5045 h 5728"/>
                    <a:gd name="connsiteX98-25793" fmla="*/ 1805 w 5134"/>
                    <a:gd name="connsiteY98-25794" fmla="*/ 5000 h 5728"/>
                    <a:gd name="connsiteX99-25795" fmla="*/ 1727 w 5134"/>
                    <a:gd name="connsiteY99-25796" fmla="*/ 5109 h 5728"/>
                    <a:gd name="connsiteX100-25797" fmla="*/ 1505 w 5134"/>
                    <a:gd name="connsiteY100-25798" fmla="*/ 5349 h 5728"/>
                    <a:gd name="connsiteX101-25799" fmla="*/ 1485 w 5134"/>
                    <a:gd name="connsiteY101-25800" fmla="*/ 5516 h 5728"/>
                    <a:gd name="connsiteX102-25801" fmla="*/ 1468 w 5134"/>
                    <a:gd name="connsiteY102-25802" fmla="*/ 5659 h 5728"/>
                    <a:gd name="connsiteX103-25803" fmla="*/ 1452 w 5134"/>
                    <a:gd name="connsiteY103-25804" fmla="*/ 5669 h 5728"/>
                    <a:gd name="connsiteX104-25805" fmla="*/ 1130 w 5134"/>
                    <a:gd name="connsiteY104-25806" fmla="*/ 5621 h 5728"/>
                    <a:gd name="connsiteX105-25807" fmla="*/ 1028 w 5134"/>
                    <a:gd name="connsiteY105-25808" fmla="*/ 5566 h 5728"/>
                    <a:gd name="connsiteX106-25809" fmla="*/ 974 w 5134"/>
                    <a:gd name="connsiteY106-25810" fmla="*/ 5503 h 5728"/>
                    <a:gd name="connsiteX107-25811" fmla="*/ 869 w 5134"/>
                    <a:gd name="connsiteY107-25812" fmla="*/ 5477 h 5728"/>
                    <a:gd name="connsiteX108-25813" fmla="*/ 869 w 5134"/>
                    <a:gd name="connsiteY108-25814" fmla="*/ 5379 h 5728"/>
                    <a:gd name="connsiteX109-25815" fmla="*/ 973 w 5134"/>
                    <a:gd name="connsiteY109-25816" fmla="*/ 5149 h 5728"/>
                    <a:gd name="connsiteX110-25817" fmla="*/ 833 w 5134"/>
                    <a:gd name="connsiteY110-25818" fmla="*/ 5070 h 5728"/>
                    <a:gd name="connsiteX111-25819" fmla="*/ 791 w 5134"/>
                    <a:gd name="connsiteY111-25820" fmla="*/ 5095 h 5728"/>
                    <a:gd name="connsiteX112-25821" fmla="*/ 701 w 5134"/>
                    <a:gd name="connsiteY112-25822" fmla="*/ 5214 h 5728"/>
                    <a:gd name="connsiteX113-25823" fmla="*/ 669 w 5134"/>
                    <a:gd name="connsiteY113-25824" fmla="*/ 5276 h 5728"/>
                    <a:gd name="connsiteX114-25825" fmla="*/ 607 w 5134"/>
                    <a:gd name="connsiteY114-25826" fmla="*/ 5386 h 5728"/>
                    <a:gd name="connsiteX115-25827" fmla="*/ 613 w 5134"/>
                    <a:gd name="connsiteY115-25828" fmla="*/ 5510 h 5728"/>
                    <a:gd name="connsiteX116-25829" fmla="*/ 574 w 5134"/>
                    <a:gd name="connsiteY116-25830" fmla="*/ 5558 h 5728"/>
                    <a:gd name="connsiteX117-25831" fmla="*/ 443 w 5134"/>
                    <a:gd name="connsiteY117-25832" fmla="*/ 5617 h 5728"/>
                    <a:gd name="connsiteX118-25833" fmla="*/ 277 w 5134"/>
                    <a:gd name="connsiteY118-25834" fmla="*/ 5649 h 5728"/>
                    <a:gd name="connsiteX119-25835" fmla="*/ 174 w 5134"/>
                    <a:gd name="connsiteY119-25836" fmla="*/ 5728 h 5728"/>
                    <a:gd name="connsiteX120-25837" fmla="*/ 60 w 5134"/>
                    <a:gd name="connsiteY120-25838" fmla="*/ 5611 h 5728"/>
                    <a:gd name="connsiteX121-25839" fmla="*/ 0 w 5134"/>
                    <a:gd name="connsiteY121-25840" fmla="*/ 5485 h 5728"/>
                    <a:gd name="connsiteX0-25841" fmla="*/ 3948 w 5134"/>
                    <a:gd name="connsiteY0-25842" fmla="*/ 2333 h 5728"/>
                    <a:gd name="connsiteX1-25843" fmla="*/ 3946 w 5134"/>
                    <a:gd name="connsiteY1-25844" fmla="*/ 2117 h 5728"/>
                    <a:gd name="connsiteX2-25845" fmla="*/ 3870 w 5134"/>
                    <a:gd name="connsiteY2-25846" fmla="*/ 2039 h 5728"/>
                    <a:gd name="connsiteX3-25847" fmla="*/ 3727 w 5134"/>
                    <a:gd name="connsiteY3-25848" fmla="*/ 1951 h 5728"/>
                    <a:gd name="connsiteX4-25849" fmla="*/ 3635 w 5134"/>
                    <a:gd name="connsiteY4-25850" fmla="*/ 1827 h 5728"/>
                    <a:gd name="connsiteX5-25851" fmla="*/ 3539 w 5134"/>
                    <a:gd name="connsiteY5-25852" fmla="*/ 1828 h 5728"/>
                    <a:gd name="connsiteX6-25853" fmla="*/ 3494 w 5134"/>
                    <a:gd name="connsiteY6-25854" fmla="*/ 1883 h 5728"/>
                    <a:gd name="connsiteX7-25855" fmla="*/ 3401 w 5134"/>
                    <a:gd name="connsiteY7-25856" fmla="*/ 1877 h 5728"/>
                    <a:gd name="connsiteX8-25857" fmla="*/ 3381 w 5134"/>
                    <a:gd name="connsiteY8-25858" fmla="*/ 1994 h 5728"/>
                    <a:gd name="connsiteX9-25859" fmla="*/ 3200 w 5134"/>
                    <a:gd name="connsiteY9-25860" fmla="*/ 1941 h 5728"/>
                    <a:gd name="connsiteX10-25861" fmla="*/ 3117 w 5134"/>
                    <a:gd name="connsiteY10-25862" fmla="*/ 1939 h 5728"/>
                    <a:gd name="connsiteX11-25863" fmla="*/ 2992 w 5134"/>
                    <a:gd name="connsiteY11-25864" fmla="*/ 2014 h 5728"/>
                    <a:gd name="connsiteX12-25865" fmla="*/ 2880 w 5134"/>
                    <a:gd name="connsiteY12-25866" fmla="*/ 1890 h 5728"/>
                    <a:gd name="connsiteX13-25867" fmla="*/ 2974 w 5134"/>
                    <a:gd name="connsiteY13-25868" fmla="*/ 1804 h 5728"/>
                    <a:gd name="connsiteX14-25869" fmla="*/ 2978 w 5134"/>
                    <a:gd name="connsiteY14-25870" fmla="*/ 1634 h 5728"/>
                    <a:gd name="connsiteX15-25871" fmla="*/ 3033 w 5134"/>
                    <a:gd name="connsiteY15-25872" fmla="*/ 1514 h 5728"/>
                    <a:gd name="connsiteX16-25873" fmla="*/ 3076 w 5134"/>
                    <a:gd name="connsiteY16-25874" fmla="*/ 1306 h 5728"/>
                    <a:gd name="connsiteX17-25875" fmla="*/ 3136 w 5134"/>
                    <a:gd name="connsiteY17-25876" fmla="*/ 1307 h 5728"/>
                    <a:gd name="connsiteX18-25877" fmla="*/ 3459 w 5134"/>
                    <a:gd name="connsiteY18-25878" fmla="*/ 1286 h 5728"/>
                    <a:gd name="connsiteX19-25879" fmla="*/ 3633 w 5134"/>
                    <a:gd name="connsiteY19-25880" fmla="*/ 1117 h 5728"/>
                    <a:gd name="connsiteX20-25881" fmla="*/ 3702 w 5134"/>
                    <a:gd name="connsiteY20-25882" fmla="*/ 748 h 5728"/>
                    <a:gd name="connsiteX21-25883" fmla="*/ 3812 w 5134"/>
                    <a:gd name="connsiteY21-25884" fmla="*/ 486 h 5728"/>
                    <a:gd name="connsiteX22-25885" fmla="*/ 3810 w 5134"/>
                    <a:gd name="connsiteY22-25886" fmla="*/ 358 h 5728"/>
                    <a:gd name="connsiteX23-25887" fmla="*/ 3797 w 5134"/>
                    <a:gd name="connsiteY23-25888" fmla="*/ 328 h 5728"/>
                    <a:gd name="connsiteX24-25889" fmla="*/ 3730 w 5134"/>
                    <a:gd name="connsiteY24-25890" fmla="*/ 251 h 5728"/>
                    <a:gd name="connsiteX25-25891" fmla="*/ 3670 w 5134"/>
                    <a:gd name="connsiteY25-25892" fmla="*/ 217 h 5728"/>
                    <a:gd name="connsiteX26-25893" fmla="*/ 3795 w 5134"/>
                    <a:gd name="connsiteY26-25894" fmla="*/ 56 h 5728"/>
                    <a:gd name="connsiteX27-25895" fmla="*/ 3968 w 5134"/>
                    <a:gd name="connsiteY27-25896" fmla="*/ 2 h 5728"/>
                    <a:gd name="connsiteX28-25897" fmla="*/ 4000 w 5134"/>
                    <a:gd name="connsiteY28-25898" fmla="*/ 49 h 5728"/>
                    <a:gd name="connsiteX29-25899" fmla="*/ 3990 w 5134"/>
                    <a:gd name="connsiteY29-25900" fmla="*/ 133 h 5728"/>
                    <a:gd name="connsiteX30-25901" fmla="*/ 3929 w 5134"/>
                    <a:gd name="connsiteY30-25902" fmla="*/ 243 h 5728"/>
                    <a:gd name="connsiteX31-25903" fmla="*/ 3999 w 5134"/>
                    <a:gd name="connsiteY31-25904" fmla="*/ 301 h 5728"/>
                    <a:gd name="connsiteX32-25905" fmla="*/ 4113 w 5134"/>
                    <a:gd name="connsiteY32-25906" fmla="*/ 366 h 5728"/>
                    <a:gd name="connsiteX33-25907" fmla="*/ 4133 w 5134"/>
                    <a:gd name="connsiteY33-25908" fmla="*/ 255 h 5728"/>
                    <a:gd name="connsiteX34-25909" fmla="*/ 4267 w 5134"/>
                    <a:gd name="connsiteY34-25910" fmla="*/ 291 h 5728"/>
                    <a:gd name="connsiteX35-25911" fmla="*/ 4292 w 5134"/>
                    <a:gd name="connsiteY35-25912" fmla="*/ 331 h 5728"/>
                    <a:gd name="connsiteX36-25913" fmla="*/ 4368 w 5134"/>
                    <a:gd name="connsiteY36-25914" fmla="*/ 562 h 5728"/>
                    <a:gd name="connsiteX37-25915" fmla="*/ 4403 w 5134"/>
                    <a:gd name="connsiteY37-25916" fmla="*/ 586 h 5728"/>
                    <a:gd name="connsiteX38-25917" fmla="*/ 4495 w 5134"/>
                    <a:gd name="connsiteY38-25918" fmla="*/ 578 h 5728"/>
                    <a:gd name="connsiteX39-25919" fmla="*/ 4755 w 5134"/>
                    <a:gd name="connsiteY39-25920" fmla="*/ 490 h 5728"/>
                    <a:gd name="connsiteX40-25921" fmla="*/ 4975 w 5134"/>
                    <a:gd name="connsiteY40-25922" fmla="*/ 479 h 5728"/>
                    <a:gd name="connsiteX41-25923" fmla="*/ 5035 w 5134"/>
                    <a:gd name="connsiteY41-25924" fmla="*/ 648 h 5728"/>
                    <a:gd name="connsiteX42-25925" fmla="*/ 4953 w 5134"/>
                    <a:gd name="connsiteY42-25926" fmla="*/ 944 h 5728"/>
                    <a:gd name="connsiteX43-25927" fmla="*/ 4953 w 5134"/>
                    <a:gd name="connsiteY43-25928" fmla="*/ 1022 h 5728"/>
                    <a:gd name="connsiteX44-25929" fmla="*/ 5022 w 5134"/>
                    <a:gd name="connsiteY44-25930" fmla="*/ 1168 h 5728"/>
                    <a:gd name="connsiteX45-25931" fmla="*/ 5037 w 5134"/>
                    <a:gd name="connsiteY45-25932" fmla="*/ 1427 h 5728"/>
                    <a:gd name="connsiteX46-25933" fmla="*/ 5039 w 5134"/>
                    <a:gd name="connsiteY46-25934" fmla="*/ 1617 h 5728"/>
                    <a:gd name="connsiteX47-25935" fmla="*/ 4972 w 5134"/>
                    <a:gd name="connsiteY47-25936" fmla="*/ 1625 h 5728"/>
                    <a:gd name="connsiteX48-25937" fmla="*/ 4950 w 5134"/>
                    <a:gd name="connsiteY48-25938" fmla="*/ 1507 h 5728"/>
                    <a:gd name="connsiteX49-25939" fmla="*/ 4915 w 5134"/>
                    <a:gd name="connsiteY49-25940" fmla="*/ 1450 h 5728"/>
                    <a:gd name="connsiteX50-25941" fmla="*/ 4825 w 5134"/>
                    <a:gd name="connsiteY50-25942" fmla="*/ 1582 h 5728"/>
                    <a:gd name="connsiteX51-25943" fmla="*/ 4712 w 5134"/>
                    <a:gd name="connsiteY51-25944" fmla="*/ 1776 h 5728"/>
                    <a:gd name="connsiteX52-25945" fmla="*/ 4593 w 5134"/>
                    <a:gd name="connsiteY52-25946" fmla="*/ 1904 h 5728"/>
                    <a:gd name="connsiteX53-25947" fmla="*/ 4586 w 5134"/>
                    <a:gd name="connsiteY53-25948" fmla="*/ 2018 h 5728"/>
                    <a:gd name="connsiteX54-25949" fmla="*/ 4646 w 5134"/>
                    <a:gd name="connsiteY54-25950" fmla="*/ 2115 h 5728"/>
                    <a:gd name="connsiteX55-25951" fmla="*/ 4748 w 5134"/>
                    <a:gd name="connsiteY55-25952" fmla="*/ 2183 h 5728"/>
                    <a:gd name="connsiteX56-25953" fmla="*/ 4825 w 5134"/>
                    <a:gd name="connsiteY56-25954" fmla="*/ 2178 h 5728"/>
                    <a:gd name="connsiteX57-25955" fmla="*/ 4870 w 5134"/>
                    <a:gd name="connsiteY57-25956" fmla="*/ 2104 h 5728"/>
                    <a:gd name="connsiteX58-25957" fmla="*/ 4904 w 5134"/>
                    <a:gd name="connsiteY58-25958" fmla="*/ 2210 h 5728"/>
                    <a:gd name="connsiteX59-25959" fmla="*/ 4792 w 5134"/>
                    <a:gd name="connsiteY59-25960" fmla="*/ 2249 h 5728"/>
                    <a:gd name="connsiteX60-25961" fmla="*/ 4839 w 5134"/>
                    <a:gd name="connsiteY60-25962" fmla="*/ 2362 h 5728"/>
                    <a:gd name="connsiteX61-25963" fmla="*/ 4704 w 5134"/>
                    <a:gd name="connsiteY61-25964" fmla="*/ 2509 h 5728"/>
                    <a:gd name="connsiteX62-25965" fmla="*/ 4663 w 5134"/>
                    <a:gd name="connsiteY62-25966" fmla="*/ 2498 h 5728"/>
                    <a:gd name="connsiteX63-25967" fmla="*/ 4539 w 5134"/>
                    <a:gd name="connsiteY63-25968" fmla="*/ 2413 h 5728"/>
                    <a:gd name="connsiteX64-25969" fmla="*/ 4484 w 5134"/>
                    <a:gd name="connsiteY64-25970" fmla="*/ 2412 h 5728"/>
                    <a:gd name="connsiteX65-25971" fmla="*/ 4449 w 5134"/>
                    <a:gd name="connsiteY65-25972" fmla="*/ 2480 h 5728"/>
                    <a:gd name="connsiteX66-25973" fmla="*/ 4452 w 5134"/>
                    <a:gd name="connsiteY66-25974" fmla="*/ 2562 h 5728"/>
                    <a:gd name="connsiteX67-25975" fmla="*/ 4630 w 5134"/>
                    <a:gd name="connsiteY67-25976" fmla="*/ 2730 h 5728"/>
                    <a:gd name="connsiteX68-25977" fmla="*/ 4629 w 5134"/>
                    <a:gd name="connsiteY68-25978" fmla="*/ 2844 h 5728"/>
                    <a:gd name="connsiteX69-25979" fmla="*/ 4720 w 5134"/>
                    <a:gd name="connsiteY69-25980" fmla="*/ 3060 h 5728"/>
                    <a:gd name="connsiteX70-25981" fmla="*/ 4746 w 5134"/>
                    <a:gd name="connsiteY70-25982" fmla="*/ 3090 h 5728"/>
                    <a:gd name="connsiteX71-25983" fmla="*/ 4790 w 5134"/>
                    <a:gd name="connsiteY71-25984" fmla="*/ 3094 h 5728"/>
                    <a:gd name="connsiteX72-25985" fmla="*/ 4836 w 5134"/>
                    <a:gd name="connsiteY72-25986" fmla="*/ 3010 h 5728"/>
                    <a:gd name="connsiteX73-25987" fmla="*/ 4916 w 5134"/>
                    <a:gd name="connsiteY73-25988" fmla="*/ 2950 h 5728"/>
                    <a:gd name="connsiteX74-25989" fmla="*/ 5011 w 5134"/>
                    <a:gd name="connsiteY74-25990" fmla="*/ 3126 h 5728"/>
                    <a:gd name="connsiteX75-25991" fmla="*/ 5121 w 5134"/>
                    <a:gd name="connsiteY75-25992" fmla="*/ 3312 h 5728"/>
                    <a:gd name="connsiteX76-25993" fmla="*/ 5134 w 5134"/>
                    <a:gd name="connsiteY76-25994" fmla="*/ 3342 h 5728"/>
                    <a:gd name="connsiteX77-25995" fmla="*/ 5123 w 5134"/>
                    <a:gd name="connsiteY77-25996" fmla="*/ 3518 h 5728"/>
                    <a:gd name="connsiteX78-25997" fmla="*/ 5088 w 5134"/>
                    <a:gd name="connsiteY78-25998" fmla="*/ 3554 h 5728"/>
                    <a:gd name="connsiteX79-25999" fmla="*/ 4999 w 5134"/>
                    <a:gd name="connsiteY79-26000" fmla="*/ 3515 h 5728"/>
                    <a:gd name="connsiteX80-26001" fmla="*/ 4765 w 5134"/>
                    <a:gd name="connsiteY80-26002" fmla="*/ 3644 h 5728"/>
                    <a:gd name="connsiteX81-26003" fmla="*/ 4739 w 5134"/>
                    <a:gd name="connsiteY81-26004" fmla="*/ 3666 h 5728"/>
                    <a:gd name="connsiteX82-26005" fmla="*/ 4559 w 5134"/>
                    <a:gd name="connsiteY82-26006" fmla="*/ 3812 h 5728"/>
                    <a:gd name="connsiteX83-26007" fmla="*/ 4418 w 5134"/>
                    <a:gd name="connsiteY83-26008" fmla="*/ 3926 h 5728"/>
                    <a:gd name="connsiteX84-26009" fmla="*/ 4383 w 5134"/>
                    <a:gd name="connsiteY84-26010" fmla="*/ 3965 h 5728"/>
                    <a:gd name="connsiteX85-26011" fmla="*/ 4331 w 5134"/>
                    <a:gd name="connsiteY85-26012" fmla="*/ 3973 h 5728"/>
                    <a:gd name="connsiteX86-26013" fmla="*/ 4274 w 5134"/>
                    <a:gd name="connsiteY86-26014" fmla="*/ 3916 h 5728"/>
                    <a:gd name="connsiteX87-26015" fmla="*/ 4150 w 5134"/>
                    <a:gd name="connsiteY87-26016" fmla="*/ 3808 h 5728"/>
                    <a:gd name="connsiteX88-26017" fmla="*/ 4174 w 5134"/>
                    <a:gd name="connsiteY88-26018" fmla="*/ 4064 h 5728"/>
                    <a:gd name="connsiteX89-26019" fmla="*/ 4183 w 5134"/>
                    <a:gd name="connsiteY89-26020" fmla="*/ 4192 h 5728"/>
                    <a:gd name="connsiteX90-26021" fmla="*/ 3921 w 5134"/>
                    <a:gd name="connsiteY90-26022" fmla="*/ 4166 h 5728"/>
                    <a:gd name="connsiteX91-26023" fmla="*/ 3839 w 5134"/>
                    <a:gd name="connsiteY91-26024" fmla="*/ 3987 h 5728"/>
                    <a:gd name="connsiteX92-26025" fmla="*/ 3757 w 5134"/>
                    <a:gd name="connsiteY92-26026" fmla="*/ 3802 h 5728"/>
                    <a:gd name="connsiteX93-26027" fmla="*/ 2108 w 5134"/>
                    <a:gd name="connsiteY93-26028" fmla="*/ 5021 h 5728"/>
                    <a:gd name="connsiteX94-26029" fmla="*/ 2035 w 5134"/>
                    <a:gd name="connsiteY94-26030" fmla="*/ 4970 h 5728"/>
                    <a:gd name="connsiteX95-26031" fmla="*/ 1952 w 5134"/>
                    <a:gd name="connsiteY95-26032" fmla="*/ 4971 h 5728"/>
                    <a:gd name="connsiteX96-26033" fmla="*/ 1916 w 5134"/>
                    <a:gd name="connsiteY96-26034" fmla="*/ 5045 h 5728"/>
                    <a:gd name="connsiteX97-26035" fmla="*/ 1805 w 5134"/>
                    <a:gd name="connsiteY97-26036" fmla="*/ 5000 h 5728"/>
                    <a:gd name="connsiteX98-26037" fmla="*/ 1727 w 5134"/>
                    <a:gd name="connsiteY98-26038" fmla="*/ 5109 h 5728"/>
                    <a:gd name="connsiteX99-26039" fmla="*/ 1505 w 5134"/>
                    <a:gd name="connsiteY99-26040" fmla="*/ 5349 h 5728"/>
                    <a:gd name="connsiteX100-26041" fmla="*/ 1485 w 5134"/>
                    <a:gd name="connsiteY100-26042" fmla="*/ 5516 h 5728"/>
                    <a:gd name="connsiteX101-26043" fmla="*/ 1468 w 5134"/>
                    <a:gd name="connsiteY101-26044" fmla="*/ 5659 h 5728"/>
                    <a:gd name="connsiteX102-26045" fmla="*/ 1452 w 5134"/>
                    <a:gd name="connsiteY102-26046" fmla="*/ 5669 h 5728"/>
                    <a:gd name="connsiteX103-26047" fmla="*/ 1130 w 5134"/>
                    <a:gd name="connsiteY103-26048" fmla="*/ 5621 h 5728"/>
                    <a:gd name="connsiteX104-26049" fmla="*/ 1028 w 5134"/>
                    <a:gd name="connsiteY104-26050" fmla="*/ 5566 h 5728"/>
                    <a:gd name="connsiteX105-26051" fmla="*/ 974 w 5134"/>
                    <a:gd name="connsiteY105-26052" fmla="*/ 5503 h 5728"/>
                    <a:gd name="connsiteX106-26053" fmla="*/ 869 w 5134"/>
                    <a:gd name="connsiteY106-26054" fmla="*/ 5477 h 5728"/>
                    <a:gd name="connsiteX107-26055" fmla="*/ 869 w 5134"/>
                    <a:gd name="connsiteY107-26056" fmla="*/ 5379 h 5728"/>
                    <a:gd name="connsiteX108-26057" fmla="*/ 973 w 5134"/>
                    <a:gd name="connsiteY108-26058" fmla="*/ 5149 h 5728"/>
                    <a:gd name="connsiteX109-26059" fmla="*/ 833 w 5134"/>
                    <a:gd name="connsiteY109-26060" fmla="*/ 5070 h 5728"/>
                    <a:gd name="connsiteX110-26061" fmla="*/ 791 w 5134"/>
                    <a:gd name="connsiteY110-26062" fmla="*/ 5095 h 5728"/>
                    <a:gd name="connsiteX111-26063" fmla="*/ 701 w 5134"/>
                    <a:gd name="connsiteY111-26064" fmla="*/ 5214 h 5728"/>
                    <a:gd name="connsiteX112-26065" fmla="*/ 669 w 5134"/>
                    <a:gd name="connsiteY112-26066" fmla="*/ 5276 h 5728"/>
                    <a:gd name="connsiteX113-26067" fmla="*/ 607 w 5134"/>
                    <a:gd name="connsiteY113-26068" fmla="*/ 5386 h 5728"/>
                    <a:gd name="connsiteX114-26069" fmla="*/ 613 w 5134"/>
                    <a:gd name="connsiteY114-26070" fmla="*/ 5510 h 5728"/>
                    <a:gd name="connsiteX115-26071" fmla="*/ 574 w 5134"/>
                    <a:gd name="connsiteY115-26072" fmla="*/ 5558 h 5728"/>
                    <a:gd name="connsiteX116-26073" fmla="*/ 443 w 5134"/>
                    <a:gd name="connsiteY116-26074" fmla="*/ 5617 h 5728"/>
                    <a:gd name="connsiteX117-26075" fmla="*/ 277 w 5134"/>
                    <a:gd name="connsiteY117-26076" fmla="*/ 5649 h 5728"/>
                    <a:gd name="connsiteX118-26077" fmla="*/ 174 w 5134"/>
                    <a:gd name="connsiteY118-26078" fmla="*/ 5728 h 5728"/>
                    <a:gd name="connsiteX119-26079" fmla="*/ 60 w 5134"/>
                    <a:gd name="connsiteY119-26080" fmla="*/ 5611 h 5728"/>
                    <a:gd name="connsiteX120-26081" fmla="*/ 0 w 5134"/>
                    <a:gd name="connsiteY120-26082" fmla="*/ 5485 h 5728"/>
                    <a:gd name="connsiteX0-26083" fmla="*/ 3948 w 5134"/>
                    <a:gd name="connsiteY0-26084" fmla="*/ 2333 h 5728"/>
                    <a:gd name="connsiteX1-26085" fmla="*/ 3946 w 5134"/>
                    <a:gd name="connsiteY1-26086" fmla="*/ 2117 h 5728"/>
                    <a:gd name="connsiteX2-26087" fmla="*/ 3870 w 5134"/>
                    <a:gd name="connsiteY2-26088" fmla="*/ 2039 h 5728"/>
                    <a:gd name="connsiteX3-26089" fmla="*/ 3727 w 5134"/>
                    <a:gd name="connsiteY3-26090" fmla="*/ 1951 h 5728"/>
                    <a:gd name="connsiteX4-26091" fmla="*/ 3635 w 5134"/>
                    <a:gd name="connsiteY4-26092" fmla="*/ 1827 h 5728"/>
                    <a:gd name="connsiteX5-26093" fmla="*/ 3539 w 5134"/>
                    <a:gd name="connsiteY5-26094" fmla="*/ 1828 h 5728"/>
                    <a:gd name="connsiteX6-26095" fmla="*/ 3494 w 5134"/>
                    <a:gd name="connsiteY6-26096" fmla="*/ 1883 h 5728"/>
                    <a:gd name="connsiteX7-26097" fmla="*/ 3401 w 5134"/>
                    <a:gd name="connsiteY7-26098" fmla="*/ 1877 h 5728"/>
                    <a:gd name="connsiteX8-26099" fmla="*/ 3381 w 5134"/>
                    <a:gd name="connsiteY8-26100" fmla="*/ 1994 h 5728"/>
                    <a:gd name="connsiteX9-26101" fmla="*/ 3200 w 5134"/>
                    <a:gd name="connsiteY9-26102" fmla="*/ 1941 h 5728"/>
                    <a:gd name="connsiteX10-26103" fmla="*/ 3117 w 5134"/>
                    <a:gd name="connsiteY10-26104" fmla="*/ 1939 h 5728"/>
                    <a:gd name="connsiteX11-26105" fmla="*/ 2992 w 5134"/>
                    <a:gd name="connsiteY11-26106" fmla="*/ 2014 h 5728"/>
                    <a:gd name="connsiteX12-26107" fmla="*/ 2880 w 5134"/>
                    <a:gd name="connsiteY12-26108" fmla="*/ 1890 h 5728"/>
                    <a:gd name="connsiteX13-26109" fmla="*/ 2974 w 5134"/>
                    <a:gd name="connsiteY13-26110" fmla="*/ 1804 h 5728"/>
                    <a:gd name="connsiteX14-26111" fmla="*/ 2978 w 5134"/>
                    <a:gd name="connsiteY14-26112" fmla="*/ 1634 h 5728"/>
                    <a:gd name="connsiteX15-26113" fmla="*/ 3033 w 5134"/>
                    <a:gd name="connsiteY15-26114" fmla="*/ 1514 h 5728"/>
                    <a:gd name="connsiteX16-26115" fmla="*/ 3076 w 5134"/>
                    <a:gd name="connsiteY16-26116" fmla="*/ 1306 h 5728"/>
                    <a:gd name="connsiteX17-26117" fmla="*/ 3136 w 5134"/>
                    <a:gd name="connsiteY17-26118" fmla="*/ 1307 h 5728"/>
                    <a:gd name="connsiteX18-26119" fmla="*/ 3459 w 5134"/>
                    <a:gd name="connsiteY18-26120" fmla="*/ 1286 h 5728"/>
                    <a:gd name="connsiteX19-26121" fmla="*/ 3633 w 5134"/>
                    <a:gd name="connsiteY19-26122" fmla="*/ 1117 h 5728"/>
                    <a:gd name="connsiteX20-26123" fmla="*/ 3702 w 5134"/>
                    <a:gd name="connsiteY20-26124" fmla="*/ 748 h 5728"/>
                    <a:gd name="connsiteX21-26125" fmla="*/ 3812 w 5134"/>
                    <a:gd name="connsiteY21-26126" fmla="*/ 486 h 5728"/>
                    <a:gd name="connsiteX22-26127" fmla="*/ 3810 w 5134"/>
                    <a:gd name="connsiteY22-26128" fmla="*/ 358 h 5728"/>
                    <a:gd name="connsiteX23-26129" fmla="*/ 3797 w 5134"/>
                    <a:gd name="connsiteY23-26130" fmla="*/ 328 h 5728"/>
                    <a:gd name="connsiteX24-26131" fmla="*/ 3730 w 5134"/>
                    <a:gd name="connsiteY24-26132" fmla="*/ 251 h 5728"/>
                    <a:gd name="connsiteX25-26133" fmla="*/ 3670 w 5134"/>
                    <a:gd name="connsiteY25-26134" fmla="*/ 217 h 5728"/>
                    <a:gd name="connsiteX26-26135" fmla="*/ 3795 w 5134"/>
                    <a:gd name="connsiteY26-26136" fmla="*/ 56 h 5728"/>
                    <a:gd name="connsiteX27-26137" fmla="*/ 3968 w 5134"/>
                    <a:gd name="connsiteY27-26138" fmla="*/ 2 h 5728"/>
                    <a:gd name="connsiteX28-26139" fmla="*/ 4000 w 5134"/>
                    <a:gd name="connsiteY28-26140" fmla="*/ 49 h 5728"/>
                    <a:gd name="connsiteX29-26141" fmla="*/ 3990 w 5134"/>
                    <a:gd name="connsiteY29-26142" fmla="*/ 133 h 5728"/>
                    <a:gd name="connsiteX30-26143" fmla="*/ 3929 w 5134"/>
                    <a:gd name="connsiteY30-26144" fmla="*/ 243 h 5728"/>
                    <a:gd name="connsiteX31-26145" fmla="*/ 3999 w 5134"/>
                    <a:gd name="connsiteY31-26146" fmla="*/ 301 h 5728"/>
                    <a:gd name="connsiteX32-26147" fmla="*/ 4113 w 5134"/>
                    <a:gd name="connsiteY32-26148" fmla="*/ 366 h 5728"/>
                    <a:gd name="connsiteX33-26149" fmla="*/ 4133 w 5134"/>
                    <a:gd name="connsiteY33-26150" fmla="*/ 255 h 5728"/>
                    <a:gd name="connsiteX34-26151" fmla="*/ 4267 w 5134"/>
                    <a:gd name="connsiteY34-26152" fmla="*/ 291 h 5728"/>
                    <a:gd name="connsiteX35-26153" fmla="*/ 4292 w 5134"/>
                    <a:gd name="connsiteY35-26154" fmla="*/ 331 h 5728"/>
                    <a:gd name="connsiteX36-26155" fmla="*/ 4368 w 5134"/>
                    <a:gd name="connsiteY36-26156" fmla="*/ 562 h 5728"/>
                    <a:gd name="connsiteX37-26157" fmla="*/ 4403 w 5134"/>
                    <a:gd name="connsiteY37-26158" fmla="*/ 586 h 5728"/>
                    <a:gd name="connsiteX38-26159" fmla="*/ 4495 w 5134"/>
                    <a:gd name="connsiteY38-26160" fmla="*/ 578 h 5728"/>
                    <a:gd name="connsiteX39-26161" fmla="*/ 4755 w 5134"/>
                    <a:gd name="connsiteY39-26162" fmla="*/ 490 h 5728"/>
                    <a:gd name="connsiteX40-26163" fmla="*/ 4975 w 5134"/>
                    <a:gd name="connsiteY40-26164" fmla="*/ 479 h 5728"/>
                    <a:gd name="connsiteX41-26165" fmla="*/ 5035 w 5134"/>
                    <a:gd name="connsiteY41-26166" fmla="*/ 648 h 5728"/>
                    <a:gd name="connsiteX42-26167" fmla="*/ 4953 w 5134"/>
                    <a:gd name="connsiteY42-26168" fmla="*/ 944 h 5728"/>
                    <a:gd name="connsiteX43-26169" fmla="*/ 4953 w 5134"/>
                    <a:gd name="connsiteY43-26170" fmla="*/ 1022 h 5728"/>
                    <a:gd name="connsiteX44-26171" fmla="*/ 5022 w 5134"/>
                    <a:gd name="connsiteY44-26172" fmla="*/ 1168 h 5728"/>
                    <a:gd name="connsiteX45-26173" fmla="*/ 5037 w 5134"/>
                    <a:gd name="connsiteY45-26174" fmla="*/ 1427 h 5728"/>
                    <a:gd name="connsiteX46-26175" fmla="*/ 5039 w 5134"/>
                    <a:gd name="connsiteY46-26176" fmla="*/ 1617 h 5728"/>
                    <a:gd name="connsiteX47-26177" fmla="*/ 4972 w 5134"/>
                    <a:gd name="connsiteY47-26178" fmla="*/ 1625 h 5728"/>
                    <a:gd name="connsiteX48-26179" fmla="*/ 4950 w 5134"/>
                    <a:gd name="connsiteY48-26180" fmla="*/ 1507 h 5728"/>
                    <a:gd name="connsiteX49-26181" fmla="*/ 4915 w 5134"/>
                    <a:gd name="connsiteY49-26182" fmla="*/ 1450 h 5728"/>
                    <a:gd name="connsiteX50-26183" fmla="*/ 4825 w 5134"/>
                    <a:gd name="connsiteY50-26184" fmla="*/ 1582 h 5728"/>
                    <a:gd name="connsiteX51-26185" fmla="*/ 4712 w 5134"/>
                    <a:gd name="connsiteY51-26186" fmla="*/ 1776 h 5728"/>
                    <a:gd name="connsiteX52-26187" fmla="*/ 4593 w 5134"/>
                    <a:gd name="connsiteY52-26188" fmla="*/ 1904 h 5728"/>
                    <a:gd name="connsiteX53-26189" fmla="*/ 4586 w 5134"/>
                    <a:gd name="connsiteY53-26190" fmla="*/ 2018 h 5728"/>
                    <a:gd name="connsiteX54-26191" fmla="*/ 4646 w 5134"/>
                    <a:gd name="connsiteY54-26192" fmla="*/ 2115 h 5728"/>
                    <a:gd name="connsiteX55-26193" fmla="*/ 4748 w 5134"/>
                    <a:gd name="connsiteY55-26194" fmla="*/ 2183 h 5728"/>
                    <a:gd name="connsiteX56-26195" fmla="*/ 4825 w 5134"/>
                    <a:gd name="connsiteY56-26196" fmla="*/ 2178 h 5728"/>
                    <a:gd name="connsiteX57-26197" fmla="*/ 4870 w 5134"/>
                    <a:gd name="connsiteY57-26198" fmla="*/ 2104 h 5728"/>
                    <a:gd name="connsiteX58-26199" fmla="*/ 4904 w 5134"/>
                    <a:gd name="connsiteY58-26200" fmla="*/ 2210 h 5728"/>
                    <a:gd name="connsiteX59-26201" fmla="*/ 4792 w 5134"/>
                    <a:gd name="connsiteY59-26202" fmla="*/ 2249 h 5728"/>
                    <a:gd name="connsiteX60-26203" fmla="*/ 4839 w 5134"/>
                    <a:gd name="connsiteY60-26204" fmla="*/ 2362 h 5728"/>
                    <a:gd name="connsiteX61-26205" fmla="*/ 4704 w 5134"/>
                    <a:gd name="connsiteY61-26206" fmla="*/ 2509 h 5728"/>
                    <a:gd name="connsiteX62-26207" fmla="*/ 4663 w 5134"/>
                    <a:gd name="connsiteY62-26208" fmla="*/ 2498 h 5728"/>
                    <a:gd name="connsiteX63-26209" fmla="*/ 4539 w 5134"/>
                    <a:gd name="connsiteY63-26210" fmla="*/ 2413 h 5728"/>
                    <a:gd name="connsiteX64-26211" fmla="*/ 4484 w 5134"/>
                    <a:gd name="connsiteY64-26212" fmla="*/ 2412 h 5728"/>
                    <a:gd name="connsiteX65-26213" fmla="*/ 4449 w 5134"/>
                    <a:gd name="connsiteY65-26214" fmla="*/ 2480 h 5728"/>
                    <a:gd name="connsiteX66-26215" fmla="*/ 4452 w 5134"/>
                    <a:gd name="connsiteY66-26216" fmla="*/ 2562 h 5728"/>
                    <a:gd name="connsiteX67-26217" fmla="*/ 4630 w 5134"/>
                    <a:gd name="connsiteY67-26218" fmla="*/ 2730 h 5728"/>
                    <a:gd name="connsiteX68-26219" fmla="*/ 4629 w 5134"/>
                    <a:gd name="connsiteY68-26220" fmla="*/ 2844 h 5728"/>
                    <a:gd name="connsiteX69-26221" fmla="*/ 4720 w 5134"/>
                    <a:gd name="connsiteY69-26222" fmla="*/ 3060 h 5728"/>
                    <a:gd name="connsiteX70-26223" fmla="*/ 4746 w 5134"/>
                    <a:gd name="connsiteY70-26224" fmla="*/ 3090 h 5728"/>
                    <a:gd name="connsiteX71-26225" fmla="*/ 4790 w 5134"/>
                    <a:gd name="connsiteY71-26226" fmla="*/ 3094 h 5728"/>
                    <a:gd name="connsiteX72-26227" fmla="*/ 4836 w 5134"/>
                    <a:gd name="connsiteY72-26228" fmla="*/ 3010 h 5728"/>
                    <a:gd name="connsiteX73-26229" fmla="*/ 4916 w 5134"/>
                    <a:gd name="connsiteY73-26230" fmla="*/ 2950 h 5728"/>
                    <a:gd name="connsiteX74-26231" fmla="*/ 5011 w 5134"/>
                    <a:gd name="connsiteY74-26232" fmla="*/ 3126 h 5728"/>
                    <a:gd name="connsiteX75-26233" fmla="*/ 5121 w 5134"/>
                    <a:gd name="connsiteY75-26234" fmla="*/ 3312 h 5728"/>
                    <a:gd name="connsiteX76-26235" fmla="*/ 5134 w 5134"/>
                    <a:gd name="connsiteY76-26236" fmla="*/ 3342 h 5728"/>
                    <a:gd name="connsiteX77-26237" fmla="*/ 5123 w 5134"/>
                    <a:gd name="connsiteY77-26238" fmla="*/ 3518 h 5728"/>
                    <a:gd name="connsiteX78-26239" fmla="*/ 5088 w 5134"/>
                    <a:gd name="connsiteY78-26240" fmla="*/ 3554 h 5728"/>
                    <a:gd name="connsiteX79-26241" fmla="*/ 4999 w 5134"/>
                    <a:gd name="connsiteY79-26242" fmla="*/ 3515 h 5728"/>
                    <a:gd name="connsiteX80-26243" fmla="*/ 4765 w 5134"/>
                    <a:gd name="connsiteY80-26244" fmla="*/ 3644 h 5728"/>
                    <a:gd name="connsiteX81-26245" fmla="*/ 4739 w 5134"/>
                    <a:gd name="connsiteY81-26246" fmla="*/ 3666 h 5728"/>
                    <a:gd name="connsiteX82-26247" fmla="*/ 4559 w 5134"/>
                    <a:gd name="connsiteY82-26248" fmla="*/ 3812 h 5728"/>
                    <a:gd name="connsiteX83-26249" fmla="*/ 4418 w 5134"/>
                    <a:gd name="connsiteY83-26250" fmla="*/ 3926 h 5728"/>
                    <a:gd name="connsiteX84-26251" fmla="*/ 4383 w 5134"/>
                    <a:gd name="connsiteY84-26252" fmla="*/ 3965 h 5728"/>
                    <a:gd name="connsiteX85-26253" fmla="*/ 4331 w 5134"/>
                    <a:gd name="connsiteY85-26254" fmla="*/ 3973 h 5728"/>
                    <a:gd name="connsiteX86-26255" fmla="*/ 4274 w 5134"/>
                    <a:gd name="connsiteY86-26256" fmla="*/ 3916 h 5728"/>
                    <a:gd name="connsiteX87-26257" fmla="*/ 4150 w 5134"/>
                    <a:gd name="connsiteY87-26258" fmla="*/ 3808 h 5728"/>
                    <a:gd name="connsiteX88-26259" fmla="*/ 4174 w 5134"/>
                    <a:gd name="connsiteY88-26260" fmla="*/ 4064 h 5728"/>
                    <a:gd name="connsiteX89-26261" fmla="*/ 4183 w 5134"/>
                    <a:gd name="connsiteY89-26262" fmla="*/ 4192 h 5728"/>
                    <a:gd name="connsiteX90-26263" fmla="*/ 3921 w 5134"/>
                    <a:gd name="connsiteY90-26264" fmla="*/ 4166 h 5728"/>
                    <a:gd name="connsiteX91-26265" fmla="*/ 3839 w 5134"/>
                    <a:gd name="connsiteY91-26266" fmla="*/ 3987 h 5728"/>
                    <a:gd name="connsiteX92-26267" fmla="*/ 3757 w 5134"/>
                    <a:gd name="connsiteY92-26268" fmla="*/ 3802 h 5728"/>
                    <a:gd name="connsiteX93-26269" fmla="*/ 2035 w 5134"/>
                    <a:gd name="connsiteY93-26270" fmla="*/ 4970 h 5728"/>
                    <a:gd name="connsiteX94-26271" fmla="*/ 1952 w 5134"/>
                    <a:gd name="connsiteY94-26272" fmla="*/ 4971 h 5728"/>
                    <a:gd name="connsiteX95-26273" fmla="*/ 1916 w 5134"/>
                    <a:gd name="connsiteY95-26274" fmla="*/ 5045 h 5728"/>
                    <a:gd name="connsiteX96-26275" fmla="*/ 1805 w 5134"/>
                    <a:gd name="connsiteY96-26276" fmla="*/ 5000 h 5728"/>
                    <a:gd name="connsiteX97-26277" fmla="*/ 1727 w 5134"/>
                    <a:gd name="connsiteY97-26278" fmla="*/ 5109 h 5728"/>
                    <a:gd name="connsiteX98-26279" fmla="*/ 1505 w 5134"/>
                    <a:gd name="connsiteY98-26280" fmla="*/ 5349 h 5728"/>
                    <a:gd name="connsiteX99-26281" fmla="*/ 1485 w 5134"/>
                    <a:gd name="connsiteY99-26282" fmla="*/ 5516 h 5728"/>
                    <a:gd name="connsiteX100-26283" fmla="*/ 1468 w 5134"/>
                    <a:gd name="connsiteY100-26284" fmla="*/ 5659 h 5728"/>
                    <a:gd name="connsiteX101-26285" fmla="*/ 1452 w 5134"/>
                    <a:gd name="connsiteY101-26286" fmla="*/ 5669 h 5728"/>
                    <a:gd name="connsiteX102-26287" fmla="*/ 1130 w 5134"/>
                    <a:gd name="connsiteY102-26288" fmla="*/ 5621 h 5728"/>
                    <a:gd name="connsiteX103-26289" fmla="*/ 1028 w 5134"/>
                    <a:gd name="connsiteY103-26290" fmla="*/ 5566 h 5728"/>
                    <a:gd name="connsiteX104-26291" fmla="*/ 974 w 5134"/>
                    <a:gd name="connsiteY104-26292" fmla="*/ 5503 h 5728"/>
                    <a:gd name="connsiteX105-26293" fmla="*/ 869 w 5134"/>
                    <a:gd name="connsiteY105-26294" fmla="*/ 5477 h 5728"/>
                    <a:gd name="connsiteX106-26295" fmla="*/ 869 w 5134"/>
                    <a:gd name="connsiteY106-26296" fmla="*/ 5379 h 5728"/>
                    <a:gd name="connsiteX107-26297" fmla="*/ 973 w 5134"/>
                    <a:gd name="connsiteY107-26298" fmla="*/ 5149 h 5728"/>
                    <a:gd name="connsiteX108-26299" fmla="*/ 833 w 5134"/>
                    <a:gd name="connsiteY108-26300" fmla="*/ 5070 h 5728"/>
                    <a:gd name="connsiteX109-26301" fmla="*/ 791 w 5134"/>
                    <a:gd name="connsiteY109-26302" fmla="*/ 5095 h 5728"/>
                    <a:gd name="connsiteX110-26303" fmla="*/ 701 w 5134"/>
                    <a:gd name="connsiteY110-26304" fmla="*/ 5214 h 5728"/>
                    <a:gd name="connsiteX111-26305" fmla="*/ 669 w 5134"/>
                    <a:gd name="connsiteY111-26306" fmla="*/ 5276 h 5728"/>
                    <a:gd name="connsiteX112-26307" fmla="*/ 607 w 5134"/>
                    <a:gd name="connsiteY112-26308" fmla="*/ 5386 h 5728"/>
                    <a:gd name="connsiteX113-26309" fmla="*/ 613 w 5134"/>
                    <a:gd name="connsiteY113-26310" fmla="*/ 5510 h 5728"/>
                    <a:gd name="connsiteX114-26311" fmla="*/ 574 w 5134"/>
                    <a:gd name="connsiteY114-26312" fmla="*/ 5558 h 5728"/>
                    <a:gd name="connsiteX115-26313" fmla="*/ 443 w 5134"/>
                    <a:gd name="connsiteY115-26314" fmla="*/ 5617 h 5728"/>
                    <a:gd name="connsiteX116-26315" fmla="*/ 277 w 5134"/>
                    <a:gd name="connsiteY116-26316" fmla="*/ 5649 h 5728"/>
                    <a:gd name="connsiteX117-26317" fmla="*/ 174 w 5134"/>
                    <a:gd name="connsiteY117-26318" fmla="*/ 5728 h 5728"/>
                    <a:gd name="connsiteX118-26319" fmla="*/ 60 w 5134"/>
                    <a:gd name="connsiteY118-26320" fmla="*/ 5611 h 5728"/>
                    <a:gd name="connsiteX119-26321" fmla="*/ 0 w 5134"/>
                    <a:gd name="connsiteY119-26322" fmla="*/ 5485 h 5728"/>
                    <a:gd name="connsiteX0-26323" fmla="*/ 3948 w 5134"/>
                    <a:gd name="connsiteY0-26324" fmla="*/ 2333 h 5728"/>
                    <a:gd name="connsiteX1-26325" fmla="*/ 3946 w 5134"/>
                    <a:gd name="connsiteY1-26326" fmla="*/ 2117 h 5728"/>
                    <a:gd name="connsiteX2-26327" fmla="*/ 3870 w 5134"/>
                    <a:gd name="connsiteY2-26328" fmla="*/ 2039 h 5728"/>
                    <a:gd name="connsiteX3-26329" fmla="*/ 3727 w 5134"/>
                    <a:gd name="connsiteY3-26330" fmla="*/ 1951 h 5728"/>
                    <a:gd name="connsiteX4-26331" fmla="*/ 3635 w 5134"/>
                    <a:gd name="connsiteY4-26332" fmla="*/ 1827 h 5728"/>
                    <a:gd name="connsiteX5-26333" fmla="*/ 3539 w 5134"/>
                    <a:gd name="connsiteY5-26334" fmla="*/ 1828 h 5728"/>
                    <a:gd name="connsiteX6-26335" fmla="*/ 3494 w 5134"/>
                    <a:gd name="connsiteY6-26336" fmla="*/ 1883 h 5728"/>
                    <a:gd name="connsiteX7-26337" fmla="*/ 3401 w 5134"/>
                    <a:gd name="connsiteY7-26338" fmla="*/ 1877 h 5728"/>
                    <a:gd name="connsiteX8-26339" fmla="*/ 3381 w 5134"/>
                    <a:gd name="connsiteY8-26340" fmla="*/ 1994 h 5728"/>
                    <a:gd name="connsiteX9-26341" fmla="*/ 3200 w 5134"/>
                    <a:gd name="connsiteY9-26342" fmla="*/ 1941 h 5728"/>
                    <a:gd name="connsiteX10-26343" fmla="*/ 3117 w 5134"/>
                    <a:gd name="connsiteY10-26344" fmla="*/ 1939 h 5728"/>
                    <a:gd name="connsiteX11-26345" fmla="*/ 2992 w 5134"/>
                    <a:gd name="connsiteY11-26346" fmla="*/ 2014 h 5728"/>
                    <a:gd name="connsiteX12-26347" fmla="*/ 2880 w 5134"/>
                    <a:gd name="connsiteY12-26348" fmla="*/ 1890 h 5728"/>
                    <a:gd name="connsiteX13-26349" fmla="*/ 2974 w 5134"/>
                    <a:gd name="connsiteY13-26350" fmla="*/ 1804 h 5728"/>
                    <a:gd name="connsiteX14-26351" fmla="*/ 2978 w 5134"/>
                    <a:gd name="connsiteY14-26352" fmla="*/ 1634 h 5728"/>
                    <a:gd name="connsiteX15-26353" fmla="*/ 3033 w 5134"/>
                    <a:gd name="connsiteY15-26354" fmla="*/ 1514 h 5728"/>
                    <a:gd name="connsiteX16-26355" fmla="*/ 3076 w 5134"/>
                    <a:gd name="connsiteY16-26356" fmla="*/ 1306 h 5728"/>
                    <a:gd name="connsiteX17-26357" fmla="*/ 3136 w 5134"/>
                    <a:gd name="connsiteY17-26358" fmla="*/ 1307 h 5728"/>
                    <a:gd name="connsiteX18-26359" fmla="*/ 3459 w 5134"/>
                    <a:gd name="connsiteY18-26360" fmla="*/ 1286 h 5728"/>
                    <a:gd name="connsiteX19-26361" fmla="*/ 3633 w 5134"/>
                    <a:gd name="connsiteY19-26362" fmla="*/ 1117 h 5728"/>
                    <a:gd name="connsiteX20-26363" fmla="*/ 3702 w 5134"/>
                    <a:gd name="connsiteY20-26364" fmla="*/ 748 h 5728"/>
                    <a:gd name="connsiteX21-26365" fmla="*/ 3812 w 5134"/>
                    <a:gd name="connsiteY21-26366" fmla="*/ 486 h 5728"/>
                    <a:gd name="connsiteX22-26367" fmla="*/ 3810 w 5134"/>
                    <a:gd name="connsiteY22-26368" fmla="*/ 358 h 5728"/>
                    <a:gd name="connsiteX23-26369" fmla="*/ 3797 w 5134"/>
                    <a:gd name="connsiteY23-26370" fmla="*/ 328 h 5728"/>
                    <a:gd name="connsiteX24-26371" fmla="*/ 3730 w 5134"/>
                    <a:gd name="connsiteY24-26372" fmla="*/ 251 h 5728"/>
                    <a:gd name="connsiteX25-26373" fmla="*/ 3670 w 5134"/>
                    <a:gd name="connsiteY25-26374" fmla="*/ 217 h 5728"/>
                    <a:gd name="connsiteX26-26375" fmla="*/ 3795 w 5134"/>
                    <a:gd name="connsiteY26-26376" fmla="*/ 56 h 5728"/>
                    <a:gd name="connsiteX27-26377" fmla="*/ 3968 w 5134"/>
                    <a:gd name="connsiteY27-26378" fmla="*/ 2 h 5728"/>
                    <a:gd name="connsiteX28-26379" fmla="*/ 4000 w 5134"/>
                    <a:gd name="connsiteY28-26380" fmla="*/ 49 h 5728"/>
                    <a:gd name="connsiteX29-26381" fmla="*/ 3990 w 5134"/>
                    <a:gd name="connsiteY29-26382" fmla="*/ 133 h 5728"/>
                    <a:gd name="connsiteX30-26383" fmla="*/ 3929 w 5134"/>
                    <a:gd name="connsiteY30-26384" fmla="*/ 243 h 5728"/>
                    <a:gd name="connsiteX31-26385" fmla="*/ 3999 w 5134"/>
                    <a:gd name="connsiteY31-26386" fmla="*/ 301 h 5728"/>
                    <a:gd name="connsiteX32-26387" fmla="*/ 4113 w 5134"/>
                    <a:gd name="connsiteY32-26388" fmla="*/ 366 h 5728"/>
                    <a:gd name="connsiteX33-26389" fmla="*/ 4133 w 5134"/>
                    <a:gd name="connsiteY33-26390" fmla="*/ 255 h 5728"/>
                    <a:gd name="connsiteX34-26391" fmla="*/ 4267 w 5134"/>
                    <a:gd name="connsiteY34-26392" fmla="*/ 291 h 5728"/>
                    <a:gd name="connsiteX35-26393" fmla="*/ 4292 w 5134"/>
                    <a:gd name="connsiteY35-26394" fmla="*/ 331 h 5728"/>
                    <a:gd name="connsiteX36-26395" fmla="*/ 4368 w 5134"/>
                    <a:gd name="connsiteY36-26396" fmla="*/ 562 h 5728"/>
                    <a:gd name="connsiteX37-26397" fmla="*/ 4403 w 5134"/>
                    <a:gd name="connsiteY37-26398" fmla="*/ 586 h 5728"/>
                    <a:gd name="connsiteX38-26399" fmla="*/ 4495 w 5134"/>
                    <a:gd name="connsiteY38-26400" fmla="*/ 578 h 5728"/>
                    <a:gd name="connsiteX39-26401" fmla="*/ 4755 w 5134"/>
                    <a:gd name="connsiteY39-26402" fmla="*/ 490 h 5728"/>
                    <a:gd name="connsiteX40-26403" fmla="*/ 4975 w 5134"/>
                    <a:gd name="connsiteY40-26404" fmla="*/ 479 h 5728"/>
                    <a:gd name="connsiteX41-26405" fmla="*/ 5035 w 5134"/>
                    <a:gd name="connsiteY41-26406" fmla="*/ 648 h 5728"/>
                    <a:gd name="connsiteX42-26407" fmla="*/ 4953 w 5134"/>
                    <a:gd name="connsiteY42-26408" fmla="*/ 944 h 5728"/>
                    <a:gd name="connsiteX43-26409" fmla="*/ 4953 w 5134"/>
                    <a:gd name="connsiteY43-26410" fmla="*/ 1022 h 5728"/>
                    <a:gd name="connsiteX44-26411" fmla="*/ 5022 w 5134"/>
                    <a:gd name="connsiteY44-26412" fmla="*/ 1168 h 5728"/>
                    <a:gd name="connsiteX45-26413" fmla="*/ 5037 w 5134"/>
                    <a:gd name="connsiteY45-26414" fmla="*/ 1427 h 5728"/>
                    <a:gd name="connsiteX46-26415" fmla="*/ 5039 w 5134"/>
                    <a:gd name="connsiteY46-26416" fmla="*/ 1617 h 5728"/>
                    <a:gd name="connsiteX47-26417" fmla="*/ 4972 w 5134"/>
                    <a:gd name="connsiteY47-26418" fmla="*/ 1625 h 5728"/>
                    <a:gd name="connsiteX48-26419" fmla="*/ 4950 w 5134"/>
                    <a:gd name="connsiteY48-26420" fmla="*/ 1507 h 5728"/>
                    <a:gd name="connsiteX49-26421" fmla="*/ 4915 w 5134"/>
                    <a:gd name="connsiteY49-26422" fmla="*/ 1450 h 5728"/>
                    <a:gd name="connsiteX50-26423" fmla="*/ 4825 w 5134"/>
                    <a:gd name="connsiteY50-26424" fmla="*/ 1582 h 5728"/>
                    <a:gd name="connsiteX51-26425" fmla="*/ 4712 w 5134"/>
                    <a:gd name="connsiteY51-26426" fmla="*/ 1776 h 5728"/>
                    <a:gd name="connsiteX52-26427" fmla="*/ 4593 w 5134"/>
                    <a:gd name="connsiteY52-26428" fmla="*/ 1904 h 5728"/>
                    <a:gd name="connsiteX53-26429" fmla="*/ 4586 w 5134"/>
                    <a:gd name="connsiteY53-26430" fmla="*/ 2018 h 5728"/>
                    <a:gd name="connsiteX54-26431" fmla="*/ 4646 w 5134"/>
                    <a:gd name="connsiteY54-26432" fmla="*/ 2115 h 5728"/>
                    <a:gd name="connsiteX55-26433" fmla="*/ 4748 w 5134"/>
                    <a:gd name="connsiteY55-26434" fmla="*/ 2183 h 5728"/>
                    <a:gd name="connsiteX56-26435" fmla="*/ 4825 w 5134"/>
                    <a:gd name="connsiteY56-26436" fmla="*/ 2178 h 5728"/>
                    <a:gd name="connsiteX57-26437" fmla="*/ 4870 w 5134"/>
                    <a:gd name="connsiteY57-26438" fmla="*/ 2104 h 5728"/>
                    <a:gd name="connsiteX58-26439" fmla="*/ 4904 w 5134"/>
                    <a:gd name="connsiteY58-26440" fmla="*/ 2210 h 5728"/>
                    <a:gd name="connsiteX59-26441" fmla="*/ 4792 w 5134"/>
                    <a:gd name="connsiteY59-26442" fmla="*/ 2249 h 5728"/>
                    <a:gd name="connsiteX60-26443" fmla="*/ 4839 w 5134"/>
                    <a:gd name="connsiteY60-26444" fmla="*/ 2362 h 5728"/>
                    <a:gd name="connsiteX61-26445" fmla="*/ 4704 w 5134"/>
                    <a:gd name="connsiteY61-26446" fmla="*/ 2509 h 5728"/>
                    <a:gd name="connsiteX62-26447" fmla="*/ 4663 w 5134"/>
                    <a:gd name="connsiteY62-26448" fmla="*/ 2498 h 5728"/>
                    <a:gd name="connsiteX63-26449" fmla="*/ 4539 w 5134"/>
                    <a:gd name="connsiteY63-26450" fmla="*/ 2413 h 5728"/>
                    <a:gd name="connsiteX64-26451" fmla="*/ 4484 w 5134"/>
                    <a:gd name="connsiteY64-26452" fmla="*/ 2412 h 5728"/>
                    <a:gd name="connsiteX65-26453" fmla="*/ 4449 w 5134"/>
                    <a:gd name="connsiteY65-26454" fmla="*/ 2480 h 5728"/>
                    <a:gd name="connsiteX66-26455" fmla="*/ 4452 w 5134"/>
                    <a:gd name="connsiteY66-26456" fmla="*/ 2562 h 5728"/>
                    <a:gd name="connsiteX67-26457" fmla="*/ 4630 w 5134"/>
                    <a:gd name="connsiteY67-26458" fmla="*/ 2730 h 5728"/>
                    <a:gd name="connsiteX68-26459" fmla="*/ 4629 w 5134"/>
                    <a:gd name="connsiteY68-26460" fmla="*/ 2844 h 5728"/>
                    <a:gd name="connsiteX69-26461" fmla="*/ 4720 w 5134"/>
                    <a:gd name="connsiteY69-26462" fmla="*/ 3060 h 5728"/>
                    <a:gd name="connsiteX70-26463" fmla="*/ 4746 w 5134"/>
                    <a:gd name="connsiteY70-26464" fmla="*/ 3090 h 5728"/>
                    <a:gd name="connsiteX71-26465" fmla="*/ 4790 w 5134"/>
                    <a:gd name="connsiteY71-26466" fmla="*/ 3094 h 5728"/>
                    <a:gd name="connsiteX72-26467" fmla="*/ 4836 w 5134"/>
                    <a:gd name="connsiteY72-26468" fmla="*/ 3010 h 5728"/>
                    <a:gd name="connsiteX73-26469" fmla="*/ 4916 w 5134"/>
                    <a:gd name="connsiteY73-26470" fmla="*/ 2950 h 5728"/>
                    <a:gd name="connsiteX74-26471" fmla="*/ 5011 w 5134"/>
                    <a:gd name="connsiteY74-26472" fmla="*/ 3126 h 5728"/>
                    <a:gd name="connsiteX75-26473" fmla="*/ 5121 w 5134"/>
                    <a:gd name="connsiteY75-26474" fmla="*/ 3312 h 5728"/>
                    <a:gd name="connsiteX76-26475" fmla="*/ 5134 w 5134"/>
                    <a:gd name="connsiteY76-26476" fmla="*/ 3342 h 5728"/>
                    <a:gd name="connsiteX77-26477" fmla="*/ 5123 w 5134"/>
                    <a:gd name="connsiteY77-26478" fmla="*/ 3518 h 5728"/>
                    <a:gd name="connsiteX78-26479" fmla="*/ 5088 w 5134"/>
                    <a:gd name="connsiteY78-26480" fmla="*/ 3554 h 5728"/>
                    <a:gd name="connsiteX79-26481" fmla="*/ 4999 w 5134"/>
                    <a:gd name="connsiteY79-26482" fmla="*/ 3515 h 5728"/>
                    <a:gd name="connsiteX80-26483" fmla="*/ 4765 w 5134"/>
                    <a:gd name="connsiteY80-26484" fmla="*/ 3644 h 5728"/>
                    <a:gd name="connsiteX81-26485" fmla="*/ 4739 w 5134"/>
                    <a:gd name="connsiteY81-26486" fmla="*/ 3666 h 5728"/>
                    <a:gd name="connsiteX82-26487" fmla="*/ 4559 w 5134"/>
                    <a:gd name="connsiteY82-26488" fmla="*/ 3812 h 5728"/>
                    <a:gd name="connsiteX83-26489" fmla="*/ 4418 w 5134"/>
                    <a:gd name="connsiteY83-26490" fmla="*/ 3926 h 5728"/>
                    <a:gd name="connsiteX84-26491" fmla="*/ 4383 w 5134"/>
                    <a:gd name="connsiteY84-26492" fmla="*/ 3965 h 5728"/>
                    <a:gd name="connsiteX85-26493" fmla="*/ 4331 w 5134"/>
                    <a:gd name="connsiteY85-26494" fmla="*/ 3973 h 5728"/>
                    <a:gd name="connsiteX86-26495" fmla="*/ 4274 w 5134"/>
                    <a:gd name="connsiteY86-26496" fmla="*/ 3916 h 5728"/>
                    <a:gd name="connsiteX87-26497" fmla="*/ 4150 w 5134"/>
                    <a:gd name="connsiteY87-26498" fmla="*/ 3808 h 5728"/>
                    <a:gd name="connsiteX88-26499" fmla="*/ 4174 w 5134"/>
                    <a:gd name="connsiteY88-26500" fmla="*/ 4064 h 5728"/>
                    <a:gd name="connsiteX89-26501" fmla="*/ 4183 w 5134"/>
                    <a:gd name="connsiteY89-26502" fmla="*/ 4192 h 5728"/>
                    <a:gd name="connsiteX90-26503" fmla="*/ 3921 w 5134"/>
                    <a:gd name="connsiteY90-26504" fmla="*/ 4166 h 5728"/>
                    <a:gd name="connsiteX91-26505" fmla="*/ 3839 w 5134"/>
                    <a:gd name="connsiteY91-26506" fmla="*/ 3987 h 5728"/>
                    <a:gd name="connsiteX92-26507" fmla="*/ 3757 w 5134"/>
                    <a:gd name="connsiteY92-26508" fmla="*/ 3802 h 5728"/>
                    <a:gd name="connsiteX93-26509" fmla="*/ 1952 w 5134"/>
                    <a:gd name="connsiteY93-26510" fmla="*/ 4971 h 5728"/>
                    <a:gd name="connsiteX94-26511" fmla="*/ 1916 w 5134"/>
                    <a:gd name="connsiteY94-26512" fmla="*/ 5045 h 5728"/>
                    <a:gd name="connsiteX95-26513" fmla="*/ 1805 w 5134"/>
                    <a:gd name="connsiteY95-26514" fmla="*/ 5000 h 5728"/>
                    <a:gd name="connsiteX96-26515" fmla="*/ 1727 w 5134"/>
                    <a:gd name="connsiteY96-26516" fmla="*/ 5109 h 5728"/>
                    <a:gd name="connsiteX97-26517" fmla="*/ 1505 w 5134"/>
                    <a:gd name="connsiteY97-26518" fmla="*/ 5349 h 5728"/>
                    <a:gd name="connsiteX98-26519" fmla="*/ 1485 w 5134"/>
                    <a:gd name="connsiteY98-26520" fmla="*/ 5516 h 5728"/>
                    <a:gd name="connsiteX99-26521" fmla="*/ 1468 w 5134"/>
                    <a:gd name="connsiteY99-26522" fmla="*/ 5659 h 5728"/>
                    <a:gd name="connsiteX100-26523" fmla="*/ 1452 w 5134"/>
                    <a:gd name="connsiteY100-26524" fmla="*/ 5669 h 5728"/>
                    <a:gd name="connsiteX101-26525" fmla="*/ 1130 w 5134"/>
                    <a:gd name="connsiteY101-26526" fmla="*/ 5621 h 5728"/>
                    <a:gd name="connsiteX102-26527" fmla="*/ 1028 w 5134"/>
                    <a:gd name="connsiteY102-26528" fmla="*/ 5566 h 5728"/>
                    <a:gd name="connsiteX103-26529" fmla="*/ 974 w 5134"/>
                    <a:gd name="connsiteY103-26530" fmla="*/ 5503 h 5728"/>
                    <a:gd name="connsiteX104-26531" fmla="*/ 869 w 5134"/>
                    <a:gd name="connsiteY104-26532" fmla="*/ 5477 h 5728"/>
                    <a:gd name="connsiteX105-26533" fmla="*/ 869 w 5134"/>
                    <a:gd name="connsiteY105-26534" fmla="*/ 5379 h 5728"/>
                    <a:gd name="connsiteX106-26535" fmla="*/ 973 w 5134"/>
                    <a:gd name="connsiteY106-26536" fmla="*/ 5149 h 5728"/>
                    <a:gd name="connsiteX107-26537" fmla="*/ 833 w 5134"/>
                    <a:gd name="connsiteY107-26538" fmla="*/ 5070 h 5728"/>
                    <a:gd name="connsiteX108-26539" fmla="*/ 791 w 5134"/>
                    <a:gd name="connsiteY108-26540" fmla="*/ 5095 h 5728"/>
                    <a:gd name="connsiteX109-26541" fmla="*/ 701 w 5134"/>
                    <a:gd name="connsiteY109-26542" fmla="*/ 5214 h 5728"/>
                    <a:gd name="connsiteX110-26543" fmla="*/ 669 w 5134"/>
                    <a:gd name="connsiteY110-26544" fmla="*/ 5276 h 5728"/>
                    <a:gd name="connsiteX111-26545" fmla="*/ 607 w 5134"/>
                    <a:gd name="connsiteY111-26546" fmla="*/ 5386 h 5728"/>
                    <a:gd name="connsiteX112-26547" fmla="*/ 613 w 5134"/>
                    <a:gd name="connsiteY112-26548" fmla="*/ 5510 h 5728"/>
                    <a:gd name="connsiteX113-26549" fmla="*/ 574 w 5134"/>
                    <a:gd name="connsiteY113-26550" fmla="*/ 5558 h 5728"/>
                    <a:gd name="connsiteX114-26551" fmla="*/ 443 w 5134"/>
                    <a:gd name="connsiteY114-26552" fmla="*/ 5617 h 5728"/>
                    <a:gd name="connsiteX115-26553" fmla="*/ 277 w 5134"/>
                    <a:gd name="connsiteY115-26554" fmla="*/ 5649 h 5728"/>
                    <a:gd name="connsiteX116-26555" fmla="*/ 174 w 5134"/>
                    <a:gd name="connsiteY116-26556" fmla="*/ 5728 h 5728"/>
                    <a:gd name="connsiteX117-26557" fmla="*/ 60 w 5134"/>
                    <a:gd name="connsiteY117-26558" fmla="*/ 5611 h 5728"/>
                    <a:gd name="connsiteX118-26559" fmla="*/ 0 w 5134"/>
                    <a:gd name="connsiteY118-26560" fmla="*/ 5485 h 5728"/>
                    <a:gd name="connsiteX0-26561" fmla="*/ 3948 w 5134"/>
                    <a:gd name="connsiteY0-26562" fmla="*/ 2333 h 5728"/>
                    <a:gd name="connsiteX1-26563" fmla="*/ 3946 w 5134"/>
                    <a:gd name="connsiteY1-26564" fmla="*/ 2117 h 5728"/>
                    <a:gd name="connsiteX2-26565" fmla="*/ 3870 w 5134"/>
                    <a:gd name="connsiteY2-26566" fmla="*/ 2039 h 5728"/>
                    <a:gd name="connsiteX3-26567" fmla="*/ 3727 w 5134"/>
                    <a:gd name="connsiteY3-26568" fmla="*/ 1951 h 5728"/>
                    <a:gd name="connsiteX4-26569" fmla="*/ 3635 w 5134"/>
                    <a:gd name="connsiteY4-26570" fmla="*/ 1827 h 5728"/>
                    <a:gd name="connsiteX5-26571" fmla="*/ 3539 w 5134"/>
                    <a:gd name="connsiteY5-26572" fmla="*/ 1828 h 5728"/>
                    <a:gd name="connsiteX6-26573" fmla="*/ 3494 w 5134"/>
                    <a:gd name="connsiteY6-26574" fmla="*/ 1883 h 5728"/>
                    <a:gd name="connsiteX7-26575" fmla="*/ 3401 w 5134"/>
                    <a:gd name="connsiteY7-26576" fmla="*/ 1877 h 5728"/>
                    <a:gd name="connsiteX8-26577" fmla="*/ 3381 w 5134"/>
                    <a:gd name="connsiteY8-26578" fmla="*/ 1994 h 5728"/>
                    <a:gd name="connsiteX9-26579" fmla="*/ 3200 w 5134"/>
                    <a:gd name="connsiteY9-26580" fmla="*/ 1941 h 5728"/>
                    <a:gd name="connsiteX10-26581" fmla="*/ 3117 w 5134"/>
                    <a:gd name="connsiteY10-26582" fmla="*/ 1939 h 5728"/>
                    <a:gd name="connsiteX11-26583" fmla="*/ 2992 w 5134"/>
                    <a:gd name="connsiteY11-26584" fmla="*/ 2014 h 5728"/>
                    <a:gd name="connsiteX12-26585" fmla="*/ 2880 w 5134"/>
                    <a:gd name="connsiteY12-26586" fmla="*/ 1890 h 5728"/>
                    <a:gd name="connsiteX13-26587" fmla="*/ 2974 w 5134"/>
                    <a:gd name="connsiteY13-26588" fmla="*/ 1804 h 5728"/>
                    <a:gd name="connsiteX14-26589" fmla="*/ 2978 w 5134"/>
                    <a:gd name="connsiteY14-26590" fmla="*/ 1634 h 5728"/>
                    <a:gd name="connsiteX15-26591" fmla="*/ 3033 w 5134"/>
                    <a:gd name="connsiteY15-26592" fmla="*/ 1514 h 5728"/>
                    <a:gd name="connsiteX16-26593" fmla="*/ 3076 w 5134"/>
                    <a:gd name="connsiteY16-26594" fmla="*/ 1306 h 5728"/>
                    <a:gd name="connsiteX17-26595" fmla="*/ 3136 w 5134"/>
                    <a:gd name="connsiteY17-26596" fmla="*/ 1307 h 5728"/>
                    <a:gd name="connsiteX18-26597" fmla="*/ 3459 w 5134"/>
                    <a:gd name="connsiteY18-26598" fmla="*/ 1286 h 5728"/>
                    <a:gd name="connsiteX19-26599" fmla="*/ 3633 w 5134"/>
                    <a:gd name="connsiteY19-26600" fmla="*/ 1117 h 5728"/>
                    <a:gd name="connsiteX20-26601" fmla="*/ 3702 w 5134"/>
                    <a:gd name="connsiteY20-26602" fmla="*/ 748 h 5728"/>
                    <a:gd name="connsiteX21-26603" fmla="*/ 3812 w 5134"/>
                    <a:gd name="connsiteY21-26604" fmla="*/ 486 h 5728"/>
                    <a:gd name="connsiteX22-26605" fmla="*/ 3810 w 5134"/>
                    <a:gd name="connsiteY22-26606" fmla="*/ 358 h 5728"/>
                    <a:gd name="connsiteX23-26607" fmla="*/ 3797 w 5134"/>
                    <a:gd name="connsiteY23-26608" fmla="*/ 328 h 5728"/>
                    <a:gd name="connsiteX24-26609" fmla="*/ 3730 w 5134"/>
                    <a:gd name="connsiteY24-26610" fmla="*/ 251 h 5728"/>
                    <a:gd name="connsiteX25-26611" fmla="*/ 3670 w 5134"/>
                    <a:gd name="connsiteY25-26612" fmla="*/ 217 h 5728"/>
                    <a:gd name="connsiteX26-26613" fmla="*/ 3795 w 5134"/>
                    <a:gd name="connsiteY26-26614" fmla="*/ 56 h 5728"/>
                    <a:gd name="connsiteX27-26615" fmla="*/ 3968 w 5134"/>
                    <a:gd name="connsiteY27-26616" fmla="*/ 2 h 5728"/>
                    <a:gd name="connsiteX28-26617" fmla="*/ 4000 w 5134"/>
                    <a:gd name="connsiteY28-26618" fmla="*/ 49 h 5728"/>
                    <a:gd name="connsiteX29-26619" fmla="*/ 3990 w 5134"/>
                    <a:gd name="connsiteY29-26620" fmla="*/ 133 h 5728"/>
                    <a:gd name="connsiteX30-26621" fmla="*/ 3929 w 5134"/>
                    <a:gd name="connsiteY30-26622" fmla="*/ 243 h 5728"/>
                    <a:gd name="connsiteX31-26623" fmla="*/ 3999 w 5134"/>
                    <a:gd name="connsiteY31-26624" fmla="*/ 301 h 5728"/>
                    <a:gd name="connsiteX32-26625" fmla="*/ 4113 w 5134"/>
                    <a:gd name="connsiteY32-26626" fmla="*/ 366 h 5728"/>
                    <a:gd name="connsiteX33-26627" fmla="*/ 4133 w 5134"/>
                    <a:gd name="connsiteY33-26628" fmla="*/ 255 h 5728"/>
                    <a:gd name="connsiteX34-26629" fmla="*/ 4267 w 5134"/>
                    <a:gd name="connsiteY34-26630" fmla="*/ 291 h 5728"/>
                    <a:gd name="connsiteX35-26631" fmla="*/ 4292 w 5134"/>
                    <a:gd name="connsiteY35-26632" fmla="*/ 331 h 5728"/>
                    <a:gd name="connsiteX36-26633" fmla="*/ 4368 w 5134"/>
                    <a:gd name="connsiteY36-26634" fmla="*/ 562 h 5728"/>
                    <a:gd name="connsiteX37-26635" fmla="*/ 4403 w 5134"/>
                    <a:gd name="connsiteY37-26636" fmla="*/ 586 h 5728"/>
                    <a:gd name="connsiteX38-26637" fmla="*/ 4495 w 5134"/>
                    <a:gd name="connsiteY38-26638" fmla="*/ 578 h 5728"/>
                    <a:gd name="connsiteX39-26639" fmla="*/ 4755 w 5134"/>
                    <a:gd name="connsiteY39-26640" fmla="*/ 490 h 5728"/>
                    <a:gd name="connsiteX40-26641" fmla="*/ 4975 w 5134"/>
                    <a:gd name="connsiteY40-26642" fmla="*/ 479 h 5728"/>
                    <a:gd name="connsiteX41-26643" fmla="*/ 5035 w 5134"/>
                    <a:gd name="connsiteY41-26644" fmla="*/ 648 h 5728"/>
                    <a:gd name="connsiteX42-26645" fmla="*/ 4953 w 5134"/>
                    <a:gd name="connsiteY42-26646" fmla="*/ 944 h 5728"/>
                    <a:gd name="connsiteX43-26647" fmla="*/ 4953 w 5134"/>
                    <a:gd name="connsiteY43-26648" fmla="*/ 1022 h 5728"/>
                    <a:gd name="connsiteX44-26649" fmla="*/ 5022 w 5134"/>
                    <a:gd name="connsiteY44-26650" fmla="*/ 1168 h 5728"/>
                    <a:gd name="connsiteX45-26651" fmla="*/ 5037 w 5134"/>
                    <a:gd name="connsiteY45-26652" fmla="*/ 1427 h 5728"/>
                    <a:gd name="connsiteX46-26653" fmla="*/ 5039 w 5134"/>
                    <a:gd name="connsiteY46-26654" fmla="*/ 1617 h 5728"/>
                    <a:gd name="connsiteX47-26655" fmla="*/ 4972 w 5134"/>
                    <a:gd name="connsiteY47-26656" fmla="*/ 1625 h 5728"/>
                    <a:gd name="connsiteX48-26657" fmla="*/ 4950 w 5134"/>
                    <a:gd name="connsiteY48-26658" fmla="*/ 1507 h 5728"/>
                    <a:gd name="connsiteX49-26659" fmla="*/ 4915 w 5134"/>
                    <a:gd name="connsiteY49-26660" fmla="*/ 1450 h 5728"/>
                    <a:gd name="connsiteX50-26661" fmla="*/ 4825 w 5134"/>
                    <a:gd name="connsiteY50-26662" fmla="*/ 1582 h 5728"/>
                    <a:gd name="connsiteX51-26663" fmla="*/ 4712 w 5134"/>
                    <a:gd name="connsiteY51-26664" fmla="*/ 1776 h 5728"/>
                    <a:gd name="connsiteX52-26665" fmla="*/ 4593 w 5134"/>
                    <a:gd name="connsiteY52-26666" fmla="*/ 1904 h 5728"/>
                    <a:gd name="connsiteX53-26667" fmla="*/ 4586 w 5134"/>
                    <a:gd name="connsiteY53-26668" fmla="*/ 2018 h 5728"/>
                    <a:gd name="connsiteX54-26669" fmla="*/ 4646 w 5134"/>
                    <a:gd name="connsiteY54-26670" fmla="*/ 2115 h 5728"/>
                    <a:gd name="connsiteX55-26671" fmla="*/ 4748 w 5134"/>
                    <a:gd name="connsiteY55-26672" fmla="*/ 2183 h 5728"/>
                    <a:gd name="connsiteX56-26673" fmla="*/ 4825 w 5134"/>
                    <a:gd name="connsiteY56-26674" fmla="*/ 2178 h 5728"/>
                    <a:gd name="connsiteX57-26675" fmla="*/ 4870 w 5134"/>
                    <a:gd name="connsiteY57-26676" fmla="*/ 2104 h 5728"/>
                    <a:gd name="connsiteX58-26677" fmla="*/ 4904 w 5134"/>
                    <a:gd name="connsiteY58-26678" fmla="*/ 2210 h 5728"/>
                    <a:gd name="connsiteX59-26679" fmla="*/ 4792 w 5134"/>
                    <a:gd name="connsiteY59-26680" fmla="*/ 2249 h 5728"/>
                    <a:gd name="connsiteX60-26681" fmla="*/ 4839 w 5134"/>
                    <a:gd name="connsiteY60-26682" fmla="*/ 2362 h 5728"/>
                    <a:gd name="connsiteX61-26683" fmla="*/ 4704 w 5134"/>
                    <a:gd name="connsiteY61-26684" fmla="*/ 2509 h 5728"/>
                    <a:gd name="connsiteX62-26685" fmla="*/ 4663 w 5134"/>
                    <a:gd name="connsiteY62-26686" fmla="*/ 2498 h 5728"/>
                    <a:gd name="connsiteX63-26687" fmla="*/ 4539 w 5134"/>
                    <a:gd name="connsiteY63-26688" fmla="*/ 2413 h 5728"/>
                    <a:gd name="connsiteX64-26689" fmla="*/ 4484 w 5134"/>
                    <a:gd name="connsiteY64-26690" fmla="*/ 2412 h 5728"/>
                    <a:gd name="connsiteX65-26691" fmla="*/ 4449 w 5134"/>
                    <a:gd name="connsiteY65-26692" fmla="*/ 2480 h 5728"/>
                    <a:gd name="connsiteX66-26693" fmla="*/ 4452 w 5134"/>
                    <a:gd name="connsiteY66-26694" fmla="*/ 2562 h 5728"/>
                    <a:gd name="connsiteX67-26695" fmla="*/ 4630 w 5134"/>
                    <a:gd name="connsiteY67-26696" fmla="*/ 2730 h 5728"/>
                    <a:gd name="connsiteX68-26697" fmla="*/ 4629 w 5134"/>
                    <a:gd name="connsiteY68-26698" fmla="*/ 2844 h 5728"/>
                    <a:gd name="connsiteX69-26699" fmla="*/ 4720 w 5134"/>
                    <a:gd name="connsiteY69-26700" fmla="*/ 3060 h 5728"/>
                    <a:gd name="connsiteX70-26701" fmla="*/ 4746 w 5134"/>
                    <a:gd name="connsiteY70-26702" fmla="*/ 3090 h 5728"/>
                    <a:gd name="connsiteX71-26703" fmla="*/ 4790 w 5134"/>
                    <a:gd name="connsiteY71-26704" fmla="*/ 3094 h 5728"/>
                    <a:gd name="connsiteX72-26705" fmla="*/ 4836 w 5134"/>
                    <a:gd name="connsiteY72-26706" fmla="*/ 3010 h 5728"/>
                    <a:gd name="connsiteX73-26707" fmla="*/ 4916 w 5134"/>
                    <a:gd name="connsiteY73-26708" fmla="*/ 2950 h 5728"/>
                    <a:gd name="connsiteX74-26709" fmla="*/ 5011 w 5134"/>
                    <a:gd name="connsiteY74-26710" fmla="*/ 3126 h 5728"/>
                    <a:gd name="connsiteX75-26711" fmla="*/ 5121 w 5134"/>
                    <a:gd name="connsiteY75-26712" fmla="*/ 3312 h 5728"/>
                    <a:gd name="connsiteX76-26713" fmla="*/ 5134 w 5134"/>
                    <a:gd name="connsiteY76-26714" fmla="*/ 3342 h 5728"/>
                    <a:gd name="connsiteX77-26715" fmla="*/ 5123 w 5134"/>
                    <a:gd name="connsiteY77-26716" fmla="*/ 3518 h 5728"/>
                    <a:gd name="connsiteX78-26717" fmla="*/ 5088 w 5134"/>
                    <a:gd name="connsiteY78-26718" fmla="*/ 3554 h 5728"/>
                    <a:gd name="connsiteX79-26719" fmla="*/ 4999 w 5134"/>
                    <a:gd name="connsiteY79-26720" fmla="*/ 3515 h 5728"/>
                    <a:gd name="connsiteX80-26721" fmla="*/ 4765 w 5134"/>
                    <a:gd name="connsiteY80-26722" fmla="*/ 3644 h 5728"/>
                    <a:gd name="connsiteX81-26723" fmla="*/ 4739 w 5134"/>
                    <a:gd name="connsiteY81-26724" fmla="*/ 3666 h 5728"/>
                    <a:gd name="connsiteX82-26725" fmla="*/ 4559 w 5134"/>
                    <a:gd name="connsiteY82-26726" fmla="*/ 3812 h 5728"/>
                    <a:gd name="connsiteX83-26727" fmla="*/ 4418 w 5134"/>
                    <a:gd name="connsiteY83-26728" fmla="*/ 3926 h 5728"/>
                    <a:gd name="connsiteX84-26729" fmla="*/ 4383 w 5134"/>
                    <a:gd name="connsiteY84-26730" fmla="*/ 3965 h 5728"/>
                    <a:gd name="connsiteX85-26731" fmla="*/ 4331 w 5134"/>
                    <a:gd name="connsiteY85-26732" fmla="*/ 3973 h 5728"/>
                    <a:gd name="connsiteX86-26733" fmla="*/ 4274 w 5134"/>
                    <a:gd name="connsiteY86-26734" fmla="*/ 3916 h 5728"/>
                    <a:gd name="connsiteX87-26735" fmla="*/ 4150 w 5134"/>
                    <a:gd name="connsiteY87-26736" fmla="*/ 3808 h 5728"/>
                    <a:gd name="connsiteX88-26737" fmla="*/ 4174 w 5134"/>
                    <a:gd name="connsiteY88-26738" fmla="*/ 4064 h 5728"/>
                    <a:gd name="connsiteX89-26739" fmla="*/ 4183 w 5134"/>
                    <a:gd name="connsiteY89-26740" fmla="*/ 4192 h 5728"/>
                    <a:gd name="connsiteX90-26741" fmla="*/ 3921 w 5134"/>
                    <a:gd name="connsiteY90-26742" fmla="*/ 4166 h 5728"/>
                    <a:gd name="connsiteX91-26743" fmla="*/ 3839 w 5134"/>
                    <a:gd name="connsiteY91-26744" fmla="*/ 3987 h 5728"/>
                    <a:gd name="connsiteX92-26745" fmla="*/ 3757 w 5134"/>
                    <a:gd name="connsiteY92-26746" fmla="*/ 3802 h 5728"/>
                    <a:gd name="connsiteX93-26747" fmla="*/ 1916 w 5134"/>
                    <a:gd name="connsiteY93-26748" fmla="*/ 5045 h 5728"/>
                    <a:gd name="connsiteX94-26749" fmla="*/ 1805 w 5134"/>
                    <a:gd name="connsiteY94-26750" fmla="*/ 5000 h 5728"/>
                    <a:gd name="connsiteX95-26751" fmla="*/ 1727 w 5134"/>
                    <a:gd name="connsiteY95-26752" fmla="*/ 5109 h 5728"/>
                    <a:gd name="connsiteX96-26753" fmla="*/ 1505 w 5134"/>
                    <a:gd name="connsiteY96-26754" fmla="*/ 5349 h 5728"/>
                    <a:gd name="connsiteX97-26755" fmla="*/ 1485 w 5134"/>
                    <a:gd name="connsiteY97-26756" fmla="*/ 5516 h 5728"/>
                    <a:gd name="connsiteX98-26757" fmla="*/ 1468 w 5134"/>
                    <a:gd name="connsiteY98-26758" fmla="*/ 5659 h 5728"/>
                    <a:gd name="connsiteX99-26759" fmla="*/ 1452 w 5134"/>
                    <a:gd name="connsiteY99-26760" fmla="*/ 5669 h 5728"/>
                    <a:gd name="connsiteX100-26761" fmla="*/ 1130 w 5134"/>
                    <a:gd name="connsiteY100-26762" fmla="*/ 5621 h 5728"/>
                    <a:gd name="connsiteX101-26763" fmla="*/ 1028 w 5134"/>
                    <a:gd name="connsiteY101-26764" fmla="*/ 5566 h 5728"/>
                    <a:gd name="connsiteX102-26765" fmla="*/ 974 w 5134"/>
                    <a:gd name="connsiteY102-26766" fmla="*/ 5503 h 5728"/>
                    <a:gd name="connsiteX103-26767" fmla="*/ 869 w 5134"/>
                    <a:gd name="connsiteY103-26768" fmla="*/ 5477 h 5728"/>
                    <a:gd name="connsiteX104-26769" fmla="*/ 869 w 5134"/>
                    <a:gd name="connsiteY104-26770" fmla="*/ 5379 h 5728"/>
                    <a:gd name="connsiteX105-26771" fmla="*/ 973 w 5134"/>
                    <a:gd name="connsiteY105-26772" fmla="*/ 5149 h 5728"/>
                    <a:gd name="connsiteX106-26773" fmla="*/ 833 w 5134"/>
                    <a:gd name="connsiteY106-26774" fmla="*/ 5070 h 5728"/>
                    <a:gd name="connsiteX107-26775" fmla="*/ 791 w 5134"/>
                    <a:gd name="connsiteY107-26776" fmla="*/ 5095 h 5728"/>
                    <a:gd name="connsiteX108-26777" fmla="*/ 701 w 5134"/>
                    <a:gd name="connsiteY108-26778" fmla="*/ 5214 h 5728"/>
                    <a:gd name="connsiteX109-26779" fmla="*/ 669 w 5134"/>
                    <a:gd name="connsiteY109-26780" fmla="*/ 5276 h 5728"/>
                    <a:gd name="connsiteX110-26781" fmla="*/ 607 w 5134"/>
                    <a:gd name="connsiteY110-26782" fmla="*/ 5386 h 5728"/>
                    <a:gd name="connsiteX111-26783" fmla="*/ 613 w 5134"/>
                    <a:gd name="connsiteY111-26784" fmla="*/ 5510 h 5728"/>
                    <a:gd name="connsiteX112-26785" fmla="*/ 574 w 5134"/>
                    <a:gd name="connsiteY112-26786" fmla="*/ 5558 h 5728"/>
                    <a:gd name="connsiteX113-26787" fmla="*/ 443 w 5134"/>
                    <a:gd name="connsiteY113-26788" fmla="*/ 5617 h 5728"/>
                    <a:gd name="connsiteX114-26789" fmla="*/ 277 w 5134"/>
                    <a:gd name="connsiteY114-26790" fmla="*/ 5649 h 5728"/>
                    <a:gd name="connsiteX115-26791" fmla="*/ 174 w 5134"/>
                    <a:gd name="connsiteY115-26792" fmla="*/ 5728 h 5728"/>
                    <a:gd name="connsiteX116-26793" fmla="*/ 60 w 5134"/>
                    <a:gd name="connsiteY116-26794" fmla="*/ 5611 h 5728"/>
                    <a:gd name="connsiteX117-26795" fmla="*/ 0 w 5134"/>
                    <a:gd name="connsiteY117-26796" fmla="*/ 5485 h 5728"/>
                    <a:gd name="connsiteX0-26797" fmla="*/ 3948 w 5134"/>
                    <a:gd name="connsiteY0-26798" fmla="*/ 2333 h 5728"/>
                    <a:gd name="connsiteX1-26799" fmla="*/ 3946 w 5134"/>
                    <a:gd name="connsiteY1-26800" fmla="*/ 2117 h 5728"/>
                    <a:gd name="connsiteX2-26801" fmla="*/ 3870 w 5134"/>
                    <a:gd name="connsiteY2-26802" fmla="*/ 2039 h 5728"/>
                    <a:gd name="connsiteX3-26803" fmla="*/ 3727 w 5134"/>
                    <a:gd name="connsiteY3-26804" fmla="*/ 1951 h 5728"/>
                    <a:gd name="connsiteX4-26805" fmla="*/ 3635 w 5134"/>
                    <a:gd name="connsiteY4-26806" fmla="*/ 1827 h 5728"/>
                    <a:gd name="connsiteX5-26807" fmla="*/ 3539 w 5134"/>
                    <a:gd name="connsiteY5-26808" fmla="*/ 1828 h 5728"/>
                    <a:gd name="connsiteX6-26809" fmla="*/ 3494 w 5134"/>
                    <a:gd name="connsiteY6-26810" fmla="*/ 1883 h 5728"/>
                    <a:gd name="connsiteX7-26811" fmla="*/ 3401 w 5134"/>
                    <a:gd name="connsiteY7-26812" fmla="*/ 1877 h 5728"/>
                    <a:gd name="connsiteX8-26813" fmla="*/ 3381 w 5134"/>
                    <a:gd name="connsiteY8-26814" fmla="*/ 1994 h 5728"/>
                    <a:gd name="connsiteX9-26815" fmla="*/ 3200 w 5134"/>
                    <a:gd name="connsiteY9-26816" fmla="*/ 1941 h 5728"/>
                    <a:gd name="connsiteX10-26817" fmla="*/ 3117 w 5134"/>
                    <a:gd name="connsiteY10-26818" fmla="*/ 1939 h 5728"/>
                    <a:gd name="connsiteX11-26819" fmla="*/ 2992 w 5134"/>
                    <a:gd name="connsiteY11-26820" fmla="*/ 2014 h 5728"/>
                    <a:gd name="connsiteX12-26821" fmla="*/ 2880 w 5134"/>
                    <a:gd name="connsiteY12-26822" fmla="*/ 1890 h 5728"/>
                    <a:gd name="connsiteX13-26823" fmla="*/ 2974 w 5134"/>
                    <a:gd name="connsiteY13-26824" fmla="*/ 1804 h 5728"/>
                    <a:gd name="connsiteX14-26825" fmla="*/ 2978 w 5134"/>
                    <a:gd name="connsiteY14-26826" fmla="*/ 1634 h 5728"/>
                    <a:gd name="connsiteX15-26827" fmla="*/ 3033 w 5134"/>
                    <a:gd name="connsiteY15-26828" fmla="*/ 1514 h 5728"/>
                    <a:gd name="connsiteX16-26829" fmla="*/ 3076 w 5134"/>
                    <a:gd name="connsiteY16-26830" fmla="*/ 1306 h 5728"/>
                    <a:gd name="connsiteX17-26831" fmla="*/ 3136 w 5134"/>
                    <a:gd name="connsiteY17-26832" fmla="*/ 1307 h 5728"/>
                    <a:gd name="connsiteX18-26833" fmla="*/ 3459 w 5134"/>
                    <a:gd name="connsiteY18-26834" fmla="*/ 1286 h 5728"/>
                    <a:gd name="connsiteX19-26835" fmla="*/ 3633 w 5134"/>
                    <a:gd name="connsiteY19-26836" fmla="*/ 1117 h 5728"/>
                    <a:gd name="connsiteX20-26837" fmla="*/ 3702 w 5134"/>
                    <a:gd name="connsiteY20-26838" fmla="*/ 748 h 5728"/>
                    <a:gd name="connsiteX21-26839" fmla="*/ 3812 w 5134"/>
                    <a:gd name="connsiteY21-26840" fmla="*/ 486 h 5728"/>
                    <a:gd name="connsiteX22-26841" fmla="*/ 3810 w 5134"/>
                    <a:gd name="connsiteY22-26842" fmla="*/ 358 h 5728"/>
                    <a:gd name="connsiteX23-26843" fmla="*/ 3797 w 5134"/>
                    <a:gd name="connsiteY23-26844" fmla="*/ 328 h 5728"/>
                    <a:gd name="connsiteX24-26845" fmla="*/ 3730 w 5134"/>
                    <a:gd name="connsiteY24-26846" fmla="*/ 251 h 5728"/>
                    <a:gd name="connsiteX25-26847" fmla="*/ 3670 w 5134"/>
                    <a:gd name="connsiteY25-26848" fmla="*/ 217 h 5728"/>
                    <a:gd name="connsiteX26-26849" fmla="*/ 3795 w 5134"/>
                    <a:gd name="connsiteY26-26850" fmla="*/ 56 h 5728"/>
                    <a:gd name="connsiteX27-26851" fmla="*/ 3968 w 5134"/>
                    <a:gd name="connsiteY27-26852" fmla="*/ 2 h 5728"/>
                    <a:gd name="connsiteX28-26853" fmla="*/ 4000 w 5134"/>
                    <a:gd name="connsiteY28-26854" fmla="*/ 49 h 5728"/>
                    <a:gd name="connsiteX29-26855" fmla="*/ 3990 w 5134"/>
                    <a:gd name="connsiteY29-26856" fmla="*/ 133 h 5728"/>
                    <a:gd name="connsiteX30-26857" fmla="*/ 3929 w 5134"/>
                    <a:gd name="connsiteY30-26858" fmla="*/ 243 h 5728"/>
                    <a:gd name="connsiteX31-26859" fmla="*/ 3999 w 5134"/>
                    <a:gd name="connsiteY31-26860" fmla="*/ 301 h 5728"/>
                    <a:gd name="connsiteX32-26861" fmla="*/ 4113 w 5134"/>
                    <a:gd name="connsiteY32-26862" fmla="*/ 366 h 5728"/>
                    <a:gd name="connsiteX33-26863" fmla="*/ 4133 w 5134"/>
                    <a:gd name="connsiteY33-26864" fmla="*/ 255 h 5728"/>
                    <a:gd name="connsiteX34-26865" fmla="*/ 4267 w 5134"/>
                    <a:gd name="connsiteY34-26866" fmla="*/ 291 h 5728"/>
                    <a:gd name="connsiteX35-26867" fmla="*/ 4292 w 5134"/>
                    <a:gd name="connsiteY35-26868" fmla="*/ 331 h 5728"/>
                    <a:gd name="connsiteX36-26869" fmla="*/ 4368 w 5134"/>
                    <a:gd name="connsiteY36-26870" fmla="*/ 562 h 5728"/>
                    <a:gd name="connsiteX37-26871" fmla="*/ 4403 w 5134"/>
                    <a:gd name="connsiteY37-26872" fmla="*/ 586 h 5728"/>
                    <a:gd name="connsiteX38-26873" fmla="*/ 4495 w 5134"/>
                    <a:gd name="connsiteY38-26874" fmla="*/ 578 h 5728"/>
                    <a:gd name="connsiteX39-26875" fmla="*/ 4755 w 5134"/>
                    <a:gd name="connsiteY39-26876" fmla="*/ 490 h 5728"/>
                    <a:gd name="connsiteX40-26877" fmla="*/ 4975 w 5134"/>
                    <a:gd name="connsiteY40-26878" fmla="*/ 479 h 5728"/>
                    <a:gd name="connsiteX41-26879" fmla="*/ 5035 w 5134"/>
                    <a:gd name="connsiteY41-26880" fmla="*/ 648 h 5728"/>
                    <a:gd name="connsiteX42-26881" fmla="*/ 4953 w 5134"/>
                    <a:gd name="connsiteY42-26882" fmla="*/ 944 h 5728"/>
                    <a:gd name="connsiteX43-26883" fmla="*/ 4953 w 5134"/>
                    <a:gd name="connsiteY43-26884" fmla="*/ 1022 h 5728"/>
                    <a:gd name="connsiteX44-26885" fmla="*/ 5022 w 5134"/>
                    <a:gd name="connsiteY44-26886" fmla="*/ 1168 h 5728"/>
                    <a:gd name="connsiteX45-26887" fmla="*/ 5037 w 5134"/>
                    <a:gd name="connsiteY45-26888" fmla="*/ 1427 h 5728"/>
                    <a:gd name="connsiteX46-26889" fmla="*/ 5039 w 5134"/>
                    <a:gd name="connsiteY46-26890" fmla="*/ 1617 h 5728"/>
                    <a:gd name="connsiteX47-26891" fmla="*/ 4972 w 5134"/>
                    <a:gd name="connsiteY47-26892" fmla="*/ 1625 h 5728"/>
                    <a:gd name="connsiteX48-26893" fmla="*/ 4950 w 5134"/>
                    <a:gd name="connsiteY48-26894" fmla="*/ 1507 h 5728"/>
                    <a:gd name="connsiteX49-26895" fmla="*/ 4915 w 5134"/>
                    <a:gd name="connsiteY49-26896" fmla="*/ 1450 h 5728"/>
                    <a:gd name="connsiteX50-26897" fmla="*/ 4825 w 5134"/>
                    <a:gd name="connsiteY50-26898" fmla="*/ 1582 h 5728"/>
                    <a:gd name="connsiteX51-26899" fmla="*/ 4712 w 5134"/>
                    <a:gd name="connsiteY51-26900" fmla="*/ 1776 h 5728"/>
                    <a:gd name="connsiteX52-26901" fmla="*/ 4593 w 5134"/>
                    <a:gd name="connsiteY52-26902" fmla="*/ 1904 h 5728"/>
                    <a:gd name="connsiteX53-26903" fmla="*/ 4586 w 5134"/>
                    <a:gd name="connsiteY53-26904" fmla="*/ 2018 h 5728"/>
                    <a:gd name="connsiteX54-26905" fmla="*/ 4646 w 5134"/>
                    <a:gd name="connsiteY54-26906" fmla="*/ 2115 h 5728"/>
                    <a:gd name="connsiteX55-26907" fmla="*/ 4748 w 5134"/>
                    <a:gd name="connsiteY55-26908" fmla="*/ 2183 h 5728"/>
                    <a:gd name="connsiteX56-26909" fmla="*/ 4825 w 5134"/>
                    <a:gd name="connsiteY56-26910" fmla="*/ 2178 h 5728"/>
                    <a:gd name="connsiteX57-26911" fmla="*/ 4870 w 5134"/>
                    <a:gd name="connsiteY57-26912" fmla="*/ 2104 h 5728"/>
                    <a:gd name="connsiteX58-26913" fmla="*/ 4904 w 5134"/>
                    <a:gd name="connsiteY58-26914" fmla="*/ 2210 h 5728"/>
                    <a:gd name="connsiteX59-26915" fmla="*/ 4792 w 5134"/>
                    <a:gd name="connsiteY59-26916" fmla="*/ 2249 h 5728"/>
                    <a:gd name="connsiteX60-26917" fmla="*/ 4839 w 5134"/>
                    <a:gd name="connsiteY60-26918" fmla="*/ 2362 h 5728"/>
                    <a:gd name="connsiteX61-26919" fmla="*/ 4704 w 5134"/>
                    <a:gd name="connsiteY61-26920" fmla="*/ 2509 h 5728"/>
                    <a:gd name="connsiteX62-26921" fmla="*/ 4663 w 5134"/>
                    <a:gd name="connsiteY62-26922" fmla="*/ 2498 h 5728"/>
                    <a:gd name="connsiteX63-26923" fmla="*/ 4539 w 5134"/>
                    <a:gd name="connsiteY63-26924" fmla="*/ 2413 h 5728"/>
                    <a:gd name="connsiteX64-26925" fmla="*/ 4484 w 5134"/>
                    <a:gd name="connsiteY64-26926" fmla="*/ 2412 h 5728"/>
                    <a:gd name="connsiteX65-26927" fmla="*/ 4449 w 5134"/>
                    <a:gd name="connsiteY65-26928" fmla="*/ 2480 h 5728"/>
                    <a:gd name="connsiteX66-26929" fmla="*/ 4452 w 5134"/>
                    <a:gd name="connsiteY66-26930" fmla="*/ 2562 h 5728"/>
                    <a:gd name="connsiteX67-26931" fmla="*/ 4630 w 5134"/>
                    <a:gd name="connsiteY67-26932" fmla="*/ 2730 h 5728"/>
                    <a:gd name="connsiteX68-26933" fmla="*/ 4629 w 5134"/>
                    <a:gd name="connsiteY68-26934" fmla="*/ 2844 h 5728"/>
                    <a:gd name="connsiteX69-26935" fmla="*/ 4720 w 5134"/>
                    <a:gd name="connsiteY69-26936" fmla="*/ 3060 h 5728"/>
                    <a:gd name="connsiteX70-26937" fmla="*/ 4746 w 5134"/>
                    <a:gd name="connsiteY70-26938" fmla="*/ 3090 h 5728"/>
                    <a:gd name="connsiteX71-26939" fmla="*/ 4790 w 5134"/>
                    <a:gd name="connsiteY71-26940" fmla="*/ 3094 h 5728"/>
                    <a:gd name="connsiteX72-26941" fmla="*/ 4836 w 5134"/>
                    <a:gd name="connsiteY72-26942" fmla="*/ 3010 h 5728"/>
                    <a:gd name="connsiteX73-26943" fmla="*/ 4916 w 5134"/>
                    <a:gd name="connsiteY73-26944" fmla="*/ 2950 h 5728"/>
                    <a:gd name="connsiteX74-26945" fmla="*/ 5011 w 5134"/>
                    <a:gd name="connsiteY74-26946" fmla="*/ 3126 h 5728"/>
                    <a:gd name="connsiteX75-26947" fmla="*/ 5121 w 5134"/>
                    <a:gd name="connsiteY75-26948" fmla="*/ 3312 h 5728"/>
                    <a:gd name="connsiteX76-26949" fmla="*/ 5134 w 5134"/>
                    <a:gd name="connsiteY76-26950" fmla="*/ 3342 h 5728"/>
                    <a:gd name="connsiteX77-26951" fmla="*/ 5123 w 5134"/>
                    <a:gd name="connsiteY77-26952" fmla="*/ 3518 h 5728"/>
                    <a:gd name="connsiteX78-26953" fmla="*/ 5088 w 5134"/>
                    <a:gd name="connsiteY78-26954" fmla="*/ 3554 h 5728"/>
                    <a:gd name="connsiteX79-26955" fmla="*/ 4999 w 5134"/>
                    <a:gd name="connsiteY79-26956" fmla="*/ 3515 h 5728"/>
                    <a:gd name="connsiteX80-26957" fmla="*/ 4765 w 5134"/>
                    <a:gd name="connsiteY80-26958" fmla="*/ 3644 h 5728"/>
                    <a:gd name="connsiteX81-26959" fmla="*/ 4739 w 5134"/>
                    <a:gd name="connsiteY81-26960" fmla="*/ 3666 h 5728"/>
                    <a:gd name="connsiteX82-26961" fmla="*/ 4559 w 5134"/>
                    <a:gd name="connsiteY82-26962" fmla="*/ 3812 h 5728"/>
                    <a:gd name="connsiteX83-26963" fmla="*/ 4418 w 5134"/>
                    <a:gd name="connsiteY83-26964" fmla="*/ 3926 h 5728"/>
                    <a:gd name="connsiteX84-26965" fmla="*/ 4383 w 5134"/>
                    <a:gd name="connsiteY84-26966" fmla="*/ 3965 h 5728"/>
                    <a:gd name="connsiteX85-26967" fmla="*/ 4331 w 5134"/>
                    <a:gd name="connsiteY85-26968" fmla="*/ 3973 h 5728"/>
                    <a:gd name="connsiteX86-26969" fmla="*/ 4274 w 5134"/>
                    <a:gd name="connsiteY86-26970" fmla="*/ 3916 h 5728"/>
                    <a:gd name="connsiteX87-26971" fmla="*/ 4150 w 5134"/>
                    <a:gd name="connsiteY87-26972" fmla="*/ 3808 h 5728"/>
                    <a:gd name="connsiteX88-26973" fmla="*/ 4174 w 5134"/>
                    <a:gd name="connsiteY88-26974" fmla="*/ 4064 h 5728"/>
                    <a:gd name="connsiteX89-26975" fmla="*/ 4183 w 5134"/>
                    <a:gd name="connsiteY89-26976" fmla="*/ 4192 h 5728"/>
                    <a:gd name="connsiteX90-26977" fmla="*/ 3921 w 5134"/>
                    <a:gd name="connsiteY90-26978" fmla="*/ 4166 h 5728"/>
                    <a:gd name="connsiteX91-26979" fmla="*/ 3839 w 5134"/>
                    <a:gd name="connsiteY91-26980" fmla="*/ 3987 h 5728"/>
                    <a:gd name="connsiteX92-26981" fmla="*/ 3757 w 5134"/>
                    <a:gd name="connsiteY92-26982" fmla="*/ 3802 h 5728"/>
                    <a:gd name="connsiteX93-26983" fmla="*/ 1805 w 5134"/>
                    <a:gd name="connsiteY93-26984" fmla="*/ 5000 h 5728"/>
                    <a:gd name="connsiteX94-26985" fmla="*/ 1727 w 5134"/>
                    <a:gd name="connsiteY94-26986" fmla="*/ 5109 h 5728"/>
                    <a:gd name="connsiteX95-26987" fmla="*/ 1505 w 5134"/>
                    <a:gd name="connsiteY95-26988" fmla="*/ 5349 h 5728"/>
                    <a:gd name="connsiteX96-26989" fmla="*/ 1485 w 5134"/>
                    <a:gd name="connsiteY96-26990" fmla="*/ 5516 h 5728"/>
                    <a:gd name="connsiteX97-26991" fmla="*/ 1468 w 5134"/>
                    <a:gd name="connsiteY97-26992" fmla="*/ 5659 h 5728"/>
                    <a:gd name="connsiteX98-26993" fmla="*/ 1452 w 5134"/>
                    <a:gd name="connsiteY98-26994" fmla="*/ 5669 h 5728"/>
                    <a:gd name="connsiteX99-26995" fmla="*/ 1130 w 5134"/>
                    <a:gd name="connsiteY99-26996" fmla="*/ 5621 h 5728"/>
                    <a:gd name="connsiteX100-26997" fmla="*/ 1028 w 5134"/>
                    <a:gd name="connsiteY100-26998" fmla="*/ 5566 h 5728"/>
                    <a:gd name="connsiteX101-26999" fmla="*/ 974 w 5134"/>
                    <a:gd name="connsiteY101-27000" fmla="*/ 5503 h 5728"/>
                    <a:gd name="connsiteX102-27001" fmla="*/ 869 w 5134"/>
                    <a:gd name="connsiteY102-27002" fmla="*/ 5477 h 5728"/>
                    <a:gd name="connsiteX103-27003" fmla="*/ 869 w 5134"/>
                    <a:gd name="connsiteY103-27004" fmla="*/ 5379 h 5728"/>
                    <a:gd name="connsiteX104-27005" fmla="*/ 973 w 5134"/>
                    <a:gd name="connsiteY104-27006" fmla="*/ 5149 h 5728"/>
                    <a:gd name="connsiteX105-27007" fmla="*/ 833 w 5134"/>
                    <a:gd name="connsiteY105-27008" fmla="*/ 5070 h 5728"/>
                    <a:gd name="connsiteX106-27009" fmla="*/ 791 w 5134"/>
                    <a:gd name="connsiteY106-27010" fmla="*/ 5095 h 5728"/>
                    <a:gd name="connsiteX107-27011" fmla="*/ 701 w 5134"/>
                    <a:gd name="connsiteY107-27012" fmla="*/ 5214 h 5728"/>
                    <a:gd name="connsiteX108-27013" fmla="*/ 669 w 5134"/>
                    <a:gd name="connsiteY108-27014" fmla="*/ 5276 h 5728"/>
                    <a:gd name="connsiteX109-27015" fmla="*/ 607 w 5134"/>
                    <a:gd name="connsiteY109-27016" fmla="*/ 5386 h 5728"/>
                    <a:gd name="connsiteX110-27017" fmla="*/ 613 w 5134"/>
                    <a:gd name="connsiteY110-27018" fmla="*/ 5510 h 5728"/>
                    <a:gd name="connsiteX111-27019" fmla="*/ 574 w 5134"/>
                    <a:gd name="connsiteY111-27020" fmla="*/ 5558 h 5728"/>
                    <a:gd name="connsiteX112-27021" fmla="*/ 443 w 5134"/>
                    <a:gd name="connsiteY112-27022" fmla="*/ 5617 h 5728"/>
                    <a:gd name="connsiteX113-27023" fmla="*/ 277 w 5134"/>
                    <a:gd name="connsiteY113-27024" fmla="*/ 5649 h 5728"/>
                    <a:gd name="connsiteX114-27025" fmla="*/ 174 w 5134"/>
                    <a:gd name="connsiteY114-27026" fmla="*/ 5728 h 5728"/>
                    <a:gd name="connsiteX115-27027" fmla="*/ 60 w 5134"/>
                    <a:gd name="connsiteY115-27028" fmla="*/ 5611 h 5728"/>
                    <a:gd name="connsiteX116-27029" fmla="*/ 0 w 5134"/>
                    <a:gd name="connsiteY116-27030" fmla="*/ 5485 h 5728"/>
                    <a:gd name="connsiteX0-27031" fmla="*/ 3948 w 5134"/>
                    <a:gd name="connsiteY0-27032" fmla="*/ 2333 h 5728"/>
                    <a:gd name="connsiteX1-27033" fmla="*/ 3946 w 5134"/>
                    <a:gd name="connsiteY1-27034" fmla="*/ 2117 h 5728"/>
                    <a:gd name="connsiteX2-27035" fmla="*/ 3870 w 5134"/>
                    <a:gd name="connsiteY2-27036" fmla="*/ 2039 h 5728"/>
                    <a:gd name="connsiteX3-27037" fmla="*/ 3727 w 5134"/>
                    <a:gd name="connsiteY3-27038" fmla="*/ 1951 h 5728"/>
                    <a:gd name="connsiteX4-27039" fmla="*/ 3635 w 5134"/>
                    <a:gd name="connsiteY4-27040" fmla="*/ 1827 h 5728"/>
                    <a:gd name="connsiteX5-27041" fmla="*/ 3539 w 5134"/>
                    <a:gd name="connsiteY5-27042" fmla="*/ 1828 h 5728"/>
                    <a:gd name="connsiteX6-27043" fmla="*/ 3494 w 5134"/>
                    <a:gd name="connsiteY6-27044" fmla="*/ 1883 h 5728"/>
                    <a:gd name="connsiteX7-27045" fmla="*/ 3401 w 5134"/>
                    <a:gd name="connsiteY7-27046" fmla="*/ 1877 h 5728"/>
                    <a:gd name="connsiteX8-27047" fmla="*/ 3381 w 5134"/>
                    <a:gd name="connsiteY8-27048" fmla="*/ 1994 h 5728"/>
                    <a:gd name="connsiteX9-27049" fmla="*/ 3200 w 5134"/>
                    <a:gd name="connsiteY9-27050" fmla="*/ 1941 h 5728"/>
                    <a:gd name="connsiteX10-27051" fmla="*/ 3117 w 5134"/>
                    <a:gd name="connsiteY10-27052" fmla="*/ 1939 h 5728"/>
                    <a:gd name="connsiteX11-27053" fmla="*/ 2992 w 5134"/>
                    <a:gd name="connsiteY11-27054" fmla="*/ 2014 h 5728"/>
                    <a:gd name="connsiteX12-27055" fmla="*/ 2880 w 5134"/>
                    <a:gd name="connsiteY12-27056" fmla="*/ 1890 h 5728"/>
                    <a:gd name="connsiteX13-27057" fmla="*/ 2974 w 5134"/>
                    <a:gd name="connsiteY13-27058" fmla="*/ 1804 h 5728"/>
                    <a:gd name="connsiteX14-27059" fmla="*/ 2978 w 5134"/>
                    <a:gd name="connsiteY14-27060" fmla="*/ 1634 h 5728"/>
                    <a:gd name="connsiteX15-27061" fmla="*/ 3033 w 5134"/>
                    <a:gd name="connsiteY15-27062" fmla="*/ 1514 h 5728"/>
                    <a:gd name="connsiteX16-27063" fmla="*/ 3076 w 5134"/>
                    <a:gd name="connsiteY16-27064" fmla="*/ 1306 h 5728"/>
                    <a:gd name="connsiteX17-27065" fmla="*/ 3136 w 5134"/>
                    <a:gd name="connsiteY17-27066" fmla="*/ 1307 h 5728"/>
                    <a:gd name="connsiteX18-27067" fmla="*/ 3459 w 5134"/>
                    <a:gd name="connsiteY18-27068" fmla="*/ 1286 h 5728"/>
                    <a:gd name="connsiteX19-27069" fmla="*/ 3633 w 5134"/>
                    <a:gd name="connsiteY19-27070" fmla="*/ 1117 h 5728"/>
                    <a:gd name="connsiteX20-27071" fmla="*/ 3702 w 5134"/>
                    <a:gd name="connsiteY20-27072" fmla="*/ 748 h 5728"/>
                    <a:gd name="connsiteX21-27073" fmla="*/ 3812 w 5134"/>
                    <a:gd name="connsiteY21-27074" fmla="*/ 486 h 5728"/>
                    <a:gd name="connsiteX22-27075" fmla="*/ 3810 w 5134"/>
                    <a:gd name="connsiteY22-27076" fmla="*/ 358 h 5728"/>
                    <a:gd name="connsiteX23-27077" fmla="*/ 3797 w 5134"/>
                    <a:gd name="connsiteY23-27078" fmla="*/ 328 h 5728"/>
                    <a:gd name="connsiteX24-27079" fmla="*/ 3730 w 5134"/>
                    <a:gd name="connsiteY24-27080" fmla="*/ 251 h 5728"/>
                    <a:gd name="connsiteX25-27081" fmla="*/ 3670 w 5134"/>
                    <a:gd name="connsiteY25-27082" fmla="*/ 217 h 5728"/>
                    <a:gd name="connsiteX26-27083" fmla="*/ 3795 w 5134"/>
                    <a:gd name="connsiteY26-27084" fmla="*/ 56 h 5728"/>
                    <a:gd name="connsiteX27-27085" fmla="*/ 3968 w 5134"/>
                    <a:gd name="connsiteY27-27086" fmla="*/ 2 h 5728"/>
                    <a:gd name="connsiteX28-27087" fmla="*/ 4000 w 5134"/>
                    <a:gd name="connsiteY28-27088" fmla="*/ 49 h 5728"/>
                    <a:gd name="connsiteX29-27089" fmla="*/ 3990 w 5134"/>
                    <a:gd name="connsiteY29-27090" fmla="*/ 133 h 5728"/>
                    <a:gd name="connsiteX30-27091" fmla="*/ 3929 w 5134"/>
                    <a:gd name="connsiteY30-27092" fmla="*/ 243 h 5728"/>
                    <a:gd name="connsiteX31-27093" fmla="*/ 3999 w 5134"/>
                    <a:gd name="connsiteY31-27094" fmla="*/ 301 h 5728"/>
                    <a:gd name="connsiteX32-27095" fmla="*/ 4113 w 5134"/>
                    <a:gd name="connsiteY32-27096" fmla="*/ 366 h 5728"/>
                    <a:gd name="connsiteX33-27097" fmla="*/ 4133 w 5134"/>
                    <a:gd name="connsiteY33-27098" fmla="*/ 255 h 5728"/>
                    <a:gd name="connsiteX34-27099" fmla="*/ 4267 w 5134"/>
                    <a:gd name="connsiteY34-27100" fmla="*/ 291 h 5728"/>
                    <a:gd name="connsiteX35-27101" fmla="*/ 4292 w 5134"/>
                    <a:gd name="connsiteY35-27102" fmla="*/ 331 h 5728"/>
                    <a:gd name="connsiteX36-27103" fmla="*/ 4368 w 5134"/>
                    <a:gd name="connsiteY36-27104" fmla="*/ 562 h 5728"/>
                    <a:gd name="connsiteX37-27105" fmla="*/ 4403 w 5134"/>
                    <a:gd name="connsiteY37-27106" fmla="*/ 586 h 5728"/>
                    <a:gd name="connsiteX38-27107" fmla="*/ 4495 w 5134"/>
                    <a:gd name="connsiteY38-27108" fmla="*/ 578 h 5728"/>
                    <a:gd name="connsiteX39-27109" fmla="*/ 4755 w 5134"/>
                    <a:gd name="connsiteY39-27110" fmla="*/ 490 h 5728"/>
                    <a:gd name="connsiteX40-27111" fmla="*/ 4975 w 5134"/>
                    <a:gd name="connsiteY40-27112" fmla="*/ 479 h 5728"/>
                    <a:gd name="connsiteX41-27113" fmla="*/ 5035 w 5134"/>
                    <a:gd name="connsiteY41-27114" fmla="*/ 648 h 5728"/>
                    <a:gd name="connsiteX42-27115" fmla="*/ 4953 w 5134"/>
                    <a:gd name="connsiteY42-27116" fmla="*/ 944 h 5728"/>
                    <a:gd name="connsiteX43-27117" fmla="*/ 4953 w 5134"/>
                    <a:gd name="connsiteY43-27118" fmla="*/ 1022 h 5728"/>
                    <a:gd name="connsiteX44-27119" fmla="*/ 5022 w 5134"/>
                    <a:gd name="connsiteY44-27120" fmla="*/ 1168 h 5728"/>
                    <a:gd name="connsiteX45-27121" fmla="*/ 5037 w 5134"/>
                    <a:gd name="connsiteY45-27122" fmla="*/ 1427 h 5728"/>
                    <a:gd name="connsiteX46-27123" fmla="*/ 5039 w 5134"/>
                    <a:gd name="connsiteY46-27124" fmla="*/ 1617 h 5728"/>
                    <a:gd name="connsiteX47-27125" fmla="*/ 4972 w 5134"/>
                    <a:gd name="connsiteY47-27126" fmla="*/ 1625 h 5728"/>
                    <a:gd name="connsiteX48-27127" fmla="*/ 4950 w 5134"/>
                    <a:gd name="connsiteY48-27128" fmla="*/ 1507 h 5728"/>
                    <a:gd name="connsiteX49-27129" fmla="*/ 4915 w 5134"/>
                    <a:gd name="connsiteY49-27130" fmla="*/ 1450 h 5728"/>
                    <a:gd name="connsiteX50-27131" fmla="*/ 4825 w 5134"/>
                    <a:gd name="connsiteY50-27132" fmla="*/ 1582 h 5728"/>
                    <a:gd name="connsiteX51-27133" fmla="*/ 4712 w 5134"/>
                    <a:gd name="connsiteY51-27134" fmla="*/ 1776 h 5728"/>
                    <a:gd name="connsiteX52-27135" fmla="*/ 4593 w 5134"/>
                    <a:gd name="connsiteY52-27136" fmla="*/ 1904 h 5728"/>
                    <a:gd name="connsiteX53-27137" fmla="*/ 4586 w 5134"/>
                    <a:gd name="connsiteY53-27138" fmla="*/ 2018 h 5728"/>
                    <a:gd name="connsiteX54-27139" fmla="*/ 4646 w 5134"/>
                    <a:gd name="connsiteY54-27140" fmla="*/ 2115 h 5728"/>
                    <a:gd name="connsiteX55-27141" fmla="*/ 4748 w 5134"/>
                    <a:gd name="connsiteY55-27142" fmla="*/ 2183 h 5728"/>
                    <a:gd name="connsiteX56-27143" fmla="*/ 4825 w 5134"/>
                    <a:gd name="connsiteY56-27144" fmla="*/ 2178 h 5728"/>
                    <a:gd name="connsiteX57-27145" fmla="*/ 4870 w 5134"/>
                    <a:gd name="connsiteY57-27146" fmla="*/ 2104 h 5728"/>
                    <a:gd name="connsiteX58-27147" fmla="*/ 4904 w 5134"/>
                    <a:gd name="connsiteY58-27148" fmla="*/ 2210 h 5728"/>
                    <a:gd name="connsiteX59-27149" fmla="*/ 4792 w 5134"/>
                    <a:gd name="connsiteY59-27150" fmla="*/ 2249 h 5728"/>
                    <a:gd name="connsiteX60-27151" fmla="*/ 4839 w 5134"/>
                    <a:gd name="connsiteY60-27152" fmla="*/ 2362 h 5728"/>
                    <a:gd name="connsiteX61-27153" fmla="*/ 4704 w 5134"/>
                    <a:gd name="connsiteY61-27154" fmla="*/ 2509 h 5728"/>
                    <a:gd name="connsiteX62-27155" fmla="*/ 4663 w 5134"/>
                    <a:gd name="connsiteY62-27156" fmla="*/ 2498 h 5728"/>
                    <a:gd name="connsiteX63-27157" fmla="*/ 4539 w 5134"/>
                    <a:gd name="connsiteY63-27158" fmla="*/ 2413 h 5728"/>
                    <a:gd name="connsiteX64-27159" fmla="*/ 4484 w 5134"/>
                    <a:gd name="connsiteY64-27160" fmla="*/ 2412 h 5728"/>
                    <a:gd name="connsiteX65-27161" fmla="*/ 4449 w 5134"/>
                    <a:gd name="connsiteY65-27162" fmla="*/ 2480 h 5728"/>
                    <a:gd name="connsiteX66-27163" fmla="*/ 4452 w 5134"/>
                    <a:gd name="connsiteY66-27164" fmla="*/ 2562 h 5728"/>
                    <a:gd name="connsiteX67-27165" fmla="*/ 4630 w 5134"/>
                    <a:gd name="connsiteY67-27166" fmla="*/ 2730 h 5728"/>
                    <a:gd name="connsiteX68-27167" fmla="*/ 4629 w 5134"/>
                    <a:gd name="connsiteY68-27168" fmla="*/ 2844 h 5728"/>
                    <a:gd name="connsiteX69-27169" fmla="*/ 4720 w 5134"/>
                    <a:gd name="connsiteY69-27170" fmla="*/ 3060 h 5728"/>
                    <a:gd name="connsiteX70-27171" fmla="*/ 4746 w 5134"/>
                    <a:gd name="connsiteY70-27172" fmla="*/ 3090 h 5728"/>
                    <a:gd name="connsiteX71-27173" fmla="*/ 4790 w 5134"/>
                    <a:gd name="connsiteY71-27174" fmla="*/ 3094 h 5728"/>
                    <a:gd name="connsiteX72-27175" fmla="*/ 4836 w 5134"/>
                    <a:gd name="connsiteY72-27176" fmla="*/ 3010 h 5728"/>
                    <a:gd name="connsiteX73-27177" fmla="*/ 4916 w 5134"/>
                    <a:gd name="connsiteY73-27178" fmla="*/ 2950 h 5728"/>
                    <a:gd name="connsiteX74-27179" fmla="*/ 5011 w 5134"/>
                    <a:gd name="connsiteY74-27180" fmla="*/ 3126 h 5728"/>
                    <a:gd name="connsiteX75-27181" fmla="*/ 5121 w 5134"/>
                    <a:gd name="connsiteY75-27182" fmla="*/ 3312 h 5728"/>
                    <a:gd name="connsiteX76-27183" fmla="*/ 5134 w 5134"/>
                    <a:gd name="connsiteY76-27184" fmla="*/ 3342 h 5728"/>
                    <a:gd name="connsiteX77-27185" fmla="*/ 5123 w 5134"/>
                    <a:gd name="connsiteY77-27186" fmla="*/ 3518 h 5728"/>
                    <a:gd name="connsiteX78-27187" fmla="*/ 5088 w 5134"/>
                    <a:gd name="connsiteY78-27188" fmla="*/ 3554 h 5728"/>
                    <a:gd name="connsiteX79-27189" fmla="*/ 4999 w 5134"/>
                    <a:gd name="connsiteY79-27190" fmla="*/ 3515 h 5728"/>
                    <a:gd name="connsiteX80-27191" fmla="*/ 4765 w 5134"/>
                    <a:gd name="connsiteY80-27192" fmla="*/ 3644 h 5728"/>
                    <a:gd name="connsiteX81-27193" fmla="*/ 4739 w 5134"/>
                    <a:gd name="connsiteY81-27194" fmla="*/ 3666 h 5728"/>
                    <a:gd name="connsiteX82-27195" fmla="*/ 4559 w 5134"/>
                    <a:gd name="connsiteY82-27196" fmla="*/ 3812 h 5728"/>
                    <a:gd name="connsiteX83-27197" fmla="*/ 4418 w 5134"/>
                    <a:gd name="connsiteY83-27198" fmla="*/ 3926 h 5728"/>
                    <a:gd name="connsiteX84-27199" fmla="*/ 4383 w 5134"/>
                    <a:gd name="connsiteY84-27200" fmla="*/ 3965 h 5728"/>
                    <a:gd name="connsiteX85-27201" fmla="*/ 4331 w 5134"/>
                    <a:gd name="connsiteY85-27202" fmla="*/ 3973 h 5728"/>
                    <a:gd name="connsiteX86-27203" fmla="*/ 4274 w 5134"/>
                    <a:gd name="connsiteY86-27204" fmla="*/ 3916 h 5728"/>
                    <a:gd name="connsiteX87-27205" fmla="*/ 4150 w 5134"/>
                    <a:gd name="connsiteY87-27206" fmla="*/ 3808 h 5728"/>
                    <a:gd name="connsiteX88-27207" fmla="*/ 4174 w 5134"/>
                    <a:gd name="connsiteY88-27208" fmla="*/ 4064 h 5728"/>
                    <a:gd name="connsiteX89-27209" fmla="*/ 4183 w 5134"/>
                    <a:gd name="connsiteY89-27210" fmla="*/ 4192 h 5728"/>
                    <a:gd name="connsiteX90-27211" fmla="*/ 3921 w 5134"/>
                    <a:gd name="connsiteY90-27212" fmla="*/ 4166 h 5728"/>
                    <a:gd name="connsiteX91-27213" fmla="*/ 3839 w 5134"/>
                    <a:gd name="connsiteY91-27214" fmla="*/ 3987 h 5728"/>
                    <a:gd name="connsiteX92-27215" fmla="*/ 3757 w 5134"/>
                    <a:gd name="connsiteY92-27216" fmla="*/ 3802 h 5728"/>
                    <a:gd name="connsiteX93-27217" fmla="*/ 1727 w 5134"/>
                    <a:gd name="connsiteY93-27218" fmla="*/ 5109 h 5728"/>
                    <a:gd name="connsiteX94-27219" fmla="*/ 1505 w 5134"/>
                    <a:gd name="connsiteY94-27220" fmla="*/ 5349 h 5728"/>
                    <a:gd name="connsiteX95-27221" fmla="*/ 1485 w 5134"/>
                    <a:gd name="connsiteY95-27222" fmla="*/ 5516 h 5728"/>
                    <a:gd name="connsiteX96-27223" fmla="*/ 1468 w 5134"/>
                    <a:gd name="connsiteY96-27224" fmla="*/ 5659 h 5728"/>
                    <a:gd name="connsiteX97-27225" fmla="*/ 1452 w 5134"/>
                    <a:gd name="connsiteY97-27226" fmla="*/ 5669 h 5728"/>
                    <a:gd name="connsiteX98-27227" fmla="*/ 1130 w 5134"/>
                    <a:gd name="connsiteY98-27228" fmla="*/ 5621 h 5728"/>
                    <a:gd name="connsiteX99-27229" fmla="*/ 1028 w 5134"/>
                    <a:gd name="connsiteY99-27230" fmla="*/ 5566 h 5728"/>
                    <a:gd name="connsiteX100-27231" fmla="*/ 974 w 5134"/>
                    <a:gd name="connsiteY100-27232" fmla="*/ 5503 h 5728"/>
                    <a:gd name="connsiteX101-27233" fmla="*/ 869 w 5134"/>
                    <a:gd name="connsiteY101-27234" fmla="*/ 5477 h 5728"/>
                    <a:gd name="connsiteX102-27235" fmla="*/ 869 w 5134"/>
                    <a:gd name="connsiteY102-27236" fmla="*/ 5379 h 5728"/>
                    <a:gd name="connsiteX103-27237" fmla="*/ 973 w 5134"/>
                    <a:gd name="connsiteY103-27238" fmla="*/ 5149 h 5728"/>
                    <a:gd name="connsiteX104-27239" fmla="*/ 833 w 5134"/>
                    <a:gd name="connsiteY104-27240" fmla="*/ 5070 h 5728"/>
                    <a:gd name="connsiteX105-27241" fmla="*/ 791 w 5134"/>
                    <a:gd name="connsiteY105-27242" fmla="*/ 5095 h 5728"/>
                    <a:gd name="connsiteX106-27243" fmla="*/ 701 w 5134"/>
                    <a:gd name="connsiteY106-27244" fmla="*/ 5214 h 5728"/>
                    <a:gd name="connsiteX107-27245" fmla="*/ 669 w 5134"/>
                    <a:gd name="connsiteY107-27246" fmla="*/ 5276 h 5728"/>
                    <a:gd name="connsiteX108-27247" fmla="*/ 607 w 5134"/>
                    <a:gd name="connsiteY108-27248" fmla="*/ 5386 h 5728"/>
                    <a:gd name="connsiteX109-27249" fmla="*/ 613 w 5134"/>
                    <a:gd name="connsiteY109-27250" fmla="*/ 5510 h 5728"/>
                    <a:gd name="connsiteX110-27251" fmla="*/ 574 w 5134"/>
                    <a:gd name="connsiteY110-27252" fmla="*/ 5558 h 5728"/>
                    <a:gd name="connsiteX111-27253" fmla="*/ 443 w 5134"/>
                    <a:gd name="connsiteY111-27254" fmla="*/ 5617 h 5728"/>
                    <a:gd name="connsiteX112-27255" fmla="*/ 277 w 5134"/>
                    <a:gd name="connsiteY112-27256" fmla="*/ 5649 h 5728"/>
                    <a:gd name="connsiteX113-27257" fmla="*/ 174 w 5134"/>
                    <a:gd name="connsiteY113-27258" fmla="*/ 5728 h 5728"/>
                    <a:gd name="connsiteX114-27259" fmla="*/ 60 w 5134"/>
                    <a:gd name="connsiteY114-27260" fmla="*/ 5611 h 5728"/>
                    <a:gd name="connsiteX115-27261" fmla="*/ 0 w 5134"/>
                    <a:gd name="connsiteY115-27262" fmla="*/ 5485 h 5728"/>
                    <a:gd name="connsiteX0-27263" fmla="*/ 3948 w 5134"/>
                    <a:gd name="connsiteY0-27264" fmla="*/ 2333 h 5728"/>
                    <a:gd name="connsiteX1-27265" fmla="*/ 3946 w 5134"/>
                    <a:gd name="connsiteY1-27266" fmla="*/ 2117 h 5728"/>
                    <a:gd name="connsiteX2-27267" fmla="*/ 3870 w 5134"/>
                    <a:gd name="connsiteY2-27268" fmla="*/ 2039 h 5728"/>
                    <a:gd name="connsiteX3-27269" fmla="*/ 3727 w 5134"/>
                    <a:gd name="connsiteY3-27270" fmla="*/ 1951 h 5728"/>
                    <a:gd name="connsiteX4-27271" fmla="*/ 3635 w 5134"/>
                    <a:gd name="connsiteY4-27272" fmla="*/ 1827 h 5728"/>
                    <a:gd name="connsiteX5-27273" fmla="*/ 3539 w 5134"/>
                    <a:gd name="connsiteY5-27274" fmla="*/ 1828 h 5728"/>
                    <a:gd name="connsiteX6-27275" fmla="*/ 3494 w 5134"/>
                    <a:gd name="connsiteY6-27276" fmla="*/ 1883 h 5728"/>
                    <a:gd name="connsiteX7-27277" fmla="*/ 3401 w 5134"/>
                    <a:gd name="connsiteY7-27278" fmla="*/ 1877 h 5728"/>
                    <a:gd name="connsiteX8-27279" fmla="*/ 3381 w 5134"/>
                    <a:gd name="connsiteY8-27280" fmla="*/ 1994 h 5728"/>
                    <a:gd name="connsiteX9-27281" fmla="*/ 3200 w 5134"/>
                    <a:gd name="connsiteY9-27282" fmla="*/ 1941 h 5728"/>
                    <a:gd name="connsiteX10-27283" fmla="*/ 3117 w 5134"/>
                    <a:gd name="connsiteY10-27284" fmla="*/ 1939 h 5728"/>
                    <a:gd name="connsiteX11-27285" fmla="*/ 2992 w 5134"/>
                    <a:gd name="connsiteY11-27286" fmla="*/ 2014 h 5728"/>
                    <a:gd name="connsiteX12-27287" fmla="*/ 2880 w 5134"/>
                    <a:gd name="connsiteY12-27288" fmla="*/ 1890 h 5728"/>
                    <a:gd name="connsiteX13-27289" fmla="*/ 2974 w 5134"/>
                    <a:gd name="connsiteY13-27290" fmla="*/ 1804 h 5728"/>
                    <a:gd name="connsiteX14-27291" fmla="*/ 2978 w 5134"/>
                    <a:gd name="connsiteY14-27292" fmla="*/ 1634 h 5728"/>
                    <a:gd name="connsiteX15-27293" fmla="*/ 3033 w 5134"/>
                    <a:gd name="connsiteY15-27294" fmla="*/ 1514 h 5728"/>
                    <a:gd name="connsiteX16-27295" fmla="*/ 3076 w 5134"/>
                    <a:gd name="connsiteY16-27296" fmla="*/ 1306 h 5728"/>
                    <a:gd name="connsiteX17-27297" fmla="*/ 3136 w 5134"/>
                    <a:gd name="connsiteY17-27298" fmla="*/ 1307 h 5728"/>
                    <a:gd name="connsiteX18-27299" fmla="*/ 3459 w 5134"/>
                    <a:gd name="connsiteY18-27300" fmla="*/ 1286 h 5728"/>
                    <a:gd name="connsiteX19-27301" fmla="*/ 3633 w 5134"/>
                    <a:gd name="connsiteY19-27302" fmla="*/ 1117 h 5728"/>
                    <a:gd name="connsiteX20-27303" fmla="*/ 3702 w 5134"/>
                    <a:gd name="connsiteY20-27304" fmla="*/ 748 h 5728"/>
                    <a:gd name="connsiteX21-27305" fmla="*/ 3812 w 5134"/>
                    <a:gd name="connsiteY21-27306" fmla="*/ 486 h 5728"/>
                    <a:gd name="connsiteX22-27307" fmla="*/ 3810 w 5134"/>
                    <a:gd name="connsiteY22-27308" fmla="*/ 358 h 5728"/>
                    <a:gd name="connsiteX23-27309" fmla="*/ 3797 w 5134"/>
                    <a:gd name="connsiteY23-27310" fmla="*/ 328 h 5728"/>
                    <a:gd name="connsiteX24-27311" fmla="*/ 3730 w 5134"/>
                    <a:gd name="connsiteY24-27312" fmla="*/ 251 h 5728"/>
                    <a:gd name="connsiteX25-27313" fmla="*/ 3670 w 5134"/>
                    <a:gd name="connsiteY25-27314" fmla="*/ 217 h 5728"/>
                    <a:gd name="connsiteX26-27315" fmla="*/ 3795 w 5134"/>
                    <a:gd name="connsiteY26-27316" fmla="*/ 56 h 5728"/>
                    <a:gd name="connsiteX27-27317" fmla="*/ 3968 w 5134"/>
                    <a:gd name="connsiteY27-27318" fmla="*/ 2 h 5728"/>
                    <a:gd name="connsiteX28-27319" fmla="*/ 4000 w 5134"/>
                    <a:gd name="connsiteY28-27320" fmla="*/ 49 h 5728"/>
                    <a:gd name="connsiteX29-27321" fmla="*/ 3990 w 5134"/>
                    <a:gd name="connsiteY29-27322" fmla="*/ 133 h 5728"/>
                    <a:gd name="connsiteX30-27323" fmla="*/ 3929 w 5134"/>
                    <a:gd name="connsiteY30-27324" fmla="*/ 243 h 5728"/>
                    <a:gd name="connsiteX31-27325" fmla="*/ 3999 w 5134"/>
                    <a:gd name="connsiteY31-27326" fmla="*/ 301 h 5728"/>
                    <a:gd name="connsiteX32-27327" fmla="*/ 4113 w 5134"/>
                    <a:gd name="connsiteY32-27328" fmla="*/ 366 h 5728"/>
                    <a:gd name="connsiteX33-27329" fmla="*/ 4133 w 5134"/>
                    <a:gd name="connsiteY33-27330" fmla="*/ 255 h 5728"/>
                    <a:gd name="connsiteX34-27331" fmla="*/ 4267 w 5134"/>
                    <a:gd name="connsiteY34-27332" fmla="*/ 291 h 5728"/>
                    <a:gd name="connsiteX35-27333" fmla="*/ 4292 w 5134"/>
                    <a:gd name="connsiteY35-27334" fmla="*/ 331 h 5728"/>
                    <a:gd name="connsiteX36-27335" fmla="*/ 4368 w 5134"/>
                    <a:gd name="connsiteY36-27336" fmla="*/ 562 h 5728"/>
                    <a:gd name="connsiteX37-27337" fmla="*/ 4403 w 5134"/>
                    <a:gd name="connsiteY37-27338" fmla="*/ 586 h 5728"/>
                    <a:gd name="connsiteX38-27339" fmla="*/ 4495 w 5134"/>
                    <a:gd name="connsiteY38-27340" fmla="*/ 578 h 5728"/>
                    <a:gd name="connsiteX39-27341" fmla="*/ 4755 w 5134"/>
                    <a:gd name="connsiteY39-27342" fmla="*/ 490 h 5728"/>
                    <a:gd name="connsiteX40-27343" fmla="*/ 4975 w 5134"/>
                    <a:gd name="connsiteY40-27344" fmla="*/ 479 h 5728"/>
                    <a:gd name="connsiteX41-27345" fmla="*/ 5035 w 5134"/>
                    <a:gd name="connsiteY41-27346" fmla="*/ 648 h 5728"/>
                    <a:gd name="connsiteX42-27347" fmla="*/ 4953 w 5134"/>
                    <a:gd name="connsiteY42-27348" fmla="*/ 944 h 5728"/>
                    <a:gd name="connsiteX43-27349" fmla="*/ 4953 w 5134"/>
                    <a:gd name="connsiteY43-27350" fmla="*/ 1022 h 5728"/>
                    <a:gd name="connsiteX44-27351" fmla="*/ 5022 w 5134"/>
                    <a:gd name="connsiteY44-27352" fmla="*/ 1168 h 5728"/>
                    <a:gd name="connsiteX45-27353" fmla="*/ 5037 w 5134"/>
                    <a:gd name="connsiteY45-27354" fmla="*/ 1427 h 5728"/>
                    <a:gd name="connsiteX46-27355" fmla="*/ 5039 w 5134"/>
                    <a:gd name="connsiteY46-27356" fmla="*/ 1617 h 5728"/>
                    <a:gd name="connsiteX47-27357" fmla="*/ 4972 w 5134"/>
                    <a:gd name="connsiteY47-27358" fmla="*/ 1625 h 5728"/>
                    <a:gd name="connsiteX48-27359" fmla="*/ 4950 w 5134"/>
                    <a:gd name="connsiteY48-27360" fmla="*/ 1507 h 5728"/>
                    <a:gd name="connsiteX49-27361" fmla="*/ 4915 w 5134"/>
                    <a:gd name="connsiteY49-27362" fmla="*/ 1450 h 5728"/>
                    <a:gd name="connsiteX50-27363" fmla="*/ 4825 w 5134"/>
                    <a:gd name="connsiteY50-27364" fmla="*/ 1582 h 5728"/>
                    <a:gd name="connsiteX51-27365" fmla="*/ 4712 w 5134"/>
                    <a:gd name="connsiteY51-27366" fmla="*/ 1776 h 5728"/>
                    <a:gd name="connsiteX52-27367" fmla="*/ 4593 w 5134"/>
                    <a:gd name="connsiteY52-27368" fmla="*/ 1904 h 5728"/>
                    <a:gd name="connsiteX53-27369" fmla="*/ 4586 w 5134"/>
                    <a:gd name="connsiteY53-27370" fmla="*/ 2018 h 5728"/>
                    <a:gd name="connsiteX54-27371" fmla="*/ 4646 w 5134"/>
                    <a:gd name="connsiteY54-27372" fmla="*/ 2115 h 5728"/>
                    <a:gd name="connsiteX55-27373" fmla="*/ 4748 w 5134"/>
                    <a:gd name="connsiteY55-27374" fmla="*/ 2183 h 5728"/>
                    <a:gd name="connsiteX56-27375" fmla="*/ 4825 w 5134"/>
                    <a:gd name="connsiteY56-27376" fmla="*/ 2178 h 5728"/>
                    <a:gd name="connsiteX57-27377" fmla="*/ 4870 w 5134"/>
                    <a:gd name="connsiteY57-27378" fmla="*/ 2104 h 5728"/>
                    <a:gd name="connsiteX58-27379" fmla="*/ 4904 w 5134"/>
                    <a:gd name="connsiteY58-27380" fmla="*/ 2210 h 5728"/>
                    <a:gd name="connsiteX59-27381" fmla="*/ 4792 w 5134"/>
                    <a:gd name="connsiteY59-27382" fmla="*/ 2249 h 5728"/>
                    <a:gd name="connsiteX60-27383" fmla="*/ 4839 w 5134"/>
                    <a:gd name="connsiteY60-27384" fmla="*/ 2362 h 5728"/>
                    <a:gd name="connsiteX61-27385" fmla="*/ 4704 w 5134"/>
                    <a:gd name="connsiteY61-27386" fmla="*/ 2509 h 5728"/>
                    <a:gd name="connsiteX62-27387" fmla="*/ 4663 w 5134"/>
                    <a:gd name="connsiteY62-27388" fmla="*/ 2498 h 5728"/>
                    <a:gd name="connsiteX63-27389" fmla="*/ 4539 w 5134"/>
                    <a:gd name="connsiteY63-27390" fmla="*/ 2413 h 5728"/>
                    <a:gd name="connsiteX64-27391" fmla="*/ 4484 w 5134"/>
                    <a:gd name="connsiteY64-27392" fmla="*/ 2412 h 5728"/>
                    <a:gd name="connsiteX65-27393" fmla="*/ 4449 w 5134"/>
                    <a:gd name="connsiteY65-27394" fmla="*/ 2480 h 5728"/>
                    <a:gd name="connsiteX66-27395" fmla="*/ 4452 w 5134"/>
                    <a:gd name="connsiteY66-27396" fmla="*/ 2562 h 5728"/>
                    <a:gd name="connsiteX67-27397" fmla="*/ 4630 w 5134"/>
                    <a:gd name="connsiteY67-27398" fmla="*/ 2730 h 5728"/>
                    <a:gd name="connsiteX68-27399" fmla="*/ 4629 w 5134"/>
                    <a:gd name="connsiteY68-27400" fmla="*/ 2844 h 5728"/>
                    <a:gd name="connsiteX69-27401" fmla="*/ 4720 w 5134"/>
                    <a:gd name="connsiteY69-27402" fmla="*/ 3060 h 5728"/>
                    <a:gd name="connsiteX70-27403" fmla="*/ 4746 w 5134"/>
                    <a:gd name="connsiteY70-27404" fmla="*/ 3090 h 5728"/>
                    <a:gd name="connsiteX71-27405" fmla="*/ 4790 w 5134"/>
                    <a:gd name="connsiteY71-27406" fmla="*/ 3094 h 5728"/>
                    <a:gd name="connsiteX72-27407" fmla="*/ 4836 w 5134"/>
                    <a:gd name="connsiteY72-27408" fmla="*/ 3010 h 5728"/>
                    <a:gd name="connsiteX73-27409" fmla="*/ 4916 w 5134"/>
                    <a:gd name="connsiteY73-27410" fmla="*/ 2950 h 5728"/>
                    <a:gd name="connsiteX74-27411" fmla="*/ 5011 w 5134"/>
                    <a:gd name="connsiteY74-27412" fmla="*/ 3126 h 5728"/>
                    <a:gd name="connsiteX75-27413" fmla="*/ 5121 w 5134"/>
                    <a:gd name="connsiteY75-27414" fmla="*/ 3312 h 5728"/>
                    <a:gd name="connsiteX76-27415" fmla="*/ 5134 w 5134"/>
                    <a:gd name="connsiteY76-27416" fmla="*/ 3342 h 5728"/>
                    <a:gd name="connsiteX77-27417" fmla="*/ 5123 w 5134"/>
                    <a:gd name="connsiteY77-27418" fmla="*/ 3518 h 5728"/>
                    <a:gd name="connsiteX78-27419" fmla="*/ 5088 w 5134"/>
                    <a:gd name="connsiteY78-27420" fmla="*/ 3554 h 5728"/>
                    <a:gd name="connsiteX79-27421" fmla="*/ 4999 w 5134"/>
                    <a:gd name="connsiteY79-27422" fmla="*/ 3515 h 5728"/>
                    <a:gd name="connsiteX80-27423" fmla="*/ 4765 w 5134"/>
                    <a:gd name="connsiteY80-27424" fmla="*/ 3644 h 5728"/>
                    <a:gd name="connsiteX81-27425" fmla="*/ 4739 w 5134"/>
                    <a:gd name="connsiteY81-27426" fmla="*/ 3666 h 5728"/>
                    <a:gd name="connsiteX82-27427" fmla="*/ 4559 w 5134"/>
                    <a:gd name="connsiteY82-27428" fmla="*/ 3812 h 5728"/>
                    <a:gd name="connsiteX83-27429" fmla="*/ 4418 w 5134"/>
                    <a:gd name="connsiteY83-27430" fmla="*/ 3926 h 5728"/>
                    <a:gd name="connsiteX84-27431" fmla="*/ 4383 w 5134"/>
                    <a:gd name="connsiteY84-27432" fmla="*/ 3965 h 5728"/>
                    <a:gd name="connsiteX85-27433" fmla="*/ 4331 w 5134"/>
                    <a:gd name="connsiteY85-27434" fmla="*/ 3973 h 5728"/>
                    <a:gd name="connsiteX86-27435" fmla="*/ 4274 w 5134"/>
                    <a:gd name="connsiteY86-27436" fmla="*/ 3916 h 5728"/>
                    <a:gd name="connsiteX87-27437" fmla="*/ 4150 w 5134"/>
                    <a:gd name="connsiteY87-27438" fmla="*/ 3808 h 5728"/>
                    <a:gd name="connsiteX88-27439" fmla="*/ 4174 w 5134"/>
                    <a:gd name="connsiteY88-27440" fmla="*/ 4064 h 5728"/>
                    <a:gd name="connsiteX89-27441" fmla="*/ 4183 w 5134"/>
                    <a:gd name="connsiteY89-27442" fmla="*/ 4192 h 5728"/>
                    <a:gd name="connsiteX90-27443" fmla="*/ 3921 w 5134"/>
                    <a:gd name="connsiteY90-27444" fmla="*/ 4166 h 5728"/>
                    <a:gd name="connsiteX91-27445" fmla="*/ 3839 w 5134"/>
                    <a:gd name="connsiteY91-27446" fmla="*/ 3987 h 5728"/>
                    <a:gd name="connsiteX92-27447" fmla="*/ 3757 w 5134"/>
                    <a:gd name="connsiteY92-27448" fmla="*/ 3802 h 5728"/>
                    <a:gd name="connsiteX93-27449" fmla="*/ 1505 w 5134"/>
                    <a:gd name="connsiteY93-27450" fmla="*/ 5349 h 5728"/>
                    <a:gd name="connsiteX94-27451" fmla="*/ 1485 w 5134"/>
                    <a:gd name="connsiteY94-27452" fmla="*/ 5516 h 5728"/>
                    <a:gd name="connsiteX95-27453" fmla="*/ 1468 w 5134"/>
                    <a:gd name="connsiteY95-27454" fmla="*/ 5659 h 5728"/>
                    <a:gd name="connsiteX96-27455" fmla="*/ 1452 w 5134"/>
                    <a:gd name="connsiteY96-27456" fmla="*/ 5669 h 5728"/>
                    <a:gd name="connsiteX97-27457" fmla="*/ 1130 w 5134"/>
                    <a:gd name="connsiteY97-27458" fmla="*/ 5621 h 5728"/>
                    <a:gd name="connsiteX98-27459" fmla="*/ 1028 w 5134"/>
                    <a:gd name="connsiteY98-27460" fmla="*/ 5566 h 5728"/>
                    <a:gd name="connsiteX99-27461" fmla="*/ 974 w 5134"/>
                    <a:gd name="connsiteY99-27462" fmla="*/ 5503 h 5728"/>
                    <a:gd name="connsiteX100-27463" fmla="*/ 869 w 5134"/>
                    <a:gd name="connsiteY100-27464" fmla="*/ 5477 h 5728"/>
                    <a:gd name="connsiteX101-27465" fmla="*/ 869 w 5134"/>
                    <a:gd name="connsiteY101-27466" fmla="*/ 5379 h 5728"/>
                    <a:gd name="connsiteX102-27467" fmla="*/ 973 w 5134"/>
                    <a:gd name="connsiteY102-27468" fmla="*/ 5149 h 5728"/>
                    <a:gd name="connsiteX103-27469" fmla="*/ 833 w 5134"/>
                    <a:gd name="connsiteY103-27470" fmla="*/ 5070 h 5728"/>
                    <a:gd name="connsiteX104-27471" fmla="*/ 791 w 5134"/>
                    <a:gd name="connsiteY104-27472" fmla="*/ 5095 h 5728"/>
                    <a:gd name="connsiteX105-27473" fmla="*/ 701 w 5134"/>
                    <a:gd name="connsiteY105-27474" fmla="*/ 5214 h 5728"/>
                    <a:gd name="connsiteX106-27475" fmla="*/ 669 w 5134"/>
                    <a:gd name="connsiteY106-27476" fmla="*/ 5276 h 5728"/>
                    <a:gd name="connsiteX107-27477" fmla="*/ 607 w 5134"/>
                    <a:gd name="connsiteY107-27478" fmla="*/ 5386 h 5728"/>
                    <a:gd name="connsiteX108-27479" fmla="*/ 613 w 5134"/>
                    <a:gd name="connsiteY108-27480" fmla="*/ 5510 h 5728"/>
                    <a:gd name="connsiteX109-27481" fmla="*/ 574 w 5134"/>
                    <a:gd name="connsiteY109-27482" fmla="*/ 5558 h 5728"/>
                    <a:gd name="connsiteX110-27483" fmla="*/ 443 w 5134"/>
                    <a:gd name="connsiteY110-27484" fmla="*/ 5617 h 5728"/>
                    <a:gd name="connsiteX111-27485" fmla="*/ 277 w 5134"/>
                    <a:gd name="connsiteY111-27486" fmla="*/ 5649 h 5728"/>
                    <a:gd name="connsiteX112-27487" fmla="*/ 174 w 5134"/>
                    <a:gd name="connsiteY112-27488" fmla="*/ 5728 h 5728"/>
                    <a:gd name="connsiteX113-27489" fmla="*/ 60 w 5134"/>
                    <a:gd name="connsiteY113-27490" fmla="*/ 5611 h 5728"/>
                    <a:gd name="connsiteX114-27491" fmla="*/ 0 w 5134"/>
                    <a:gd name="connsiteY114-27492" fmla="*/ 5485 h 5728"/>
                    <a:gd name="connsiteX0-27493" fmla="*/ 3948 w 5134"/>
                    <a:gd name="connsiteY0-27494" fmla="*/ 2333 h 5728"/>
                    <a:gd name="connsiteX1-27495" fmla="*/ 3946 w 5134"/>
                    <a:gd name="connsiteY1-27496" fmla="*/ 2117 h 5728"/>
                    <a:gd name="connsiteX2-27497" fmla="*/ 3870 w 5134"/>
                    <a:gd name="connsiteY2-27498" fmla="*/ 2039 h 5728"/>
                    <a:gd name="connsiteX3-27499" fmla="*/ 3727 w 5134"/>
                    <a:gd name="connsiteY3-27500" fmla="*/ 1951 h 5728"/>
                    <a:gd name="connsiteX4-27501" fmla="*/ 3635 w 5134"/>
                    <a:gd name="connsiteY4-27502" fmla="*/ 1827 h 5728"/>
                    <a:gd name="connsiteX5-27503" fmla="*/ 3539 w 5134"/>
                    <a:gd name="connsiteY5-27504" fmla="*/ 1828 h 5728"/>
                    <a:gd name="connsiteX6-27505" fmla="*/ 3494 w 5134"/>
                    <a:gd name="connsiteY6-27506" fmla="*/ 1883 h 5728"/>
                    <a:gd name="connsiteX7-27507" fmla="*/ 3401 w 5134"/>
                    <a:gd name="connsiteY7-27508" fmla="*/ 1877 h 5728"/>
                    <a:gd name="connsiteX8-27509" fmla="*/ 3381 w 5134"/>
                    <a:gd name="connsiteY8-27510" fmla="*/ 1994 h 5728"/>
                    <a:gd name="connsiteX9-27511" fmla="*/ 3200 w 5134"/>
                    <a:gd name="connsiteY9-27512" fmla="*/ 1941 h 5728"/>
                    <a:gd name="connsiteX10-27513" fmla="*/ 3117 w 5134"/>
                    <a:gd name="connsiteY10-27514" fmla="*/ 1939 h 5728"/>
                    <a:gd name="connsiteX11-27515" fmla="*/ 2992 w 5134"/>
                    <a:gd name="connsiteY11-27516" fmla="*/ 2014 h 5728"/>
                    <a:gd name="connsiteX12-27517" fmla="*/ 2880 w 5134"/>
                    <a:gd name="connsiteY12-27518" fmla="*/ 1890 h 5728"/>
                    <a:gd name="connsiteX13-27519" fmla="*/ 2974 w 5134"/>
                    <a:gd name="connsiteY13-27520" fmla="*/ 1804 h 5728"/>
                    <a:gd name="connsiteX14-27521" fmla="*/ 2978 w 5134"/>
                    <a:gd name="connsiteY14-27522" fmla="*/ 1634 h 5728"/>
                    <a:gd name="connsiteX15-27523" fmla="*/ 3033 w 5134"/>
                    <a:gd name="connsiteY15-27524" fmla="*/ 1514 h 5728"/>
                    <a:gd name="connsiteX16-27525" fmla="*/ 3076 w 5134"/>
                    <a:gd name="connsiteY16-27526" fmla="*/ 1306 h 5728"/>
                    <a:gd name="connsiteX17-27527" fmla="*/ 3136 w 5134"/>
                    <a:gd name="connsiteY17-27528" fmla="*/ 1307 h 5728"/>
                    <a:gd name="connsiteX18-27529" fmla="*/ 3459 w 5134"/>
                    <a:gd name="connsiteY18-27530" fmla="*/ 1286 h 5728"/>
                    <a:gd name="connsiteX19-27531" fmla="*/ 3633 w 5134"/>
                    <a:gd name="connsiteY19-27532" fmla="*/ 1117 h 5728"/>
                    <a:gd name="connsiteX20-27533" fmla="*/ 3702 w 5134"/>
                    <a:gd name="connsiteY20-27534" fmla="*/ 748 h 5728"/>
                    <a:gd name="connsiteX21-27535" fmla="*/ 3812 w 5134"/>
                    <a:gd name="connsiteY21-27536" fmla="*/ 486 h 5728"/>
                    <a:gd name="connsiteX22-27537" fmla="*/ 3810 w 5134"/>
                    <a:gd name="connsiteY22-27538" fmla="*/ 358 h 5728"/>
                    <a:gd name="connsiteX23-27539" fmla="*/ 3797 w 5134"/>
                    <a:gd name="connsiteY23-27540" fmla="*/ 328 h 5728"/>
                    <a:gd name="connsiteX24-27541" fmla="*/ 3730 w 5134"/>
                    <a:gd name="connsiteY24-27542" fmla="*/ 251 h 5728"/>
                    <a:gd name="connsiteX25-27543" fmla="*/ 3670 w 5134"/>
                    <a:gd name="connsiteY25-27544" fmla="*/ 217 h 5728"/>
                    <a:gd name="connsiteX26-27545" fmla="*/ 3795 w 5134"/>
                    <a:gd name="connsiteY26-27546" fmla="*/ 56 h 5728"/>
                    <a:gd name="connsiteX27-27547" fmla="*/ 3968 w 5134"/>
                    <a:gd name="connsiteY27-27548" fmla="*/ 2 h 5728"/>
                    <a:gd name="connsiteX28-27549" fmla="*/ 4000 w 5134"/>
                    <a:gd name="connsiteY28-27550" fmla="*/ 49 h 5728"/>
                    <a:gd name="connsiteX29-27551" fmla="*/ 3990 w 5134"/>
                    <a:gd name="connsiteY29-27552" fmla="*/ 133 h 5728"/>
                    <a:gd name="connsiteX30-27553" fmla="*/ 3929 w 5134"/>
                    <a:gd name="connsiteY30-27554" fmla="*/ 243 h 5728"/>
                    <a:gd name="connsiteX31-27555" fmla="*/ 3999 w 5134"/>
                    <a:gd name="connsiteY31-27556" fmla="*/ 301 h 5728"/>
                    <a:gd name="connsiteX32-27557" fmla="*/ 4113 w 5134"/>
                    <a:gd name="connsiteY32-27558" fmla="*/ 366 h 5728"/>
                    <a:gd name="connsiteX33-27559" fmla="*/ 4133 w 5134"/>
                    <a:gd name="connsiteY33-27560" fmla="*/ 255 h 5728"/>
                    <a:gd name="connsiteX34-27561" fmla="*/ 4267 w 5134"/>
                    <a:gd name="connsiteY34-27562" fmla="*/ 291 h 5728"/>
                    <a:gd name="connsiteX35-27563" fmla="*/ 4292 w 5134"/>
                    <a:gd name="connsiteY35-27564" fmla="*/ 331 h 5728"/>
                    <a:gd name="connsiteX36-27565" fmla="*/ 4368 w 5134"/>
                    <a:gd name="connsiteY36-27566" fmla="*/ 562 h 5728"/>
                    <a:gd name="connsiteX37-27567" fmla="*/ 4403 w 5134"/>
                    <a:gd name="connsiteY37-27568" fmla="*/ 586 h 5728"/>
                    <a:gd name="connsiteX38-27569" fmla="*/ 4495 w 5134"/>
                    <a:gd name="connsiteY38-27570" fmla="*/ 578 h 5728"/>
                    <a:gd name="connsiteX39-27571" fmla="*/ 4755 w 5134"/>
                    <a:gd name="connsiteY39-27572" fmla="*/ 490 h 5728"/>
                    <a:gd name="connsiteX40-27573" fmla="*/ 4975 w 5134"/>
                    <a:gd name="connsiteY40-27574" fmla="*/ 479 h 5728"/>
                    <a:gd name="connsiteX41-27575" fmla="*/ 5035 w 5134"/>
                    <a:gd name="connsiteY41-27576" fmla="*/ 648 h 5728"/>
                    <a:gd name="connsiteX42-27577" fmla="*/ 4953 w 5134"/>
                    <a:gd name="connsiteY42-27578" fmla="*/ 944 h 5728"/>
                    <a:gd name="connsiteX43-27579" fmla="*/ 4953 w 5134"/>
                    <a:gd name="connsiteY43-27580" fmla="*/ 1022 h 5728"/>
                    <a:gd name="connsiteX44-27581" fmla="*/ 5022 w 5134"/>
                    <a:gd name="connsiteY44-27582" fmla="*/ 1168 h 5728"/>
                    <a:gd name="connsiteX45-27583" fmla="*/ 5037 w 5134"/>
                    <a:gd name="connsiteY45-27584" fmla="*/ 1427 h 5728"/>
                    <a:gd name="connsiteX46-27585" fmla="*/ 5039 w 5134"/>
                    <a:gd name="connsiteY46-27586" fmla="*/ 1617 h 5728"/>
                    <a:gd name="connsiteX47-27587" fmla="*/ 4972 w 5134"/>
                    <a:gd name="connsiteY47-27588" fmla="*/ 1625 h 5728"/>
                    <a:gd name="connsiteX48-27589" fmla="*/ 4950 w 5134"/>
                    <a:gd name="connsiteY48-27590" fmla="*/ 1507 h 5728"/>
                    <a:gd name="connsiteX49-27591" fmla="*/ 4915 w 5134"/>
                    <a:gd name="connsiteY49-27592" fmla="*/ 1450 h 5728"/>
                    <a:gd name="connsiteX50-27593" fmla="*/ 4825 w 5134"/>
                    <a:gd name="connsiteY50-27594" fmla="*/ 1582 h 5728"/>
                    <a:gd name="connsiteX51-27595" fmla="*/ 4712 w 5134"/>
                    <a:gd name="connsiteY51-27596" fmla="*/ 1776 h 5728"/>
                    <a:gd name="connsiteX52-27597" fmla="*/ 4593 w 5134"/>
                    <a:gd name="connsiteY52-27598" fmla="*/ 1904 h 5728"/>
                    <a:gd name="connsiteX53-27599" fmla="*/ 4586 w 5134"/>
                    <a:gd name="connsiteY53-27600" fmla="*/ 2018 h 5728"/>
                    <a:gd name="connsiteX54-27601" fmla="*/ 4646 w 5134"/>
                    <a:gd name="connsiteY54-27602" fmla="*/ 2115 h 5728"/>
                    <a:gd name="connsiteX55-27603" fmla="*/ 4748 w 5134"/>
                    <a:gd name="connsiteY55-27604" fmla="*/ 2183 h 5728"/>
                    <a:gd name="connsiteX56-27605" fmla="*/ 4825 w 5134"/>
                    <a:gd name="connsiteY56-27606" fmla="*/ 2178 h 5728"/>
                    <a:gd name="connsiteX57-27607" fmla="*/ 4870 w 5134"/>
                    <a:gd name="connsiteY57-27608" fmla="*/ 2104 h 5728"/>
                    <a:gd name="connsiteX58-27609" fmla="*/ 4904 w 5134"/>
                    <a:gd name="connsiteY58-27610" fmla="*/ 2210 h 5728"/>
                    <a:gd name="connsiteX59-27611" fmla="*/ 4792 w 5134"/>
                    <a:gd name="connsiteY59-27612" fmla="*/ 2249 h 5728"/>
                    <a:gd name="connsiteX60-27613" fmla="*/ 4839 w 5134"/>
                    <a:gd name="connsiteY60-27614" fmla="*/ 2362 h 5728"/>
                    <a:gd name="connsiteX61-27615" fmla="*/ 4704 w 5134"/>
                    <a:gd name="connsiteY61-27616" fmla="*/ 2509 h 5728"/>
                    <a:gd name="connsiteX62-27617" fmla="*/ 4663 w 5134"/>
                    <a:gd name="connsiteY62-27618" fmla="*/ 2498 h 5728"/>
                    <a:gd name="connsiteX63-27619" fmla="*/ 4539 w 5134"/>
                    <a:gd name="connsiteY63-27620" fmla="*/ 2413 h 5728"/>
                    <a:gd name="connsiteX64-27621" fmla="*/ 4484 w 5134"/>
                    <a:gd name="connsiteY64-27622" fmla="*/ 2412 h 5728"/>
                    <a:gd name="connsiteX65-27623" fmla="*/ 4449 w 5134"/>
                    <a:gd name="connsiteY65-27624" fmla="*/ 2480 h 5728"/>
                    <a:gd name="connsiteX66-27625" fmla="*/ 4452 w 5134"/>
                    <a:gd name="connsiteY66-27626" fmla="*/ 2562 h 5728"/>
                    <a:gd name="connsiteX67-27627" fmla="*/ 4630 w 5134"/>
                    <a:gd name="connsiteY67-27628" fmla="*/ 2730 h 5728"/>
                    <a:gd name="connsiteX68-27629" fmla="*/ 4629 w 5134"/>
                    <a:gd name="connsiteY68-27630" fmla="*/ 2844 h 5728"/>
                    <a:gd name="connsiteX69-27631" fmla="*/ 4720 w 5134"/>
                    <a:gd name="connsiteY69-27632" fmla="*/ 3060 h 5728"/>
                    <a:gd name="connsiteX70-27633" fmla="*/ 4746 w 5134"/>
                    <a:gd name="connsiteY70-27634" fmla="*/ 3090 h 5728"/>
                    <a:gd name="connsiteX71-27635" fmla="*/ 4790 w 5134"/>
                    <a:gd name="connsiteY71-27636" fmla="*/ 3094 h 5728"/>
                    <a:gd name="connsiteX72-27637" fmla="*/ 4836 w 5134"/>
                    <a:gd name="connsiteY72-27638" fmla="*/ 3010 h 5728"/>
                    <a:gd name="connsiteX73-27639" fmla="*/ 4916 w 5134"/>
                    <a:gd name="connsiteY73-27640" fmla="*/ 2950 h 5728"/>
                    <a:gd name="connsiteX74-27641" fmla="*/ 5011 w 5134"/>
                    <a:gd name="connsiteY74-27642" fmla="*/ 3126 h 5728"/>
                    <a:gd name="connsiteX75-27643" fmla="*/ 5121 w 5134"/>
                    <a:gd name="connsiteY75-27644" fmla="*/ 3312 h 5728"/>
                    <a:gd name="connsiteX76-27645" fmla="*/ 5134 w 5134"/>
                    <a:gd name="connsiteY76-27646" fmla="*/ 3342 h 5728"/>
                    <a:gd name="connsiteX77-27647" fmla="*/ 5123 w 5134"/>
                    <a:gd name="connsiteY77-27648" fmla="*/ 3518 h 5728"/>
                    <a:gd name="connsiteX78-27649" fmla="*/ 5088 w 5134"/>
                    <a:gd name="connsiteY78-27650" fmla="*/ 3554 h 5728"/>
                    <a:gd name="connsiteX79-27651" fmla="*/ 4999 w 5134"/>
                    <a:gd name="connsiteY79-27652" fmla="*/ 3515 h 5728"/>
                    <a:gd name="connsiteX80-27653" fmla="*/ 4765 w 5134"/>
                    <a:gd name="connsiteY80-27654" fmla="*/ 3644 h 5728"/>
                    <a:gd name="connsiteX81-27655" fmla="*/ 4739 w 5134"/>
                    <a:gd name="connsiteY81-27656" fmla="*/ 3666 h 5728"/>
                    <a:gd name="connsiteX82-27657" fmla="*/ 4559 w 5134"/>
                    <a:gd name="connsiteY82-27658" fmla="*/ 3812 h 5728"/>
                    <a:gd name="connsiteX83-27659" fmla="*/ 4418 w 5134"/>
                    <a:gd name="connsiteY83-27660" fmla="*/ 3926 h 5728"/>
                    <a:gd name="connsiteX84-27661" fmla="*/ 4383 w 5134"/>
                    <a:gd name="connsiteY84-27662" fmla="*/ 3965 h 5728"/>
                    <a:gd name="connsiteX85-27663" fmla="*/ 4331 w 5134"/>
                    <a:gd name="connsiteY85-27664" fmla="*/ 3973 h 5728"/>
                    <a:gd name="connsiteX86-27665" fmla="*/ 4274 w 5134"/>
                    <a:gd name="connsiteY86-27666" fmla="*/ 3916 h 5728"/>
                    <a:gd name="connsiteX87-27667" fmla="*/ 4150 w 5134"/>
                    <a:gd name="connsiteY87-27668" fmla="*/ 3808 h 5728"/>
                    <a:gd name="connsiteX88-27669" fmla="*/ 4174 w 5134"/>
                    <a:gd name="connsiteY88-27670" fmla="*/ 4064 h 5728"/>
                    <a:gd name="connsiteX89-27671" fmla="*/ 4183 w 5134"/>
                    <a:gd name="connsiteY89-27672" fmla="*/ 4192 h 5728"/>
                    <a:gd name="connsiteX90-27673" fmla="*/ 3921 w 5134"/>
                    <a:gd name="connsiteY90-27674" fmla="*/ 4166 h 5728"/>
                    <a:gd name="connsiteX91-27675" fmla="*/ 3839 w 5134"/>
                    <a:gd name="connsiteY91-27676" fmla="*/ 3987 h 5728"/>
                    <a:gd name="connsiteX92-27677" fmla="*/ 3757 w 5134"/>
                    <a:gd name="connsiteY92-27678" fmla="*/ 3802 h 5728"/>
                    <a:gd name="connsiteX93-27679" fmla="*/ 1485 w 5134"/>
                    <a:gd name="connsiteY93-27680" fmla="*/ 5516 h 5728"/>
                    <a:gd name="connsiteX94-27681" fmla="*/ 1468 w 5134"/>
                    <a:gd name="connsiteY94-27682" fmla="*/ 5659 h 5728"/>
                    <a:gd name="connsiteX95-27683" fmla="*/ 1452 w 5134"/>
                    <a:gd name="connsiteY95-27684" fmla="*/ 5669 h 5728"/>
                    <a:gd name="connsiteX96-27685" fmla="*/ 1130 w 5134"/>
                    <a:gd name="connsiteY96-27686" fmla="*/ 5621 h 5728"/>
                    <a:gd name="connsiteX97-27687" fmla="*/ 1028 w 5134"/>
                    <a:gd name="connsiteY97-27688" fmla="*/ 5566 h 5728"/>
                    <a:gd name="connsiteX98-27689" fmla="*/ 974 w 5134"/>
                    <a:gd name="connsiteY98-27690" fmla="*/ 5503 h 5728"/>
                    <a:gd name="connsiteX99-27691" fmla="*/ 869 w 5134"/>
                    <a:gd name="connsiteY99-27692" fmla="*/ 5477 h 5728"/>
                    <a:gd name="connsiteX100-27693" fmla="*/ 869 w 5134"/>
                    <a:gd name="connsiteY100-27694" fmla="*/ 5379 h 5728"/>
                    <a:gd name="connsiteX101-27695" fmla="*/ 973 w 5134"/>
                    <a:gd name="connsiteY101-27696" fmla="*/ 5149 h 5728"/>
                    <a:gd name="connsiteX102-27697" fmla="*/ 833 w 5134"/>
                    <a:gd name="connsiteY102-27698" fmla="*/ 5070 h 5728"/>
                    <a:gd name="connsiteX103-27699" fmla="*/ 791 w 5134"/>
                    <a:gd name="connsiteY103-27700" fmla="*/ 5095 h 5728"/>
                    <a:gd name="connsiteX104-27701" fmla="*/ 701 w 5134"/>
                    <a:gd name="connsiteY104-27702" fmla="*/ 5214 h 5728"/>
                    <a:gd name="connsiteX105-27703" fmla="*/ 669 w 5134"/>
                    <a:gd name="connsiteY105-27704" fmla="*/ 5276 h 5728"/>
                    <a:gd name="connsiteX106-27705" fmla="*/ 607 w 5134"/>
                    <a:gd name="connsiteY106-27706" fmla="*/ 5386 h 5728"/>
                    <a:gd name="connsiteX107-27707" fmla="*/ 613 w 5134"/>
                    <a:gd name="connsiteY107-27708" fmla="*/ 5510 h 5728"/>
                    <a:gd name="connsiteX108-27709" fmla="*/ 574 w 5134"/>
                    <a:gd name="connsiteY108-27710" fmla="*/ 5558 h 5728"/>
                    <a:gd name="connsiteX109-27711" fmla="*/ 443 w 5134"/>
                    <a:gd name="connsiteY109-27712" fmla="*/ 5617 h 5728"/>
                    <a:gd name="connsiteX110-27713" fmla="*/ 277 w 5134"/>
                    <a:gd name="connsiteY110-27714" fmla="*/ 5649 h 5728"/>
                    <a:gd name="connsiteX111-27715" fmla="*/ 174 w 5134"/>
                    <a:gd name="connsiteY111-27716" fmla="*/ 5728 h 5728"/>
                    <a:gd name="connsiteX112-27717" fmla="*/ 60 w 5134"/>
                    <a:gd name="connsiteY112-27718" fmla="*/ 5611 h 5728"/>
                    <a:gd name="connsiteX113-27719" fmla="*/ 0 w 5134"/>
                    <a:gd name="connsiteY113-27720" fmla="*/ 5485 h 5728"/>
                    <a:gd name="connsiteX0-27721" fmla="*/ 3888 w 5074"/>
                    <a:gd name="connsiteY0-27722" fmla="*/ 2333 h 5728"/>
                    <a:gd name="connsiteX1-27723" fmla="*/ 3886 w 5074"/>
                    <a:gd name="connsiteY1-27724" fmla="*/ 2117 h 5728"/>
                    <a:gd name="connsiteX2-27725" fmla="*/ 3810 w 5074"/>
                    <a:gd name="connsiteY2-27726" fmla="*/ 2039 h 5728"/>
                    <a:gd name="connsiteX3-27727" fmla="*/ 3667 w 5074"/>
                    <a:gd name="connsiteY3-27728" fmla="*/ 1951 h 5728"/>
                    <a:gd name="connsiteX4-27729" fmla="*/ 3575 w 5074"/>
                    <a:gd name="connsiteY4-27730" fmla="*/ 1827 h 5728"/>
                    <a:gd name="connsiteX5-27731" fmla="*/ 3479 w 5074"/>
                    <a:gd name="connsiteY5-27732" fmla="*/ 1828 h 5728"/>
                    <a:gd name="connsiteX6-27733" fmla="*/ 3434 w 5074"/>
                    <a:gd name="connsiteY6-27734" fmla="*/ 1883 h 5728"/>
                    <a:gd name="connsiteX7-27735" fmla="*/ 3341 w 5074"/>
                    <a:gd name="connsiteY7-27736" fmla="*/ 1877 h 5728"/>
                    <a:gd name="connsiteX8-27737" fmla="*/ 3321 w 5074"/>
                    <a:gd name="connsiteY8-27738" fmla="*/ 1994 h 5728"/>
                    <a:gd name="connsiteX9-27739" fmla="*/ 3140 w 5074"/>
                    <a:gd name="connsiteY9-27740" fmla="*/ 1941 h 5728"/>
                    <a:gd name="connsiteX10-27741" fmla="*/ 3057 w 5074"/>
                    <a:gd name="connsiteY10-27742" fmla="*/ 1939 h 5728"/>
                    <a:gd name="connsiteX11-27743" fmla="*/ 2932 w 5074"/>
                    <a:gd name="connsiteY11-27744" fmla="*/ 2014 h 5728"/>
                    <a:gd name="connsiteX12-27745" fmla="*/ 2820 w 5074"/>
                    <a:gd name="connsiteY12-27746" fmla="*/ 1890 h 5728"/>
                    <a:gd name="connsiteX13-27747" fmla="*/ 2914 w 5074"/>
                    <a:gd name="connsiteY13-27748" fmla="*/ 1804 h 5728"/>
                    <a:gd name="connsiteX14-27749" fmla="*/ 2918 w 5074"/>
                    <a:gd name="connsiteY14-27750" fmla="*/ 1634 h 5728"/>
                    <a:gd name="connsiteX15-27751" fmla="*/ 2973 w 5074"/>
                    <a:gd name="connsiteY15-27752" fmla="*/ 1514 h 5728"/>
                    <a:gd name="connsiteX16-27753" fmla="*/ 3016 w 5074"/>
                    <a:gd name="connsiteY16-27754" fmla="*/ 1306 h 5728"/>
                    <a:gd name="connsiteX17-27755" fmla="*/ 3076 w 5074"/>
                    <a:gd name="connsiteY17-27756" fmla="*/ 1307 h 5728"/>
                    <a:gd name="connsiteX18-27757" fmla="*/ 3399 w 5074"/>
                    <a:gd name="connsiteY18-27758" fmla="*/ 1286 h 5728"/>
                    <a:gd name="connsiteX19-27759" fmla="*/ 3573 w 5074"/>
                    <a:gd name="connsiteY19-27760" fmla="*/ 1117 h 5728"/>
                    <a:gd name="connsiteX20-27761" fmla="*/ 3642 w 5074"/>
                    <a:gd name="connsiteY20-27762" fmla="*/ 748 h 5728"/>
                    <a:gd name="connsiteX21-27763" fmla="*/ 3752 w 5074"/>
                    <a:gd name="connsiteY21-27764" fmla="*/ 486 h 5728"/>
                    <a:gd name="connsiteX22-27765" fmla="*/ 3750 w 5074"/>
                    <a:gd name="connsiteY22-27766" fmla="*/ 358 h 5728"/>
                    <a:gd name="connsiteX23-27767" fmla="*/ 3737 w 5074"/>
                    <a:gd name="connsiteY23-27768" fmla="*/ 328 h 5728"/>
                    <a:gd name="connsiteX24-27769" fmla="*/ 3670 w 5074"/>
                    <a:gd name="connsiteY24-27770" fmla="*/ 251 h 5728"/>
                    <a:gd name="connsiteX25-27771" fmla="*/ 3610 w 5074"/>
                    <a:gd name="connsiteY25-27772" fmla="*/ 217 h 5728"/>
                    <a:gd name="connsiteX26-27773" fmla="*/ 3735 w 5074"/>
                    <a:gd name="connsiteY26-27774" fmla="*/ 56 h 5728"/>
                    <a:gd name="connsiteX27-27775" fmla="*/ 3908 w 5074"/>
                    <a:gd name="connsiteY27-27776" fmla="*/ 2 h 5728"/>
                    <a:gd name="connsiteX28-27777" fmla="*/ 3940 w 5074"/>
                    <a:gd name="connsiteY28-27778" fmla="*/ 49 h 5728"/>
                    <a:gd name="connsiteX29-27779" fmla="*/ 3930 w 5074"/>
                    <a:gd name="connsiteY29-27780" fmla="*/ 133 h 5728"/>
                    <a:gd name="connsiteX30-27781" fmla="*/ 3869 w 5074"/>
                    <a:gd name="connsiteY30-27782" fmla="*/ 243 h 5728"/>
                    <a:gd name="connsiteX31-27783" fmla="*/ 3939 w 5074"/>
                    <a:gd name="connsiteY31-27784" fmla="*/ 301 h 5728"/>
                    <a:gd name="connsiteX32-27785" fmla="*/ 4053 w 5074"/>
                    <a:gd name="connsiteY32-27786" fmla="*/ 366 h 5728"/>
                    <a:gd name="connsiteX33-27787" fmla="*/ 4073 w 5074"/>
                    <a:gd name="connsiteY33-27788" fmla="*/ 255 h 5728"/>
                    <a:gd name="connsiteX34-27789" fmla="*/ 4207 w 5074"/>
                    <a:gd name="connsiteY34-27790" fmla="*/ 291 h 5728"/>
                    <a:gd name="connsiteX35-27791" fmla="*/ 4232 w 5074"/>
                    <a:gd name="connsiteY35-27792" fmla="*/ 331 h 5728"/>
                    <a:gd name="connsiteX36-27793" fmla="*/ 4308 w 5074"/>
                    <a:gd name="connsiteY36-27794" fmla="*/ 562 h 5728"/>
                    <a:gd name="connsiteX37-27795" fmla="*/ 4343 w 5074"/>
                    <a:gd name="connsiteY37-27796" fmla="*/ 586 h 5728"/>
                    <a:gd name="connsiteX38-27797" fmla="*/ 4435 w 5074"/>
                    <a:gd name="connsiteY38-27798" fmla="*/ 578 h 5728"/>
                    <a:gd name="connsiteX39-27799" fmla="*/ 4695 w 5074"/>
                    <a:gd name="connsiteY39-27800" fmla="*/ 490 h 5728"/>
                    <a:gd name="connsiteX40-27801" fmla="*/ 4915 w 5074"/>
                    <a:gd name="connsiteY40-27802" fmla="*/ 479 h 5728"/>
                    <a:gd name="connsiteX41-27803" fmla="*/ 4975 w 5074"/>
                    <a:gd name="connsiteY41-27804" fmla="*/ 648 h 5728"/>
                    <a:gd name="connsiteX42-27805" fmla="*/ 4893 w 5074"/>
                    <a:gd name="connsiteY42-27806" fmla="*/ 944 h 5728"/>
                    <a:gd name="connsiteX43-27807" fmla="*/ 4893 w 5074"/>
                    <a:gd name="connsiteY43-27808" fmla="*/ 1022 h 5728"/>
                    <a:gd name="connsiteX44-27809" fmla="*/ 4962 w 5074"/>
                    <a:gd name="connsiteY44-27810" fmla="*/ 1168 h 5728"/>
                    <a:gd name="connsiteX45-27811" fmla="*/ 4977 w 5074"/>
                    <a:gd name="connsiteY45-27812" fmla="*/ 1427 h 5728"/>
                    <a:gd name="connsiteX46-27813" fmla="*/ 4979 w 5074"/>
                    <a:gd name="connsiteY46-27814" fmla="*/ 1617 h 5728"/>
                    <a:gd name="connsiteX47-27815" fmla="*/ 4912 w 5074"/>
                    <a:gd name="connsiteY47-27816" fmla="*/ 1625 h 5728"/>
                    <a:gd name="connsiteX48-27817" fmla="*/ 4890 w 5074"/>
                    <a:gd name="connsiteY48-27818" fmla="*/ 1507 h 5728"/>
                    <a:gd name="connsiteX49-27819" fmla="*/ 4855 w 5074"/>
                    <a:gd name="connsiteY49-27820" fmla="*/ 1450 h 5728"/>
                    <a:gd name="connsiteX50-27821" fmla="*/ 4765 w 5074"/>
                    <a:gd name="connsiteY50-27822" fmla="*/ 1582 h 5728"/>
                    <a:gd name="connsiteX51-27823" fmla="*/ 4652 w 5074"/>
                    <a:gd name="connsiteY51-27824" fmla="*/ 1776 h 5728"/>
                    <a:gd name="connsiteX52-27825" fmla="*/ 4533 w 5074"/>
                    <a:gd name="connsiteY52-27826" fmla="*/ 1904 h 5728"/>
                    <a:gd name="connsiteX53-27827" fmla="*/ 4526 w 5074"/>
                    <a:gd name="connsiteY53-27828" fmla="*/ 2018 h 5728"/>
                    <a:gd name="connsiteX54-27829" fmla="*/ 4586 w 5074"/>
                    <a:gd name="connsiteY54-27830" fmla="*/ 2115 h 5728"/>
                    <a:gd name="connsiteX55-27831" fmla="*/ 4688 w 5074"/>
                    <a:gd name="connsiteY55-27832" fmla="*/ 2183 h 5728"/>
                    <a:gd name="connsiteX56-27833" fmla="*/ 4765 w 5074"/>
                    <a:gd name="connsiteY56-27834" fmla="*/ 2178 h 5728"/>
                    <a:gd name="connsiteX57-27835" fmla="*/ 4810 w 5074"/>
                    <a:gd name="connsiteY57-27836" fmla="*/ 2104 h 5728"/>
                    <a:gd name="connsiteX58-27837" fmla="*/ 4844 w 5074"/>
                    <a:gd name="connsiteY58-27838" fmla="*/ 2210 h 5728"/>
                    <a:gd name="connsiteX59-27839" fmla="*/ 4732 w 5074"/>
                    <a:gd name="connsiteY59-27840" fmla="*/ 2249 h 5728"/>
                    <a:gd name="connsiteX60-27841" fmla="*/ 4779 w 5074"/>
                    <a:gd name="connsiteY60-27842" fmla="*/ 2362 h 5728"/>
                    <a:gd name="connsiteX61-27843" fmla="*/ 4644 w 5074"/>
                    <a:gd name="connsiteY61-27844" fmla="*/ 2509 h 5728"/>
                    <a:gd name="connsiteX62-27845" fmla="*/ 4603 w 5074"/>
                    <a:gd name="connsiteY62-27846" fmla="*/ 2498 h 5728"/>
                    <a:gd name="connsiteX63-27847" fmla="*/ 4479 w 5074"/>
                    <a:gd name="connsiteY63-27848" fmla="*/ 2413 h 5728"/>
                    <a:gd name="connsiteX64-27849" fmla="*/ 4424 w 5074"/>
                    <a:gd name="connsiteY64-27850" fmla="*/ 2412 h 5728"/>
                    <a:gd name="connsiteX65-27851" fmla="*/ 4389 w 5074"/>
                    <a:gd name="connsiteY65-27852" fmla="*/ 2480 h 5728"/>
                    <a:gd name="connsiteX66-27853" fmla="*/ 4392 w 5074"/>
                    <a:gd name="connsiteY66-27854" fmla="*/ 2562 h 5728"/>
                    <a:gd name="connsiteX67-27855" fmla="*/ 4570 w 5074"/>
                    <a:gd name="connsiteY67-27856" fmla="*/ 2730 h 5728"/>
                    <a:gd name="connsiteX68-27857" fmla="*/ 4569 w 5074"/>
                    <a:gd name="connsiteY68-27858" fmla="*/ 2844 h 5728"/>
                    <a:gd name="connsiteX69-27859" fmla="*/ 4660 w 5074"/>
                    <a:gd name="connsiteY69-27860" fmla="*/ 3060 h 5728"/>
                    <a:gd name="connsiteX70-27861" fmla="*/ 4686 w 5074"/>
                    <a:gd name="connsiteY70-27862" fmla="*/ 3090 h 5728"/>
                    <a:gd name="connsiteX71-27863" fmla="*/ 4730 w 5074"/>
                    <a:gd name="connsiteY71-27864" fmla="*/ 3094 h 5728"/>
                    <a:gd name="connsiteX72-27865" fmla="*/ 4776 w 5074"/>
                    <a:gd name="connsiteY72-27866" fmla="*/ 3010 h 5728"/>
                    <a:gd name="connsiteX73-27867" fmla="*/ 4856 w 5074"/>
                    <a:gd name="connsiteY73-27868" fmla="*/ 2950 h 5728"/>
                    <a:gd name="connsiteX74-27869" fmla="*/ 4951 w 5074"/>
                    <a:gd name="connsiteY74-27870" fmla="*/ 3126 h 5728"/>
                    <a:gd name="connsiteX75-27871" fmla="*/ 5061 w 5074"/>
                    <a:gd name="connsiteY75-27872" fmla="*/ 3312 h 5728"/>
                    <a:gd name="connsiteX76-27873" fmla="*/ 5074 w 5074"/>
                    <a:gd name="connsiteY76-27874" fmla="*/ 3342 h 5728"/>
                    <a:gd name="connsiteX77-27875" fmla="*/ 5063 w 5074"/>
                    <a:gd name="connsiteY77-27876" fmla="*/ 3518 h 5728"/>
                    <a:gd name="connsiteX78-27877" fmla="*/ 5028 w 5074"/>
                    <a:gd name="connsiteY78-27878" fmla="*/ 3554 h 5728"/>
                    <a:gd name="connsiteX79-27879" fmla="*/ 4939 w 5074"/>
                    <a:gd name="connsiteY79-27880" fmla="*/ 3515 h 5728"/>
                    <a:gd name="connsiteX80-27881" fmla="*/ 4705 w 5074"/>
                    <a:gd name="connsiteY80-27882" fmla="*/ 3644 h 5728"/>
                    <a:gd name="connsiteX81-27883" fmla="*/ 4679 w 5074"/>
                    <a:gd name="connsiteY81-27884" fmla="*/ 3666 h 5728"/>
                    <a:gd name="connsiteX82-27885" fmla="*/ 4499 w 5074"/>
                    <a:gd name="connsiteY82-27886" fmla="*/ 3812 h 5728"/>
                    <a:gd name="connsiteX83-27887" fmla="*/ 4358 w 5074"/>
                    <a:gd name="connsiteY83-27888" fmla="*/ 3926 h 5728"/>
                    <a:gd name="connsiteX84-27889" fmla="*/ 4323 w 5074"/>
                    <a:gd name="connsiteY84-27890" fmla="*/ 3965 h 5728"/>
                    <a:gd name="connsiteX85-27891" fmla="*/ 4271 w 5074"/>
                    <a:gd name="connsiteY85-27892" fmla="*/ 3973 h 5728"/>
                    <a:gd name="connsiteX86-27893" fmla="*/ 4214 w 5074"/>
                    <a:gd name="connsiteY86-27894" fmla="*/ 3916 h 5728"/>
                    <a:gd name="connsiteX87-27895" fmla="*/ 4090 w 5074"/>
                    <a:gd name="connsiteY87-27896" fmla="*/ 3808 h 5728"/>
                    <a:gd name="connsiteX88-27897" fmla="*/ 4114 w 5074"/>
                    <a:gd name="connsiteY88-27898" fmla="*/ 4064 h 5728"/>
                    <a:gd name="connsiteX89-27899" fmla="*/ 4123 w 5074"/>
                    <a:gd name="connsiteY89-27900" fmla="*/ 4192 h 5728"/>
                    <a:gd name="connsiteX90-27901" fmla="*/ 3861 w 5074"/>
                    <a:gd name="connsiteY90-27902" fmla="*/ 4166 h 5728"/>
                    <a:gd name="connsiteX91-27903" fmla="*/ 3779 w 5074"/>
                    <a:gd name="connsiteY91-27904" fmla="*/ 3987 h 5728"/>
                    <a:gd name="connsiteX92-27905" fmla="*/ 3697 w 5074"/>
                    <a:gd name="connsiteY92-27906" fmla="*/ 3802 h 5728"/>
                    <a:gd name="connsiteX93-27907" fmla="*/ 1425 w 5074"/>
                    <a:gd name="connsiteY93-27908" fmla="*/ 5516 h 5728"/>
                    <a:gd name="connsiteX94-27909" fmla="*/ 1408 w 5074"/>
                    <a:gd name="connsiteY94-27910" fmla="*/ 5659 h 5728"/>
                    <a:gd name="connsiteX95-27911" fmla="*/ 1392 w 5074"/>
                    <a:gd name="connsiteY95-27912" fmla="*/ 5669 h 5728"/>
                    <a:gd name="connsiteX96-27913" fmla="*/ 1070 w 5074"/>
                    <a:gd name="connsiteY96-27914" fmla="*/ 5621 h 5728"/>
                    <a:gd name="connsiteX97-27915" fmla="*/ 968 w 5074"/>
                    <a:gd name="connsiteY97-27916" fmla="*/ 5566 h 5728"/>
                    <a:gd name="connsiteX98-27917" fmla="*/ 914 w 5074"/>
                    <a:gd name="connsiteY98-27918" fmla="*/ 5503 h 5728"/>
                    <a:gd name="connsiteX99-27919" fmla="*/ 809 w 5074"/>
                    <a:gd name="connsiteY99-27920" fmla="*/ 5477 h 5728"/>
                    <a:gd name="connsiteX100-27921" fmla="*/ 809 w 5074"/>
                    <a:gd name="connsiteY100-27922" fmla="*/ 5379 h 5728"/>
                    <a:gd name="connsiteX101-27923" fmla="*/ 913 w 5074"/>
                    <a:gd name="connsiteY101-27924" fmla="*/ 5149 h 5728"/>
                    <a:gd name="connsiteX102-27925" fmla="*/ 773 w 5074"/>
                    <a:gd name="connsiteY102-27926" fmla="*/ 5070 h 5728"/>
                    <a:gd name="connsiteX103-27927" fmla="*/ 731 w 5074"/>
                    <a:gd name="connsiteY103-27928" fmla="*/ 5095 h 5728"/>
                    <a:gd name="connsiteX104-27929" fmla="*/ 641 w 5074"/>
                    <a:gd name="connsiteY104-27930" fmla="*/ 5214 h 5728"/>
                    <a:gd name="connsiteX105-27931" fmla="*/ 609 w 5074"/>
                    <a:gd name="connsiteY105-27932" fmla="*/ 5276 h 5728"/>
                    <a:gd name="connsiteX106-27933" fmla="*/ 547 w 5074"/>
                    <a:gd name="connsiteY106-27934" fmla="*/ 5386 h 5728"/>
                    <a:gd name="connsiteX107-27935" fmla="*/ 553 w 5074"/>
                    <a:gd name="connsiteY107-27936" fmla="*/ 5510 h 5728"/>
                    <a:gd name="connsiteX108-27937" fmla="*/ 514 w 5074"/>
                    <a:gd name="connsiteY108-27938" fmla="*/ 5558 h 5728"/>
                    <a:gd name="connsiteX109-27939" fmla="*/ 383 w 5074"/>
                    <a:gd name="connsiteY109-27940" fmla="*/ 5617 h 5728"/>
                    <a:gd name="connsiteX110-27941" fmla="*/ 217 w 5074"/>
                    <a:gd name="connsiteY110-27942" fmla="*/ 5649 h 5728"/>
                    <a:gd name="connsiteX111-27943" fmla="*/ 114 w 5074"/>
                    <a:gd name="connsiteY111-27944" fmla="*/ 5728 h 5728"/>
                    <a:gd name="connsiteX112-27945" fmla="*/ 0 w 5074"/>
                    <a:gd name="connsiteY112-27946" fmla="*/ 5611 h 5728"/>
                    <a:gd name="connsiteX0-27947" fmla="*/ 3888 w 5074"/>
                    <a:gd name="connsiteY0-27948" fmla="*/ 2333 h 5728"/>
                    <a:gd name="connsiteX1-27949" fmla="*/ 3886 w 5074"/>
                    <a:gd name="connsiteY1-27950" fmla="*/ 2117 h 5728"/>
                    <a:gd name="connsiteX2-27951" fmla="*/ 3810 w 5074"/>
                    <a:gd name="connsiteY2-27952" fmla="*/ 2039 h 5728"/>
                    <a:gd name="connsiteX3-27953" fmla="*/ 3667 w 5074"/>
                    <a:gd name="connsiteY3-27954" fmla="*/ 1951 h 5728"/>
                    <a:gd name="connsiteX4-27955" fmla="*/ 3575 w 5074"/>
                    <a:gd name="connsiteY4-27956" fmla="*/ 1827 h 5728"/>
                    <a:gd name="connsiteX5-27957" fmla="*/ 3479 w 5074"/>
                    <a:gd name="connsiteY5-27958" fmla="*/ 1828 h 5728"/>
                    <a:gd name="connsiteX6-27959" fmla="*/ 3434 w 5074"/>
                    <a:gd name="connsiteY6-27960" fmla="*/ 1883 h 5728"/>
                    <a:gd name="connsiteX7-27961" fmla="*/ 3341 w 5074"/>
                    <a:gd name="connsiteY7-27962" fmla="*/ 1877 h 5728"/>
                    <a:gd name="connsiteX8-27963" fmla="*/ 3321 w 5074"/>
                    <a:gd name="connsiteY8-27964" fmla="*/ 1994 h 5728"/>
                    <a:gd name="connsiteX9-27965" fmla="*/ 3140 w 5074"/>
                    <a:gd name="connsiteY9-27966" fmla="*/ 1941 h 5728"/>
                    <a:gd name="connsiteX10-27967" fmla="*/ 3057 w 5074"/>
                    <a:gd name="connsiteY10-27968" fmla="*/ 1939 h 5728"/>
                    <a:gd name="connsiteX11-27969" fmla="*/ 2932 w 5074"/>
                    <a:gd name="connsiteY11-27970" fmla="*/ 2014 h 5728"/>
                    <a:gd name="connsiteX12-27971" fmla="*/ 2820 w 5074"/>
                    <a:gd name="connsiteY12-27972" fmla="*/ 1890 h 5728"/>
                    <a:gd name="connsiteX13-27973" fmla="*/ 2914 w 5074"/>
                    <a:gd name="connsiteY13-27974" fmla="*/ 1804 h 5728"/>
                    <a:gd name="connsiteX14-27975" fmla="*/ 2918 w 5074"/>
                    <a:gd name="connsiteY14-27976" fmla="*/ 1634 h 5728"/>
                    <a:gd name="connsiteX15-27977" fmla="*/ 2973 w 5074"/>
                    <a:gd name="connsiteY15-27978" fmla="*/ 1514 h 5728"/>
                    <a:gd name="connsiteX16-27979" fmla="*/ 3016 w 5074"/>
                    <a:gd name="connsiteY16-27980" fmla="*/ 1306 h 5728"/>
                    <a:gd name="connsiteX17-27981" fmla="*/ 3076 w 5074"/>
                    <a:gd name="connsiteY17-27982" fmla="*/ 1307 h 5728"/>
                    <a:gd name="connsiteX18-27983" fmla="*/ 3399 w 5074"/>
                    <a:gd name="connsiteY18-27984" fmla="*/ 1286 h 5728"/>
                    <a:gd name="connsiteX19-27985" fmla="*/ 3573 w 5074"/>
                    <a:gd name="connsiteY19-27986" fmla="*/ 1117 h 5728"/>
                    <a:gd name="connsiteX20-27987" fmla="*/ 3642 w 5074"/>
                    <a:gd name="connsiteY20-27988" fmla="*/ 748 h 5728"/>
                    <a:gd name="connsiteX21-27989" fmla="*/ 3752 w 5074"/>
                    <a:gd name="connsiteY21-27990" fmla="*/ 486 h 5728"/>
                    <a:gd name="connsiteX22-27991" fmla="*/ 3750 w 5074"/>
                    <a:gd name="connsiteY22-27992" fmla="*/ 358 h 5728"/>
                    <a:gd name="connsiteX23-27993" fmla="*/ 3737 w 5074"/>
                    <a:gd name="connsiteY23-27994" fmla="*/ 328 h 5728"/>
                    <a:gd name="connsiteX24-27995" fmla="*/ 3670 w 5074"/>
                    <a:gd name="connsiteY24-27996" fmla="*/ 251 h 5728"/>
                    <a:gd name="connsiteX25-27997" fmla="*/ 3610 w 5074"/>
                    <a:gd name="connsiteY25-27998" fmla="*/ 217 h 5728"/>
                    <a:gd name="connsiteX26-27999" fmla="*/ 3735 w 5074"/>
                    <a:gd name="connsiteY26-28000" fmla="*/ 56 h 5728"/>
                    <a:gd name="connsiteX27-28001" fmla="*/ 3908 w 5074"/>
                    <a:gd name="connsiteY27-28002" fmla="*/ 2 h 5728"/>
                    <a:gd name="connsiteX28-28003" fmla="*/ 3940 w 5074"/>
                    <a:gd name="connsiteY28-28004" fmla="*/ 49 h 5728"/>
                    <a:gd name="connsiteX29-28005" fmla="*/ 3930 w 5074"/>
                    <a:gd name="connsiteY29-28006" fmla="*/ 133 h 5728"/>
                    <a:gd name="connsiteX30-28007" fmla="*/ 3869 w 5074"/>
                    <a:gd name="connsiteY30-28008" fmla="*/ 243 h 5728"/>
                    <a:gd name="connsiteX31-28009" fmla="*/ 3939 w 5074"/>
                    <a:gd name="connsiteY31-28010" fmla="*/ 301 h 5728"/>
                    <a:gd name="connsiteX32-28011" fmla="*/ 4053 w 5074"/>
                    <a:gd name="connsiteY32-28012" fmla="*/ 366 h 5728"/>
                    <a:gd name="connsiteX33-28013" fmla="*/ 4073 w 5074"/>
                    <a:gd name="connsiteY33-28014" fmla="*/ 255 h 5728"/>
                    <a:gd name="connsiteX34-28015" fmla="*/ 4207 w 5074"/>
                    <a:gd name="connsiteY34-28016" fmla="*/ 291 h 5728"/>
                    <a:gd name="connsiteX35-28017" fmla="*/ 4232 w 5074"/>
                    <a:gd name="connsiteY35-28018" fmla="*/ 331 h 5728"/>
                    <a:gd name="connsiteX36-28019" fmla="*/ 4308 w 5074"/>
                    <a:gd name="connsiteY36-28020" fmla="*/ 562 h 5728"/>
                    <a:gd name="connsiteX37-28021" fmla="*/ 4343 w 5074"/>
                    <a:gd name="connsiteY37-28022" fmla="*/ 586 h 5728"/>
                    <a:gd name="connsiteX38-28023" fmla="*/ 4435 w 5074"/>
                    <a:gd name="connsiteY38-28024" fmla="*/ 578 h 5728"/>
                    <a:gd name="connsiteX39-28025" fmla="*/ 4695 w 5074"/>
                    <a:gd name="connsiteY39-28026" fmla="*/ 490 h 5728"/>
                    <a:gd name="connsiteX40-28027" fmla="*/ 4915 w 5074"/>
                    <a:gd name="connsiteY40-28028" fmla="*/ 479 h 5728"/>
                    <a:gd name="connsiteX41-28029" fmla="*/ 4975 w 5074"/>
                    <a:gd name="connsiteY41-28030" fmla="*/ 648 h 5728"/>
                    <a:gd name="connsiteX42-28031" fmla="*/ 4893 w 5074"/>
                    <a:gd name="connsiteY42-28032" fmla="*/ 944 h 5728"/>
                    <a:gd name="connsiteX43-28033" fmla="*/ 4893 w 5074"/>
                    <a:gd name="connsiteY43-28034" fmla="*/ 1022 h 5728"/>
                    <a:gd name="connsiteX44-28035" fmla="*/ 4962 w 5074"/>
                    <a:gd name="connsiteY44-28036" fmla="*/ 1168 h 5728"/>
                    <a:gd name="connsiteX45-28037" fmla="*/ 4977 w 5074"/>
                    <a:gd name="connsiteY45-28038" fmla="*/ 1427 h 5728"/>
                    <a:gd name="connsiteX46-28039" fmla="*/ 4979 w 5074"/>
                    <a:gd name="connsiteY46-28040" fmla="*/ 1617 h 5728"/>
                    <a:gd name="connsiteX47-28041" fmla="*/ 4912 w 5074"/>
                    <a:gd name="connsiteY47-28042" fmla="*/ 1625 h 5728"/>
                    <a:gd name="connsiteX48-28043" fmla="*/ 4890 w 5074"/>
                    <a:gd name="connsiteY48-28044" fmla="*/ 1507 h 5728"/>
                    <a:gd name="connsiteX49-28045" fmla="*/ 4855 w 5074"/>
                    <a:gd name="connsiteY49-28046" fmla="*/ 1450 h 5728"/>
                    <a:gd name="connsiteX50-28047" fmla="*/ 4765 w 5074"/>
                    <a:gd name="connsiteY50-28048" fmla="*/ 1582 h 5728"/>
                    <a:gd name="connsiteX51-28049" fmla="*/ 4652 w 5074"/>
                    <a:gd name="connsiteY51-28050" fmla="*/ 1776 h 5728"/>
                    <a:gd name="connsiteX52-28051" fmla="*/ 4533 w 5074"/>
                    <a:gd name="connsiteY52-28052" fmla="*/ 1904 h 5728"/>
                    <a:gd name="connsiteX53-28053" fmla="*/ 4526 w 5074"/>
                    <a:gd name="connsiteY53-28054" fmla="*/ 2018 h 5728"/>
                    <a:gd name="connsiteX54-28055" fmla="*/ 4586 w 5074"/>
                    <a:gd name="connsiteY54-28056" fmla="*/ 2115 h 5728"/>
                    <a:gd name="connsiteX55-28057" fmla="*/ 4688 w 5074"/>
                    <a:gd name="connsiteY55-28058" fmla="*/ 2183 h 5728"/>
                    <a:gd name="connsiteX56-28059" fmla="*/ 4765 w 5074"/>
                    <a:gd name="connsiteY56-28060" fmla="*/ 2178 h 5728"/>
                    <a:gd name="connsiteX57-28061" fmla="*/ 4810 w 5074"/>
                    <a:gd name="connsiteY57-28062" fmla="*/ 2104 h 5728"/>
                    <a:gd name="connsiteX58-28063" fmla="*/ 4844 w 5074"/>
                    <a:gd name="connsiteY58-28064" fmla="*/ 2210 h 5728"/>
                    <a:gd name="connsiteX59-28065" fmla="*/ 4732 w 5074"/>
                    <a:gd name="connsiteY59-28066" fmla="*/ 2249 h 5728"/>
                    <a:gd name="connsiteX60-28067" fmla="*/ 4779 w 5074"/>
                    <a:gd name="connsiteY60-28068" fmla="*/ 2362 h 5728"/>
                    <a:gd name="connsiteX61-28069" fmla="*/ 4644 w 5074"/>
                    <a:gd name="connsiteY61-28070" fmla="*/ 2509 h 5728"/>
                    <a:gd name="connsiteX62-28071" fmla="*/ 4603 w 5074"/>
                    <a:gd name="connsiteY62-28072" fmla="*/ 2498 h 5728"/>
                    <a:gd name="connsiteX63-28073" fmla="*/ 4479 w 5074"/>
                    <a:gd name="connsiteY63-28074" fmla="*/ 2413 h 5728"/>
                    <a:gd name="connsiteX64-28075" fmla="*/ 4424 w 5074"/>
                    <a:gd name="connsiteY64-28076" fmla="*/ 2412 h 5728"/>
                    <a:gd name="connsiteX65-28077" fmla="*/ 4389 w 5074"/>
                    <a:gd name="connsiteY65-28078" fmla="*/ 2480 h 5728"/>
                    <a:gd name="connsiteX66-28079" fmla="*/ 4392 w 5074"/>
                    <a:gd name="connsiteY66-28080" fmla="*/ 2562 h 5728"/>
                    <a:gd name="connsiteX67-28081" fmla="*/ 4570 w 5074"/>
                    <a:gd name="connsiteY67-28082" fmla="*/ 2730 h 5728"/>
                    <a:gd name="connsiteX68-28083" fmla="*/ 4569 w 5074"/>
                    <a:gd name="connsiteY68-28084" fmla="*/ 2844 h 5728"/>
                    <a:gd name="connsiteX69-28085" fmla="*/ 4660 w 5074"/>
                    <a:gd name="connsiteY69-28086" fmla="*/ 3060 h 5728"/>
                    <a:gd name="connsiteX70-28087" fmla="*/ 4686 w 5074"/>
                    <a:gd name="connsiteY70-28088" fmla="*/ 3090 h 5728"/>
                    <a:gd name="connsiteX71-28089" fmla="*/ 4730 w 5074"/>
                    <a:gd name="connsiteY71-28090" fmla="*/ 3094 h 5728"/>
                    <a:gd name="connsiteX72-28091" fmla="*/ 4776 w 5074"/>
                    <a:gd name="connsiteY72-28092" fmla="*/ 3010 h 5728"/>
                    <a:gd name="connsiteX73-28093" fmla="*/ 4856 w 5074"/>
                    <a:gd name="connsiteY73-28094" fmla="*/ 2950 h 5728"/>
                    <a:gd name="connsiteX74-28095" fmla="*/ 4951 w 5074"/>
                    <a:gd name="connsiteY74-28096" fmla="*/ 3126 h 5728"/>
                    <a:gd name="connsiteX75-28097" fmla="*/ 5061 w 5074"/>
                    <a:gd name="connsiteY75-28098" fmla="*/ 3312 h 5728"/>
                    <a:gd name="connsiteX76-28099" fmla="*/ 5074 w 5074"/>
                    <a:gd name="connsiteY76-28100" fmla="*/ 3342 h 5728"/>
                    <a:gd name="connsiteX77-28101" fmla="*/ 5063 w 5074"/>
                    <a:gd name="connsiteY77-28102" fmla="*/ 3518 h 5728"/>
                    <a:gd name="connsiteX78-28103" fmla="*/ 5028 w 5074"/>
                    <a:gd name="connsiteY78-28104" fmla="*/ 3554 h 5728"/>
                    <a:gd name="connsiteX79-28105" fmla="*/ 4939 w 5074"/>
                    <a:gd name="connsiteY79-28106" fmla="*/ 3515 h 5728"/>
                    <a:gd name="connsiteX80-28107" fmla="*/ 4705 w 5074"/>
                    <a:gd name="connsiteY80-28108" fmla="*/ 3644 h 5728"/>
                    <a:gd name="connsiteX81-28109" fmla="*/ 4679 w 5074"/>
                    <a:gd name="connsiteY81-28110" fmla="*/ 3666 h 5728"/>
                    <a:gd name="connsiteX82-28111" fmla="*/ 4499 w 5074"/>
                    <a:gd name="connsiteY82-28112" fmla="*/ 3812 h 5728"/>
                    <a:gd name="connsiteX83-28113" fmla="*/ 4358 w 5074"/>
                    <a:gd name="connsiteY83-28114" fmla="*/ 3926 h 5728"/>
                    <a:gd name="connsiteX84-28115" fmla="*/ 4323 w 5074"/>
                    <a:gd name="connsiteY84-28116" fmla="*/ 3965 h 5728"/>
                    <a:gd name="connsiteX85-28117" fmla="*/ 4271 w 5074"/>
                    <a:gd name="connsiteY85-28118" fmla="*/ 3973 h 5728"/>
                    <a:gd name="connsiteX86-28119" fmla="*/ 4214 w 5074"/>
                    <a:gd name="connsiteY86-28120" fmla="*/ 3916 h 5728"/>
                    <a:gd name="connsiteX87-28121" fmla="*/ 4090 w 5074"/>
                    <a:gd name="connsiteY87-28122" fmla="*/ 3808 h 5728"/>
                    <a:gd name="connsiteX88-28123" fmla="*/ 4114 w 5074"/>
                    <a:gd name="connsiteY88-28124" fmla="*/ 4064 h 5728"/>
                    <a:gd name="connsiteX89-28125" fmla="*/ 4123 w 5074"/>
                    <a:gd name="connsiteY89-28126" fmla="*/ 4192 h 5728"/>
                    <a:gd name="connsiteX90-28127" fmla="*/ 3861 w 5074"/>
                    <a:gd name="connsiteY90-28128" fmla="*/ 4166 h 5728"/>
                    <a:gd name="connsiteX91-28129" fmla="*/ 3779 w 5074"/>
                    <a:gd name="connsiteY91-28130" fmla="*/ 3987 h 5728"/>
                    <a:gd name="connsiteX92-28131" fmla="*/ 3697 w 5074"/>
                    <a:gd name="connsiteY92-28132" fmla="*/ 3802 h 5728"/>
                    <a:gd name="connsiteX93-28133" fmla="*/ 1425 w 5074"/>
                    <a:gd name="connsiteY93-28134" fmla="*/ 5516 h 5728"/>
                    <a:gd name="connsiteX94-28135" fmla="*/ 1408 w 5074"/>
                    <a:gd name="connsiteY94-28136" fmla="*/ 5659 h 5728"/>
                    <a:gd name="connsiteX95-28137" fmla="*/ 1392 w 5074"/>
                    <a:gd name="connsiteY95-28138" fmla="*/ 5669 h 5728"/>
                    <a:gd name="connsiteX96-28139" fmla="*/ 1070 w 5074"/>
                    <a:gd name="connsiteY96-28140" fmla="*/ 5621 h 5728"/>
                    <a:gd name="connsiteX97-28141" fmla="*/ 968 w 5074"/>
                    <a:gd name="connsiteY97-28142" fmla="*/ 5566 h 5728"/>
                    <a:gd name="connsiteX98-28143" fmla="*/ 914 w 5074"/>
                    <a:gd name="connsiteY98-28144" fmla="*/ 5503 h 5728"/>
                    <a:gd name="connsiteX99-28145" fmla="*/ 809 w 5074"/>
                    <a:gd name="connsiteY99-28146" fmla="*/ 5477 h 5728"/>
                    <a:gd name="connsiteX100-28147" fmla="*/ 809 w 5074"/>
                    <a:gd name="connsiteY100-28148" fmla="*/ 5379 h 5728"/>
                    <a:gd name="connsiteX101-28149" fmla="*/ 913 w 5074"/>
                    <a:gd name="connsiteY101-28150" fmla="*/ 5149 h 5728"/>
                    <a:gd name="connsiteX102-28151" fmla="*/ 773 w 5074"/>
                    <a:gd name="connsiteY102-28152" fmla="*/ 5070 h 5728"/>
                    <a:gd name="connsiteX103-28153" fmla="*/ 641 w 5074"/>
                    <a:gd name="connsiteY103-28154" fmla="*/ 5214 h 5728"/>
                    <a:gd name="connsiteX104-28155" fmla="*/ 609 w 5074"/>
                    <a:gd name="connsiteY104-28156" fmla="*/ 5276 h 5728"/>
                    <a:gd name="connsiteX105-28157" fmla="*/ 547 w 5074"/>
                    <a:gd name="connsiteY105-28158" fmla="*/ 5386 h 5728"/>
                    <a:gd name="connsiteX106-28159" fmla="*/ 553 w 5074"/>
                    <a:gd name="connsiteY106-28160" fmla="*/ 5510 h 5728"/>
                    <a:gd name="connsiteX107-28161" fmla="*/ 514 w 5074"/>
                    <a:gd name="connsiteY107-28162" fmla="*/ 5558 h 5728"/>
                    <a:gd name="connsiteX108-28163" fmla="*/ 383 w 5074"/>
                    <a:gd name="connsiteY108-28164" fmla="*/ 5617 h 5728"/>
                    <a:gd name="connsiteX109-28165" fmla="*/ 217 w 5074"/>
                    <a:gd name="connsiteY109-28166" fmla="*/ 5649 h 5728"/>
                    <a:gd name="connsiteX110-28167" fmla="*/ 114 w 5074"/>
                    <a:gd name="connsiteY110-28168" fmla="*/ 5728 h 5728"/>
                    <a:gd name="connsiteX111-28169" fmla="*/ 0 w 5074"/>
                    <a:gd name="connsiteY111-28170" fmla="*/ 5611 h 5728"/>
                    <a:gd name="connsiteX0-28171" fmla="*/ 3888 w 5074"/>
                    <a:gd name="connsiteY0-28172" fmla="*/ 2333 h 5728"/>
                    <a:gd name="connsiteX1-28173" fmla="*/ 3886 w 5074"/>
                    <a:gd name="connsiteY1-28174" fmla="*/ 2117 h 5728"/>
                    <a:gd name="connsiteX2-28175" fmla="*/ 3810 w 5074"/>
                    <a:gd name="connsiteY2-28176" fmla="*/ 2039 h 5728"/>
                    <a:gd name="connsiteX3-28177" fmla="*/ 3667 w 5074"/>
                    <a:gd name="connsiteY3-28178" fmla="*/ 1951 h 5728"/>
                    <a:gd name="connsiteX4-28179" fmla="*/ 3575 w 5074"/>
                    <a:gd name="connsiteY4-28180" fmla="*/ 1827 h 5728"/>
                    <a:gd name="connsiteX5-28181" fmla="*/ 3479 w 5074"/>
                    <a:gd name="connsiteY5-28182" fmla="*/ 1828 h 5728"/>
                    <a:gd name="connsiteX6-28183" fmla="*/ 3434 w 5074"/>
                    <a:gd name="connsiteY6-28184" fmla="*/ 1883 h 5728"/>
                    <a:gd name="connsiteX7-28185" fmla="*/ 3341 w 5074"/>
                    <a:gd name="connsiteY7-28186" fmla="*/ 1877 h 5728"/>
                    <a:gd name="connsiteX8-28187" fmla="*/ 3321 w 5074"/>
                    <a:gd name="connsiteY8-28188" fmla="*/ 1994 h 5728"/>
                    <a:gd name="connsiteX9-28189" fmla="*/ 3140 w 5074"/>
                    <a:gd name="connsiteY9-28190" fmla="*/ 1941 h 5728"/>
                    <a:gd name="connsiteX10-28191" fmla="*/ 3057 w 5074"/>
                    <a:gd name="connsiteY10-28192" fmla="*/ 1939 h 5728"/>
                    <a:gd name="connsiteX11-28193" fmla="*/ 2932 w 5074"/>
                    <a:gd name="connsiteY11-28194" fmla="*/ 2014 h 5728"/>
                    <a:gd name="connsiteX12-28195" fmla="*/ 2820 w 5074"/>
                    <a:gd name="connsiteY12-28196" fmla="*/ 1890 h 5728"/>
                    <a:gd name="connsiteX13-28197" fmla="*/ 2914 w 5074"/>
                    <a:gd name="connsiteY13-28198" fmla="*/ 1804 h 5728"/>
                    <a:gd name="connsiteX14-28199" fmla="*/ 2918 w 5074"/>
                    <a:gd name="connsiteY14-28200" fmla="*/ 1634 h 5728"/>
                    <a:gd name="connsiteX15-28201" fmla="*/ 2973 w 5074"/>
                    <a:gd name="connsiteY15-28202" fmla="*/ 1514 h 5728"/>
                    <a:gd name="connsiteX16-28203" fmla="*/ 3016 w 5074"/>
                    <a:gd name="connsiteY16-28204" fmla="*/ 1306 h 5728"/>
                    <a:gd name="connsiteX17-28205" fmla="*/ 3076 w 5074"/>
                    <a:gd name="connsiteY17-28206" fmla="*/ 1307 h 5728"/>
                    <a:gd name="connsiteX18-28207" fmla="*/ 3399 w 5074"/>
                    <a:gd name="connsiteY18-28208" fmla="*/ 1286 h 5728"/>
                    <a:gd name="connsiteX19-28209" fmla="*/ 3573 w 5074"/>
                    <a:gd name="connsiteY19-28210" fmla="*/ 1117 h 5728"/>
                    <a:gd name="connsiteX20-28211" fmla="*/ 3642 w 5074"/>
                    <a:gd name="connsiteY20-28212" fmla="*/ 748 h 5728"/>
                    <a:gd name="connsiteX21-28213" fmla="*/ 3752 w 5074"/>
                    <a:gd name="connsiteY21-28214" fmla="*/ 486 h 5728"/>
                    <a:gd name="connsiteX22-28215" fmla="*/ 3750 w 5074"/>
                    <a:gd name="connsiteY22-28216" fmla="*/ 358 h 5728"/>
                    <a:gd name="connsiteX23-28217" fmla="*/ 3737 w 5074"/>
                    <a:gd name="connsiteY23-28218" fmla="*/ 328 h 5728"/>
                    <a:gd name="connsiteX24-28219" fmla="*/ 3670 w 5074"/>
                    <a:gd name="connsiteY24-28220" fmla="*/ 251 h 5728"/>
                    <a:gd name="connsiteX25-28221" fmla="*/ 3610 w 5074"/>
                    <a:gd name="connsiteY25-28222" fmla="*/ 217 h 5728"/>
                    <a:gd name="connsiteX26-28223" fmla="*/ 3735 w 5074"/>
                    <a:gd name="connsiteY26-28224" fmla="*/ 56 h 5728"/>
                    <a:gd name="connsiteX27-28225" fmla="*/ 3908 w 5074"/>
                    <a:gd name="connsiteY27-28226" fmla="*/ 2 h 5728"/>
                    <a:gd name="connsiteX28-28227" fmla="*/ 3940 w 5074"/>
                    <a:gd name="connsiteY28-28228" fmla="*/ 49 h 5728"/>
                    <a:gd name="connsiteX29-28229" fmla="*/ 3930 w 5074"/>
                    <a:gd name="connsiteY29-28230" fmla="*/ 133 h 5728"/>
                    <a:gd name="connsiteX30-28231" fmla="*/ 3869 w 5074"/>
                    <a:gd name="connsiteY30-28232" fmla="*/ 243 h 5728"/>
                    <a:gd name="connsiteX31-28233" fmla="*/ 3939 w 5074"/>
                    <a:gd name="connsiteY31-28234" fmla="*/ 301 h 5728"/>
                    <a:gd name="connsiteX32-28235" fmla="*/ 4053 w 5074"/>
                    <a:gd name="connsiteY32-28236" fmla="*/ 366 h 5728"/>
                    <a:gd name="connsiteX33-28237" fmla="*/ 4073 w 5074"/>
                    <a:gd name="connsiteY33-28238" fmla="*/ 255 h 5728"/>
                    <a:gd name="connsiteX34-28239" fmla="*/ 4207 w 5074"/>
                    <a:gd name="connsiteY34-28240" fmla="*/ 291 h 5728"/>
                    <a:gd name="connsiteX35-28241" fmla="*/ 4232 w 5074"/>
                    <a:gd name="connsiteY35-28242" fmla="*/ 331 h 5728"/>
                    <a:gd name="connsiteX36-28243" fmla="*/ 4308 w 5074"/>
                    <a:gd name="connsiteY36-28244" fmla="*/ 562 h 5728"/>
                    <a:gd name="connsiteX37-28245" fmla="*/ 4343 w 5074"/>
                    <a:gd name="connsiteY37-28246" fmla="*/ 586 h 5728"/>
                    <a:gd name="connsiteX38-28247" fmla="*/ 4435 w 5074"/>
                    <a:gd name="connsiteY38-28248" fmla="*/ 578 h 5728"/>
                    <a:gd name="connsiteX39-28249" fmla="*/ 4695 w 5074"/>
                    <a:gd name="connsiteY39-28250" fmla="*/ 490 h 5728"/>
                    <a:gd name="connsiteX40-28251" fmla="*/ 4915 w 5074"/>
                    <a:gd name="connsiteY40-28252" fmla="*/ 479 h 5728"/>
                    <a:gd name="connsiteX41-28253" fmla="*/ 4975 w 5074"/>
                    <a:gd name="connsiteY41-28254" fmla="*/ 648 h 5728"/>
                    <a:gd name="connsiteX42-28255" fmla="*/ 4893 w 5074"/>
                    <a:gd name="connsiteY42-28256" fmla="*/ 944 h 5728"/>
                    <a:gd name="connsiteX43-28257" fmla="*/ 4893 w 5074"/>
                    <a:gd name="connsiteY43-28258" fmla="*/ 1022 h 5728"/>
                    <a:gd name="connsiteX44-28259" fmla="*/ 4962 w 5074"/>
                    <a:gd name="connsiteY44-28260" fmla="*/ 1168 h 5728"/>
                    <a:gd name="connsiteX45-28261" fmla="*/ 4977 w 5074"/>
                    <a:gd name="connsiteY45-28262" fmla="*/ 1427 h 5728"/>
                    <a:gd name="connsiteX46-28263" fmla="*/ 4979 w 5074"/>
                    <a:gd name="connsiteY46-28264" fmla="*/ 1617 h 5728"/>
                    <a:gd name="connsiteX47-28265" fmla="*/ 4912 w 5074"/>
                    <a:gd name="connsiteY47-28266" fmla="*/ 1625 h 5728"/>
                    <a:gd name="connsiteX48-28267" fmla="*/ 4890 w 5074"/>
                    <a:gd name="connsiteY48-28268" fmla="*/ 1507 h 5728"/>
                    <a:gd name="connsiteX49-28269" fmla="*/ 4855 w 5074"/>
                    <a:gd name="connsiteY49-28270" fmla="*/ 1450 h 5728"/>
                    <a:gd name="connsiteX50-28271" fmla="*/ 4765 w 5074"/>
                    <a:gd name="connsiteY50-28272" fmla="*/ 1582 h 5728"/>
                    <a:gd name="connsiteX51-28273" fmla="*/ 4652 w 5074"/>
                    <a:gd name="connsiteY51-28274" fmla="*/ 1776 h 5728"/>
                    <a:gd name="connsiteX52-28275" fmla="*/ 4533 w 5074"/>
                    <a:gd name="connsiteY52-28276" fmla="*/ 1904 h 5728"/>
                    <a:gd name="connsiteX53-28277" fmla="*/ 4526 w 5074"/>
                    <a:gd name="connsiteY53-28278" fmla="*/ 2018 h 5728"/>
                    <a:gd name="connsiteX54-28279" fmla="*/ 4586 w 5074"/>
                    <a:gd name="connsiteY54-28280" fmla="*/ 2115 h 5728"/>
                    <a:gd name="connsiteX55-28281" fmla="*/ 4688 w 5074"/>
                    <a:gd name="connsiteY55-28282" fmla="*/ 2183 h 5728"/>
                    <a:gd name="connsiteX56-28283" fmla="*/ 4765 w 5074"/>
                    <a:gd name="connsiteY56-28284" fmla="*/ 2178 h 5728"/>
                    <a:gd name="connsiteX57-28285" fmla="*/ 4810 w 5074"/>
                    <a:gd name="connsiteY57-28286" fmla="*/ 2104 h 5728"/>
                    <a:gd name="connsiteX58-28287" fmla="*/ 4844 w 5074"/>
                    <a:gd name="connsiteY58-28288" fmla="*/ 2210 h 5728"/>
                    <a:gd name="connsiteX59-28289" fmla="*/ 4732 w 5074"/>
                    <a:gd name="connsiteY59-28290" fmla="*/ 2249 h 5728"/>
                    <a:gd name="connsiteX60-28291" fmla="*/ 4779 w 5074"/>
                    <a:gd name="connsiteY60-28292" fmla="*/ 2362 h 5728"/>
                    <a:gd name="connsiteX61-28293" fmla="*/ 4644 w 5074"/>
                    <a:gd name="connsiteY61-28294" fmla="*/ 2509 h 5728"/>
                    <a:gd name="connsiteX62-28295" fmla="*/ 4603 w 5074"/>
                    <a:gd name="connsiteY62-28296" fmla="*/ 2498 h 5728"/>
                    <a:gd name="connsiteX63-28297" fmla="*/ 4479 w 5074"/>
                    <a:gd name="connsiteY63-28298" fmla="*/ 2413 h 5728"/>
                    <a:gd name="connsiteX64-28299" fmla="*/ 4424 w 5074"/>
                    <a:gd name="connsiteY64-28300" fmla="*/ 2412 h 5728"/>
                    <a:gd name="connsiteX65-28301" fmla="*/ 4389 w 5074"/>
                    <a:gd name="connsiteY65-28302" fmla="*/ 2480 h 5728"/>
                    <a:gd name="connsiteX66-28303" fmla="*/ 4392 w 5074"/>
                    <a:gd name="connsiteY66-28304" fmla="*/ 2562 h 5728"/>
                    <a:gd name="connsiteX67-28305" fmla="*/ 4570 w 5074"/>
                    <a:gd name="connsiteY67-28306" fmla="*/ 2730 h 5728"/>
                    <a:gd name="connsiteX68-28307" fmla="*/ 4569 w 5074"/>
                    <a:gd name="connsiteY68-28308" fmla="*/ 2844 h 5728"/>
                    <a:gd name="connsiteX69-28309" fmla="*/ 4660 w 5074"/>
                    <a:gd name="connsiteY69-28310" fmla="*/ 3060 h 5728"/>
                    <a:gd name="connsiteX70-28311" fmla="*/ 4686 w 5074"/>
                    <a:gd name="connsiteY70-28312" fmla="*/ 3090 h 5728"/>
                    <a:gd name="connsiteX71-28313" fmla="*/ 4730 w 5074"/>
                    <a:gd name="connsiteY71-28314" fmla="*/ 3094 h 5728"/>
                    <a:gd name="connsiteX72-28315" fmla="*/ 4776 w 5074"/>
                    <a:gd name="connsiteY72-28316" fmla="*/ 3010 h 5728"/>
                    <a:gd name="connsiteX73-28317" fmla="*/ 4856 w 5074"/>
                    <a:gd name="connsiteY73-28318" fmla="*/ 2950 h 5728"/>
                    <a:gd name="connsiteX74-28319" fmla="*/ 4951 w 5074"/>
                    <a:gd name="connsiteY74-28320" fmla="*/ 3126 h 5728"/>
                    <a:gd name="connsiteX75-28321" fmla="*/ 5061 w 5074"/>
                    <a:gd name="connsiteY75-28322" fmla="*/ 3312 h 5728"/>
                    <a:gd name="connsiteX76-28323" fmla="*/ 5074 w 5074"/>
                    <a:gd name="connsiteY76-28324" fmla="*/ 3342 h 5728"/>
                    <a:gd name="connsiteX77-28325" fmla="*/ 5063 w 5074"/>
                    <a:gd name="connsiteY77-28326" fmla="*/ 3518 h 5728"/>
                    <a:gd name="connsiteX78-28327" fmla="*/ 5028 w 5074"/>
                    <a:gd name="connsiteY78-28328" fmla="*/ 3554 h 5728"/>
                    <a:gd name="connsiteX79-28329" fmla="*/ 4939 w 5074"/>
                    <a:gd name="connsiteY79-28330" fmla="*/ 3515 h 5728"/>
                    <a:gd name="connsiteX80-28331" fmla="*/ 4705 w 5074"/>
                    <a:gd name="connsiteY80-28332" fmla="*/ 3644 h 5728"/>
                    <a:gd name="connsiteX81-28333" fmla="*/ 4679 w 5074"/>
                    <a:gd name="connsiteY81-28334" fmla="*/ 3666 h 5728"/>
                    <a:gd name="connsiteX82-28335" fmla="*/ 4499 w 5074"/>
                    <a:gd name="connsiteY82-28336" fmla="*/ 3812 h 5728"/>
                    <a:gd name="connsiteX83-28337" fmla="*/ 4358 w 5074"/>
                    <a:gd name="connsiteY83-28338" fmla="*/ 3926 h 5728"/>
                    <a:gd name="connsiteX84-28339" fmla="*/ 4323 w 5074"/>
                    <a:gd name="connsiteY84-28340" fmla="*/ 3965 h 5728"/>
                    <a:gd name="connsiteX85-28341" fmla="*/ 4271 w 5074"/>
                    <a:gd name="connsiteY85-28342" fmla="*/ 3973 h 5728"/>
                    <a:gd name="connsiteX86-28343" fmla="*/ 4214 w 5074"/>
                    <a:gd name="connsiteY86-28344" fmla="*/ 3916 h 5728"/>
                    <a:gd name="connsiteX87-28345" fmla="*/ 4090 w 5074"/>
                    <a:gd name="connsiteY87-28346" fmla="*/ 3808 h 5728"/>
                    <a:gd name="connsiteX88-28347" fmla="*/ 4114 w 5074"/>
                    <a:gd name="connsiteY88-28348" fmla="*/ 4064 h 5728"/>
                    <a:gd name="connsiteX89-28349" fmla="*/ 4123 w 5074"/>
                    <a:gd name="connsiteY89-28350" fmla="*/ 4192 h 5728"/>
                    <a:gd name="connsiteX90-28351" fmla="*/ 3861 w 5074"/>
                    <a:gd name="connsiteY90-28352" fmla="*/ 4166 h 5728"/>
                    <a:gd name="connsiteX91-28353" fmla="*/ 3779 w 5074"/>
                    <a:gd name="connsiteY91-28354" fmla="*/ 3987 h 5728"/>
                    <a:gd name="connsiteX92-28355" fmla="*/ 3697 w 5074"/>
                    <a:gd name="connsiteY92-28356" fmla="*/ 3802 h 5728"/>
                    <a:gd name="connsiteX93-28357" fmla="*/ 1425 w 5074"/>
                    <a:gd name="connsiteY93-28358" fmla="*/ 5516 h 5728"/>
                    <a:gd name="connsiteX94-28359" fmla="*/ 1408 w 5074"/>
                    <a:gd name="connsiteY94-28360" fmla="*/ 5659 h 5728"/>
                    <a:gd name="connsiteX95-28361" fmla="*/ 1392 w 5074"/>
                    <a:gd name="connsiteY95-28362" fmla="*/ 5669 h 5728"/>
                    <a:gd name="connsiteX96-28363" fmla="*/ 1070 w 5074"/>
                    <a:gd name="connsiteY96-28364" fmla="*/ 5621 h 5728"/>
                    <a:gd name="connsiteX97-28365" fmla="*/ 968 w 5074"/>
                    <a:gd name="connsiteY97-28366" fmla="*/ 5566 h 5728"/>
                    <a:gd name="connsiteX98-28367" fmla="*/ 914 w 5074"/>
                    <a:gd name="connsiteY98-28368" fmla="*/ 5503 h 5728"/>
                    <a:gd name="connsiteX99-28369" fmla="*/ 809 w 5074"/>
                    <a:gd name="connsiteY99-28370" fmla="*/ 5477 h 5728"/>
                    <a:gd name="connsiteX100-28371" fmla="*/ 809 w 5074"/>
                    <a:gd name="connsiteY100-28372" fmla="*/ 5379 h 5728"/>
                    <a:gd name="connsiteX101-28373" fmla="*/ 913 w 5074"/>
                    <a:gd name="connsiteY101-28374" fmla="*/ 5149 h 5728"/>
                    <a:gd name="connsiteX102-28375" fmla="*/ 641 w 5074"/>
                    <a:gd name="connsiteY102-28376" fmla="*/ 5214 h 5728"/>
                    <a:gd name="connsiteX103-28377" fmla="*/ 609 w 5074"/>
                    <a:gd name="connsiteY103-28378" fmla="*/ 5276 h 5728"/>
                    <a:gd name="connsiteX104-28379" fmla="*/ 547 w 5074"/>
                    <a:gd name="connsiteY104-28380" fmla="*/ 5386 h 5728"/>
                    <a:gd name="connsiteX105-28381" fmla="*/ 553 w 5074"/>
                    <a:gd name="connsiteY105-28382" fmla="*/ 5510 h 5728"/>
                    <a:gd name="connsiteX106-28383" fmla="*/ 514 w 5074"/>
                    <a:gd name="connsiteY106-28384" fmla="*/ 5558 h 5728"/>
                    <a:gd name="connsiteX107-28385" fmla="*/ 383 w 5074"/>
                    <a:gd name="connsiteY107-28386" fmla="*/ 5617 h 5728"/>
                    <a:gd name="connsiteX108-28387" fmla="*/ 217 w 5074"/>
                    <a:gd name="connsiteY108-28388" fmla="*/ 5649 h 5728"/>
                    <a:gd name="connsiteX109-28389" fmla="*/ 114 w 5074"/>
                    <a:gd name="connsiteY109-28390" fmla="*/ 5728 h 5728"/>
                    <a:gd name="connsiteX110-28391" fmla="*/ 0 w 5074"/>
                    <a:gd name="connsiteY110-28392" fmla="*/ 5611 h 5728"/>
                    <a:gd name="connsiteX0-28393" fmla="*/ 3888 w 5074"/>
                    <a:gd name="connsiteY0-28394" fmla="*/ 2333 h 5728"/>
                    <a:gd name="connsiteX1-28395" fmla="*/ 3886 w 5074"/>
                    <a:gd name="connsiteY1-28396" fmla="*/ 2117 h 5728"/>
                    <a:gd name="connsiteX2-28397" fmla="*/ 3810 w 5074"/>
                    <a:gd name="connsiteY2-28398" fmla="*/ 2039 h 5728"/>
                    <a:gd name="connsiteX3-28399" fmla="*/ 3667 w 5074"/>
                    <a:gd name="connsiteY3-28400" fmla="*/ 1951 h 5728"/>
                    <a:gd name="connsiteX4-28401" fmla="*/ 3575 w 5074"/>
                    <a:gd name="connsiteY4-28402" fmla="*/ 1827 h 5728"/>
                    <a:gd name="connsiteX5-28403" fmla="*/ 3479 w 5074"/>
                    <a:gd name="connsiteY5-28404" fmla="*/ 1828 h 5728"/>
                    <a:gd name="connsiteX6-28405" fmla="*/ 3434 w 5074"/>
                    <a:gd name="connsiteY6-28406" fmla="*/ 1883 h 5728"/>
                    <a:gd name="connsiteX7-28407" fmla="*/ 3341 w 5074"/>
                    <a:gd name="connsiteY7-28408" fmla="*/ 1877 h 5728"/>
                    <a:gd name="connsiteX8-28409" fmla="*/ 3321 w 5074"/>
                    <a:gd name="connsiteY8-28410" fmla="*/ 1994 h 5728"/>
                    <a:gd name="connsiteX9-28411" fmla="*/ 3140 w 5074"/>
                    <a:gd name="connsiteY9-28412" fmla="*/ 1941 h 5728"/>
                    <a:gd name="connsiteX10-28413" fmla="*/ 3057 w 5074"/>
                    <a:gd name="connsiteY10-28414" fmla="*/ 1939 h 5728"/>
                    <a:gd name="connsiteX11-28415" fmla="*/ 2932 w 5074"/>
                    <a:gd name="connsiteY11-28416" fmla="*/ 2014 h 5728"/>
                    <a:gd name="connsiteX12-28417" fmla="*/ 2820 w 5074"/>
                    <a:gd name="connsiteY12-28418" fmla="*/ 1890 h 5728"/>
                    <a:gd name="connsiteX13-28419" fmla="*/ 2914 w 5074"/>
                    <a:gd name="connsiteY13-28420" fmla="*/ 1804 h 5728"/>
                    <a:gd name="connsiteX14-28421" fmla="*/ 2918 w 5074"/>
                    <a:gd name="connsiteY14-28422" fmla="*/ 1634 h 5728"/>
                    <a:gd name="connsiteX15-28423" fmla="*/ 2973 w 5074"/>
                    <a:gd name="connsiteY15-28424" fmla="*/ 1514 h 5728"/>
                    <a:gd name="connsiteX16-28425" fmla="*/ 3016 w 5074"/>
                    <a:gd name="connsiteY16-28426" fmla="*/ 1306 h 5728"/>
                    <a:gd name="connsiteX17-28427" fmla="*/ 3076 w 5074"/>
                    <a:gd name="connsiteY17-28428" fmla="*/ 1307 h 5728"/>
                    <a:gd name="connsiteX18-28429" fmla="*/ 3399 w 5074"/>
                    <a:gd name="connsiteY18-28430" fmla="*/ 1286 h 5728"/>
                    <a:gd name="connsiteX19-28431" fmla="*/ 3573 w 5074"/>
                    <a:gd name="connsiteY19-28432" fmla="*/ 1117 h 5728"/>
                    <a:gd name="connsiteX20-28433" fmla="*/ 3642 w 5074"/>
                    <a:gd name="connsiteY20-28434" fmla="*/ 748 h 5728"/>
                    <a:gd name="connsiteX21-28435" fmla="*/ 3752 w 5074"/>
                    <a:gd name="connsiteY21-28436" fmla="*/ 486 h 5728"/>
                    <a:gd name="connsiteX22-28437" fmla="*/ 3750 w 5074"/>
                    <a:gd name="connsiteY22-28438" fmla="*/ 358 h 5728"/>
                    <a:gd name="connsiteX23-28439" fmla="*/ 3737 w 5074"/>
                    <a:gd name="connsiteY23-28440" fmla="*/ 328 h 5728"/>
                    <a:gd name="connsiteX24-28441" fmla="*/ 3670 w 5074"/>
                    <a:gd name="connsiteY24-28442" fmla="*/ 251 h 5728"/>
                    <a:gd name="connsiteX25-28443" fmla="*/ 3610 w 5074"/>
                    <a:gd name="connsiteY25-28444" fmla="*/ 217 h 5728"/>
                    <a:gd name="connsiteX26-28445" fmla="*/ 3735 w 5074"/>
                    <a:gd name="connsiteY26-28446" fmla="*/ 56 h 5728"/>
                    <a:gd name="connsiteX27-28447" fmla="*/ 3908 w 5074"/>
                    <a:gd name="connsiteY27-28448" fmla="*/ 2 h 5728"/>
                    <a:gd name="connsiteX28-28449" fmla="*/ 3940 w 5074"/>
                    <a:gd name="connsiteY28-28450" fmla="*/ 49 h 5728"/>
                    <a:gd name="connsiteX29-28451" fmla="*/ 3930 w 5074"/>
                    <a:gd name="connsiteY29-28452" fmla="*/ 133 h 5728"/>
                    <a:gd name="connsiteX30-28453" fmla="*/ 3869 w 5074"/>
                    <a:gd name="connsiteY30-28454" fmla="*/ 243 h 5728"/>
                    <a:gd name="connsiteX31-28455" fmla="*/ 3939 w 5074"/>
                    <a:gd name="connsiteY31-28456" fmla="*/ 301 h 5728"/>
                    <a:gd name="connsiteX32-28457" fmla="*/ 4053 w 5074"/>
                    <a:gd name="connsiteY32-28458" fmla="*/ 366 h 5728"/>
                    <a:gd name="connsiteX33-28459" fmla="*/ 4073 w 5074"/>
                    <a:gd name="connsiteY33-28460" fmla="*/ 255 h 5728"/>
                    <a:gd name="connsiteX34-28461" fmla="*/ 4207 w 5074"/>
                    <a:gd name="connsiteY34-28462" fmla="*/ 291 h 5728"/>
                    <a:gd name="connsiteX35-28463" fmla="*/ 4232 w 5074"/>
                    <a:gd name="connsiteY35-28464" fmla="*/ 331 h 5728"/>
                    <a:gd name="connsiteX36-28465" fmla="*/ 4308 w 5074"/>
                    <a:gd name="connsiteY36-28466" fmla="*/ 562 h 5728"/>
                    <a:gd name="connsiteX37-28467" fmla="*/ 4343 w 5074"/>
                    <a:gd name="connsiteY37-28468" fmla="*/ 586 h 5728"/>
                    <a:gd name="connsiteX38-28469" fmla="*/ 4435 w 5074"/>
                    <a:gd name="connsiteY38-28470" fmla="*/ 578 h 5728"/>
                    <a:gd name="connsiteX39-28471" fmla="*/ 4695 w 5074"/>
                    <a:gd name="connsiteY39-28472" fmla="*/ 490 h 5728"/>
                    <a:gd name="connsiteX40-28473" fmla="*/ 4915 w 5074"/>
                    <a:gd name="connsiteY40-28474" fmla="*/ 479 h 5728"/>
                    <a:gd name="connsiteX41-28475" fmla="*/ 4975 w 5074"/>
                    <a:gd name="connsiteY41-28476" fmla="*/ 648 h 5728"/>
                    <a:gd name="connsiteX42-28477" fmla="*/ 4893 w 5074"/>
                    <a:gd name="connsiteY42-28478" fmla="*/ 944 h 5728"/>
                    <a:gd name="connsiteX43-28479" fmla="*/ 4893 w 5074"/>
                    <a:gd name="connsiteY43-28480" fmla="*/ 1022 h 5728"/>
                    <a:gd name="connsiteX44-28481" fmla="*/ 4962 w 5074"/>
                    <a:gd name="connsiteY44-28482" fmla="*/ 1168 h 5728"/>
                    <a:gd name="connsiteX45-28483" fmla="*/ 4977 w 5074"/>
                    <a:gd name="connsiteY45-28484" fmla="*/ 1427 h 5728"/>
                    <a:gd name="connsiteX46-28485" fmla="*/ 4979 w 5074"/>
                    <a:gd name="connsiteY46-28486" fmla="*/ 1617 h 5728"/>
                    <a:gd name="connsiteX47-28487" fmla="*/ 4912 w 5074"/>
                    <a:gd name="connsiteY47-28488" fmla="*/ 1625 h 5728"/>
                    <a:gd name="connsiteX48-28489" fmla="*/ 4890 w 5074"/>
                    <a:gd name="connsiteY48-28490" fmla="*/ 1507 h 5728"/>
                    <a:gd name="connsiteX49-28491" fmla="*/ 4855 w 5074"/>
                    <a:gd name="connsiteY49-28492" fmla="*/ 1450 h 5728"/>
                    <a:gd name="connsiteX50-28493" fmla="*/ 4765 w 5074"/>
                    <a:gd name="connsiteY50-28494" fmla="*/ 1582 h 5728"/>
                    <a:gd name="connsiteX51-28495" fmla="*/ 4652 w 5074"/>
                    <a:gd name="connsiteY51-28496" fmla="*/ 1776 h 5728"/>
                    <a:gd name="connsiteX52-28497" fmla="*/ 4533 w 5074"/>
                    <a:gd name="connsiteY52-28498" fmla="*/ 1904 h 5728"/>
                    <a:gd name="connsiteX53-28499" fmla="*/ 4526 w 5074"/>
                    <a:gd name="connsiteY53-28500" fmla="*/ 2018 h 5728"/>
                    <a:gd name="connsiteX54-28501" fmla="*/ 4586 w 5074"/>
                    <a:gd name="connsiteY54-28502" fmla="*/ 2115 h 5728"/>
                    <a:gd name="connsiteX55-28503" fmla="*/ 4688 w 5074"/>
                    <a:gd name="connsiteY55-28504" fmla="*/ 2183 h 5728"/>
                    <a:gd name="connsiteX56-28505" fmla="*/ 4765 w 5074"/>
                    <a:gd name="connsiteY56-28506" fmla="*/ 2178 h 5728"/>
                    <a:gd name="connsiteX57-28507" fmla="*/ 4810 w 5074"/>
                    <a:gd name="connsiteY57-28508" fmla="*/ 2104 h 5728"/>
                    <a:gd name="connsiteX58-28509" fmla="*/ 4844 w 5074"/>
                    <a:gd name="connsiteY58-28510" fmla="*/ 2210 h 5728"/>
                    <a:gd name="connsiteX59-28511" fmla="*/ 4732 w 5074"/>
                    <a:gd name="connsiteY59-28512" fmla="*/ 2249 h 5728"/>
                    <a:gd name="connsiteX60-28513" fmla="*/ 4779 w 5074"/>
                    <a:gd name="connsiteY60-28514" fmla="*/ 2362 h 5728"/>
                    <a:gd name="connsiteX61-28515" fmla="*/ 4644 w 5074"/>
                    <a:gd name="connsiteY61-28516" fmla="*/ 2509 h 5728"/>
                    <a:gd name="connsiteX62-28517" fmla="*/ 4603 w 5074"/>
                    <a:gd name="connsiteY62-28518" fmla="*/ 2498 h 5728"/>
                    <a:gd name="connsiteX63-28519" fmla="*/ 4479 w 5074"/>
                    <a:gd name="connsiteY63-28520" fmla="*/ 2413 h 5728"/>
                    <a:gd name="connsiteX64-28521" fmla="*/ 4424 w 5074"/>
                    <a:gd name="connsiteY64-28522" fmla="*/ 2412 h 5728"/>
                    <a:gd name="connsiteX65-28523" fmla="*/ 4389 w 5074"/>
                    <a:gd name="connsiteY65-28524" fmla="*/ 2480 h 5728"/>
                    <a:gd name="connsiteX66-28525" fmla="*/ 4392 w 5074"/>
                    <a:gd name="connsiteY66-28526" fmla="*/ 2562 h 5728"/>
                    <a:gd name="connsiteX67-28527" fmla="*/ 4570 w 5074"/>
                    <a:gd name="connsiteY67-28528" fmla="*/ 2730 h 5728"/>
                    <a:gd name="connsiteX68-28529" fmla="*/ 4569 w 5074"/>
                    <a:gd name="connsiteY68-28530" fmla="*/ 2844 h 5728"/>
                    <a:gd name="connsiteX69-28531" fmla="*/ 4660 w 5074"/>
                    <a:gd name="connsiteY69-28532" fmla="*/ 3060 h 5728"/>
                    <a:gd name="connsiteX70-28533" fmla="*/ 4686 w 5074"/>
                    <a:gd name="connsiteY70-28534" fmla="*/ 3090 h 5728"/>
                    <a:gd name="connsiteX71-28535" fmla="*/ 4730 w 5074"/>
                    <a:gd name="connsiteY71-28536" fmla="*/ 3094 h 5728"/>
                    <a:gd name="connsiteX72-28537" fmla="*/ 4776 w 5074"/>
                    <a:gd name="connsiteY72-28538" fmla="*/ 3010 h 5728"/>
                    <a:gd name="connsiteX73-28539" fmla="*/ 4856 w 5074"/>
                    <a:gd name="connsiteY73-28540" fmla="*/ 2950 h 5728"/>
                    <a:gd name="connsiteX74-28541" fmla="*/ 4951 w 5074"/>
                    <a:gd name="connsiteY74-28542" fmla="*/ 3126 h 5728"/>
                    <a:gd name="connsiteX75-28543" fmla="*/ 5061 w 5074"/>
                    <a:gd name="connsiteY75-28544" fmla="*/ 3312 h 5728"/>
                    <a:gd name="connsiteX76-28545" fmla="*/ 5074 w 5074"/>
                    <a:gd name="connsiteY76-28546" fmla="*/ 3342 h 5728"/>
                    <a:gd name="connsiteX77-28547" fmla="*/ 5063 w 5074"/>
                    <a:gd name="connsiteY77-28548" fmla="*/ 3518 h 5728"/>
                    <a:gd name="connsiteX78-28549" fmla="*/ 5028 w 5074"/>
                    <a:gd name="connsiteY78-28550" fmla="*/ 3554 h 5728"/>
                    <a:gd name="connsiteX79-28551" fmla="*/ 4939 w 5074"/>
                    <a:gd name="connsiteY79-28552" fmla="*/ 3515 h 5728"/>
                    <a:gd name="connsiteX80-28553" fmla="*/ 4705 w 5074"/>
                    <a:gd name="connsiteY80-28554" fmla="*/ 3644 h 5728"/>
                    <a:gd name="connsiteX81-28555" fmla="*/ 4679 w 5074"/>
                    <a:gd name="connsiteY81-28556" fmla="*/ 3666 h 5728"/>
                    <a:gd name="connsiteX82-28557" fmla="*/ 4499 w 5074"/>
                    <a:gd name="connsiteY82-28558" fmla="*/ 3812 h 5728"/>
                    <a:gd name="connsiteX83-28559" fmla="*/ 4358 w 5074"/>
                    <a:gd name="connsiteY83-28560" fmla="*/ 3926 h 5728"/>
                    <a:gd name="connsiteX84-28561" fmla="*/ 4323 w 5074"/>
                    <a:gd name="connsiteY84-28562" fmla="*/ 3965 h 5728"/>
                    <a:gd name="connsiteX85-28563" fmla="*/ 4271 w 5074"/>
                    <a:gd name="connsiteY85-28564" fmla="*/ 3973 h 5728"/>
                    <a:gd name="connsiteX86-28565" fmla="*/ 4214 w 5074"/>
                    <a:gd name="connsiteY86-28566" fmla="*/ 3916 h 5728"/>
                    <a:gd name="connsiteX87-28567" fmla="*/ 4090 w 5074"/>
                    <a:gd name="connsiteY87-28568" fmla="*/ 3808 h 5728"/>
                    <a:gd name="connsiteX88-28569" fmla="*/ 4114 w 5074"/>
                    <a:gd name="connsiteY88-28570" fmla="*/ 4064 h 5728"/>
                    <a:gd name="connsiteX89-28571" fmla="*/ 4123 w 5074"/>
                    <a:gd name="connsiteY89-28572" fmla="*/ 4192 h 5728"/>
                    <a:gd name="connsiteX90-28573" fmla="*/ 3861 w 5074"/>
                    <a:gd name="connsiteY90-28574" fmla="*/ 4166 h 5728"/>
                    <a:gd name="connsiteX91-28575" fmla="*/ 3779 w 5074"/>
                    <a:gd name="connsiteY91-28576" fmla="*/ 3987 h 5728"/>
                    <a:gd name="connsiteX92-28577" fmla="*/ 3697 w 5074"/>
                    <a:gd name="connsiteY92-28578" fmla="*/ 3802 h 5728"/>
                    <a:gd name="connsiteX93-28579" fmla="*/ 1425 w 5074"/>
                    <a:gd name="connsiteY93-28580" fmla="*/ 5516 h 5728"/>
                    <a:gd name="connsiteX94-28581" fmla="*/ 1408 w 5074"/>
                    <a:gd name="connsiteY94-28582" fmla="*/ 5659 h 5728"/>
                    <a:gd name="connsiteX95-28583" fmla="*/ 1392 w 5074"/>
                    <a:gd name="connsiteY95-28584" fmla="*/ 5669 h 5728"/>
                    <a:gd name="connsiteX96-28585" fmla="*/ 1070 w 5074"/>
                    <a:gd name="connsiteY96-28586" fmla="*/ 5621 h 5728"/>
                    <a:gd name="connsiteX97-28587" fmla="*/ 968 w 5074"/>
                    <a:gd name="connsiteY97-28588" fmla="*/ 5566 h 5728"/>
                    <a:gd name="connsiteX98-28589" fmla="*/ 914 w 5074"/>
                    <a:gd name="connsiteY98-28590" fmla="*/ 5503 h 5728"/>
                    <a:gd name="connsiteX99-28591" fmla="*/ 809 w 5074"/>
                    <a:gd name="connsiteY99-28592" fmla="*/ 5477 h 5728"/>
                    <a:gd name="connsiteX100-28593" fmla="*/ 809 w 5074"/>
                    <a:gd name="connsiteY100-28594" fmla="*/ 5379 h 5728"/>
                    <a:gd name="connsiteX101-28595" fmla="*/ 641 w 5074"/>
                    <a:gd name="connsiteY101-28596" fmla="*/ 5214 h 5728"/>
                    <a:gd name="connsiteX102-28597" fmla="*/ 609 w 5074"/>
                    <a:gd name="connsiteY102-28598" fmla="*/ 5276 h 5728"/>
                    <a:gd name="connsiteX103-28599" fmla="*/ 547 w 5074"/>
                    <a:gd name="connsiteY103-28600" fmla="*/ 5386 h 5728"/>
                    <a:gd name="connsiteX104-28601" fmla="*/ 553 w 5074"/>
                    <a:gd name="connsiteY104-28602" fmla="*/ 5510 h 5728"/>
                    <a:gd name="connsiteX105-28603" fmla="*/ 514 w 5074"/>
                    <a:gd name="connsiteY105-28604" fmla="*/ 5558 h 5728"/>
                    <a:gd name="connsiteX106-28605" fmla="*/ 383 w 5074"/>
                    <a:gd name="connsiteY106-28606" fmla="*/ 5617 h 5728"/>
                    <a:gd name="connsiteX107-28607" fmla="*/ 217 w 5074"/>
                    <a:gd name="connsiteY107-28608" fmla="*/ 5649 h 5728"/>
                    <a:gd name="connsiteX108-28609" fmla="*/ 114 w 5074"/>
                    <a:gd name="connsiteY108-28610" fmla="*/ 5728 h 5728"/>
                    <a:gd name="connsiteX109-28611" fmla="*/ 0 w 5074"/>
                    <a:gd name="connsiteY109-28612" fmla="*/ 5611 h 5728"/>
                    <a:gd name="connsiteX0-28613" fmla="*/ 3888 w 5074"/>
                    <a:gd name="connsiteY0-28614" fmla="*/ 2333 h 5728"/>
                    <a:gd name="connsiteX1-28615" fmla="*/ 3886 w 5074"/>
                    <a:gd name="connsiteY1-28616" fmla="*/ 2117 h 5728"/>
                    <a:gd name="connsiteX2-28617" fmla="*/ 3810 w 5074"/>
                    <a:gd name="connsiteY2-28618" fmla="*/ 2039 h 5728"/>
                    <a:gd name="connsiteX3-28619" fmla="*/ 3667 w 5074"/>
                    <a:gd name="connsiteY3-28620" fmla="*/ 1951 h 5728"/>
                    <a:gd name="connsiteX4-28621" fmla="*/ 3575 w 5074"/>
                    <a:gd name="connsiteY4-28622" fmla="*/ 1827 h 5728"/>
                    <a:gd name="connsiteX5-28623" fmla="*/ 3479 w 5074"/>
                    <a:gd name="connsiteY5-28624" fmla="*/ 1828 h 5728"/>
                    <a:gd name="connsiteX6-28625" fmla="*/ 3434 w 5074"/>
                    <a:gd name="connsiteY6-28626" fmla="*/ 1883 h 5728"/>
                    <a:gd name="connsiteX7-28627" fmla="*/ 3341 w 5074"/>
                    <a:gd name="connsiteY7-28628" fmla="*/ 1877 h 5728"/>
                    <a:gd name="connsiteX8-28629" fmla="*/ 3321 w 5074"/>
                    <a:gd name="connsiteY8-28630" fmla="*/ 1994 h 5728"/>
                    <a:gd name="connsiteX9-28631" fmla="*/ 3140 w 5074"/>
                    <a:gd name="connsiteY9-28632" fmla="*/ 1941 h 5728"/>
                    <a:gd name="connsiteX10-28633" fmla="*/ 3057 w 5074"/>
                    <a:gd name="connsiteY10-28634" fmla="*/ 1939 h 5728"/>
                    <a:gd name="connsiteX11-28635" fmla="*/ 2932 w 5074"/>
                    <a:gd name="connsiteY11-28636" fmla="*/ 2014 h 5728"/>
                    <a:gd name="connsiteX12-28637" fmla="*/ 2820 w 5074"/>
                    <a:gd name="connsiteY12-28638" fmla="*/ 1890 h 5728"/>
                    <a:gd name="connsiteX13-28639" fmla="*/ 2914 w 5074"/>
                    <a:gd name="connsiteY13-28640" fmla="*/ 1804 h 5728"/>
                    <a:gd name="connsiteX14-28641" fmla="*/ 2918 w 5074"/>
                    <a:gd name="connsiteY14-28642" fmla="*/ 1634 h 5728"/>
                    <a:gd name="connsiteX15-28643" fmla="*/ 2973 w 5074"/>
                    <a:gd name="connsiteY15-28644" fmla="*/ 1514 h 5728"/>
                    <a:gd name="connsiteX16-28645" fmla="*/ 3016 w 5074"/>
                    <a:gd name="connsiteY16-28646" fmla="*/ 1306 h 5728"/>
                    <a:gd name="connsiteX17-28647" fmla="*/ 3076 w 5074"/>
                    <a:gd name="connsiteY17-28648" fmla="*/ 1307 h 5728"/>
                    <a:gd name="connsiteX18-28649" fmla="*/ 3399 w 5074"/>
                    <a:gd name="connsiteY18-28650" fmla="*/ 1286 h 5728"/>
                    <a:gd name="connsiteX19-28651" fmla="*/ 3573 w 5074"/>
                    <a:gd name="connsiteY19-28652" fmla="*/ 1117 h 5728"/>
                    <a:gd name="connsiteX20-28653" fmla="*/ 3642 w 5074"/>
                    <a:gd name="connsiteY20-28654" fmla="*/ 748 h 5728"/>
                    <a:gd name="connsiteX21-28655" fmla="*/ 3752 w 5074"/>
                    <a:gd name="connsiteY21-28656" fmla="*/ 486 h 5728"/>
                    <a:gd name="connsiteX22-28657" fmla="*/ 3750 w 5074"/>
                    <a:gd name="connsiteY22-28658" fmla="*/ 358 h 5728"/>
                    <a:gd name="connsiteX23-28659" fmla="*/ 3737 w 5074"/>
                    <a:gd name="connsiteY23-28660" fmla="*/ 328 h 5728"/>
                    <a:gd name="connsiteX24-28661" fmla="*/ 3670 w 5074"/>
                    <a:gd name="connsiteY24-28662" fmla="*/ 251 h 5728"/>
                    <a:gd name="connsiteX25-28663" fmla="*/ 3610 w 5074"/>
                    <a:gd name="connsiteY25-28664" fmla="*/ 217 h 5728"/>
                    <a:gd name="connsiteX26-28665" fmla="*/ 3735 w 5074"/>
                    <a:gd name="connsiteY26-28666" fmla="*/ 56 h 5728"/>
                    <a:gd name="connsiteX27-28667" fmla="*/ 3908 w 5074"/>
                    <a:gd name="connsiteY27-28668" fmla="*/ 2 h 5728"/>
                    <a:gd name="connsiteX28-28669" fmla="*/ 3940 w 5074"/>
                    <a:gd name="connsiteY28-28670" fmla="*/ 49 h 5728"/>
                    <a:gd name="connsiteX29-28671" fmla="*/ 3930 w 5074"/>
                    <a:gd name="connsiteY29-28672" fmla="*/ 133 h 5728"/>
                    <a:gd name="connsiteX30-28673" fmla="*/ 3869 w 5074"/>
                    <a:gd name="connsiteY30-28674" fmla="*/ 243 h 5728"/>
                    <a:gd name="connsiteX31-28675" fmla="*/ 3939 w 5074"/>
                    <a:gd name="connsiteY31-28676" fmla="*/ 301 h 5728"/>
                    <a:gd name="connsiteX32-28677" fmla="*/ 4053 w 5074"/>
                    <a:gd name="connsiteY32-28678" fmla="*/ 366 h 5728"/>
                    <a:gd name="connsiteX33-28679" fmla="*/ 4073 w 5074"/>
                    <a:gd name="connsiteY33-28680" fmla="*/ 255 h 5728"/>
                    <a:gd name="connsiteX34-28681" fmla="*/ 4207 w 5074"/>
                    <a:gd name="connsiteY34-28682" fmla="*/ 291 h 5728"/>
                    <a:gd name="connsiteX35-28683" fmla="*/ 4232 w 5074"/>
                    <a:gd name="connsiteY35-28684" fmla="*/ 331 h 5728"/>
                    <a:gd name="connsiteX36-28685" fmla="*/ 4308 w 5074"/>
                    <a:gd name="connsiteY36-28686" fmla="*/ 562 h 5728"/>
                    <a:gd name="connsiteX37-28687" fmla="*/ 4343 w 5074"/>
                    <a:gd name="connsiteY37-28688" fmla="*/ 586 h 5728"/>
                    <a:gd name="connsiteX38-28689" fmla="*/ 4435 w 5074"/>
                    <a:gd name="connsiteY38-28690" fmla="*/ 578 h 5728"/>
                    <a:gd name="connsiteX39-28691" fmla="*/ 4695 w 5074"/>
                    <a:gd name="connsiteY39-28692" fmla="*/ 490 h 5728"/>
                    <a:gd name="connsiteX40-28693" fmla="*/ 4915 w 5074"/>
                    <a:gd name="connsiteY40-28694" fmla="*/ 479 h 5728"/>
                    <a:gd name="connsiteX41-28695" fmla="*/ 4975 w 5074"/>
                    <a:gd name="connsiteY41-28696" fmla="*/ 648 h 5728"/>
                    <a:gd name="connsiteX42-28697" fmla="*/ 4893 w 5074"/>
                    <a:gd name="connsiteY42-28698" fmla="*/ 944 h 5728"/>
                    <a:gd name="connsiteX43-28699" fmla="*/ 4893 w 5074"/>
                    <a:gd name="connsiteY43-28700" fmla="*/ 1022 h 5728"/>
                    <a:gd name="connsiteX44-28701" fmla="*/ 4962 w 5074"/>
                    <a:gd name="connsiteY44-28702" fmla="*/ 1168 h 5728"/>
                    <a:gd name="connsiteX45-28703" fmla="*/ 4977 w 5074"/>
                    <a:gd name="connsiteY45-28704" fmla="*/ 1427 h 5728"/>
                    <a:gd name="connsiteX46-28705" fmla="*/ 4979 w 5074"/>
                    <a:gd name="connsiteY46-28706" fmla="*/ 1617 h 5728"/>
                    <a:gd name="connsiteX47-28707" fmla="*/ 4912 w 5074"/>
                    <a:gd name="connsiteY47-28708" fmla="*/ 1625 h 5728"/>
                    <a:gd name="connsiteX48-28709" fmla="*/ 4890 w 5074"/>
                    <a:gd name="connsiteY48-28710" fmla="*/ 1507 h 5728"/>
                    <a:gd name="connsiteX49-28711" fmla="*/ 4855 w 5074"/>
                    <a:gd name="connsiteY49-28712" fmla="*/ 1450 h 5728"/>
                    <a:gd name="connsiteX50-28713" fmla="*/ 4765 w 5074"/>
                    <a:gd name="connsiteY50-28714" fmla="*/ 1582 h 5728"/>
                    <a:gd name="connsiteX51-28715" fmla="*/ 4652 w 5074"/>
                    <a:gd name="connsiteY51-28716" fmla="*/ 1776 h 5728"/>
                    <a:gd name="connsiteX52-28717" fmla="*/ 4533 w 5074"/>
                    <a:gd name="connsiteY52-28718" fmla="*/ 1904 h 5728"/>
                    <a:gd name="connsiteX53-28719" fmla="*/ 4526 w 5074"/>
                    <a:gd name="connsiteY53-28720" fmla="*/ 2018 h 5728"/>
                    <a:gd name="connsiteX54-28721" fmla="*/ 4586 w 5074"/>
                    <a:gd name="connsiteY54-28722" fmla="*/ 2115 h 5728"/>
                    <a:gd name="connsiteX55-28723" fmla="*/ 4688 w 5074"/>
                    <a:gd name="connsiteY55-28724" fmla="*/ 2183 h 5728"/>
                    <a:gd name="connsiteX56-28725" fmla="*/ 4765 w 5074"/>
                    <a:gd name="connsiteY56-28726" fmla="*/ 2178 h 5728"/>
                    <a:gd name="connsiteX57-28727" fmla="*/ 4810 w 5074"/>
                    <a:gd name="connsiteY57-28728" fmla="*/ 2104 h 5728"/>
                    <a:gd name="connsiteX58-28729" fmla="*/ 4844 w 5074"/>
                    <a:gd name="connsiteY58-28730" fmla="*/ 2210 h 5728"/>
                    <a:gd name="connsiteX59-28731" fmla="*/ 4732 w 5074"/>
                    <a:gd name="connsiteY59-28732" fmla="*/ 2249 h 5728"/>
                    <a:gd name="connsiteX60-28733" fmla="*/ 4779 w 5074"/>
                    <a:gd name="connsiteY60-28734" fmla="*/ 2362 h 5728"/>
                    <a:gd name="connsiteX61-28735" fmla="*/ 4644 w 5074"/>
                    <a:gd name="connsiteY61-28736" fmla="*/ 2509 h 5728"/>
                    <a:gd name="connsiteX62-28737" fmla="*/ 4603 w 5074"/>
                    <a:gd name="connsiteY62-28738" fmla="*/ 2498 h 5728"/>
                    <a:gd name="connsiteX63-28739" fmla="*/ 4479 w 5074"/>
                    <a:gd name="connsiteY63-28740" fmla="*/ 2413 h 5728"/>
                    <a:gd name="connsiteX64-28741" fmla="*/ 4424 w 5074"/>
                    <a:gd name="connsiteY64-28742" fmla="*/ 2412 h 5728"/>
                    <a:gd name="connsiteX65-28743" fmla="*/ 4389 w 5074"/>
                    <a:gd name="connsiteY65-28744" fmla="*/ 2480 h 5728"/>
                    <a:gd name="connsiteX66-28745" fmla="*/ 4392 w 5074"/>
                    <a:gd name="connsiteY66-28746" fmla="*/ 2562 h 5728"/>
                    <a:gd name="connsiteX67-28747" fmla="*/ 4570 w 5074"/>
                    <a:gd name="connsiteY67-28748" fmla="*/ 2730 h 5728"/>
                    <a:gd name="connsiteX68-28749" fmla="*/ 4569 w 5074"/>
                    <a:gd name="connsiteY68-28750" fmla="*/ 2844 h 5728"/>
                    <a:gd name="connsiteX69-28751" fmla="*/ 4660 w 5074"/>
                    <a:gd name="connsiteY69-28752" fmla="*/ 3060 h 5728"/>
                    <a:gd name="connsiteX70-28753" fmla="*/ 4686 w 5074"/>
                    <a:gd name="connsiteY70-28754" fmla="*/ 3090 h 5728"/>
                    <a:gd name="connsiteX71-28755" fmla="*/ 4730 w 5074"/>
                    <a:gd name="connsiteY71-28756" fmla="*/ 3094 h 5728"/>
                    <a:gd name="connsiteX72-28757" fmla="*/ 4776 w 5074"/>
                    <a:gd name="connsiteY72-28758" fmla="*/ 3010 h 5728"/>
                    <a:gd name="connsiteX73-28759" fmla="*/ 4856 w 5074"/>
                    <a:gd name="connsiteY73-28760" fmla="*/ 2950 h 5728"/>
                    <a:gd name="connsiteX74-28761" fmla="*/ 4951 w 5074"/>
                    <a:gd name="connsiteY74-28762" fmla="*/ 3126 h 5728"/>
                    <a:gd name="connsiteX75-28763" fmla="*/ 5061 w 5074"/>
                    <a:gd name="connsiteY75-28764" fmla="*/ 3312 h 5728"/>
                    <a:gd name="connsiteX76-28765" fmla="*/ 5074 w 5074"/>
                    <a:gd name="connsiteY76-28766" fmla="*/ 3342 h 5728"/>
                    <a:gd name="connsiteX77-28767" fmla="*/ 5063 w 5074"/>
                    <a:gd name="connsiteY77-28768" fmla="*/ 3518 h 5728"/>
                    <a:gd name="connsiteX78-28769" fmla="*/ 5028 w 5074"/>
                    <a:gd name="connsiteY78-28770" fmla="*/ 3554 h 5728"/>
                    <a:gd name="connsiteX79-28771" fmla="*/ 4939 w 5074"/>
                    <a:gd name="connsiteY79-28772" fmla="*/ 3515 h 5728"/>
                    <a:gd name="connsiteX80-28773" fmla="*/ 4705 w 5074"/>
                    <a:gd name="connsiteY80-28774" fmla="*/ 3644 h 5728"/>
                    <a:gd name="connsiteX81-28775" fmla="*/ 4679 w 5074"/>
                    <a:gd name="connsiteY81-28776" fmla="*/ 3666 h 5728"/>
                    <a:gd name="connsiteX82-28777" fmla="*/ 4499 w 5074"/>
                    <a:gd name="connsiteY82-28778" fmla="*/ 3812 h 5728"/>
                    <a:gd name="connsiteX83-28779" fmla="*/ 4358 w 5074"/>
                    <a:gd name="connsiteY83-28780" fmla="*/ 3926 h 5728"/>
                    <a:gd name="connsiteX84-28781" fmla="*/ 4323 w 5074"/>
                    <a:gd name="connsiteY84-28782" fmla="*/ 3965 h 5728"/>
                    <a:gd name="connsiteX85-28783" fmla="*/ 4271 w 5074"/>
                    <a:gd name="connsiteY85-28784" fmla="*/ 3973 h 5728"/>
                    <a:gd name="connsiteX86-28785" fmla="*/ 4214 w 5074"/>
                    <a:gd name="connsiteY86-28786" fmla="*/ 3916 h 5728"/>
                    <a:gd name="connsiteX87-28787" fmla="*/ 4090 w 5074"/>
                    <a:gd name="connsiteY87-28788" fmla="*/ 3808 h 5728"/>
                    <a:gd name="connsiteX88-28789" fmla="*/ 4114 w 5074"/>
                    <a:gd name="connsiteY88-28790" fmla="*/ 4064 h 5728"/>
                    <a:gd name="connsiteX89-28791" fmla="*/ 4123 w 5074"/>
                    <a:gd name="connsiteY89-28792" fmla="*/ 4192 h 5728"/>
                    <a:gd name="connsiteX90-28793" fmla="*/ 3861 w 5074"/>
                    <a:gd name="connsiteY90-28794" fmla="*/ 4166 h 5728"/>
                    <a:gd name="connsiteX91-28795" fmla="*/ 3779 w 5074"/>
                    <a:gd name="connsiteY91-28796" fmla="*/ 3987 h 5728"/>
                    <a:gd name="connsiteX92-28797" fmla="*/ 3697 w 5074"/>
                    <a:gd name="connsiteY92-28798" fmla="*/ 3802 h 5728"/>
                    <a:gd name="connsiteX93-28799" fmla="*/ 1425 w 5074"/>
                    <a:gd name="connsiteY93-28800" fmla="*/ 5516 h 5728"/>
                    <a:gd name="connsiteX94-28801" fmla="*/ 1408 w 5074"/>
                    <a:gd name="connsiteY94-28802" fmla="*/ 5659 h 5728"/>
                    <a:gd name="connsiteX95-28803" fmla="*/ 1392 w 5074"/>
                    <a:gd name="connsiteY95-28804" fmla="*/ 5669 h 5728"/>
                    <a:gd name="connsiteX96-28805" fmla="*/ 1070 w 5074"/>
                    <a:gd name="connsiteY96-28806" fmla="*/ 5621 h 5728"/>
                    <a:gd name="connsiteX97-28807" fmla="*/ 968 w 5074"/>
                    <a:gd name="connsiteY97-28808" fmla="*/ 5566 h 5728"/>
                    <a:gd name="connsiteX98-28809" fmla="*/ 914 w 5074"/>
                    <a:gd name="connsiteY98-28810" fmla="*/ 5503 h 5728"/>
                    <a:gd name="connsiteX99-28811" fmla="*/ 809 w 5074"/>
                    <a:gd name="connsiteY99-28812" fmla="*/ 5477 h 5728"/>
                    <a:gd name="connsiteX100-28813" fmla="*/ 809 w 5074"/>
                    <a:gd name="connsiteY100-28814" fmla="*/ 5379 h 5728"/>
                    <a:gd name="connsiteX101-28815" fmla="*/ 609 w 5074"/>
                    <a:gd name="connsiteY101-28816" fmla="*/ 5276 h 5728"/>
                    <a:gd name="connsiteX102-28817" fmla="*/ 547 w 5074"/>
                    <a:gd name="connsiteY102-28818" fmla="*/ 5386 h 5728"/>
                    <a:gd name="connsiteX103-28819" fmla="*/ 553 w 5074"/>
                    <a:gd name="connsiteY103-28820" fmla="*/ 5510 h 5728"/>
                    <a:gd name="connsiteX104-28821" fmla="*/ 514 w 5074"/>
                    <a:gd name="connsiteY104-28822" fmla="*/ 5558 h 5728"/>
                    <a:gd name="connsiteX105-28823" fmla="*/ 383 w 5074"/>
                    <a:gd name="connsiteY105-28824" fmla="*/ 5617 h 5728"/>
                    <a:gd name="connsiteX106-28825" fmla="*/ 217 w 5074"/>
                    <a:gd name="connsiteY106-28826" fmla="*/ 5649 h 5728"/>
                    <a:gd name="connsiteX107-28827" fmla="*/ 114 w 5074"/>
                    <a:gd name="connsiteY107-28828" fmla="*/ 5728 h 5728"/>
                    <a:gd name="connsiteX108-28829" fmla="*/ 0 w 5074"/>
                    <a:gd name="connsiteY108-28830" fmla="*/ 5611 h 5728"/>
                    <a:gd name="connsiteX0-28831" fmla="*/ 3888 w 5074"/>
                    <a:gd name="connsiteY0-28832" fmla="*/ 2333 h 5728"/>
                    <a:gd name="connsiteX1-28833" fmla="*/ 3886 w 5074"/>
                    <a:gd name="connsiteY1-28834" fmla="*/ 2117 h 5728"/>
                    <a:gd name="connsiteX2-28835" fmla="*/ 3810 w 5074"/>
                    <a:gd name="connsiteY2-28836" fmla="*/ 2039 h 5728"/>
                    <a:gd name="connsiteX3-28837" fmla="*/ 3667 w 5074"/>
                    <a:gd name="connsiteY3-28838" fmla="*/ 1951 h 5728"/>
                    <a:gd name="connsiteX4-28839" fmla="*/ 3575 w 5074"/>
                    <a:gd name="connsiteY4-28840" fmla="*/ 1827 h 5728"/>
                    <a:gd name="connsiteX5-28841" fmla="*/ 3479 w 5074"/>
                    <a:gd name="connsiteY5-28842" fmla="*/ 1828 h 5728"/>
                    <a:gd name="connsiteX6-28843" fmla="*/ 3434 w 5074"/>
                    <a:gd name="connsiteY6-28844" fmla="*/ 1883 h 5728"/>
                    <a:gd name="connsiteX7-28845" fmla="*/ 3341 w 5074"/>
                    <a:gd name="connsiteY7-28846" fmla="*/ 1877 h 5728"/>
                    <a:gd name="connsiteX8-28847" fmla="*/ 3321 w 5074"/>
                    <a:gd name="connsiteY8-28848" fmla="*/ 1994 h 5728"/>
                    <a:gd name="connsiteX9-28849" fmla="*/ 3140 w 5074"/>
                    <a:gd name="connsiteY9-28850" fmla="*/ 1941 h 5728"/>
                    <a:gd name="connsiteX10-28851" fmla="*/ 3057 w 5074"/>
                    <a:gd name="connsiteY10-28852" fmla="*/ 1939 h 5728"/>
                    <a:gd name="connsiteX11-28853" fmla="*/ 2932 w 5074"/>
                    <a:gd name="connsiteY11-28854" fmla="*/ 2014 h 5728"/>
                    <a:gd name="connsiteX12-28855" fmla="*/ 2820 w 5074"/>
                    <a:gd name="connsiteY12-28856" fmla="*/ 1890 h 5728"/>
                    <a:gd name="connsiteX13-28857" fmla="*/ 2914 w 5074"/>
                    <a:gd name="connsiteY13-28858" fmla="*/ 1804 h 5728"/>
                    <a:gd name="connsiteX14-28859" fmla="*/ 2918 w 5074"/>
                    <a:gd name="connsiteY14-28860" fmla="*/ 1634 h 5728"/>
                    <a:gd name="connsiteX15-28861" fmla="*/ 2973 w 5074"/>
                    <a:gd name="connsiteY15-28862" fmla="*/ 1514 h 5728"/>
                    <a:gd name="connsiteX16-28863" fmla="*/ 3016 w 5074"/>
                    <a:gd name="connsiteY16-28864" fmla="*/ 1306 h 5728"/>
                    <a:gd name="connsiteX17-28865" fmla="*/ 3076 w 5074"/>
                    <a:gd name="connsiteY17-28866" fmla="*/ 1307 h 5728"/>
                    <a:gd name="connsiteX18-28867" fmla="*/ 3399 w 5074"/>
                    <a:gd name="connsiteY18-28868" fmla="*/ 1286 h 5728"/>
                    <a:gd name="connsiteX19-28869" fmla="*/ 3573 w 5074"/>
                    <a:gd name="connsiteY19-28870" fmla="*/ 1117 h 5728"/>
                    <a:gd name="connsiteX20-28871" fmla="*/ 3642 w 5074"/>
                    <a:gd name="connsiteY20-28872" fmla="*/ 748 h 5728"/>
                    <a:gd name="connsiteX21-28873" fmla="*/ 3752 w 5074"/>
                    <a:gd name="connsiteY21-28874" fmla="*/ 486 h 5728"/>
                    <a:gd name="connsiteX22-28875" fmla="*/ 3750 w 5074"/>
                    <a:gd name="connsiteY22-28876" fmla="*/ 358 h 5728"/>
                    <a:gd name="connsiteX23-28877" fmla="*/ 3737 w 5074"/>
                    <a:gd name="connsiteY23-28878" fmla="*/ 328 h 5728"/>
                    <a:gd name="connsiteX24-28879" fmla="*/ 3670 w 5074"/>
                    <a:gd name="connsiteY24-28880" fmla="*/ 251 h 5728"/>
                    <a:gd name="connsiteX25-28881" fmla="*/ 3610 w 5074"/>
                    <a:gd name="connsiteY25-28882" fmla="*/ 217 h 5728"/>
                    <a:gd name="connsiteX26-28883" fmla="*/ 3735 w 5074"/>
                    <a:gd name="connsiteY26-28884" fmla="*/ 56 h 5728"/>
                    <a:gd name="connsiteX27-28885" fmla="*/ 3908 w 5074"/>
                    <a:gd name="connsiteY27-28886" fmla="*/ 2 h 5728"/>
                    <a:gd name="connsiteX28-28887" fmla="*/ 3940 w 5074"/>
                    <a:gd name="connsiteY28-28888" fmla="*/ 49 h 5728"/>
                    <a:gd name="connsiteX29-28889" fmla="*/ 3930 w 5074"/>
                    <a:gd name="connsiteY29-28890" fmla="*/ 133 h 5728"/>
                    <a:gd name="connsiteX30-28891" fmla="*/ 3869 w 5074"/>
                    <a:gd name="connsiteY30-28892" fmla="*/ 243 h 5728"/>
                    <a:gd name="connsiteX31-28893" fmla="*/ 3939 w 5074"/>
                    <a:gd name="connsiteY31-28894" fmla="*/ 301 h 5728"/>
                    <a:gd name="connsiteX32-28895" fmla="*/ 4053 w 5074"/>
                    <a:gd name="connsiteY32-28896" fmla="*/ 366 h 5728"/>
                    <a:gd name="connsiteX33-28897" fmla="*/ 4073 w 5074"/>
                    <a:gd name="connsiteY33-28898" fmla="*/ 255 h 5728"/>
                    <a:gd name="connsiteX34-28899" fmla="*/ 4207 w 5074"/>
                    <a:gd name="connsiteY34-28900" fmla="*/ 291 h 5728"/>
                    <a:gd name="connsiteX35-28901" fmla="*/ 4232 w 5074"/>
                    <a:gd name="connsiteY35-28902" fmla="*/ 331 h 5728"/>
                    <a:gd name="connsiteX36-28903" fmla="*/ 4308 w 5074"/>
                    <a:gd name="connsiteY36-28904" fmla="*/ 562 h 5728"/>
                    <a:gd name="connsiteX37-28905" fmla="*/ 4343 w 5074"/>
                    <a:gd name="connsiteY37-28906" fmla="*/ 586 h 5728"/>
                    <a:gd name="connsiteX38-28907" fmla="*/ 4435 w 5074"/>
                    <a:gd name="connsiteY38-28908" fmla="*/ 578 h 5728"/>
                    <a:gd name="connsiteX39-28909" fmla="*/ 4695 w 5074"/>
                    <a:gd name="connsiteY39-28910" fmla="*/ 490 h 5728"/>
                    <a:gd name="connsiteX40-28911" fmla="*/ 4915 w 5074"/>
                    <a:gd name="connsiteY40-28912" fmla="*/ 479 h 5728"/>
                    <a:gd name="connsiteX41-28913" fmla="*/ 4975 w 5074"/>
                    <a:gd name="connsiteY41-28914" fmla="*/ 648 h 5728"/>
                    <a:gd name="connsiteX42-28915" fmla="*/ 4893 w 5074"/>
                    <a:gd name="connsiteY42-28916" fmla="*/ 944 h 5728"/>
                    <a:gd name="connsiteX43-28917" fmla="*/ 4893 w 5074"/>
                    <a:gd name="connsiteY43-28918" fmla="*/ 1022 h 5728"/>
                    <a:gd name="connsiteX44-28919" fmla="*/ 4962 w 5074"/>
                    <a:gd name="connsiteY44-28920" fmla="*/ 1168 h 5728"/>
                    <a:gd name="connsiteX45-28921" fmla="*/ 4977 w 5074"/>
                    <a:gd name="connsiteY45-28922" fmla="*/ 1427 h 5728"/>
                    <a:gd name="connsiteX46-28923" fmla="*/ 4979 w 5074"/>
                    <a:gd name="connsiteY46-28924" fmla="*/ 1617 h 5728"/>
                    <a:gd name="connsiteX47-28925" fmla="*/ 4912 w 5074"/>
                    <a:gd name="connsiteY47-28926" fmla="*/ 1625 h 5728"/>
                    <a:gd name="connsiteX48-28927" fmla="*/ 4890 w 5074"/>
                    <a:gd name="connsiteY48-28928" fmla="*/ 1507 h 5728"/>
                    <a:gd name="connsiteX49-28929" fmla="*/ 4855 w 5074"/>
                    <a:gd name="connsiteY49-28930" fmla="*/ 1450 h 5728"/>
                    <a:gd name="connsiteX50-28931" fmla="*/ 4765 w 5074"/>
                    <a:gd name="connsiteY50-28932" fmla="*/ 1582 h 5728"/>
                    <a:gd name="connsiteX51-28933" fmla="*/ 4652 w 5074"/>
                    <a:gd name="connsiteY51-28934" fmla="*/ 1776 h 5728"/>
                    <a:gd name="connsiteX52-28935" fmla="*/ 4533 w 5074"/>
                    <a:gd name="connsiteY52-28936" fmla="*/ 1904 h 5728"/>
                    <a:gd name="connsiteX53-28937" fmla="*/ 4526 w 5074"/>
                    <a:gd name="connsiteY53-28938" fmla="*/ 2018 h 5728"/>
                    <a:gd name="connsiteX54-28939" fmla="*/ 4586 w 5074"/>
                    <a:gd name="connsiteY54-28940" fmla="*/ 2115 h 5728"/>
                    <a:gd name="connsiteX55-28941" fmla="*/ 4688 w 5074"/>
                    <a:gd name="connsiteY55-28942" fmla="*/ 2183 h 5728"/>
                    <a:gd name="connsiteX56-28943" fmla="*/ 4765 w 5074"/>
                    <a:gd name="connsiteY56-28944" fmla="*/ 2178 h 5728"/>
                    <a:gd name="connsiteX57-28945" fmla="*/ 4810 w 5074"/>
                    <a:gd name="connsiteY57-28946" fmla="*/ 2104 h 5728"/>
                    <a:gd name="connsiteX58-28947" fmla="*/ 4844 w 5074"/>
                    <a:gd name="connsiteY58-28948" fmla="*/ 2210 h 5728"/>
                    <a:gd name="connsiteX59-28949" fmla="*/ 4732 w 5074"/>
                    <a:gd name="connsiteY59-28950" fmla="*/ 2249 h 5728"/>
                    <a:gd name="connsiteX60-28951" fmla="*/ 4779 w 5074"/>
                    <a:gd name="connsiteY60-28952" fmla="*/ 2362 h 5728"/>
                    <a:gd name="connsiteX61-28953" fmla="*/ 4644 w 5074"/>
                    <a:gd name="connsiteY61-28954" fmla="*/ 2509 h 5728"/>
                    <a:gd name="connsiteX62-28955" fmla="*/ 4603 w 5074"/>
                    <a:gd name="connsiteY62-28956" fmla="*/ 2498 h 5728"/>
                    <a:gd name="connsiteX63-28957" fmla="*/ 4479 w 5074"/>
                    <a:gd name="connsiteY63-28958" fmla="*/ 2413 h 5728"/>
                    <a:gd name="connsiteX64-28959" fmla="*/ 4424 w 5074"/>
                    <a:gd name="connsiteY64-28960" fmla="*/ 2412 h 5728"/>
                    <a:gd name="connsiteX65-28961" fmla="*/ 4389 w 5074"/>
                    <a:gd name="connsiteY65-28962" fmla="*/ 2480 h 5728"/>
                    <a:gd name="connsiteX66-28963" fmla="*/ 4392 w 5074"/>
                    <a:gd name="connsiteY66-28964" fmla="*/ 2562 h 5728"/>
                    <a:gd name="connsiteX67-28965" fmla="*/ 4570 w 5074"/>
                    <a:gd name="connsiteY67-28966" fmla="*/ 2730 h 5728"/>
                    <a:gd name="connsiteX68-28967" fmla="*/ 4569 w 5074"/>
                    <a:gd name="connsiteY68-28968" fmla="*/ 2844 h 5728"/>
                    <a:gd name="connsiteX69-28969" fmla="*/ 4660 w 5074"/>
                    <a:gd name="connsiteY69-28970" fmla="*/ 3060 h 5728"/>
                    <a:gd name="connsiteX70-28971" fmla="*/ 4686 w 5074"/>
                    <a:gd name="connsiteY70-28972" fmla="*/ 3090 h 5728"/>
                    <a:gd name="connsiteX71-28973" fmla="*/ 4730 w 5074"/>
                    <a:gd name="connsiteY71-28974" fmla="*/ 3094 h 5728"/>
                    <a:gd name="connsiteX72-28975" fmla="*/ 4776 w 5074"/>
                    <a:gd name="connsiteY72-28976" fmla="*/ 3010 h 5728"/>
                    <a:gd name="connsiteX73-28977" fmla="*/ 4856 w 5074"/>
                    <a:gd name="connsiteY73-28978" fmla="*/ 2950 h 5728"/>
                    <a:gd name="connsiteX74-28979" fmla="*/ 4951 w 5074"/>
                    <a:gd name="connsiteY74-28980" fmla="*/ 3126 h 5728"/>
                    <a:gd name="connsiteX75-28981" fmla="*/ 5061 w 5074"/>
                    <a:gd name="connsiteY75-28982" fmla="*/ 3312 h 5728"/>
                    <a:gd name="connsiteX76-28983" fmla="*/ 5074 w 5074"/>
                    <a:gd name="connsiteY76-28984" fmla="*/ 3342 h 5728"/>
                    <a:gd name="connsiteX77-28985" fmla="*/ 5063 w 5074"/>
                    <a:gd name="connsiteY77-28986" fmla="*/ 3518 h 5728"/>
                    <a:gd name="connsiteX78-28987" fmla="*/ 5028 w 5074"/>
                    <a:gd name="connsiteY78-28988" fmla="*/ 3554 h 5728"/>
                    <a:gd name="connsiteX79-28989" fmla="*/ 4939 w 5074"/>
                    <a:gd name="connsiteY79-28990" fmla="*/ 3515 h 5728"/>
                    <a:gd name="connsiteX80-28991" fmla="*/ 4705 w 5074"/>
                    <a:gd name="connsiteY80-28992" fmla="*/ 3644 h 5728"/>
                    <a:gd name="connsiteX81-28993" fmla="*/ 4679 w 5074"/>
                    <a:gd name="connsiteY81-28994" fmla="*/ 3666 h 5728"/>
                    <a:gd name="connsiteX82-28995" fmla="*/ 4499 w 5074"/>
                    <a:gd name="connsiteY82-28996" fmla="*/ 3812 h 5728"/>
                    <a:gd name="connsiteX83-28997" fmla="*/ 4358 w 5074"/>
                    <a:gd name="connsiteY83-28998" fmla="*/ 3926 h 5728"/>
                    <a:gd name="connsiteX84-28999" fmla="*/ 4323 w 5074"/>
                    <a:gd name="connsiteY84-29000" fmla="*/ 3965 h 5728"/>
                    <a:gd name="connsiteX85-29001" fmla="*/ 4271 w 5074"/>
                    <a:gd name="connsiteY85-29002" fmla="*/ 3973 h 5728"/>
                    <a:gd name="connsiteX86-29003" fmla="*/ 4214 w 5074"/>
                    <a:gd name="connsiteY86-29004" fmla="*/ 3916 h 5728"/>
                    <a:gd name="connsiteX87-29005" fmla="*/ 4090 w 5074"/>
                    <a:gd name="connsiteY87-29006" fmla="*/ 3808 h 5728"/>
                    <a:gd name="connsiteX88-29007" fmla="*/ 4114 w 5074"/>
                    <a:gd name="connsiteY88-29008" fmla="*/ 4064 h 5728"/>
                    <a:gd name="connsiteX89-29009" fmla="*/ 4123 w 5074"/>
                    <a:gd name="connsiteY89-29010" fmla="*/ 4192 h 5728"/>
                    <a:gd name="connsiteX90-29011" fmla="*/ 3861 w 5074"/>
                    <a:gd name="connsiteY90-29012" fmla="*/ 4166 h 5728"/>
                    <a:gd name="connsiteX91-29013" fmla="*/ 3779 w 5074"/>
                    <a:gd name="connsiteY91-29014" fmla="*/ 3987 h 5728"/>
                    <a:gd name="connsiteX92-29015" fmla="*/ 3697 w 5074"/>
                    <a:gd name="connsiteY92-29016" fmla="*/ 3802 h 5728"/>
                    <a:gd name="connsiteX93-29017" fmla="*/ 1425 w 5074"/>
                    <a:gd name="connsiteY93-29018" fmla="*/ 5516 h 5728"/>
                    <a:gd name="connsiteX94-29019" fmla="*/ 1408 w 5074"/>
                    <a:gd name="connsiteY94-29020" fmla="*/ 5659 h 5728"/>
                    <a:gd name="connsiteX95-29021" fmla="*/ 1392 w 5074"/>
                    <a:gd name="connsiteY95-29022" fmla="*/ 5669 h 5728"/>
                    <a:gd name="connsiteX96-29023" fmla="*/ 1070 w 5074"/>
                    <a:gd name="connsiteY96-29024" fmla="*/ 5621 h 5728"/>
                    <a:gd name="connsiteX97-29025" fmla="*/ 968 w 5074"/>
                    <a:gd name="connsiteY97-29026" fmla="*/ 5566 h 5728"/>
                    <a:gd name="connsiteX98-29027" fmla="*/ 914 w 5074"/>
                    <a:gd name="connsiteY98-29028" fmla="*/ 5503 h 5728"/>
                    <a:gd name="connsiteX99-29029" fmla="*/ 809 w 5074"/>
                    <a:gd name="connsiteY99-29030" fmla="*/ 5477 h 5728"/>
                    <a:gd name="connsiteX100-29031" fmla="*/ 809 w 5074"/>
                    <a:gd name="connsiteY100-29032" fmla="*/ 5379 h 5728"/>
                    <a:gd name="connsiteX101-29033" fmla="*/ 547 w 5074"/>
                    <a:gd name="connsiteY101-29034" fmla="*/ 5386 h 5728"/>
                    <a:gd name="connsiteX102-29035" fmla="*/ 553 w 5074"/>
                    <a:gd name="connsiteY102-29036" fmla="*/ 5510 h 5728"/>
                    <a:gd name="connsiteX103-29037" fmla="*/ 514 w 5074"/>
                    <a:gd name="connsiteY103-29038" fmla="*/ 5558 h 5728"/>
                    <a:gd name="connsiteX104-29039" fmla="*/ 383 w 5074"/>
                    <a:gd name="connsiteY104-29040" fmla="*/ 5617 h 5728"/>
                    <a:gd name="connsiteX105-29041" fmla="*/ 217 w 5074"/>
                    <a:gd name="connsiteY105-29042" fmla="*/ 5649 h 5728"/>
                    <a:gd name="connsiteX106-29043" fmla="*/ 114 w 5074"/>
                    <a:gd name="connsiteY106-29044" fmla="*/ 5728 h 5728"/>
                    <a:gd name="connsiteX107-29045" fmla="*/ 0 w 5074"/>
                    <a:gd name="connsiteY107-29046" fmla="*/ 5611 h 5728"/>
                    <a:gd name="connsiteX0-29047" fmla="*/ 3888 w 5074"/>
                    <a:gd name="connsiteY0-29048" fmla="*/ 2333 h 5728"/>
                    <a:gd name="connsiteX1-29049" fmla="*/ 3886 w 5074"/>
                    <a:gd name="connsiteY1-29050" fmla="*/ 2117 h 5728"/>
                    <a:gd name="connsiteX2-29051" fmla="*/ 3810 w 5074"/>
                    <a:gd name="connsiteY2-29052" fmla="*/ 2039 h 5728"/>
                    <a:gd name="connsiteX3-29053" fmla="*/ 3667 w 5074"/>
                    <a:gd name="connsiteY3-29054" fmla="*/ 1951 h 5728"/>
                    <a:gd name="connsiteX4-29055" fmla="*/ 3575 w 5074"/>
                    <a:gd name="connsiteY4-29056" fmla="*/ 1827 h 5728"/>
                    <a:gd name="connsiteX5-29057" fmla="*/ 3479 w 5074"/>
                    <a:gd name="connsiteY5-29058" fmla="*/ 1828 h 5728"/>
                    <a:gd name="connsiteX6-29059" fmla="*/ 3434 w 5074"/>
                    <a:gd name="connsiteY6-29060" fmla="*/ 1883 h 5728"/>
                    <a:gd name="connsiteX7-29061" fmla="*/ 3341 w 5074"/>
                    <a:gd name="connsiteY7-29062" fmla="*/ 1877 h 5728"/>
                    <a:gd name="connsiteX8-29063" fmla="*/ 3321 w 5074"/>
                    <a:gd name="connsiteY8-29064" fmla="*/ 1994 h 5728"/>
                    <a:gd name="connsiteX9-29065" fmla="*/ 3140 w 5074"/>
                    <a:gd name="connsiteY9-29066" fmla="*/ 1941 h 5728"/>
                    <a:gd name="connsiteX10-29067" fmla="*/ 3057 w 5074"/>
                    <a:gd name="connsiteY10-29068" fmla="*/ 1939 h 5728"/>
                    <a:gd name="connsiteX11-29069" fmla="*/ 2932 w 5074"/>
                    <a:gd name="connsiteY11-29070" fmla="*/ 2014 h 5728"/>
                    <a:gd name="connsiteX12-29071" fmla="*/ 2820 w 5074"/>
                    <a:gd name="connsiteY12-29072" fmla="*/ 1890 h 5728"/>
                    <a:gd name="connsiteX13-29073" fmla="*/ 2914 w 5074"/>
                    <a:gd name="connsiteY13-29074" fmla="*/ 1804 h 5728"/>
                    <a:gd name="connsiteX14-29075" fmla="*/ 2918 w 5074"/>
                    <a:gd name="connsiteY14-29076" fmla="*/ 1634 h 5728"/>
                    <a:gd name="connsiteX15-29077" fmla="*/ 2973 w 5074"/>
                    <a:gd name="connsiteY15-29078" fmla="*/ 1514 h 5728"/>
                    <a:gd name="connsiteX16-29079" fmla="*/ 3016 w 5074"/>
                    <a:gd name="connsiteY16-29080" fmla="*/ 1306 h 5728"/>
                    <a:gd name="connsiteX17-29081" fmla="*/ 3076 w 5074"/>
                    <a:gd name="connsiteY17-29082" fmla="*/ 1307 h 5728"/>
                    <a:gd name="connsiteX18-29083" fmla="*/ 3399 w 5074"/>
                    <a:gd name="connsiteY18-29084" fmla="*/ 1286 h 5728"/>
                    <a:gd name="connsiteX19-29085" fmla="*/ 3573 w 5074"/>
                    <a:gd name="connsiteY19-29086" fmla="*/ 1117 h 5728"/>
                    <a:gd name="connsiteX20-29087" fmla="*/ 3642 w 5074"/>
                    <a:gd name="connsiteY20-29088" fmla="*/ 748 h 5728"/>
                    <a:gd name="connsiteX21-29089" fmla="*/ 3752 w 5074"/>
                    <a:gd name="connsiteY21-29090" fmla="*/ 486 h 5728"/>
                    <a:gd name="connsiteX22-29091" fmla="*/ 3750 w 5074"/>
                    <a:gd name="connsiteY22-29092" fmla="*/ 358 h 5728"/>
                    <a:gd name="connsiteX23-29093" fmla="*/ 3737 w 5074"/>
                    <a:gd name="connsiteY23-29094" fmla="*/ 328 h 5728"/>
                    <a:gd name="connsiteX24-29095" fmla="*/ 3670 w 5074"/>
                    <a:gd name="connsiteY24-29096" fmla="*/ 251 h 5728"/>
                    <a:gd name="connsiteX25-29097" fmla="*/ 3610 w 5074"/>
                    <a:gd name="connsiteY25-29098" fmla="*/ 217 h 5728"/>
                    <a:gd name="connsiteX26-29099" fmla="*/ 3735 w 5074"/>
                    <a:gd name="connsiteY26-29100" fmla="*/ 56 h 5728"/>
                    <a:gd name="connsiteX27-29101" fmla="*/ 3908 w 5074"/>
                    <a:gd name="connsiteY27-29102" fmla="*/ 2 h 5728"/>
                    <a:gd name="connsiteX28-29103" fmla="*/ 3940 w 5074"/>
                    <a:gd name="connsiteY28-29104" fmla="*/ 49 h 5728"/>
                    <a:gd name="connsiteX29-29105" fmla="*/ 3930 w 5074"/>
                    <a:gd name="connsiteY29-29106" fmla="*/ 133 h 5728"/>
                    <a:gd name="connsiteX30-29107" fmla="*/ 3869 w 5074"/>
                    <a:gd name="connsiteY30-29108" fmla="*/ 243 h 5728"/>
                    <a:gd name="connsiteX31-29109" fmla="*/ 3939 w 5074"/>
                    <a:gd name="connsiteY31-29110" fmla="*/ 301 h 5728"/>
                    <a:gd name="connsiteX32-29111" fmla="*/ 4053 w 5074"/>
                    <a:gd name="connsiteY32-29112" fmla="*/ 366 h 5728"/>
                    <a:gd name="connsiteX33-29113" fmla="*/ 4073 w 5074"/>
                    <a:gd name="connsiteY33-29114" fmla="*/ 255 h 5728"/>
                    <a:gd name="connsiteX34-29115" fmla="*/ 4207 w 5074"/>
                    <a:gd name="connsiteY34-29116" fmla="*/ 291 h 5728"/>
                    <a:gd name="connsiteX35-29117" fmla="*/ 4232 w 5074"/>
                    <a:gd name="connsiteY35-29118" fmla="*/ 331 h 5728"/>
                    <a:gd name="connsiteX36-29119" fmla="*/ 4308 w 5074"/>
                    <a:gd name="connsiteY36-29120" fmla="*/ 562 h 5728"/>
                    <a:gd name="connsiteX37-29121" fmla="*/ 4343 w 5074"/>
                    <a:gd name="connsiteY37-29122" fmla="*/ 586 h 5728"/>
                    <a:gd name="connsiteX38-29123" fmla="*/ 4435 w 5074"/>
                    <a:gd name="connsiteY38-29124" fmla="*/ 578 h 5728"/>
                    <a:gd name="connsiteX39-29125" fmla="*/ 4695 w 5074"/>
                    <a:gd name="connsiteY39-29126" fmla="*/ 490 h 5728"/>
                    <a:gd name="connsiteX40-29127" fmla="*/ 4915 w 5074"/>
                    <a:gd name="connsiteY40-29128" fmla="*/ 479 h 5728"/>
                    <a:gd name="connsiteX41-29129" fmla="*/ 4975 w 5074"/>
                    <a:gd name="connsiteY41-29130" fmla="*/ 648 h 5728"/>
                    <a:gd name="connsiteX42-29131" fmla="*/ 4893 w 5074"/>
                    <a:gd name="connsiteY42-29132" fmla="*/ 944 h 5728"/>
                    <a:gd name="connsiteX43-29133" fmla="*/ 4893 w 5074"/>
                    <a:gd name="connsiteY43-29134" fmla="*/ 1022 h 5728"/>
                    <a:gd name="connsiteX44-29135" fmla="*/ 4962 w 5074"/>
                    <a:gd name="connsiteY44-29136" fmla="*/ 1168 h 5728"/>
                    <a:gd name="connsiteX45-29137" fmla="*/ 4977 w 5074"/>
                    <a:gd name="connsiteY45-29138" fmla="*/ 1427 h 5728"/>
                    <a:gd name="connsiteX46-29139" fmla="*/ 4979 w 5074"/>
                    <a:gd name="connsiteY46-29140" fmla="*/ 1617 h 5728"/>
                    <a:gd name="connsiteX47-29141" fmla="*/ 4912 w 5074"/>
                    <a:gd name="connsiteY47-29142" fmla="*/ 1625 h 5728"/>
                    <a:gd name="connsiteX48-29143" fmla="*/ 4890 w 5074"/>
                    <a:gd name="connsiteY48-29144" fmla="*/ 1507 h 5728"/>
                    <a:gd name="connsiteX49-29145" fmla="*/ 4855 w 5074"/>
                    <a:gd name="connsiteY49-29146" fmla="*/ 1450 h 5728"/>
                    <a:gd name="connsiteX50-29147" fmla="*/ 4765 w 5074"/>
                    <a:gd name="connsiteY50-29148" fmla="*/ 1582 h 5728"/>
                    <a:gd name="connsiteX51-29149" fmla="*/ 4652 w 5074"/>
                    <a:gd name="connsiteY51-29150" fmla="*/ 1776 h 5728"/>
                    <a:gd name="connsiteX52-29151" fmla="*/ 4533 w 5074"/>
                    <a:gd name="connsiteY52-29152" fmla="*/ 1904 h 5728"/>
                    <a:gd name="connsiteX53-29153" fmla="*/ 4526 w 5074"/>
                    <a:gd name="connsiteY53-29154" fmla="*/ 2018 h 5728"/>
                    <a:gd name="connsiteX54-29155" fmla="*/ 4586 w 5074"/>
                    <a:gd name="connsiteY54-29156" fmla="*/ 2115 h 5728"/>
                    <a:gd name="connsiteX55-29157" fmla="*/ 4688 w 5074"/>
                    <a:gd name="connsiteY55-29158" fmla="*/ 2183 h 5728"/>
                    <a:gd name="connsiteX56-29159" fmla="*/ 4765 w 5074"/>
                    <a:gd name="connsiteY56-29160" fmla="*/ 2178 h 5728"/>
                    <a:gd name="connsiteX57-29161" fmla="*/ 4810 w 5074"/>
                    <a:gd name="connsiteY57-29162" fmla="*/ 2104 h 5728"/>
                    <a:gd name="connsiteX58-29163" fmla="*/ 4844 w 5074"/>
                    <a:gd name="connsiteY58-29164" fmla="*/ 2210 h 5728"/>
                    <a:gd name="connsiteX59-29165" fmla="*/ 4732 w 5074"/>
                    <a:gd name="connsiteY59-29166" fmla="*/ 2249 h 5728"/>
                    <a:gd name="connsiteX60-29167" fmla="*/ 4779 w 5074"/>
                    <a:gd name="connsiteY60-29168" fmla="*/ 2362 h 5728"/>
                    <a:gd name="connsiteX61-29169" fmla="*/ 4644 w 5074"/>
                    <a:gd name="connsiteY61-29170" fmla="*/ 2509 h 5728"/>
                    <a:gd name="connsiteX62-29171" fmla="*/ 4603 w 5074"/>
                    <a:gd name="connsiteY62-29172" fmla="*/ 2498 h 5728"/>
                    <a:gd name="connsiteX63-29173" fmla="*/ 4479 w 5074"/>
                    <a:gd name="connsiteY63-29174" fmla="*/ 2413 h 5728"/>
                    <a:gd name="connsiteX64-29175" fmla="*/ 4424 w 5074"/>
                    <a:gd name="connsiteY64-29176" fmla="*/ 2412 h 5728"/>
                    <a:gd name="connsiteX65-29177" fmla="*/ 4389 w 5074"/>
                    <a:gd name="connsiteY65-29178" fmla="*/ 2480 h 5728"/>
                    <a:gd name="connsiteX66-29179" fmla="*/ 4392 w 5074"/>
                    <a:gd name="connsiteY66-29180" fmla="*/ 2562 h 5728"/>
                    <a:gd name="connsiteX67-29181" fmla="*/ 4570 w 5074"/>
                    <a:gd name="connsiteY67-29182" fmla="*/ 2730 h 5728"/>
                    <a:gd name="connsiteX68-29183" fmla="*/ 4569 w 5074"/>
                    <a:gd name="connsiteY68-29184" fmla="*/ 2844 h 5728"/>
                    <a:gd name="connsiteX69-29185" fmla="*/ 4660 w 5074"/>
                    <a:gd name="connsiteY69-29186" fmla="*/ 3060 h 5728"/>
                    <a:gd name="connsiteX70-29187" fmla="*/ 4686 w 5074"/>
                    <a:gd name="connsiteY70-29188" fmla="*/ 3090 h 5728"/>
                    <a:gd name="connsiteX71-29189" fmla="*/ 4730 w 5074"/>
                    <a:gd name="connsiteY71-29190" fmla="*/ 3094 h 5728"/>
                    <a:gd name="connsiteX72-29191" fmla="*/ 4776 w 5074"/>
                    <a:gd name="connsiteY72-29192" fmla="*/ 3010 h 5728"/>
                    <a:gd name="connsiteX73-29193" fmla="*/ 4856 w 5074"/>
                    <a:gd name="connsiteY73-29194" fmla="*/ 2950 h 5728"/>
                    <a:gd name="connsiteX74-29195" fmla="*/ 4951 w 5074"/>
                    <a:gd name="connsiteY74-29196" fmla="*/ 3126 h 5728"/>
                    <a:gd name="connsiteX75-29197" fmla="*/ 5061 w 5074"/>
                    <a:gd name="connsiteY75-29198" fmla="*/ 3312 h 5728"/>
                    <a:gd name="connsiteX76-29199" fmla="*/ 5074 w 5074"/>
                    <a:gd name="connsiteY76-29200" fmla="*/ 3342 h 5728"/>
                    <a:gd name="connsiteX77-29201" fmla="*/ 5063 w 5074"/>
                    <a:gd name="connsiteY77-29202" fmla="*/ 3518 h 5728"/>
                    <a:gd name="connsiteX78-29203" fmla="*/ 5028 w 5074"/>
                    <a:gd name="connsiteY78-29204" fmla="*/ 3554 h 5728"/>
                    <a:gd name="connsiteX79-29205" fmla="*/ 4939 w 5074"/>
                    <a:gd name="connsiteY79-29206" fmla="*/ 3515 h 5728"/>
                    <a:gd name="connsiteX80-29207" fmla="*/ 4705 w 5074"/>
                    <a:gd name="connsiteY80-29208" fmla="*/ 3644 h 5728"/>
                    <a:gd name="connsiteX81-29209" fmla="*/ 4679 w 5074"/>
                    <a:gd name="connsiteY81-29210" fmla="*/ 3666 h 5728"/>
                    <a:gd name="connsiteX82-29211" fmla="*/ 4499 w 5074"/>
                    <a:gd name="connsiteY82-29212" fmla="*/ 3812 h 5728"/>
                    <a:gd name="connsiteX83-29213" fmla="*/ 4358 w 5074"/>
                    <a:gd name="connsiteY83-29214" fmla="*/ 3926 h 5728"/>
                    <a:gd name="connsiteX84-29215" fmla="*/ 4323 w 5074"/>
                    <a:gd name="connsiteY84-29216" fmla="*/ 3965 h 5728"/>
                    <a:gd name="connsiteX85-29217" fmla="*/ 4271 w 5074"/>
                    <a:gd name="connsiteY85-29218" fmla="*/ 3973 h 5728"/>
                    <a:gd name="connsiteX86-29219" fmla="*/ 4214 w 5074"/>
                    <a:gd name="connsiteY86-29220" fmla="*/ 3916 h 5728"/>
                    <a:gd name="connsiteX87-29221" fmla="*/ 4090 w 5074"/>
                    <a:gd name="connsiteY87-29222" fmla="*/ 3808 h 5728"/>
                    <a:gd name="connsiteX88-29223" fmla="*/ 4114 w 5074"/>
                    <a:gd name="connsiteY88-29224" fmla="*/ 4064 h 5728"/>
                    <a:gd name="connsiteX89-29225" fmla="*/ 4123 w 5074"/>
                    <a:gd name="connsiteY89-29226" fmla="*/ 4192 h 5728"/>
                    <a:gd name="connsiteX90-29227" fmla="*/ 3861 w 5074"/>
                    <a:gd name="connsiteY90-29228" fmla="*/ 4166 h 5728"/>
                    <a:gd name="connsiteX91-29229" fmla="*/ 3779 w 5074"/>
                    <a:gd name="connsiteY91-29230" fmla="*/ 3987 h 5728"/>
                    <a:gd name="connsiteX92-29231" fmla="*/ 3697 w 5074"/>
                    <a:gd name="connsiteY92-29232" fmla="*/ 3802 h 5728"/>
                    <a:gd name="connsiteX93-29233" fmla="*/ 1425 w 5074"/>
                    <a:gd name="connsiteY93-29234" fmla="*/ 5516 h 5728"/>
                    <a:gd name="connsiteX94-29235" fmla="*/ 1408 w 5074"/>
                    <a:gd name="connsiteY94-29236" fmla="*/ 5659 h 5728"/>
                    <a:gd name="connsiteX95-29237" fmla="*/ 1070 w 5074"/>
                    <a:gd name="connsiteY95-29238" fmla="*/ 5621 h 5728"/>
                    <a:gd name="connsiteX96-29239" fmla="*/ 968 w 5074"/>
                    <a:gd name="connsiteY96-29240" fmla="*/ 5566 h 5728"/>
                    <a:gd name="connsiteX97-29241" fmla="*/ 914 w 5074"/>
                    <a:gd name="connsiteY97-29242" fmla="*/ 5503 h 5728"/>
                    <a:gd name="connsiteX98-29243" fmla="*/ 809 w 5074"/>
                    <a:gd name="connsiteY98-29244" fmla="*/ 5477 h 5728"/>
                    <a:gd name="connsiteX99-29245" fmla="*/ 809 w 5074"/>
                    <a:gd name="connsiteY99-29246" fmla="*/ 5379 h 5728"/>
                    <a:gd name="connsiteX100-29247" fmla="*/ 547 w 5074"/>
                    <a:gd name="connsiteY100-29248" fmla="*/ 5386 h 5728"/>
                    <a:gd name="connsiteX101-29249" fmla="*/ 553 w 5074"/>
                    <a:gd name="connsiteY101-29250" fmla="*/ 5510 h 5728"/>
                    <a:gd name="connsiteX102-29251" fmla="*/ 514 w 5074"/>
                    <a:gd name="connsiteY102-29252" fmla="*/ 5558 h 5728"/>
                    <a:gd name="connsiteX103-29253" fmla="*/ 383 w 5074"/>
                    <a:gd name="connsiteY103-29254" fmla="*/ 5617 h 5728"/>
                    <a:gd name="connsiteX104-29255" fmla="*/ 217 w 5074"/>
                    <a:gd name="connsiteY104-29256" fmla="*/ 5649 h 5728"/>
                    <a:gd name="connsiteX105-29257" fmla="*/ 114 w 5074"/>
                    <a:gd name="connsiteY105-29258" fmla="*/ 5728 h 5728"/>
                    <a:gd name="connsiteX106-29259" fmla="*/ 0 w 5074"/>
                    <a:gd name="connsiteY106-29260" fmla="*/ 5611 h 5728"/>
                    <a:gd name="connsiteX0-29261" fmla="*/ 3888 w 5074"/>
                    <a:gd name="connsiteY0-29262" fmla="*/ 2333 h 5728"/>
                    <a:gd name="connsiteX1-29263" fmla="*/ 3886 w 5074"/>
                    <a:gd name="connsiteY1-29264" fmla="*/ 2117 h 5728"/>
                    <a:gd name="connsiteX2-29265" fmla="*/ 3810 w 5074"/>
                    <a:gd name="connsiteY2-29266" fmla="*/ 2039 h 5728"/>
                    <a:gd name="connsiteX3-29267" fmla="*/ 3667 w 5074"/>
                    <a:gd name="connsiteY3-29268" fmla="*/ 1951 h 5728"/>
                    <a:gd name="connsiteX4-29269" fmla="*/ 3575 w 5074"/>
                    <a:gd name="connsiteY4-29270" fmla="*/ 1827 h 5728"/>
                    <a:gd name="connsiteX5-29271" fmla="*/ 3479 w 5074"/>
                    <a:gd name="connsiteY5-29272" fmla="*/ 1828 h 5728"/>
                    <a:gd name="connsiteX6-29273" fmla="*/ 3434 w 5074"/>
                    <a:gd name="connsiteY6-29274" fmla="*/ 1883 h 5728"/>
                    <a:gd name="connsiteX7-29275" fmla="*/ 3341 w 5074"/>
                    <a:gd name="connsiteY7-29276" fmla="*/ 1877 h 5728"/>
                    <a:gd name="connsiteX8-29277" fmla="*/ 3321 w 5074"/>
                    <a:gd name="connsiteY8-29278" fmla="*/ 1994 h 5728"/>
                    <a:gd name="connsiteX9-29279" fmla="*/ 3140 w 5074"/>
                    <a:gd name="connsiteY9-29280" fmla="*/ 1941 h 5728"/>
                    <a:gd name="connsiteX10-29281" fmla="*/ 3057 w 5074"/>
                    <a:gd name="connsiteY10-29282" fmla="*/ 1939 h 5728"/>
                    <a:gd name="connsiteX11-29283" fmla="*/ 2932 w 5074"/>
                    <a:gd name="connsiteY11-29284" fmla="*/ 2014 h 5728"/>
                    <a:gd name="connsiteX12-29285" fmla="*/ 2820 w 5074"/>
                    <a:gd name="connsiteY12-29286" fmla="*/ 1890 h 5728"/>
                    <a:gd name="connsiteX13-29287" fmla="*/ 2914 w 5074"/>
                    <a:gd name="connsiteY13-29288" fmla="*/ 1804 h 5728"/>
                    <a:gd name="connsiteX14-29289" fmla="*/ 2918 w 5074"/>
                    <a:gd name="connsiteY14-29290" fmla="*/ 1634 h 5728"/>
                    <a:gd name="connsiteX15-29291" fmla="*/ 2973 w 5074"/>
                    <a:gd name="connsiteY15-29292" fmla="*/ 1514 h 5728"/>
                    <a:gd name="connsiteX16-29293" fmla="*/ 3016 w 5074"/>
                    <a:gd name="connsiteY16-29294" fmla="*/ 1306 h 5728"/>
                    <a:gd name="connsiteX17-29295" fmla="*/ 3076 w 5074"/>
                    <a:gd name="connsiteY17-29296" fmla="*/ 1307 h 5728"/>
                    <a:gd name="connsiteX18-29297" fmla="*/ 3399 w 5074"/>
                    <a:gd name="connsiteY18-29298" fmla="*/ 1286 h 5728"/>
                    <a:gd name="connsiteX19-29299" fmla="*/ 3573 w 5074"/>
                    <a:gd name="connsiteY19-29300" fmla="*/ 1117 h 5728"/>
                    <a:gd name="connsiteX20-29301" fmla="*/ 3642 w 5074"/>
                    <a:gd name="connsiteY20-29302" fmla="*/ 748 h 5728"/>
                    <a:gd name="connsiteX21-29303" fmla="*/ 3752 w 5074"/>
                    <a:gd name="connsiteY21-29304" fmla="*/ 486 h 5728"/>
                    <a:gd name="connsiteX22-29305" fmla="*/ 3750 w 5074"/>
                    <a:gd name="connsiteY22-29306" fmla="*/ 358 h 5728"/>
                    <a:gd name="connsiteX23-29307" fmla="*/ 3737 w 5074"/>
                    <a:gd name="connsiteY23-29308" fmla="*/ 328 h 5728"/>
                    <a:gd name="connsiteX24-29309" fmla="*/ 3670 w 5074"/>
                    <a:gd name="connsiteY24-29310" fmla="*/ 251 h 5728"/>
                    <a:gd name="connsiteX25-29311" fmla="*/ 3610 w 5074"/>
                    <a:gd name="connsiteY25-29312" fmla="*/ 217 h 5728"/>
                    <a:gd name="connsiteX26-29313" fmla="*/ 3735 w 5074"/>
                    <a:gd name="connsiteY26-29314" fmla="*/ 56 h 5728"/>
                    <a:gd name="connsiteX27-29315" fmla="*/ 3908 w 5074"/>
                    <a:gd name="connsiteY27-29316" fmla="*/ 2 h 5728"/>
                    <a:gd name="connsiteX28-29317" fmla="*/ 3940 w 5074"/>
                    <a:gd name="connsiteY28-29318" fmla="*/ 49 h 5728"/>
                    <a:gd name="connsiteX29-29319" fmla="*/ 3930 w 5074"/>
                    <a:gd name="connsiteY29-29320" fmla="*/ 133 h 5728"/>
                    <a:gd name="connsiteX30-29321" fmla="*/ 3869 w 5074"/>
                    <a:gd name="connsiteY30-29322" fmla="*/ 243 h 5728"/>
                    <a:gd name="connsiteX31-29323" fmla="*/ 3939 w 5074"/>
                    <a:gd name="connsiteY31-29324" fmla="*/ 301 h 5728"/>
                    <a:gd name="connsiteX32-29325" fmla="*/ 4053 w 5074"/>
                    <a:gd name="connsiteY32-29326" fmla="*/ 366 h 5728"/>
                    <a:gd name="connsiteX33-29327" fmla="*/ 4073 w 5074"/>
                    <a:gd name="connsiteY33-29328" fmla="*/ 255 h 5728"/>
                    <a:gd name="connsiteX34-29329" fmla="*/ 4207 w 5074"/>
                    <a:gd name="connsiteY34-29330" fmla="*/ 291 h 5728"/>
                    <a:gd name="connsiteX35-29331" fmla="*/ 4232 w 5074"/>
                    <a:gd name="connsiteY35-29332" fmla="*/ 331 h 5728"/>
                    <a:gd name="connsiteX36-29333" fmla="*/ 4308 w 5074"/>
                    <a:gd name="connsiteY36-29334" fmla="*/ 562 h 5728"/>
                    <a:gd name="connsiteX37-29335" fmla="*/ 4343 w 5074"/>
                    <a:gd name="connsiteY37-29336" fmla="*/ 586 h 5728"/>
                    <a:gd name="connsiteX38-29337" fmla="*/ 4435 w 5074"/>
                    <a:gd name="connsiteY38-29338" fmla="*/ 578 h 5728"/>
                    <a:gd name="connsiteX39-29339" fmla="*/ 4695 w 5074"/>
                    <a:gd name="connsiteY39-29340" fmla="*/ 490 h 5728"/>
                    <a:gd name="connsiteX40-29341" fmla="*/ 4915 w 5074"/>
                    <a:gd name="connsiteY40-29342" fmla="*/ 479 h 5728"/>
                    <a:gd name="connsiteX41-29343" fmla="*/ 4975 w 5074"/>
                    <a:gd name="connsiteY41-29344" fmla="*/ 648 h 5728"/>
                    <a:gd name="connsiteX42-29345" fmla="*/ 4893 w 5074"/>
                    <a:gd name="connsiteY42-29346" fmla="*/ 944 h 5728"/>
                    <a:gd name="connsiteX43-29347" fmla="*/ 4893 w 5074"/>
                    <a:gd name="connsiteY43-29348" fmla="*/ 1022 h 5728"/>
                    <a:gd name="connsiteX44-29349" fmla="*/ 4962 w 5074"/>
                    <a:gd name="connsiteY44-29350" fmla="*/ 1168 h 5728"/>
                    <a:gd name="connsiteX45-29351" fmla="*/ 4977 w 5074"/>
                    <a:gd name="connsiteY45-29352" fmla="*/ 1427 h 5728"/>
                    <a:gd name="connsiteX46-29353" fmla="*/ 4979 w 5074"/>
                    <a:gd name="connsiteY46-29354" fmla="*/ 1617 h 5728"/>
                    <a:gd name="connsiteX47-29355" fmla="*/ 4912 w 5074"/>
                    <a:gd name="connsiteY47-29356" fmla="*/ 1625 h 5728"/>
                    <a:gd name="connsiteX48-29357" fmla="*/ 4890 w 5074"/>
                    <a:gd name="connsiteY48-29358" fmla="*/ 1507 h 5728"/>
                    <a:gd name="connsiteX49-29359" fmla="*/ 4855 w 5074"/>
                    <a:gd name="connsiteY49-29360" fmla="*/ 1450 h 5728"/>
                    <a:gd name="connsiteX50-29361" fmla="*/ 4765 w 5074"/>
                    <a:gd name="connsiteY50-29362" fmla="*/ 1582 h 5728"/>
                    <a:gd name="connsiteX51-29363" fmla="*/ 4652 w 5074"/>
                    <a:gd name="connsiteY51-29364" fmla="*/ 1776 h 5728"/>
                    <a:gd name="connsiteX52-29365" fmla="*/ 4533 w 5074"/>
                    <a:gd name="connsiteY52-29366" fmla="*/ 1904 h 5728"/>
                    <a:gd name="connsiteX53-29367" fmla="*/ 4526 w 5074"/>
                    <a:gd name="connsiteY53-29368" fmla="*/ 2018 h 5728"/>
                    <a:gd name="connsiteX54-29369" fmla="*/ 4586 w 5074"/>
                    <a:gd name="connsiteY54-29370" fmla="*/ 2115 h 5728"/>
                    <a:gd name="connsiteX55-29371" fmla="*/ 4688 w 5074"/>
                    <a:gd name="connsiteY55-29372" fmla="*/ 2183 h 5728"/>
                    <a:gd name="connsiteX56-29373" fmla="*/ 4765 w 5074"/>
                    <a:gd name="connsiteY56-29374" fmla="*/ 2178 h 5728"/>
                    <a:gd name="connsiteX57-29375" fmla="*/ 4810 w 5074"/>
                    <a:gd name="connsiteY57-29376" fmla="*/ 2104 h 5728"/>
                    <a:gd name="connsiteX58-29377" fmla="*/ 4844 w 5074"/>
                    <a:gd name="connsiteY58-29378" fmla="*/ 2210 h 5728"/>
                    <a:gd name="connsiteX59-29379" fmla="*/ 4732 w 5074"/>
                    <a:gd name="connsiteY59-29380" fmla="*/ 2249 h 5728"/>
                    <a:gd name="connsiteX60-29381" fmla="*/ 4779 w 5074"/>
                    <a:gd name="connsiteY60-29382" fmla="*/ 2362 h 5728"/>
                    <a:gd name="connsiteX61-29383" fmla="*/ 4644 w 5074"/>
                    <a:gd name="connsiteY61-29384" fmla="*/ 2509 h 5728"/>
                    <a:gd name="connsiteX62-29385" fmla="*/ 4603 w 5074"/>
                    <a:gd name="connsiteY62-29386" fmla="*/ 2498 h 5728"/>
                    <a:gd name="connsiteX63-29387" fmla="*/ 4479 w 5074"/>
                    <a:gd name="connsiteY63-29388" fmla="*/ 2413 h 5728"/>
                    <a:gd name="connsiteX64-29389" fmla="*/ 4424 w 5074"/>
                    <a:gd name="connsiteY64-29390" fmla="*/ 2412 h 5728"/>
                    <a:gd name="connsiteX65-29391" fmla="*/ 4389 w 5074"/>
                    <a:gd name="connsiteY65-29392" fmla="*/ 2480 h 5728"/>
                    <a:gd name="connsiteX66-29393" fmla="*/ 4392 w 5074"/>
                    <a:gd name="connsiteY66-29394" fmla="*/ 2562 h 5728"/>
                    <a:gd name="connsiteX67-29395" fmla="*/ 4570 w 5074"/>
                    <a:gd name="connsiteY67-29396" fmla="*/ 2730 h 5728"/>
                    <a:gd name="connsiteX68-29397" fmla="*/ 4569 w 5074"/>
                    <a:gd name="connsiteY68-29398" fmla="*/ 2844 h 5728"/>
                    <a:gd name="connsiteX69-29399" fmla="*/ 4660 w 5074"/>
                    <a:gd name="connsiteY69-29400" fmla="*/ 3060 h 5728"/>
                    <a:gd name="connsiteX70-29401" fmla="*/ 4686 w 5074"/>
                    <a:gd name="connsiteY70-29402" fmla="*/ 3090 h 5728"/>
                    <a:gd name="connsiteX71-29403" fmla="*/ 4730 w 5074"/>
                    <a:gd name="connsiteY71-29404" fmla="*/ 3094 h 5728"/>
                    <a:gd name="connsiteX72-29405" fmla="*/ 4776 w 5074"/>
                    <a:gd name="connsiteY72-29406" fmla="*/ 3010 h 5728"/>
                    <a:gd name="connsiteX73-29407" fmla="*/ 4856 w 5074"/>
                    <a:gd name="connsiteY73-29408" fmla="*/ 2950 h 5728"/>
                    <a:gd name="connsiteX74-29409" fmla="*/ 4951 w 5074"/>
                    <a:gd name="connsiteY74-29410" fmla="*/ 3126 h 5728"/>
                    <a:gd name="connsiteX75-29411" fmla="*/ 5061 w 5074"/>
                    <a:gd name="connsiteY75-29412" fmla="*/ 3312 h 5728"/>
                    <a:gd name="connsiteX76-29413" fmla="*/ 5074 w 5074"/>
                    <a:gd name="connsiteY76-29414" fmla="*/ 3342 h 5728"/>
                    <a:gd name="connsiteX77-29415" fmla="*/ 5063 w 5074"/>
                    <a:gd name="connsiteY77-29416" fmla="*/ 3518 h 5728"/>
                    <a:gd name="connsiteX78-29417" fmla="*/ 5028 w 5074"/>
                    <a:gd name="connsiteY78-29418" fmla="*/ 3554 h 5728"/>
                    <a:gd name="connsiteX79-29419" fmla="*/ 4939 w 5074"/>
                    <a:gd name="connsiteY79-29420" fmla="*/ 3515 h 5728"/>
                    <a:gd name="connsiteX80-29421" fmla="*/ 4705 w 5074"/>
                    <a:gd name="connsiteY80-29422" fmla="*/ 3644 h 5728"/>
                    <a:gd name="connsiteX81-29423" fmla="*/ 4679 w 5074"/>
                    <a:gd name="connsiteY81-29424" fmla="*/ 3666 h 5728"/>
                    <a:gd name="connsiteX82-29425" fmla="*/ 4499 w 5074"/>
                    <a:gd name="connsiteY82-29426" fmla="*/ 3812 h 5728"/>
                    <a:gd name="connsiteX83-29427" fmla="*/ 4358 w 5074"/>
                    <a:gd name="connsiteY83-29428" fmla="*/ 3926 h 5728"/>
                    <a:gd name="connsiteX84-29429" fmla="*/ 4323 w 5074"/>
                    <a:gd name="connsiteY84-29430" fmla="*/ 3965 h 5728"/>
                    <a:gd name="connsiteX85-29431" fmla="*/ 4271 w 5074"/>
                    <a:gd name="connsiteY85-29432" fmla="*/ 3973 h 5728"/>
                    <a:gd name="connsiteX86-29433" fmla="*/ 4214 w 5074"/>
                    <a:gd name="connsiteY86-29434" fmla="*/ 3916 h 5728"/>
                    <a:gd name="connsiteX87-29435" fmla="*/ 4090 w 5074"/>
                    <a:gd name="connsiteY87-29436" fmla="*/ 3808 h 5728"/>
                    <a:gd name="connsiteX88-29437" fmla="*/ 4114 w 5074"/>
                    <a:gd name="connsiteY88-29438" fmla="*/ 4064 h 5728"/>
                    <a:gd name="connsiteX89-29439" fmla="*/ 4123 w 5074"/>
                    <a:gd name="connsiteY89-29440" fmla="*/ 4192 h 5728"/>
                    <a:gd name="connsiteX90-29441" fmla="*/ 3861 w 5074"/>
                    <a:gd name="connsiteY90-29442" fmla="*/ 4166 h 5728"/>
                    <a:gd name="connsiteX91-29443" fmla="*/ 3779 w 5074"/>
                    <a:gd name="connsiteY91-29444" fmla="*/ 3987 h 5728"/>
                    <a:gd name="connsiteX92-29445" fmla="*/ 3697 w 5074"/>
                    <a:gd name="connsiteY92-29446" fmla="*/ 3802 h 5728"/>
                    <a:gd name="connsiteX93-29447" fmla="*/ 1408 w 5074"/>
                    <a:gd name="connsiteY93-29448" fmla="*/ 5659 h 5728"/>
                    <a:gd name="connsiteX94-29449" fmla="*/ 1070 w 5074"/>
                    <a:gd name="connsiteY94-29450" fmla="*/ 5621 h 5728"/>
                    <a:gd name="connsiteX95-29451" fmla="*/ 968 w 5074"/>
                    <a:gd name="connsiteY95-29452" fmla="*/ 5566 h 5728"/>
                    <a:gd name="connsiteX96-29453" fmla="*/ 914 w 5074"/>
                    <a:gd name="connsiteY96-29454" fmla="*/ 5503 h 5728"/>
                    <a:gd name="connsiteX97-29455" fmla="*/ 809 w 5074"/>
                    <a:gd name="connsiteY97-29456" fmla="*/ 5477 h 5728"/>
                    <a:gd name="connsiteX98-29457" fmla="*/ 809 w 5074"/>
                    <a:gd name="connsiteY98-29458" fmla="*/ 5379 h 5728"/>
                    <a:gd name="connsiteX99-29459" fmla="*/ 547 w 5074"/>
                    <a:gd name="connsiteY99-29460" fmla="*/ 5386 h 5728"/>
                    <a:gd name="connsiteX100-29461" fmla="*/ 553 w 5074"/>
                    <a:gd name="connsiteY100-29462" fmla="*/ 5510 h 5728"/>
                    <a:gd name="connsiteX101-29463" fmla="*/ 514 w 5074"/>
                    <a:gd name="connsiteY101-29464" fmla="*/ 5558 h 5728"/>
                    <a:gd name="connsiteX102-29465" fmla="*/ 383 w 5074"/>
                    <a:gd name="connsiteY102-29466" fmla="*/ 5617 h 5728"/>
                    <a:gd name="connsiteX103-29467" fmla="*/ 217 w 5074"/>
                    <a:gd name="connsiteY103-29468" fmla="*/ 5649 h 5728"/>
                    <a:gd name="connsiteX104-29469" fmla="*/ 114 w 5074"/>
                    <a:gd name="connsiteY104-29470" fmla="*/ 5728 h 5728"/>
                    <a:gd name="connsiteX105-29471" fmla="*/ 0 w 5074"/>
                    <a:gd name="connsiteY105-29472" fmla="*/ 5611 h 5728"/>
                    <a:gd name="connsiteX0-29473" fmla="*/ 3888 w 5074"/>
                    <a:gd name="connsiteY0-29474" fmla="*/ 2333 h 5728"/>
                    <a:gd name="connsiteX1-29475" fmla="*/ 3886 w 5074"/>
                    <a:gd name="connsiteY1-29476" fmla="*/ 2117 h 5728"/>
                    <a:gd name="connsiteX2-29477" fmla="*/ 3810 w 5074"/>
                    <a:gd name="connsiteY2-29478" fmla="*/ 2039 h 5728"/>
                    <a:gd name="connsiteX3-29479" fmla="*/ 3667 w 5074"/>
                    <a:gd name="connsiteY3-29480" fmla="*/ 1951 h 5728"/>
                    <a:gd name="connsiteX4-29481" fmla="*/ 3575 w 5074"/>
                    <a:gd name="connsiteY4-29482" fmla="*/ 1827 h 5728"/>
                    <a:gd name="connsiteX5-29483" fmla="*/ 3479 w 5074"/>
                    <a:gd name="connsiteY5-29484" fmla="*/ 1828 h 5728"/>
                    <a:gd name="connsiteX6-29485" fmla="*/ 3434 w 5074"/>
                    <a:gd name="connsiteY6-29486" fmla="*/ 1883 h 5728"/>
                    <a:gd name="connsiteX7-29487" fmla="*/ 3341 w 5074"/>
                    <a:gd name="connsiteY7-29488" fmla="*/ 1877 h 5728"/>
                    <a:gd name="connsiteX8-29489" fmla="*/ 3321 w 5074"/>
                    <a:gd name="connsiteY8-29490" fmla="*/ 1994 h 5728"/>
                    <a:gd name="connsiteX9-29491" fmla="*/ 3140 w 5074"/>
                    <a:gd name="connsiteY9-29492" fmla="*/ 1941 h 5728"/>
                    <a:gd name="connsiteX10-29493" fmla="*/ 3057 w 5074"/>
                    <a:gd name="connsiteY10-29494" fmla="*/ 1939 h 5728"/>
                    <a:gd name="connsiteX11-29495" fmla="*/ 2932 w 5074"/>
                    <a:gd name="connsiteY11-29496" fmla="*/ 2014 h 5728"/>
                    <a:gd name="connsiteX12-29497" fmla="*/ 2820 w 5074"/>
                    <a:gd name="connsiteY12-29498" fmla="*/ 1890 h 5728"/>
                    <a:gd name="connsiteX13-29499" fmla="*/ 2914 w 5074"/>
                    <a:gd name="connsiteY13-29500" fmla="*/ 1804 h 5728"/>
                    <a:gd name="connsiteX14-29501" fmla="*/ 2918 w 5074"/>
                    <a:gd name="connsiteY14-29502" fmla="*/ 1634 h 5728"/>
                    <a:gd name="connsiteX15-29503" fmla="*/ 2973 w 5074"/>
                    <a:gd name="connsiteY15-29504" fmla="*/ 1514 h 5728"/>
                    <a:gd name="connsiteX16-29505" fmla="*/ 3016 w 5074"/>
                    <a:gd name="connsiteY16-29506" fmla="*/ 1306 h 5728"/>
                    <a:gd name="connsiteX17-29507" fmla="*/ 3076 w 5074"/>
                    <a:gd name="connsiteY17-29508" fmla="*/ 1307 h 5728"/>
                    <a:gd name="connsiteX18-29509" fmla="*/ 3399 w 5074"/>
                    <a:gd name="connsiteY18-29510" fmla="*/ 1286 h 5728"/>
                    <a:gd name="connsiteX19-29511" fmla="*/ 3573 w 5074"/>
                    <a:gd name="connsiteY19-29512" fmla="*/ 1117 h 5728"/>
                    <a:gd name="connsiteX20-29513" fmla="*/ 3642 w 5074"/>
                    <a:gd name="connsiteY20-29514" fmla="*/ 748 h 5728"/>
                    <a:gd name="connsiteX21-29515" fmla="*/ 3752 w 5074"/>
                    <a:gd name="connsiteY21-29516" fmla="*/ 486 h 5728"/>
                    <a:gd name="connsiteX22-29517" fmla="*/ 3750 w 5074"/>
                    <a:gd name="connsiteY22-29518" fmla="*/ 358 h 5728"/>
                    <a:gd name="connsiteX23-29519" fmla="*/ 3737 w 5074"/>
                    <a:gd name="connsiteY23-29520" fmla="*/ 328 h 5728"/>
                    <a:gd name="connsiteX24-29521" fmla="*/ 3670 w 5074"/>
                    <a:gd name="connsiteY24-29522" fmla="*/ 251 h 5728"/>
                    <a:gd name="connsiteX25-29523" fmla="*/ 3610 w 5074"/>
                    <a:gd name="connsiteY25-29524" fmla="*/ 217 h 5728"/>
                    <a:gd name="connsiteX26-29525" fmla="*/ 3735 w 5074"/>
                    <a:gd name="connsiteY26-29526" fmla="*/ 56 h 5728"/>
                    <a:gd name="connsiteX27-29527" fmla="*/ 3908 w 5074"/>
                    <a:gd name="connsiteY27-29528" fmla="*/ 2 h 5728"/>
                    <a:gd name="connsiteX28-29529" fmla="*/ 3940 w 5074"/>
                    <a:gd name="connsiteY28-29530" fmla="*/ 49 h 5728"/>
                    <a:gd name="connsiteX29-29531" fmla="*/ 3930 w 5074"/>
                    <a:gd name="connsiteY29-29532" fmla="*/ 133 h 5728"/>
                    <a:gd name="connsiteX30-29533" fmla="*/ 3869 w 5074"/>
                    <a:gd name="connsiteY30-29534" fmla="*/ 243 h 5728"/>
                    <a:gd name="connsiteX31-29535" fmla="*/ 3939 w 5074"/>
                    <a:gd name="connsiteY31-29536" fmla="*/ 301 h 5728"/>
                    <a:gd name="connsiteX32-29537" fmla="*/ 4053 w 5074"/>
                    <a:gd name="connsiteY32-29538" fmla="*/ 366 h 5728"/>
                    <a:gd name="connsiteX33-29539" fmla="*/ 4073 w 5074"/>
                    <a:gd name="connsiteY33-29540" fmla="*/ 255 h 5728"/>
                    <a:gd name="connsiteX34-29541" fmla="*/ 4207 w 5074"/>
                    <a:gd name="connsiteY34-29542" fmla="*/ 291 h 5728"/>
                    <a:gd name="connsiteX35-29543" fmla="*/ 4232 w 5074"/>
                    <a:gd name="connsiteY35-29544" fmla="*/ 331 h 5728"/>
                    <a:gd name="connsiteX36-29545" fmla="*/ 4308 w 5074"/>
                    <a:gd name="connsiteY36-29546" fmla="*/ 562 h 5728"/>
                    <a:gd name="connsiteX37-29547" fmla="*/ 4343 w 5074"/>
                    <a:gd name="connsiteY37-29548" fmla="*/ 586 h 5728"/>
                    <a:gd name="connsiteX38-29549" fmla="*/ 4435 w 5074"/>
                    <a:gd name="connsiteY38-29550" fmla="*/ 578 h 5728"/>
                    <a:gd name="connsiteX39-29551" fmla="*/ 4695 w 5074"/>
                    <a:gd name="connsiteY39-29552" fmla="*/ 490 h 5728"/>
                    <a:gd name="connsiteX40-29553" fmla="*/ 4915 w 5074"/>
                    <a:gd name="connsiteY40-29554" fmla="*/ 479 h 5728"/>
                    <a:gd name="connsiteX41-29555" fmla="*/ 4975 w 5074"/>
                    <a:gd name="connsiteY41-29556" fmla="*/ 648 h 5728"/>
                    <a:gd name="connsiteX42-29557" fmla="*/ 4893 w 5074"/>
                    <a:gd name="connsiteY42-29558" fmla="*/ 944 h 5728"/>
                    <a:gd name="connsiteX43-29559" fmla="*/ 4893 w 5074"/>
                    <a:gd name="connsiteY43-29560" fmla="*/ 1022 h 5728"/>
                    <a:gd name="connsiteX44-29561" fmla="*/ 4962 w 5074"/>
                    <a:gd name="connsiteY44-29562" fmla="*/ 1168 h 5728"/>
                    <a:gd name="connsiteX45-29563" fmla="*/ 4977 w 5074"/>
                    <a:gd name="connsiteY45-29564" fmla="*/ 1427 h 5728"/>
                    <a:gd name="connsiteX46-29565" fmla="*/ 4979 w 5074"/>
                    <a:gd name="connsiteY46-29566" fmla="*/ 1617 h 5728"/>
                    <a:gd name="connsiteX47-29567" fmla="*/ 4912 w 5074"/>
                    <a:gd name="connsiteY47-29568" fmla="*/ 1625 h 5728"/>
                    <a:gd name="connsiteX48-29569" fmla="*/ 4890 w 5074"/>
                    <a:gd name="connsiteY48-29570" fmla="*/ 1507 h 5728"/>
                    <a:gd name="connsiteX49-29571" fmla="*/ 4855 w 5074"/>
                    <a:gd name="connsiteY49-29572" fmla="*/ 1450 h 5728"/>
                    <a:gd name="connsiteX50-29573" fmla="*/ 4765 w 5074"/>
                    <a:gd name="connsiteY50-29574" fmla="*/ 1582 h 5728"/>
                    <a:gd name="connsiteX51-29575" fmla="*/ 4652 w 5074"/>
                    <a:gd name="connsiteY51-29576" fmla="*/ 1776 h 5728"/>
                    <a:gd name="connsiteX52-29577" fmla="*/ 4533 w 5074"/>
                    <a:gd name="connsiteY52-29578" fmla="*/ 1904 h 5728"/>
                    <a:gd name="connsiteX53-29579" fmla="*/ 4526 w 5074"/>
                    <a:gd name="connsiteY53-29580" fmla="*/ 2018 h 5728"/>
                    <a:gd name="connsiteX54-29581" fmla="*/ 4586 w 5074"/>
                    <a:gd name="connsiteY54-29582" fmla="*/ 2115 h 5728"/>
                    <a:gd name="connsiteX55-29583" fmla="*/ 4688 w 5074"/>
                    <a:gd name="connsiteY55-29584" fmla="*/ 2183 h 5728"/>
                    <a:gd name="connsiteX56-29585" fmla="*/ 4765 w 5074"/>
                    <a:gd name="connsiteY56-29586" fmla="*/ 2178 h 5728"/>
                    <a:gd name="connsiteX57-29587" fmla="*/ 4810 w 5074"/>
                    <a:gd name="connsiteY57-29588" fmla="*/ 2104 h 5728"/>
                    <a:gd name="connsiteX58-29589" fmla="*/ 4844 w 5074"/>
                    <a:gd name="connsiteY58-29590" fmla="*/ 2210 h 5728"/>
                    <a:gd name="connsiteX59-29591" fmla="*/ 4732 w 5074"/>
                    <a:gd name="connsiteY59-29592" fmla="*/ 2249 h 5728"/>
                    <a:gd name="connsiteX60-29593" fmla="*/ 4779 w 5074"/>
                    <a:gd name="connsiteY60-29594" fmla="*/ 2362 h 5728"/>
                    <a:gd name="connsiteX61-29595" fmla="*/ 4644 w 5074"/>
                    <a:gd name="connsiteY61-29596" fmla="*/ 2509 h 5728"/>
                    <a:gd name="connsiteX62-29597" fmla="*/ 4603 w 5074"/>
                    <a:gd name="connsiteY62-29598" fmla="*/ 2498 h 5728"/>
                    <a:gd name="connsiteX63-29599" fmla="*/ 4479 w 5074"/>
                    <a:gd name="connsiteY63-29600" fmla="*/ 2413 h 5728"/>
                    <a:gd name="connsiteX64-29601" fmla="*/ 4424 w 5074"/>
                    <a:gd name="connsiteY64-29602" fmla="*/ 2412 h 5728"/>
                    <a:gd name="connsiteX65-29603" fmla="*/ 4389 w 5074"/>
                    <a:gd name="connsiteY65-29604" fmla="*/ 2480 h 5728"/>
                    <a:gd name="connsiteX66-29605" fmla="*/ 4392 w 5074"/>
                    <a:gd name="connsiteY66-29606" fmla="*/ 2562 h 5728"/>
                    <a:gd name="connsiteX67-29607" fmla="*/ 4570 w 5074"/>
                    <a:gd name="connsiteY67-29608" fmla="*/ 2730 h 5728"/>
                    <a:gd name="connsiteX68-29609" fmla="*/ 4569 w 5074"/>
                    <a:gd name="connsiteY68-29610" fmla="*/ 2844 h 5728"/>
                    <a:gd name="connsiteX69-29611" fmla="*/ 4660 w 5074"/>
                    <a:gd name="connsiteY69-29612" fmla="*/ 3060 h 5728"/>
                    <a:gd name="connsiteX70-29613" fmla="*/ 4686 w 5074"/>
                    <a:gd name="connsiteY70-29614" fmla="*/ 3090 h 5728"/>
                    <a:gd name="connsiteX71-29615" fmla="*/ 4730 w 5074"/>
                    <a:gd name="connsiteY71-29616" fmla="*/ 3094 h 5728"/>
                    <a:gd name="connsiteX72-29617" fmla="*/ 4776 w 5074"/>
                    <a:gd name="connsiteY72-29618" fmla="*/ 3010 h 5728"/>
                    <a:gd name="connsiteX73-29619" fmla="*/ 4856 w 5074"/>
                    <a:gd name="connsiteY73-29620" fmla="*/ 2950 h 5728"/>
                    <a:gd name="connsiteX74-29621" fmla="*/ 4951 w 5074"/>
                    <a:gd name="connsiteY74-29622" fmla="*/ 3126 h 5728"/>
                    <a:gd name="connsiteX75-29623" fmla="*/ 5061 w 5074"/>
                    <a:gd name="connsiteY75-29624" fmla="*/ 3312 h 5728"/>
                    <a:gd name="connsiteX76-29625" fmla="*/ 5074 w 5074"/>
                    <a:gd name="connsiteY76-29626" fmla="*/ 3342 h 5728"/>
                    <a:gd name="connsiteX77-29627" fmla="*/ 5063 w 5074"/>
                    <a:gd name="connsiteY77-29628" fmla="*/ 3518 h 5728"/>
                    <a:gd name="connsiteX78-29629" fmla="*/ 5028 w 5074"/>
                    <a:gd name="connsiteY78-29630" fmla="*/ 3554 h 5728"/>
                    <a:gd name="connsiteX79-29631" fmla="*/ 4939 w 5074"/>
                    <a:gd name="connsiteY79-29632" fmla="*/ 3515 h 5728"/>
                    <a:gd name="connsiteX80-29633" fmla="*/ 4705 w 5074"/>
                    <a:gd name="connsiteY80-29634" fmla="*/ 3644 h 5728"/>
                    <a:gd name="connsiteX81-29635" fmla="*/ 4679 w 5074"/>
                    <a:gd name="connsiteY81-29636" fmla="*/ 3666 h 5728"/>
                    <a:gd name="connsiteX82-29637" fmla="*/ 4499 w 5074"/>
                    <a:gd name="connsiteY82-29638" fmla="*/ 3812 h 5728"/>
                    <a:gd name="connsiteX83-29639" fmla="*/ 4358 w 5074"/>
                    <a:gd name="connsiteY83-29640" fmla="*/ 3926 h 5728"/>
                    <a:gd name="connsiteX84-29641" fmla="*/ 4323 w 5074"/>
                    <a:gd name="connsiteY84-29642" fmla="*/ 3965 h 5728"/>
                    <a:gd name="connsiteX85-29643" fmla="*/ 4271 w 5074"/>
                    <a:gd name="connsiteY85-29644" fmla="*/ 3973 h 5728"/>
                    <a:gd name="connsiteX86-29645" fmla="*/ 4214 w 5074"/>
                    <a:gd name="connsiteY86-29646" fmla="*/ 3916 h 5728"/>
                    <a:gd name="connsiteX87-29647" fmla="*/ 4090 w 5074"/>
                    <a:gd name="connsiteY87-29648" fmla="*/ 3808 h 5728"/>
                    <a:gd name="connsiteX88-29649" fmla="*/ 4114 w 5074"/>
                    <a:gd name="connsiteY88-29650" fmla="*/ 4064 h 5728"/>
                    <a:gd name="connsiteX89-29651" fmla="*/ 4123 w 5074"/>
                    <a:gd name="connsiteY89-29652" fmla="*/ 4192 h 5728"/>
                    <a:gd name="connsiteX90-29653" fmla="*/ 3861 w 5074"/>
                    <a:gd name="connsiteY90-29654" fmla="*/ 4166 h 5728"/>
                    <a:gd name="connsiteX91-29655" fmla="*/ 3779 w 5074"/>
                    <a:gd name="connsiteY91-29656" fmla="*/ 3987 h 5728"/>
                    <a:gd name="connsiteX92-29657" fmla="*/ 3697 w 5074"/>
                    <a:gd name="connsiteY92-29658" fmla="*/ 3802 h 5728"/>
                    <a:gd name="connsiteX93-29659" fmla="*/ 1070 w 5074"/>
                    <a:gd name="connsiteY93-29660" fmla="*/ 5621 h 5728"/>
                    <a:gd name="connsiteX94-29661" fmla="*/ 968 w 5074"/>
                    <a:gd name="connsiteY94-29662" fmla="*/ 5566 h 5728"/>
                    <a:gd name="connsiteX95-29663" fmla="*/ 914 w 5074"/>
                    <a:gd name="connsiteY95-29664" fmla="*/ 5503 h 5728"/>
                    <a:gd name="connsiteX96-29665" fmla="*/ 809 w 5074"/>
                    <a:gd name="connsiteY96-29666" fmla="*/ 5477 h 5728"/>
                    <a:gd name="connsiteX97-29667" fmla="*/ 809 w 5074"/>
                    <a:gd name="connsiteY97-29668" fmla="*/ 5379 h 5728"/>
                    <a:gd name="connsiteX98-29669" fmla="*/ 547 w 5074"/>
                    <a:gd name="connsiteY98-29670" fmla="*/ 5386 h 5728"/>
                    <a:gd name="connsiteX99-29671" fmla="*/ 553 w 5074"/>
                    <a:gd name="connsiteY99-29672" fmla="*/ 5510 h 5728"/>
                    <a:gd name="connsiteX100-29673" fmla="*/ 514 w 5074"/>
                    <a:gd name="connsiteY100-29674" fmla="*/ 5558 h 5728"/>
                    <a:gd name="connsiteX101-29675" fmla="*/ 383 w 5074"/>
                    <a:gd name="connsiteY101-29676" fmla="*/ 5617 h 5728"/>
                    <a:gd name="connsiteX102-29677" fmla="*/ 217 w 5074"/>
                    <a:gd name="connsiteY102-29678" fmla="*/ 5649 h 5728"/>
                    <a:gd name="connsiteX103-29679" fmla="*/ 114 w 5074"/>
                    <a:gd name="connsiteY103-29680" fmla="*/ 5728 h 5728"/>
                    <a:gd name="connsiteX104-29681" fmla="*/ 0 w 5074"/>
                    <a:gd name="connsiteY104-29682" fmla="*/ 5611 h 5728"/>
                    <a:gd name="connsiteX0-29683" fmla="*/ 3888 w 5074"/>
                    <a:gd name="connsiteY0-29684" fmla="*/ 2333 h 5728"/>
                    <a:gd name="connsiteX1-29685" fmla="*/ 3886 w 5074"/>
                    <a:gd name="connsiteY1-29686" fmla="*/ 2117 h 5728"/>
                    <a:gd name="connsiteX2-29687" fmla="*/ 3810 w 5074"/>
                    <a:gd name="connsiteY2-29688" fmla="*/ 2039 h 5728"/>
                    <a:gd name="connsiteX3-29689" fmla="*/ 3667 w 5074"/>
                    <a:gd name="connsiteY3-29690" fmla="*/ 1951 h 5728"/>
                    <a:gd name="connsiteX4-29691" fmla="*/ 3575 w 5074"/>
                    <a:gd name="connsiteY4-29692" fmla="*/ 1827 h 5728"/>
                    <a:gd name="connsiteX5-29693" fmla="*/ 3479 w 5074"/>
                    <a:gd name="connsiteY5-29694" fmla="*/ 1828 h 5728"/>
                    <a:gd name="connsiteX6-29695" fmla="*/ 3434 w 5074"/>
                    <a:gd name="connsiteY6-29696" fmla="*/ 1883 h 5728"/>
                    <a:gd name="connsiteX7-29697" fmla="*/ 3341 w 5074"/>
                    <a:gd name="connsiteY7-29698" fmla="*/ 1877 h 5728"/>
                    <a:gd name="connsiteX8-29699" fmla="*/ 3321 w 5074"/>
                    <a:gd name="connsiteY8-29700" fmla="*/ 1994 h 5728"/>
                    <a:gd name="connsiteX9-29701" fmla="*/ 3140 w 5074"/>
                    <a:gd name="connsiteY9-29702" fmla="*/ 1941 h 5728"/>
                    <a:gd name="connsiteX10-29703" fmla="*/ 3057 w 5074"/>
                    <a:gd name="connsiteY10-29704" fmla="*/ 1939 h 5728"/>
                    <a:gd name="connsiteX11-29705" fmla="*/ 2932 w 5074"/>
                    <a:gd name="connsiteY11-29706" fmla="*/ 2014 h 5728"/>
                    <a:gd name="connsiteX12-29707" fmla="*/ 2820 w 5074"/>
                    <a:gd name="connsiteY12-29708" fmla="*/ 1890 h 5728"/>
                    <a:gd name="connsiteX13-29709" fmla="*/ 2914 w 5074"/>
                    <a:gd name="connsiteY13-29710" fmla="*/ 1804 h 5728"/>
                    <a:gd name="connsiteX14-29711" fmla="*/ 2918 w 5074"/>
                    <a:gd name="connsiteY14-29712" fmla="*/ 1634 h 5728"/>
                    <a:gd name="connsiteX15-29713" fmla="*/ 2973 w 5074"/>
                    <a:gd name="connsiteY15-29714" fmla="*/ 1514 h 5728"/>
                    <a:gd name="connsiteX16-29715" fmla="*/ 3016 w 5074"/>
                    <a:gd name="connsiteY16-29716" fmla="*/ 1306 h 5728"/>
                    <a:gd name="connsiteX17-29717" fmla="*/ 3076 w 5074"/>
                    <a:gd name="connsiteY17-29718" fmla="*/ 1307 h 5728"/>
                    <a:gd name="connsiteX18-29719" fmla="*/ 3399 w 5074"/>
                    <a:gd name="connsiteY18-29720" fmla="*/ 1286 h 5728"/>
                    <a:gd name="connsiteX19-29721" fmla="*/ 3573 w 5074"/>
                    <a:gd name="connsiteY19-29722" fmla="*/ 1117 h 5728"/>
                    <a:gd name="connsiteX20-29723" fmla="*/ 3642 w 5074"/>
                    <a:gd name="connsiteY20-29724" fmla="*/ 748 h 5728"/>
                    <a:gd name="connsiteX21-29725" fmla="*/ 3752 w 5074"/>
                    <a:gd name="connsiteY21-29726" fmla="*/ 486 h 5728"/>
                    <a:gd name="connsiteX22-29727" fmla="*/ 3750 w 5074"/>
                    <a:gd name="connsiteY22-29728" fmla="*/ 358 h 5728"/>
                    <a:gd name="connsiteX23-29729" fmla="*/ 3737 w 5074"/>
                    <a:gd name="connsiteY23-29730" fmla="*/ 328 h 5728"/>
                    <a:gd name="connsiteX24-29731" fmla="*/ 3670 w 5074"/>
                    <a:gd name="connsiteY24-29732" fmla="*/ 251 h 5728"/>
                    <a:gd name="connsiteX25-29733" fmla="*/ 3610 w 5074"/>
                    <a:gd name="connsiteY25-29734" fmla="*/ 217 h 5728"/>
                    <a:gd name="connsiteX26-29735" fmla="*/ 3735 w 5074"/>
                    <a:gd name="connsiteY26-29736" fmla="*/ 56 h 5728"/>
                    <a:gd name="connsiteX27-29737" fmla="*/ 3908 w 5074"/>
                    <a:gd name="connsiteY27-29738" fmla="*/ 2 h 5728"/>
                    <a:gd name="connsiteX28-29739" fmla="*/ 3940 w 5074"/>
                    <a:gd name="connsiteY28-29740" fmla="*/ 49 h 5728"/>
                    <a:gd name="connsiteX29-29741" fmla="*/ 3930 w 5074"/>
                    <a:gd name="connsiteY29-29742" fmla="*/ 133 h 5728"/>
                    <a:gd name="connsiteX30-29743" fmla="*/ 3869 w 5074"/>
                    <a:gd name="connsiteY30-29744" fmla="*/ 243 h 5728"/>
                    <a:gd name="connsiteX31-29745" fmla="*/ 3939 w 5074"/>
                    <a:gd name="connsiteY31-29746" fmla="*/ 301 h 5728"/>
                    <a:gd name="connsiteX32-29747" fmla="*/ 4053 w 5074"/>
                    <a:gd name="connsiteY32-29748" fmla="*/ 366 h 5728"/>
                    <a:gd name="connsiteX33-29749" fmla="*/ 4073 w 5074"/>
                    <a:gd name="connsiteY33-29750" fmla="*/ 255 h 5728"/>
                    <a:gd name="connsiteX34-29751" fmla="*/ 4207 w 5074"/>
                    <a:gd name="connsiteY34-29752" fmla="*/ 291 h 5728"/>
                    <a:gd name="connsiteX35-29753" fmla="*/ 4232 w 5074"/>
                    <a:gd name="connsiteY35-29754" fmla="*/ 331 h 5728"/>
                    <a:gd name="connsiteX36-29755" fmla="*/ 4308 w 5074"/>
                    <a:gd name="connsiteY36-29756" fmla="*/ 562 h 5728"/>
                    <a:gd name="connsiteX37-29757" fmla="*/ 4343 w 5074"/>
                    <a:gd name="connsiteY37-29758" fmla="*/ 586 h 5728"/>
                    <a:gd name="connsiteX38-29759" fmla="*/ 4435 w 5074"/>
                    <a:gd name="connsiteY38-29760" fmla="*/ 578 h 5728"/>
                    <a:gd name="connsiteX39-29761" fmla="*/ 4695 w 5074"/>
                    <a:gd name="connsiteY39-29762" fmla="*/ 490 h 5728"/>
                    <a:gd name="connsiteX40-29763" fmla="*/ 4915 w 5074"/>
                    <a:gd name="connsiteY40-29764" fmla="*/ 479 h 5728"/>
                    <a:gd name="connsiteX41-29765" fmla="*/ 4975 w 5074"/>
                    <a:gd name="connsiteY41-29766" fmla="*/ 648 h 5728"/>
                    <a:gd name="connsiteX42-29767" fmla="*/ 4893 w 5074"/>
                    <a:gd name="connsiteY42-29768" fmla="*/ 944 h 5728"/>
                    <a:gd name="connsiteX43-29769" fmla="*/ 4893 w 5074"/>
                    <a:gd name="connsiteY43-29770" fmla="*/ 1022 h 5728"/>
                    <a:gd name="connsiteX44-29771" fmla="*/ 4962 w 5074"/>
                    <a:gd name="connsiteY44-29772" fmla="*/ 1168 h 5728"/>
                    <a:gd name="connsiteX45-29773" fmla="*/ 4977 w 5074"/>
                    <a:gd name="connsiteY45-29774" fmla="*/ 1427 h 5728"/>
                    <a:gd name="connsiteX46-29775" fmla="*/ 4979 w 5074"/>
                    <a:gd name="connsiteY46-29776" fmla="*/ 1617 h 5728"/>
                    <a:gd name="connsiteX47-29777" fmla="*/ 4912 w 5074"/>
                    <a:gd name="connsiteY47-29778" fmla="*/ 1625 h 5728"/>
                    <a:gd name="connsiteX48-29779" fmla="*/ 4890 w 5074"/>
                    <a:gd name="connsiteY48-29780" fmla="*/ 1507 h 5728"/>
                    <a:gd name="connsiteX49-29781" fmla="*/ 4855 w 5074"/>
                    <a:gd name="connsiteY49-29782" fmla="*/ 1450 h 5728"/>
                    <a:gd name="connsiteX50-29783" fmla="*/ 4765 w 5074"/>
                    <a:gd name="connsiteY50-29784" fmla="*/ 1582 h 5728"/>
                    <a:gd name="connsiteX51-29785" fmla="*/ 4652 w 5074"/>
                    <a:gd name="connsiteY51-29786" fmla="*/ 1776 h 5728"/>
                    <a:gd name="connsiteX52-29787" fmla="*/ 4533 w 5074"/>
                    <a:gd name="connsiteY52-29788" fmla="*/ 1904 h 5728"/>
                    <a:gd name="connsiteX53-29789" fmla="*/ 4526 w 5074"/>
                    <a:gd name="connsiteY53-29790" fmla="*/ 2018 h 5728"/>
                    <a:gd name="connsiteX54-29791" fmla="*/ 4586 w 5074"/>
                    <a:gd name="connsiteY54-29792" fmla="*/ 2115 h 5728"/>
                    <a:gd name="connsiteX55-29793" fmla="*/ 4688 w 5074"/>
                    <a:gd name="connsiteY55-29794" fmla="*/ 2183 h 5728"/>
                    <a:gd name="connsiteX56-29795" fmla="*/ 4765 w 5074"/>
                    <a:gd name="connsiteY56-29796" fmla="*/ 2178 h 5728"/>
                    <a:gd name="connsiteX57-29797" fmla="*/ 4810 w 5074"/>
                    <a:gd name="connsiteY57-29798" fmla="*/ 2104 h 5728"/>
                    <a:gd name="connsiteX58-29799" fmla="*/ 4844 w 5074"/>
                    <a:gd name="connsiteY58-29800" fmla="*/ 2210 h 5728"/>
                    <a:gd name="connsiteX59-29801" fmla="*/ 4732 w 5074"/>
                    <a:gd name="connsiteY59-29802" fmla="*/ 2249 h 5728"/>
                    <a:gd name="connsiteX60-29803" fmla="*/ 4779 w 5074"/>
                    <a:gd name="connsiteY60-29804" fmla="*/ 2362 h 5728"/>
                    <a:gd name="connsiteX61-29805" fmla="*/ 4644 w 5074"/>
                    <a:gd name="connsiteY61-29806" fmla="*/ 2509 h 5728"/>
                    <a:gd name="connsiteX62-29807" fmla="*/ 4603 w 5074"/>
                    <a:gd name="connsiteY62-29808" fmla="*/ 2498 h 5728"/>
                    <a:gd name="connsiteX63-29809" fmla="*/ 4479 w 5074"/>
                    <a:gd name="connsiteY63-29810" fmla="*/ 2413 h 5728"/>
                    <a:gd name="connsiteX64-29811" fmla="*/ 4424 w 5074"/>
                    <a:gd name="connsiteY64-29812" fmla="*/ 2412 h 5728"/>
                    <a:gd name="connsiteX65-29813" fmla="*/ 4389 w 5074"/>
                    <a:gd name="connsiteY65-29814" fmla="*/ 2480 h 5728"/>
                    <a:gd name="connsiteX66-29815" fmla="*/ 4392 w 5074"/>
                    <a:gd name="connsiteY66-29816" fmla="*/ 2562 h 5728"/>
                    <a:gd name="connsiteX67-29817" fmla="*/ 4570 w 5074"/>
                    <a:gd name="connsiteY67-29818" fmla="*/ 2730 h 5728"/>
                    <a:gd name="connsiteX68-29819" fmla="*/ 4569 w 5074"/>
                    <a:gd name="connsiteY68-29820" fmla="*/ 2844 h 5728"/>
                    <a:gd name="connsiteX69-29821" fmla="*/ 4660 w 5074"/>
                    <a:gd name="connsiteY69-29822" fmla="*/ 3060 h 5728"/>
                    <a:gd name="connsiteX70-29823" fmla="*/ 4686 w 5074"/>
                    <a:gd name="connsiteY70-29824" fmla="*/ 3090 h 5728"/>
                    <a:gd name="connsiteX71-29825" fmla="*/ 4730 w 5074"/>
                    <a:gd name="connsiteY71-29826" fmla="*/ 3094 h 5728"/>
                    <a:gd name="connsiteX72-29827" fmla="*/ 4776 w 5074"/>
                    <a:gd name="connsiteY72-29828" fmla="*/ 3010 h 5728"/>
                    <a:gd name="connsiteX73-29829" fmla="*/ 4856 w 5074"/>
                    <a:gd name="connsiteY73-29830" fmla="*/ 2950 h 5728"/>
                    <a:gd name="connsiteX74-29831" fmla="*/ 4951 w 5074"/>
                    <a:gd name="connsiteY74-29832" fmla="*/ 3126 h 5728"/>
                    <a:gd name="connsiteX75-29833" fmla="*/ 5061 w 5074"/>
                    <a:gd name="connsiteY75-29834" fmla="*/ 3312 h 5728"/>
                    <a:gd name="connsiteX76-29835" fmla="*/ 5074 w 5074"/>
                    <a:gd name="connsiteY76-29836" fmla="*/ 3342 h 5728"/>
                    <a:gd name="connsiteX77-29837" fmla="*/ 5063 w 5074"/>
                    <a:gd name="connsiteY77-29838" fmla="*/ 3518 h 5728"/>
                    <a:gd name="connsiteX78-29839" fmla="*/ 5028 w 5074"/>
                    <a:gd name="connsiteY78-29840" fmla="*/ 3554 h 5728"/>
                    <a:gd name="connsiteX79-29841" fmla="*/ 4939 w 5074"/>
                    <a:gd name="connsiteY79-29842" fmla="*/ 3515 h 5728"/>
                    <a:gd name="connsiteX80-29843" fmla="*/ 4705 w 5074"/>
                    <a:gd name="connsiteY80-29844" fmla="*/ 3644 h 5728"/>
                    <a:gd name="connsiteX81-29845" fmla="*/ 4679 w 5074"/>
                    <a:gd name="connsiteY81-29846" fmla="*/ 3666 h 5728"/>
                    <a:gd name="connsiteX82-29847" fmla="*/ 4499 w 5074"/>
                    <a:gd name="connsiteY82-29848" fmla="*/ 3812 h 5728"/>
                    <a:gd name="connsiteX83-29849" fmla="*/ 4358 w 5074"/>
                    <a:gd name="connsiteY83-29850" fmla="*/ 3926 h 5728"/>
                    <a:gd name="connsiteX84-29851" fmla="*/ 4323 w 5074"/>
                    <a:gd name="connsiteY84-29852" fmla="*/ 3965 h 5728"/>
                    <a:gd name="connsiteX85-29853" fmla="*/ 4271 w 5074"/>
                    <a:gd name="connsiteY85-29854" fmla="*/ 3973 h 5728"/>
                    <a:gd name="connsiteX86-29855" fmla="*/ 4214 w 5074"/>
                    <a:gd name="connsiteY86-29856" fmla="*/ 3916 h 5728"/>
                    <a:gd name="connsiteX87-29857" fmla="*/ 4090 w 5074"/>
                    <a:gd name="connsiteY87-29858" fmla="*/ 3808 h 5728"/>
                    <a:gd name="connsiteX88-29859" fmla="*/ 4114 w 5074"/>
                    <a:gd name="connsiteY88-29860" fmla="*/ 4064 h 5728"/>
                    <a:gd name="connsiteX89-29861" fmla="*/ 4123 w 5074"/>
                    <a:gd name="connsiteY89-29862" fmla="*/ 4192 h 5728"/>
                    <a:gd name="connsiteX90-29863" fmla="*/ 3861 w 5074"/>
                    <a:gd name="connsiteY90-29864" fmla="*/ 4166 h 5728"/>
                    <a:gd name="connsiteX91-29865" fmla="*/ 3779 w 5074"/>
                    <a:gd name="connsiteY91-29866" fmla="*/ 3987 h 5728"/>
                    <a:gd name="connsiteX92-29867" fmla="*/ 3697 w 5074"/>
                    <a:gd name="connsiteY92-29868" fmla="*/ 3802 h 5728"/>
                    <a:gd name="connsiteX93-29869" fmla="*/ 968 w 5074"/>
                    <a:gd name="connsiteY93-29870" fmla="*/ 5566 h 5728"/>
                    <a:gd name="connsiteX94-29871" fmla="*/ 914 w 5074"/>
                    <a:gd name="connsiteY94-29872" fmla="*/ 5503 h 5728"/>
                    <a:gd name="connsiteX95-29873" fmla="*/ 809 w 5074"/>
                    <a:gd name="connsiteY95-29874" fmla="*/ 5477 h 5728"/>
                    <a:gd name="connsiteX96-29875" fmla="*/ 809 w 5074"/>
                    <a:gd name="connsiteY96-29876" fmla="*/ 5379 h 5728"/>
                    <a:gd name="connsiteX97-29877" fmla="*/ 547 w 5074"/>
                    <a:gd name="connsiteY97-29878" fmla="*/ 5386 h 5728"/>
                    <a:gd name="connsiteX98-29879" fmla="*/ 553 w 5074"/>
                    <a:gd name="connsiteY98-29880" fmla="*/ 5510 h 5728"/>
                    <a:gd name="connsiteX99-29881" fmla="*/ 514 w 5074"/>
                    <a:gd name="connsiteY99-29882" fmla="*/ 5558 h 5728"/>
                    <a:gd name="connsiteX100-29883" fmla="*/ 383 w 5074"/>
                    <a:gd name="connsiteY100-29884" fmla="*/ 5617 h 5728"/>
                    <a:gd name="connsiteX101-29885" fmla="*/ 217 w 5074"/>
                    <a:gd name="connsiteY101-29886" fmla="*/ 5649 h 5728"/>
                    <a:gd name="connsiteX102-29887" fmla="*/ 114 w 5074"/>
                    <a:gd name="connsiteY102-29888" fmla="*/ 5728 h 5728"/>
                    <a:gd name="connsiteX103-29889" fmla="*/ 0 w 5074"/>
                    <a:gd name="connsiteY103-29890" fmla="*/ 5611 h 5728"/>
                    <a:gd name="connsiteX0-29891" fmla="*/ 3888 w 5074"/>
                    <a:gd name="connsiteY0-29892" fmla="*/ 2333 h 5728"/>
                    <a:gd name="connsiteX1-29893" fmla="*/ 3886 w 5074"/>
                    <a:gd name="connsiteY1-29894" fmla="*/ 2117 h 5728"/>
                    <a:gd name="connsiteX2-29895" fmla="*/ 3810 w 5074"/>
                    <a:gd name="connsiteY2-29896" fmla="*/ 2039 h 5728"/>
                    <a:gd name="connsiteX3-29897" fmla="*/ 3667 w 5074"/>
                    <a:gd name="connsiteY3-29898" fmla="*/ 1951 h 5728"/>
                    <a:gd name="connsiteX4-29899" fmla="*/ 3575 w 5074"/>
                    <a:gd name="connsiteY4-29900" fmla="*/ 1827 h 5728"/>
                    <a:gd name="connsiteX5-29901" fmla="*/ 3479 w 5074"/>
                    <a:gd name="connsiteY5-29902" fmla="*/ 1828 h 5728"/>
                    <a:gd name="connsiteX6-29903" fmla="*/ 3434 w 5074"/>
                    <a:gd name="connsiteY6-29904" fmla="*/ 1883 h 5728"/>
                    <a:gd name="connsiteX7-29905" fmla="*/ 3341 w 5074"/>
                    <a:gd name="connsiteY7-29906" fmla="*/ 1877 h 5728"/>
                    <a:gd name="connsiteX8-29907" fmla="*/ 3321 w 5074"/>
                    <a:gd name="connsiteY8-29908" fmla="*/ 1994 h 5728"/>
                    <a:gd name="connsiteX9-29909" fmla="*/ 3140 w 5074"/>
                    <a:gd name="connsiteY9-29910" fmla="*/ 1941 h 5728"/>
                    <a:gd name="connsiteX10-29911" fmla="*/ 3057 w 5074"/>
                    <a:gd name="connsiteY10-29912" fmla="*/ 1939 h 5728"/>
                    <a:gd name="connsiteX11-29913" fmla="*/ 2932 w 5074"/>
                    <a:gd name="connsiteY11-29914" fmla="*/ 2014 h 5728"/>
                    <a:gd name="connsiteX12-29915" fmla="*/ 2820 w 5074"/>
                    <a:gd name="connsiteY12-29916" fmla="*/ 1890 h 5728"/>
                    <a:gd name="connsiteX13-29917" fmla="*/ 2914 w 5074"/>
                    <a:gd name="connsiteY13-29918" fmla="*/ 1804 h 5728"/>
                    <a:gd name="connsiteX14-29919" fmla="*/ 2918 w 5074"/>
                    <a:gd name="connsiteY14-29920" fmla="*/ 1634 h 5728"/>
                    <a:gd name="connsiteX15-29921" fmla="*/ 2973 w 5074"/>
                    <a:gd name="connsiteY15-29922" fmla="*/ 1514 h 5728"/>
                    <a:gd name="connsiteX16-29923" fmla="*/ 3016 w 5074"/>
                    <a:gd name="connsiteY16-29924" fmla="*/ 1306 h 5728"/>
                    <a:gd name="connsiteX17-29925" fmla="*/ 3076 w 5074"/>
                    <a:gd name="connsiteY17-29926" fmla="*/ 1307 h 5728"/>
                    <a:gd name="connsiteX18-29927" fmla="*/ 3399 w 5074"/>
                    <a:gd name="connsiteY18-29928" fmla="*/ 1286 h 5728"/>
                    <a:gd name="connsiteX19-29929" fmla="*/ 3573 w 5074"/>
                    <a:gd name="connsiteY19-29930" fmla="*/ 1117 h 5728"/>
                    <a:gd name="connsiteX20-29931" fmla="*/ 3642 w 5074"/>
                    <a:gd name="connsiteY20-29932" fmla="*/ 748 h 5728"/>
                    <a:gd name="connsiteX21-29933" fmla="*/ 3752 w 5074"/>
                    <a:gd name="connsiteY21-29934" fmla="*/ 486 h 5728"/>
                    <a:gd name="connsiteX22-29935" fmla="*/ 3750 w 5074"/>
                    <a:gd name="connsiteY22-29936" fmla="*/ 358 h 5728"/>
                    <a:gd name="connsiteX23-29937" fmla="*/ 3737 w 5074"/>
                    <a:gd name="connsiteY23-29938" fmla="*/ 328 h 5728"/>
                    <a:gd name="connsiteX24-29939" fmla="*/ 3670 w 5074"/>
                    <a:gd name="connsiteY24-29940" fmla="*/ 251 h 5728"/>
                    <a:gd name="connsiteX25-29941" fmla="*/ 3610 w 5074"/>
                    <a:gd name="connsiteY25-29942" fmla="*/ 217 h 5728"/>
                    <a:gd name="connsiteX26-29943" fmla="*/ 3735 w 5074"/>
                    <a:gd name="connsiteY26-29944" fmla="*/ 56 h 5728"/>
                    <a:gd name="connsiteX27-29945" fmla="*/ 3908 w 5074"/>
                    <a:gd name="connsiteY27-29946" fmla="*/ 2 h 5728"/>
                    <a:gd name="connsiteX28-29947" fmla="*/ 3940 w 5074"/>
                    <a:gd name="connsiteY28-29948" fmla="*/ 49 h 5728"/>
                    <a:gd name="connsiteX29-29949" fmla="*/ 3930 w 5074"/>
                    <a:gd name="connsiteY29-29950" fmla="*/ 133 h 5728"/>
                    <a:gd name="connsiteX30-29951" fmla="*/ 3869 w 5074"/>
                    <a:gd name="connsiteY30-29952" fmla="*/ 243 h 5728"/>
                    <a:gd name="connsiteX31-29953" fmla="*/ 3939 w 5074"/>
                    <a:gd name="connsiteY31-29954" fmla="*/ 301 h 5728"/>
                    <a:gd name="connsiteX32-29955" fmla="*/ 4053 w 5074"/>
                    <a:gd name="connsiteY32-29956" fmla="*/ 366 h 5728"/>
                    <a:gd name="connsiteX33-29957" fmla="*/ 4073 w 5074"/>
                    <a:gd name="connsiteY33-29958" fmla="*/ 255 h 5728"/>
                    <a:gd name="connsiteX34-29959" fmla="*/ 4207 w 5074"/>
                    <a:gd name="connsiteY34-29960" fmla="*/ 291 h 5728"/>
                    <a:gd name="connsiteX35-29961" fmla="*/ 4232 w 5074"/>
                    <a:gd name="connsiteY35-29962" fmla="*/ 331 h 5728"/>
                    <a:gd name="connsiteX36-29963" fmla="*/ 4308 w 5074"/>
                    <a:gd name="connsiteY36-29964" fmla="*/ 562 h 5728"/>
                    <a:gd name="connsiteX37-29965" fmla="*/ 4343 w 5074"/>
                    <a:gd name="connsiteY37-29966" fmla="*/ 586 h 5728"/>
                    <a:gd name="connsiteX38-29967" fmla="*/ 4435 w 5074"/>
                    <a:gd name="connsiteY38-29968" fmla="*/ 578 h 5728"/>
                    <a:gd name="connsiteX39-29969" fmla="*/ 4695 w 5074"/>
                    <a:gd name="connsiteY39-29970" fmla="*/ 490 h 5728"/>
                    <a:gd name="connsiteX40-29971" fmla="*/ 4915 w 5074"/>
                    <a:gd name="connsiteY40-29972" fmla="*/ 479 h 5728"/>
                    <a:gd name="connsiteX41-29973" fmla="*/ 4975 w 5074"/>
                    <a:gd name="connsiteY41-29974" fmla="*/ 648 h 5728"/>
                    <a:gd name="connsiteX42-29975" fmla="*/ 4893 w 5074"/>
                    <a:gd name="connsiteY42-29976" fmla="*/ 944 h 5728"/>
                    <a:gd name="connsiteX43-29977" fmla="*/ 4893 w 5074"/>
                    <a:gd name="connsiteY43-29978" fmla="*/ 1022 h 5728"/>
                    <a:gd name="connsiteX44-29979" fmla="*/ 4962 w 5074"/>
                    <a:gd name="connsiteY44-29980" fmla="*/ 1168 h 5728"/>
                    <a:gd name="connsiteX45-29981" fmla="*/ 4977 w 5074"/>
                    <a:gd name="connsiteY45-29982" fmla="*/ 1427 h 5728"/>
                    <a:gd name="connsiteX46-29983" fmla="*/ 4979 w 5074"/>
                    <a:gd name="connsiteY46-29984" fmla="*/ 1617 h 5728"/>
                    <a:gd name="connsiteX47-29985" fmla="*/ 4912 w 5074"/>
                    <a:gd name="connsiteY47-29986" fmla="*/ 1625 h 5728"/>
                    <a:gd name="connsiteX48-29987" fmla="*/ 4890 w 5074"/>
                    <a:gd name="connsiteY48-29988" fmla="*/ 1507 h 5728"/>
                    <a:gd name="connsiteX49-29989" fmla="*/ 4855 w 5074"/>
                    <a:gd name="connsiteY49-29990" fmla="*/ 1450 h 5728"/>
                    <a:gd name="connsiteX50-29991" fmla="*/ 4765 w 5074"/>
                    <a:gd name="connsiteY50-29992" fmla="*/ 1582 h 5728"/>
                    <a:gd name="connsiteX51-29993" fmla="*/ 4652 w 5074"/>
                    <a:gd name="connsiteY51-29994" fmla="*/ 1776 h 5728"/>
                    <a:gd name="connsiteX52-29995" fmla="*/ 4533 w 5074"/>
                    <a:gd name="connsiteY52-29996" fmla="*/ 1904 h 5728"/>
                    <a:gd name="connsiteX53-29997" fmla="*/ 4526 w 5074"/>
                    <a:gd name="connsiteY53-29998" fmla="*/ 2018 h 5728"/>
                    <a:gd name="connsiteX54-29999" fmla="*/ 4586 w 5074"/>
                    <a:gd name="connsiteY54-30000" fmla="*/ 2115 h 5728"/>
                    <a:gd name="connsiteX55-30001" fmla="*/ 4688 w 5074"/>
                    <a:gd name="connsiteY55-30002" fmla="*/ 2183 h 5728"/>
                    <a:gd name="connsiteX56-30003" fmla="*/ 4765 w 5074"/>
                    <a:gd name="connsiteY56-30004" fmla="*/ 2178 h 5728"/>
                    <a:gd name="connsiteX57-30005" fmla="*/ 4810 w 5074"/>
                    <a:gd name="connsiteY57-30006" fmla="*/ 2104 h 5728"/>
                    <a:gd name="connsiteX58-30007" fmla="*/ 4844 w 5074"/>
                    <a:gd name="connsiteY58-30008" fmla="*/ 2210 h 5728"/>
                    <a:gd name="connsiteX59-30009" fmla="*/ 4732 w 5074"/>
                    <a:gd name="connsiteY59-30010" fmla="*/ 2249 h 5728"/>
                    <a:gd name="connsiteX60-30011" fmla="*/ 4779 w 5074"/>
                    <a:gd name="connsiteY60-30012" fmla="*/ 2362 h 5728"/>
                    <a:gd name="connsiteX61-30013" fmla="*/ 4644 w 5074"/>
                    <a:gd name="connsiteY61-30014" fmla="*/ 2509 h 5728"/>
                    <a:gd name="connsiteX62-30015" fmla="*/ 4603 w 5074"/>
                    <a:gd name="connsiteY62-30016" fmla="*/ 2498 h 5728"/>
                    <a:gd name="connsiteX63-30017" fmla="*/ 4479 w 5074"/>
                    <a:gd name="connsiteY63-30018" fmla="*/ 2413 h 5728"/>
                    <a:gd name="connsiteX64-30019" fmla="*/ 4424 w 5074"/>
                    <a:gd name="connsiteY64-30020" fmla="*/ 2412 h 5728"/>
                    <a:gd name="connsiteX65-30021" fmla="*/ 4389 w 5074"/>
                    <a:gd name="connsiteY65-30022" fmla="*/ 2480 h 5728"/>
                    <a:gd name="connsiteX66-30023" fmla="*/ 4392 w 5074"/>
                    <a:gd name="connsiteY66-30024" fmla="*/ 2562 h 5728"/>
                    <a:gd name="connsiteX67-30025" fmla="*/ 4570 w 5074"/>
                    <a:gd name="connsiteY67-30026" fmla="*/ 2730 h 5728"/>
                    <a:gd name="connsiteX68-30027" fmla="*/ 4569 w 5074"/>
                    <a:gd name="connsiteY68-30028" fmla="*/ 2844 h 5728"/>
                    <a:gd name="connsiteX69-30029" fmla="*/ 4660 w 5074"/>
                    <a:gd name="connsiteY69-30030" fmla="*/ 3060 h 5728"/>
                    <a:gd name="connsiteX70-30031" fmla="*/ 4686 w 5074"/>
                    <a:gd name="connsiteY70-30032" fmla="*/ 3090 h 5728"/>
                    <a:gd name="connsiteX71-30033" fmla="*/ 4730 w 5074"/>
                    <a:gd name="connsiteY71-30034" fmla="*/ 3094 h 5728"/>
                    <a:gd name="connsiteX72-30035" fmla="*/ 4776 w 5074"/>
                    <a:gd name="connsiteY72-30036" fmla="*/ 3010 h 5728"/>
                    <a:gd name="connsiteX73-30037" fmla="*/ 4856 w 5074"/>
                    <a:gd name="connsiteY73-30038" fmla="*/ 2950 h 5728"/>
                    <a:gd name="connsiteX74-30039" fmla="*/ 4951 w 5074"/>
                    <a:gd name="connsiteY74-30040" fmla="*/ 3126 h 5728"/>
                    <a:gd name="connsiteX75-30041" fmla="*/ 5061 w 5074"/>
                    <a:gd name="connsiteY75-30042" fmla="*/ 3312 h 5728"/>
                    <a:gd name="connsiteX76-30043" fmla="*/ 5074 w 5074"/>
                    <a:gd name="connsiteY76-30044" fmla="*/ 3342 h 5728"/>
                    <a:gd name="connsiteX77-30045" fmla="*/ 5063 w 5074"/>
                    <a:gd name="connsiteY77-30046" fmla="*/ 3518 h 5728"/>
                    <a:gd name="connsiteX78-30047" fmla="*/ 5028 w 5074"/>
                    <a:gd name="connsiteY78-30048" fmla="*/ 3554 h 5728"/>
                    <a:gd name="connsiteX79-30049" fmla="*/ 4939 w 5074"/>
                    <a:gd name="connsiteY79-30050" fmla="*/ 3515 h 5728"/>
                    <a:gd name="connsiteX80-30051" fmla="*/ 4705 w 5074"/>
                    <a:gd name="connsiteY80-30052" fmla="*/ 3644 h 5728"/>
                    <a:gd name="connsiteX81-30053" fmla="*/ 4679 w 5074"/>
                    <a:gd name="connsiteY81-30054" fmla="*/ 3666 h 5728"/>
                    <a:gd name="connsiteX82-30055" fmla="*/ 4499 w 5074"/>
                    <a:gd name="connsiteY82-30056" fmla="*/ 3812 h 5728"/>
                    <a:gd name="connsiteX83-30057" fmla="*/ 4358 w 5074"/>
                    <a:gd name="connsiteY83-30058" fmla="*/ 3926 h 5728"/>
                    <a:gd name="connsiteX84-30059" fmla="*/ 4323 w 5074"/>
                    <a:gd name="connsiteY84-30060" fmla="*/ 3965 h 5728"/>
                    <a:gd name="connsiteX85-30061" fmla="*/ 4271 w 5074"/>
                    <a:gd name="connsiteY85-30062" fmla="*/ 3973 h 5728"/>
                    <a:gd name="connsiteX86-30063" fmla="*/ 4214 w 5074"/>
                    <a:gd name="connsiteY86-30064" fmla="*/ 3916 h 5728"/>
                    <a:gd name="connsiteX87-30065" fmla="*/ 4090 w 5074"/>
                    <a:gd name="connsiteY87-30066" fmla="*/ 3808 h 5728"/>
                    <a:gd name="connsiteX88-30067" fmla="*/ 4114 w 5074"/>
                    <a:gd name="connsiteY88-30068" fmla="*/ 4064 h 5728"/>
                    <a:gd name="connsiteX89-30069" fmla="*/ 4123 w 5074"/>
                    <a:gd name="connsiteY89-30070" fmla="*/ 4192 h 5728"/>
                    <a:gd name="connsiteX90-30071" fmla="*/ 3861 w 5074"/>
                    <a:gd name="connsiteY90-30072" fmla="*/ 4166 h 5728"/>
                    <a:gd name="connsiteX91-30073" fmla="*/ 3779 w 5074"/>
                    <a:gd name="connsiteY91-30074" fmla="*/ 3987 h 5728"/>
                    <a:gd name="connsiteX92-30075" fmla="*/ 3697 w 5074"/>
                    <a:gd name="connsiteY92-30076" fmla="*/ 3802 h 5728"/>
                    <a:gd name="connsiteX93-30077" fmla="*/ 914 w 5074"/>
                    <a:gd name="connsiteY93-30078" fmla="*/ 5503 h 5728"/>
                    <a:gd name="connsiteX94-30079" fmla="*/ 809 w 5074"/>
                    <a:gd name="connsiteY94-30080" fmla="*/ 5477 h 5728"/>
                    <a:gd name="connsiteX95-30081" fmla="*/ 809 w 5074"/>
                    <a:gd name="connsiteY95-30082" fmla="*/ 5379 h 5728"/>
                    <a:gd name="connsiteX96-30083" fmla="*/ 547 w 5074"/>
                    <a:gd name="connsiteY96-30084" fmla="*/ 5386 h 5728"/>
                    <a:gd name="connsiteX97-30085" fmla="*/ 553 w 5074"/>
                    <a:gd name="connsiteY97-30086" fmla="*/ 5510 h 5728"/>
                    <a:gd name="connsiteX98-30087" fmla="*/ 514 w 5074"/>
                    <a:gd name="connsiteY98-30088" fmla="*/ 5558 h 5728"/>
                    <a:gd name="connsiteX99-30089" fmla="*/ 383 w 5074"/>
                    <a:gd name="connsiteY99-30090" fmla="*/ 5617 h 5728"/>
                    <a:gd name="connsiteX100-30091" fmla="*/ 217 w 5074"/>
                    <a:gd name="connsiteY100-30092" fmla="*/ 5649 h 5728"/>
                    <a:gd name="connsiteX101-30093" fmla="*/ 114 w 5074"/>
                    <a:gd name="connsiteY101-30094" fmla="*/ 5728 h 5728"/>
                    <a:gd name="connsiteX102-30095" fmla="*/ 0 w 5074"/>
                    <a:gd name="connsiteY102-30096" fmla="*/ 5611 h 5728"/>
                    <a:gd name="connsiteX0-30097" fmla="*/ 3888 w 5074"/>
                    <a:gd name="connsiteY0-30098" fmla="*/ 2333 h 5728"/>
                    <a:gd name="connsiteX1-30099" fmla="*/ 3886 w 5074"/>
                    <a:gd name="connsiteY1-30100" fmla="*/ 2117 h 5728"/>
                    <a:gd name="connsiteX2-30101" fmla="*/ 3810 w 5074"/>
                    <a:gd name="connsiteY2-30102" fmla="*/ 2039 h 5728"/>
                    <a:gd name="connsiteX3-30103" fmla="*/ 3667 w 5074"/>
                    <a:gd name="connsiteY3-30104" fmla="*/ 1951 h 5728"/>
                    <a:gd name="connsiteX4-30105" fmla="*/ 3575 w 5074"/>
                    <a:gd name="connsiteY4-30106" fmla="*/ 1827 h 5728"/>
                    <a:gd name="connsiteX5-30107" fmla="*/ 3479 w 5074"/>
                    <a:gd name="connsiteY5-30108" fmla="*/ 1828 h 5728"/>
                    <a:gd name="connsiteX6-30109" fmla="*/ 3434 w 5074"/>
                    <a:gd name="connsiteY6-30110" fmla="*/ 1883 h 5728"/>
                    <a:gd name="connsiteX7-30111" fmla="*/ 3341 w 5074"/>
                    <a:gd name="connsiteY7-30112" fmla="*/ 1877 h 5728"/>
                    <a:gd name="connsiteX8-30113" fmla="*/ 3321 w 5074"/>
                    <a:gd name="connsiteY8-30114" fmla="*/ 1994 h 5728"/>
                    <a:gd name="connsiteX9-30115" fmla="*/ 3140 w 5074"/>
                    <a:gd name="connsiteY9-30116" fmla="*/ 1941 h 5728"/>
                    <a:gd name="connsiteX10-30117" fmla="*/ 3057 w 5074"/>
                    <a:gd name="connsiteY10-30118" fmla="*/ 1939 h 5728"/>
                    <a:gd name="connsiteX11-30119" fmla="*/ 2932 w 5074"/>
                    <a:gd name="connsiteY11-30120" fmla="*/ 2014 h 5728"/>
                    <a:gd name="connsiteX12-30121" fmla="*/ 2820 w 5074"/>
                    <a:gd name="connsiteY12-30122" fmla="*/ 1890 h 5728"/>
                    <a:gd name="connsiteX13-30123" fmla="*/ 2914 w 5074"/>
                    <a:gd name="connsiteY13-30124" fmla="*/ 1804 h 5728"/>
                    <a:gd name="connsiteX14-30125" fmla="*/ 2918 w 5074"/>
                    <a:gd name="connsiteY14-30126" fmla="*/ 1634 h 5728"/>
                    <a:gd name="connsiteX15-30127" fmla="*/ 2973 w 5074"/>
                    <a:gd name="connsiteY15-30128" fmla="*/ 1514 h 5728"/>
                    <a:gd name="connsiteX16-30129" fmla="*/ 3016 w 5074"/>
                    <a:gd name="connsiteY16-30130" fmla="*/ 1306 h 5728"/>
                    <a:gd name="connsiteX17-30131" fmla="*/ 3076 w 5074"/>
                    <a:gd name="connsiteY17-30132" fmla="*/ 1307 h 5728"/>
                    <a:gd name="connsiteX18-30133" fmla="*/ 3399 w 5074"/>
                    <a:gd name="connsiteY18-30134" fmla="*/ 1286 h 5728"/>
                    <a:gd name="connsiteX19-30135" fmla="*/ 3573 w 5074"/>
                    <a:gd name="connsiteY19-30136" fmla="*/ 1117 h 5728"/>
                    <a:gd name="connsiteX20-30137" fmla="*/ 3642 w 5074"/>
                    <a:gd name="connsiteY20-30138" fmla="*/ 748 h 5728"/>
                    <a:gd name="connsiteX21-30139" fmla="*/ 3752 w 5074"/>
                    <a:gd name="connsiteY21-30140" fmla="*/ 486 h 5728"/>
                    <a:gd name="connsiteX22-30141" fmla="*/ 3750 w 5074"/>
                    <a:gd name="connsiteY22-30142" fmla="*/ 358 h 5728"/>
                    <a:gd name="connsiteX23-30143" fmla="*/ 3737 w 5074"/>
                    <a:gd name="connsiteY23-30144" fmla="*/ 328 h 5728"/>
                    <a:gd name="connsiteX24-30145" fmla="*/ 3670 w 5074"/>
                    <a:gd name="connsiteY24-30146" fmla="*/ 251 h 5728"/>
                    <a:gd name="connsiteX25-30147" fmla="*/ 3610 w 5074"/>
                    <a:gd name="connsiteY25-30148" fmla="*/ 217 h 5728"/>
                    <a:gd name="connsiteX26-30149" fmla="*/ 3735 w 5074"/>
                    <a:gd name="connsiteY26-30150" fmla="*/ 56 h 5728"/>
                    <a:gd name="connsiteX27-30151" fmla="*/ 3908 w 5074"/>
                    <a:gd name="connsiteY27-30152" fmla="*/ 2 h 5728"/>
                    <a:gd name="connsiteX28-30153" fmla="*/ 3940 w 5074"/>
                    <a:gd name="connsiteY28-30154" fmla="*/ 49 h 5728"/>
                    <a:gd name="connsiteX29-30155" fmla="*/ 3930 w 5074"/>
                    <a:gd name="connsiteY29-30156" fmla="*/ 133 h 5728"/>
                    <a:gd name="connsiteX30-30157" fmla="*/ 3869 w 5074"/>
                    <a:gd name="connsiteY30-30158" fmla="*/ 243 h 5728"/>
                    <a:gd name="connsiteX31-30159" fmla="*/ 3939 w 5074"/>
                    <a:gd name="connsiteY31-30160" fmla="*/ 301 h 5728"/>
                    <a:gd name="connsiteX32-30161" fmla="*/ 4053 w 5074"/>
                    <a:gd name="connsiteY32-30162" fmla="*/ 366 h 5728"/>
                    <a:gd name="connsiteX33-30163" fmla="*/ 4073 w 5074"/>
                    <a:gd name="connsiteY33-30164" fmla="*/ 255 h 5728"/>
                    <a:gd name="connsiteX34-30165" fmla="*/ 4207 w 5074"/>
                    <a:gd name="connsiteY34-30166" fmla="*/ 291 h 5728"/>
                    <a:gd name="connsiteX35-30167" fmla="*/ 4232 w 5074"/>
                    <a:gd name="connsiteY35-30168" fmla="*/ 331 h 5728"/>
                    <a:gd name="connsiteX36-30169" fmla="*/ 4308 w 5074"/>
                    <a:gd name="connsiteY36-30170" fmla="*/ 562 h 5728"/>
                    <a:gd name="connsiteX37-30171" fmla="*/ 4343 w 5074"/>
                    <a:gd name="connsiteY37-30172" fmla="*/ 586 h 5728"/>
                    <a:gd name="connsiteX38-30173" fmla="*/ 4435 w 5074"/>
                    <a:gd name="connsiteY38-30174" fmla="*/ 578 h 5728"/>
                    <a:gd name="connsiteX39-30175" fmla="*/ 4695 w 5074"/>
                    <a:gd name="connsiteY39-30176" fmla="*/ 490 h 5728"/>
                    <a:gd name="connsiteX40-30177" fmla="*/ 4915 w 5074"/>
                    <a:gd name="connsiteY40-30178" fmla="*/ 479 h 5728"/>
                    <a:gd name="connsiteX41-30179" fmla="*/ 4975 w 5074"/>
                    <a:gd name="connsiteY41-30180" fmla="*/ 648 h 5728"/>
                    <a:gd name="connsiteX42-30181" fmla="*/ 4893 w 5074"/>
                    <a:gd name="connsiteY42-30182" fmla="*/ 944 h 5728"/>
                    <a:gd name="connsiteX43-30183" fmla="*/ 4893 w 5074"/>
                    <a:gd name="connsiteY43-30184" fmla="*/ 1022 h 5728"/>
                    <a:gd name="connsiteX44-30185" fmla="*/ 4962 w 5074"/>
                    <a:gd name="connsiteY44-30186" fmla="*/ 1168 h 5728"/>
                    <a:gd name="connsiteX45-30187" fmla="*/ 4977 w 5074"/>
                    <a:gd name="connsiteY45-30188" fmla="*/ 1427 h 5728"/>
                    <a:gd name="connsiteX46-30189" fmla="*/ 4979 w 5074"/>
                    <a:gd name="connsiteY46-30190" fmla="*/ 1617 h 5728"/>
                    <a:gd name="connsiteX47-30191" fmla="*/ 4912 w 5074"/>
                    <a:gd name="connsiteY47-30192" fmla="*/ 1625 h 5728"/>
                    <a:gd name="connsiteX48-30193" fmla="*/ 4890 w 5074"/>
                    <a:gd name="connsiteY48-30194" fmla="*/ 1507 h 5728"/>
                    <a:gd name="connsiteX49-30195" fmla="*/ 4855 w 5074"/>
                    <a:gd name="connsiteY49-30196" fmla="*/ 1450 h 5728"/>
                    <a:gd name="connsiteX50-30197" fmla="*/ 4765 w 5074"/>
                    <a:gd name="connsiteY50-30198" fmla="*/ 1582 h 5728"/>
                    <a:gd name="connsiteX51-30199" fmla="*/ 4652 w 5074"/>
                    <a:gd name="connsiteY51-30200" fmla="*/ 1776 h 5728"/>
                    <a:gd name="connsiteX52-30201" fmla="*/ 4533 w 5074"/>
                    <a:gd name="connsiteY52-30202" fmla="*/ 1904 h 5728"/>
                    <a:gd name="connsiteX53-30203" fmla="*/ 4526 w 5074"/>
                    <a:gd name="connsiteY53-30204" fmla="*/ 2018 h 5728"/>
                    <a:gd name="connsiteX54-30205" fmla="*/ 4586 w 5074"/>
                    <a:gd name="connsiteY54-30206" fmla="*/ 2115 h 5728"/>
                    <a:gd name="connsiteX55-30207" fmla="*/ 4688 w 5074"/>
                    <a:gd name="connsiteY55-30208" fmla="*/ 2183 h 5728"/>
                    <a:gd name="connsiteX56-30209" fmla="*/ 4765 w 5074"/>
                    <a:gd name="connsiteY56-30210" fmla="*/ 2178 h 5728"/>
                    <a:gd name="connsiteX57-30211" fmla="*/ 4810 w 5074"/>
                    <a:gd name="connsiteY57-30212" fmla="*/ 2104 h 5728"/>
                    <a:gd name="connsiteX58-30213" fmla="*/ 4844 w 5074"/>
                    <a:gd name="connsiteY58-30214" fmla="*/ 2210 h 5728"/>
                    <a:gd name="connsiteX59-30215" fmla="*/ 4732 w 5074"/>
                    <a:gd name="connsiteY59-30216" fmla="*/ 2249 h 5728"/>
                    <a:gd name="connsiteX60-30217" fmla="*/ 4779 w 5074"/>
                    <a:gd name="connsiteY60-30218" fmla="*/ 2362 h 5728"/>
                    <a:gd name="connsiteX61-30219" fmla="*/ 4644 w 5074"/>
                    <a:gd name="connsiteY61-30220" fmla="*/ 2509 h 5728"/>
                    <a:gd name="connsiteX62-30221" fmla="*/ 4603 w 5074"/>
                    <a:gd name="connsiteY62-30222" fmla="*/ 2498 h 5728"/>
                    <a:gd name="connsiteX63-30223" fmla="*/ 4479 w 5074"/>
                    <a:gd name="connsiteY63-30224" fmla="*/ 2413 h 5728"/>
                    <a:gd name="connsiteX64-30225" fmla="*/ 4424 w 5074"/>
                    <a:gd name="connsiteY64-30226" fmla="*/ 2412 h 5728"/>
                    <a:gd name="connsiteX65-30227" fmla="*/ 4389 w 5074"/>
                    <a:gd name="connsiteY65-30228" fmla="*/ 2480 h 5728"/>
                    <a:gd name="connsiteX66-30229" fmla="*/ 4392 w 5074"/>
                    <a:gd name="connsiteY66-30230" fmla="*/ 2562 h 5728"/>
                    <a:gd name="connsiteX67-30231" fmla="*/ 4570 w 5074"/>
                    <a:gd name="connsiteY67-30232" fmla="*/ 2730 h 5728"/>
                    <a:gd name="connsiteX68-30233" fmla="*/ 4569 w 5074"/>
                    <a:gd name="connsiteY68-30234" fmla="*/ 2844 h 5728"/>
                    <a:gd name="connsiteX69-30235" fmla="*/ 4660 w 5074"/>
                    <a:gd name="connsiteY69-30236" fmla="*/ 3060 h 5728"/>
                    <a:gd name="connsiteX70-30237" fmla="*/ 4686 w 5074"/>
                    <a:gd name="connsiteY70-30238" fmla="*/ 3090 h 5728"/>
                    <a:gd name="connsiteX71-30239" fmla="*/ 4730 w 5074"/>
                    <a:gd name="connsiteY71-30240" fmla="*/ 3094 h 5728"/>
                    <a:gd name="connsiteX72-30241" fmla="*/ 4776 w 5074"/>
                    <a:gd name="connsiteY72-30242" fmla="*/ 3010 h 5728"/>
                    <a:gd name="connsiteX73-30243" fmla="*/ 4856 w 5074"/>
                    <a:gd name="connsiteY73-30244" fmla="*/ 2950 h 5728"/>
                    <a:gd name="connsiteX74-30245" fmla="*/ 4951 w 5074"/>
                    <a:gd name="connsiteY74-30246" fmla="*/ 3126 h 5728"/>
                    <a:gd name="connsiteX75-30247" fmla="*/ 5061 w 5074"/>
                    <a:gd name="connsiteY75-30248" fmla="*/ 3312 h 5728"/>
                    <a:gd name="connsiteX76-30249" fmla="*/ 5074 w 5074"/>
                    <a:gd name="connsiteY76-30250" fmla="*/ 3342 h 5728"/>
                    <a:gd name="connsiteX77-30251" fmla="*/ 5063 w 5074"/>
                    <a:gd name="connsiteY77-30252" fmla="*/ 3518 h 5728"/>
                    <a:gd name="connsiteX78-30253" fmla="*/ 5028 w 5074"/>
                    <a:gd name="connsiteY78-30254" fmla="*/ 3554 h 5728"/>
                    <a:gd name="connsiteX79-30255" fmla="*/ 4939 w 5074"/>
                    <a:gd name="connsiteY79-30256" fmla="*/ 3515 h 5728"/>
                    <a:gd name="connsiteX80-30257" fmla="*/ 4705 w 5074"/>
                    <a:gd name="connsiteY80-30258" fmla="*/ 3644 h 5728"/>
                    <a:gd name="connsiteX81-30259" fmla="*/ 4679 w 5074"/>
                    <a:gd name="connsiteY81-30260" fmla="*/ 3666 h 5728"/>
                    <a:gd name="connsiteX82-30261" fmla="*/ 4499 w 5074"/>
                    <a:gd name="connsiteY82-30262" fmla="*/ 3812 h 5728"/>
                    <a:gd name="connsiteX83-30263" fmla="*/ 4358 w 5074"/>
                    <a:gd name="connsiteY83-30264" fmla="*/ 3926 h 5728"/>
                    <a:gd name="connsiteX84-30265" fmla="*/ 4323 w 5074"/>
                    <a:gd name="connsiteY84-30266" fmla="*/ 3965 h 5728"/>
                    <a:gd name="connsiteX85-30267" fmla="*/ 4271 w 5074"/>
                    <a:gd name="connsiteY85-30268" fmla="*/ 3973 h 5728"/>
                    <a:gd name="connsiteX86-30269" fmla="*/ 4214 w 5074"/>
                    <a:gd name="connsiteY86-30270" fmla="*/ 3916 h 5728"/>
                    <a:gd name="connsiteX87-30271" fmla="*/ 4090 w 5074"/>
                    <a:gd name="connsiteY87-30272" fmla="*/ 3808 h 5728"/>
                    <a:gd name="connsiteX88-30273" fmla="*/ 4114 w 5074"/>
                    <a:gd name="connsiteY88-30274" fmla="*/ 4064 h 5728"/>
                    <a:gd name="connsiteX89-30275" fmla="*/ 4123 w 5074"/>
                    <a:gd name="connsiteY89-30276" fmla="*/ 4192 h 5728"/>
                    <a:gd name="connsiteX90-30277" fmla="*/ 3861 w 5074"/>
                    <a:gd name="connsiteY90-30278" fmla="*/ 4166 h 5728"/>
                    <a:gd name="connsiteX91-30279" fmla="*/ 3779 w 5074"/>
                    <a:gd name="connsiteY91-30280" fmla="*/ 3987 h 5728"/>
                    <a:gd name="connsiteX92-30281" fmla="*/ 3697 w 5074"/>
                    <a:gd name="connsiteY92-30282" fmla="*/ 3802 h 5728"/>
                    <a:gd name="connsiteX93-30283" fmla="*/ 809 w 5074"/>
                    <a:gd name="connsiteY93-30284" fmla="*/ 5477 h 5728"/>
                    <a:gd name="connsiteX94-30285" fmla="*/ 809 w 5074"/>
                    <a:gd name="connsiteY94-30286" fmla="*/ 5379 h 5728"/>
                    <a:gd name="connsiteX95-30287" fmla="*/ 547 w 5074"/>
                    <a:gd name="connsiteY95-30288" fmla="*/ 5386 h 5728"/>
                    <a:gd name="connsiteX96-30289" fmla="*/ 553 w 5074"/>
                    <a:gd name="connsiteY96-30290" fmla="*/ 5510 h 5728"/>
                    <a:gd name="connsiteX97-30291" fmla="*/ 514 w 5074"/>
                    <a:gd name="connsiteY97-30292" fmla="*/ 5558 h 5728"/>
                    <a:gd name="connsiteX98-30293" fmla="*/ 383 w 5074"/>
                    <a:gd name="connsiteY98-30294" fmla="*/ 5617 h 5728"/>
                    <a:gd name="connsiteX99-30295" fmla="*/ 217 w 5074"/>
                    <a:gd name="connsiteY99-30296" fmla="*/ 5649 h 5728"/>
                    <a:gd name="connsiteX100-30297" fmla="*/ 114 w 5074"/>
                    <a:gd name="connsiteY100-30298" fmla="*/ 5728 h 5728"/>
                    <a:gd name="connsiteX101-30299" fmla="*/ 0 w 5074"/>
                    <a:gd name="connsiteY101-30300" fmla="*/ 5611 h 5728"/>
                    <a:gd name="connsiteX0-30301" fmla="*/ 3888 w 5074"/>
                    <a:gd name="connsiteY0-30302" fmla="*/ 2333 h 5728"/>
                    <a:gd name="connsiteX1-30303" fmla="*/ 3886 w 5074"/>
                    <a:gd name="connsiteY1-30304" fmla="*/ 2117 h 5728"/>
                    <a:gd name="connsiteX2-30305" fmla="*/ 3810 w 5074"/>
                    <a:gd name="connsiteY2-30306" fmla="*/ 2039 h 5728"/>
                    <a:gd name="connsiteX3-30307" fmla="*/ 3667 w 5074"/>
                    <a:gd name="connsiteY3-30308" fmla="*/ 1951 h 5728"/>
                    <a:gd name="connsiteX4-30309" fmla="*/ 3575 w 5074"/>
                    <a:gd name="connsiteY4-30310" fmla="*/ 1827 h 5728"/>
                    <a:gd name="connsiteX5-30311" fmla="*/ 3479 w 5074"/>
                    <a:gd name="connsiteY5-30312" fmla="*/ 1828 h 5728"/>
                    <a:gd name="connsiteX6-30313" fmla="*/ 3434 w 5074"/>
                    <a:gd name="connsiteY6-30314" fmla="*/ 1883 h 5728"/>
                    <a:gd name="connsiteX7-30315" fmla="*/ 3341 w 5074"/>
                    <a:gd name="connsiteY7-30316" fmla="*/ 1877 h 5728"/>
                    <a:gd name="connsiteX8-30317" fmla="*/ 3321 w 5074"/>
                    <a:gd name="connsiteY8-30318" fmla="*/ 1994 h 5728"/>
                    <a:gd name="connsiteX9-30319" fmla="*/ 3140 w 5074"/>
                    <a:gd name="connsiteY9-30320" fmla="*/ 1941 h 5728"/>
                    <a:gd name="connsiteX10-30321" fmla="*/ 3057 w 5074"/>
                    <a:gd name="connsiteY10-30322" fmla="*/ 1939 h 5728"/>
                    <a:gd name="connsiteX11-30323" fmla="*/ 2932 w 5074"/>
                    <a:gd name="connsiteY11-30324" fmla="*/ 2014 h 5728"/>
                    <a:gd name="connsiteX12-30325" fmla="*/ 2820 w 5074"/>
                    <a:gd name="connsiteY12-30326" fmla="*/ 1890 h 5728"/>
                    <a:gd name="connsiteX13-30327" fmla="*/ 2914 w 5074"/>
                    <a:gd name="connsiteY13-30328" fmla="*/ 1804 h 5728"/>
                    <a:gd name="connsiteX14-30329" fmla="*/ 2918 w 5074"/>
                    <a:gd name="connsiteY14-30330" fmla="*/ 1634 h 5728"/>
                    <a:gd name="connsiteX15-30331" fmla="*/ 2973 w 5074"/>
                    <a:gd name="connsiteY15-30332" fmla="*/ 1514 h 5728"/>
                    <a:gd name="connsiteX16-30333" fmla="*/ 3016 w 5074"/>
                    <a:gd name="connsiteY16-30334" fmla="*/ 1306 h 5728"/>
                    <a:gd name="connsiteX17-30335" fmla="*/ 3076 w 5074"/>
                    <a:gd name="connsiteY17-30336" fmla="*/ 1307 h 5728"/>
                    <a:gd name="connsiteX18-30337" fmla="*/ 3399 w 5074"/>
                    <a:gd name="connsiteY18-30338" fmla="*/ 1286 h 5728"/>
                    <a:gd name="connsiteX19-30339" fmla="*/ 3573 w 5074"/>
                    <a:gd name="connsiteY19-30340" fmla="*/ 1117 h 5728"/>
                    <a:gd name="connsiteX20-30341" fmla="*/ 3642 w 5074"/>
                    <a:gd name="connsiteY20-30342" fmla="*/ 748 h 5728"/>
                    <a:gd name="connsiteX21-30343" fmla="*/ 3752 w 5074"/>
                    <a:gd name="connsiteY21-30344" fmla="*/ 486 h 5728"/>
                    <a:gd name="connsiteX22-30345" fmla="*/ 3750 w 5074"/>
                    <a:gd name="connsiteY22-30346" fmla="*/ 358 h 5728"/>
                    <a:gd name="connsiteX23-30347" fmla="*/ 3737 w 5074"/>
                    <a:gd name="connsiteY23-30348" fmla="*/ 328 h 5728"/>
                    <a:gd name="connsiteX24-30349" fmla="*/ 3670 w 5074"/>
                    <a:gd name="connsiteY24-30350" fmla="*/ 251 h 5728"/>
                    <a:gd name="connsiteX25-30351" fmla="*/ 3610 w 5074"/>
                    <a:gd name="connsiteY25-30352" fmla="*/ 217 h 5728"/>
                    <a:gd name="connsiteX26-30353" fmla="*/ 3735 w 5074"/>
                    <a:gd name="connsiteY26-30354" fmla="*/ 56 h 5728"/>
                    <a:gd name="connsiteX27-30355" fmla="*/ 3908 w 5074"/>
                    <a:gd name="connsiteY27-30356" fmla="*/ 2 h 5728"/>
                    <a:gd name="connsiteX28-30357" fmla="*/ 3940 w 5074"/>
                    <a:gd name="connsiteY28-30358" fmla="*/ 49 h 5728"/>
                    <a:gd name="connsiteX29-30359" fmla="*/ 3930 w 5074"/>
                    <a:gd name="connsiteY29-30360" fmla="*/ 133 h 5728"/>
                    <a:gd name="connsiteX30-30361" fmla="*/ 3869 w 5074"/>
                    <a:gd name="connsiteY30-30362" fmla="*/ 243 h 5728"/>
                    <a:gd name="connsiteX31-30363" fmla="*/ 3939 w 5074"/>
                    <a:gd name="connsiteY31-30364" fmla="*/ 301 h 5728"/>
                    <a:gd name="connsiteX32-30365" fmla="*/ 4053 w 5074"/>
                    <a:gd name="connsiteY32-30366" fmla="*/ 366 h 5728"/>
                    <a:gd name="connsiteX33-30367" fmla="*/ 4073 w 5074"/>
                    <a:gd name="connsiteY33-30368" fmla="*/ 255 h 5728"/>
                    <a:gd name="connsiteX34-30369" fmla="*/ 4207 w 5074"/>
                    <a:gd name="connsiteY34-30370" fmla="*/ 291 h 5728"/>
                    <a:gd name="connsiteX35-30371" fmla="*/ 4232 w 5074"/>
                    <a:gd name="connsiteY35-30372" fmla="*/ 331 h 5728"/>
                    <a:gd name="connsiteX36-30373" fmla="*/ 4308 w 5074"/>
                    <a:gd name="connsiteY36-30374" fmla="*/ 562 h 5728"/>
                    <a:gd name="connsiteX37-30375" fmla="*/ 4343 w 5074"/>
                    <a:gd name="connsiteY37-30376" fmla="*/ 586 h 5728"/>
                    <a:gd name="connsiteX38-30377" fmla="*/ 4435 w 5074"/>
                    <a:gd name="connsiteY38-30378" fmla="*/ 578 h 5728"/>
                    <a:gd name="connsiteX39-30379" fmla="*/ 4695 w 5074"/>
                    <a:gd name="connsiteY39-30380" fmla="*/ 490 h 5728"/>
                    <a:gd name="connsiteX40-30381" fmla="*/ 4915 w 5074"/>
                    <a:gd name="connsiteY40-30382" fmla="*/ 479 h 5728"/>
                    <a:gd name="connsiteX41-30383" fmla="*/ 4975 w 5074"/>
                    <a:gd name="connsiteY41-30384" fmla="*/ 648 h 5728"/>
                    <a:gd name="connsiteX42-30385" fmla="*/ 4893 w 5074"/>
                    <a:gd name="connsiteY42-30386" fmla="*/ 944 h 5728"/>
                    <a:gd name="connsiteX43-30387" fmla="*/ 4893 w 5074"/>
                    <a:gd name="connsiteY43-30388" fmla="*/ 1022 h 5728"/>
                    <a:gd name="connsiteX44-30389" fmla="*/ 4962 w 5074"/>
                    <a:gd name="connsiteY44-30390" fmla="*/ 1168 h 5728"/>
                    <a:gd name="connsiteX45-30391" fmla="*/ 4977 w 5074"/>
                    <a:gd name="connsiteY45-30392" fmla="*/ 1427 h 5728"/>
                    <a:gd name="connsiteX46-30393" fmla="*/ 4979 w 5074"/>
                    <a:gd name="connsiteY46-30394" fmla="*/ 1617 h 5728"/>
                    <a:gd name="connsiteX47-30395" fmla="*/ 4912 w 5074"/>
                    <a:gd name="connsiteY47-30396" fmla="*/ 1625 h 5728"/>
                    <a:gd name="connsiteX48-30397" fmla="*/ 4890 w 5074"/>
                    <a:gd name="connsiteY48-30398" fmla="*/ 1507 h 5728"/>
                    <a:gd name="connsiteX49-30399" fmla="*/ 4855 w 5074"/>
                    <a:gd name="connsiteY49-30400" fmla="*/ 1450 h 5728"/>
                    <a:gd name="connsiteX50-30401" fmla="*/ 4765 w 5074"/>
                    <a:gd name="connsiteY50-30402" fmla="*/ 1582 h 5728"/>
                    <a:gd name="connsiteX51-30403" fmla="*/ 4652 w 5074"/>
                    <a:gd name="connsiteY51-30404" fmla="*/ 1776 h 5728"/>
                    <a:gd name="connsiteX52-30405" fmla="*/ 4533 w 5074"/>
                    <a:gd name="connsiteY52-30406" fmla="*/ 1904 h 5728"/>
                    <a:gd name="connsiteX53-30407" fmla="*/ 4526 w 5074"/>
                    <a:gd name="connsiteY53-30408" fmla="*/ 2018 h 5728"/>
                    <a:gd name="connsiteX54-30409" fmla="*/ 4586 w 5074"/>
                    <a:gd name="connsiteY54-30410" fmla="*/ 2115 h 5728"/>
                    <a:gd name="connsiteX55-30411" fmla="*/ 4688 w 5074"/>
                    <a:gd name="connsiteY55-30412" fmla="*/ 2183 h 5728"/>
                    <a:gd name="connsiteX56-30413" fmla="*/ 4765 w 5074"/>
                    <a:gd name="connsiteY56-30414" fmla="*/ 2178 h 5728"/>
                    <a:gd name="connsiteX57-30415" fmla="*/ 4810 w 5074"/>
                    <a:gd name="connsiteY57-30416" fmla="*/ 2104 h 5728"/>
                    <a:gd name="connsiteX58-30417" fmla="*/ 4844 w 5074"/>
                    <a:gd name="connsiteY58-30418" fmla="*/ 2210 h 5728"/>
                    <a:gd name="connsiteX59-30419" fmla="*/ 4732 w 5074"/>
                    <a:gd name="connsiteY59-30420" fmla="*/ 2249 h 5728"/>
                    <a:gd name="connsiteX60-30421" fmla="*/ 4779 w 5074"/>
                    <a:gd name="connsiteY60-30422" fmla="*/ 2362 h 5728"/>
                    <a:gd name="connsiteX61-30423" fmla="*/ 4644 w 5074"/>
                    <a:gd name="connsiteY61-30424" fmla="*/ 2509 h 5728"/>
                    <a:gd name="connsiteX62-30425" fmla="*/ 4603 w 5074"/>
                    <a:gd name="connsiteY62-30426" fmla="*/ 2498 h 5728"/>
                    <a:gd name="connsiteX63-30427" fmla="*/ 4479 w 5074"/>
                    <a:gd name="connsiteY63-30428" fmla="*/ 2413 h 5728"/>
                    <a:gd name="connsiteX64-30429" fmla="*/ 4424 w 5074"/>
                    <a:gd name="connsiteY64-30430" fmla="*/ 2412 h 5728"/>
                    <a:gd name="connsiteX65-30431" fmla="*/ 4389 w 5074"/>
                    <a:gd name="connsiteY65-30432" fmla="*/ 2480 h 5728"/>
                    <a:gd name="connsiteX66-30433" fmla="*/ 4392 w 5074"/>
                    <a:gd name="connsiteY66-30434" fmla="*/ 2562 h 5728"/>
                    <a:gd name="connsiteX67-30435" fmla="*/ 4570 w 5074"/>
                    <a:gd name="connsiteY67-30436" fmla="*/ 2730 h 5728"/>
                    <a:gd name="connsiteX68-30437" fmla="*/ 4569 w 5074"/>
                    <a:gd name="connsiteY68-30438" fmla="*/ 2844 h 5728"/>
                    <a:gd name="connsiteX69-30439" fmla="*/ 4660 w 5074"/>
                    <a:gd name="connsiteY69-30440" fmla="*/ 3060 h 5728"/>
                    <a:gd name="connsiteX70-30441" fmla="*/ 4686 w 5074"/>
                    <a:gd name="connsiteY70-30442" fmla="*/ 3090 h 5728"/>
                    <a:gd name="connsiteX71-30443" fmla="*/ 4730 w 5074"/>
                    <a:gd name="connsiteY71-30444" fmla="*/ 3094 h 5728"/>
                    <a:gd name="connsiteX72-30445" fmla="*/ 4776 w 5074"/>
                    <a:gd name="connsiteY72-30446" fmla="*/ 3010 h 5728"/>
                    <a:gd name="connsiteX73-30447" fmla="*/ 4856 w 5074"/>
                    <a:gd name="connsiteY73-30448" fmla="*/ 2950 h 5728"/>
                    <a:gd name="connsiteX74-30449" fmla="*/ 4951 w 5074"/>
                    <a:gd name="connsiteY74-30450" fmla="*/ 3126 h 5728"/>
                    <a:gd name="connsiteX75-30451" fmla="*/ 5061 w 5074"/>
                    <a:gd name="connsiteY75-30452" fmla="*/ 3312 h 5728"/>
                    <a:gd name="connsiteX76-30453" fmla="*/ 5074 w 5074"/>
                    <a:gd name="connsiteY76-30454" fmla="*/ 3342 h 5728"/>
                    <a:gd name="connsiteX77-30455" fmla="*/ 5063 w 5074"/>
                    <a:gd name="connsiteY77-30456" fmla="*/ 3518 h 5728"/>
                    <a:gd name="connsiteX78-30457" fmla="*/ 5028 w 5074"/>
                    <a:gd name="connsiteY78-30458" fmla="*/ 3554 h 5728"/>
                    <a:gd name="connsiteX79-30459" fmla="*/ 4939 w 5074"/>
                    <a:gd name="connsiteY79-30460" fmla="*/ 3515 h 5728"/>
                    <a:gd name="connsiteX80-30461" fmla="*/ 4705 w 5074"/>
                    <a:gd name="connsiteY80-30462" fmla="*/ 3644 h 5728"/>
                    <a:gd name="connsiteX81-30463" fmla="*/ 4679 w 5074"/>
                    <a:gd name="connsiteY81-30464" fmla="*/ 3666 h 5728"/>
                    <a:gd name="connsiteX82-30465" fmla="*/ 4499 w 5074"/>
                    <a:gd name="connsiteY82-30466" fmla="*/ 3812 h 5728"/>
                    <a:gd name="connsiteX83-30467" fmla="*/ 4358 w 5074"/>
                    <a:gd name="connsiteY83-30468" fmla="*/ 3926 h 5728"/>
                    <a:gd name="connsiteX84-30469" fmla="*/ 4323 w 5074"/>
                    <a:gd name="connsiteY84-30470" fmla="*/ 3965 h 5728"/>
                    <a:gd name="connsiteX85-30471" fmla="*/ 4271 w 5074"/>
                    <a:gd name="connsiteY85-30472" fmla="*/ 3973 h 5728"/>
                    <a:gd name="connsiteX86-30473" fmla="*/ 4214 w 5074"/>
                    <a:gd name="connsiteY86-30474" fmla="*/ 3916 h 5728"/>
                    <a:gd name="connsiteX87-30475" fmla="*/ 4090 w 5074"/>
                    <a:gd name="connsiteY87-30476" fmla="*/ 3808 h 5728"/>
                    <a:gd name="connsiteX88-30477" fmla="*/ 4114 w 5074"/>
                    <a:gd name="connsiteY88-30478" fmla="*/ 4064 h 5728"/>
                    <a:gd name="connsiteX89-30479" fmla="*/ 4123 w 5074"/>
                    <a:gd name="connsiteY89-30480" fmla="*/ 4192 h 5728"/>
                    <a:gd name="connsiteX90-30481" fmla="*/ 3861 w 5074"/>
                    <a:gd name="connsiteY90-30482" fmla="*/ 4166 h 5728"/>
                    <a:gd name="connsiteX91-30483" fmla="*/ 3779 w 5074"/>
                    <a:gd name="connsiteY91-30484" fmla="*/ 3987 h 5728"/>
                    <a:gd name="connsiteX92-30485" fmla="*/ 3697 w 5074"/>
                    <a:gd name="connsiteY92-30486" fmla="*/ 3802 h 5728"/>
                    <a:gd name="connsiteX93-30487" fmla="*/ 809 w 5074"/>
                    <a:gd name="connsiteY93-30488" fmla="*/ 5379 h 5728"/>
                    <a:gd name="connsiteX94-30489" fmla="*/ 547 w 5074"/>
                    <a:gd name="connsiteY94-30490" fmla="*/ 5386 h 5728"/>
                    <a:gd name="connsiteX95-30491" fmla="*/ 553 w 5074"/>
                    <a:gd name="connsiteY95-30492" fmla="*/ 5510 h 5728"/>
                    <a:gd name="connsiteX96-30493" fmla="*/ 514 w 5074"/>
                    <a:gd name="connsiteY96-30494" fmla="*/ 5558 h 5728"/>
                    <a:gd name="connsiteX97-30495" fmla="*/ 383 w 5074"/>
                    <a:gd name="connsiteY97-30496" fmla="*/ 5617 h 5728"/>
                    <a:gd name="connsiteX98-30497" fmla="*/ 217 w 5074"/>
                    <a:gd name="connsiteY98-30498" fmla="*/ 5649 h 5728"/>
                    <a:gd name="connsiteX99-30499" fmla="*/ 114 w 5074"/>
                    <a:gd name="connsiteY99-30500" fmla="*/ 5728 h 5728"/>
                    <a:gd name="connsiteX100-30501" fmla="*/ 0 w 5074"/>
                    <a:gd name="connsiteY100-30502" fmla="*/ 5611 h 5728"/>
                    <a:gd name="connsiteX0-30503" fmla="*/ 3888 w 5074"/>
                    <a:gd name="connsiteY0-30504" fmla="*/ 2333 h 5728"/>
                    <a:gd name="connsiteX1-30505" fmla="*/ 3886 w 5074"/>
                    <a:gd name="connsiteY1-30506" fmla="*/ 2117 h 5728"/>
                    <a:gd name="connsiteX2-30507" fmla="*/ 3810 w 5074"/>
                    <a:gd name="connsiteY2-30508" fmla="*/ 2039 h 5728"/>
                    <a:gd name="connsiteX3-30509" fmla="*/ 3667 w 5074"/>
                    <a:gd name="connsiteY3-30510" fmla="*/ 1951 h 5728"/>
                    <a:gd name="connsiteX4-30511" fmla="*/ 3575 w 5074"/>
                    <a:gd name="connsiteY4-30512" fmla="*/ 1827 h 5728"/>
                    <a:gd name="connsiteX5-30513" fmla="*/ 3479 w 5074"/>
                    <a:gd name="connsiteY5-30514" fmla="*/ 1828 h 5728"/>
                    <a:gd name="connsiteX6-30515" fmla="*/ 3434 w 5074"/>
                    <a:gd name="connsiteY6-30516" fmla="*/ 1883 h 5728"/>
                    <a:gd name="connsiteX7-30517" fmla="*/ 3341 w 5074"/>
                    <a:gd name="connsiteY7-30518" fmla="*/ 1877 h 5728"/>
                    <a:gd name="connsiteX8-30519" fmla="*/ 3321 w 5074"/>
                    <a:gd name="connsiteY8-30520" fmla="*/ 1994 h 5728"/>
                    <a:gd name="connsiteX9-30521" fmla="*/ 3140 w 5074"/>
                    <a:gd name="connsiteY9-30522" fmla="*/ 1941 h 5728"/>
                    <a:gd name="connsiteX10-30523" fmla="*/ 3057 w 5074"/>
                    <a:gd name="connsiteY10-30524" fmla="*/ 1939 h 5728"/>
                    <a:gd name="connsiteX11-30525" fmla="*/ 2932 w 5074"/>
                    <a:gd name="connsiteY11-30526" fmla="*/ 2014 h 5728"/>
                    <a:gd name="connsiteX12-30527" fmla="*/ 2820 w 5074"/>
                    <a:gd name="connsiteY12-30528" fmla="*/ 1890 h 5728"/>
                    <a:gd name="connsiteX13-30529" fmla="*/ 2914 w 5074"/>
                    <a:gd name="connsiteY13-30530" fmla="*/ 1804 h 5728"/>
                    <a:gd name="connsiteX14-30531" fmla="*/ 2918 w 5074"/>
                    <a:gd name="connsiteY14-30532" fmla="*/ 1634 h 5728"/>
                    <a:gd name="connsiteX15-30533" fmla="*/ 2973 w 5074"/>
                    <a:gd name="connsiteY15-30534" fmla="*/ 1514 h 5728"/>
                    <a:gd name="connsiteX16-30535" fmla="*/ 3016 w 5074"/>
                    <a:gd name="connsiteY16-30536" fmla="*/ 1306 h 5728"/>
                    <a:gd name="connsiteX17-30537" fmla="*/ 3076 w 5074"/>
                    <a:gd name="connsiteY17-30538" fmla="*/ 1307 h 5728"/>
                    <a:gd name="connsiteX18-30539" fmla="*/ 3399 w 5074"/>
                    <a:gd name="connsiteY18-30540" fmla="*/ 1286 h 5728"/>
                    <a:gd name="connsiteX19-30541" fmla="*/ 3573 w 5074"/>
                    <a:gd name="connsiteY19-30542" fmla="*/ 1117 h 5728"/>
                    <a:gd name="connsiteX20-30543" fmla="*/ 3642 w 5074"/>
                    <a:gd name="connsiteY20-30544" fmla="*/ 748 h 5728"/>
                    <a:gd name="connsiteX21-30545" fmla="*/ 3752 w 5074"/>
                    <a:gd name="connsiteY21-30546" fmla="*/ 486 h 5728"/>
                    <a:gd name="connsiteX22-30547" fmla="*/ 3750 w 5074"/>
                    <a:gd name="connsiteY22-30548" fmla="*/ 358 h 5728"/>
                    <a:gd name="connsiteX23-30549" fmla="*/ 3737 w 5074"/>
                    <a:gd name="connsiteY23-30550" fmla="*/ 328 h 5728"/>
                    <a:gd name="connsiteX24-30551" fmla="*/ 3670 w 5074"/>
                    <a:gd name="connsiteY24-30552" fmla="*/ 251 h 5728"/>
                    <a:gd name="connsiteX25-30553" fmla="*/ 3610 w 5074"/>
                    <a:gd name="connsiteY25-30554" fmla="*/ 217 h 5728"/>
                    <a:gd name="connsiteX26-30555" fmla="*/ 3735 w 5074"/>
                    <a:gd name="connsiteY26-30556" fmla="*/ 56 h 5728"/>
                    <a:gd name="connsiteX27-30557" fmla="*/ 3908 w 5074"/>
                    <a:gd name="connsiteY27-30558" fmla="*/ 2 h 5728"/>
                    <a:gd name="connsiteX28-30559" fmla="*/ 3940 w 5074"/>
                    <a:gd name="connsiteY28-30560" fmla="*/ 49 h 5728"/>
                    <a:gd name="connsiteX29-30561" fmla="*/ 3930 w 5074"/>
                    <a:gd name="connsiteY29-30562" fmla="*/ 133 h 5728"/>
                    <a:gd name="connsiteX30-30563" fmla="*/ 3869 w 5074"/>
                    <a:gd name="connsiteY30-30564" fmla="*/ 243 h 5728"/>
                    <a:gd name="connsiteX31-30565" fmla="*/ 3939 w 5074"/>
                    <a:gd name="connsiteY31-30566" fmla="*/ 301 h 5728"/>
                    <a:gd name="connsiteX32-30567" fmla="*/ 4053 w 5074"/>
                    <a:gd name="connsiteY32-30568" fmla="*/ 366 h 5728"/>
                    <a:gd name="connsiteX33-30569" fmla="*/ 4073 w 5074"/>
                    <a:gd name="connsiteY33-30570" fmla="*/ 255 h 5728"/>
                    <a:gd name="connsiteX34-30571" fmla="*/ 4207 w 5074"/>
                    <a:gd name="connsiteY34-30572" fmla="*/ 291 h 5728"/>
                    <a:gd name="connsiteX35-30573" fmla="*/ 4232 w 5074"/>
                    <a:gd name="connsiteY35-30574" fmla="*/ 331 h 5728"/>
                    <a:gd name="connsiteX36-30575" fmla="*/ 4308 w 5074"/>
                    <a:gd name="connsiteY36-30576" fmla="*/ 562 h 5728"/>
                    <a:gd name="connsiteX37-30577" fmla="*/ 4343 w 5074"/>
                    <a:gd name="connsiteY37-30578" fmla="*/ 586 h 5728"/>
                    <a:gd name="connsiteX38-30579" fmla="*/ 4435 w 5074"/>
                    <a:gd name="connsiteY38-30580" fmla="*/ 578 h 5728"/>
                    <a:gd name="connsiteX39-30581" fmla="*/ 4695 w 5074"/>
                    <a:gd name="connsiteY39-30582" fmla="*/ 490 h 5728"/>
                    <a:gd name="connsiteX40-30583" fmla="*/ 4915 w 5074"/>
                    <a:gd name="connsiteY40-30584" fmla="*/ 479 h 5728"/>
                    <a:gd name="connsiteX41-30585" fmla="*/ 4975 w 5074"/>
                    <a:gd name="connsiteY41-30586" fmla="*/ 648 h 5728"/>
                    <a:gd name="connsiteX42-30587" fmla="*/ 4893 w 5074"/>
                    <a:gd name="connsiteY42-30588" fmla="*/ 944 h 5728"/>
                    <a:gd name="connsiteX43-30589" fmla="*/ 4893 w 5074"/>
                    <a:gd name="connsiteY43-30590" fmla="*/ 1022 h 5728"/>
                    <a:gd name="connsiteX44-30591" fmla="*/ 4962 w 5074"/>
                    <a:gd name="connsiteY44-30592" fmla="*/ 1168 h 5728"/>
                    <a:gd name="connsiteX45-30593" fmla="*/ 4977 w 5074"/>
                    <a:gd name="connsiteY45-30594" fmla="*/ 1427 h 5728"/>
                    <a:gd name="connsiteX46-30595" fmla="*/ 4979 w 5074"/>
                    <a:gd name="connsiteY46-30596" fmla="*/ 1617 h 5728"/>
                    <a:gd name="connsiteX47-30597" fmla="*/ 4912 w 5074"/>
                    <a:gd name="connsiteY47-30598" fmla="*/ 1625 h 5728"/>
                    <a:gd name="connsiteX48-30599" fmla="*/ 4890 w 5074"/>
                    <a:gd name="connsiteY48-30600" fmla="*/ 1507 h 5728"/>
                    <a:gd name="connsiteX49-30601" fmla="*/ 4855 w 5074"/>
                    <a:gd name="connsiteY49-30602" fmla="*/ 1450 h 5728"/>
                    <a:gd name="connsiteX50-30603" fmla="*/ 4765 w 5074"/>
                    <a:gd name="connsiteY50-30604" fmla="*/ 1582 h 5728"/>
                    <a:gd name="connsiteX51-30605" fmla="*/ 4652 w 5074"/>
                    <a:gd name="connsiteY51-30606" fmla="*/ 1776 h 5728"/>
                    <a:gd name="connsiteX52-30607" fmla="*/ 4533 w 5074"/>
                    <a:gd name="connsiteY52-30608" fmla="*/ 1904 h 5728"/>
                    <a:gd name="connsiteX53-30609" fmla="*/ 4526 w 5074"/>
                    <a:gd name="connsiteY53-30610" fmla="*/ 2018 h 5728"/>
                    <a:gd name="connsiteX54-30611" fmla="*/ 4586 w 5074"/>
                    <a:gd name="connsiteY54-30612" fmla="*/ 2115 h 5728"/>
                    <a:gd name="connsiteX55-30613" fmla="*/ 4688 w 5074"/>
                    <a:gd name="connsiteY55-30614" fmla="*/ 2183 h 5728"/>
                    <a:gd name="connsiteX56-30615" fmla="*/ 4765 w 5074"/>
                    <a:gd name="connsiteY56-30616" fmla="*/ 2178 h 5728"/>
                    <a:gd name="connsiteX57-30617" fmla="*/ 4810 w 5074"/>
                    <a:gd name="connsiteY57-30618" fmla="*/ 2104 h 5728"/>
                    <a:gd name="connsiteX58-30619" fmla="*/ 4844 w 5074"/>
                    <a:gd name="connsiteY58-30620" fmla="*/ 2210 h 5728"/>
                    <a:gd name="connsiteX59-30621" fmla="*/ 4732 w 5074"/>
                    <a:gd name="connsiteY59-30622" fmla="*/ 2249 h 5728"/>
                    <a:gd name="connsiteX60-30623" fmla="*/ 4779 w 5074"/>
                    <a:gd name="connsiteY60-30624" fmla="*/ 2362 h 5728"/>
                    <a:gd name="connsiteX61-30625" fmla="*/ 4644 w 5074"/>
                    <a:gd name="connsiteY61-30626" fmla="*/ 2509 h 5728"/>
                    <a:gd name="connsiteX62-30627" fmla="*/ 4603 w 5074"/>
                    <a:gd name="connsiteY62-30628" fmla="*/ 2498 h 5728"/>
                    <a:gd name="connsiteX63-30629" fmla="*/ 4479 w 5074"/>
                    <a:gd name="connsiteY63-30630" fmla="*/ 2413 h 5728"/>
                    <a:gd name="connsiteX64-30631" fmla="*/ 4424 w 5074"/>
                    <a:gd name="connsiteY64-30632" fmla="*/ 2412 h 5728"/>
                    <a:gd name="connsiteX65-30633" fmla="*/ 4389 w 5074"/>
                    <a:gd name="connsiteY65-30634" fmla="*/ 2480 h 5728"/>
                    <a:gd name="connsiteX66-30635" fmla="*/ 4392 w 5074"/>
                    <a:gd name="connsiteY66-30636" fmla="*/ 2562 h 5728"/>
                    <a:gd name="connsiteX67-30637" fmla="*/ 4570 w 5074"/>
                    <a:gd name="connsiteY67-30638" fmla="*/ 2730 h 5728"/>
                    <a:gd name="connsiteX68-30639" fmla="*/ 4569 w 5074"/>
                    <a:gd name="connsiteY68-30640" fmla="*/ 2844 h 5728"/>
                    <a:gd name="connsiteX69-30641" fmla="*/ 4660 w 5074"/>
                    <a:gd name="connsiteY69-30642" fmla="*/ 3060 h 5728"/>
                    <a:gd name="connsiteX70-30643" fmla="*/ 4686 w 5074"/>
                    <a:gd name="connsiteY70-30644" fmla="*/ 3090 h 5728"/>
                    <a:gd name="connsiteX71-30645" fmla="*/ 4730 w 5074"/>
                    <a:gd name="connsiteY71-30646" fmla="*/ 3094 h 5728"/>
                    <a:gd name="connsiteX72-30647" fmla="*/ 4776 w 5074"/>
                    <a:gd name="connsiteY72-30648" fmla="*/ 3010 h 5728"/>
                    <a:gd name="connsiteX73-30649" fmla="*/ 4856 w 5074"/>
                    <a:gd name="connsiteY73-30650" fmla="*/ 2950 h 5728"/>
                    <a:gd name="connsiteX74-30651" fmla="*/ 4951 w 5074"/>
                    <a:gd name="connsiteY74-30652" fmla="*/ 3126 h 5728"/>
                    <a:gd name="connsiteX75-30653" fmla="*/ 5061 w 5074"/>
                    <a:gd name="connsiteY75-30654" fmla="*/ 3312 h 5728"/>
                    <a:gd name="connsiteX76-30655" fmla="*/ 5074 w 5074"/>
                    <a:gd name="connsiteY76-30656" fmla="*/ 3342 h 5728"/>
                    <a:gd name="connsiteX77-30657" fmla="*/ 5063 w 5074"/>
                    <a:gd name="connsiteY77-30658" fmla="*/ 3518 h 5728"/>
                    <a:gd name="connsiteX78-30659" fmla="*/ 5028 w 5074"/>
                    <a:gd name="connsiteY78-30660" fmla="*/ 3554 h 5728"/>
                    <a:gd name="connsiteX79-30661" fmla="*/ 4939 w 5074"/>
                    <a:gd name="connsiteY79-30662" fmla="*/ 3515 h 5728"/>
                    <a:gd name="connsiteX80-30663" fmla="*/ 4705 w 5074"/>
                    <a:gd name="connsiteY80-30664" fmla="*/ 3644 h 5728"/>
                    <a:gd name="connsiteX81-30665" fmla="*/ 4679 w 5074"/>
                    <a:gd name="connsiteY81-30666" fmla="*/ 3666 h 5728"/>
                    <a:gd name="connsiteX82-30667" fmla="*/ 4499 w 5074"/>
                    <a:gd name="connsiteY82-30668" fmla="*/ 3812 h 5728"/>
                    <a:gd name="connsiteX83-30669" fmla="*/ 4358 w 5074"/>
                    <a:gd name="connsiteY83-30670" fmla="*/ 3926 h 5728"/>
                    <a:gd name="connsiteX84-30671" fmla="*/ 4323 w 5074"/>
                    <a:gd name="connsiteY84-30672" fmla="*/ 3965 h 5728"/>
                    <a:gd name="connsiteX85-30673" fmla="*/ 4271 w 5074"/>
                    <a:gd name="connsiteY85-30674" fmla="*/ 3973 h 5728"/>
                    <a:gd name="connsiteX86-30675" fmla="*/ 4214 w 5074"/>
                    <a:gd name="connsiteY86-30676" fmla="*/ 3916 h 5728"/>
                    <a:gd name="connsiteX87-30677" fmla="*/ 4090 w 5074"/>
                    <a:gd name="connsiteY87-30678" fmla="*/ 3808 h 5728"/>
                    <a:gd name="connsiteX88-30679" fmla="*/ 4114 w 5074"/>
                    <a:gd name="connsiteY88-30680" fmla="*/ 4064 h 5728"/>
                    <a:gd name="connsiteX89-30681" fmla="*/ 4123 w 5074"/>
                    <a:gd name="connsiteY89-30682" fmla="*/ 4192 h 5728"/>
                    <a:gd name="connsiteX90-30683" fmla="*/ 3861 w 5074"/>
                    <a:gd name="connsiteY90-30684" fmla="*/ 4166 h 5728"/>
                    <a:gd name="connsiteX91-30685" fmla="*/ 3779 w 5074"/>
                    <a:gd name="connsiteY91-30686" fmla="*/ 3987 h 5728"/>
                    <a:gd name="connsiteX92-30687" fmla="*/ 3697 w 5074"/>
                    <a:gd name="connsiteY92-30688" fmla="*/ 3802 h 5728"/>
                    <a:gd name="connsiteX93-30689" fmla="*/ 547 w 5074"/>
                    <a:gd name="connsiteY93-30690" fmla="*/ 5386 h 5728"/>
                    <a:gd name="connsiteX94-30691" fmla="*/ 553 w 5074"/>
                    <a:gd name="connsiteY94-30692" fmla="*/ 5510 h 5728"/>
                    <a:gd name="connsiteX95-30693" fmla="*/ 514 w 5074"/>
                    <a:gd name="connsiteY95-30694" fmla="*/ 5558 h 5728"/>
                    <a:gd name="connsiteX96-30695" fmla="*/ 383 w 5074"/>
                    <a:gd name="connsiteY96-30696" fmla="*/ 5617 h 5728"/>
                    <a:gd name="connsiteX97-30697" fmla="*/ 217 w 5074"/>
                    <a:gd name="connsiteY97-30698" fmla="*/ 5649 h 5728"/>
                    <a:gd name="connsiteX98-30699" fmla="*/ 114 w 5074"/>
                    <a:gd name="connsiteY98-30700" fmla="*/ 5728 h 5728"/>
                    <a:gd name="connsiteX99-30701" fmla="*/ 0 w 5074"/>
                    <a:gd name="connsiteY99-30702" fmla="*/ 5611 h 5728"/>
                    <a:gd name="connsiteX0-30703" fmla="*/ 3888 w 5074"/>
                    <a:gd name="connsiteY0-30704" fmla="*/ 2333 h 5728"/>
                    <a:gd name="connsiteX1-30705" fmla="*/ 3886 w 5074"/>
                    <a:gd name="connsiteY1-30706" fmla="*/ 2117 h 5728"/>
                    <a:gd name="connsiteX2-30707" fmla="*/ 3810 w 5074"/>
                    <a:gd name="connsiteY2-30708" fmla="*/ 2039 h 5728"/>
                    <a:gd name="connsiteX3-30709" fmla="*/ 3667 w 5074"/>
                    <a:gd name="connsiteY3-30710" fmla="*/ 1951 h 5728"/>
                    <a:gd name="connsiteX4-30711" fmla="*/ 3575 w 5074"/>
                    <a:gd name="connsiteY4-30712" fmla="*/ 1827 h 5728"/>
                    <a:gd name="connsiteX5-30713" fmla="*/ 3479 w 5074"/>
                    <a:gd name="connsiteY5-30714" fmla="*/ 1828 h 5728"/>
                    <a:gd name="connsiteX6-30715" fmla="*/ 3434 w 5074"/>
                    <a:gd name="connsiteY6-30716" fmla="*/ 1883 h 5728"/>
                    <a:gd name="connsiteX7-30717" fmla="*/ 3341 w 5074"/>
                    <a:gd name="connsiteY7-30718" fmla="*/ 1877 h 5728"/>
                    <a:gd name="connsiteX8-30719" fmla="*/ 3321 w 5074"/>
                    <a:gd name="connsiteY8-30720" fmla="*/ 1994 h 5728"/>
                    <a:gd name="connsiteX9-30721" fmla="*/ 3140 w 5074"/>
                    <a:gd name="connsiteY9-30722" fmla="*/ 1941 h 5728"/>
                    <a:gd name="connsiteX10-30723" fmla="*/ 3057 w 5074"/>
                    <a:gd name="connsiteY10-30724" fmla="*/ 1939 h 5728"/>
                    <a:gd name="connsiteX11-30725" fmla="*/ 2932 w 5074"/>
                    <a:gd name="connsiteY11-30726" fmla="*/ 2014 h 5728"/>
                    <a:gd name="connsiteX12-30727" fmla="*/ 2820 w 5074"/>
                    <a:gd name="connsiteY12-30728" fmla="*/ 1890 h 5728"/>
                    <a:gd name="connsiteX13-30729" fmla="*/ 2914 w 5074"/>
                    <a:gd name="connsiteY13-30730" fmla="*/ 1804 h 5728"/>
                    <a:gd name="connsiteX14-30731" fmla="*/ 2918 w 5074"/>
                    <a:gd name="connsiteY14-30732" fmla="*/ 1634 h 5728"/>
                    <a:gd name="connsiteX15-30733" fmla="*/ 2973 w 5074"/>
                    <a:gd name="connsiteY15-30734" fmla="*/ 1514 h 5728"/>
                    <a:gd name="connsiteX16-30735" fmla="*/ 3016 w 5074"/>
                    <a:gd name="connsiteY16-30736" fmla="*/ 1306 h 5728"/>
                    <a:gd name="connsiteX17-30737" fmla="*/ 3076 w 5074"/>
                    <a:gd name="connsiteY17-30738" fmla="*/ 1307 h 5728"/>
                    <a:gd name="connsiteX18-30739" fmla="*/ 3399 w 5074"/>
                    <a:gd name="connsiteY18-30740" fmla="*/ 1286 h 5728"/>
                    <a:gd name="connsiteX19-30741" fmla="*/ 3573 w 5074"/>
                    <a:gd name="connsiteY19-30742" fmla="*/ 1117 h 5728"/>
                    <a:gd name="connsiteX20-30743" fmla="*/ 3642 w 5074"/>
                    <a:gd name="connsiteY20-30744" fmla="*/ 748 h 5728"/>
                    <a:gd name="connsiteX21-30745" fmla="*/ 3752 w 5074"/>
                    <a:gd name="connsiteY21-30746" fmla="*/ 486 h 5728"/>
                    <a:gd name="connsiteX22-30747" fmla="*/ 3750 w 5074"/>
                    <a:gd name="connsiteY22-30748" fmla="*/ 358 h 5728"/>
                    <a:gd name="connsiteX23-30749" fmla="*/ 3737 w 5074"/>
                    <a:gd name="connsiteY23-30750" fmla="*/ 328 h 5728"/>
                    <a:gd name="connsiteX24-30751" fmla="*/ 3670 w 5074"/>
                    <a:gd name="connsiteY24-30752" fmla="*/ 251 h 5728"/>
                    <a:gd name="connsiteX25-30753" fmla="*/ 3610 w 5074"/>
                    <a:gd name="connsiteY25-30754" fmla="*/ 217 h 5728"/>
                    <a:gd name="connsiteX26-30755" fmla="*/ 3735 w 5074"/>
                    <a:gd name="connsiteY26-30756" fmla="*/ 56 h 5728"/>
                    <a:gd name="connsiteX27-30757" fmla="*/ 3908 w 5074"/>
                    <a:gd name="connsiteY27-30758" fmla="*/ 2 h 5728"/>
                    <a:gd name="connsiteX28-30759" fmla="*/ 3940 w 5074"/>
                    <a:gd name="connsiteY28-30760" fmla="*/ 49 h 5728"/>
                    <a:gd name="connsiteX29-30761" fmla="*/ 3930 w 5074"/>
                    <a:gd name="connsiteY29-30762" fmla="*/ 133 h 5728"/>
                    <a:gd name="connsiteX30-30763" fmla="*/ 3869 w 5074"/>
                    <a:gd name="connsiteY30-30764" fmla="*/ 243 h 5728"/>
                    <a:gd name="connsiteX31-30765" fmla="*/ 3939 w 5074"/>
                    <a:gd name="connsiteY31-30766" fmla="*/ 301 h 5728"/>
                    <a:gd name="connsiteX32-30767" fmla="*/ 4053 w 5074"/>
                    <a:gd name="connsiteY32-30768" fmla="*/ 366 h 5728"/>
                    <a:gd name="connsiteX33-30769" fmla="*/ 4073 w 5074"/>
                    <a:gd name="connsiteY33-30770" fmla="*/ 255 h 5728"/>
                    <a:gd name="connsiteX34-30771" fmla="*/ 4207 w 5074"/>
                    <a:gd name="connsiteY34-30772" fmla="*/ 291 h 5728"/>
                    <a:gd name="connsiteX35-30773" fmla="*/ 4232 w 5074"/>
                    <a:gd name="connsiteY35-30774" fmla="*/ 331 h 5728"/>
                    <a:gd name="connsiteX36-30775" fmla="*/ 4308 w 5074"/>
                    <a:gd name="connsiteY36-30776" fmla="*/ 562 h 5728"/>
                    <a:gd name="connsiteX37-30777" fmla="*/ 4343 w 5074"/>
                    <a:gd name="connsiteY37-30778" fmla="*/ 586 h 5728"/>
                    <a:gd name="connsiteX38-30779" fmla="*/ 4435 w 5074"/>
                    <a:gd name="connsiteY38-30780" fmla="*/ 578 h 5728"/>
                    <a:gd name="connsiteX39-30781" fmla="*/ 4695 w 5074"/>
                    <a:gd name="connsiteY39-30782" fmla="*/ 490 h 5728"/>
                    <a:gd name="connsiteX40-30783" fmla="*/ 4915 w 5074"/>
                    <a:gd name="connsiteY40-30784" fmla="*/ 479 h 5728"/>
                    <a:gd name="connsiteX41-30785" fmla="*/ 4975 w 5074"/>
                    <a:gd name="connsiteY41-30786" fmla="*/ 648 h 5728"/>
                    <a:gd name="connsiteX42-30787" fmla="*/ 4893 w 5074"/>
                    <a:gd name="connsiteY42-30788" fmla="*/ 944 h 5728"/>
                    <a:gd name="connsiteX43-30789" fmla="*/ 4893 w 5074"/>
                    <a:gd name="connsiteY43-30790" fmla="*/ 1022 h 5728"/>
                    <a:gd name="connsiteX44-30791" fmla="*/ 4962 w 5074"/>
                    <a:gd name="connsiteY44-30792" fmla="*/ 1168 h 5728"/>
                    <a:gd name="connsiteX45-30793" fmla="*/ 4977 w 5074"/>
                    <a:gd name="connsiteY45-30794" fmla="*/ 1427 h 5728"/>
                    <a:gd name="connsiteX46-30795" fmla="*/ 4979 w 5074"/>
                    <a:gd name="connsiteY46-30796" fmla="*/ 1617 h 5728"/>
                    <a:gd name="connsiteX47-30797" fmla="*/ 4912 w 5074"/>
                    <a:gd name="connsiteY47-30798" fmla="*/ 1625 h 5728"/>
                    <a:gd name="connsiteX48-30799" fmla="*/ 4890 w 5074"/>
                    <a:gd name="connsiteY48-30800" fmla="*/ 1507 h 5728"/>
                    <a:gd name="connsiteX49-30801" fmla="*/ 4855 w 5074"/>
                    <a:gd name="connsiteY49-30802" fmla="*/ 1450 h 5728"/>
                    <a:gd name="connsiteX50-30803" fmla="*/ 4765 w 5074"/>
                    <a:gd name="connsiteY50-30804" fmla="*/ 1582 h 5728"/>
                    <a:gd name="connsiteX51-30805" fmla="*/ 4652 w 5074"/>
                    <a:gd name="connsiteY51-30806" fmla="*/ 1776 h 5728"/>
                    <a:gd name="connsiteX52-30807" fmla="*/ 4533 w 5074"/>
                    <a:gd name="connsiteY52-30808" fmla="*/ 1904 h 5728"/>
                    <a:gd name="connsiteX53-30809" fmla="*/ 4526 w 5074"/>
                    <a:gd name="connsiteY53-30810" fmla="*/ 2018 h 5728"/>
                    <a:gd name="connsiteX54-30811" fmla="*/ 4586 w 5074"/>
                    <a:gd name="connsiteY54-30812" fmla="*/ 2115 h 5728"/>
                    <a:gd name="connsiteX55-30813" fmla="*/ 4688 w 5074"/>
                    <a:gd name="connsiteY55-30814" fmla="*/ 2183 h 5728"/>
                    <a:gd name="connsiteX56-30815" fmla="*/ 4765 w 5074"/>
                    <a:gd name="connsiteY56-30816" fmla="*/ 2178 h 5728"/>
                    <a:gd name="connsiteX57-30817" fmla="*/ 4810 w 5074"/>
                    <a:gd name="connsiteY57-30818" fmla="*/ 2104 h 5728"/>
                    <a:gd name="connsiteX58-30819" fmla="*/ 4844 w 5074"/>
                    <a:gd name="connsiteY58-30820" fmla="*/ 2210 h 5728"/>
                    <a:gd name="connsiteX59-30821" fmla="*/ 4732 w 5074"/>
                    <a:gd name="connsiteY59-30822" fmla="*/ 2249 h 5728"/>
                    <a:gd name="connsiteX60-30823" fmla="*/ 4779 w 5074"/>
                    <a:gd name="connsiteY60-30824" fmla="*/ 2362 h 5728"/>
                    <a:gd name="connsiteX61-30825" fmla="*/ 4644 w 5074"/>
                    <a:gd name="connsiteY61-30826" fmla="*/ 2509 h 5728"/>
                    <a:gd name="connsiteX62-30827" fmla="*/ 4603 w 5074"/>
                    <a:gd name="connsiteY62-30828" fmla="*/ 2498 h 5728"/>
                    <a:gd name="connsiteX63-30829" fmla="*/ 4479 w 5074"/>
                    <a:gd name="connsiteY63-30830" fmla="*/ 2413 h 5728"/>
                    <a:gd name="connsiteX64-30831" fmla="*/ 4424 w 5074"/>
                    <a:gd name="connsiteY64-30832" fmla="*/ 2412 h 5728"/>
                    <a:gd name="connsiteX65-30833" fmla="*/ 4389 w 5074"/>
                    <a:gd name="connsiteY65-30834" fmla="*/ 2480 h 5728"/>
                    <a:gd name="connsiteX66-30835" fmla="*/ 4392 w 5074"/>
                    <a:gd name="connsiteY66-30836" fmla="*/ 2562 h 5728"/>
                    <a:gd name="connsiteX67-30837" fmla="*/ 4570 w 5074"/>
                    <a:gd name="connsiteY67-30838" fmla="*/ 2730 h 5728"/>
                    <a:gd name="connsiteX68-30839" fmla="*/ 4569 w 5074"/>
                    <a:gd name="connsiteY68-30840" fmla="*/ 2844 h 5728"/>
                    <a:gd name="connsiteX69-30841" fmla="*/ 4660 w 5074"/>
                    <a:gd name="connsiteY69-30842" fmla="*/ 3060 h 5728"/>
                    <a:gd name="connsiteX70-30843" fmla="*/ 4686 w 5074"/>
                    <a:gd name="connsiteY70-30844" fmla="*/ 3090 h 5728"/>
                    <a:gd name="connsiteX71-30845" fmla="*/ 4730 w 5074"/>
                    <a:gd name="connsiteY71-30846" fmla="*/ 3094 h 5728"/>
                    <a:gd name="connsiteX72-30847" fmla="*/ 4776 w 5074"/>
                    <a:gd name="connsiteY72-30848" fmla="*/ 3010 h 5728"/>
                    <a:gd name="connsiteX73-30849" fmla="*/ 4856 w 5074"/>
                    <a:gd name="connsiteY73-30850" fmla="*/ 2950 h 5728"/>
                    <a:gd name="connsiteX74-30851" fmla="*/ 4951 w 5074"/>
                    <a:gd name="connsiteY74-30852" fmla="*/ 3126 h 5728"/>
                    <a:gd name="connsiteX75-30853" fmla="*/ 5061 w 5074"/>
                    <a:gd name="connsiteY75-30854" fmla="*/ 3312 h 5728"/>
                    <a:gd name="connsiteX76-30855" fmla="*/ 5074 w 5074"/>
                    <a:gd name="connsiteY76-30856" fmla="*/ 3342 h 5728"/>
                    <a:gd name="connsiteX77-30857" fmla="*/ 5063 w 5074"/>
                    <a:gd name="connsiteY77-30858" fmla="*/ 3518 h 5728"/>
                    <a:gd name="connsiteX78-30859" fmla="*/ 5028 w 5074"/>
                    <a:gd name="connsiteY78-30860" fmla="*/ 3554 h 5728"/>
                    <a:gd name="connsiteX79-30861" fmla="*/ 4939 w 5074"/>
                    <a:gd name="connsiteY79-30862" fmla="*/ 3515 h 5728"/>
                    <a:gd name="connsiteX80-30863" fmla="*/ 4705 w 5074"/>
                    <a:gd name="connsiteY80-30864" fmla="*/ 3644 h 5728"/>
                    <a:gd name="connsiteX81-30865" fmla="*/ 4679 w 5074"/>
                    <a:gd name="connsiteY81-30866" fmla="*/ 3666 h 5728"/>
                    <a:gd name="connsiteX82-30867" fmla="*/ 4499 w 5074"/>
                    <a:gd name="connsiteY82-30868" fmla="*/ 3812 h 5728"/>
                    <a:gd name="connsiteX83-30869" fmla="*/ 4358 w 5074"/>
                    <a:gd name="connsiteY83-30870" fmla="*/ 3926 h 5728"/>
                    <a:gd name="connsiteX84-30871" fmla="*/ 4323 w 5074"/>
                    <a:gd name="connsiteY84-30872" fmla="*/ 3965 h 5728"/>
                    <a:gd name="connsiteX85-30873" fmla="*/ 4271 w 5074"/>
                    <a:gd name="connsiteY85-30874" fmla="*/ 3973 h 5728"/>
                    <a:gd name="connsiteX86-30875" fmla="*/ 4214 w 5074"/>
                    <a:gd name="connsiteY86-30876" fmla="*/ 3916 h 5728"/>
                    <a:gd name="connsiteX87-30877" fmla="*/ 4090 w 5074"/>
                    <a:gd name="connsiteY87-30878" fmla="*/ 3808 h 5728"/>
                    <a:gd name="connsiteX88-30879" fmla="*/ 4114 w 5074"/>
                    <a:gd name="connsiteY88-30880" fmla="*/ 4064 h 5728"/>
                    <a:gd name="connsiteX89-30881" fmla="*/ 4123 w 5074"/>
                    <a:gd name="connsiteY89-30882" fmla="*/ 4192 h 5728"/>
                    <a:gd name="connsiteX90-30883" fmla="*/ 3861 w 5074"/>
                    <a:gd name="connsiteY90-30884" fmla="*/ 4166 h 5728"/>
                    <a:gd name="connsiteX91-30885" fmla="*/ 3779 w 5074"/>
                    <a:gd name="connsiteY91-30886" fmla="*/ 3987 h 5728"/>
                    <a:gd name="connsiteX92-30887" fmla="*/ 3697 w 5074"/>
                    <a:gd name="connsiteY92-30888" fmla="*/ 3802 h 5728"/>
                    <a:gd name="connsiteX93-30889" fmla="*/ 553 w 5074"/>
                    <a:gd name="connsiteY93-30890" fmla="*/ 5510 h 5728"/>
                    <a:gd name="connsiteX94-30891" fmla="*/ 514 w 5074"/>
                    <a:gd name="connsiteY94-30892" fmla="*/ 5558 h 5728"/>
                    <a:gd name="connsiteX95-30893" fmla="*/ 383 w 5074"/>
                    <a:gd name="connsiteY95-30894" fmla="*/ 5617 h 5728"/>
                    <a:gd name="connsiteX96-30895" fmla="*/ 217 w 5074"/>
                    <a:gd name="connsiteY96-30896" fmla="*/ 5649 h 5728"/>
                    <a:gd name="connsiteX97-30897" fmla="*/ 114 w 5074"/>
                    <a:gd name="connsiteY97-30898" fmla="*/ 5728 h 5728"/>
                    <a:gd name="connsiteX98-30899" fmla="*/ 0 w 5074"/>
                    <a:gd name="connsiteY98-30900" fmla="*/ 5611 h 5728"/>
                    <a:gd name="connsiteX0-30901" fmla="*/ 3888 w 5074"/>
                    <a:gd name="connsiteY0-30902" fmla="*/ 2333 h 5728"/>
                    <a:gd name="connsiteX1-30903" fmla="*/ 3886 w 5074"/>
                    <a:gd name="connsiteY1-30904" fmla="*/ 2117 h 5728"/>
                    <a:gd name="connsiteX2-30905" fmla="*/ 3810 w 5074"/>
                    <a:gd name="connsiteY2-30906" fmla="*/ 2039 h 5728"/>
                    <a:gd name="connsiteX3-30907" fmla="*/ 3667 w 5074"/>
                    <a:gd name="connsiteY3-30908" fmla="*/ 1951 h 5728"/>
                    <a:gd name="connsiteX4-30909" fmla="*/ 3575 w 5074"/>
                    <a:gd name="connsiteY4-30910" fmla="*/ 1827 h 5728"/>
                    <a:gd name="connsiteX5-30911" fmla="*/ 3479 w 5074"/>
                    <a:gd name="connsiteY5-30912" fmla="*/ 1828 h 5728"/>
                    <a:gd name="connsiteX6-30913" fmla="*/ 3434 w 5074"/>
                    <a:gd name="connsiteY6-30914" fmla="*/ 1883 h 5728"/>
                    <a:gd name="connsiteX7-30915" fmla="*/ 3341 w 5074"/>
                    <a:gd name="connsiteY7-30916" fmla="*/ 1877 h 5728"/>
                    <a:gd name="connsiteX8-30917" fmla="*/ 3321 w 5074"/>
                    <a:gd name="connsiteY8-30918" fmla="*/ 1994 h 5728"/>
                    <a:gd name="connsiteX9-30919" fmla="*/ 3140 w 5074"/>
                    <a:gd name="connsiteY9-30920" fmla="*/ 1941 h 5728"/>
                    <a:gd name="connsiteX10-30921" fmla="*/ 3057 w 5074"/>
                    <a:gd name="connsiteY10-30922" fmla="*/ 1939 h 5728"/>
                    <a:gd name="connsiteX11-30923" fmla="*/ 2932 w 5074"/>
                    <a:gd name="connsiteY11-30924" fmla="*/ 2014 h 5728"/>
                    <a:gd name="connsiteX12-30925" fmla="*/ 2820 w 5074"/>
                    <a:gd name="connsiteY12-30926" fmla="*/ 1890 h 5728"/>
                    <a:gd name="connsiteX13-30927" fmla="*/ 2914 w 5074"/>
                    <a:gd name="connsiteY13-30928" fmla="*/ 1804 h 5728"/>
                    <a:gd name="connsiteX14-30929" fmla="*/ 2918 w 5074"/>
                    <a:gd name="connsiteY14-30930" fmla="*/ 1634 h 5728"/>
                    <a:gd name="connsiteX15-30931" fmla="*/ 2973 w 5074"/>
                    <a:gd name="connsiteY15-30932" fmla="*/ 1514 h 5728"/>
                    <a:gd name="connsiteX16-30933" fmla="*/ 3016 w 5074"/>
                    <a:gd name="connsiteY16-30934" fmla="*/ 1306 h 5728"/>
                    <a:gd name="connsiteX17-30935" fmla="*/ 3076 w 5074"/>
                    <a:gd name="connsiteY17-30936" fmla="*/ 1307 h 5728"/>
                    <a:gd name="connsiteX18-30937" fmla="*/ 3399 w 5074"/>
                    <a:gd name="connsiteY18-30938" fmla="*/ 1286 h 5728"/>
                    <a:gd name="connsiteX19-30939" fmla="*/ 3573 w 5074"/>
                    <a:gd name="connsiteY19-30940" fmla="*/ 1117 h 5728"/>
                    <a:gd name="connsiteX20-30941" fmla="*/ 3642 w 5074"/>
                    <a:gd name="connsiteY20-30942" fmla="*/ 748 h 5728"/>
                    <a:gd name="connsiteX21-30943" fmla="*/ 3752 w 5074"/>
                    <a:gd name="connsiteY21-30944" fmla="*/ 486 h 5728"/>
                    <a:gd name="connsiteX22-30945" fmla="*/ 3750 w 5074"/>
                    <a:gd name="connsiteY22-30946" fmla="*/ 358 h 5728"/>
                    <a:gd name="connsiteX23-30947" fmla="*/ 3737 w 5074"/>
                    <a:gd name="connsiteY23-30948" fmla="*/ 328 h 5728"/>
                    <a:gd name="connsiteX24-30949" fmla="*/ 3670 w 5074"/>
                    <a:gd name="connsiteY24-30950" fmla="*/ 251 h 5728"/>
                    <a:gd name="connsiteX25-30951" fmla="*/ 3610 w 5074"/>
                    <a:gd name="connsiteY25-30952" fmla="*/ 217 h 5728"/>
                    <a:gd name="connsiteX26-30953" fmla="*/ 3735 w 5074"/>
                    <a:gd name="connsiteY26-30954" fmla="*/ 56 h 5728"/>
                    <a:gd name="connsiteX27-30955" fmla="*/ 3908 w 5074"/>
                    <a:gd name="connsiteY27-30956" fmla="*/ 2 h 5728"/>
                    <a:gd name="connsiteX28-30957" fmla="*/ 3940 w 5074"/>
                    <a:gd name="connsiteY28-30958" fmla="*/ 49 h 5728"/>
                    <a:gd name="connsiteX29-30959" fmla="*/ 3930 w 5074"/>
                    <a:gd name="connsiteY29-30960" fmla="*/ 133 h 5728"/>
                    <a:gd name="connsiteX30-30961" fmla="*/ 3869 w 5074"/>
                    <a:gd name="connsiteY30-30962" fmla="*/ 243 h 5728"/>
                    <a:gd name="connsiteX31-30963" fmla="*/ 3939 w 5074"/>
                    <a:gd name="connsiteY31-30964" fmla="*/ 301 h 5728"/>
                    <a:gd name="connsiteX32-30965" fmla="*/ 4053 w 5074"/>
                    <a:gd name="connsiteY32-30966" fmla="*/ 366 h 5728"/>
                    <a:gd name="connsiteX33-30967" fmla="*/ 4073 w 5074"/>
                    <a:gd name="connsiteY33-30968" fmla="*/ 255 h 5728"/>
                    <a:gd name="connsiteX34-30969" fmla="*/ 4207 w 5074"/>
                    <a:gd name="connsiteY34-30970" fmla="*/ 291 h 5728"/>
                    <a:gd name="connsiteX35-30971" fmla="*/ 4232 w 5074"/>
                    <a:gd name="connsiteY35-30972" fmla="*/ 331 h 5728"/>
                    <a:gd name="connsiteX36-30973" fmla="*/ 4308 w 5074"/>
                    <a:gd name="connsiteY36-30974" fmla="*/ 562 h 5728"/>
                    <a:gd name="connsiteX37-30975" fmla="*/ 4343 w 5074"/>
                    <a:gd name="connsiteY37-30976" fmla="*/ 586 h 5728"/>
                    <a:gd name="connsiteX38-30977" fmla="*/ 4435 w 5074"/>
                    <a:gd name="connsiteY38-30978" fmla="*/ 578 h 5728"/>
                    <a:gd name="connsiteX39-30979" fmla="*/ 4695 w 5074"/>
                    <a:gd name="connsiteY39-30980" fmla="*/ 490 h 5728"/>
                    <a:gd name="connsiteX40-30981" fmla="*/ 4915 w 5074"/>
                    <a:gd name="connsiteY40-30982" fmla="*/ 479 h 5728"/>
                    <a:gd name="connsiteX41-30983" fmla="*/ 4975 w 5074"/>
                    <a:gd name="connsiteY41-30984" fmla="*/ 648 h 5728"/>
                    <a:gd name="connsiteX42-30985" fmla="*/ 4893 w 5074"/>
                    <a:gd name="connsiteY42-30986" fmla="*/ 944 h 5728"/>
                    <a:gd name="connsiteX43-30987" fmla="*/ 4893 w 5074"/>
                    <a:gd name="connsiteY43-30988" fmla="*/ 1022 h 5728"/>
                    <a:gd name="connsiteX44-30989" fmla="*/ 4962 w 5074"/>
                    <a:gd name="connsiteY44-30990" fmla="*/ 1168 h 5728"/>
                    <a:gd name="connsiteX45-30991" fmla="*/ 4977 w 5074"/>
                    <a:gd name="connsiteY45-30992" fmla="*/ 1427 h 5728"/>
                    <a:gd name="connsiteX46-30993" fmla="*/ 4979 w 5074"/>
                    <a:gd name="connsiteY46-30994" fmla="*/ 1617 h 5728"/>
                    <a:gd name="connsiteX47-30995" fmla="*/ 4912 w 5074"/>
                    <a:gd name="connsiteY47-30996" fmla="*/ 1625 h 5728"/>
                    <a:gd name="connsiteX48-30997" fmla="*/ 4890 w 5074"/>
                    <a:gd name="connsiteY48-30998" fmla="*/ 1507 h 5728"/>
                    <a:gd name="connsiteX49-30999" fmla="*/ 4855 w 5074"/>
                    <a:gd name="connsiteY49-31000" fmla="*/ 1450 h 5728"/>
                    <a:gd name="connsiteX50-31001" fmla="*/ 4765 w 5074"/>
                    <a:gd name="connsiteY50-31002" fmla="*/ 1582 h 5728"/>
                    <a:gd name="connsiteX51-31003" fmla="*/ 4652 w 5074"/>
                    <a:gd name="connsiteY51-31004" fmla="*/ 1776 h 5728"/>
                    <a:gd name="connsiteX52-31005" fmla="*/ 4533 w 5074"/>
                    <a:gd name="connsiteY52-31006" fmla="*/ 1904 h 5728"/>
                    <a:gd name="connsiteX53-31007" fmla="*/ 4526 w 5074"/>
                    <a:gd name="connsiteY53-31008" fmla="*/ 2018 h 5728"/>
                    <a:gd name="connsiteX54-31009" fmla="*/ 4586 w 5074"/>
                    <a:gd name="connsiteY54-31010" fmla="*/ 2115 h 5728"/>
                    <a:gd name="connsiteX55-31011" fmla="*/ 4688 w 5074"/>
                    <a:gd name="connsiteY55-31012" fmla="*/ 2183 h 5728"/>
                    <a:gd name="connsiteX56-31013" fmla="*/ 4765 w 5074"/>
                    <a:gd name="connsiteY56-31014" fmla="*/ 2178 h 5728"/>
                    <a:gd name="connsiteX57-31015" fmla="*/ 4810 w 5074"/>
                    <a:gd name="connsiteY57-31016" fmla="*/ 2104 h 5728"/>
                    <a:gd name="connsiteX58-31017" fmla="*/ 4844 w 5074"/>
                    <a:gd name="connsiteY58-31018" fmla="*/ 2210 h 5728"/>
                    <a:gd name="connsiteX59-31019" fmla="*/ 4732 w 5074"/>
                    <a:gd name="connsiteY59-31020" fmla="*/ 2249 h 5728"/>
                    <a:gd name="connsiteX60-31021" fmla="*/ 4779 w 5074"/>
                    <a:gd name="connsiteY60-31022" fmla="*/ 2362 h 5728"/>
                    <a:gd name="connsiteX61-31023" fmla="*/ 4644 w 5074"/>
                    <a:gd name="connsiteY61-31024" fmla="*/ 2509 h 5728"/>
                    <a:gd name="connsiteX62-31025" fmla="*/ 4603 w 5074"/>
                    <a:gd name="connsiteY62-31026" fmla="*/ 2498 h 5728"/>
                    <a:gd name="connsiteX63-31027" fmla="*/ 4479 w 5074"/>
                    <a:gd name="connsiteY63-31028" fmla="*/ 2413 h 5728"/>
                    <a:gd name="connsiteX64-31029" fmla="*/ 4424 w 5074"/>
                    <a:gd name="connsiteY64-31030" fmla="*/ 2412 h 5728"/>
                    <a:gd name="connsiteX65-31031" fmla="*/ 4389 w 5074"/>
                    <a:gd name="connsiteY65-31032" fmla="*/ 2480 h 5728"/>
                    <a:gd name="connsiteX66-31033" fmla="*/ 4392 w 5074"/>
                    <a:gd name="connsiteY66-31034" fmla="*/ 2562 h 5728"/>
                    <a:gd name="connsiteX67-31035" fmla="*/ 4570 w 5074"/>
                    <a:gd name="connsiteY67-31036" fmla="*/ 2730 h 5728"/>
                    <a:gd name="connsiteX68-31037" fmla="*/ 4569 w 5074"/>
                    <a:gd name="connsiteY68-31038" fmla="*/ 2844 h 5728"/>
                    <a:gd name="connsiteX69-31039" fmla="*/ 4660 w 5074"/>
                    <a:gd name="connsiteY69-31040" fmla="*/ 3060 h 5728"/>
                    <a:gd name="connsiteX70-31041" fmla="*/ 4686 w 5074"/>
                    <a:gd name="connsiteY70-31042" fmla="*/ 3090 h 5728"/>
                    <a:gd name="connsiteX71-31043" fmla="*/ 4730 w 5074"/>
                    <a:gd name="connsiteY71-31044" fmla="*/ 3094 h 5728"/>
                    <a:gd name="connsiteX72-31045" fmla="*/ 4776 w 5074"/>
                    <a:gd name="connsiteY72-31046" fmla="*/ 3010 h 5728"/>
                    <a:gd name="connsiteX73-31047" fmla="*/ 4856 w 5074"/>
                    <a:gd name="connsiteY73-31048" fmla="*/ 2950 h 5728"/>
                    <a:gd name="connsiteX74-31049" fmla="*/ 4951 w 5074"/>
                    <a:gd name="connsiteY74-31050" fmla="*/ 3126 h 5728"/>
                    <a:gd name="connsiteX75-31051" fmla="*/ 5061 w 5074"/>
                    <a:gd name="connsiteY75-31052" fmla="*/ 3312 h 5728"/>
                    <a:gd name="connsiteX76-31053" fmla="*/ 5074 w 5074"/>
                    <a:gd name="connsiteY76-31054" fmla="*/ 3342 h 5728"/>
                    <a:gd name="connsiteX77-31055" fmla="*/ 5063 w 5074"/>
                    <a:gd name="connsiteY77-31056" fmla="*/ 3518 h 5728"/>
                    <a:gd name="connsiteX78-31057" fmla="*/ 5028 w 5074"/>
                    <a:gd name="connsiteY78-31058" fmla="*/ 3554 h 5728"/>
                    <a:gd name="connsiteX79-31059" fmla="*/ 4939 w 5074"/>
                    <a:gd name="connsiteY79-31060" fmla="*/ 3515 h 5728"/>
                    <a:gd name="connsiteX80-31061" fmla="*/ 4705 w 5074"/>
                    <a:gd name="connsiteY80-31062" fmla="*/ 3644 h 5728"/>
                    <a:gd name="connsiteX81-31063" fmla="*/ 4679 w 5074"/>
                    <a:gd name="connsiteY81-31064" fmla="*/ 3666 h 5728"/>
                    <a:gd name="connsiteX82-31065" fmla="*/ 4499 w 5074"/>
                    <a:gd name="connsiteY82-31066" fmla="*/ 3812 h 5728"/>
                    <a:gd name="connsiteX83-31067" fmla="*/ 4358 w 5074"/>
                    <a:gd name="connsiteY83-31068" fmla="*/ 3926 h 5728"/>
                    <a:gd name="connsiteX84-31069" fmla="*/ 4323 w 5074"/>
                    <a:gd name="connsiteY84-31070" fmla="*/ 3965 h 5728"/>
                    <a:gd name="connsiteX85-31071" fmla="*/ 4271 w 5074"/>
                    <a:gd name="connsiteY85-31072" fmla="*/ 3973 h 5728"/>
                    <a:gd name="connsiteX86-31073" fmla="*/ 4214 w 5074"/>
                    <a:gd name="connsiteY86-31074" fmla="*/ 3916 h 5728"/>
                    <a:gd name="connsiteX87-31075" fmla="*/ 4090 w 5074"/>
                    <a:gd name="connsiteY87-31076" fmla="*/ 3808 h 5728"/>
                    <a:gd name="connsiteX88-31077" fmla="*/ 4114 w 5074"/>
                    <a:gd name="connsiteY88-31078" fmla="*/ 4064 h 5728"/>
                    <a:gd name="connsiteX89-31079" fmla="*/ 4123 w 5074"/>
                    <a:gd name="connsiteY89-31080" fmla="*/ 4192 h 5728"/>
                    <a:gd name="connsiteX90-31081" fmla="*/ 3861 w 5074"/>
                    <a:gd name="connsiteY90-31082" fmla="*/ 4166 h 5728"/>
                    <a:gd name="connsiteX91-31083" fmla="*/ 3779 w 5074"/>
                    <a:gd name="connsiteY91-31084" fmla="*/ 3987 h 5728"/>
                    <a:gd name="connsiteX92-31085" fmla="*/ 3697 w 5074"/>
                    <a:gd name="connsiteY92-31086" fmla="*/ 3802 h 5728"/>
                    <a:gd name="connsiteX93-31087" fmla="*/ 553 w 5074"/>
                    <a:gd name="connsiteY93-31088" fmla="*/ 5510 h 5728"/>
                    <a:gd name="connsiteX94-31089" fmla="*/ 383 w 5074"/>
                    <a:gd name="connsiteY94-31090" fmla="*/ 5617 h 5728"/>
                    <a:gd name="connsiteX95-31091" fmla="*/ 217 w 5074"/>
                    <a:gd name="connsiteY95-31092" fmla="*/ 5649 h 5728"/>
                    <a:gd name="connsiteX96-31093" fmla="*/ 114 w 5074"/>
                    <a:gd name="connsiteY96-31094" fmla="*/ 5728 h 5728"/>
                    <a:gd name="connsiteX97-31095" fmla="*/ 0 w 5074"/>
                    <a:gd name="connsiteY97-31096" fmla="*/ 5611 h 5728"/>
                    <a:gd name="connsiteX0-31097" fmla="*/ 3888 w 5074"/>
                    <a:gd name="connsiteY0-31098" fmla="*/ 2333 h 5728"/>
                    <a:gd name="connsiteX1-31099" fmla="*/ 3886 w 5074"/>
                    <a:gd name="connsiteY1-31100" fmla="*/ 2117 h 5728"/>
                    <a:gd name="connsiteX2-31101" fmla="*/ 3810 w 5074"/>
                    <a:gd name="connsiteY2-31102" fmla="*/ 2039 h 5728"/>
                    <a:gd name="connsiteX3-31103" fmla="*/ 3667 w 5074"/>
                    <a:gd name="connsiteY3-31104" fmla="*/ 1951 h 5728"/>
                    <a:gd name="connsiteX4-31105" fmla="*/ 3575 w 5074"/>
                    <a:gd name="connsiteY4-31106" fmla="*/ 1827 h 5728"/>
                    <a:gd name="connsiteX5-31107" fmla="*/ 3479 w 5074"/>
                    <a:gd name="connsiteY5-31108" fmla="*/ 1828 h 5728"/>
                    <a:gd name="connsiteX6-31109" fmla="*/ 3434 w 5074"/>
                    <a:gd name="connsiteY6-31110" fmla="*/ 1883 h 5728"/>
                    <a:gd name="connsiteX7-31111" fmla="*/ 3341 w 5074"/>
                    <a:gd name="connsiteY7-31112" fmla="*/ 1877 h 5728"/>
                    <a:gd name="connsiteX8-31113" fmla="*/ 3321 w 5074"/>
                    <a:gd name="connsiteY8-31114" fmla="*/ 1994 h 5728"/>
                    <a:gd name="connsiteX9-31115" fmla="*/ 3140 w 5074"/>
                    <a:gd name="connsiteY9-31116" fmla="*/ 1941 h 5728"/>
                    <a:gd name="connsiteX10-31117" fmla="*/ 3057 w 5074"/>
                    <a:gd name="connsiteY10-31118" fmla="*/ 1939 h 5728"/>
                    <a:gd name="connsiteX11-31119" fmla="*/ 2932 w 5074"/>
                    <a:gd name="connsiteY11-31120" fmla="*/ 2014 h 5728"/>
                    <a:gd name="connsiteX12-31121" fmla="*/ 2820 w 5074"/>
                    <a:gd name="connsiteY12-31122" fmla="*/ 1890 h 5728"/>
                    <a:gd name="connsiteX13-31123" fmla="*/ 2914 w 5074"/>
                    <a:gd name="connsiteY13-31124" fmla="*/ 1804 h 5728"/>
                    <a:gd name="connsiteX14-31125" fmla="*/ 2918 w 5074"/>
                    <a:gd name="connsiteY14-31126" fmla="*/ 1634 h 5728"/>
                    <a:gd name="connsiteX15-31127" fmla="*/ 2973 w 5074"/>
                    <a:gd name="connsiteY15-31128" fmla="*/ 1514 h 5728"/>
                    <a:gd name="connsiteX16-31129" fmla="*/ 3016 w 5074"/>
                    <a:gd name="connsiteY16-31130" fmla="*/ 1306 h 5728"/>
                    <a:gd name="connsiteX17-31131" fmla="*/ 3076 w 5074"/>
                    <a:gd name="connsiteY17-31132" fmla="*/ 1307 h 5728"/>
                    <a:gd name="connsiteX18-31133" fmla="*/ 3399 w 5074"/>
                    <a:gd name="connsiteY18-31134" fmla="*/ 1286 h 5728"/>
                    <a:gd name="connsiteX19-31135" fmla="*/ 3573 w 5074"/>
                    <a:gd name="connsiteY19-31136" fmla="*/ 1117 h 5728"/>
                    <a:gd name="connsiteX20-31137" fmla="*/ 3642 w 5074"/>
                    <a:gd name="connsiteY20-31138" fmla="*/ 748 h 5728"/>
                    <a:gd name="connsiteX21-31139" fmla="*/ 3752 w 5074"/>
                    <a:gd name="connsiteY21-31140" fmla="*/ 486 h 5728"/>
                    <a:gd name="connsiteX22-31141" fmla="*/ 3750 w 5074"/>
                    <a:gd name="connsiteY22-31142" fmla="*/ 358 h 5728"/>
                    <a:gd name="connsiteX23-31143" fmla="*/ 3737 w 5074"/>
                    <a:gd name="connsiteY23-31144" fmla="*/ 328 h 5728"/>
                    <a:gd name="connsiteX24-31145" fmla="*/ 3670 w 5074"/>
                    <a:gd name="connsiteY24-31146" fmla="*/ 251 h 5728"/>
                    <a:gd name="connsiteX25-31147" fmla="*/ 3610 w 5074"/>
                    <a:gd name="connsiteY25-31148" fmla="*/ 217 h 5728"/>
                    <a:gd name="connsiteX26-31149" fmla="*/ 3735 w 5074"/>
                    <a:gd name="connsiteY26-31150" fmla="*/ 56 h 5728"/>
                    <a:gd name="connsiteX27-31151" fmla="*/ 3908 w 5074"/>
                    <a:gd name="connsiteY27-31152" fmla="*/ 2 h 5728"/>
                    <a:gd name="connsiteX28-31153" fmla="*/ 3940 w 5074"/>
                    <a:gd name="connsiteY28-31154" fmla="*/ 49 h 5728"/>
                    <a:gd name="connsiteX29-31155" fmla="*/ 3930 w 5074"/>
                    <a:gd name="connsiteY29-31156" fmla="*/ 133 h 5728"/>
                    <a:gd name="connsiteX30-31157" fmla="*/ 3869 w 5074"/>
                    <a:gd name="connsiteY30-31158" fmla="*/ 243 h 5728"/>
                    <a:gd name="connsiteX31-31159" fmla="*/ 3939 w 5074"/>
                    <a:gd name="connsiteY31-31160" fmla="*/ 301 h 5728"/>
                    <a:gd name="connsiteX32-31161" fmla="*/ 4053 w 5074"/>
                    <a:gd name="connsiteY32-31162" fmla="*/ 366 h 5728"/>
                    <a:gd name="connsiteX33-31163" fmla="*/ 4073 w 5074"/>
                    <a:gd name="connsiteY33-31164" fmla="*/ 255 h 5728"/>
                    <a:gd name="connsiteX34-31165" fmla="*/ 4207 w 5074"/>
                    <a:gd name="connsiteY34-31166" fmla="*/ 291 h 5728"/>
                    <a:gd name="connsiteX35-31167" fmla="*/ 4232 w 5074"/>
                    <a:gd name="connsiteY35-31168" fmla="*/ 331 h 5728"/>
                    <a:gd name="connsiteX36-31169" fmla="*/ 4308 w 5074"/>
                    <a:gd name="connsiteY36-31170" fmla="*/ 562 h 5728"/>
                    <a:gd name="connsiteX37-31171" fmla="*/ 4343 w 5074"/>
                    <a:gd name="connsiteY37-31172" fmla="*/ 586 h 5728"/>
                    <a:gd name="connsiteX38-31173" fmla="*/ 4435 w 5074"/>
                    <a:gd name="connsiteY38-31174" fmla="*/ 578 h 5728"/>
                    <a:gd name="connsiteX39-31175" fmla="*/ 4695 w 5074"/>
                    <a:gd name="connsiteY39-31176" fmla="*/ 490 h 5728"/>
                    <a:gd name="connsiteX40-31177" fmla="*/ 4915 w 5074"/>
                    <a:gd name="connsiteY40-31178" fmla="*/ 479 h 5728"/>
                    <a:gd name="connsiteX41-31179" fmla="*/ 4975 w 5074"/>
                    <a:gd name="connsiteY41-31180" fmla="*/ 648 h 5728"/>
                    <a:gd name="connsiteX42-31181" fmla="*/ 4893 w 5074"/>
                    <a:gd name="connsiteY42-31182" fmla="*/ 944 h 5728"/>
                    <a:gd name="connsiteX43-31183" fmla="*/ 4893 w 5074"/>
                    <a:gd name="connsiteY43-31184" fmla="*/ 1022 h 5728"/>
                    <a:gd name="connsiteX44-31185" fmla="*/ 4962 w 5074"/>
                    <a:gd name="connsiteY44-31186" fmla="*/ 1168 h 5728"/>
                    <a:gd name="connsiteX45-31187" fmla="*/ 4977 w 5074"/>
                    <a:gd name="connsiteY45-31188" fmla="*/ 1427 h 5728"/>
                    <a:gd name="connsiteX46-31189" fmla="*/ 4979 w 5074"/>
                    <a:gd name="connsiteY46-31190" fmla="*/ 1617 h 5728"/>
                    <a:gd name="connsiteX47-31191" fmla="*/ 4912 w 5074"/>
                    <a:gd name="connsiteY47-31192" fmla="*/ 1625 h 5728"/>
                    <a:gd name="connsiteX48-31193" fmla="*/ 4890 w 5074"/>
                    <a:gd name="connsiteY48-31194" fmla="*/ 1507 h 5728"/>
                    <a:gd name="connsiteX49-31195" fmla="*/ 4855 w 5074"/>
                    <a:gd name="connsiteY49-31196" fmla="*/ 1450 h 5728"/>
                    <a:gd name="connsiteX50-31197" fmla="*/ 4765 w 5074"/>
                    <a:gd name="connsiteY50-31198" fmla="*/ 1582 h 5728"/>
                    <a:gd name="connsiteX51-31199" fmla="*/ 4652 w 5074"/>
                    <a:gd name="connsiteY51-31200" fmla="*/ 1776 h 5728"/>
                    <a:gd name="connsiteX52-31201" fmla="*/ 4533 w 5074"/>
                    <a:gd name="connsiteY52-31202" fmla="*/ 1904 h 5728"/>
                    <a:gd name="connsiteX53-31203" fmla="*/ 4526 w 5074"/>
                    <a:gd name="connsiteY53-31204" fmla="*/ 2018 h 5728"/>
                    <a:gd name="connsiteX54-31205" fmla="*/ 4586 w 5074"/>
                    <a:gd name="connsiteY54-31206" fmla="*/ 2115 h 5728"/>
                    <a:gd name="connsiteX55-31207" fmla="*/ 4688 w 5074"/>
                    <a:gd name="connsiteY55-31208" fmla="*/ 2183 h 5728"/>
                    <a:gd name="connsiteX56-31209" fmla="*/ 4765 w 5074"/>
                    <a:gd name="connsiteY56-31210" fmla="*/ 2178 h 5728"/>
                    <a:gd name="connsiteX57-31211" fmla="*/ 4810 w 5074"/>
                    <a:gd name="connsiteY57-31212" fmla="*/ 2104 h 5728"/>
                    <a:gd name="connsiteX58-31213" fmla="*/ 4844 w 5074"/>
                    <a:gd name="connsiteY58-31214" fmla="*/ 2210 h 5728"/>
                    <a:gd name="connsiteX59-31215" fmla="*/ 4732 w 5074"/>
                    <a:gd name="connsiteY59-31216" fmla="*/ 2249 h 5728"/>
                    <a:gd name="connsiteX60-31217" fmla="*/ 4779 w 5074"/>
                    <a:gd name="connsiteY60-31218" fmla="*/ 2362 h 5728"/>
                    <a:gd name="connsiteX61-31219" fmla="*/ 4644 w 5074"/>
                    <a:gd name="connsiteY61-31220" fmla="*/ 2509 h 5728"/>
                    <a:gd name="connsiteX62-31221" fmla="*/ 4603 w 5074"/>
                    <a:gd name="connsiteY62-31222" fmla="*/ 2498 h 5728"/>
                    <a:gd name="connsiteX63-31223" fmla="*/ 4479 w 5074"/>
                    <a:gd name="connsiteY63-31224" fmla="*/ 2413 h 5728"/>
                    <a:gd name="connsiteX64-31225" fmla="*/ 4424 w 5074"/>
                    <a:gd name="connsiteY64-31226" fmla="*/ 2412 h 5728"/>
                    <a:gd name="connsiteX65-31227" fmla="*/ 4389 w 5074"/>
                    <a:gd name="connsiteY65-31228" fmla="*/ 2480 h 5728"/>
                    <a:gd name="connsiteX66-31229" fmla="*/ 4392 w 5074"/>
                    <a:gd name="connsiteY66-31230" fmla="*/ 2562 h 5728"/>
                    <a:gd name="connsiteX67-31231" fmla="*/ 4570 w 5074"/>
                    <a:gd name="connsiteY67-31232" fmla="*/ 2730 h 5728"/>
                    <a:gd name="connsiteX68-31233" fmla="*/ 4569 w 5074"/>
                    <a:gd name="connsiteY68-31234" fmla="*/ 2844 h 5728"/>
                    <a:gd name="connsiteX69-31235" fmla="*/ 4660 w 5074"/>
                    <a:gd name="connsiteY69-31236" fmla="*/ 3060 h 5728"/>
                    <a:gd name="connsiteX70-31237" fmla="*/ 4686 w 5074"/>
                    <a:gd name="connsiteY70-31238" fmla="*/ 3090 h 5728"/>
                    <a:gd name="connsiteX71-31239" fmla="*/ 4730 w 5074"/>
                    <a:gd name="connsiteY71-31240" fmla="*/ 3094 h 5728"/>
                    <a:gd name="connsiteX72-31241" fmla="*/ 4776 w 5074"/>
                    <a:gd name="connsiteY72-31242" fmla="*/ 3010 h 5728"/>
                    <a:gd name="connsiteX73-31243" fmla="*/ 4856 w 5074"/>
                    <a:gd name="connsiteY73-31244" fmla="*/ 2950 h 5728"/>
                    <a:gd name="connsiteX74-31245" fmla="*/ 4951 w 5074"/>
                    <a:gd name="connsiteY74-31246" fmla="*/ 3126 h 5728"/>
                    <a:gd name="connsiteX75-31247" fmla="*/ 5061 w 5074"/>
                    <a:gd name="connsiteY75-31248" fmla="*/ 3312 h 5728"/>
                    <a:gd name="connsiteX76-31249" fmla="*/ 5074 w 5074"/>
                    <a:gd name="connsiteY76-31250" fmla="*/ 3342 h 5728"/>
                    <a:gd name="connsiteX77-31251" fmla="*/ 5063 w 5074"/>
                    <a:gd name="connsiteY77-31252" fmla="*/ 3518 h 5728"/>
                    <a:gd name="connsiteX78-31253" fmla="*/ 5028 w 5074"/>
                    <a:gd name="connsiteY78-31254" fmla="*/ 3554 h 5728"/>
                    <a:gd name="connsiteX79-31255" fmla="*/ 4939 w 5074"/>
                    <a:gd name="connsiteY79-31256" fmla="*/ 3515 h 5728"/>
                    <a:gd name="connsiteX80-31257" fmla="*/ 4705 w 5074"/>
                    <a:gd name="connsiteY80-31258" fmla="*/ 3644 h 5728"/>
                    <a:gd name="connsiteX81-31259" fmla="*/ 4679 w 5074"/>
                    <a:gd name="connsiteY81-31260" fmla="*/ 3666 h 5728"/>
                    <a:gd name="connsiteX82-31261" fmla="*/ 4499 w 5074"/>
                    <a:gd name="connsiteY82-31262" fmla="*/ 3812 h 5728"/>
                    <a:gd name="connsiteX83-31263" fmla="*/ 4358 w 5074"/>
                    <a:gd name="connsiteY83-31264" fmla="*/ 3926 h 5728"/>
                    <a:gd name="connsiteX84-31265" fmla="*/ 4323 w 5074"/>
                    <a:gd name="connsiteY84-31266" fmla="*/ 3965 h 5728"/>
                    <a:gd name="connsiteX85-31267" fmla="*/ 4271 w 5074"/>
                    <a:gd name="connsiteY85-31268" fmla="*/ 3973 h 5728"/>
                    <a:gd name="connsiteX86-31269" fmla="*/ 4214 w 5074"/>
                    <a:gd name="connsiteY86-31270" fmla="*/ 3916 h 5728"/>
                    <a:gd name="connsiteX87-31271" fmla="*/ 4090 w 5074"/>
                    <a:gd name="connsiteY87-31272" fmla="*/ 3808 h 5728"/>
                    <a:gd name="connsiteX88-31273" fmla="*/ 4114 w 5074"/>
                    <a:gd name="connsiteY88-31274" fmla="*/ 4064 h 5728"/>
                    <a:gd name="connsiteX89-31275" fmla="*/ 4123 w 5074"/>
                    <a:gd name="connsiteY89-31276" fmla="*/ 4192 h 5728"/>
                    <a:gd name="connsiteX90-31277" fmla="*/ 3861 w 5074"/>
                    <a:gd name="connsiteY90-31278" fmla="*/ 4166 h 5728"/>
                    <a:gd name="connsiteX91-31279" fmla="*/ 3779 w 5074"/>
                    <a:gd name="connsiteY91-31280" fmla="*/ 3987 h 5728"/>
                    <a:gd name="connsiteX92-31281" fmla="*/ 3697 w 5074"/>
                    <a:gd name="connsiteY92-31282" fmla="*/ 3802 h 5728"/>
                    <a:gd name="connsiteX93-31283" fmla="*/ 383 w 5074"/>
                    <a:gd name="connsiteY93-31284" fmla="*/ 5617 h 5728"/>
                    <a:gd name="connsiteX94-31285" fmla="*/ 217 w 5074"/>
                    <a:gd name="connsiteY94-31286" fmla="*/ 5649 h 5728"/>
                    <a:gd name="connsiteX95-31287" fmla="*/ 114 w 5074"/>
                    <a:gd name="connsiteY95-31288" fmla="*/ 5728 h 5728"/>
                    <a:gd name="connsiteX96-31289" fmla="*/ 0 w 5074"/>
                    <a:gd name="connsiteY96-31290" fmla="*/ 5611 h 5728"/>
                    <a:gd name="connsiteX0-31291" fmla="*/ 3888 w 5074"/>
                    <a:gd name="connsiteY0-31292" fmla="*/ 2333 h 5728"/>
                    <a:gd name="connsiteX1-31293" fmla="*/ 3886 w 5074"/>
                    <a:gd name="connsiteY1-31294" fmla="*/ 2117 h 5728"/>
                    <a:gd name="connsiteX2-31295" fmla="*/ 3810 w 5074"/>
                    <a:gd name="connsiteY2-31296" fmla="*/ 2039 h 5728"/>
                    <a:gd name="connsiteX3-31297" fmla="*/ 3667 w 5074"/>
                    <a:gd name="connsiteY3-31298" fmla="*/ 1951 h 5728"/>
                    <a:gd name="connsiteX4-31299" fmla="*/ 3575 w 5074"/>
                    <a:gd name="connsiteY4-31300" fmla="*/ 1827 h 5728"/>
                    <a:gd name="connsiteX5-31301" fmla="*/ 3479 w 5074"/>
                    <a:gd name="connsiteY5-31302" fmla="*/ 1828 h 5728"/>
                    <a:gd name="connsiteX6-31303" fmla="*/ 3434 w 5074"/>
                    <a:gd name="connsiteY6-31304" fmla="*/ 1883 h 5728"/>
                    <a:gd name="connsiteX7-31305" fmla="*/ 3341 w 5074"/>
                    <a:gd name="connsiteY7-31306" fmla="*/ 1877 h 5728"/>
                    <a:gd name="connsiteX8-31307" fmla="*/ 3321 w 5074"/>
                    <a:gd name="connsiteY8-31308" fmla="*/ 1994 h 5728"/>
                    <a:gd name="connsiteX9-31309" fmla="*/ 3140 w 5074"/>
                    <a:gd name="connsiteY9-31310" fmla="*/ 1941 h 5728"/>
                    <a:gd name="connsiteX10-31311" fmla="*/ 3057 w 5074"/>
                    <a:gd name="connsiteY10-31312" fmla="*/ 1939 h 5728"/>
                    <a:gd name="connsiteX11-31313" fmla="*/ 2932 w 5074"/>
                    <a:gd name="connsiteY11-31314" fmla="*/ 2014 h 5728"/>
                    <a:gd name="connsiteX12-31315" fmla="*/ 2820 w 5074"/>
                    <a:gd name="connsiteY12-31316" fmla="*/ 1890 h 5728"/>
                    <a:gd name="connsiteX13-31317" fmla="*/ 2914 w 5074"/>
                    <a:gd name="connsiteY13-31318" fmla="*/ 1804 h 5728"/>
                    <a:gd name="connsiteX14-31319" fmla="*/ 2918 w 5074"/>
                    <a:gd name="connsiteY14-31320" fmla="*/ 1634 h 5728"/>
                    <a:gd name="connsiteX15-31321" fmla="*/ 2973 w 5074"/>
                    <a:gd name="connsiteY15-31322" fmla="*/ 1514 h 5728"/>
                    <a:gd name="connsiteX16-31323" fmla="*/ 3016 w 5074"/>
                    <a:gd name="connsiteY16-31324" fmla="*/ 1306 h 5728"/>
                    <a:gd name="connsiteX17-31325" fmla="*/ 3076 w 5074"/>
                    <a:gd name="connsiteY17-31326" fmla="*/ 1307 h 5728"/>
                    <a:gd name="connsiteX18-31327" fmla="*/ 3399 w 5074"/>
                    <a:gd name="connsiteY18-31328" fmla="*/ 1286 h 5728"/>
                    <a:gd name="connsiteX19-31329" fmla="*/ 3573 w 5074"/>
                    <a:gd name="connsiteY19-31330" fmla="*/ 1117 h 5728"/>
                    <a:gd name="connsiteX20-31331" fmla="*/ 3642 w 5074"/>
                    <a:gd name="connsiteY20-31332" fmla="*/ 748 h 5728"/>
                    <a:gd name="connsiteX21-31333" fmla="*/ 3752 w 5074"/>
                    <a:gd name="connsiteY21-31334" fmla="*/ 486 h 5728"/>
                    <a:gd name="connsiteX22-31335" fmla="*/ 3750 w 5074"/>
                    <a:gd name="connsiteY22-31336" fmla="*/ 358 h 5728"/>
                    <a:gd name="connsiteX23-31337" fmla="*/ 3737 w 5074"/>
                    <a:gd name="connsiteY23-31338" fmla="*/ 328 h 5728"/>
                    <a:gd name="connsiteX24-31339" fmla="*/ 3670 w 5074"/>
                    <a:gd name="connsiteY24-31340" fmla="*/ 251 h 5728"/>
                    <a:gd name="connsiteX25-31341" fmla="*/ 3610 w 5074"/>
                    <a:gd name="connsiteY25-31342" fmla="*/ 217 h 5728"/>
                    <a:gd name="connsiteX26-31343" fmla="*/ 3735 w 5074"/>
                    <a:gd name="connsiteY26-31344" fmla="*/ 56 h 5728"/>
                    <a:gd name="connsiteX27-31345" fmla="*/ 3908 w 5074"/>
                    <a:gd name="connsiteY27-31346" fmla="*/ 2 h 5728"/>
                    <a:gd name="connsiteX28-31347" fmla="*/ 3940 w 5074"/>
                    <a:gd name="connsiteY28-31348" fmla="*/ 49 h 5728"/>
                    <a:gd name="connsiteX29-31349" fmla="*/ 3930 w 5074"/>
                    <a:gd name="connsiteY29-31350" fmla="*/ 133 h 5728"/>
                    <a:gd name="connsiteX30-31351" fmla="*/ 3869 w 5074"/>
                    <a:gd name="connsiteY30-31352" fmla="*/ 243 h 5728"/>
                    <a:gd name="connsiteX31-31353" fmla="*/ 3939 w 5074"/>
                    <a:gd name="connsiteY31-31354" fmla="*/ 301 h 5728"/>
                    <a:gd name="connsiteX32-31355" fmla="*/ 4053 w 5074"/>
                    <a:gd name="connsiteY32-31356" fmla="*/ 366 h 5728"/>
                    <a:gd name="connsiteX33-31357" fmla="*/ 4073 w 5074"/>
                    <a:gd name="connsiteY33-31358" fmla="*/ 255 h 5728"/>
                    <a:gd name="connsiteX34-31359" fmla="*/ 4207 w 5074"/>
                    <a:gd name="connsiteY34-31360" fmla="*/ 291 h 5728"/>
                    <a:gd name="connsiteX35-31361" fmla="*/ 4232 w 5074"/>
                    <a:gd name="connsiteY35-31362" fmla="*/ 331 h 5728"/>
                    <a:gd name="connsiteX36-31363" fmla="*/ 4308 w 5074"/>
                    <a:gd name="connsiteY36-31364" fmla="*/ 562 h 5728"/>
                    <a:gd name="connsiteX37-31365" fmla="*/ 4343 w 5074"/>
                    <a:gd name="connsiteY37-31366" fmla="*/ 586 h 5728"/>
                    <a:gd name="connsiteX38-31367" fmla="*/ 4435 w 5074"/>
                    <a:gd name="connsiteY38-31368" fmla="*/ 578 h 5728"/>
                    <a:gd name="connsiteX39-31369" fmla="*/ 4695 w 5074"/>
                    <a:gd name="connsiteY39-31370" fmla="*/ 490 h 5728"/>
                    <a:gd name="connsiteX40-31371" fmla="*/ 4915 w 5074"/>
                    <a:gd name="connsiteY40-31372" fmla="*/ 479 h 5728"/>
                    <a:gd name="connsiteX41-31373" fmla="*/ 4975 w 5074"/>
                    <a:gd name="connsiteY41-31374" fmla="*/ 648 h 5728"/>
                    <a:gd name="connsiteX42-31375" fmla="*/ 4893 w 5074"/>
                    <a:gd name="connsiteY42-31376" fmla="*/ 944 h 5728"/>
                    <a:gd name="connsiteX43-31377" fmla="*/ 4893 w 5074"/>
                    <a:gd name="connsiteY43-31378" fmla="*/ 1022 h 5728"/>
                    <a:gd name="connsiteX44-31379" fmla="*/ 4962 w 5074"/>
                    <a:gd name="connsiteY44-31380" fmla="*/ 1168 h 5728"/>
                    <a:gd name="connsiteX45-31381" fmla="*/ 4977 w 5074"/>
                    <a:gd name="connsiteY45-31382" fmla="*/ 1427 h 5728"/>
                    <a:gd name="connsiteX46-31383" fmla="*/ 4979 w 5074"/>
                    <a:gd name="connsiteY46-31384" fmla="*/ 1617 h 5728"/>
                    <a:gd name="connsiteX47-31385" fmla="*/ 4912 w 5074"/>
                    <a:gd name="connsiteY47-31386" fmla="*/ 1625 h 5728"/>
                    <a:gd name="connsiteX48-31387" fmla="*/ 4890 w 5074"/>
                    <a:gd name="connsiteY48-31388" fmla="*/ 1507 h 5728"/>
                    <a:gd name="connsiteX49-31389" fmla="*/ 4855 w 5074"/>
                    <a:gd name="connsiteY49-31390" fmla="*/ 1450 h 5728"/>
                    <a:gd name="connsiteX50-31391" fmla="*/ 4765 w 5074"/>
                    <a:gd name="connsiteY50-31392" fmla="*/ 1582 h 5728"/>
                    <a:gd name="connsiteX51-31393" fmla="*/ 4652 w 5074"/>
                    <a:gd name="connsiteY51-31394" fmla="*/ 1776 h 5728"/>
                    <a:gd name="connsiteX52-31395" fmla="*/ 4533 w 5074"/>
                    <a:gd name="connsiteY52-31396" fmla="*/ 1904 h 5728"/>
                    <a:gd name="connsiteX53-31397" fmla="*/ 4526 w 5074"/>
                    <a:gd name="connsiteY53-31398" fmla="*/ 2018 h 5728"/>
                    <a:gd name="connsiteX54-31399" fmla="*/ 4586 w 5074"/>
                    <a:gd name="connsiteY54-31400" fmla="*/ 2115 h 5728"/>
                    <a:gd name="connsiteX55-31401" fmla="*/ 4688 w 5074"/>
                    <a:gd name="connsiteY55-31402" fmla="*/ 2183 h 5728"/>
                    <a:gd name="connsiteX56-31403" fmla="*/ 4765 w 5074"/>
                    <a:gd name="connsiteY56-31404" fmla="*/ 2178 h 5728"/>
                    <a:gd name="connsiteX57-31405" fmla="*/ 4810 w 5074"/>
                    <a:gd name="connsiteY57-31406" fmla="*/ 2104 h 5728"/>
                    <a:gd name="connsiteX58-31407" fmla="*/ 4844 w 5074"/>
                    <a:gd name="connsiteY58-31408" fmla="*/ 2210 h 5728"/>
                    <a:gd name="connsiteX59-31409" fmla="*/ 4732 w 5074"/>
                    <a:gd name="connsiteY59-31410" fmla="*/ 2249 h 5728"/>
                    <a:gd name="connsiteX60-31411" fmla="*/ 4779 w 5074"/>
                    <a:gd name="connsiteY60-31412" fmla="*/ 2362 h 5728"/>
                    <a:gd name="connsiteX61-31413" fmla="*/ 4644 w 5074"/>
                    <a:gd name="connsiteY61-31414" fmla="*/ 2509 h 5728"/>
                    <a:gd name="connsiteX62-31415" fmla="*/ 4603 w 5074"/>
                    <a:gd name="connsiteY62-31416" fmla="*/ 2498 h 5728"/>
                    <a:gd name="connsiteX63-31417" fmla="*/ 4479 w 5074"/>
                    <a:gd name="connsiteY63-31418" fmla="*/ 2413 h 5728"/>
                    <a:gd name="connsiteX64-31419" fmla="*/ 4424 w 5074"/>
                    <a:gd name="connsiteY64-31420" fmla="*/ 2412 h 5728"/>
                    <a:gd name="connsiteX65-31421" fmla="*/ 4389 w 5074"/>
                    <a:gd name="connsiteY65-31422" fmla="*/ 2480 h 5728"/>
                    <a:gd name="connsiteX66-31423" fmla="*/ 4392 w 5074"/>
                    <a:gd name="connsiteY66-31424" fmla="*/ 2562 h 5728"/>
                    <a:gd name="connsiteX67-31425" fmla="*/ 4570 w 5074"/>
                    <a:gd name="connsiteY67-31426" fmla="*/ 2730 h 5728"/>
                    <a:gd name="connsiteX68-31427" fmla="*/ 4569 w 5074"/>
                    <a:gd name="connsiteY68-31428" fmla="*/ 2844 h 5728"/>
                    <a:gd name="connsiteX69-31429" fmla="*/ 4660 w 5074"/>
                    <a:gd name="connsiteY69-31430" fmla="*/ 3060 h 5728"/>
                    <a:gd name="connsiteX70-31431" fmla="*/ 4686 w 5074"/>
                    <a:gd name="connsiteY70-31432" fmla="*/ 3090 h 5728"/>
                    <a:gd name="connsiteX71-31433" fmla="*/ 4730 w 5074"/>
                    <a:gd name="connsiteY71-31434" fmla="*/ 3094 h 5728"/>
                    <a:gd name="connsiteX72-31435" fmla="*/ 4776 w 5074"/>
                    <a:gd name="connsiteY72-31436" fmla="*/ 3010 h 5728"/>
                    <a:gd name="connsiteX73-31437" fmla="*/ 4856 w 5074"/>
                    <a:gd name="connsiteY73-31438" fmla="*/ 2950 h 5728"/>
                    <a:gd name="connsiteX74-31439" fmla="*/ 4951 w 5074"/>
                    <a:gd name="connsiteY74-31440" fmla="*/ 3126 h 5728"/>
                    <a:gd name="connsiteX75-31441" fmla="*/ 5061 w 5074"/>
                    <a:gd name="connsiteY75-31442" fmla="*/ 3312 h 5728"/>
                    <a:gd name="connsiteX76-31443" fmla="*/ 5074 w 5074"/>
                    <a:gd name="connsiteY76-31444" fmla="*/ 3342 h 5728"/>
                    <a:gd name="connsiteX77-31445" fmla="*/ 5063 w 5074"/>
                    <a:gd name="connsiteY77-31446" fmla="*/ 3518 h 5728"/>
                    <a:gd name="connsiteX78-31447" fmla="*/ 5028 w 5074"/>
                    <a:gd name="connsiteY78-31448" fmla="*/ 3554 h 5728"/>
                    <a:gd name="connsiteX79-31449" fmla="*/ 4939 w 5074"/>
                    <a:gd name="connsiteY79-31450" fmla="*/ 3515 h 5728"/>
                    <a:gd name="connsiteX80-31451" fmla="*/ 4705 w 5074"/>
                    <a:gd name="connsiteY80-31452" fmla="*/ 3644 h 5728"/>
                    <a:gd name="connsiteX81-31453" fmla="*/ 4679 w 5074"/>
                    <a:gd name="connsiteY81-31454" fmla="*/ 3666 h 5728"/>
                    <a:gd name="connsiteX82-31455" fmla="*/ 4499 w 5074"/>
                    <a:gd name="connsiteY82-31456" fmla="*/ 3812 h 5728"/>
                    <a:gd name="connsiteX83-31457" fmla="*/ 4358 w 5074"/>
                    <a:gd name="connsiteY83-31458" fmla="*/ 3926 h 5728"/>
                    <a:gd name="connsiteX84-31459" fmla="*/ 4323 w 5074"/>
                    <a:gd name="connsiteY84-31460" fmla="*/ 3965 h 5728"/>
                    <a:gd name="connsiteX85-31461" fmla="*/ 4271 w 5074"/>
                    <a:gd name="connsiteY85-31462" fmla="*/ 3973 h 5728"/>
                    <a:gd name="connsiteX86-31463" fmla="*/ 4214 w 5074"/>
                    <a:gd name="connsiteY86-31464" fmla="*/ 3916 h 5728"/>
                    <a:gd name="connsiteX87-31465" fmla="*/ 4090 w 5074"/>
                    <a:gd name="connsiteY87-31466" fmla="*/ 3808 h 5728"/>
                    <a:gd name="connsiteX88-31467" fmla="*/ 4114 w 5074"/>
                    <a:gd name="connsiteY88-31468" fmla="*/ 4064 h 5728"/>
                    <a:gd name="connsiteX89-31469" fmla="*/ 4123 w 5074"/>
                    <a:gd name="connsiteY89-31470" fmla="*/ 4192 h 5728"/>
                    <a:gd name="connsiteX90-31471" fmla="*/ 3861 w 5074"/>
                    <a:gd name="connsiteY90-31472" fmla="*/ 4166 h 5728"/>
                    <a:gd name="connsiteX91-31473" fmla="*/ 3779 w 5074"/>
                    <a:gd name="connsiteY91-31474" fmla="*/ 3987 h 5728"/>
                    <a:gd name="connsiteX92-31475" fmla="*/ 3697 w 5074"/>
                    <a:gd name="connsiteY92-31476" fmla="*/ 3802 h 5728"/>
                    <a:gd name="connsiteX93-31477" fmla="*/ 217 w 5074"/>
                    <a:gd name="connsiteY93-31478" fmla="*/ 5649 h 5728"/>
                    <a:gd name="connsiteX94-31479" fmla="*/ 114 w 5074"/>
                    <a:gd name="connsiteY94-31480" fmla="*/ 5728 h 5728"/>
                    <a:gd name="connsiteX95-31481" fmla="*/ 0 w 5074"/>
                    <a:gd name="connsiteY95-31482" fmla="*/ 5611 h 5728"/>
                    <a:gd name="connsiteX0-31483" fmla="*/ 3888 w 5074"/>
                    <a:gd name="connsiteY0-31484" fmla="*/ 2333 h 5728"/>
                    <a:gd name="connsiteX1-31485" fmla="*/ 3886 w 5074"/>
                    <a:gd name="connsiteY1-31486" fmla="*/ 2117 h 5728"/>
                    <a:gd name="connsiteX2-31487" fmla="*/ 3810 w 5074"/>
                    <a:gd name="connsiteY2-31488" fmla="*/ 2039 h 5728"/>
                    <a:gd name="connsiteX3-31489" fmla="*/ 3667 w 5074"/>
                    <a:gd name="connsiteY3-31490" fmla="*/ 1951 h 5728"/>
                    <a:gd name="connsiteX4-31491" fmla="*/ 3575 w 5074"/>
                    <a:gd name="connsiteY4-31492" fmla="*/ 1827 h 5728"/>
                    <a:gd name="connsiteX5-31493" fmla="*/ 3479 w 5074"/>
                    <a:gd name="connsiteY5-31494" fmla="*/ 1828 h 5728"/>
                    <a:gd name="connsiteX6-31495" fmla="*/ 3434 w 5074"/>
                    <a:gd name="connsiteY6-31496" fmla="*/ 1883 h 5728"/>
                    <a:gd name="connsiteX7-31497" fmla="*/ 3341 w 5074"/>
                    <a:gd name="connsiteY7-31498" fmla="*/ 1877 h 5728"/>
                    <a:gd name="connsiteX8-31499" fmla="*/ 3321 w 5074"/>
                    <a:gd name="connsiteY8-31500" fmla="*/ 1994 h 5728"/>
                    <a:gd name="connsiteX9-31501" fmla="*/ 3140 w 5074"/>
                    <a:gd name="connsiteY9-31502" fmla="*/ 1941 h 5728"/>
                    <a:gd name="connsiteX10-31503" fmla="*/ 3057 w 5074"/>
                    <a:gd name="connsiteY10-31504" fmla="*/ 1939 h 5728"/>
                    <a:gd name="connsiteX11-31505" fmla="*/ 2932 w 5074"/>
                    <a:gd name="connsiteY11-31506" fmla="*/ 2014 h 5728"/>
                    <a:gd name="connsiteX12-31507" fmla="*/ 2820 w 5074"/>
                    <a:gd name="connsiteY12-31508" fmla="*/ 1890 h 5728"/>
                    <a:gd name="connsiteX13-31509" fmla="*/ 2914 w 5074"/>
                    <a:gd name="connsiteY13-31510" fmla="*/ 1804 h 5728"/>
                    <a:gd name="connsiteX14-31511" fmla="*/ 2918 w 5074"/>
                    <a:gd name="connsiteY14-31512" fmla="*/ 1634 h 5728"/>
                    <a:gd name="connsiteX15-31513" fmla="*/ 2973 w 5074"/>
                    <a:gd name="connsiteY15-31514" fmla="*/ 1514 h 5728"/>
                    <a:gd name="connsiteX16-31515" fmla="*/ 3016 w 5074"/>
                    <a:gd name="connsiteY16-31516" fmla="*/ 1306 h 5728"/>
                    <a:gd name="connsiteX17-31517" fmla="*/ 3076 w 5074"/>
                    <a:gd name="connsiteY17-31518" fmla="*/ 1307 h 5728"/>
                    <a:gd name="connsiteX18-31519" fmla="*/ 3399 w 5074"/>
                    <a:gd name="connsiteY18-31520" fmla="*/ 1286 h 5728"/>
                    <a:gd name="connsiteX19-31521" fmla="*/ 3573 w 5074"/>
                    <a:gd name="connsiteY19-31522" fmla="*/ 1117 h 5728"/>
                    <a:gd name="connsiteX20-31523" fmla="*/ 3642 w 5074"/>
                    <a:gd name="connsiteY20-31524" fmla="*/ 748 h 5728"/>
                    <a:gd name="connsiteX21-31525" fmla="*/ 3752 w 5074"/>
                    <a:gd name="connsiteY21-31526" fmla="*/ 486 h 5728"/>
                    <a:gd name="connsiteX22-31527" fmla="*/ 3750 w 5074"/>
                    <a:gd name="connsiteY22-31528" fmla="*/ 358 h 5728"/>
                    <a:gd name="connsiteX23-31529" fmla="*/ 3737 w 5074"/>
                    <a:gd name="connsiteY23-31530" fmla="*/ 328 h 5728"/>
                    <a:gd name="connsiteX24-31531" fmla="*/ 3670 w 5074"/>
                    <a:gd name="connsiteY24-31532" fmla="*/ 251 h 5728"/>
                    <a:gd name="connsiteX25-31533" fmla="*/ 3610 w 5074"/>
                    <a:gd name="connsiteY25-31534" fmla="*/ 217 h 5728"/>
                    <a:gd name="connsiteX26-31535" fmla="*/ 3735 w 5074"/>
                    <a:gd name="connsiteY26-31536" fmla="*/ 56 h 5728"/>
                    <a:gd name="connsiteX27-31537" fmla="*/ 3908 w 5074"/>
                    <a:gd name="connsiteY27-31538" fmla="*/ 2 h 5728"/>
                    <a:gd name="connsiteX28-31539" fmla="*/ 3940 w 5074"/>
                    <a:gd name="connsiteY28-31540" fmla="*/ 49 h 5728"/>
                    <a:gd name="connsiteX29-31541" fmla="*/ 3930 w 5074"/>
                    <a:gd name="connsiteY29-31542" fmla="*/ 133 h 5728"/>
                    <a:gd name="connsiteX30-31543" fmla="*/ 3869 w 5074"/>
                    <a:gd name="connsiteY30-31544" fmla="*/ 243 h 5728"/>
                    <a:gd name="connsiteX31-31545" fmla="*/ 3939 w 5074"/>
                    <a:gd name="connsiteY31-31546" fmla="*/ 301 h 5728"/>
                    <a:gd name="connsiteX32-31547" fmla="*/ 4053 w 5074"/>
                    <a:gd name="connsiteY32-31548" fmla="*/ 366 h 5728"/>
                    <a:gd name="connsiteX33-31549" fmla="*/ 4073 w 5074"/>
                    <a:gd name="connsiteY33-31550" fmla="*/ 255 h 5728"/>
                    <a:gd name="connsiteX34-31551" fmla="*/ 4207 w 5074"/>
                    <a:gd name="connsiteY34-31552" fmla="*/ 291 h 5728"/>
                    <a:gd name="connsiteX35-31553" fmla="*/ 4232 w 5074"/>
                    <a:gd name="connsiteY35-31554" fmla="*/ 331 h 5728"/>
                    <a:gd name="connsiteX36-31555" fmla="*/ 4308 w 5074"/>
                    <a:gd name="connsiteY36-31556" fmla="*/ 562 h 5728"/>
                    <a:gd name="connsiteX37-31557" fmla="*/ 4343 w 5074"/>
                    <a:gd name="connsiteY37-31558" fmla="*/ 586 h 5728"/>
                    <a:gd name="connsiteX38-31559" fmla="*/ 4435 w 5074"/>
                    <a:gd name="connsiteY38-31560" fmla="*/ 578 h 5728"/>
                    <a:gd name="connsiteX39-31561" fmla="*/ 4695 w 5074"/>
                    <a:gd name="connsiteY39-31562" fmla="*/ 490 h 5728"/>
                    <a:gd name="connsiteX40-31563" fmla="*/ 4915 w 5074"/>
                    <a:gd name="connsiteY40-31564" fmla="*/ 479 h 5728"/>
                    <a:gd name="connsiteX41-31565" fmla="*/ 4975 w 5074"/>
                    <a:gd name="connsiteY41-31566" fmla="*/ 648 h 5728"/>
                    <a:gd name="connsiteX42-31567" fmla="*/ 4893 w 5074"/>
                    <a:gd name="connsiteY42-31568" fmla="*/ 944 h 5728"/>
                    <a:gd name="connsiteX43-31569" fmla="*/ 4893 w 5074"/>
                    <a:gd name="connsiteY43-31570" fmla="*/ 1022 h 5728"/>
                    <a:gd name="connsiteX44-31571" fmla="*/ 4962 w 5074"/>
                    <a:gd name="connsiteY44-31572" fmla="*/ 1168 h 5728"/>
                    <a:gd name="connsiteX45-31573" fmla="*/ 4977 w 5074"/>
                    <a:gd name="connsiteY45-31574" fmla="*/ 1427 h 5728"/>
                    <a:gd name="connsiteX46-31575" fmla="*/ 4979 w 5074"/>
                    <a:gd name="connsiteY46-31576" fmla="*/ 1617 h 5728"/>
                    <a:gd name="connsiteX47-31577" fmla="*/ 4912 w 5074"/>
                    <a:gd name="connsiteY47-31578" fmla="*/ 1625 h 5728"/>
                    <a:gd name="connsiteX48-31579" fmla="*/ 4890 w 5074"/>
                    <a:gd name="connsiteY48-31580" fmla="*/ 1507 h 5728"/>
                    <a:gd name="connsiteX49-31581" fmla="*/ 4855 w 5074"/>
                    <a:gd name="connsiteY49-31582" fmla="*/ 1450 h 5728"/>
                    <a:gd name="connsiteX50-31583" fmla="*/ 4765 w 5074"/>
                    <a:gd name="connsiteY50-31584" fmla="*/ 1582 h 5728"/>
                    <a:gd name="connsiteX51-31585" fmla="*/ 4652 w 5074"/>
                    <a:gd name="connsiteY51-31586" fmla="*/ 1776 h 5728"/>
                    <a:gd name="connsiteX52-31587" fmla="*/ 4533 w 5074"/>
                    <a:gd name="connsiteY52-31588" fmla="*/ 1904 h 5728"/>
                    <a:gd name="connsiteX53-31589" fmla="*/ 4526 w 5074"/>
                    <a:gd name="connsiteY53-31590" fmla="*/ 2018 h 5728"/>
                    <a:gd name="connsiteX54-31591" fmla="*/ 4586 w 5074"/>
                    <a:gd name="connsiteY54-31592" fmla="*/ 2115 h 5728"/>
                    <a:gd name="connsiteX55-31593" fmla="*/ 4688 w 5074"/>
                    <a:gd name="connsiteY55-31594" fmla="*/ 2183 h 5728"/>
                    <a:gd name="connsiteX56-31595" fmla="*/ 4765 w 5074"/>
                    <a:gd name="connsiteY56-31596" fmla="*/ 2178 h 5728"/>
                    <a:gd name="connsiteX57-31597" fmla="*/ 4810 w 5074"/>
                    <a:gd name="connsiteY57-31598" fmla="*/ 2104 h 5728"/>
                    <a:gd name="connsiteX58-31599" fmla="*/ 4844 w 5074"/>
                    <a:gd name="connsiteY58-31600" fmla="*/ 2210 h 5728"/>
                    <a:gd name="connsiteX59-31601" fmla="*/ 4732 w 5074"/>
                    <a:gd name="connsiteY59-31602" fmla="*/ 2249 h 5728"/>
                    <a:gd name="connsiteX60-31603" fmla="*/ 4779 w 5074"/>
                    <a:gd name="connsiteY60-31604" fmla="*/ 2362 h 5728"/>
                    <a:gd name="connsiteX61-31605" fmla="*/ 4644 w 5074"/>
                    <a:gd name="connsiteY61-31606" fmla="*/ 2509 h 5728"/>
                    <a:gd name="connsiteX62-31607" fmla="*/ 4603 w 5074"/>
                    <a:gd name="connsiteY62-31608" fmla="*/ 2498 h 5728"/>
                    <a:gd name="connsiteX63-31609" fmla="*/ 4479 w 5074"/>
                    <a:gd name="connsiteY63-31610" fmla="*/ 2413 h 5728"/>
                    <a:gd name="connsiteX64-31611" fmla="*/ 4424 w 5074"/>
                    <a:gd name="connsiteY64-31612" fmla="*/ 2412 h 5728"/>
                    <a:gd name="connsiteX65-31613" fmla="*/ 4389 w 5074"/>
                    <a:gd name="connsiteY65-31614" fmla="*/ 2480 h 5728"/>
                    <a:gd name="connsiteX66-31615" fmla="*/ 4392 w 5074"/>
                    <a:gd name="connsiteY66-31616" fmla="*/ 2562 h 5728"/>
                    <a:gd name="connsiteX67-31617" fmla="*/ 4570 w 5074"/>
                    <a:gd name="connsiteY67-31618" fmla="*/ 2730 h 5728"/>
                    <a:gd name="connsiteX68-31619" fmla="*/ 4569 w 5074"/>
                    <a:gd name="connsiteY68-31620" fmla="*/ 2844 h 5728"/>
                    <a:gd name="connsiteX69-31621" fmla="*/ 4660 w 5074"/>
                    <a:gd name="connsiteY69-31622" fmla="*/ 3060 h 5728"/>
                    <a:gd name="connsiteX70-31623" fmla="*/ 4686 w 5074"/>
                    <a:gd name="connsiteY70-31624" fmla="*/ 3090 h 5728"/>
                    <a:gd name="connsiteX71-31625" fmla="*/ 4730 w 5074"/>
                    <a:gd name="connsiteY71-31626" fmla="*/ 3094 h 5728"/>
                    <a:gd name="connsiteX72-31627" fmla="*/ 4776 w 5074"/>
                    <a:gd name="connsiteY72-31628" fmla="*/ 3010 h 5728"/>
                    <a:gd name="connsiteX73-31629" fmla="*/ 4856 w 5074"/>
                    <a:gd name="connsiteY73-31630" fmla="*/ 2950 h 5728"/>
                    <a:gd name="connsiteX74-31631" fmla="*/ 4951 w 5074"/>
                    <a:gd name="connsiteY74-31632" fmla="*/ 3126 h 5728"/>
                    <a:gd name="connsiteX75-31633" fmla="*/ 5061 w 5074"/>
                    <a:gd name="connsiteY75-31634" fmla="*/ 3312 h 5728"/>
                    <a:gd name="connsiteX76-31635" fmla="*/ 5074 w 5074"/>
                    <a:gd name="connsiteY76-31636" fmla="*/ 3342 h 5728"/>
                    <a:gd name="connsiteX77-31637" fmla="*/ 5063 w 5074"/>
                    <a:gd name="connsiteY77-31638" fmla="*/ 3518 h 5728"/>
                    <a:gd name="connsiteX78-31639" fmla="*/ 5028 w 5074"/>
                    <a:gd name="connsiteY78-31640" fmla="*/ 3554 h 5728"/>
                    <a:gd name="connsiteX79-31641" fmla="*/ 4939 w 5074"/>
                    <a:gd name="connsiteY79-31642" fmla="*/ 3515 h 5728"/>
                    <a:gd name="connsiteX80-31643" fmla="*/ 4705 w 5074"/>
                    <a:gd name="connsiteY80-31644" fmla="*/ 3644 h 5728"/>
                    <a:gd name="connsiteX81-31645" fmla="*/ 4679 w 5074"/>
                    <a:gd name="connsiteY81-31646" fmla="*/ 3666 h 5728"/>
                    <a:gd name="connsiteX82-31647" fmla="*/ 4499 w 5074"/>
                    <a:gd name="connsiteY82-31648" fmla="*/ 3812 h 5728"/>
                    <a:gd name="connsiteX83-31649" fmla="*/ 4358 w 5074"/>
                    <a:gd name="connsiteY83-31650" fmla="*/ 3926 h 5728"/>
                    <a:gd name="connsiteX84-31651" fmla="*/ 4323 w 5074"/>
                    <a:gd name="connsiteY84-31652" fmla="*/ 3965 h 5728"/>
                    <a:gd name="connsiteX85-31653" fmla="*/ 4271 w 5074"/>
                    <a:gd name="connsiteY85-31654" fmla="*/ 3973 h 5728"/>
                    <a:gd name="connsiteX86-31655" fmla="*/ 4214 w 5074"/>
                    <a:gd name="connsiteY86-31656" fmla="*/ 3916 h 5728"/>
                    <a:gd name="connsiteX87-31657" fmla="*/ 4090 w 5074"/>
                    <a:gd name="connsiteY87-31658" fmla="*/ 3808 h 5728"/>
                    <a:gd name="connsiteX88-31659" fmla="*/ 4114 w 5074"/>
                    <a:gd name="connsiteY88-31660" fmla="*/ 4064 h 5728"/>
                    <a:gd name="connsiteX89-31661" fmla="*/ 4123 w 5074"/>
                    <a:gd name="connsiteY89-31662" fmla="*/ 4192 h 5728"/>
                    <a:gd name="connsiteX90-31663" fmla="*/ 3861 w 5074"/>
                    <a:gd name="connsiteY90-31664" fmla="*/ 4166 h 5728"/>
                    <a:gd name="connsiteX91-31665" fmla="*/ 3779 w 5074"/>
                    <a:gd name="connsiteY91-31666" fmla="*/ 3987 h 5728"/>
                    <a:gd name="connsiteX92-31667" fmla="*/ 3697 w 5074"/>
                    <a:gd name="connsiteY92-31668" fmla="*/ 3802 h 5728"/>
                    <a:gd name="connsiteX93-31669" fmla="*/ 114 w 5074"/>
                    <a:gd name="connsiteY93-31670" fmla="*/ 5728 h 5728"/>
                    <a:gd name="connsiteX94-31671" fmla="*/ 0 w 5074"/>
                    <a:gd name="connsiteY94-31672" fmla="*/ 5611 h 5728"/>
                    <a:gd name="connsiteX0-31673" fmla="*/ 3888 w 5074"/>
                    <a:gd name="connsiteY0-31674" fmla="*/ 2333 h 5611"/>
                    <a:gd name="connsiteX1-31675" fmla="*/ 3886 w 5074"/>
                    <a:gd name="connsiteY1-31676" fmla="*/ 2117 h 5611"/>
                    <a:gd name="connsiteX2-31677" fmla="*/ 3810 w 5074"/>
                    <a:gd name="connsiteY2-31678" fmla="*/ 2039 h 5611"/>
                    <a:gd name="connsiteX3-31679" fmla="*/ 3667 w 5074"/>
                    <a:gd name="connsiteY3-31680" fmla="*/ 1951 h 5611"/>
                    <a:gd name="connsiteX4-31681" fmla="*/ 3575 w 5074"/>
                    <a:gd name="connsiteY4-31682" fmla="*/ 1827 h 5611"/>
                    <a:gd name="connsiteX5-31683" fmla="*/ 3479 w 5074"/>
                    <a:gd name="connsiteY5-31684" fmla="*/ 1828 h 5611"/>
                    <a:gd name="connsiteX6-31685" fmla="*/ 3434 w 5074"/>
                    <a:gd name="connsiteY6-31686" fmla="*/ 1883 h 5611"/>
                    <a:gd name="connsiteX7-31687" fmla="*/ 3341 w 5074"/>
                    <a:gd name="connsiteY7-31688" fmla="*/ 1877 h 5611"/>
                    <a:gd name="connsiteX8-31689" fmla="*/ 3321 w 5074"/>
                    <a:gd name="connsiteY8-31690" fmla="*/ 1994 h 5611"/>
                    <a:gd name="connsiteX9-31691" fmla="*/ 3140 w 5074"/>
                    <a:gd name="connsiteY9-31692" fmla="*/ 1941 h 5611"/>
                    <a:gd name="connsiteX10-31693" fmla="*/ 3057 w 5074"/>
                    <a:gd name="connsiteY10-31694" fmla="*/ 1939 h 5611"/>
                    <a:gd name="connsiteX11-31695" fmla="*/ 2932 w 5074"/>
                    <a:gd name="connsiteY11-31696" fmla="*/ 2014 h 5611"/>
                    <a:gd name="connsiteX12-31697" fmla="*/ 2820 w 5074"/>
                    <a:gd name="connsiteY12-31698" fmla="*/ 1890 h 5611"/>
                    <a:gd name="connsiteX13-31699" fmla="*/ 2914 w 5074"/>
                    <a:gd name="connsiteY13-31700" fmla="*/ 1804 h 5611"/>
                    <a:gd name="connsiteX14-31701" fmla="*/ 2918 w 5074"/>
                    <a:gd name="connsiteY14-31702" fmla="*/ 1634 h 5611"/>
                    <a:gd name="connsiteX15-31703" fmla="*/ 2973 w 5074"/>
                    <a:gd name="connsiteY15-31704" fmla="*/ 1514 h 5611"/>
                    <a:gd name="connsiteX16-31705" fmla="*/ 3016 w 5074"/>
                    <a:gd name="connsiteY16-31706" fmla="*/ 1306 h 5611"/>
                    <a:gd name="connsiteX17-31707" fmla="*/ 3076 w 5074"/>
                    <a:gd name="connsiteY17-31708" fmla="*/ 1307 h 5611"/>
                    <a:gd name="connsiteX18-31709" fmla="*/ 3399 w 5074"/>
                    <a:gd name="connsiteY18-31710" fmla="*/ 1286 h 5611"/>
                    <a:gd name="connsiteX19-31711" fmla="*/ 3573 w 5074"/>
                    <a:gd name="connsiteY19-31712" fmla="*/ 1117 h 5611"/>
                    <a:gd name="connsiteX20-31713" fmla="*/ 3642 w 5074"/>
                    <a:gd name="connsiteY20-31714" fmla="*/ 748 h 5611"/>
                    <a:gd name="connsiteX21-31715" fmla="*/ 3752 w 5074"/>
                    <a:gd name="connsiteY21-31716" fmla="*/ 486 h 5611"/>
                    <a:gd name="connsiteX22-31717" fmla="*/ 3750 w 5074"/>
                    <a:gd name="connsiteY22-31718" fmla="*/ 358 h 5611"/>
                    <a:gd name="connsiteX23-31719" fmla="*/ 3737 w 5074"/>
                    <a:gd name="connsiteY23-31720" fmla="*/ 328 h 5611"/>
                    <a:gd name="connsiteX24-31721" fmla="*/ 3670 w 5074"/>
                    <a:gd name="connsiteY24-31722" fmla="*/ 251 h 5611"/>
                    <a:gd name="connsiteX25-31723" fmla="*/ 3610 w 5074"/>
                    <a:gd name="connsiteY25-31724" fmla="*/ 217 h 5611"/>
                    <a:gd name="connsiteX26-31725" fmla="*/ 3735 w 5074"/>
                    <a:gd name="connsiteY26-31726" fmla="*/ 56 h 5611"/>
                    <a:gd name="connsiteX27-31727" fmla="*/ 3908 w 5074"/>
                    <a:gd name="connsiteY27-31728" fmla="*/ 2 h 5611"/>
                    <a:gd name="connsiteX28-31729" fmla="*/ 3940 w 5074"/>
                    <a:gd name="connsiteY28-31730" fmla="*/ 49 h 5611"/>
                    <a:gd name="connsiteX29-31731" fmla="*/ 3930 w 5074"/>
                    <a:gd name="connsiteY29-31732" fmla="*/ 133 h 5611"/>
                    <a:gd name="connsiteX30-31733" fmla="*/ 3869 w 5074"/>
                    <a:gd name="connsiteY30-31734" fmla="*/ 243 h 5611"/>
                    <a:gd name="connsiteX31-31735" fmla="*/ 3939 w 5074"/>
                    <a:gd name="connsiteY31-31736" fmla="*/ 301 h 5611"/>
                    <a:gd name="connsiteX32-31737" fmla="*/ 4053 w 5074"/>
                    <a:gd name="connsiteY32-31738" fmla="*/ 366 h 5611"/>
                    <a:gd name="connsiteX33-31739" fmla="*/ 4073 w 5074"/>
                    <a:gd name="connsiteY33-31740" fmla="*/ 255 h 5611"/>
                    <a:gd name="connsiteX34-31741" fmla="*/ 4207 w 5074"/>
                    <a:gd name="connsiteY34-31742" fmla="*/ 291 h 5611"/>
                    <a:gd name="connsiteX35-31743" fmla="*/ 4232 w 5074"/>
                    <a:gd name="connsiteY35-31744" fmla="*/ 331 h 5611"/>
                    <a:gd name="connsiteX36-31745" fmla="*/ 4308 w 5074"/>
                    <a:gd name="connsiteY36-31746" fmla="*/ 562 h 5611"/>
                    <a:gd name="connsiteX37-31747" fmla="*/ 4343 w 5074"/>
                    <a:gd name="connsiteY37-31748" fmla="*/ 586 h 5611"/>
                    <a:gd name="connsiteX38-31749" fmla="*/ 4435 w 5074"/>
                    <a:gd name="connsiteY38-31750" fmla="*/ 578 h 5611"/>
                    <a:gd name="connsiteX39-31751" fmla="*/ 4695 w 5074"/>
                    <a:gd name="connsiteY39-31752" fmla="*/ 490 h 5611"/>
                    <a:gd name="connsiteX40-31753" fmla="*/ 4915 w 5074"/>
                    <a:gd name="connsiteY40-31754" fmla="*/ 479 h 5611"/>
                    <a:gd name="connsiteX41-31755" fmla="*/ 4975 w 5074"/>
                    <a:gd name="connsiteY41-31756" fmla="*/ 648 h 5611"/>
                    <a:gd name="connsiteX42-31757" fmla="*/ 4893 w 5074"/>
                    <a:gd name="connsiteY42-31758" fmla="*/ 944 h 5611"/>
                    <a:gd name="connsiteX43-31759" fmla="*/ 4893 w 5074"/>
                    <a:gd name="connsiteY43-31760" fmla="*/ 1022 h 5611"/>
                    <a:gd name="connsiteX44-31761" fmla="*/ 4962 w 5074"/>
                    <a:gd name="connsiteY44-31762" fmla="*/ 1168 h 5611"/>
                    <a:gd name="connsiteX45-31763" fmla="*/ 4977 w 5074"/>
                    <a:gd name="connsiteY45-31764" fmla="*/ 1427 h 5611"/>
                    <a:gd name="connsiteX46-31765" fmla="*/ 4979 w 5074"/>
                    <a:gd name="connsiteY46-31766" fmla="*/ 1617 h 5611"/>
                    <a:gd name="connsiteX47-31767" fmla="*/ 4912 w 5074"/>
                    <a:gd name="connsiteY47-31768" fmla="*/ 1625 h 5611"/>
                    <a:gd name="connsiteX48-31769" fmla="*/ 4890 w 5074"/>
                    <a:gd name="connsiteY48-31770" fmla="*/ 1507 h 5611"/>
                    <a:gd name="connsiteX49-31771" fmla="*/ 4855 w 5074"/>
                    <a:gd name="connsiteY49-31772" fmla="*/ 1450 h 5611"/>
                    <a:gd name="connsiteX50-31773" fmla="*/ 4765 w 5074"/>
                    <a:gd name="connsiteY50-31774" fmla="*/ 1582 h 5611"/>
                    <a:gd name="connsiteX51-31775" fmla="*/ 4652 w 5074"/>
                    <a:gd name="connsiteY51-31776" fmla="*/ 1776 h 5611"/>
                    <a:gd name="connsiteX52-31777" fmla="*/ 4533 w 5074"/>
                    <a:gd name="connsiteY52-31778" fmla="*/ 1904 h 5611"/>
                    <a:gd name="connsiteX53-31779" fmla="*/ 4526 w 5074"/>
                    <a:gd name="connsiteY53-31780" fmla="*/ 2018 h 5611"/>
                    <a:gd name="connsiteX54-31781" fmla="*/ 4586 w 5074"/>
                    <a:gd name="connsiteY54-31782" fmla="*/ 2115 h 5611"/>
                    <a:gd name="connsiteX55-31783" fmla="*/ 4688 w 5074"/>
                    <a:gd name="connsiteY55-31784" fmla="*/ 2183 h 5611"/>
                    <a:gd name="connsiteX56-31785" fmla="*/ 4765 w 5074"/>
                    <a:gd name="connsiteY56-31786" fmla="*/ 2178 h 5611"/>
                    <a:gd name="connsiteX57-31787" fmla="*/ 4810 w 5074"/>
                    <a:gd name="connsiteY57-31788" fmla="*/ 2104 h 5611"/>
                    <a:gd name="connsiteX58-31789" fmla="*/ 4844 w 5074"/>
                    <a:gd name="connsiteY58-31790" fmla="*/ 2210 h 5611"/>
                    <a:gd name="connsiteX59-31791" fmla="*/ 4732 w 5074"/>
                    <a:gd name="connsiteY59-31792" fmla="*/ 2249 h 5611"/>
                    <a:gd name="connsiteX60-31793" fmla="*/ 4779 w 5074"/>
                    <a:gd name="connsiteY60-31794" fmla="*/ 2362 h 5611"/>
                    <a:gd name="connsiteX61-31795" fmla="*/ 4644 w 5074"/>
                    <a:gd name="connsiteY61-31796" fmla="*/ 2509 h 5611"/>
                    <a:gd name="connsiteX62-31797" fmla="*/ 4603 w 5074"/>
                    <a:gd name="connsiteY62-31798" fmla="*/ 2498 h 5611"/>
                    <a:gd name="connsiteX63-31799" fmla="*/ 4479 w 5074"/>
                    <a:gd name="connsiteY63-31800" fmla="*/ 2413 h 5611"/>
                    <a:gd name="connsiteX64-31801" fmla="*/ 4424 w 5074"/>
                    <a:gd name="connsiteY64-31802" fmla="*/ 2412 h 5611"/>
                    <a:gd name="connsiteX65-31803" fmla="*/ 4389 w 5074"/>
                    <a:gd name="connsiteY65-31804" fmla="*/ 2480 h 5611"/>
                    <a:gd name="connsiteX66-31805" fmla="*/ 4392 w 5074"/>
                    <a:gd name="connsiteY66-31806" fmla="*/ 2562 h 5611"/>
                    <a:gd name="connsiteX67-31807" fmla="*/ 4570 w 5074"/>
                    <a:gd name="connsiteY67-31808" fmla="*/ 2730 h 5611"/>
                    <a:gd name="connsiteX68-31809" fmla="*/ 4569 w 5074"/>
                    <a:gd name="connsiteY68-31810" fmla="*/ 2844 h 5611"/>
                    <a:gd name="connsiteX69-31811" fmla="*/ 4660 w 5074"/>
                    <a:gd name="connsiteY69-31812" fmla="*/ 3060 h 5611"/>
                    <a:gd name="connsiteX70-31813" fmla="*/ 4686 w 5074"/>
                    <a:gd name="connsiteY70-31814" fmla="*/ 3090 h 5611"/>
                    <a:gd name="connsiteX71-31815" fmla="*/ 4730 w 5074"/>
                    <a:gd name="connsiteY71-31816" fmla="*/ 3094 h 5611"/>
                    <a:gd name="connsiteX72-31817" fmla="*/ 4776 w 5074"/>
                    <a:gd name="connsiteY72-31818" fmla="*/ 3010 h 5611"/>
                    <a:gd name="connsiteX73-31819" fmla="*/ 4856 w 5074"/>
                    <a:gd name="connsiteY73-31820" fmla="*/ 2950 h 5611"/>
                    <a:gd name="connsiteX74-31821" fmla="*/ 4951 w 5074"/>
                    <a:gd name="connsiteY74-31822" fmla="*/ 3126 h 5611"/>
                    <a:gd name="connsiteX75-31823" fmla="*/ 5061 w 5074"/>
                    <a:gd name="connsiteY75-31824" fmla="*/ 3312 h 5611"/>
                    <a:gd name="connsiteX76-31825" fmla="*/ 5074 w 5074"/>
                    <a:gd name="connsiteY76-31826" fmla="*/ 3342 h 5611"/>
                    <a:gd name="connsiteX77-31827" fmla="*/ 5063 w 5074"/>
                    <a:gd name="connsiteY77-31828" fmla="*/ 3518 h 5611"/>
                    <a:gd name="connsiteX78-31829" fmla="*/ 5028 w 5074"/>
                    <a:gd name="connsiteY78-31830" fmla="*/ 3554 h 5611"/>
                    <a:gd name="connsiteX79-31831" fmla="*/ 4939 w 5074"/>
                    <a:gd name="connsiteY79-31832" fmla="*/ 3515 h 5611"/>
                    <a:gd name="connsiteX80-31833" fmla="*/ 4705 w 5074"/>
                    <a:gd name="connsiteY80-31834" fmla="*/ 3644 h 5611"/>
                    <a:gd name="connsiteX81-31835" fmla="*/ 4679 w 5074"/>
                    <a:gd name="connsiteY81-31836" fmla="*/ 3666 h 5611"/>
                    <a:gd name="connsiteX82-31837" fmla="*/ 4499 w 5074"/>
                    <a:gd name="connsiteY82-31838" fmla="*/ 3812 h 5611"/>
                    <a:gd name="connsiteX83-31839" fmla="*/ 4358 w 5074"/>
                    <a:gd name="connsiteY83-31840" fmla="*/ 3926 h 5611"/>
                    <a:gd name="connsiteX84-31841" fmla="*/ 4323 w 5074"/>
                    <a:gd name="connsiteY84-31842" fmla="*/ 3965 h 5611"/>
                    <a:gd name="connsiteX85-31843" fmla="*/ 4271 w 5074"/>
                    <a:gd name="connsiteY85-31844" fmla="*/ 3973 h 5611"/>
                    <a:gd name="connsiteX86-31845" fmla="*/ 4214 w 5074"/>
                    <a:gd name="connsiteY86-31846" fmla="*/ 3916 h 5611"/>
                    <a:gd name="connsiteX87-31847" fmla="*/ 4090 w 5074"/>
                    <a:gd name="connsiteY87-31848" fmla="*/ 3808 h 5611"/>
                    <a:gd name="connsiteX88-31849" fmla="*/ 4114 w 5074"/>
                    <a:gd name="connsiteY88-31850" fmla="*/ 4064 h 5611"/>
                    <a:gd name="connsiteX89-31851" fmla="*/ 4123 w 5074"/>
                    <a:gd name="connsiteY89-31852" fmla="*/ 4192 h 5611"/>
                    <a:gd name="connsiteX90-31853" fmla="*/ 3861 w 5074"/>
                    <a:gd name="connsiteY90-31854" fmla="*/ 4166 h 5611"/>
                    <a:gd name="connsiteX91-31855" fmla="*/ 3779 w 5074"/>
                    <a:gd name="connsiteY91-31856" fmla="*/ 3987 h 5611"/>
                    <a:gd name="connsiteX92-31857" fmla="*/ 3697 w 5074"/>
                    <a:gd name="connsiteY92-31858" fmla="*/ 3802 h 5611"/>
                    <a:gd name="connsiteX93-31859" fmla="*/ 0 w 5074"/>
                    <a:gd name="connsiteY93-31860" fmla="*/ 5611 h 5611"/>
                    <a:gd name="connsiteX0-31861" fmla="*/ 1068 w 2254"/>
                    <a:gd name="connsiteY0-31862" fmla="*/ 2333 h 4213"/>
                    <a:gd name="connsiteX1-31863" fmla="*/ 1066 w 2254"/>
                    <a:gd name="connsiteY1-31864" fmla="*/ 2117 h 4213"/>
                    <a:gd name="connsiteX2-31865" fmla="*/ 990 w 2254"/>
                    <a:gd name="connsiteY2-31866" fmla="*/ 2039 h 4213"/>
                    <a:gd name="connsiteX3-31867" fmla="*/ 847 w 2254"/>
                    <a:gd name="connsiteY3-31868" fmla="*/ 1951 h 4213"/>
                    <a:gd name="connsiteX4-31869" fmla="*/ 755 w 2254"/>
                    <a:gd name="connsiteY4-31870" fmla="*/ 1827 h 4213"/>
                    <a:gd name="connsiteX5-31871" fmla="*/ 659 w 2254"/>
                    <a:gd name="connsiteY5-31872" fmla="*/ 1828 h 4213"/>
                    <a:gd name="connsiteX6-31873" fmla="*/ 614 w 2254"/>
                    <a:gd name="connsiteY6-31874" fmla="*/ 1883 h 4213"/>
                    <a:gd name="connsiteX7-31875" fmla="*/ 521 w 2254"/>
                    <a:gd name="connsiteY7-31876" fmla="*/ 1877 h 4213"/>
                    <a:gd name="connsiteX8-31877" fmla="*/ 501 w 2254"/>
                    <a:gd name="connsiteY8-31878" fmla="*/ 1994 h 4213"/>
                    <a:gd name="connsiteX9-31879" fmla="*/ 320 w 2254"/>
                    <a:gd name="connsiteY9-31880" fmla="*/ 1941 h 4213"/>
                    <a:gd name="connsiteX10-31881" fmla="*/ 237 w 2254"/>
                    <a:gd name="connsiteY10-31882" fmla="*/ 1939 h 4213"/>
                    <a:gd name="connsiteX11-31883" fmla="*/ 112 w 2254"/>
                    <a:gd name="connsiteY11-31884" fmla="*/ 2014 h 4213"/>
                    <a:gd name="connsiteX12-31885" fmla="*/ 0 w 2254"/>
                    <a:gd name="connsiteY12-31886" fmla="*/ 1890 h 4213"/>
                    <a:gd name="connsiteX13-31887" fmla="*/ 94 w 2254"/>
                    <a:gd name="connsiteY13-31888" fmla="*/ 1804 h 4213"/>
                    <a:gd name="connsiteX14-31889" fmla="*/ 98 w 2254"/>
                    <a:gd name="connsiteY14-31890" fmla="*/ 1634 h 4213"/>
                    <a:gd name="connsiteX15-31891" fmla="*/ 153 w 2254"/>
                    <a:gd name="connsiteY15-31892" fmla="*/ 1514 h 4213"/>
                    <a:gd name="connsiteX16-31893" fmla="*/ 196 w 2254"/>
                    <a:gd name="connsiteY16-31894" fmla="*/ 1306 h 4213"/>
                    <a:gd name="connsiteX17-31895" fmla="*/ 256 w 2254"/>
                    <a:gd name="connsiteY17-31896" fmla="*/ 1307 h 4213"/>
                    <a:gd name="connsiteX18-31897" fmla="*/ 579 w 2254"/>
                    <a:gd name="connsiteY18-31898" fmla="*/ 1286 h 4213"/>
                    <a:gd name="connsiteX19-31899" fmla="*/ 753 w 2254"/>
                    <a:gd name="connsiteY19-31900" fmla="*/ 1117 h 4213"/>
                    <a:gd name="connsiteX20-31901" fmla="*/ 822 w 2254"/>
                    <a:gd name="connsiteY20-31902" fmla="*/ 748 h 4213"/>
                    <a:gd name="connsiteX21-31903" fmla="*/ 932 w 2254"/>
                    <a:gd name="connsiteY21-31904" fmla="*/ 486 h 4213"/>
                    <a:gd name="connsiteX22-31905" fmla="*/ 930 w 2254"/>
                    <a:gd name="connsiteY22-31906" fmla="*/ 358 h 4213"/>
                    <a:gd name="connsiteX23-31907" fmla="*/ 917 w 2254"/>
                    <a:gd name="connsiteY23-31908" fmla="*/ 328 h 4213"/>
                    <a:gd name="connsiteX24-31909" fmla="*/ 850 w 2254"/>
                    <a:gd name="connsiteY24-31910" fmla="*/ 251 h 4213"/>
                    <a:gd name="connsiteX25-31911" fmla="*/ 790 w 2254"/>
                    <a:gd name="connsiteY25-31912" fmla="*/ 217 h 4213"/>
                    <a:gd name="connsiteX26-31913" fmla="*/ 915 w 2254"/>
                    <a:gd name="connsiteY26-31914" fmla="*/ 56 h 4213"/>
                    <a:gd name="connsiteX27-31915" fmla="*/ 1088 w 2254"/>
                    <a:gd name="connsiteY27-31916" fmla="*/ 2 h 4213"/>
                    <a:gd name="connsiteX28-31917" fmla="*/ 1120 w 2254"/>
                    <a:gd name="connsiteY28-31918" fmla="*/ 49 h 4213"/>
                    <a:gd name="connsiteX29-31919" fmla="*/ 1110 w 2254"/>
                    <a:gd name="connsiteY29-31920" fmla="*/ 133 h 4213"/>
                    <a:gd name="connsiteX30-31921" fmla="*/ 1049 w 2254"/>
                    <a:gd name="connsiteY30-31922" fmla="*/ 243 h 4213"/>
                    <a:gd name="connsiteX31-31923" fmla="*/ 1119 w 2254"/>
                    <a:gd name="connsiteY31-31924" fmla="*/ 301 h 4213"/>
                    <a:gd name="connsiteX32-31925" fmla="*/ 1233 w 2254"/>
                    <a:gd name="connsiteY32-31926" fmla="*/ 366 h 4213"/>
                    <a:gd name="connsiteX33-31927" fmla="*/ 1253 w 2254"/>
                    <a:gd name="connsiteY33-31928" fmla="*/ 255 h 4213"/>
                    <a:gd name="connsiteX34-31929" fmla="*/ 1387 w 2254"/>
                    <a:gd name="connsiteY34-31930" fmla="*/ 291 h 4213"/>
                    <a:gd name="connsiteX35-31931" fmla="*/ 1412 w 2254"/>
                    <a:gd name="connsiteY35-31932" fmla="*/ 331 h 4213"/>
                    <a:gd name="connsiteX36-31933" fmla="*/ 1488 w 2254"/>
                    <a:gd name="connsiteY36-31934" fmla="*/ 562 h 4213"/>
                    <a:gd name="connsiteX37-31935" fmla="*/ 1523 w 2254"/>
                    <a:gd name="connsiteY37-31936" fmla="*/ 586 h 4213"/>
                    <a:gd name="connsiteX38-31937" fmla="*/ 1615 w 2254"/>
                    <a:gd name="connsiteY38-31938" fmla="*/ 578 h 4213"/>
                    <a:gd name="connsiteX39-31939" fmla="*/ 1875 w 2254"/>
                    <a:gd name="connsiteY39-31940" fmla="*/ 490 h 4213"/>
                    <a:gd name="connsiteX40-31941" fmla="*/ 2095 w 2254"/>
                    <a:gd name="connsiteY40-31942" fmla="*/ 479 h 4213"/>
                    <a:gd name="connsiteX41-31943" fmla="*/ 2155 w 2254"/>
                    <a:gd name="connsiteY41-31944" fmla="*/ 648 h 4213"/>
                    <a:gd name="connsiteX42-31945" fmla="*/ 2073 w 2254"/>
                    <a:gd name="connsiteY42-31946" fmla="*/ 944 h 4213"/>
                    <a:gd name="connsiteX43-31947" fmla="*/ 2073 w 2254"/>
                    <a:gd name="connsiteY43-31948" fmla="*/ 1022 h 4213"/>
                    <a:gd name="connsiteX44-31949" fmla="*/ 2142 w 2254"/>
                    <a:gd name="connsiteY44-31950" fmla="*/ 1168 h 4213"/>
                    <a:gd name="connsiteX45-31951" fmla="*/ 2157 w 2254"/>
                    <a:gd name="connsiteY45-31952" fmla="*/ 1427 h 4213"/>
                    <a:gd name="connsiteX46-31953" fmla="*/ 2159 w 2254"/>
                    <a:gd name="connsiteY46-31954" fmla="*/ 1617 h 4213"/>
                    <a:gd name="connsiteX47-31955" fmla="*/ 2092 w 2254"/>
                    <a:gd name="connsiteY47-31956" fmla="*/ 1625 h 4213"/>
                    <a:gd name="connsiteX48-31957" fmla="*/ 2070 w 2254"/>
                    <a:gd name="connsiteY48-31958" fmla="*/ 1507 h 4213"/>
                    <a:gd name="connsiteX49-31959" fmla="*/ 2035 w 2254"/>
                    <a:gd name="connsiteY49-31960" fmla="*/ 1450 h 4213"/>
                    <a:gd name="connsiteX50-31961" fmla="*/ 1945 w 2254"/>
                    <a:gd name="connsiteY50-31962" fmla="*/ 1582 h 4213"/>
                    <a:gd name="connsiteX51-31963" fmla="*/ 1832 w 2254"/>
                    <a:gd name="connsiteY51-31964" fmla="*/ 1776 h 4213"/>
                    <a:gd name="connsiteX52-31965" fmla="*/ 1713 w 2254"/>
                    <a:gd name="connsiteY52-31966" fmla="*/ 1904 h 4213"/>
                    <a:gd name="connsiteX53-31967" fmla="*/ 1706 w 2254"/>
                    <a:gd name="connsiteY53-31968" fmla="*/ 2018 h 4213"/>
                    <a:gd name="connsiteX54-31969" fmla="*/ 1766 w 2254"/>
                    <a:gd name="connsiteY54-31970" fmla="*/ 2115 h 4213"/>
                    <a:gd name="connsiteX55-31971" fmla="*/ 1868 w 2254"/>
                    <a:gd name="connsiteY55-31972" fmla="*/ 2183 h 4213"/>
                    <a:gd name="connsiteX56-31973" fmla="*/ 1945 w 2254"/>
                    <a:gd name="connsiteY56-31974" fmla="*/ 2178 h 4213"/>
                    <a:gd name="connsiteX57-31975" fmla="*/ 1990 w 2254"/>
                    <a:gd name="connsiteY57-31976" fmla="*/ 2104 h 4213"/>
                    <a:gd name="connsiteX58-31977" fmla="*/ 2024 w 2254"/>
                    <a:gd name="connsiteY58-31978" fmla="*/ 2210 h 4213"/>
                    <a:gd name="connsiteX59-31979" fmla="*/ 1912 w 2254"/>
                    <a:gd name="connsiteY59-31980" fmla="*/ 2249 h 4213"/>
                    <a:gd name="connsiteX60-31981" fmla="*/ 1959 w 2254"/>
                    <a:gd name="connsiteY60-31982" fmla="*/ 2362 h 4213"/>
                    <a:gd name="connsiteX61-31983" fmla="*/ 1824 w 2254"/>
                    <a:gd name="connsiteY61-31984" fmla="*/ 2509 h 4213"/>
                    <a:gd name="connsiteX62-31985" fmla="*/ 1783 w 2254"/>
                    <a:gd name="connsiteY62-31986" fmla="*/ 2498 h 4213"/>
                    <a:gd name="connsiteX63-31987" fmla="*/ 1659 w 2254"/>
                    <a:gd name="connsiteY63-31988" fmla="*/ 2413 h 4213"/>
                    <a:gd name="connsiteX64-31989" fmla="*/ 1604 w 2254"/>
                    <a:gd name="connsiteY64-31990" fmla="*/ 2412 h 4213"/>
                    <a:gd name="connsiteX65-31991" fmla="*/ 1569 w 2254"/>
                    <a:gd name="connsiteY65-31992" fmla="*/ 2480 h 4213"/>
                    <a:gd name="connsiteX66-31993" fmla="*/ 1572 w 2254"/>
                    <a:gd name="connsiteY66-31994" fmla="*/ 2562 h 4213"/>
                    <a:gd name="connsiteX67-31995" fmla="*/ 1750 w 2254"/>
                    <a:gd name="connsiteY67-31996" fmla="*/ 2730 h 4213"/>
                    <a:gd name="connsiteX68-31997" fmla="*/ 1749 w 2254"/>
                    <a:gd name="connsiteY68-31998" fmla="*/ 2844 h 4213"/>
                    <a:gd name="connsiteX69-31999" fmla="*/ 1840 w 2254"/>
                    <a:gd name="connsiteY69-32000" fmla="*/ 3060 h 4213"/>
                    <a:gd name="connsiteX70-32001" fmla="*/ 1866 w 2254"/>
                    <a:gd name="connsiteY70-32002" fmla="*/ 3090 h 4213"/>
                    <a:gd name="connsiteX71-32003" fmla="*/ 1910 w 2254"/>
                    <a:gd name="connsiteY71-32004" fmla="*/ 3094 h 4213"/>
                    <a:gd name="connsiteX72-32005" fmla="*/ 1956 w 2254"/>
                    <a:gd name="connsiteY72-32006" fmla="*/ 3010 h 4213"/>
                    <a:gd name="connsiteX73-32007" fmla="*/ 2036 w 2254"/>
                    <a:gd name="connsiteY73-32008" fmla="*/ 2950 h 4213"/>
                    <a:gd name="connsiteX74-32009" fmla="*/ 2131 w 2254"/>
                    <a:gd name="connsiteY74-32010" fmla="*/ 3126 h 4213"/>
                    <a:gd name="connsiteX75-32011" fmla="*/ 2241 w 2254"/>
                    <a:gd name="connsiteY75-32012" fmla="*/ 3312 h 4213"/>
                    <a:gd name="connsiteX76-32013" fmla="*/ 2254 w 2254"/>
                    <a:gd name="connsiteY76-32014" fmla="*/ 3342 h 4213"/>
                    <a:gd name="connsiteX77-32015" fmla="*/ 2243 w 2254"/>
                    <a:gd name="connsiteY77-32016" fmla="*/ 3518 h 4213"/>
                    <a:gd name="connsiteX78-32017" fmla="*/ 2208 w 2254"/>
                    <a:gd name="connsiteY78-32018" fmla="*/ 3554 h 4213"/>
                    <a:gd name="connsiteX79-32019" fmla="*/ 2119 w 2254"/>
                    <a:gd name="connsiteY79-32020" fmla="*/ 3515 h 4213"/>
                    <a:gd name="connsiteX80-32021" fmla="*/ 1885 w 2254"/>
                    <a:gd name="connsiteY80-32022" fmla="*/ 3644 h 4213"/>
                    <a:gd name="connsiteX81-32023" fmla="*/ 1859 w 2254"/>
                    <a:gd name="connsiteY81-32024" fmla="*/ 3666 h 4213"/>
                    <a:gd name="connsiteX82-32025" fmla="*/ 1679 w 2254"/>
                    <a:gd name="connsiteY82-32026" fmla="*/ 3812 h 4213"/>
                    <a:gd name="connsiteX83-32027" fmla="*/ 1538 w 2254"/>
                    <a:gd name="connsiteY83-32028" fmla="*/ 3926 h 4213"/>
                    <a:gd name="connsiteX84-32029" fmla="*/ 1503 w 2254"/>
                    <a:gd name="connsiteY84-32030" fmla="*/ 3965 h 4213"/>
                    <a:gd name="connsiteX85-32031" fmla="*/ 1451 w 2254"/>
                    <a:gd name="connsiteY85-32032" fmla="*/ 3973 h 4213"/>
                    <a:gd name="connsiteX86-32033" fmla="*/ 1394 w 2254"/>
                    <a:gd name="connsiteY86-32034" fmla="*/ 3916 h 4213"/>
                    <a:gd name="connsiteX87-32035" fmla="*/ 1270 w 2254"/>
                    <a:gd name="connsiteY87-32036" fmla="*/ 3808 h 4213"/>
                    <a:gd name="connsiteX88-32037" fmla="*/ 1294 w 2254"/>
                    <a:gd name="connsiteY88-32038" fmla="*/ 4064 h 4213"/>
                    <a:gd name="connsiteX89-32039" fmla="*/ 1303 w 2254"/>
                    <a:gd name="connsiteY89-32040" fmla="*/ 4192 h 4213"/>
                    <a:gd name="connsiteX90-32041" fmla="*/ 1041 w 2254"/>
                    <a:gd name="connsiteY90-32042" fmla="*/ 4166 h 4213"/>
                    <a:gd name="connsiteX91-32043" fmla="*/ 959 w 2254"/>
                    <a:gd name="connsiteY91-32044" fmla="*/ 3987 h 4213"/>
                    <a:gd name="connsiteX92-32045" fmla="*/ 877 w 2254"/>
                    <a:gd name="connsiteY92-32046" fmla="*/ 3802 h 4213"/>
                    <a:gd name="connsiteX0-32047" fmla="*/ 1068 w 2254"/>
                    <a:gd name="connsiteY0-32048" fmla="*/ 2333 h 4213"/>
                    <a:gd name="connsiteX1-32049" fmla="*/ 1066 w 2254"/>
                    <a:gd name="connsiteY1-32050" fmla="*/ 2117 h 4213"/>
                    <a:gd name="connsiteX2-32051" fmla="*/ 990 w 2254"/>
                    <a:gd name="connsiteY2-32052" fmla="*/ 2039 h 4213"/>
                    <a:gd name="connsiteX3-32053" fmla="*/ 847 w 2254"/>
                    <a:gd name="connsiteY3-32054" fmla="*/ 1951 h 4213"/>
                    <a:gd name="connsiteX4-32055" fmla="*/ 755 w 2254"/>
                    <a:gd name="connsiteY4-32056" fmla="*/ 1827 h 4213"/>
                    <a:gd name="connsiteX5-32057" fmla="*/ 659 w 2254"/>
                    <a:gd name="connsiteY5-32058" fmla="*/ 1828 h 4213"/>
                    <a:gd name="connsiteX6-32059" fmla="*/ 614 w 2254"/>
                    <a:gd name="connsiteY6-32060" fmla="*/ 1883 h 4213"/>
                    <a:gd name="connsiteX7-32061" fmla="*/ 521 w 2254"/>
                    <a:gd name="connsiteY7-32062" fmla="*/ 1877 h 4213"/>
                    <a:gd name="connsiteX8-32063" fmla="*/ 501 w 2254"/>
                    <a:gd name="connsiteY8-32064" fmla="*/ 1994 h 4213"/>
                    <a:gd name="connsiteX9-32065" fmla="*/ 320 w 2254"/>
                    <a:gd name="connsiteY9-32066" fmla="*/ 1941 h 4213"/>
                    <a:gd name="connsiteX10-32067" fmla="*/ 237 w 2254"/>
                    <a:gd name="connsiteY10-32068" fmla="*/ 1939 h 4213"/>
                    <a:gd name="connsiteX11-32069" fmla="*/ 112 w 2254"/>
                    <a:gd name="connsiteY11-32070" fmla="*/ 2014 h 4213"/>
                    <a:gd name="connsiteX12-32071" fmla="*/ 0 w 2254"/>
                    <a:gd name="connsiteY12-32072" fmla="*/ 1890 h 4213"/>
                    <a:gd name="connsiteX13-32073" fmla="*/ 94 w 2254"/>
                    <a:gd name="connsiteY13-32074" fmla="*/ 1804 h 4213"/>
                    <a:gd name="connsiteX14-32075" fmla="*/ 98 w 2254"/>
                    <a:gd name="connsiteY14-32076" fmla="*/ 1634 h 4213"/>
                    <a:gd name="connsiteX15-32077" fmla="*/ 153 w 2254"/>
                    <a:gd name="connsiteY15-32078" fmla="*/ 1514 h 4213"/>
                    <a:gd name="connsiteX16-32079" fmla="*/ 196 w 2254"/>
                    <a:gd name="connsiteY16-32080" fmla="*/ 1306 h 4213"/>
                    <a:gd name="connsiteX17-32081" fmla="*/ 256 w 2254"/>
                    <a:gd name="connsiteY17-32082" fmla="*/ 1307 h 4213"/>
                    <a:gd name="connsiteX18-32083" fmla="*/ 579 w 2254"/>
                    <a:gd name="connsiteY18-32084" fmla="*/ 1286 h 4213"/>
                    <a:gd name="connsiteX19-32085" fmla="*/ 753 w 2254"/>
                    <a:gd name="connsiteY19-32086" fmla="*/ 1117 h 4213"/>
                    <a:gd name="connsiteX20-32087" fmla="*/ 822 w 2254"/>
                    <a:gd name="connsiteY20-32088" fmla="*/ 748 h 4213"/>
                    <a:gd name="connsiteX21-32089" fmla="*/ 932 w 2254"/>
                    <a:gd name="connsiteY21-32090" fmla="*/ 486 h 4213"/>
                    <a:gd name="connsiteX22-32091" fmla="*/ 930 w 2254"/>
                    <a:gd name="connsiteY22-32092" fmla="*/ 358 h 4213"/>
                    <a:gd name="connsiteX23-32093" fmla="*/ 917 w 2254"/>
                    <a:gd name="connsiteY23-32094" fmla="*/ 328 h 4213"/>
                    <a:gd name="connsiteX24-32095" fmla="*/ 850 w 2254"/>
                    <a:gd name="connsiteY24-32096" fmla="*/ 251 h 4213"/>
                    <a:gd name="connsiteX25-32097" fmla="*/ 790 w 2254"/>
                    <a:gd name="connsiteY25-32098" fmla="*/ 217 h 4213"/>
                    <a:gd name="connsiteX26-32099" fmla="*/ 915 w 2254"/>
                    <a:gd name="connsiteY26-32100" fmla="*/ 56 h 4213"/>
                    <a:gd name="connsiteX27-32101" fmla="*/ 1088 w 2254"/>
                    <a:gd name="connsiteY27-32102" fmla="*/ 2 h 4213"/>
                    <a:gd name="connsiteX28-32103" fmla="*/ 1120 w 2254"/>
                    <a:gd name="connsiteY28-32104" fmla="*/ 49 h 4213"/>
                    <a:gd name="connsiteX29-32105" fmla="*/ 1110 w 2254"/>
                    <a:gd name="connsiteY29-32106" fmla="*/ 133 h 4213"/>
                    <a:gd name="connsiteX30-32107" fmla="*/ 1049 w 2254"/>
                    <a:gd name="connsiteY30-32108" fmla="*/ 243 h 4213"/>
                    <a:gd name="connsiteX31-32109" fmla="*/ 1119 w 2254"/>
                    <a:gd name="connsiteY31-32110" fmla="*/ 301 h 4213"/>
                    <a:gd name="connsiteX32-32111" fmla="*/ 1233 w 2254"/>
                    <a:gd name="connsiteY32-32112" fmla="*/ 366 h 4213"/>
                    <a:gd name="connsiteX33-32113" fmla="*/ 1253 w 2254"/>
                    <a:gd name="connsiteY33-32114" fmla="*/ 255 h 4213"/>
                    <a:gd name="connsiteX34-32115" fmla="*/ 1387 w 2254"/>
                    <a:gd name="connsiteY34-32116" fmla="*/ 291 h 4213"/>
                    <a:gd name="connsiteX35-32117" fmla="*/ 1412 w 2254"/>
                    <a:gd name="connsiteY35-32118" fmla="*/ 331 h 4213"/>
                    <a:gd name="connsiteX36-32119" fmla="*/ 1488 w 2254"/>
                    <a:gd name="connsiteY36-32120" fmla="*/ 562 h 4213"/>
                    <a:gd name="connsiteX37-32121" fmla="*/ 1523 w 2254"/>
                    <a:gd name="connsiteY37-32122" fmla="*/ 586 h 4213"/>
                    <a:gd name="connsiteX38-32123" fmla="*/ 1615 w 2254"/>
                    <a:gd name="connsiteY38-32124" fmla="*/ 578 h 4213"/>
                    <a:gd name="connsiteX39-32125" fmla="*/ 1875 w 2254"/>
                    <a:gd name="connsiteY39-32126" fmla="*/ 490 h 4213"/>
                    <a:gd name="connsiteX40-32127" fmla="*/ 2095 w 2254"/>
                    <a:gd name="connsiteY40-32128" fmla="*/ 479 h 4213"/>
                    <a:gd name="connsiteX41-32129" fmla="*/ 2155 w 2254"/>
                    <a:gd name="connsiteY41-32130" fmla="*/ 648 h 4213"/>
                    <a:gd name="connsiteX42-32131" fmla="*/ 2073 w 2254"/>
                    <a:gd name="connsiteY42-32132" fmla="*/ 944 h 4213"/>
                    <a:gd name="connsiteX43-32133" fmla="*/ 2073 w 2254"/>
                    <a:gd name="connsiteY43-32134" fmla="*/ 1022 h 4213"/>
                    <a:gd name="connsiteX44-32135" fmla="*/ 2142 w 2254"/>
                    <a:gd name="connsiteY44-32136" fmla="*/ 1168 h 4213"/>
                    <a:gd name="connsiteX45-32137" fmla="*/ 2157 w 2254"/>
                    <a:gd name="connsiteY45-32138" fmla="*/ 1427 h 4213"/>
                    <a:gd name="connsiteX46-32139" fmla="*/ 2159 w 2254"/>
                    <a:gd name="connsiteY46-32140" fmla="*/ 1617 h 4213"/>
                    <a:gd name="connsiteX47-32141" fmla="*/ 2092 w 2254"/>
                    <a:gd name="connsiteY47-32142" fmla="*/ 1625 h 4213"/>
                    <a:gd name="connsiteX48-32143" fmla="*/ 2070 w 2254"/>
                    <a:gd name="connsiteY48-32144" fmla="*/ 1507 h 4213"/>
                    <a:gd name="connsiteX49-32145" fmla="*/ 2035 w 2254"/>
                    <a:gd name="connsiteY49-32146" fmla="*/ 1450 h 4213"/>
                    <a:gd name="connsiteX50-32147" fmla="*/ 1945 w 2254"/>
                    <a:gd name="connsiteY50-32148" fmla="*/ 1582 h 4213"/>
                    <a:gd name="connsiteX51-32149" fmla="*/ 1832 w 2254"/>
                    <a:gd name="connsiteY51-32150" fmla="*/ 1776 h 4213"/>
                    <a:gd name="connsiteX52-32151" fmla="*/ 1713 w 2254"/>
                    <a:gd name="connsiteY52-32152" fmla="*/ 1904 h 4213"/>
                    <a:gd name="connsiteX53-32153" fmla="*/ 1706 w 2254"/>
                    <a:gd name="connsiteY53-32154" fmla="*/ 2018 h 4213"/>
                    <a:gd name="connsiteX54-32155" fmla="*/ 1766 w 2254"/>
                    <a:gd name="connsiteY54-32156" fmla="*/ 2115 h 4213"/>
                    <a:gd name="connsiteX55-32157" fmla="*/ 1868 w 2254"/>
                    <a:gd name="connsiteY55-32158" fmla="*/ 2183 h 4213"/>
                    <a:gd name="connsiteX56-32159" fmla="*/ 1945 w 2254"/>
                    <a:gd name="connsiteY56-32160" fmla="*/ 2178 h 4213"/>
                    <a:gd name="connsiteX57-32161" fmla="*/ 1990 w 2254"/>
                    <a:gd name="connsiteY57-32162" fmla="*/ 2104 h 4213"/>
                    <a:gd name="connsiteX58-32163" fmla="*/ 2024 w 2254"/>
                    <a:gd name="connsiteY58-32164" fmla="*/ 2210 h 4213"/>
                    <a:gd name="connsiteX59-32165" fmla="*/ 1912 w 2254"/>
                    <a:gd name="connsiteY59-32166" fmla="*/ 2249 h 4213"/>
                    <a:gd name="connsiteX60-32167" fmla="*/ 1959 w 2254"/>
                    <a:gd name="connsiteY60-32168" fmla="*/ 2362 h 4213"/>
                    <a:gd name="connsiteX61-32169" fmla="*/ 1824 w 2254"/>
                    <a:gd name="connsiteY61-32170" fmla="*/ 2509 h 4213"/>
                    <a:gd name="connsiteX62-32171" fmla="*/ 1783 w 2254"/>
                    <a:gd name="connsiteY62-32172" fmla="*/ 2498 h 4213"/>
                    <a:gd name="connsiteX63-32173" fmla="*/ 1659 w 2254"/>
                    <a:gd name="connsiteY63-32174" fmla="*/ 2413 h 4213"/>
                    <a:gd name="connsiteX64-32175" fmla="*/ 1604 w 2254"/>
                    <a:gd name="connsiteY64-32176" fmla="*/ 2412 h 4213"/>
                    <a:gd name="connsiteX65-32177" fmla="*/ 1569 w 2254"/>
                    <a:gd name="connsiteY65-32178" fmla="*/ 2480 h 4213"/>
                    <a:gd name="connsiteX66-32179" fmla="*/ 1572 w 2254"/>
                    <a:gd name="connsiteY66-32180" fmla="*/ 2562 h 4213"/>
                    <a:gd name="connsiteX67-32181" fmla="*/ 1750 w 2254"/>
                    <a:gd name="connsiteY67-32182" fmla="*/ 2730 h 4213"/>
                    <a:gd name="connsiteX68-32183" fmla="*/ 1749 w 2254"/>
                    <a:gd name="connsiteY68-32184" fmla="*/ 2844 h 4213"/>
                    <a:gd name="connsiteX69-32185" fmla="*/ 1840 w 2254"/>
                    <a:gd name="connsiteY69-32186" fmla="*/ 3060 h 4213"/>
                    <a:gd name="connsiteX70-32187" fmla="*/ 1866 w 2254"/>
                    <a:gd name="connsiteY70-32188" fmla="*/ 3090 h 4213"/>
                    <a:gd name="connsiteX71-32189" fmla="*/ 1910 w 2254"/>
                    <a:gd name="connsiteY71-32190" fmla="*/ 3094 h 4213"/>
                    <a:gd name="connsiteX72-32191" fmla="*/ 1956 w 2254"/>
                    <a:gd name="connsiteY72-32192" fmla="*/ 3010 h 4213"/>
                    <a:gd name="connsiteX73-32193" fmla="*/ 2036 w 2254"/>
                    <a:gd name="connsiteY73-32194" fmla="*/ 2950 h 4213"/>
                    <a:gd name="connsiteX74-32195" fmla="*/ 2131 w 2254"/>
                    <a:gd name="connsiteY74-32196" fmla="*/ 3126 h 4213"/>
                    <a:gd name="connsiteX75-32197" fmla="*/ 2241 w 2254"/>
                    <a:gd name="connsiteY75-32198" fmla="*/ 3312 h 4213"/>
                    <a:gd name="connsiteX76-32199" fmla="*/ 2254 w 2254"/>
                    <a:gd name="connsiteY76-32200" fmla="*/ 3342 h 4213"/>
                    <a:gd name="connsiteX77-32201" fmla="*/ 2243 w 2254"/>
                    <a:gd name="connsiteY77-32202" fmla="*/ 3518 h 4213"/>
                    <a:gd name="connsiteX78-32203" fmla="*/ 2208 w 2254"/>
                    <a:gd name="connsiteY78-32204" fmla="*/ 3554 h 4213"/>
                    <a:gd name="connsiteX79-32205" fmla="*/ 2119 w 2254"/>
                    <a:gd name="connsiteY79-32206" fmla="*/ 3515 h 4213"/>
                    <a:gd name="connsiteX80-32207" fmla="*/ 1885 w 2254"/>
                    <a:gd name="connsiteY80-32208" fmla="*/ 3644 h 4213"/>
                    <a:gd name="connsiteX81-32209" fmla="*/ 1859 w 2254"/>
                    <a:gd name="connsiteY81-32210" fmla="*/ 3666 h 4213"/>
                    <a:gd name="connsiteX82-32211" fmla="*/ 1679 w 2254"/>
                    <a:gd name="connsiteY82-32212" fmla="*/ 3812 h 4213"/>
                    <a:gd name="connsiteX83-32213" fmla="*/ 1538 w 2254"/>
                    <a:gd name="connsiteY83-32214" fmla="*/ 3926 h 4213"/>
                    <a:gd name="connsiteX84-32215" fmla="*/ 1503 w 2254"/>
                    <a:gd name="connsiteY84-32216" fmla="*/ 3965 h 4213"/>
                    <a:gd name="connsiteX85-32217" fmla="*/ 1451 w 2254"/>
                    <a:gd name="connsiteY85-32218" fmla="*/ 3973 h 4213"/>
                    <a:gd name="connsiteX86-32219" fmla="*/ 1394 w 2254"/>
                    <a:gd name="connsiteY86-32220" fmla="*/ 3916 h 4213"/>
                    <a:gd name="connsiteX87-32221" fmla="*/ 1270 w 2254"/>
                    <a:gd name="connsiteY87-32222" fmla="*/ 3808 h 4213"/>
                    <a:gd name="connsiteX88-32223" fmla="*/ 1294 w 2254"/>
                    <a:gd name="connsiteY88-32224" fmla="*/ 4064 h 4213"/>
                    <a:gd name="connsiteX89-32225" fmla="*/ 1303 w 2254"/>
                    <a:gd name="connsiteY89-32226" fmla="*/ 4192 h 4213"/>
                    <a:gd name="connsiteX90-32227" fmla="*/ 1041 w 2254"/>
                    <a:gd name="connsiteY90-32228" fmla="*/ 4166 h 4213"/>
                    <a:gd name="connsiteX91-32229" fmla="*/ 959 w 2254"/>
                    <a:gd name="connsiteY91-32230" fmla="*/ 3987 h 4213"/>
                    <a:gd name="connsiteX92-32231" fmla="*/ 877 w 2254"/>
                    <a:gd name="connsiteY92-32232" fmla="*/ 3802 h 4213"/>
                    <a:gd name="connsiteX93-32233" fmla="*/ 885 w 2254"/>
                    <a:gd name="connsiteY93-32234" fmla="*/ 3800 h 4213"/>
                    <a:gd name="connsiteX0-32235" fmla="*/ 1068 w 2254"/>
                    <a:gd name="connsiteY0-32236" fmla="*/ 2333 h 4213"/>
                    <a:gd name="connsiteX1-32237" fmla="*/ 1066 w 2254"/>
                    <a:gd name="connsiteY1-32238" fmla="*/ 2117 h 4213"/>
                    <a:gd name="connsiteX2-32239" fmla="*/ 990 w 2254"/>
                    <a:gd name="connsiteY2-32240" fmla="*/ 2039 h 4213"/>
                    <a:gd name="connsiteX3-32241" fmla="*/ 847 w 2254"/>
                    <a:gd name="connsiteY3-32242" fmla="*/ 1951 h 4213"/>
                    <a:gd name="connsiteX4-32243" fmla="*/ 755 w 2254"/>
                    <a:gd name="connsiteY4-32244" fmla="*/ 1827 h 4213"/>
                    <a:gd name="connsiteX5-32245" fmla="*/ 659 w 2254"/>
                    <a:gd name="connsiteY5-32246" fmla="*/ 1828 h 4213"/>
                    <a:gd name="connsiteX6-32247" fmla="*/ 614 w 2254"/>
                    <a:gd name="connsiteY6-32248" fmla="*/ 1883 h 4213"/>
                    <a:gd name="connsiteX7-32249" fmla="*/ 521 w 2254"/>
                    <a:gd name="connsiteY7-32250" fmla="*/ 1877 h 4213"/>
                    <a:gd name="connsiteX8-32251" fmla="*/ 501 w 2254"/>
                    <a:gd name="connsiteY8-32252" fmla="*/ 1994 h 4213"/>
                    <a:gd name="connsiteX9-32253" fmla="*/ 320 w 2254"/>
                    <a:gd name="connsiteY9-32254" fmla="*/ 1941 h 4213"/>
                    <a:gd name="connsiteX10-32255" fmla="*/ 237 w 2254"/>
                    <a:gd name="connsiteY10-32256" fmla="*/ 1939 h 4213"/>
                    <a:gd name="connsiteX11-32257" fmla="*/ 112 w 2254"/>
                    <a:gd name="connsiteY11-32258" fmla="*/ 2014 h 4213"/>
                    <a:gd name="connsiteX12-32259" fmla="*/ 0 w 2254"/>
                    <a:gd name="connsiteY12-32260" fmla="*/ 1890 h 4213"/>
                    <a:gd name="connsiteX13-32261" fmla="*/ 94 w 2254"/>
                    <a:gd name="connsiteY13-32262" fmla="*/ 1804 h 4213"/>
                    <a:gd name="connsiteX14-32263" fmla="*/ 98 w 2254"/>
                    <a:gd name="connsiteY14-32264" fmla="*/ 1634 h 4213"/>
                    <a:gd name="connsiteX15-32265" fmla="*/ 153 w 2254"/>
                    <a:gd name="connsiteY15-32266" fmla="*/ 1514 h 4213"/>
                    <a:gd name="connsiteX16-32267" fmla="*/ 196 w 2254"/>
                    <a:gd name="connsiteY16-32268" fmla="*/ 1306 h 4213"/>
                    <a:gd name="connsiteX17-32269" fmla="*/ 256 w 2254"/>
                    <a:gd name="connsiteY17-32270" fmla="*/ 1307 h 4213"/>
                    <a:gd name="connsiteX18-32271" fmla="*/ 579 w 2254"/>
                    <a:gd name="connsiteY18-32272" fmla="*/ 1286 h 4213"/>
                    <a:gd name="connsiteX19-32273" fmla="*/ 753 w 2254"/>
                    <a:gd name="connsiteY19-32274" fmla="*/ 1117 h 4213"/>
                    <a:gd name="connsiteX20-32275" fmla="*/ 822 w 2254"/>
                    <a:gd name="connsiteY20-32276" fmla="*/ 748 h 4213"/>
                    <a:gd name="connsiteX21-32277" fmla="*/ 932 w 2254"/>
                    <a:gd name="connsiteY21-32278" fmla="*/ 486 h 4213"/>
                    <a:gd name="connsiteX22-32279" fmla="*/ 930 w 2254"/>
                    <a:gd name="connsiteY22-32280" fmla="*/ 358 h 4213"/>
                    <a:gd name="connsiteX23-32281" fmla="*/ 917 w 2254"/>
                    <a:gd name="connsiteY23-32282" fmla="*/ 328 h 4213"/>
                    <a:gd name="connsiteX24-32283" fmla="*/ 850 w 2254"/>
                    <a:gd name="connsiteY24-32284" fmla="*/ 251 h 4213"/>
                    <a:gd name="connsiteX25-32285" fmla="*/ 790 w 2254"/>
                    <a:gd name="connsiteY25-32286" fmla="*/ 217 h 4213"/>
                    <a:gd name="connsiteX26-32287" fmla="*/ 915 w 2254"/>
                    <a:gd name="connsiteY26-32288" fmla="*/ 56 h 4213"/>
                    <a:gd name="connsiteX27-32289" fmla="*/ 1088 w 2254"/>
                    <a:gd name="connsiteY27-32290" fmla="*/ 2 h 4213"/>
                    <a:gd name="connsiteX28-32291" fmla="*/ 1120 w 2254"/>
                    <a:gd name="connsiteY28-32292" fmla="*/ 49 h 4213"/>
                    <a:gd name="connsiteX29-32293" fmla="*/ 1110 w 2254"/>
                    <a:gd name="connsiteY29-32294" fmla="*/ 133 h 4213"/>
                    <a:gd name="connsiteX30-32295" fmla="*/ 1049 w 2254"/>
                    <a:gd name="connsiteY30-32296" fmla="*/ 243 h 4213"/>
                    <a:gd name="connsiteX31-32297" fmla="*/ 1119 w 2254"/>
                    <a:gd name="connsiteY31-32298" fmla="*/ 301 h 4213"/>
                    <a:gd name="connsiteX32-32299" fmla="*/ 1233 w 2254"/>
                    <a:gd name="connsiteY32-32300" fmla="*/ 366 h 4213"/>
                    <a:gd name="connsiteX33-32301" fmla="*/ 1253 w 2254"/>
                    <a:gd name="connsiteY33-32302" fmla="*/ 255 h 4213"/>
                    <a:gd name="connsiteX34-32303" fmla="*/ 1387 w 2254"/>
                    <a:gd name="connsiteY34-32304" fmla="*/ 291 h 4213"/>
                    <a:gd name="connsiteX35-32305" fmla="*/ 1412 w 2254"/>
                    <a:gd name="connsiteY35-32306" fmla="*/ 331 h 4213"/>
                    <a:gd name="connsiteX36-32307" fmla="*/ 1488 w 2254"/>
                    <a:gd name="connsiteY36-32308" fmla="*/ 562 h 4213"/>
                    <a:gd name="connsiteX37-32309" fmla="*/ 1523 w 2254"/>
                    <a:gd name="connsiteY37-32310" fmla="*/ 586 h 4213"/>
                    <a:gd name="connsiteX38-32311" fmla="*/ 1615 w 2254"/>
                    <a:gd name="connsiteY38-32312" fmla="*/ 578 h 4213"/>
                    <a:gd name="connsiteX39-32313" fmla="*/ 1875 w 2254"/>
                    <a:gd name="connsiteY39-32314" fmla="*/ 490 h 4213"/>
                    <a:gd name="connsiteX40-32315" fmla="*/ 2095 w 2254"/>
                    <a:gd name="connsiteY40-32316" fmla="*/ 479 h 4213"/>
                    <a:gd name="connsiteX41-32317" fmla="*/ 2155 w 2254"/>
                    <a:gd name="connsiteY41-32318" fmla="*/ 648 h 4213"/>
                    <a:gd name="connsiteX42-32319" fmla="*/ 2073 w 2254"/>
                    <a:gd name="connsiteY42-32320" fmla="*/ 944 h 4213"/>
                    <a:gd name="connsiteX43-32321" fmla="*/ 2073 w 2254"/>
                    <a:gd name="connsiteY43-32322" fmla="*/ 1022 h 4213"/>
                    <a:gd name="connsiteX44-32323" fmla="*/ 2142 w 2254"/>
                    <a:gd name="connsiteY44-32324" fmla="*/ 1168 h 4213"/>
                    <a:gd name="connsiteX45-32325" fmla="*/ 2157 w 2254"/>
                    <a:gd name="connsiteY45-32326" fmla="*/ 1427 h 4213"/>
                    <a:gd name="connsiteX46-32327" fmla="*/ 2159 w 2254"/>
                    <a:gd name="connsiteY46-32328" fmla="*/ 1617 h 4213"/>
                    <a:gd name="connsiteX47-32329" fmla="*/ 2092 w 2254"/>
                    <a:gd name="connsiteY47-32330" fmla="*/ 1625 h 4213"/>
                    <a:gd name="connsiteX48-32331" fmla="*/ 2070 w 2254"/>
                    <a:gd name="connsiteY48-32332" fmla="*/ 1507 h 4213"/>
                    <a:gd name="connsiteX49-32333" fmla="*/ 2035 w 2254"/>
                    <a:gd name="connsiteY49-32334" fmla="*/ 1450 h 4213"/>
                    <a:gd name="connsiteX50-32335" fmla="*/ 1945 w 2254"/>
                    <a:gd name="connsiteY50-32336" fmla="*/ 1582 h 4213"/>
                    <a:gd name="connsiteX51-32337" fmla="*/ 1832 w 2254"/>
                    <a:gd name="connsiteY51-32338" fmla="*/ 1776 h 4213"/>
                    <a:gd name="connsiteX52-32339" fmla="*/ 1713 w 2254"/>
                    <a:gd name="connsiteY52-32340" fmla="*/ 1904 h 4213"/>
                    <a:gd name="connsiteX53-32341" fmla="*/ 1706 w 2254"/>
                    <a:gd name="connsiteY53-32342" fmla="*/ 2018 h 4213"/>
                    <a:gd name="connsiteX54-32343" fmla="*/ 1766 w 2254"/>
                    <a:gd name="connsiteY54-32344" fmla="*/ 2115 h 4213"/>
                    <a:gd name="connsiteX55-32345" fmla="*/ 1868 w 2254"/>
                    <a:gd name="connsiteY55-32346" fmla="*/ 2183 h 4213"/>
                    <a:gd name="connsiteX56-32347" fmla="*/ 1945 w 2254"/>
                    <a:gd name="connsiteY56-32348" fmla="*/ 2178 h 4213"/>
                    <a:gd name="connsiteX57-32349" fmla="*/ 1990 w 2254"/>
                    <a:gd name="connsiteY57-32350" fmla="*/ 2104 h 4213"/>
                    <a:gd name="connsiteX58-32351" fmla="*/ 2024 w 2254"/>
                    <a:gd name="connsiteY58-32352" fmla="*/ 2210 h 4213"/>
                    <a:gd name="connsiteX59-32353" fmla="*/ 1912 w 2254"/>
                    <a:gd name="connsiteY59-32354" fmla="*/ 2249 h 4213"/>
                    <a:gd name="connsiteX60-32355" fmla="*/ 1959 w 2254"/>
                    <a:gd name="connsiteY60-32356" fmla="*/ 2362 h 4213"/>
                    <a:gd name="connsiteX61-32357" fmla="*/ 1824 w 2254"/>
                    <a:gd name="connsiteY61-32358" fmla="*/ 2509 h 4213"/>
                    <a:gd name="connsiteX62-32359" fmla="*/ 1783 w 2254"/>
                    <a:gd name="connsiteY62-32360" fmla="*/ 2498 h 4213"/>
                    <a:gd name="connsiteX63-32361" fmla="*/ 1659 w 2254"/>
                    <a:gd name="connsiteY63-32362" fmla="*/ 2413 h 4213"/>
                    <a:gd name="connsiteX64-32363" fmla="*/ 1604 w 2254"/>
                    <a:gd name="connsiteY64-32364" fmla="*/ 2412 h 4213"/>
                    <a:gd name="connsiteX65-32365" fmla="*/ 1569 w 2254"/>
                    <a:gd name="connsiteY65-32366" fmla="*/ 2480 h 4213"/>
                    <a:gd name="connsiteX66-32367" fmla="*/ 1572 w 2254"/>
                    <a:gd name="connsiteY66-32368" fmla="*/ 2562 h 4213"/>
                    <a:gd name="connsiteX67-32369" fmla="*/ 1750 w 2254"/>
                    <a:gd name="connsiteY67-32370" fmla="*/ 2730 h 4213"/>
                    <a:gd name="connsiteX68-32371" fmla="*/ 1749 w 2254"/>
                    <a:gd name="connsiteY68-32372" fmla="*/ 2844 h 4213"/>
                    <a:gd name="connsiteX69-32373" fmla="*/ 1840 w 2254"/>
                    <a:gd name="connsiteY69-32374" fmla="*/ 3060 h 4213"/>
                    <a:gd name="connsiteX70-32375" fmla="*/ 1866 w 2254"/>
                    <a:gd name="connsiteY70-32376" fmla="*/ 3090 h 4213"/>
                    <a:gd name="connsiteX71-32377" fmla="*/ 1910 w 2254"/>
                    <a:gd name="connsiteY71-32378" fmla="*/ 3094 h 4213"/>
                    <a:gd name="connsiteX72-32379" fmla="*/ 1956 w 2254"/>
                    <a:gd name="connsiteY72-32380" fmla="*/ 3010 h 4213"/>
                    <a:gd name="connsiteX73-32381" fmla="*/ 2036 w 2254"/>
                    <a:gd name="connsiteY73-32382" fmla="*/ 2950 h 4213"/>
                    <a:gd name="connsiteX74-32383" fmla="*/ 2131 w 2254"/>
                    <a:gd name="connsiteY74-32384" fmla="*/ 3126 h 4213"/>
                    <a:gd name="connsiteX75-32385" fmla="*/ 2241 w 2254"/>
                    <a:gd name="connsiteY75-32386" fmla="*/ 3312 h 4213"/>
                    <a:gd name="connsiteX76-32387" fmla="*/ 2254 w 2254"/>
                    <a:gd name="connsiteY76-32388" fmla="*/ 3342 h 4213"/>
                    <a:gd name="connsiteX77-32389" fmla="*/ 2243 w 2254"/>
                    <a:gd name="connsiteY77-32390" fmla="*/ 3518 h 4213"/>
                    <a:gd name="connsiteX78-32391" fmla="*/ 2208 w 2254"/>
                    <a:gd name="connsiteY78-32392" fmla="*/ 3554 h 4213"/>
                    <a:gd name="connsiteX79-32393" fmla="*/ 2119 w 2254"/>
                    <a:gd name="connsiteY79-32394" fmla="*/ 3515 h 4213"/>
                    <a:gd name="connsiteX80-32395" fmla="*/ 1885 w 2254"/>
                    <a:gd name="connsiteY80-32396" fmla="*/ 3644 h 4213"/>
                    <a:gd name="connsiteX81-32397" fmla="*/ 1859 w 2254"/>
                    <a:gd name="connsiteY81-32398" fmla="*/ 3666 h 4213"/>
                    <a:gd name="connsiteX82-32399" fmla="*/ 1679 w 2254"/>
                    <a:gd name="connsiteY82-32400" fmla="*/ 3812 h 4213"/>
                    <a:gd name="connsiteX83-32401" fmla="*/ 1538 w 2254"/>
                    <a:gd name="connsiteY83-32402" fmla="*/ 3926 h 4213"/>
                    <a:gd name="connsiteX84-32403" fmla="*/ 1503 w 2254"/>
                    <a:gd name="connsiteY84-32404" fmla="*/ 3965 h 4213"/>
                    <a:gd name="connsiteX85-32405" fmla="*/ 1451 w 2254"/>
                    <a:gd name="connsiteY85-32406" fmla="*/ 3973 h 4213"/>
                    <a:gd name="connsiteX86-32407" fmla="*/ 1394 w 2254"/>
                    <a:gd name="connsiteY86-32408" fmla="*/ 3916 h 4213"/>
                    <a:gd name="connsiteX87-32409" fmla="*/ 1270 w 2254"/>
                    <a:gd name="connsiteY87-32410" fmla="*/ 3808 h 4213"/>
                    <a:gd name="connsiteX88-32411" fmla="*/ 1294 w 2254"/>
                    <a:gd name="connsiteY88-32412" fmla="*/ 4064 h 4213"/>
                    <a:gd name="connsiteX89-32413" fmla="*/ 1303 w 2254"/>
                    <a:gd name="connsiteY89-32414" fmla="*/ 4192 h 4213"/>
                    <a:gd name="connsiteX90-32415" fmla="*/ 1041 w 2254"/>
                    <a:gd name="connsiteY90-32416" fmla="*/ 4166 h 4213"/>
                    <a:gd name="connsiteX91-32417" fmla="*/ 959 w 2254"/>
                    <a:gd name="connsiteY91-32418" fmla="*/ 3987 h 4213"/>
                    <a:gd name="connsiteX92-32419" fmla="*/ 877 w 2254"/>
                    <a:gd name="connsiteY92-32420" fmla="*/ 3802 h 4213"/>
                    <a:gd name="connsiteX93-32421" fmla="*/ 885 w 2254"/>
                    <a:gd name="connsiteY93-32422" fmla="*/ 3800 h 4213"/>
                    <a:gd name="connsiteX0-32423" fmla="*/ 1068 w 2254"/>
                    <a:gd name="connsiteY0-32424" fmla="*/ 2333 h 4213"/>
                    <a:gd name="connsiteX1-32425" fmla="*/ 1066 w 2254"/>
                    <a:gd name="connsiteY1-32426" fmla="*/ 2117 h 4213"/>
                    <a:gd name="connsiteX2-32427" fmla="*/ 990 w 2254"/>
                    <a:gd name="connsiteY2-32428" fmla="*/ 2039 h 4213"/>
                    <a:gd name="connsiteX3-32429" fmla="*/ 847 w 2254"/>
                    <a:gd name="connsiteY3-32430" fmla="*/ 1951 h 4213"/>
                    <a:gd name="connsiteX4-32431" fmla="*/ 755 w 2254"/>
                    <a:gd name="connsiteY4-32432" fmla="*/ 1827 h 4213"/>
                    <a:gd name="connsiteX5-32433" fmla="*/ 659 w 2254"/>
                    <a:gd name="connsiteY5-32434" fmla="*/ 1828 h 4213"/>
                    <a:gd name="connsiteX6-32435" fmla="*/ 614 w 2254"/>
                    <a:gd name="connsiteY6-32436" fmla="*/ 1883 h 4213"/>
                    <a:gd name="connsiteX7-32437" fmla="*/ 521 w 2254"/>
                    <a:gd name="connsiteY7-32438" fmla="*/ 1877 h 4213"/>
                    <a:gd name="connsiteX8-32439" fmla="*/ 501 w 2254"/>
                    <a:gd name="connsiteY8-32440" fmla="*/ 1994 h 4213"/>
                    <a:gd name="connsiteX9-32441" fmla="*/ 320 w 2254"/>
                    <a:gd name="connsiteY9-32442" fmla="*/ 1941 h 4213"/>
                    <a:gd name="connsiteX10-32443" fmla="*/ 237 w 2254"/>
                    <a:gd name="connsiteY10-32444" fmla="*/ 1939 h 4213"/>
                    <a:gd name="connsiteX11-32445" fmla="*/ 112 w 2254"/>
                    <a:gd name="connsiteY11-32446" fmla="*/ 2014 h 4213"/>
                    <a:gd name="connsiteX12-32447" fmla="*/ 0 w 2254"/>
                    <a:gd name="connsiteY12-32448" fmla="*/ 1890 h 4213"/>
                    <a:gd name="connsiteX13-32449" fmla="*/ 94 w 2254"/>
                    <a:gd name="connsiteY13-32450" fmla="*/ 1804 h 4213"/>
                    <a:gd name="connsiteX14-32451" fmla="*/ 98 w 2254"/>
                    <a:gd name="connsiteY14-32452" fmla="*/ 1634 h 4213"/>
                    <a:gd name="connsiteX15-32453" fmla="*/ 153 w 2254"/>
                    <a:gd name="connsiteY15-32454" fmla="*/ 1514 h 4213"/>
                    <a:gd name="connsiteX16-32455" fmla="*/ 196 w 2254"/>
                    <a:gd name="connsiteY16-32456" fmla="*/ 1306 h 4213"/>
                    <a:gd name="connsiteX17-32457" fmla="*/ 256 w 2254"/>
                    <a:gd name="connsiteY17-32458" fmla="*/ 1307 h 4213"/>
                    <a:gd name="connsiteX18-32459" fmla="*/ 579 w 2254"/>
                    <a:gd name="connsiteY18-32460" fmla="*/ 1286 h 4213"/>
                    <a:gd name="connsiteX19-32461" fmla="*/ 753 w 2254"/>
                    <a:gd name="connsiteY19-32462" fmla="*/ 1117 h 4213"/>
                    <a:gd name="connsiteX20-32463" fmla="*/ 822 w 2254"/>
                    <a:gd name="connsiteY20-32464" fmla="*/ 748 h 4213"/>
                    <a:gd name="connsiteX21-32465" fmla="*/ 932 w 2254"/>
                    <a:gd name="connsiteY21-32466" fmla="*/ 486 h 4213"/>
                    <a:gd name="connsiteX22-32467" fmla="*/ 930 w 2254"/>
                    <a:gd name="connsiteY22-32468" fmla="*/ 358 h 4213"/>
                    <a:gd name="connsiteX23-32469" fmla="*/ 917 w 2254"/>
                    <a:gd name="connsiteY23-32470" fmla="*/ 328 h 4213"/>
                    <a:gd name="connsiteX24-32471" fmla="*/ 850 w 2254"/>
                    <a:gd name="connsiteY24-32472" fmla="*/ 251 h 4213"/>
                    <a:gd name="connsiteX25-32473" fmla="*/ 790 w 2254"/>
                    <a:gd name="connsiteY25-32474" fmla="*/ 217 h 4213"/>
                    <a:gd name="connsiteX26-32475" fmla="*/ 915 w 2254"/>
                    <a:gd name="connsiteY26-32476" fmla="*/ 56 h 4213"/>
                    <a:gd name="connsiteX27-32477" fmla="*/ 1088 w 2254"/>
                    <a:gd name="connsiteY27-32478" fmla="*/ 2 h 4213"/>
                    <a:gd name="connsiteX28-32479" fmla="*/ 1120 w 2254"/>
                    <a:gd name="connsiteY28-32480" fmla="*/ 49 h 4213"/>
                    <a:gd name="connsiteX29-32481" fmla="*/ 1110 w 2254"/>
                    <a:gd name="connsiteY29-32482" fmla="*/ 133 h 4213"/>
                    <a:gd name="connsiteX30-32483" fmla="*/ 1049 w 2254"/>
                    <a:gd name="connsiteY30-32484" fmla="*/ 243 h 4213"/>
                    <a:gd name="connsiteX31-32485" fmla="*/ 1119 w 2254"/>
                    <a:gd name="connsiteY31-32486" fmla="*/ 301 h 4213"/>
                    <a:gd name="connsiteX32-32487" fmla="*/ 1233 w 2254"/>
                    <a:gd name="connsiteY32-32488" fmla="*/ 366 h 4213"/>
                    <a:gd name="connsiteX33-32489" fmla="*/ 1253 w 2254"/>
                    <a:gd name="connsiteY33-32490" fmla="*/ 255 h 4213"/>
                    <a:gd name="connsiteX34-32491" fmla="*/ 1387 w 2254"/>
                    <a:gd name="connsiteY34-32492" fmla="*/ 291 h 4213"/>
                    <a:gd name="connsiteX35-32493" fmla="*/ 1412 w 2254"/>
                    <a:gd name="connsiteY35-32494" fmla="*/ 331 h 4213"/>
                    <a:gd name="connsiteX36-32495" fmla="*/ 1488 w 2254"/>
                    <a:gd name="connsiteY36-32496" fmla="*/ 562 h 4213"/>
                    <a:gd name="connsiteX37-32497" fmla="*/ 1523 w 2254"/>
                    <a:gd name="connsiteY37-32498" fmla="*/ 586 h 4213"/>
                    <a:gd name="connsiteX38-32499" fmla="*/ 1615 w 2254"/>
                    <a:gd name="connsiteY38-32500" fmla="*/ 578 h 4213"/>
                    <a:gd name="connsiteX39-32501" fmla="*/ 1875 w 2254"/>
                    <a:gd name="connsiteY39-32502" fmla="*/ 490 h 4213"/>
                    <a:gd name="connsiteX40-32503" fmla="*/ 2095 w 2254"/>
                    <a:gd name="connsiteY40-32504" fmla="*/ 479 h 4213"/>
                    <a:gd name="connsiteX41-32505" fmla="*/ 2155 w 2254"/>
                    <a:gd name="connsiteY41-32506" fmla="*/ 648 h 4213"/>
                    <a:gd name="connsiteX42-32507" fmla="*/ 2073 w 2254"/>
                    <a:gd name="connsiteY42-32508" fmla="*/ 944 h 4213"/>
                    <a:gd name="connsiteX43-32509" fmla="*/ 2073 w 2254"/>
                    <a:gd name="connsiteY43-32510" fmla="*/ 1022 h 4213"/>
                    <a:gd name="connsiteX44-32511" fmla="*/ 2142 w 2254"/>
                    <a:gd name="connsiteY44-32512" fmla="*/ 1168 h 4213"/>
                    <a:gd name="connsiteX45-32513" fmla="*/ 2157 w 2254"/>
                    <a:gd name="connsiteY45-32514" fmla="*/ 1427 h 4213"/>
                    <a:gd name="connsiteX46-32515" fmla="*/ 2159 w 2254"/>
                    <a:gd name="connsiteY46-32516" fmla="*/ 1617 h 4213"/>
                    <a:gd name="connsiteX47-32517" fmla="*/ 2092 w 2254"/>
                    <a:gd name="connsiteY47-32518" fmla="*/ 1625 h 4213"/>
                    <a:gd name="connsiteX48-32519" fmla="*/ 2070 w 2254"/>
                    <a:gd name="connsiteY48-32520" fmla="*/ 1507 h 4213"/>
                    <a:gd name="connsiteX49-32521" fmla="*/ 2035 w 2254"/>
                    <a:gd name="connsiteY49-32522" fmla="*/ 1450 h 4213"/>
                    <a:gd name="connsiteX50-32523" fmla="*/ 1945 w 2254"/>
                    <a:gd name="connsiteY50-32524" fmla="*/ 1582 h 4213"/>
                    <a:gd name="connsiteX51-32525" fmla="*/ 1832 w 2254"/>
                    <a:gd name="connsiteY51-32526" fmla="*/ 1776 h 4213"/>
                    <a:gd name="connsiteX52-32527" fmla="*/ 1713 w 2254"/>
                    <a:gd name="connsiteY52-32528" fmla="*/ 1904 h 4213"/>
                    <a:gd name="connsiteX53-32529" fmla="*/ 1706 w 2254"/>
                    <a:gd name="connsiteY53-32530" fmla="*/ 2018 h 4213"/>
                    <a:gd name="connsiteX54-32531" fmla="*/ 1766 w 2254"/>
                    <a:gd name="connsiteY54-32532" fmla="*/ 2115 h 4213"/>
                    <a:gd name="connsiteX55-32533" fmla="*/ 1868 w 2254"/>
                    <a:gd name="connsiteY55-32534" fmla="*/ 2183 h 4213"/>
                    <a:gd name="connsiteX56-32535" fmla="*/ 1945 w 2254"/>
                    <a:gd name="connsiteY56-32536" fmla="*/ 2178 h 4213"/>
                    <a:gd name="connsiteX57-32537" fmla="*/ 1990 w 2254"/>
                    <a:gd name="connsiteY57-32538" fmla="*/ 2104 h 4213"/>
                    <a:gd name="connsiteX58-32539" fmla="*/ 2024 w 2254"/>
                    <a:gd name="connsiteY58-32540" fmla="*/ 2210 h 4213"/>
                    <a:gd name="connsiteX59-32541" fmla="*/ 1912 w 2254"/>
                    <a:gd name="connsiteY59-32542" fmla="*/ 2249 h 4213"/>
                    <a:gd name="connsiteX60-32543" fmla="*/ 1959 w 2254"/>
                    <a:gd name="connsiteY60-32544" fmla="*/ 2362 h 4213"/>
                    <a:gd name="connsiteX61-32545" fmla="*/ 1824 w 2254"/>
                    <a:gd name="connsiteY61-32546" fmla="*/ 2509 h 4213"/>
                    <a:gd name="connsiteX62-32547" fmla="*/ 1783 w 2254"/>
                    <a:gd name="connsiteY62-32548" fmla="*/ 2498 h 4213"/>
                    <a:gd name="connsiteX63-32549" fmla="*/ 1659 w 2254"/>
                    <a:gd name="connsiteY63-32550" fmla="*/ 2413 h 4213"/>
                    <a:gd name="connsiteX64-32551" fmla="*/ 1604 w 2254"/>
                    <a:gd name="connsiteY64-32552" fmla="*/ 2412 h 4213"/>
                    <a:gd name="connsiteX65-32553" fmla="*/ 1569 w 2254"/>
                    <a:gd name="connsiteY65-32554" fmla="*/ 2480 h 4213"/>
                    <a:gd name="connsiteX66-32555" fmla="*/ 1572 w 2254"/>
                    <a:gd name="connsiteY66-32556" fmla="*/ 2562 h 4213"/>
                    <a:gd name="connsiteX67-32557" fmla="*/ 1750 w 2254"/>
                    <a:gd name="connsiteY67-32558" fmla="*/ 2730 h 4213"/>
                    <a:gd name="connsiteX68-32559" fmla="*/ 1749 w 2254"/>
                    <a:gd name="connsiteY68-32560" fmla="*/ 2844 h 4213"/>
                    <a:gd name="connsiteX69-32561" fmla="*/ 1840 w 2254"/>
                    <a:gd name="connsiteY69-32562" fmla="*/ 3060 h 4213"/>
                    <a:gd name="connsiteX70-32563" fmla="*/ 1866 w 2254"/>
                    <a:gd name="connsiteY70-32564" fmla="*/ 3090 h 4213"/>
                    <a:gd name="connsiteX71-32565" fmla="*/ 1910 w 2254"/>
                    <a:gd name="connsiteY71-32566" fmla="*/ 3094 h 4213"/>
                    <a:gd name="connsiteX72-32567" fmla="*/ 1956 w 2254"/>
                    <a:gd name="connsiteY72-32568" fmla="*/ 3010 h 4213"/>
                    <a:gd name="connsiteX73-32569" fmla="*/ 2036 w 2254"/>
                    <a:gd name="connsiteY73-32570" fmla="*/ 2950 h 4213"/>
                    <a:gd name="connsiteX74-32571" fmla="*/ 2131 w 2254"/>
                    <a:gd name="connsiteY74-32572" fmla="*/ 3126 h 4213"/>
                    <a:gd name="connsiteX75-32573" fmla="*/ 2241 w 2254"/>
                    <a:gd name="connsiteY75-32574" fmla="*/ 3312 h 4213"/>
                    <a:gd name="connsiteX76-32575" fmla="*/ 2254 w 2254"/>
                    <a:gd name="connsiteY76-32576" fmla="*/ 3342 h 4213"/>
                    <a:gd name="connsiteX77-32577" fmla="*/ 2243 w 2254"/>
                    <a:gd name="connsiteY77-32578" fmla="*/ 3518 h 4213"/>
                    <a:gd name="connsiteX78-32579" fmla="*/ 2208 w 2254"/>
                    <a:gd name="connsiteY78-32580" fmla="*/ 3554 h 4213"/>
                    <a:gd name="connsiteX79-32581" fmla="*/ 2119 w 2254"/>
                    <a:gd name="connsiteY79-32582" fmla="*/ 3515 h 4213"/>
                    <a:gd name="connsiteX80-32583" fmla="*/ 1885 w 2254"/>
                    <a:gd name="connsiteY80-32584" fmla="*/ 3644 h 4213"/>
                    <a:gd name="connsiteX81-32585" fmla="*/ 1859 w 2254"/>
                    <a:gd name="connsiteY81-32586" fmla="*/ 3666 h 4213"/>
                    <a:gd name="connsiteX82-32587" fmla="*/ 1679 w 2254"/>
                    <a:gd name="connsiteY82-32588" fmla="*/ 3812 h 4213"/>
                    <a:gd name="connsiteX83-32589" fmla="*/ 1538 w 2254"/>
                    <a:gd name="connsiteY83-32590" fmla="*/ 3926 h 4213"/>
                    <a:gd name="connsiteX84-32591" fmla="*/ 1503 w 2254"/>
                    <a:gd name="connsiteY84-32592" fmla="*/ 3965 h 4213"/>
                    <a:gd name="connsiteX85-32593" fmla="*/ 1451 w 2254"/>
                    <a:gd name="connsiteY85-32594" fmla="*/ 3973 h 4213"/>
                    <a:gd name="connsiteX86-32595" fmla="*/ 1394 w 2254"/>
                    <a:gd name="connsiteY86-32596" fmla="*/ 3916 h 4213"/>
                    <a:gd name="connsiteX87-32597" fmla="*/ 1270 w 2254"/>
                    <a:gd name="connsiteY87-32598" fmla="*/ 3808 h 4213"/>
                    <a:gd name="connsiteX88-32599" fmla="*/ 1294 w 2254"/>
                    <a:gd name="connsiteY88-32600" fmla="*/ 4064 h 4213"/>
                    <a:gd name="connsiteX89-32601" fmla="*/ 1303 w 2254"/>
                    <a:gd name="connsiteY89-32602" fmla="*/ 4192 h 4213"/>
                    <a:gd name="connsiteX90-32603" fmla="*/ 1041 w 2254"/>
                    <a:gd name="connsiteY90-32604" fmla="*/ 4166 h 4213"/>
                    <a:gd name="connsiteX91-32605" fmla="*/ 959 w 2254"/>
                    <a:gd name="connsiteY91-32606" fmla="*/ 3987 h 4213"/>
                    <a:gd name="connsiteX92-32607" fmla="*/ 877 w 2254"/>
                    <a:gd name="connsiteY92-32608" fmla="*/ 3802 h 4213"/>
                    <a:gd name="connsiteX0-32609" fmla="*/ 1068 w 2254"/>
                    <a:gd name="connsiteY0-32610" fmla="*/ 2333 h 4213"/>
                    <a:gd name="connsiteX1-32611" fmla="*/ 1066 w 2254"/>
                    <a:gd name="connsiteY1-32612" fmla="*/ 2117 h 4213"/>
                    <a:gd name="connsiteX2-32613" fmla="*/ 990 w 2254"/>
                    <a:gd name="connsiteY2-32614" fmla="*/ 2039 h 4213"/>
                    <a:gd name="connsiteX3-32615" fmla="*/ 847 w 2254"/>
                    <a:gd name="connsiteY3-32616" fmla="*/ 1951 h 4213"/>
                    <a:gd name="connsiteX4-32617" fmla="*/ 755 w 2254"/>
                    <a:gd name="connsiteY4-32618" fmla="*/ 1827 h 4213"/>
                    <a:gd name="connsiteX5-32619" fmla="*/ 659 w 2254"/>
                    <a:gd name="connsiteY5-32620" fmla="*/ 1828 h 4213"/>
                    <a:gd name="connsiteX6-32621" fmla="*/ 614 w 2254"/>
                    <a:gd name="connsiteY6-32622" fmla="*/ 1883 h 4213"/>
                    <a:gd name="connsiteX7-32623" fmla="*/ 521 w 2254"/>
                    <a:gd name="connsiteY7-32624" fmla="*/ 1877 h 4213"/>
                    <a:gd name="connsiteX8-32625" fmla="*/ 501 w 2254"/>
                    <a:gd name="connsiteY8-32626" fmla="*/ 1994 h 4213"/>
                    <a:gd name="connsiteX9-32627" fmla="*/ 320 w 2254"/>
                    <a:gd name="connsiteY9-32628" fmla="*/ 1941 h 4213"/>
                    <a:gd name="connsiteX10-32629" fmla="*/ 237 w 2254"/>
                    <a:gd name="connsiteY10-32630" fmla="*/ 1939 h 4213"/>
                    <a:gd name="connsiteX11-32631" fmla="*/ 112 w 2254"/>
                    <a:gd name="connsiteY11-32632" fmla="*/ 2014 h 4213"/>
                    <a:gd name="connsiteX12-32633" fmla="*/ 0 w 2254"/>
                    <a:gd name="connsiteY12-32634" fmla="*/ 1890 h 4213"/>
                    <a:gd name="connsiteX13-32635" fmla="*/ 94 w 2254"/>
                    <a:gd name="connsiteY13-32636" fmla="*/ 1804 h 4213"/>
                    <a:gd name="connsiteX14-32637" fmla="*/ 98 w 2254"/>
                    <a:gd name="connsiteY14-32638" fmla="*/ 1634 h 4213"/>
                    <a:gd name="connsiteX15-32639" fmla="*/ 153 w 2254"/>
                    <a:gd name="connsiteY15-32640" fmla="*/ 1514 h 4213"/>
                    <a:gd name="connsiteX16-32641" fmla="*/ 196 w 2254"/>
                    <a:gd name="connsiteY16-32642" fmla="*/ 1306 h 4213"/>
                    <a:gd name="connsiteX17-32643" fmla="*/ 256 w 2254"/>
                    <a:gd name="connsiteY17-32644" fmla="*/ 1307 h 4213"/>
                    <a:gd name="connsiteX18-32645" fmla="*/ 579 w 2254"/>
                    <a:gd name="connsiteY18-32646" fmla="*/ 1286 h 4213"/>
                    <a:gd name="connsiteX19-32647" fmla="*/ 753 w 2254"/>
                    <a:gd name="connsiteY19-32648" fmla="*/ 1117 h 4213"/>
                    <a:gd name="connsiteX20-32649" fmla="*/ 822 w 2254"/>
                    <a:gd name="connsiteY20-32650" fmla="*/ 748 h 4213"/>
                    <a:gd name="connsiteX21-32651" fmla="*/ 932 w 2254"/>
                    <a:gd name="connsiteY21-32652" fmla="*/ 486 h 4213"/>
                    <a:gd name="connsiteX22-32653" fmla="*/ 930 w 2254"/>
                    <a:gd name="connsiteY22-32654" fmla="*/ 358 h 4213"/>
                    <a:gd name="connsiteX23-32655" fmla="*/ 917 w 2254"/>
                    <a:gd name="connsiteY23-32656" fmla="*/ 328 h 4213"/>
                    <a:gd name="connsiteX24-32657" fmla="*/ 850 w 2254"/>
                    <a:gd name="connsiteY24-32658" fmla="*/ 251 h 4213"/>
                    <a:gd name="connsiteX25-32659" fmla="*/ 790 w 2254"/>
                    <a:gd name="connsiteY25-32660" fmla="*/ 217 h 4213"/>
                    <a:gd name="connsiteX26-32661" fmla="*/ 915 w 2254"/>
                    <a:gd name="connsiteY26-32662" fmla="*/ 56 h 4213"/>
                    <a:gd name="connsiteX27-32663" fmla="*/ 1088 w 2254"/>
                    <a:gd name="connsiteY27-32664" fmla="*/ 2 h 4213"/>
                    <a:gd name="connsiteX28-32665" fmla="*/ 1120 w 2254"/>
                    <a:gd name="connsiteY28-32666" fmla="*/ 49 h 4213"/>
                    <a:gd name="connsiteX29-32667" fmla="*/ 1110 w 2254"/>
                    <a:gd name="connsiteY29-32668" fmla="*/ 133 h 4213"/>
                    <a:gd name="connsiteX30-32669" fmla="*/ 1049 w 2254"/>
                    <a:gd name="connsiteY30-32670" fmla="*/ 243 h 4213"/>
                    <a:gd name="connsiteX31-32671" fmla="*/ 1119 w 2254"/>
                    <a:gd name="connsiteY31-32672" fmla="*/ 301 h 4213"/>
                    <a:gd name="connsiteX32-32673" fmla="*/ 1233 w 2254"/>
                    <a:gd name="connsiteY32-32674" fmla="*/ 366 h 4213"/>
                    <a:gd name="connsiteX33-32675" fmla="*/ 1253 w 2254"/>
                    <a:gd name="connsiteY33-32676" fmla="*/ 255 h 4213"/>
                    <a:gd name="connsiteX34-32677" fmla="*/ 1387 w 2254"/>
                    <a:gd name="connsiteY34-32678" fmla="*/ 291 h 4213"/>
                    <a:gd name="connsiteX35-32679" fmla="*/ 1412 w 2254"/>
                    <a:gd name="connsiteY35-32680" fmla="*/ 331 h 4213"/>
                    <a:gd name="connsiteX36-32681" fmla="*/ 1488 w 2254"/>
                    <a:gd name="connsiteY36-32682" fmla="*/ 562 h 4213"/>
                    <a:gd name="connsiteX37-32683" fmla="*/ 1523 w 2254"/>
                    <a:gd name="connsiteY37-32684" fmla="*/ 586 h 4213"/>
                    <a:gd name="connsiteX38-32685" fmla="*/ 1615 w 2254"/>
                    <a:gd name="connsiteY38-32686" fmla="*/ 578 h 4213"/>
                    <a:gd name="connsiteX39-32687" fmla="*/ 1875 w 2254"/>
                    <a:gd name="connsiteY39-32688" fmla="*/ 490 h 4213"/>
                    <a:gd name="connsiteX40-32689" fmla="*/ 2095 w 2254"/>
                    <a:gd name="connsiteY40-32690" fmla="*/ 479 h 4213"/>
                    <a:gd name="connsiteX41-32691" fmla="*/ 2155 w 2254"/>
                    <a:gd name="connsiteY41-32692" fmla="*/ 648 h 4213"/>
                    <a:gd name="connsiteX42-32693" fmla="*/ 2073 w 2254"/>
                    <a:gd name="connsiteY42-32694" fmla="*/ 944 h 4213"/>
                    <a:gd name="connsiteX43-32695" fmla="*/ 2073 w 2254"/>
                    <a:gd name="connsiteY43-32696" fmla="*/ 1022 h 4213"/>
                    <a:gd name="connsiteX44-32697" fmla="*/ 2142 w 2254"/>
                    <a:gd name="connsiteY44-32698" fmla="*/ 1168 h 4213"/>
                    <a:gd name="connsiteX45-32699" fmla="*/ 2157 w 2254"/>
                    <a:gd name="connsiteY45-32700" fmla="*/ 1427 h 4213"/>
                    <a:gd name="connsiteX46-32701" fmla="*/ 2159 w 2254"/>
                    <a:gd name="connsiteY46-32702" fmla="*/ 1617 h 4213"/>
                    <a:gd name="connsiteX47-32703" fmla="*/ 2092 w 2254"/>
                    <a:gd name="connsiteY47-32704" fmla="*/ 1625 h 4213"/>
                    <a:gd name="connsiteX48-32705" fmla="*/ 2070 w 2254"/>
                    <a:gd name="connsiteY48-32706" fmla="*/ 1507 h 4213"/>
                    <a:gd name="connsiteX49-32707" fmla="*/ 2035 w 2254"/>
                    <a:gd name="connsiteY49-32708" fmla="*/ 1450 h 4213"/>
                    <a:gd name="connsiteX50-32709" fmla="*/ 1945 w 2254"/>
                    <a:gd name="connsiteY50-32710" fmla="*/ 1582 h 4213"/>
                    <a:gd name="connsiteX51-32711" fmla="*/ 1832 w 2254"/>
                    <a:gd name="connsiteY51-32712" fmla="*/ 1776 h 4213"/>
                    <a:gd name="connsiteX52-32713" fmla="*/ 1713 w 2254"/>
                    <a:gd name="connsiteY52-32714" fmla="*/ 1904 h 4213"/>
                    <a:gd name="connsiteX53-32715" fmla="*/ 1706 w 2254"/>
                    <a:gd name="connsiteY53-32716" fmla="*/ 2018 h 4213"/>
                    <a:gd name="connsiteX54-32717" fmla="*/ 1766 w 2254"/>
                    <a:gd name="connsiteY54-32718" fmla="*/ 2115 h 4213"/>
                    <a:gd name="connsiteX55-32719" fmla="*/ 1868 w 2254"/>
                    <a:gd name="connsiteY55-32720" fmla="*/ 2183 h 4213"/>
                    <a:gd name="connsiteX56-32721" fmla="*/ 1945 w 2254"/>
                    <a:gd name="connsiteY56-32722" fmla="*/ 2178 h 4213"/>
                    <a:gd name="connsiteX57-32723" fmla="*/ 1990 w 2254"/>
                    <a:gd name="connsiteY57-32724" fmla="*/ 2104 h 4213"/>
                    <a:gd name="connsiteX58-32725" fmla="*/ 2024 w 2254"/>
                    <a:gd name="connsiteY58-32726" fmla="*/ 2210 h 4213"/>
                    <a:gd name="connsiteX59-32727" fmla="*/ 1912 w 2254"/>
                    <a:gd name="connsiteY59-32728" fmla="*/ 2249 h 4213"/>
                    <a:gd name="connsiteX60-32729" fmla="*/ 1959 w 2254"/>
                    <a:gd name="connsiteY60-32730" fmla="*/ 2362 h 4213"/>
                    <a:gd name="connsiteX61-32731" fmla="*/ 1824 w 2254"/>
                    <a:gd name="connsiteY61-32732" fmla="*/ 2509 h 4213"/>
                    <a:gd name="connsiteX62-32733" fmla="*/ 1783 w 2254"/>
                    <a:gd name="connsiteY62-32734" fmla="*/ 2498 h 4213"/>
                    <a:gd name="connsiteX63-32735" fmla="*/ 1659 w 2254"/>
                    <a:gd name="connsiteY63-32736" fmla="*/ 2413 h 4213"/>
                    <a:gd name="connsiteX64-32737" fmla="*/ 1604 w 2254"/>
                    <a:gd name="connsiteY64-32738" fmla="*/ 2412 h 4213"/>
                    <a:gd name="connsiteX65-32739" fmla="*/ 1569 w 2254"/>
                    <a:gd name="connsiteY65-32740" fmla="*/ 2480 h 4213"/>
                    <a:gd name="connsiteX66-32741" fmla="*/ 1572 w 2254"/>
                    <a:gd name="connsiteY66-32742" fmla="*/ 2562 h 4213"/>
                    <a:gd name="connsiteX67-32743" fmla="*/ 1750 w 2254"/>
                    <a:gd name="connsiteY67-32744" fmla="*/ 2730 h 4213"/>
                    <a:gd name="connsiteX68-32745" fmla="*/ 1749 w 2254"/>
                    <a:gd name="connsiteY68-32746" fmla="*/ 2844 h 4213"/>
                    <a:gd name="connsiteX69-32747" fmla="*/ 1840 w 2254"/>
                    <a:gd name="connsiteY69-32748" fmla="*/ 3060 h 4213"/>
                    <a:gd name="connsiteX70-32749" fmla="*/ 1866 w 2254"/>
                    <a:gd name="connsiteY70-32750" fmla="*/ 3090 h 4213"/>
                    <a:gd name="connsiteX71-32751" fmla="*/ 1910 w 2254"/>
                    <a:gd name="connsiteY71-32752" fmla="*/ 3094 h 4213"/>
                    <a:gd name="connsiteX72-32753" fmla="*/ 1956 w 2254"/>
                    <a:gd name="connsiteY72-32754" fmla="*/ 3010 h 4213"/>
                    <a:gd name="connsiteX73-32755" fmla="*/ 2036 w 2254"/>
                    <a:gd name="connsiteY73-32756" fmla="*/ 2950 h 4213"/>
                    <a:gd name="connsiteX74-32757" fmla="*/ 2131 w 2254"/>
                    <a:gd name="connsiteY74-32758" fmla="*/ 3126 h 4213"/>
                    <a:gd name="connsiteX75-32759" fmla="*/ 2241 w 2254"/>
                    <a:gd name="connsiteY75-32760" fmla="*/ 3312 h 4213"/>
                    <a:gd name="connsiteX76-32761" fmla="*/ 2254 w 2254"/>
                    <a:gd name="connsiteY76-32762" fmla="*/ 3342 h 4213"/>
                    <a:gd name="connsiteX77-32763" fmla="*/ 2243 w 2254"/>
                    <a:gd name="connsiteY77-32764" fmla="*/ 3518 h 4213"/>
                    <a:gd name="connsiteX78-32765" fmla="*/ 2208 w 2254"/>
                    <a:gd name="connsiteY78-32766" fmla="*/ 3554 h 4213"/>
                    <a:gd name="connsiteX79-32767" fmla="*/ 2119 w 2254"/>
                    <a:gd name="connsiteY79-32768" fmla="*/ 3515 h 4213"/>
                    <a:gd name="connsiteX80-32769" fmla="*/ 1885 w 2254"/>
                    <a:gd name="connsiteY80-32770" fmla="*/ 3644 h 4213"/>
                    <a:gd name="connsiteX81-32771" fmla="*/ 1859 w 2254"/>
                    <a:gd name="connsiteY81-32772" fmla="*/ 3666 h 4213"/>
                    <a:gd name="connsiteX82-32773" fmla="*/ 1679 w 2254"/>
                    <a:gd name="connsiteY82-32774" fmla="*/ 3812 h 4213"/>
                    <a:gd name="connsiteX83-32775" fmla="*/ 1538 w 2254"/>
                    <a:gd name="connsiteY83-32776" fmla="*/ 3926 h 4213"/>
                    <a:gd name="connsiteX84-32777" fmla="*/ 1503 w 2254"/>
                    <a:gd name="connsiteY84-32778" fmla="*/ 3965 h 4213"/>
                    <a:gd name="connsiteX85-32779" fmla="*/ 1451 w 2254"/>
                    <a:gd name="connsiteY85-32780" fmla="*/ 3973 h 4213"/>
                    <a:gd name="connsiteX86-32781" fmla="*/ 1394 w 2254"/>
                    <a:gd name="connsiteY86-32782" fmla="*/ 3916 h 4213"/>
                    <a:gd name="connsiteX87-32783" fmla="*/ 1270 w 2254"/>
                    <a:gd name="connsiteY87-32784" fmla="*/ 3808 h 4213"/>
                    <a:gd name="connsiteX88-32785" fmla="*/ 1294 w 2254"/>
                    <a:gd name="connsiteY88-32786" fmla="*/ 4064 h 4213"/>
                    <a:gd name="connsiteX89-32787" fmla="*/ 1303 w 2254"/>
                    <a:gd name="connsiteY89-32788" fmla="*/ 4192 h 4213"/>
                    <a:gd name="connsiteX90-32789" fmla="*/ 1041 w 2254"/>
                    <a:gd name="connsiteY90-32790" fmla="*/ 4166 h 4213"/>
                    <a:gd name="connsiteX91-32791" fmla="*/ 959 w 2254"/>
                    <a:gd name="connsiteY91-32792" fmla="*/ 3987 h 4213"/>
                    <a:gd name="connsiteX92-32793" fmla="*/ 877 w 2254"/>
                    <a:gd name="connsiteY92-32794" fmla="*/ 3802 h 4213"/>
                    <a:gd name="connsiteX0-32795" fmla="*/ 1068 w 2254"/>
                    <a:gd name="connsiteY0-32796" fmla="*/ 2333 h 4213"/>
                    <a:gd name="connsiteX1-32797" fmla="*/ 1066 w 2254"/>
                    <a:gd name="connsiteY1-32798" fmla="*/ 2117 h 4213"/>
                    <a:gd name="connsiteX2-32799" fmla="*/ 990 w 2254"/>
                    <a:gd name="connsiteY2-32800" fmla="*/ 2039 h 4213"/>
                    <a:gd name="connsiteX3-32801" fmla="*/ 847 w 2254"/>
                    <a:gd name="connsiteY3-32802" fmla="*/ 1951 h 4213"/>
                    <a:gd name="connsiteX4-32803" fmla="*/ 755 w 2254"/>
                    <a:gd name="connsiteY4-32804" fmla="*/ 1827 h 4213"/>
                    <a:gd name="connsiteX5-32805" fmla="*/ 659 w 2254"/>
                    <a:gd name="connsiteY5-32806" fmla="*/ 1828 h 4213"/>
                    <a:gd name="connsiteX6-32807" fmla="*/ 614 w 2254"/>
                    <a:gd name="connsiteY6-32808" fmla="*/ 1883 h 4213"/>
                    <a:gd name="connsiteX7-32809" fmla="*/ 521 w 2254"/>
                    <a:gd name="connsiteY7-32810" fmla="*/ 1877 h 4213"/>
                    <a:gd name="connsiteX8-32811" fmla="*/ 501 w 2254"/>
                    <a:gd name="connsiteY8-32812" fmla="*/ 1994 h 4213"/>
                    <a:gd name="connsiteX9-32813" fmla="*/ 320 w 2254"/>
                    <a:gd name="connsiteY9-32814" fmla="*/ 1941 h 4213"/>
                    <a:gd name="connsiteX10-32815" fmla="*/ 237 w 2254"/>
                    <a:gd name="connsiteY10-32816" fmla="*/ 1939 h 4213"/>
                    <a:gd name="connsiteX11-32817" fmla="*/ 112 w 2254"/>
                    <a:gd name="connsiteY11-32818" fmla="*/ 2014 h 4213"/>
                    <a:gd name="connsiteX12-32819" fmla="*/ 0 w 2254"/>
                    <a:gd name="connsiteY12-32820" fmla="*/ 1890 h 4213"/>
                    <a:gd name="connsiteX13-32821" fmla="*/ 94 w 2254"/>
                    <a:gd name="connsiteY13-32822" fmla="*/ 1804 h 4213"/>
                    <a:gd name="connsiteX14-32823" fmla="*/ 98 w 2254"/>
                    <a:gd name="connsiteY14-32824" fmla="*/ 1634 h 4213"/>
                    <a:gd name="connsiteX15-32825" fmla="*/ 153 w 2254"/>
                    <a:gd name="connsiteY15-32826" fmla="*/ 1514 h 4213"/>
                    <a:gd name="connsiteX16-32827" fmla="*/ 196 w 2254"/>
                    <a:gd name="connsiteY16-32828" fmla="*/ 1306 h 4213"/>
                    <a:gd name="connsiteX17-32829" fmla="*/ 256 w 2254"/>
                    <a:gd name="connsiteY17-32830" fmla="*/ 1307 h 4213"/>
                    <a:gd name="connsiteX18-32831" fmla="*/ 579 w 2254"/>
                    <a:gd name="connsiteY18-32832" fmla="*/ 1286 h 4213"/>
                    <a:gd name="connsiteX19-32833" fmla="*/ 753 w 2254"/>
                    <a:gd name="connsiteY19-32834" fmla="*/ 1117 h 4213"/>
                    <a:gd name="connsiteX20-32835" fmla="*/ 822 w 2254"/>
                    <a:gd name="connsiteY20-32836" fmla="*/ 748 h 4213"/>
                    <a:gd name="connsiteX21-32837" fmla="*/ 932 w 2254"/>
                    <a:gd name="connsiteY21-32838" fmla="*/ 486 h 4213"/>
                    <a:gd name="connsiteX22-32839" fmla="*/ 930 w 2254"/>
                    <a:gd name="connsiteY22-32840" fmla="*/ 358 h 4213"/>
                    <a:gd name="connsiteX23-32841" fmla="*/ 917 w 2254"/>
                    <a:gd name="connsiteY23-32842" fmla="*/ 328 h 4213"/>
                    <a:gd name="connsiteX24-32843" fmla="*/ 850 w 2254"/>
                    <a:gd name="connsiteY24-32844" fmla="*/ 251 h 4213"/>
                    <a:gd name="connsiteX25-32845" fmla="*/ 790 w 2254"/>
                    <a:gd name="connsiteY25-32846" fmla="*/ 217 h 4213"/>
                    <a:gd name="connsiteX26-32847" fmla="*/ 915 w 2254"/>
                    <a:gd name="connsiteY26-32848" fmla="*/ 56 h 4213"/>
                    <a:gd name="connsiteX27-32849" fmla="*/ 1088 w 2254"/>
                    <a:gd name="connsiteY27-32850" fmla="*/ 2 h 4213"/>
                    <a:gd name="connsiteX28-32851" fmla="*/ 1120 w 2254"/>
                    <a:gd name="connsiteY28-32852" fmla="*/ 49 h 4213"/>
                    <a:gd name="connsiteX29-32853" fmla="*/ 1110 w 2254"/>
                    <a:gd name="connsiteY29-32854" fmla="*/ 133 h 4213"/>
                    <a:gd name="connsiteX30-32855" fmla="*/ 1049 w 2254"/>
                    <a:gd name="connsiteY30-32856" fmla="*/ 243 h 4213"/>
                    <a:gd name="connsiteX31-32857" fmla="*/ 1119 w 2254"/>
                    <a:gd name="connsiteY31-32858" fmla="*/ 301 h 4213"/>
                    <a:gd name="connsiteX32-32859" fmla="*/ 1233 w 2254"/>
                    <a:gd name="connsiteY32-32860" fmla="*/ 366 h 4213"/>
                    <a:gd name="connsiteX33-32861" fmla="*/ 1253 w 2254"/>
                    <a:gd name="connsiteY33-32862" fmla="*/ 255 h 4213"/>
                    <a:gd name="connsiteX34-32863" fmla="*/ 1387 w 2254"/>
                    <a:gd name="connsiteY34-32864" fmla="*/ 291 h 4213"/>
                    <a:gd name="connsiteX35-32865" fmla="*/ 1412 w 2254"/>
                    <a:gd name="connsiteY35-32866" fmla="*/ 331 h 4213"/>
                    <a:gd name="connsiteX36-32867" fmla="*/ 1488 w 2254"/>
                    <a:gd name="connsiteY36-32868" fmla="*/ 562 h 4213"/>
                    <a:gd name="connsiteX37-32869" fmla="*/ 1523 w 2254"/>
                    <a:gd name="connsiteY37-32870" fmla="*/ 586 h 4213"/>
                    <a:gd name="connsiteX38-32871" fmla="*/ 1615 w 2254"/>
                    <a:gd name="connsiteY38-32872" fmla="*/ 578 h 4213"/>
                    <a:gd name="connsiteX39-32873" fmla="*/ 1875 w 2254"/>
                    <a:gd name="connsiteY39-32874" fmla="*/ 490 h 4213"/>
                    <a:gd name="connsiteX40-32875" fmla="*/ 2095 w 2254"/>
                    <a:gd name="connsiteY40-32876" fmla="*/ 479 h 4213"/>
                    <a:gd name="connsiteX41-32877" fmla="*/ 2155 w 2254"/>
                    <a:gd name="connsiteY41-32878" fmla="*/ 648 h 4213"/>
                    <a:gd name="connsiteX42-32879" fmla="*/ 2073 w 2254"/>
                    <a:gd name="connsiteY42-32880" fmla="*/ 944 h 4213"/>
                    <a:gd name="connsiteX43-32881" fmla="*/ 2073 w 2254"/>
                    <a:gd name="connsiteY43-32882" fmla="*/ 1022 h 4213"/>
                    <a:gd name="connsiteX44-32883" fmla="*/ 2142 w 2254"/>
                    <a:gd name="connsiteY44-32884" fmla="*/ 1168 h 4213"/>
                    <a:gd name="connsiteX45-32885" fmla="*/ 2157 w 2254"/>
                    <a:gd name="connsiteY45-32886" fmla="*/ 1427 h 4213"/>
                    <a:gd name="connsiteX46-32887" fmla="*/ 2159 w 2254"/>
                    <a:gd name="connsiteY46-32888" fmla="*/ 1617 h 4213"/>
                    <a:gd name="connsiteX47-32889" fmla="*/ 2092 w 2254"/>
                    <a:gd name="connsiteY47-32890" fmla="*/ 1625 h 4213"/>
                    <a:gd name="connsiteX48-32891" fmla="*/ 2070 w 2254"/>
                    <a:gd name="connsiteY48-32892" fmla="*/ 1507 h 4213"/>
                    <a:gd name="connsiteX49-32893" fmla="*/ 2035 w 2254"/>
                    <a:gd name="connsiteY49-32894" fmla="*/ 1450 h 4213"/>
                    <a:gd name="connsiteX50-32895" fmla="*/ 1945 w 2254"/>
                    <a:gd name="connsiteY50-32896" fmla="*/ 1582 h 4213"/>
                    <a:gd name="connsiteX51-32897" fmla="*/ 1832 w 2254"/>
                    <a:gd name="connsiteY51-32898" fmla="*/ 1776 h 4213"/>
                    <a:gd name="connsiteX52-32899" fmla="*/ 1713 w 2254"/>
                    <a:gd name="connsiteY52-32900" fmla="*/ 1904 h 4213"/>
                    <a:gd name="connsiteX53-32901" fmla="*/ 1706 w 2254"/>
                    <a:gd name="connsiteY53-32902" fmla="*/ 2018 h 4213"/>
                    <a:gd name="connsiteX54-32903" fmla="*/ 1766 w 2254"/>
                    <a:gd name="connsiteY54-32904" fmla="*/ 2115 h 4213"/>
                    <a:gd name="connsiteX55-32905" fmla="*/ 1868 w 2254"/>
                    <a:gd name="connsiteY55-32906" fmla="*/ 2183 h 4213"/>
                    <a:gd name="connsiteX56-32907" fmla="*/ 1945 w 2254"/>
                    <a:gd name="connsiteY56-32908" fmla="*/ 2178 h 4213"/>
                    <a:gd name="connsiteX57-32909" fmla="*/ 1990 w 2254"/>
                    <a:gd name="connsiteY57-32910" fmla="*/ 2104 h 4213"/>
                    <a:gd name="connsiteX58-32911" fmla="*/ 2024 w 2254"/>
                    <a:gd name="connsiteY58-32912" fmla="*/ 2210 h 4213"/>
                    <a:gd name="connsiteX59-32913" fmla="*/ 1912 w 2254"/>
                    <a:gd name="connsiteY59-32914" fmla="*/ 2249 h 4213"/>
                    <a:gd name="connsiteX60-32915" fmla="*/ 1959 w 2254"/>
                    <a:gd name="connsiteY60-32916" fmla="*/ 2362 h 4213"/>
                    <a:gd name="connsiteX61-32917" fmla="*/ 1824 w 2254"/>
                    <a:gd name="connsiteY61-32918" fmla="*/ 2509 h 4213"/>
                    <a:gd name="connsiteX62-32919" fmla="*/ 1783 w 2254"/>
                    <a:gd name="connsiteY62-32920" fmla="*/ 2498 h 4213"/>
                    <a:gd name="connsiteX63-32921" fmla="*/ 1659 w 2254"/>
                    <a:gd name="connsiteY63-32922" fmla="*/ 2413 h 4213"/>
                    <a:gd name="connsiteX64-32923" fmla="*/ 1604 w 2254"/>
                    <a:gd name="connsiteY64-32924" fmla="*/ 2412 h 4213"/>
                    <a:gd name="connsiteX65-32925" fmla="*/ 1569 w 2254"/>
                    <a:gd name="connsiteY65-32926" fmla="*/ 2480 h 4213"/>
                    <a:gd name="connsiteX66-32927" fmla="*/ 1572 w 2254"/>
                    <a:gd name="connsiteY66-32928" fmla="*/ 2562 h 4213"/>
                    <a:gd name="connsiteX67-32929" fmla="*/ 1750 w 2254"/>
                    <a:gd name="connsiteY67-32930" fmla="*/ 2730 h 4213"/>
                    <a:gd name="connsiteX68-32931" fmla="*/ 1749 w 2254"/>
                    <a:gd name="connsiteY68-32932" fmla="*/ 2844 h 4213"/>
                    <a:gd name="connsiteX69-32933" fmla="*/ 1840 w 2254"/>
                    <a:gd name="connsiteY69-32934" fmla="*/ 3060 h 4213"/>
                    <a:gd name="connsiteX70-32935" fmla="*/ 1866 w 2254"/>
                    <a:gd name="connsiteY70-32936" fmla="*/ 3090 h 4213"/>
                    <a:gd name="connsiteX71-32937" fmla="*/ 1910 w 2254"/>
                    <a:gd name="connsiteY71-32938" fmla="*/ 3094 h 4213"/>
                    <a:gd name="connsiteX72-32939" fmla="*/ 1956 w 2254"/>
                    <a:gd name="connsiteY72-32940" fmla="*/ 3010 h 4213"/>
                    <a:gd name="connsiteX73-32941" fmla="*/ 2036 w 2254"/>
                    <a:gd name="connsiteY73-32942" fmla="*/ 2950 h 4213"/>
                    <a:gd name="connsiteX74-32943" fmla="*/ 2131 w 2254"/>
                    <a:gd name="connsiteY74-32944" fmla="*/ 3126 h 4213"/>
                    <a:gd name="connsiteX75-32945" fmla="*/ 2241 w 2254"/>
                    <a:gd name="connsiteY75-32946" fmla="*/ 3312 h 4213"/>
                    <a:gd name="connsiteX76-32947" fmla="*/ 2254 w 2254"/>
                    <a:gd name="connsiteY76-32948" fmla="*/ 3342 h 4213"/>
                    <a:gd name="connsiteX77-32949" fmla="*/ 2243 w 2254"/>
                    <a:gd name="connsiteY77-32950" fmla="*/ 3518 h 4213"/>
                    <a:gd name="connsiteX78-32951" fmla="*/ 2208 w 2254"/>
                    <a:gd name="connsiteY78-32952" fmla="*/ 3554 h 4213"/>
                    <a:gd name="connsiteX79-32953" fmla="*/ 2119 w 2254"/>
                    <a:gd name="connsiteY79-32954" fmla="*/ 3515 h 4213"/>
                    <a:gd name="connsiteX80-32955" fmla="*/ 1885 w 2254"/>
                    <a:gd name="connsiteY80-32956" fmla="*/ 3644 h 4213"/>
                    <a:gd name="connsiteX81-32957" fmla="*/ 1859 w 2254"/>
                    <a:gd name="connsiteY81-32958" fmla="*/ 3666 h 4213"/>
                    <a:gd name="connsiteX82-32959" fmla="*/ 1679 w 2254"/>
                    <a:gd name="connsiteY82-32960" fmla="*/ 3812 h 4213"/>
                    <a:gd name="connsiteX83-32961" fmla="*/ 1538 w 2254"/>
                    <a:gd name="connsiteY83-32962" fmla="*/ 3926 h 4213"/>
                    <a:gd name="connsiteX84-32963" fmla="*/ 1503 w 2254"/>
                    <a:gd name="connsiteY84-32964" fmla="*/ 3965 h 4213"/>
                    <a:gd name="connsiteX85-32965" fmla="*/ 1451 w 2254"/>
                    <a:gd name="connsiteY85-32966" fmla="*/ 3973 h 4213"/>
                    <a:gd name="connsiteX86-32967" fmla="*/ 1394 w 2254"/>
                    <a:gd name="connsiteY86-32968" fmla="*/ 3916 h 4213"/>
                    <a:gd name="connsiteX87-32969" fmla="*/ 1270 w 2254"/>
                    <a:gd name="connsiteY87-32970" fmla="*/ 3808 h 4213"/>
                    <a:gd name="connsiteX88-32971" fmla="*/ 1294 w 2254"/>
                    <a:gd name="connsiteY88-32972" fmla="*/ 4064 h 4213"/>
                    <a:gd name="connsiteX89-32973" fmla="*/ 1303 w 2254"/>
                    <a:gd name="connsiteY89-32974" fmla="*/ 4192 h 4213"/>
                    <a:gd name="connsiteX90-32975" fmla="*/ 1041 w 2254"/>
                    <a:gd name="connsiteY90-32976" fmla="*/ 4166 h 4213"/>
                    <a:gd name="connsiteX91-32977" fmla="*/ 959 w 2254"/>
                    <a:gd name="connsiteY91-32978" fmla="*/ 3987 h 4213"/>
                    <a:gd name="connsiteX92-32979" fmla="*/ 877 w 2254"/>
                    <a:gd name="connsiteY92-32980" fmla="*/ 3802 h 4213"/>
                    <a:gd name="connsiteX93-32981" fmla="*/ 1068 w 2254"/>
                    <a:gd name="connsiteY93-32982" fmla="*/ 2333 h 4213"/>
                    <a:gd name="connsiteX0-32983" fmla="*/ 1068 w 2254"/>
                    <a:gd name="connsiteY0-32984" fmla="*/ 2333 h 4213"/>
                    <a:gd name="connsiteX1-32985" fmla="*/ 1066 w 2254"/>
                    <a:gd name="connsiteY1-32986" fmla="*/ 2117 h 4213"/>
                    <a:gd name="connsiteX2-32987" fmla="*/ 990 w 2254"/>
                    <a:gd name="connsiteY2-32988" fmla="*/ 2039 h 4213"/>
                    <a:gd name="connsiteX3-32989" fmla="*/ 847 w 2254"/>
                    <a:gd name="connsiteY3-32990" fmla="*/ 1951 h 4213"/>
                    <a:gd name="connsiteX4-32991" fmla="*/ 755 w 2254"/>
                    <a:gd name="connsiteY4-32992" fmla="*/ 1827 h 4213"/>
                    <a:gd name="connsiteX5-32993" fmla="*/ 659 w 2254"/>
                    <a:gd name="connsiteY5-32994" fmla="*/ 1828 h 4213"/>
                    <a:gd name="connsiteX6-32995" fmla="*/ 614 w 2254"/>
                    <a:gd name="connsiteY6-32996" fmla="*/ 1883 h 4213"/>
                    <a:gd name="connsiteX7-32997" fmla="*/ 521 w 2254"/>
                    <a:gd name="connsiteY7-32998" fmla="*/ 1877 h 4213"/>
                    <a:gd name="connsiteX8-32999" fmla="*/ 501 w 2254"/>
                    <a:gd name="connsiteY8-33000" fmla="*/ 1994 h 4213"/>
                    <a:gd name="connsiteX9-33001" fmla="*/ 320 w 2254"/>
                    <a:gd name="connsiteY9-33002" fmla="*/ 1941 h 4213"/>
                    <a:gd name="connsiteX10-33003" fmla="*/ 237 w 2254"/>
                    <a:gd name="connsiteY10-33004" fmla="*/ 1939 h 4213"/>
                    <a:gd name="connsiteX11-33005" fmla="*/ 112 w 2254"/>
                    <a:gd name="connsiteY11-33006" fmla="*/ 2014 h 4213"/>
                    <a:gd name="connsiteX12-33007" fmla="*/ 0 w 2254"/>
                    <a:gd name="connsiteY12-33008" fmla="*/ 1890 h 4213"/>
                    <a:gd name="connsiteX13-33009" fmla="*/ 94 w 2254"/>
                    <a:gd name="connsiteY13-33010" fmla="*/ 1804 h 4213"/>
                    <a:gd name="connsiteX14-33011" fmla="*/ 98 w 2254"/>
                    <a:gd name="connsiteY14-33012" fmla="*/ 1634 h 4213"/>
                    <a:gd name="connsiteX15-33013" fmla="*/ 153 w 2254"/>
                    <a:gd name="connsiteY15-33014" fmla="*/ 1514 h 4213"/>
                    <a:gd name="connsiteX16-33015" fmla="*/ 196 w 2254"/>
                    <a:gd name="connsiteY16-33016" fmla="*/ 1306 h 4213"/>
                    <a:gd name="connsiteX17-33017" fmla="*/ 256 w 2254"/>
                    <a:gd name="connsiteY17-33018" fmla="*/ 1307 h 4213"/>
                    <a:gd name="connsiteX18-33019" fmla="*/ 579 w 2254"/>
                    <a:gd name="connsiteY18-33020" fmla="*/ 1286 h 4213"/>
                    <a:gd name="connsiteX19-33021" fmla="*/ 753 w 2254"/>
                    <a:gd name="connsiteY19-33022" fmla="*/ 1117 h 4213"/>
                    <a:gd name="connsiteX20-33023" fmla="*/ 822 w 2254"/>
                    <a:gd name="connsiteY20-33024" fmla="*/ 748 h 4213"/>
                    <a:gd name="connsiteX21-33025" fmla="*/ 932 w 2254"/>
                    <a:gd name="connsiteY21-33026" fmla="*/ 486 h 4213"/>
                    <a:gd name="connsiteX22-33027" fmla="*/ 930 w 2254"/>
                    <a:gd name="connsiteY22-33028" fmla="*/ 358 h 4213"/>
                    <a:gd name="connsiteX23-33029" fmla="*/ 917 w 2254"/>
                    <a:gd name="connsiteY23-33030" fmla="*/ 328 h 4213"/>
                    <a:gd name="connsiteX24-33031" fmla="*/ 850 w 2254"/>
                    <a:gd name="connsiteY24-33032" fmla="*/ 251 h 4213"/>
                    <a:gd name="connsiteX25-33033" fmla="*/ 790 w 2254"/>
                    <a:gd name="connsiteY25-33034" fmla="*/ 217 h 4213"/>
                    <a:gd name="connsiteX26-33035" fmla="*/ 915 w 2254"/>
                    <a:gd name="connsiteY26-33036" fmla="*/ 56 h 4213"/>
                    <a:gd name="connsiteX27-33037" fmla="*/ 1088 w 2254"/>
                    <a:gd name="connsiteY27-33038" fmla="*/ 2 h 4213"/>
                    <a:gd name="connsiteX28-33039" fmla="*/ 1120 w 2254"/>
                    <a:gd name="connsiteY28-33040" fmla="*/ 49 h 4213"/>
                    <a:gd name="connsiteX29-33041" fmla="*/ 1110 w 2254"/>
                    <a:gd name="connsiteY29-33042" fmla="*/ 133 h 4213"/>
                    <a:gd name="connsiteX30-33043" fmla="*/ 1049 w 2254"/>
                    <a:gd name="connsiteY30-33044" fmla="*/ 243 h 4213"/>
                    <a:gd name="connsiteX31-33045" fmla="*/ 1119 w 2254"/>
                    <a:gd name="connsiteY31-33046" fmla="*/ 301 h 4213"/>
                    <a:gd name="connsiteX32-33047" fmla="*/ 1233 w 2254"/>
                    <a:gd name="connsiteY32-33048" fmla="*/ 366 h 4213"/>
                    <a:gd name="connsiteX33-33049" fmla="*/ 1253 w 2254"/>
                    <a:gd name="connsiteY33-33050" fmla="*/ 255 h 4213"/>
                    <a:gd name="connsiteX34-33051" fmla="*/ 1387 w 2254"/>
                    <a:gd name="connsiteY34-33052" fmla="*/ 291 h 4213"/>
                    <a:gd name="connsiteX35-33053" fmla="*/ 1412 w 2254"/>
                    <a:gd name="connsiteY35-33054" fmla="*/ 331 h 4213"/>
                    <a:gd name="connsiteX36-33055" fmla="*/ 1488 w 2254"/>
                    <a:gd name="connsiteY36-33056" fmla="*/ 562 h 4213"/>
                    <a:gd name="connsiteX37-33057" fmla="*/ 1523 w 2254"/>
                    <a:gd name="connsiteY37-33058" fmla="*/ 586 h 4213"/>
                    <a:gd name="connsiteX38-33059" fmla="*/ 1615 w 2254"/>
                    <a:gd name="connsiteY38-33060" fmla="*/ 578 h 4213"/>
                    <a:gd name="connsiteX39-33061" fmla="*/ 1875 w 2254"/>
                    <a:gd name="connsiteY39-33062" fmla="*/ 490 h 4213"/>
                    <a:gd name="connsiteX40-33063" fmla="*/ 2095 w 2254"/>
                    <a:gd name="connsiteY40-33064" fmla="*/ 479 h 4213"/>
                    <a:gd name="connsiteX41-33065" fmla="*/ 2155 w 2254"/>
                    <a:gd name="connsiteY41-33066" fmla="*/ 648 h 4213"/>
                    <a:gd name="connsiteX42-33067" fmla="*/ 2073 w 2254"/>
                    <a:gd name="connsiteY42-33068" fmla="*/ 944 h 4213"/>
                    <a:gd name="connsiteX43-33069" fmla="*/ 2073 w 2254"/>
                    <a:gd name="connsiteY43-33070" fmla="*/ 1022 h 4213"/>
                    <a:gd name="connsiteX44-33071" fmla="*/ 2142 w 2254"/>
                    <a:gd name="connsiteY44-33072" fmla="*/ 1168 h 4213"/>
                    <a:gd name="connsiteX45-33073" fmla="*/ 2157 w 2254"/>
                    <a:gd name="connsiteY45-33074" fmla="*/ 1427 h 4213"/>
                    <a:gd name="connsiteX46-33075" fmla="*/ 2159 w 2254"/>
                    <a:gd name="connsiteY46-33076" fmla="*/ 1617 h 4213"/>
                    <a:gd name="connsiteX47-33077" fmla="*/ 2092 w 2254"/>
                    <a:gd name="connsiteY47-33078" fmla="*/ 1625 h 4213"/>
                    <a:gd name="connsiteX48-33079" fmla="*/ 2070 w 2254"/>
                    <a:gd name="connsiteY48-33080" fmla="*/ 1507 h 4213"/>
                    <a:gd name="connsiteX49-33081" fmla="*/ 2035 w 2254"/>
                    <a:gd name="connsiteY49-33082" fmla="*/ 1450 h 4213"/>
                    <a:gd name="connsiteX50-33083" fmla="*/ 1945 w 2254"/>
                    <a:gd name="connsiteY50-33084" fmla="*/ 1582 h 4213"/>
                    <a:gd name="connsiteX51-33085" fmla="*/ 1832 w 2254"/>
                    <a:gd name="connsiteY51-33086" fmla="*/ 1776 h 4213"/>
                    <a:gd name="connsiteX52-33087" fmla="*/ 1713 w 2254"/>
                    <a:gd name="connsiteY52-33088" fmla="*/ 1904 h 4213"/>
                    <a:gd name="connsiteX53-33089" fmla="*/ 1706 w 2254"/>
                    <a:gd name="connsiteY53-33090" fmla="*/ 2018 h 4213"/>
                    <a:gd name="connsiteX54-33091" fmla="*/ 1766 w 2254"/>
                    <a:gd name="connsiteY54-33092" fmla="*/ 2115 h 4213"/>
                    <a:gd name="connsiteX55-33093" fmla="*/ 1868 w 2254"/>
                    <a:gd name="connsiteY55-33094" fmla="*/ 2183 h 4213"/>
                    <a:gd name="connsiteX56-33095" fmla="*/ 1945 w 2254"/>
                    <a:gd name="connsiteY56-33096" fmla="*/ 2178 h 4213"/>
                    <a:gd name="connsiteX57-33097" fmla="*/ 1990 w 2254"/>
                    <a:gd name="connsiteY57-33098" fmla="*/ 2104 h 4213"/>
                    <a:gd name="connsiteX58-33099" fmla="*/ 2024 w 2254"/>
                    <a:gd name="connsiteY58-33100" fmla="*/ 2210 h 4213"/>
                    <a:gd name="connsiteX59-33101" fmla="*/ 1912 w 2254"/>
                    <a:gd name="connsiteY59-33102" fmla="*/ 2249 h 4213"/>
                    <a:gd name="connsiteX60-33103" fmla="*/ 1959 w 2254"/>
                    <a:gd name="connsiteY60-33104" fmla="*/ 2362 h 4213"/>
                    <a:gd name="connsiteX61-33105" fmla="*/ 1824 w 2254"/>
                    <a:gd name="connsiteY61-33106" fmla="*/ 2509 h 4213"/>
                    <a:gd name="connsiteX62-33107" fmla="*/ 1783 w 2254"/>
                    <a:gd name="connsiteY62-33108" fmla="*/ 2498 h 4213"/>
                    <a:gd name="connsiteX63-33109" fmla="*/ 1659 w 2254"/>
                    <a:gd name="connsiteY63-33110" fmla="*/ 2413 h 4213"/>
                    <a:gd name="connsiteX64-33111" fmla="*/ 1604 w 2254"/>
                    <a:gd name="connsiteY64-33112" fmla="*/ 2412 h 4213"/>
                    <a:gd name="connsiteX65-33113" fmla="*/ 1569 w 2254"/>
                    <a:gd name="connsiteY65-33114" fmla="*/ 2480 h 4213"/>
                    <a:gd name="connsiteX66-33115" fmla="*/ 1572 w 2254"/>
                    <a:gd name="connsiteY66-33116" fmla="*/ 2562 h 4213"/>
                    <a:gd name="connsiteX67-33117" fmla="*/ 1750 w 2254"/>
                    <a:gd name="connsiteY67-33118" fmla="*/ 2730 h 4213"/>
                    <a:gd name="connsiteX68-33119" fmla="*/ 1749 w 2254"/>
                    <a:gd name="connsiteY68-33120" fmla="*/ 2844 h 4213"/>
                    <a:gd name="connsiteX69-33121" fmla="*/ 1840 w 2254"/>
                    <a:gd name="connsiteY69-33122" fmla="*/ 3060 h 4213"/>
                    <a:gd name="connsiteX70-33123" fmla="*/ 1866 w 2254"/>
                    <a:gd name="connsiteY70-33124" fmla="*/ 3090 h 4213"/>
                    <a:gd name="connsiteX71-33125" fmla="*/ 1910 w 2254"/>
                    <a:gd name="connsiteY71-33126" fmla="*/ 3094 h 4213"/>
                    <a:gd name="connsiteX72-33127" fmla="*/ 1956 w 2254"/>
                    <a:gd name="connsiteY72-33128" fmla="*/ 3010 h 4213"/>
                    <a:gd name="connsiteX73-33129" fmla="*/ 2036 w 2254"/>
                    <a:gd name="connsiteY73-33130" fmla="*/ 2950 h 4213"/>
                    <a:gd name="connsiteX74-33131" fmla="*/ 2131 w 2254"/>
                    <a:gd name="connsiteY74-33132" fmla="*/ 3126 h 4213"/>
                    <a:gd name="connsiteX75-33133" fmla="*/ 2241 w 2254"/>
                    <a:gd name="connsiteY75-33134" fmla="*/ 3312 h 4213"/>
                    <a:gd name="connsiteX76-33135" fmla="*/ 2254 w 2254"/>
                    <a:gd name="connsiteY76-33136" fmla="*/ 3342 h 4213"/>
                    <a:gd name="connsiteX77-33137" fmla="*/ 2243 w 2254"/>
                    <a:gd name="connsiteY77-33138" fmla="*/ 3518 h 4213"/>
                    <a:gd name="connsiteX78-33139" fmla="*/ 2208 w 2254"/>
                    <a:gd name="connsiteY78-33140" fmla="*/ 3554 h 4213"/>
                    <a:gd name="connsiteX79-33141" fmla="*/ 2119 w 2254"/>
                    <a:gd name="connsiteY79-33142" fmla="*/ 3515 h 4213"/>
                    <a:gd name="connsiteX80-33143" fmla="*/ 1885 w 2254"/>
                    <a:gd name="connsiteY80-33144" fmla="*/ 3644 h 4213"/>
                    <a:gd name="connsiteX81-33145" fmla="*/ 1859 w 2254"/>
                    <a:gd name="connsiteY81-33146" fmla="*/ 3666 h 4213"/>
                    <a:gd name="connsiteX82-33147" fmla="*/ 1679 w 2254"/>
                    <a:gd name="connsiteY82-33148" fmla="*/ 3812 h 4213"/>
                    <a:gd name="connsiteX83-33149" fmla="*/ 1538 w 2254"/>
                    <a:gd name="connsiteY83-33150" fmla="*/ 3926 h 4213"/>
                    <a:gd name="connsiteX84-33151" fmla="*/ 1503 w 2254"/>
                    <a:gd name="connsiteY84-33152" fmla="*/ 3965 h 4213"/>
                    <a:gd name="connsiteX85-33153" fmla="*/ 1451 w 2254"/>
                    <a:gd name="connsiteY85-33154" fmla="*/ 3973 h 4213"/>
                    <a:gd name="connsiteX86-33155" fmla="*/ 1394 w 2254"/>
                    <a:gd name="connsiteY86-33156" fmla="*/ 3916 h 4213"/>
                    <a:gd name="connsiteX87-33157" fmla="*/ 1270 w 2254"/>
                    <a:gd name="connsiteY87-33158" fmla="*/ 3808 h 4213"/>
                    <a:gd name="connsiteX88-33159" fmla="*/ 1294 w 2254"/>
                    <a:gd name="connsiteY88-33160" fmla="*/ 4064 h 4213"/>
                    <a:gd name="connsiteX89-33161" fmla="*/ 1303 w 2254"/>
                    <a:gd name="connsiteY89-33162" fmla="*/ 4192 h 4213"/>
                    <a:gd name="connsiteX90-33163" fmla="*/ 1041 w 2254"/>
                    <a:gd name="connsiteY90-33164" fmla="*/ 4166 h 4213"/>
                    <a:gd name="connsiteX91-33165" fmla="*/ 959 w 2254"/>
                    <a:gd name="connsiteY91-33166" fmla="*/ 3987 h 4213"/>
                    <a:gd name="connsiteX92-33167" fmla="*/ 877 w 2254"/>
                    <a:gd name="connsiteY92-33168" fmla="*/ 3802 h 4213"/>
                    <a:gd name="connsiteX93-33169" fmla="*/ 1068 w 2254"/>
                    <a:gd name="connsiteY93-33170" fmla="*/ 2333 h 4213"/>
                    <a:gd name="connsiteX0-33171" fmla="*/ 1068 w 2254"/>
                    <a:gd name="connsiteY0-33172" fmla="*/ 2333 h 4213"/>
                    <a:gd name="connsiteX1-33173" fmla="*/ 1066 w 2254"/>
                    <a:gd name="connsiteY1-33174" fmla="*/ 2117 h 4213"/>
                    <a:gd name="connsiteX2-33175" fmla="*/ 990 w 2254"/>
                    <a:gd name="connsiteY2-33176" fmla="*/ 2039 h 4213"/>
                    <a:gd name="connsiteX3-33177" fmla="*/ 847 w 2254"/>
                    <a:gd name="connsiteY3-33178" fmla="*/ 1951 h 4213"/>
                    <a:gd name="connsiteX4-33179" fmla="*/ 755 w 2254"/>
                    <a:gd name="connsiteY4-33180" fmla="*/ 1827 h 4213"/>
                    <a:gd name="connsiteX5-33181" fmla="*/ 659 w 2254"/>
                    <a:gd name="connsiteY5-33182" fmla="*/ 1828 h 4213"/>
                    <a:gd name="connsiteX6-33183" fmla="*/ 614 w 2254"/>
                    <a:gd name="connsiteY6-33184" fmla="*/ 1883 h 4213"/>
                    <a:gd name="connsiteX7-33185" fmla="*/ 521 w 2254"/>
                    <a:gd name="connsiteY7-33186" fmla="*/ 1877 h 4213"/>
                    <a:gd name="connsiteX8-33187" fmla="*/ 501 w 2254"/>
                    <a:gd name="connsiteY8-33188" fmla="*/ 1994 h 4213"/>
                    <a:gd name="connsiteX9-33189" fmla="*/ 320 w 2254"/>
                    <a:gd name="connsiteY9-33190" fmla="*/ 1941 h 4213"/>
                    <a:gd name="connsiteX10-33191" fmla="*/ 237 w 2254"/>
                    <a:gd name="connsiteY10-33192" fmla="*/ 1939 h 4213"/>
                    <a:gd name="connsiteX11-33193" fmla="*/ 112 w 2254"/>
                    <a:gd name="connsiteY11-33194" fmla="*/ 2014 h 4213"/>
                    <a:gd name="connsiteX12-33195" fmla="*/ 0 w 2254"/>
                    <a:gd name="connsiteY12-33196" fmla="*/ 1890 h 4213"/>
                    <a:gd name="connsiteX13-33197" fmla="*/ 94 w 2254"/>
                    <a:gd name="connsiteY13-33198" fmla="*/ 1804 h 4213"/>
                    <a:gd name="connsiteX14-33199" fmla="*/ 98 w 2254"/>
                    <a:gd name="connsiteY14-33200" fmla="*/ 1634 h 4213"/>
                    <a:gd name="connsiteX15-33201" fmla="*/ 153 w 2254"/>
                    <a:gd name="connsiteY15-33202" fmla="*/ 1514 h 4213"/>
                    <a:gd name="connsiteX16-33203" fmla="*/ 196 w 2254"/>
                    <a:gd name="connsiteY16-33204" fmla="*/ 1306 h 4213"/>
                    <a:gd name="connsiteX17-33205" fmla="*/ 256 w 2254"/>
                    <a:gd name="connsiteY17-33206" fmla="*/ 1307 h 4213"/>
                    <a:gd name="connsiteX18-33207" fmla="*/ 579 w 2254"/>
                    <a:gd name="connsiteY18-33208" fmla="*/ 1286 h 4213"/>
                    <a:gd name="connsiteX19-33209" fmla="*/ 753 w 2254"/>
                    <a:gd name="connsiteY19-33210" fmla="*/ 1117 h 4213"/>
                    <a:gd name="connsiteX20-33211" fmla="*/ 822 w 2254"/>
                    <a:gd name="connsiteY20-33212" fmla="*/ 748 h 4213"/>
                    <a:gd name="connsiteX21-33213" fmla="*/ 932 w 2254"/>
                    <a:gd name="connsiteY21-33214" fmla="*/ 486 h 4213"/>
                    <a:gd name="connsiteX22-33215" fmla="*/ 930 w 2254"/>
                    <a:gd name="connsiteY22-33216" fmla="*/ 358 h 4213"/>
                    <a:gd name="connsiteX23-33217" fmla="*/ 917 w 2254"/>
                    <a:gd name="connsiteY23-33218" fmla="*/ 328 h 4213"/>
                    <a:gd name="connsiteX24-33219" fmla="*/ 850 w 2254"/>
                    <a:gd name="connsiteY24-33220" fmla="*/ 251 h 4213"/>
                    <a:gd name="connsiteX25-33221" fmla="*/ 790 w 2254"/>
                    <a:gd name="connsiteY25-33222" fmla="*/ 217 h 4213"/>
                    <a:gd name="connsiteX26-33223" fmla="*/ 915 w 2254"/>
                    <a:gd name="connsiteY26-33224" fmla="*/ 56 h 4213"/>
                    <a:gd name="connsiteX27-33225" fmla="*/ 1088 w 2254"/>
                    <a:gd name="connsiteY27-33226" fmla="*/ 2 h 4213"/>
                    <a:gd name="connsiteX28-33227" fmla="*/ 1120 w 2254"/>
                    <a:gd name="connsiteY28-33228" fmla="*/ 49 h 4213"/>
                    <a:gd name="connsiteX29-33229" fmla="*/ 1110 w 2254"/>
                    <a:gd name="connsiteY29-33230" fmla="*/ 133 h 4213"/>
                    <a:gd name="connsiteX30-33231" fmla="*/ 1049 w 2254"/>
                    <a:gd name="connsiteY30-33232" fmla="*/ 243 h 4213"/>
                    <a:gd name="connsiteX31-33233" fmla="*/ 1119 w 2254"/>
                    <a:gd name="connsiteY31-33234" fmla="*/ 301 h 4213"/>
                    <a:gd name="connsiteX32-33235" fmla="*/ 1233 w 2254"/>
                    <a:gd name="connsiteY32-33236" fmla="*/ 366 h 4213"/>
                    <a:gd name="connsiteX33-33237" fmla="*/ 1253 w 2254"/>
                    <a:gd name="connsiteY33-33238" fmla="*/ 255 h 4213"/>
                    <a:gd name="connsiteX34-33239" fmla="*/ 1387 w 2254"/>
                    <a:gd name="connsiteY34-33240" fmla="*/ 291 h 4213"/>
                    <a:gd name="connsiteX35-33241" fmla="*/ 1412 w 2254"/>
                    <a:gd name="connsiteY35-33242" fmla="*/ 331 h 4213"/>
                    <a:gd name="connsiteX36-33243" fmla="*/ 1488 w 2254"/>
                    <a:gd name="connsiteY36-33244" fmla="*/ 562 h 4213"/>
                    <a:gd name="connsiteX37-33245" fmla="*/ 1523 w 2254"/>
                    <a:gd name="connsiteY37-33246" fmla="*/ 586 h 4213"/>
                    <a:gd name="connsiteX38-33247" fmla="*/ 1615 w 2254"/>
                    <a:gd name="connsiteY38-33248" fmla="*/ 578 h 4213"/>
                    <a:gd name="connsiteX39-33249" fmla="*/ 1875 w 2254"/>
                    <a:gd name="connsiteY39-33250" fmla="*/ 490 h 4213"/>
                    <a:gd name="connsiteX40-33251" fmla="*/ 2095 w 2254"/>
                    <a:gd name="connsiteY40-33252" fmla="*/ 479 h 4213"/>
                    <a:gd name="connsiteX41-33253" fmla="*/ 2155 w 2254"/>
                    <a:gd name="connsiteY41-33254" fmla="*/ 648 h 4213"/>
                    <a:gd name="connsiteX42-33255" fmla="*/ 2073 w 2254"/>
                    <a:gd name="connsiteY42-33256" fmla="*/ 944 h 4213"/>
                    <a:gd name="connsiteX43-33257" fmla="*/ 2073 w 2254"/>
                    <a:gd name="connsiteY43-33258" fmla="*/ 1022 h 4213"/>
                    <a:gd name="connsiteX44-33259" fmla="*/ 2142 w 2254"/>
                    <a:gd name="connsiteY44-33260" fmla="*/ 1168 h 4213"/>
                    <a:gd name="connsiteX45-33261" fmla="*/ 2157 w 2254"/>
                    <a:gd name="connsiteY45-33262" fmla="*/ 1427 h 4213"/>
                    <a:gd name="connsiteX46-33263" fmla="*/ 2159 w 2254"/>
                    <a:gd name="connsiteY46-33264" fmla="*/ 1617 h 4213"/>
                    <a:gd name="connsiteX47-33265" fmla="*/ 2092 w 2254"/>
                    <a:gd name="connsiteY47-33266" fmla="*/ 1625 h 4213"/>
                    <a:gd name="connsiteX48-33267" fmla="*/ 2070 w 2254"/>
                    <a:gd name="connsiteY48-33268" fmla="*/ 1507 h 4213"/>
                    <a:gd name="connsiteX49-33269" fmla="*/ 2035 w 2254"/>
                    <a:gd name="connsiteY49-33270" fmla="*/ 1450 h 4213"/>
                    <a:gd name="connsiteX50-33271" fmla="*/ 1945 w 2254"/>
                    <a:gd name="connsiteY50-33272" fmla="*/ 1582 h 4213"/>
                    <a:gd name="connsiteX51-33273" fmla="*/ 1832 w 2254"/>
                    <a:gd name="connsiteY51-33274" fmla="*/ 1776 h 4213"/>
                    <a:gd name="connsiteX52-33275" fmla="*/ 1713 w 2254"/>
                    <a:gd name="connsiteY52-33276" fmla="*/ 1904 h 4213"/>
                    <a:gd name="connsiteX53-33277" fmla="*/ 1706 w 2254"/>
                    <a:gd name="connsiteY53-33278" fmla="*/ 2018 h 4213"/>
                    <a:gd name="connsiteX54-33279" fmla="*/ 1766 w 2254"/>
                    <a:gd name="connsiteY54-33280" fmla="*/ 2115 h 4213"/>
                    <a:gd name="connsiteX55-33281" fmla="*/ 1868 w 2254"/>
                    <a:gd name="connsiteY55-33282" fmla="*/ 2183 h 4213"/>
                    <a:gd name="connsiteX56-33283" fmla="*/ 1945 w 2254"/>
                    <a:gd name="connsiteY56-33284" fmla="*/ 2178 h 4213"/>
                    <a:gd name="connsiteX57-33285" fmla="*/ 1990 w 2254"/>
                    <a:gd name="connsiteY57-33286" fmla="*/ 2104 h 4213"/>
                    <a:gd name="connsiteX58-33287" fmla="*/ 2024 w 2254"/>
                    <a:gd name="connsiteY58-33288" fmla="*/ 2210 h 4213"/>
                    <a:gd name="connsiteX59-33289" fmla="*/ 1912 w 2254"/>
                    <a:gd name="connsiteY59-33290" fmla="*/ 2249 h 4213"/>
                    <a:gd name="connsiteX60-33291" fmla="*/ 1959 w 2254"/>
                    <a:gd name="connsiteY60-33292" fmla="*/ 2362 h 4213"/>
                    <a:gd name="connsiteX61-33293" fmla="*/ 1824 w 2254"/>
                    <a:gd name="connsiteY61-33294" fmla="*/ 2509 h 4213"/>
                    <a:gd name="connsiteX62-33295" fmla="*/ 1783 w 2254"/>
                    <a:gd name="connsiteY62-33296" fmla="*/ 2498 h 4213"/>
                    <a:gd name="connsiteX63-33297" fmla="*/ 1659 w 2254"/>
                    <a:gd name="connsiteY63-33298" fmla="*/ 2413 h 4213"/>
                    <a:gd name="connsiteX64-33299" fmla="*/ 1604 w 2254"/>
                    <a:gd name="connsiteY64-33300" fmla="*/ 2412 h 4213"/>
                    <a:gd name="connsiteX65-33301" fmla="*/ 1569 w 2254"/>
                    <a:gd name="connsiteY65-33302" fmla="*/ 2480 h 4213"/>
                    <a:gd name="connsiteX66-33303" fmla="*/ 1572 w 2254"/>
                    <a:gd name="connsiteY66-33304" fmla="*/ 2562 h 4213"/>
                    <a:gd name="connsiteX67-33305" fmla="*/ 1750 w 2254"/>
                    <a:gd name="connsiteY67-33306" fmla="*/ 2730 h 4213"/>
                    <a:gd name="connsiteX68-33307" fmla="*/ 1749 w 2254"/>
                    <a:gd name="connsiteY68-33308" fmla="*/ 2844 h 4213"/>
                    <a:gd name="connsiteX69-33309" fmla="*/ 1840 w 2254"/>
                    <a:gd name="connsiteY69-33310" fmla="*/ 3060 h 4213"/>
                    <a:gd name="connsiteX70-33311" fmla="*/ 1866 w 2254"/>
                    <a:gd name="connsiteY70-33312" fmla="*/ 3090 h 4213"/>
                    <a:gd name="connsiteX71-33313" fmla="*/ 1910 w 2254"/>
                    <a:gd name="connsiteY71-33314" fmla="*/ 3094 h 4213"/>
                    <a:gd name="connsiteX72-33315" fmla="*/ 1956 w 2254"/>
                    <a:gd name="connsiteY72-33316" fmla="*/ 3010 h 4213"/>
                    <a:gd name="connsiteX73-33317" fmla="*/ 2036 w 2254"/>
                    <a:gd name="connsiteY73-33318" fmla="*/ 2950 h 4213"/>
                    <a:gd name="connsiteX74-33319" fmla="*/ 2131 w 2254"/>
                    <a:gd name="connsiteY74-33320" fmla="*/ 3126 h 4213"/>
                    <a:gd name="connsiteX75-33321" fmla="*/ 2241 w 2254"/>
                    <a:gd name="connsiteY75-33322" fmla="*/ 3312 h 4213"/>
                    <a:gd name="connsiteX76-33323" fmla="*/ 2254 w 2254"/>
                    <a:gd name="connsiteY76-33324" fmla="*/ 3342 h 4213"/>
                    <a:gd name="connsiteX77-33325" fmla="*/ 2243 w 2254"/>
                    <a:gd name="connsiteY77-33326" fmla="*/ 3518 h 4213"/>
                    <a:gd name="connsiteX78-33327" fmla="*/ 2208 w 2254"/>
                    <a:gd name="connsiteY78-33328" fmla="*/ 3554 h 4213"/>
                    <a:gd name="connsiteX79-33329" fmla="*/ 2119 w 2254"/>
                    <a:gd name="connsiteY79-33330" fmla="*/ 3515 h 4213"/>
                    <a:gd name="connsiteX80-33331" fmla="*/ 1885 w 2254"/>
                    <a:gd name="connsiteY80-33332" fmla="*/ 3644 h 4213"/>
                    <a:gd name="connsiteX81-33333" fmla="*/ 1859 w 2254"/>
                    <a:gd name="connsiteY81-33334" fmla="*/ 3666 h 4213"/>
                    <a:gd name="connsiteX82-33335" fmla="*/ 1679 w 2254"/>
                    <a:gd name="connsiteY82-33336" fmla="*/ 3812 h 4213"/>
                    <a:gd name="connsiteX83-33337" fmla="*/ 1538 w 2254"/>
                    <a:gd name="connsiteY83-33338" fmla="*/ 3926 h 4213"/>
                    <a:gd name="connsiteX84-33339" fmla="*/ 1503 w 2254"/>
                    <a:gd name="connsiteY84-33340" fmla="*/ 3965 h 4213"/>
                    <a:gd name="connsiteX85-33341" fmla="*/ 1451 w 2254"/>
                    <a:gd name="connsiteY85-33342" fmla="*/ 3973 h 4213"/>
                    <a:gd name="connsiteX86-33343" fmla="*/ 1394 w 2254"/>
                    <a:gd name="connsiteY86-33344" fmla="*/ 3916 h 4213"/>
                    <a:gd name="connsiteX87-33345" fmla="*/ 1270 w 2254"/>
                    <a:gd name="connsiteY87-33346" fmla="*/ 3808 h 4213"/>
                    <a:gd name="connsiteX88-33347" fmla="*/ 1294 w 2254"/>
                    <a:gd name="connsiteY88-33348" fmla="*/ 4064 h 4213"/>
                    <a:gd name="connsiteX89-33349" fmla="*/ 1303 w 2254"/>
                    <a:gd name="connsiteY89-33350" fmla="*/ 4192 h 4213"/>
                    <a:gd name="connsiteX90-33351" fmla="*/ 1041 w 2254"/>
                    <a:gd name="connsiteY90-33352" fmla="*/ 4166 h 4213"/>
                    <a:gd name="connsiteX91-33353" fmla="*/ 959 w 2254"/>
                    <a:gd name="connsiteY91-33354" fmla="*/ 3987 h 4213"/>
                    <a:gd name="connsiteX92-33355" fmla="*/ 877 w 2254"/>
                    <a:gd name="connsiteY92-33356" fmla="*/ 3802 h 4213"/>
                    <a:gd name="connsiteX93-33357" fmla="*/ 891 w 2254"/>
                    <a:gd name="connsiteY93-33358" fmla="*/ 3459 h 4213"/>
                    <a:gd name="connsiteX94-33359" fmla="*/ 1068 w 2254"/>
                    <a:gd name="connsiteY94-33360" fmla="*/ 2333 h 4213"/>
                    <a:gd name="connsiteX0-33361" fmla="*/ 1068 w 2254"/>
                    <a:gd name="connsiteY0-33362" fmla="*/ 2333 h 4213"/>
                    <a:gd name="connsiteX1-33363" fmla="*/ 1066 w 2254"/>
                    <a:gd name="connsiteY1-33364" fmla="*/ 2117 h 4213"/>
                    <a:gd name="connsiteX2-33365" fmla="*/ 990 w 2254"/>
                    <a:gd name="connsiteY2-33366" fmla="*/ 2039 h 4213"/>
                    <a:gd name="connsiteX3-33367" fmla="*/ 847 w 2254"/>
                    <a:gd name="connsiteY3-33368" fmla="*/ 1951 h 4213"/>
                    <a:gd name="connsiteX4-33369" fmla="*/ 755 w 2254"/>
                    <a:gd name="connsiteY4-33370" fmla="*/ 1827 h 4213"/>
                    <a:gd name="connsiteX5-33371" fmla="*/ 659 w 2254"/>
                    <a:gd name="connsiteY5-33372" fmla="*/ 1828 h 4213"/>
                    <a:gd name="connsiteX6-33373" fmla="*/ 614 w 2254"/>
                    <a:gd name="connsiteY6-33374" fmla="*/ 1883 h 4213"/>
                    <a:gd name="connsiteX7-33375" fmla="*/ 521 w 2254"/>
                    <a:gd name="connsiteY7-33376" fmla="*/ 1877 h 4213"/>
                    <a:gd name="connsiteX8-33377" fmla="*/ 501 w 2254"/>
                    <a:gd name="connsiteY8-33378" fmla="*/ 1994 h 4213"/>
                    <a:gd name="connsiteX9-33379" fmla="*/ 320 w 2254"/>
                    <a:gd name="connsiteY9-33380" fmla="*/ 1941 h 4213"/>
                    <a:gd name="connsiteX10-33381" fmla="*/ 237 w 2254"/>
                    <a:gd name="connsiteY10-33382" fmla="*/ 1939 h 4213"/>
                    <a:gd name="connsiteX11-33383" fmla="*/ 112 w 2254"/>
                    <a:gd name="connsiteY11-33384" fmla="*/ 2014 h 4213"/>
                    <a:gd name="connsiteX12-33385" fmla="*/ 0 w 2254"/>
                    <a:gd name="connsiteY12-33386" fmla="*/ 1890 h 4213"/>
                    <a:gd name="connsiteX13-33387" fmla="*/ 94 w 2254"/>
                    <a:gd name="connsiteY13-33388" fmla="*/ 1804 h 4213"/>
                    <a:gd name="connsiteX14-33389" fmla="*/ 98 w 2254"/>
                    <a:gd name="connsiteY14-33390" fmla="*/ 1634 h 4213"/>
                    <a:gd name="connsiteX15-33391" fmla="*/ 153 w 2254"/>
                    <a:gd name="connsiteY15-33392" fmla="*/ 1514 h 4213"/>
                    <a:gd name="connsiteX16-33393" fmla="*/ 196 w 2254"/>
                    <a:gd name="connsiteY16-33394" fmla="*/ 1306 h 4213"/>
                    <a:gd name="connsiteX17-33395" fmla="*/ 256 w 2254"/>
                    <a:gd name="connsiteY17-33396" fmla="*/ 1307 h 4213"/>
                    <a:gd name="connsiteX18-33397" fmla="*/ 579 w 2254"/>
                    <a:gd name="connsiteY18-33398" fmla="*/ 1286 h 4213"/>
                    <a:gd name="connsiteX19-33399" fmla="*/ 753 w 2254"/>
                    <a:gd name="connsiteY19-33400" fmla="*/ 1117 h 4213"/>
                    <a:gd name="connsiteX20-33401" fmla="*/ 822 w 2254"/>
                    <a:gd name="connsiteY20-33402" fmla="*/ 748 h 4213"/>
                    <a:gd name="connsiteX21-33403" fmla="*/ 932 w 2254"/>
                    <a:gd name="connsiteY21-33404" fmla="*/ 486 h 4213"/>
                    <a:gd name="connsiteX22-33405" fmla="*/ 930 w 2254"/>
                    <a:gd name="connsiteY22-33406" fmla="*/ 358 h 4213"/>
                    <a:gd name="connsiteX23-33407" fmla="*/ 917 w 2254"/>
                    <a:gd name="connsiteY23-33408" fmla="*/ 328 h 4213"/>
                    <a:gd name="connsiteX24-33409" fmla="*/ 850 w 2254"/>
                    <a:gd name="connsiteY24-33410" fmla="*/ 251 h 4213"/>
                    <a:gd name="connsiteX25-33411" fmla="*/ 790 w 2254"/>
                    <a:gd name="connsiteY25-33412" fmla="*/ 217 h 4213"/>
                    <a:gd name="connsiteX26-33413" fmla="*/ 915 w 2254"/>
                    <a:gd name="connsiteY26-33414" fmla="*/ 56 h 4213"/>
                    <a:gd name="connsiteX27-33415" fmla="*/ 1088 w 2254"/>
                    <a:gd name="connsiteY27-33416" fmla="*/ 2 h 4213"/>
                    <a:gd name="connsiteX28-33417" fmla="*/ 1120 w 2254"/>
                    <a:gd name="connsiteY28-33418" fmla="*/ 49 h 4213"/>
                    <a:gd name="connsiteX29-33419" fmla="*/ 1110 w 2254"/>
                    <a:gd name="connsiteY29-33420" fmla="*/ 133 h 4213"/>
                    <a:gd name="connsiteX30-33421" fmla="*/ 1049 w 2254"/>
                    <a:gd name="connsiteY30-33422" fmla="*/ 243 h 4213"/>
                    <a:gd name="connsiteX31-33423" fmla="*/ 1119 w 2254"/>
                    <a:gd name="connsiteY31-33424" fmla="*/ 301 h 4213"/>
                    <a:gd name="connsiteX32-33425" fmla="*/ 1233 w 2254"/>
                    <a:gd name="connsiteY32-33426" fmla="*/ 366 h 4213"/>
                    <a:gd name="connsiteX33-33427" fmla="*/ 1253 w 2254"/>
                    <a:gd name="connsiteY33-33428" fmla="*/ 255 h 4213"/>
                    <a:gd name="connsiteX34-33429" fmla="*/ 1387 w 2254"/>
                    <a:gd name="connsiteY34-33430" fmla="*/ 291 h 4213"/>
                    <a:gd name="connsiteX35-33431" fmla="*/ 1412 w 2254"/>
                    <a:gd name="connsiteY35-33432" fmla="*/ 331 h 4213"/>
                    <a:gd name="connsiteX36-33433" fmla="*/ 1488 w 2254"/>
                    <a:gd name="connsiteY36-33434" fmla="*/ 562 h 4213"/>
                    <a:gd name="connsiteX37-33435" fmla="*/ 1523 w 2254"/>
                    <a:gd name="connsiteY37-33436" fmla="*/ 586 h 4213"/>
                    <a:gd name="connsiteX38-33437" fmla="*/ 1615 w 2254"/>
                    <a:gd name="connsiteY38-33438" fmla="*/ 578 h 4213"/>
                    <a:gd name="connsiteX39-33439" fmla="*/ 1875 w 2254"/>
                    <a:gd name="connsiteY39-33440" fmla="*/ 490 h 4213"/>
                    <a:gd name="connsiteX40-33441" fmla="*/ 2095 w 2254"/>
                    <a:gd name="connsiteY40-33442" fmla="*/ 479 h 4213"/>
                    <a:gd name="connsiteX41-33443" fmla="*/ 2155 w 2254"/>
                    <a:gd name="connsiteY41-33444" fmla="*/ 648 h 4213"/>
                    <a:gd name="connsiteX42-33445" fmla="*/ 2073 w 2254"/>
                    <a:gd name="connsiteY42-33446" fmla="*/ 944 h 4213"/>
                    <a:gd name="connsiteX43-33447" fmla="*/ 2073 w 2254"/>
                    <a:gd name="connsiteY43-33448" fmla="*/ 1022 h 4213"/>
                    <a:gd name="connsiteX44-33449" fmla="*/ 2142 w 2254"/>
                    <a:gd name="connsiteY44-33450" fmla="*/ 1168 h 4213"/>
                    <a:gd name="connsiteX45-33451" fmla="*/ 2157 w 2254"/>
                    <a:gd name="connsiteY45-33452" fmla="*/ 1427 h 4213"/>
                    <a:gd name="connsiteX46-33453" fmla="*/ 2159 w 2254"/>
                    <a:gd name="connsiteY46-33454" fmla="*/ 1617 h 4213"/>
                    <a:gd name="connsiteX47-33455" fmla="*/ 2092 w 2254"/>
                    <a:gd name="connsiteY47-33456" fmla="*/ 1625 h 4213"/>
                    <a:gd name="connsiteX48-33457" fmla="*/ 2070 w 2254"/>
                    <a:gd name="connsiteY48-33458" fmla="*/ 1507 h 4213"/>
                    <a:gd name="connsiteX49-33459" fmla="*/ 2035 w 2254"/>
                    <a:gd name="connsiteY49-33460" fmla="*/ 1450 h 4213"/>
                    <a:gd name="connsiteX50-33461" fmla="*/ 1945 w 2254"/>
                    <a:gd name="connsiteY50-33462" fmla="*/ 1582 h 4213"/>
                    <a:gd name="connsiteX51-33463" fmla="*/ 1832 w 2254"/>
                    <a:gd name="connsiteY51-33464" fmla="*/ 1776 h 4213"/>
                    <a:gd name="connsiteX52-33465" fmla="*/ 1713 w 2254"/>
                    <a:gd name="connsiteY52-33466" fmla="*/ 1904 h 4213"/>
                    <a:gd name="connsiteX53-33467" fmla="*/ 1706 w 2254"/>
                    <a:gd name="connsiteY53-33468" fmla="*/ 2018 h 4213"/>
                    <a:gd name="connsiteX54-33469" fmla="*/ 1766 w 2254"/>
                    <a:gd name="connsiteY54-33470" fmla="*/ 2115 h 4213"/>
                    <a:gd name="connsiteX55-33471" fmla="*/ 1868 w 2254"/>
                    <a:gd name="connsiteY55-33472" fmla="*/ 2183 h 4213"/>
                    <a:gd name="connsiteX56-33473" fmla="*/ 1945 w 2254"/>
                    <a:gd name="connsiteY56-33474" fmla="*/ 2178 h 4213"/>
                    <a:gd name="connsiteX57-33475" fmla="*/ 1990 w 2254"/>
                    <a:gd name="connsiteY57-33476" fmla="*/ 2104 h 4213"/>
                    <a:gd name="connsiteX58-33477" fmla="*/ 2024 w 2254"/>
                    <a:gd name="connsiteY58-33478" fmla="*/ 2210 h 4213"/>
                    <a:gd name="connsiteX59-33479" fmla="*/ 1912 w 2254"/>
                    <a:gd name="connsiteY59-33480" fmla="*/ 2249 h 4213"/>
                    <a:gd name="connsiteX60-33481" fmla="*/ 1959 w 2254"/>
                    <a:gd name="connsiteY60-33482" fmla="*/ 2362 h 4213"/>
                    <a:gd name="connsiteX61-33483" fmla="*/ 1824 w 2254"/>
                    <a:gd name="connsiteY61-33484" fmla="*/ 2509 h 4213"/>
                    <a:gd name="connsiteX62-33485" fmla="*/ 1783 w 2254"/>
                    <a:gd name="connsiteY62-33486" fmla="*/ 2498 h 4213"/>
                    <a:gd name="connsiteX63-33487" fmla="*/ 1659 w 2254"/>
                    <a:gd name="connsiteY63-33488" fmla="*/ 2413 h 4213"/>
                    <a:gd name="connsiteX64-33489" fmla="*/ 1604 w 2254"/>
                    <a:gd name="connsiteY64-33490" fmla="*/ 2412 h 4213"/>
                    <a:gd name="connsiteX65-33491" fmla="*/ 1569 w 2254"/>
                    <a:gd name="connsiteY65-33492" fmla="*/ 2480 h 4213"/>
                    <a:gd name="connsiteX66-33493" fmla="*/ 1572 w 2254"/>
                    <a:gd name="connsiteY66-33494" fmla="*/ 2562 h 4213"/>
                    <a:gd name="connsiteX67-33495" fmla="*/ 1750 w 2254"/>
                    <a:gd name="connsiteY67-33496" fmla="*/ 2730 h 4213"/>
                    <a:gd name="connsiteX68-33497" fmla="*/ 1749 w 2254"/>
                    <a:gd name="connsiteY68-33498" fmla="*/ 2844 h 4213"/>
                    <a:gd name="connsiteX69-33499" fmla="*/ 1840 w 2254"/>
                    <a:gd name="connsiteY69-33500" fmla="*/ 3060 h 4213"/>
                    <a:gd name="connsiteX70-33501" fmla="*/ 1866 w 2254"/>
                    <a:gd name="connsiteY70-33502" fmla="*/ 3090 h 4213"/>
                    <a:gd name="connsiteX71-33503" fmla="*/ 1910 w 2254"/>
                    <a:gd name="connsiteY71-33504" fmla="*/ 3094 h 4213"/>
                    <a:gd name="connsiteX72-33505" fmla="*/ 1956 w 2254"/>
                    <a:gd name="connsiteY72-33506" fmla="*/ 3010 h 4213"/>
                    <a:gd name="connsiteX73-33507" fmla="*/ 2036 w 2254"/>
                    <a:gd name="connsiteY73-33508" fmla="*/ 2950 h 4213"/>
                    <a:gd name="connsiteX74-33509" fmla="*/ 2131 w 2254"/>
                    <a:gd name="connsiteY74-33510" fmla="*/ 3126 h 4213"/>
                    <a:gd name="connsiteX75-33511" fmla="*/ 2241 w 2254"/>
                    <a:gd name="connsiteY75-33512" fmla="*/ 3312 h 4213"/>
                    <a:gd name="connsiteX76-33513" fmla="*/ 2254 w 2254"/>
                    <a:gd name="connsiteY76-33514" fmla="*/ 3342 h 4213"/>
                    <a:gd name="connsiteX77-33515" fmla="*/ 2243 w 2254"/>
                    <a:gd name="connsiteY77-33516" fmla="*/ 3518 h 4213"/>
                    <a:gd name="connsiteX78-33517" fmla="*/ 2208 w 2254"/>
                    <a:gd name="connsiteY78-33518" fmla="*/ 3554 h 4213"/>
                    <a:gd name="connsiteX79-33519" fmla="*/ 2119 w 2254"/>
                    <a:gd name="connsiteY79-33520" fmla="*/ 3515 h 4213"/>
                    <a:gd name="connsiteX80-33521" fmla="*/ 1885 w 2254"/>
                    <a:gd name="connsiteY80-33522" fmla="*/ 3644 h 4213"/>
                    <a:gd name="connsiteX81-33523" fmla="*/ 1859 w 2254"/>
                    <a:gd name="connsiteY81-33524" fmla="*/ 3666 h 4213"/>
                    <a:gd name="connsiteX82-33525" fmla="*/ 1679 w 2254"/>
                    <a:gd name="connsiteY82-33526" fmla="*/ 3812 h 4213"/>
                    <a:gd name="connsiteX83-33527" fmla="*/ 1538 w 2254"/>
                    <a:gd name="connsiteY83-33528" fmla="*/ 3926 h 4213"/>
                    <a:gd name="connsiteX84-33529" fmla="*/ 1503 w 2254"/>
                    <a:gd name="connsiteY84-33530" fmla="*/ 3965 h 4213"/>
                    <a:gd name="connsiteX85-33531" fmla="*/ 1451 w 2254"/>
                    <a:gd name="connsiteY85-33532" fmla="*/ 3973 h 4213"/>
                    <a:gd name="connsiteX86-33533" fmla="*/ 1394 w 2254"/>
                    <a:gd name="connsiteY86-33534" fmla="*/ 3916 h 4213"/>
                    <a:gd name="connsiteX87-33535" fmla="*/ 1270 w 2254"/>
                    <a:gd name="connsiteY87-33536" fmla="*/ 3808 h 4213"/>
                    <a:gd name="connsiteX88-33537" fmla="*/ 1294 w 2254"/>
                    <a:gd name="connsiteY88-33538" fmla="*/ 4064 h 4213"/>
                    <a:gd name="connsiteX89-33539" fmla="*/ 1303 w 2254"/>
                    <a:gd name="connsiteY89-33540" fmla="*/ 4192 h 4213"/>
                    <a:gd name="connsiteX90-33541" fmla="*/ 1041 w 2254"/>
                    <a:gd name="connsiteY90-33542" fmla="*/ 4166 h 4213"/>
                    <a:gd name="connsiteX91-33543" fmla="*/ 959 w 2254"/>
                    <a:gd name="connsiteY91-33544" fmla="*/ 3987 h 4213"/>
                    <a:gd name="connsiteX92-33545" fmla="*/ 877 w 2254"/>
                    <a:gd name="connsiteY92-33546" fmla="*/ 3802 h 4213"/>
                    <a:gd name="connsiteX93-33547" fmla="*/ 891 w 2254"/>
                    <a:gd name="connsiteY93-33548" fmla="*/ 3459 h 4213"/>
                    <a:gd name="connsiteX94-33549" fmla="*/ 968 w 2254"/>
                    <a:gd name="connsiteY94-33550" fmla="*/ 2962 h 4213"/>
                    <a:gd name="connsiteX95-33551" fmla="*/ 1068 w 2254"/>
                    <a:gd name="connsiteY95-33552" fmla="*/ 2333 h 4213"/>
                    <a:gd name="connsiteX0-33553" fmla="*/ 1068 w 2254"/>
                    <a:gd name="connsiteY0-33554" fmla="*/ 2333 h 4213"/>
                    <a:gd name="connsiteX1-33555" fmla="*/ 1066 w 2254"/>
                    <a:gd name="connsiteY1-33556" fmla="*/ 2117 h 4213"/>
                    <a:gd name="connsiteX2-33557" fmla="*/ 990 w 2254"/>
                    <a:gd name="connsiteY2-33558" fmla="*/ 2039 h 4213"/>
                    <a:gd name="connsiteX3-33559" fmla="*/ 847 w 2254"/>
                    <a:gd name="connsiteY3-33560" fmla="*/ 1951 h 4213"/>
                    <a:gd name="connsiteX4-33561" fmla="*/ 755 w 2254"/>
                    <a:gd name="connsiteY4-33562" fmla="*/ 1827 h 4213"/>
                    <a:gd name="connsiteX5-33563" fmla="*/ 659 w 2254"/>
                    <a:gd name="connsiteY5-33564" fmla="*/ 1828 h 4213"/>
                    <a:gd name="connsiteX6-33565" fmla="*/ 614 w 2254"/>
                    <a:gd name="connsiteY6-33566" fmla="*/ 1883 h 4213"/>
                    <a:gd name="connsiteX7-33567" fmla="*/ 521 w 2254"/>
                    <a:gd name="connsiteY7-33568" fmla="*/ 1877 h 4213"/>
                    <a:gd name="connsiteX8-33569" fmla="*/ 501 w 2254"/>
                    <a:gd name="connsiteY8-33570" fmla="*/ 1994 h 4213"/>
                    <a:gd name="connsiteX9-33571" fmla="*/ 320 w 2254"/>
                    <a:gd name="connsiteY9-33572" fmla="*/ 1941 h 4213"/>
                    <a:gd name="connsiteX10-33573" fmla="*/ 237 w 2254"/>
                    <a:gd name="connsiteY10-33574" fmla="*/ 1939 h 4213"/>
                    <a:gd name="connsiteX11-33575" fmla="*/ 112 w 2254"/>
                    <a:gd name="connsiteY11-33576" fmla="*/ 2014 h 4213"/>
                    <a:gd name="connsiteX12-33577" fmla="*/ 0 w 2254"/>
                    <a:gd name="connsiteY12-33578" fmla="*/ 1890 h 4213"/>
                    <a:gd name="connsiteX13-33579" fmla="*/ 94 w 2254"/>
                    <a:gd name="connsiteY13-33580" fmla="*/ 1804 h 4213"/>
                    <a:gd name="connsiteX14-33581" fmla="*/ 98 w 2254"/>
                    <a:gd name="connsiteY14-33582" fmla="*/ 1634 h 4213"/>
                    <a:gd name="connsiteX15-33583" fmla="*/ 153 w 2254"/>
                    <a:gd name="connsiteY15-33584" fmla="*/ 1514 h 4213"/>
                    <a:gd name="connsiteX16-33585" fmla="*/ 196 w 2254"/>
                    <a:gd name="connsiteY16-33586" fmla="*/ 1306 h 4213"/>
                    <a:gd name="connsiteX17-33587" fmla="*/ 256 w 2254"/>
                    <a:gd name="connsiteY17-33588" fmla="*/ 1307 h 4213"/>
                    <a:gd name="connsiteX18-33589" fmla="*/ 579 w 2254"/>
                    <a:gd name="connsiteY18-33590" fmla="*/ 1286 h 4213"/>
                    <a:gd name="connsiteX19-33591" fmla="*/ 753 w 2254"/>
                    <a:gd name="connsiteY19-33592" fmla="*/ 1117 h 4213"/>
                    <a:gd name="connsiteX20-33593" fmla="*/ 822 w 2254"/>
                    <a:gd name="connsiteY20-33594" fmla="*/ 748 h 4213"/>
                    <a:gd name="connsiteX21-33595" fmla="*/ 932 w 2254"/>
                    <a:gd name="connsiteY21-33596" fmla="*/ 486 h 4213"/>
                    <a:gd name="connsiteX22-33597" fmla="*/ 930 w 2254"/>
                    <a:gd name="connsiteY22-33598" fmla="*/ 358 h 4213"/>
                    <a:gd name="connsiteX23-33599" fmla="*/ 917 w 2254"/>
                    <a:gd name="connsiteY23-33600" fmla="*/ 328 h 4213"/>
                    <a:gd name="connsiteX24-33601" fmla="*/ 850 w 2254"/>
                    <a:gd name="connsiteY24-33602" fmla="*/ 251 h 4213"/>
                    <a:gd name="connsiteX25-33603" fmla="*/ 790 w 2254"/>
                    <a:gd name="connsiteY25-33604" fmla="*/ 217 h 4213"/>
                    <a:gd name="connsiteX26-33605" fmla="*/ 915 w 2254"/>
                    <a:gd name="connsiteY26-33606" fmla="*/ 56 h 4213"/>
                    <a:gd name="connsiteX27-33607" fmla="*/ 1088 w 2254"/>
                    <a:gd name="connsiteY27-33608" fmla="*/ 2 h 4213"/>
                    <a:gd name="connsiteX28-33609" fmla="*/ 1120 w 2254"/>
                    <a:gd name="connsiteY28-33610" fmla="*/ 49 h 4213"/>
                    <a:gd name="connsiteX29-33611" fmla="*/ 1110 w 2254"/>
                    <a:gd name="connsiteY29-33612" fmla="*/ 133 h 4213"/>
                    <a:gd name="connsiteX30-33613" fmla="*/ 1049 w 2254"/>
                    <a:gd name="connsiteY30-33614" fmla="*/ 243 h 4213"/>
                    <a:gd name="connsiteX31-33615" fmla="*/ 1119 w 2254"/>
                    <a:gd name="connsiteY31-33616" fmla="*/ 301 h 4213"/>
                    <a:gd name="connsiteX32-33617" fmla="*/ 1233 w 2254"/>
                    <a:gd name="connsiteY32-33618" fmla="*/ 366 h 4213"/>
                    <a:gd name="connsiteX33-33619" fmla="*/ 1253 w 2254"/>
                    <a:gd name="connsiteY33-33620" fmla="*/ 255 h 4213"/>
                    <a:gd name="connsiteX34-33621" fmla="*/ 1387 w 2254"/>
                    <a:gd name="connsiteY34-33622" fmla="*/ 291 h 4213"/>
                    <a:gd name="connsiteX35-33623" fmla="*/ 1412 w 2254"/>
                    <a:gd name="connsiteY35-33624" fmla="*/ 331 h 4213"/>
                    <a:gd name="connsiteX36-33625" fmla="*/ 1488 w 2254"/>
                    <a:gd name="connsiteY36-33626" fmla="*/ 562 h 4213"/>
                    <a:gd name="connsiteX37-33627" fmla="*/ 1523 w 2254"/>
                    <a:gd name="connsiteY37-33628" fmla="*/ 586 h 4213"/>
                    <a:gd name="connsiteX38-33629" fmla="*/ 1615 w 2254"/>
                    <a:gd name="connsiteY38-33630" fmla="*/ 578 h 4213"/>
                    <a:gd name="connsiteX39-33631" fmla="*/ 1875 w 2254"/>
                    <a:gd name="connsiteY39-33632" fmla="*/ 490 h 4213"/>
                    <a:gd name="connsiteX40-33633" fmla="*/ 2095 w 2254"/>
                    <a:gd name="connsiteY40-33634" fmla="*/ 479 h 4213"/>
                    <a:gd name="connsiteX41-33635" fmla="*/ 2155 w 2254"/>
                    <a:gd name="connsiteY41-33636" fmla="*/ 648 h 4213"/>
                    <a:gd name="connsiteX42-33637" fmla="*/ 2073 w 2254"/>
                    <a:gd name="connsiteY42-33638" fmla="*/ 944 h 4213"/>
                    <a:gd name="connsiteX43-33639" fmla="*/ 2073 w 2254"/>
                    <a:gd name="connsiteY43-33640" fmla="*/ 1022 h 4213"/>
                    <a:gd name="connsiteX44-33641" fmla="*/ 2142 w 2254"/>
                    <a:gd name="connsiteY44-33642" fmla="*/ 1168 h 4213"/>
                    <a:gd name="connsiteX45-33643" fmla="*/ 2157 w 2254"/>
                    <a:gd name="connsiteY45-33644" fmla="*/ 1427 h 4213"/>
                    <a:gd name="connsiteX46-33645" fmla="*/ 2159 w 2254"/>
                    <a:gd name="connsiteY46-33646" fmla="*/ 1617 h 4213"/>
                    <a:gd name="connsiteX47-33647" fmla="*/ 2092 w 2254"/>
                    <a:gd name="connsiteY47-33648" fmla="*/ 1625 h 4213"/>
                    <a:gd name="connsiteX48-33649" fmla="*/ 2070 w 2254"/>
                    <a:gd name="connsiteY48-33650" fmla="*/ 1507 h 4213"/>
                    <a:gd name="connsiteX49-33651" fmla="*/ 2035 w 2254"/>
                    <a:gd name="connsiteY49-33652" fmla="*/ 1450 h 4213"/>
                    <a:gd name="connsiteX50-33653" fmla="*/ 1945 w 2254"/>
                    <a:gd name="connsiteY50-33654" fmla="*/ 1582 h 4213"/>
                    <a:gd name="connsiteX51-33655" fmla="*/ 1832 w 2254"/>
                    <a:gd name="connsiteY51-33656" fmla="*/ 1776 h 4213"/>
                    <a:gd name="connsiteX52-33657" fmla="*/ 1713 w 2254"/>
                    <a:gd name="connsiteY52-33658" fmla="*/ 1904 h 4213"/>
                    <a:gd name="connsiteX53-33659" fmla="*/ 1706 w 2254"/>
                    <a:gd name="connsiteY53-33660" fmla="*/ 2018 h 4213"/>
                    <a:gd name="connsiteX54-33661" fmla="*/ 1766 w 2254"/>
                    <a:gd name="connsiteY54-33662" fmla="*/ 2115 h 4213"/>
                    <a:gd name="connsiteX55-33663" fmla="*/ 1868 w 2254"/>
                    <a:gd name="connsiteY55-33664" fmla="*/ 2183 h 4213"/>
                    <a:gd name="connsiteX56-33665" fmla="*/ 1945 w 2254"/>
                    <a:gd name="connsiteY56-33666" fmla="*/ 2178 h 4213"/>
                    <a:gd name="connsiteX57-33667" fmla="*/ 1990 w 2254"/>
                    <a:gd name="connsiteY57-33668" fmla="*/ 2104 h 4213"/>
                    <a:gd name="connsiteX58-33669" fmla="*/ 2024 w 2254"/>
                    <a:gd name="connsiteY58-33670" fmla="*/ 2210 h 4213"/>
                    <a:gd name="connsiteX59-33671" fmla="*/ 1912 w 2254"/>
                    <a:gd name="connsiteY59-33672" fmla="*/ 2249 h 4213"/>
                    <a:gd name="connsiteX60-33673" fmla="*/ 1959 w 2254"/>
                    <a:gd name="connsiteY60-33674" fmla="*/ 2362 h 4213"/>
                    <a:gd name="connsiteX61-33675" fmla="*/ 1824 w 2254"/>
                    <a:gd name="connsiteY61-33676" fmla="*/ 2509 h 4213"/>
                    <a:gd name="connsiteX62-33677" fmla="*/ 1783 w 2254"/>
                    <a:gd name="connsiteY62-33678" fmla="*/ 2498 h 4213"/>
                    <a:gd name="connsiteX63-33679" fmla="*/ 1659 w 2254"/>
                    <a:gd name="connsiteY63-33680" fmla="*/ 2413 h 4213"/>
                    <a:gd name="connsiteX64-33681" fmla="*/ 1604 w 2254"/>
                    <a:gd name="connsiteY64-33682" fmla="*/ 2412 h 4213"/>
                    <a:gd name="connsiteX65-33683" fmla="*/ 1569 w 2254"/>
                    <a:gd name="connsiteY65-33684" fmla="*/ 2480 h 4213"/>
                    <a:gd name="connsiteX66-33685" fmla="*/ 1572 w 2254"/>
                    <a:gd name="connsiteY66-33686" fmla="*/ 2562 h 4213"/>
                    <a:gd name="connsiteX67-33687" fmla="*/ 1750 w 2254"/>
                    <a:gd name="connsiteY67-33688" fmla="*/ 2730 h 4213"/>
                    <a:gd name="connsiteX68-33689" fmla="*/ 1749 w 2254"/>
                    <a:gd name="connsiteY68-33690" fmla="*/ 2844 h 4213"/>
                    <a:gd name="connsiteX69-33691" fmla="*/ 1840 w 2254"/>
                    <a:gd name="connsiteY69-33692" fmla="*/ 3060 h 4213"/>
                    <a:gd name="connsiteX70-33693" fmla="*/ 1866 w 2254"/>
                    <a:gd name="connsiteY70-33694" fmla="*/ 3090 h 4213"/>
                    <a:gd name="connsiteX71-33695" fmla="*/ 1910 w 2254"/>
                    <a:gd name="connsiteY71-33696" fmla="*/ 3094 h 4213"/>
                    <a:gd name="connsiteX72-33697" fmla="*/ 1956 w 2254"/>
                    <a:gd name="connsiteY72-33698" fmla="*/ 3010 h 4213"/>
                    <a:gd name="connsiteX73-33699" fmla="*/ 2036 w 2254"/>
                    <a:gd name="connsiteY73-33700" fmla="*/ 2950 h 4213"/>
                    <a:gd name="connsiteX74-33701" fmla="*/ 2131 w 2254"/>
                    <a:gd name="connsiteY74-33702" fmla="*/ 3126 h 4213"/>
                    <a:gd name="connsiteX75-33703" fmla="*/ 2241 w 2254"/>
                    <a:gd name="connsiteY75-33704" fmla="*/ 3312 h 4213"/>
                    <a:gd name="connsiteX76-33705" fmla="*/ 2254 w 2254"/>
                    <a:gd name="connsiteY76-33706" fmla="*/ 3342 h 4213"/>
                    <a:gd name="connsiteX77-33707" fmla="*/ 2243 w 2254"/>
                    <a:gd name="connsiteY77-33708" fmla="*/ 3518 h 4213"/>
                    <a:gd name="connsiteX78-33709" fmla="*/ 2208 w 2254"/>
                    <a:gd name="connsiteY78-33710" fmla="*/ 3554 h 4213"/>
                    <a:gd name="connsiteX79-33711" fmla="*/ 2119 w 2254"/>
                    <a:gd name="connsiteY79-33712" fmla="*/ 3515 h 4213"/>
                    <a:gd name="connsiteX80-33713" fmla="*/ 1885 w 2254"/>
                    <a:gd name="connsiteY80-33714" fmla="*/ 3644 h 4213"/>
                    <a:gd name="connsiteX81-33715" fmla="*/ 1859 w 2254"/>
                    <a:gd name="connsiteY81-33716" fmla="*/ 3666 h 4213"/>
                    <a:gd name="connsiteX82-33717" fmla="*/ 1679 w 2254"/>
                    <a:gd name="connsiteY82-33718" fmla="*/ 3812 h 4213"/>
                    <a:gd name="connsiteX83-33719" fmla="*/ 1538 w 2254"/>
                    <a:gd name="connsiteY83-33720" fmla="*/ 3926 h 4213"/>
                    <a:gd name="connsiteX84-33721" fmla="*/ 1503 w 2254"/>
                    <a:gd name="connsiteY84-33722" fmla="*/ 3965 h 4213"/>
                    <a:gd name="connsiteX85-33723" fmla="*/ 1451 w 2254"/>
                    <a:gd name="connsiteY85-33724" fmla="*/ 3973 h 4213"/>
                    <a:gd name="connsiteX86-33725" fmla="*/ 1394 w 2254"/>
                    <a:gd name="connsiteY86-33726" fmla="*/ 3916 h 4213"/>
                    <a:gd name="connsiteX87-33727" fmla="*/ 1270 w 2254"/>
                    <a:gd name="connsiteY87-33728" fmla="*/ 3808 h 4213"/>
                    <a:gd name="connsiteX88-33729" fmla="*/ 1294 w 2254"/>
                    <a:gd name="connsiteY88-33730" fmla="*/ 4064 h 4213"/>
                    <a:gd name="connsiteX89-33731" fmla="*/ 1303 w 2254"/>
                    <a:gd name="connsiteY89-33732" fmla="*/ 4192 h 4213"/>
                    <a:gd name="connsiteX90-33733" fmla="*/ 1041 w 2254"/>
                    <a:gd name="connsiteY90-33734" fmla="*/ 4166 h 4213"/>
                    <a:gd name="connsiteX91-33735" fmla="*/ 959 w 2254"/>
                    <a:gd name="connsiteY91-33736" fmla="*/ 3987 h 4213"/>
                    <a:gd name="connsiteX92-33737" fmla="*/ 877 w 2254"/>
                    <a:gd name="connsiteY92-33738" fmla="*/ 3802 h 4213"/>
                    <a:gd name="connsiteX93-33739" fmla="*/ 891 w 2254"/>
                    <a:gd name="connsiteY93-33740" fmla="*/ 3459 h 4213"/>
                    <a:gd name="connsiteX94-33741" fmla="*/ 932 w 2254"/>
                    <a:gd name="connsiteY94-33742" fmla="*/ 3195 h 4213"/>
                    <a:gd name="connsiteX95-33743" fmla="*/ 968 w 2254"/>
                    <a:gd name="connsiteY95-33744" fmla="*/ 2962 h 4213"/>
                    <a:gd name="connsiteX96-33745" fmla="*/ 1068 w 2254"/>
                    <a:gd name="connsiteY96-33746" fmla="*/ 2333 h 4213"/>
                    <a:gd name="connsiteX0-33747" fmla="*/ 1068 w 2254"/>
                    <a:gd name="connsiteY0-33748" fmla="*/ 2333 h 4213"/>
                    <a:gd name="connsiteX1-33749" fmla="*/ 1066 w 2254"/>
                    <a:gd name="connsiteY1-33750" fmla="*/ 2117 h 4213"/>
                    <a:gd name="connsiteX2-33751" fmla="*/ 990 w 2254"/>
                    <a:gd name="connsiteY2-33752" fmla="*/ 2039 h 4213"/>
                    <a:gd name="connsiteX3-33753" fmla="*/ 847 w 2254"/>
                    <a:gd name="connsiteY3-33754" fmla="*/ 1951 h 4213"/>
                    <a:gd name="connsiteX4-33755" fmla="*/ 755 w 2254"/>
                    <a:gd name="connsiteY4-33756" fmla="*/ 1827 h 4213"/>
                    <a:gd name="connsiteX5-33757" fmla="*/ 659 w 2254"/>
                    <a:gd name="connsiteY5-33758" fmla="*/ 1828 h 4213"/>
                    <a:gd name="connsiteX6-33759" fmla="*/ 614 w 2254"/>
                    <a:gd name="connsiteY6-33760" fmla="*/ 1883 h 4213"/>
                    <a:gd name="connsiteX7-33761" fmla="*/ 521 w 2254"/>
                    <a:gd name="connsiteY7-33762" fmla="*/ 1877 h 4213"/>
                    <a:gd name="connsiteX8-33763" fmla="*/ 501 w 2254"/>
                    <a:gd name="connsiteY8-33764" fmla="*/ 1994 h 4213"/>
                    <a:gd name="connsiteX9-33765" fmla="*/ 320 w 2254"/>
                    <a:gd name="connsiteY9-33766" fmla="*/ 1941 h 4213"/>
                    <a:gd name="connsiteX10-33767" fmla="*/ 237 w 2254"/>
                    <a:gd name="connsiteY10-33768" fmla="*/ 1939 h 4213"/>
                    <a:gd name="connsiteX11-33769" fmla="*/ 112 w 2254"/>
                    <a:gd name="connsiteY11-33770" fmla="*/ 2014 h 4213"/>
                    <a:gd name="connsiteX12-33771" fmla="*/ 0 w 2254"/>
                    <a:gd name="connsiteY12-33772" fmla="*/ 1890 h 4213"/>
                    <a:gd name="connsiteX13-33773" fmla="*/ 94 w 2254"/>
                    <a:gd name="connsiteY13-33774" fmla="*/ 1804 h 4213"/>
                    <a:gd name="connsiteX14-33775" fmla="*/ 98 w 2254"/>
                    <a:gd name="connsiteY14-33776" fmla="*/ 1634 h 4213"/>
                    <a:gd name="connsiteX15-33777" fmla="*/ 153 w 2254"/>
                    <a:gd name="connsiteY15-33778" fmla="*/ 1514 h 4213"/>
                    <a:gd name="connsiteX16-33779" fmla="*/ 196 w 2254"/>
                    <a:gd name="connsiteY16-33780" fmla="*/ 1306 h 4213"/>
                    <a:gd name="connsiteX17-33781" fmla="*/ 256 w 2254"/>
                    <a:gd name="connsiteY17-33782" fmla="*/ 1307 h 4213"/>
                    <a:gd name="connsiteX18-33783" fmla="*/ 579 w 2254"/>
                    <a:gd name="connsiteY18-33784" fmla="*/ 1286 h 4213"/>
                    <a:gd name="connsiteX19-33785" fmla="*/ 753 w 2254"/>
                    <a:gd name="connsiteY19-33786" fmla="*/ 1117 h 4213"/>
                    <a:gd name="connsiteX20-33787" fmla="*/ 822 w 2254"/>
                    <a:gd name="connsiteY20-33788" fmla="*/ 748 h 4213"/>
                    <a:gd name="connsiteX21-33789" fmla="*/ 932 w 2254"/>
                    <a:gd name="connsiteY21-33790" fmla="*/ 486 h 4213"/>
                    <a:gd name="connsiteX22-33791" fmla="*/ 930 w 2254"/>
                    <a:gd name="connsiteY22-33792" fmla="*/ 358 h 4213"/>
                    <a:gd name="connsiteX23-33793" fmla="*/ 917 w 2254"/>
                    <a:gd name="connsiteY23-33794" fmla="*/ 328 h 4213"/>
                    <a:gd name="connsiteX24-33795" fmla="*/ 850 w 2254"/>
                    <a:gd name="connsiteY24-33796" fmla="*/ 251 h 4213"/>
                    <a:gd name="connsiteX25-33797" fmla="*/ 790 w 2254"/>
                    <a:gd name="connsiteY25-33798" fmla="*/ 217 h 4213"/>
                    <a:gd name="connsiteX26-33799" fmla="*/ 915 w 2254"/>
                    <a:gd name="connsiteY26-33800" fmla="*/ 56 h 4213"/>
                    <a:gd name="connsiteX27-33801" fmla="*/ 1088 w 2254"/>
                    <a:gd name="connsiteY27-33802" fmla="*/ 2 h 4213"/>
                    <a:gd name="connsiteX28-33803" fmla="*/ 1120 w 2254"/>
                    <a:gd name="connsiteY28-33804" fmla="*/ 49 h 4213"/>
                    <a:gd name="connsiteX29-33805" fmla="*/ 1110 w 2254"/>
                    <a:gd name="connsiteY29-33806" fmla="*/ 133 h 4213"/>
                    <a:gd name="connsiteX30-33807" fmla="*/ 1049 w 2254"/>
                    <a:gd name="connsiteY30-33808" fmla="*/ 243 h 4213"/>
                    <a:gd name="connsiteX31-33809" fmla="*/ 1119 w 2254"/>
                    <a:gd name="connsiteY31-33810" fmla="*/ 301 h 4213"/>
                    <a:gd name="connsiteX32-33811" fmla="*/ 1233 w 2254"/>
                    <a:gd name="connsiteY32-33812" fmla="*/ 366 h 4213"/>
                    <a:gd name="connsiteX33-33813" fmla="*/ 1253 w 2254"/>
                    <a:gd name="connsiteY33-33814" fmla="*/ 255 h 4213"/>
                    <a:gd name="connsiteX34-33815" fmla="*/ 1387 w 2254"/>
                    <a:gd name="connsiteY34-33816" fmla="*/ 291 h 4213"/>
                    <a:gd name="connsiteX35-33817" fmla="*/ 1412 w 2254"/>
                    <a:gd name="connsiteY35-33818" fmla="*/ 331 h 4213"/>
                    <a:gd name="connsiteX36-33819" fmla="*/ 1488 w 2254"/>
                    <a:gd name="connsiteY36-33820" fmla="*/ 562 h 4213"/>
                    <a:gd name="connsiteX37-33821" fmla="*/ 1523 w 2254"/>
                    <a:gd name="connsiteY37-33822" fmla="*/ 586 h 4213"/>
                    <a:gd name="connsiteX38-33823" fmla="*/ 1615 w 2254"/>
                    <a:gd name="connsiteY38-33824" fmla="*/ 578 h 4213"/>
                    <a:gd name="connsiteX39-33825" fmla="*/ 1875 w 2254"/>
                    <a:gd name="connsiteY39-33826" fmla="*/ 490 h 4213"/>
                    <a:gd name="connsiteX40-33827" fmla="*/ 2095 w 2254"/>
                    <a:gd name="connsiteY40-33828" fmla="*/ 479 h 4213"/>
                    <a:gd name="connsiteX41-33829" fmla="*/ 2155 w 2254"/>
                    <a:gd name="connsiteY41-33830" fmla="*/ 648 h 4213"/>
                    <a:gd name="connsiteX42-33831" fmla="*/ 2073 w 2254"/>
                    <a:gd name="connsiteY42-33832" fmla="*/ 944 h 4213"/>
                    <a:gd name="connsiteX43-33833" fmla="*/ 2073 w 2254"/>
                    <a:gd name="connsiteY43-33834" fmla="*/ 1022 h 4213"/>
                    <a:gd name="connsiteX44-33835" fmla="*/ 2142 w 2254"/>
                    <a:gd name="connsiteY44-33836" fmla="*/ 1168 h 4213"/>
                    <a:gd name="connsiteX45-33837" fmla="*/ 2157 w 2254"/>
                    <a:gd name="connsiteY45-33838" fmla="*/ 1427 h 4213"/>
                    <a:gd name="connsiteX46-33839" fmla="*/ 2159 w 2254"/>
                    <a:gd name="connsiteY46-33840" fmla="*/ 1617 h 4213"/>
                    <a:gd name="connsiteX47-33841" fmla="*/ 2092 w 2254"/>
                    <a:gd name="connsiteY47-33842" fmla="*/ 1625 h 4213"/>
                    <a:gd name="connsiteX48-33843" fmla="*/ 2070 w 2254"/>
                    <a:gd name="connsiteY48-33844" fmla="*/ 1507 h 4213"/>
                    <a:gd name="connsiteX49-33845" fmla="*/ 2035 w 2254"/>
                    <a:gd name="connsiteY49-33846" fmla="*/ 1450 h 4213"/>
                    <a:gd name="connsiteX50-33847" fmla="*/ 1945 w 2254"/>
                    <a:gd name="connsiteY50-33848" fmla="*/ 1582 h 4213"/>
                    <a:gd name="connsiteX51-33849" fmla="*/ 1832 w 2254"/>
                    <a:gd name="connsiteY51-33850" fmla="*/ 1776 h 4213"/>
                    <a:gd name="connsiteX52-33851" fmla="*/ 1713 w 2254"/>
                    <a:gd name="connsiteY52-33852" fmla="*/ 1904 h 4213"/>
                    <a:gd name="connsiteX53-33853" fmla="*/ 1706 w 2254"/>
                    <a:gd name="connsiteY53-33854" fmla="*/ 2018 h 4213"/>
                    <a:gd name="connsiteX54-33855" fmla="*/ 1766 w 2254"/>
                    <a:gd name="connsiteY54-33856" fmla="*/ 2115 h 4213"/>
                    <a:gd name="connsiteX55-33857" fmla="*/ 1868 w 2254"/>
                    <a:gd name="connsiteY55-33858" fmla="*/ 2183 h 4213"/>
                    <a:gd name="connsiteX56-33859" fmla="*/ 1945 w 2254"/>
                    <a:gd name="connsiteY56-33860" fmla="*/ 2178 h 4213"/>
                    <a:gd name="connsiteX57-33861" fmla="*/ 1990 w 2254"/>
                    <a:gd name="connsiteY57-33862" fmla="*/ 2104 h 4213"/>
                    <a:gd name="connsiteX58-33863" fmla="*/ 2024 w 2254"/>
                    <a:gd name="connsiteY58-33864" fmla="*/ 2210 h 4213"/>
                    <a:gd name="connsiteX59-33865" fmla="*/ 1912 w 2254"/>
                    <a:gd name="connsiteY59-33866" fmla="*/ 2249 h 4213"/>
                    <a:gd name="connsiteX60-33867" fmla="*/ 1959 w 2254"/>
                    <a:gd name="connsiteY60-33868" fmla="*/ 2362 h 4213"/>
                    <a:gd name="connsiteX61-33869" fmla="*/ 1824 w 2254"/>
                    <a:gd name="connsiteY61-33870" fmla="*/ 2509 h 4213"/>
                    <a:gd name="connsiteX62-33871" fmla="*/ 1783 w 2254"/>
                    <a:gd name="connsiteY62-33872" fmla="*/ 2498 h 4213"/>
                    <a:gd name="connsiteX63-33873" fmla="*/ 1659 w 2254"/>
                    <a:gd name="connsiteY63-33874" fmla="*/ 2413 h 4213"/>
                    <a:gd name="connsiteX64-33875" fmla="*/ 1604 w 2254"/>
                    <a:gd name="connsiteY64-33876" fmla="*/ 2412 h 4213"/>
                    <a:gd name="connsiteX65-33877" fmla="*/ 1569 w 2254"/>
                    <a:gd name="connsiteY65-33878" fmla="*/ 2480 h 4213"/>
                    <a:gd name="connsiteX66-33879" fmla="*/ 1572 w 2254"/>
                    <a:gd name="connsiteY66-33880" fmla="*/ 2562 h 4213"/>
                    <a:gd name="connsiteX67-33881" fmla="*/ 1750 w 2254"/>
                    <a:gd name="connsiteY67-33882" fmla="*/ 2730 h 4213"/>
                    <a:gd name="connsiteX68-33883" fmla="*/ 1749 w 2254"/>
                    <a:gd name="connsiteY68-33884" fmla="*/ 2844 h 4213"/>
                    <a:gd name="connsiteX69-33885" fmla="*/ 1840 w 2254"/>
                    <a:gd name="connsiteY69-33886" fmla="*/ 3060 h 4213"/>
                    <a:gd name="connsiteX70-33887" fmla="*/ 1866 w 2254"/>
                    <a:gd name="connsiteY70-33888" fmla="*/ 3090 h 4213"/>
                    <a:gd name="connsiteX71-33889" fmla="*/ 1910 w 2254"/>
                    <a:gd name="connsiteY71-33890" fmla="*/ 3094 h 4213"/>
                    <a:gd name="connsiteX72-33891" fmla="*/ 1956 w 2254"/>
                    <a:gd name="connsiteY72-33892" fmla="*/ 3010 h 4213"/>
                    <a:gd name="connsiteX73-33893" fmla="*/ 2036 w 2254"/>
                    <a:gd name="connsiteY73-33894" fmla="*/ 2950 h 4213"/>
                    <a:gd name="connsiteX74-33895" fmla="*/ 2131 w 2254"/>
                    <a:gd name="connsiteY74-33896" fmla="*/ 3126 h 4213"/>
                    <a:gd name="connsiteX75-33897" fmla="*/ 2241 w 2254"/>
                    <a:gd name="connsiteY75-33898" fmla="*/ 3312 h 4213"/>
                    <a:gd name="connsiteX76-33899" fmla="*/ 2254 w 2254"/>
                    <a:gd name="connsiteY76-33900" fmla="*/ 3342 h 4213"/>
                    <a:gd name="connsiteX77-33901" fmla="*/ 2243 w 2254"/>
                    <a:gd name="connsiteY77-33902" fmla="*/ 3518 h 4213"/>
                    <a:gd name="connsiteX78-33903" fmla="*/ 2208 w 2254"/>
                    <a:gd name="connsiteY78-33904" fmla="*/ 3554 h 4213"/>
                    <a:gd name="connsiteX79-33905" fmla="*/ 2119 w 2254"/>
                    <a:gd name="connsiteY79-33906" fmla="*/ 3515 h 4213"/>
                    <a:gd name="connsiteX80-33907" fmla="*/ 1885 w 2254"/>
                    <a:gd name="connsiteY80-33908" fmla="*/ 3644 h 4213"/>
                    <a:gd name="connsiteX81-33909" fmla="*/ 1859 w 2254"/>
                    <a:gd name="connsiteY81-33910" fmla="*/ 3666 h 4213"/>
                    <a:gd name="connsiteX82-33911" fmla="*/ 1679 w 2254"/>
                    <a:gd name="connsiteY82-33912" fmla="*/ 3812 h 4213"/>
                    <a:gd name="connsiteX83-33913" fmla="*/ 1538 w 2254"/>
                    <a:gd name="connsiteY83-33914" fmla="*/ 3926 h 4213"/>
                    <a:gd name="connsiteX84-33915" fmla="*/ 1503 w 2254"/>
                    <a:gd name="connsiteY84-33916" fmla="*/ 3965 h 4213"/>
                    <a:gd name="connsiteX85-33917" fmla="*/ 1451 w 2254"/>
                    <a:gd name="connsiteY85-33918" fmla="*/ 3973 h 4213"/>
                    <a:gd name="connsiteX86-33919" fmla="*/ 1394 w 2254"/>
                    <a:gd name="connsiteY86-33920" fmla="*/ 3916 h 4213"/>
                    <a:gd name="connsiteX87-33921" fmla="*/ 1270 w 2254"/>
                    <a:gd name="connsiteY87-33922" fmla="*/ 3808 h 4213"/>
                    <a:gd name="connsiteX88-33923" fmla="*/ 1294 w 2254"/>
                    <a:gd name="connsiteY88-33924" fmla="*/ 4064 h 4213"/>
                    <a:gd name="connsiteX89-33925" fmla="*/ 1303 w 2254"/>
                    <a:gd name="connsiteY89-33926" fmla="*/ 4192 h 4213"/>
                    <a:gd name="connsiteX90-33927" fmla="*/ 1041 w 2254"/>
                    <a:gd name="connsiteY90-33928" fmla="*/ 4166 h 4213"/>
                    <a:gd name="connsiteX91-33929" fmla="*/ 959 w 2254"/>
                    <a:gd name="connsiteY91-33930" fmla="*/ 3987 h 4213"/>
                    <a:gd name="connsiteX92-33931" fmla="*/ 877 w 2254"/>
                    <a:gd name="connsiteY92-33932" fmla="*/ 3802 h 4213"/>
                    <a:gd name="connsiteX93-33933" fmla="*/ 880 w 2254"/>
                    <a:gd name="connsiteY93-33934" fmla="*/ 3662 h 4213"/>
                    <a:gd name="connsiteX94-33935" fmla="*/ 891 w 2254"/>
                    <a:gd name="connsiteY94-33936" fmla="*/ 3459 h 4213"/>
                    <a:gd name="connsiteX95-33937" fmla="*/ 932 w 2254"/>
                    <a:gd name="connsiteY95-33938" fmla="*/ 3195 h 4213"/>
                    <a:gd name="connsiteX96-33939" fmla="*/ 968 w 2254"/>
                    <a:gd name="connsiteY96-33940" fmla="*/ 2962 h 4213"/>
                    <a:gd name="connsiteX97-33941" fmla="*/ 1068 w 2254"/>
                    <a:gd name="connsiteY97-33942" fmla="*/ 2333 h 4213"/>
                    <a:gd name="connsiteX0-33943" fmla="*/ 1068 w 2254"/>
                    <a:gd name="connsiteY0-33944" fmla="*/ 2333 h 4213"/>
                    <a:gd name="connsiteX1-33945" fmla="*/ 1066 w 2254"/>
                    <a:gd name="connsiteY1-33946" fmla="*/ 2117 h 4213"/>
                    <a:gd name="connsiteX2-33947" fmla="*/ 990 w 2254"/>
                    <a:gd name="connsiteY2-33948" fmla="*/ 2039 h 4213"/>
                    <a:gd name="connsiteX3-33949" fmla="*/ 847 w 2254"/>
                    <a:gd name="connsiteY3-33950" fmla="*/ 1951 h 4213"/>
                    <a:gd name="connsiteX4-33951" fmla="*/ 755 w 2254"/>
                    <a:gd name="connsiteY4-33952" fmla="*/ 1827 h 4213"/>
                    <a:gd name="connsiteX5-33953" fmla="*/ 659 w 2254"/>
                    <a:gd name="connsiteY5-33954" fmla="*/ 1828 h 4213"/>
                    <a:gd name="connsiteX6-33955" fmla="*/ 614 w 2254"/>
                    <a:gd name="connsiteY6-33956" fmla="*/ 1883 h 4213"/>
                    <a:gd name="connsiteX7-33957" fmla="*/ 521 w 2254"/>
                    <a:gd name="connsiteY7-33958" fmla="*/ 1877 h 4213"/>
                    <a:gd name="connsiteX8-33959" fmla="*/ 501 w 2254"/>
                    <a:gd name="connsiteY8-33960" fmla="*/ 1994 h 4213"/>
                    <a:gd name="connsiteX9-33961" fmla="*/ 320 w 2254"/>
                    <a:gd name="connsiteY9-33962" fmla="*/ 1941 h 4213"/>
                    <a:gd name="connsiteX10-33963" fmla="*/ 237 w 2254"/>
                    <a:gd name="connsiteY10-33964" fmla="*/ 1939 h 4213"/>
                    <a:gd name="connsiteX11-33965" fmla="*/ 112 w 2254"/>
                    <a:gd name="connsiteY11-33966" fmla="*/ 2014 h 4213"/>
                    <a:gd name="connsiteX12-33967" fmla="*/ 0 w 2254"/>
                    <a:gd name="connsiteY12-33968" fmla="*/ 1890 h 4213"/>
                    <a:gd name="connsiteX13-33969" fmla="*/ 94 w 2254"/>
                    <a:gd name="connsiteY13-33970" fmla="*/ 1804 h 4213"/>
                    <a:gd name="connsiteX14-33971" fmla="*/ 98 w 2254"/>
                    <a:gd name="connsiteY14-33972" fmla="*/ 1634 h 4213"/>
                    <a:gd name="connsiteX15-33973" fmla="*/ 153 w 2254"/>
                    <a:gd name="connsiteY15-33974" fmla="*/ 1514 h 4213"/>
                    <a:gd name="connsiteX16-33975" fmla="*/ 196 w 2254"/>
                    <a:gd name="connsiteY16-33976" fmla="*/ 1306 h 4213"/>
                    <a:gd name="connsiteX17-33977" fmla="*/ 256 w 2254"/>
                    <a:gd name="connsiteY17-33978" fmla="*/ 1307 h 4213"/>
                    <a:gd name="connsiteX18-33979" fmla="*/ 579 w 2254"/>
                    <a:gd name="connsiteY18-33980" fmla="*/ 1286 h 4213"/>
                    <a:gd name="connsiteX19-33981" fmla="*/ 753 w 2254"/>
                    <a:gd name="connsiteY19-33982" fmla="*/ 1117 h 4213"/>
                    <a:gd name="connsiteX20-33983" fmla="*/ 822 w 2254"/>
                    <a:gd name="connsiteY20-33984" fmla="*/ 748 h 4213"/>
                    <a:gd name="connsiteX21-33985" fmla="*/ 932 w 2254"/>
                    <a:gd name="connsiteY21-33986" fmla="*/ 486 h 4213"/>
                    <a:gd name="connsiteX22-33987" fmla="*/ 930 w 2254"/>
                    <a:gd name="connsiteY22-33988" fmla="*/ 358 h 4213"/>
                    <a:gd name="connsiteX23-33989" fmla="*/ 917 w 2254"/>
                    <a:gd name="connsiteY23-33990" fmla="*/ 328 h 4213"/>
                    <a:gd name="connsiteX24-33991" fmla="*/ 850 w 2254"/>
                    <a:gd name="connsiteY24-33992" fmla="*/ 251 h 4213"/>
                    <a:gd name="connsiteX25-33993" fmla="*/ 790 w 2254"/>
                    <a:gd name="connsiteY25-33994" fmla="*/ 217 h 4213"/>
                    <a:gd name="connsiteX26-33995" fmla="*/ 915 w 2254"/>
                    <a:gd name="connsiteY26-33996" fmla="*/ 56 h 4213"/>
                    <a:gd name="connsiteX27-33997" fmla="*/ 1088 w 2254"/>
                    <a:gd name="connsiteY27-33998" fmla="*/ 2 h 4213"/>
                    <a:gd name="connsiteX28-33999" fmla="*/ 1120 w 2254"/>
                    <a:gd name="connsiteY28-34000" fmla="*/ 49 h 4213"/>
                    <a:gd name="connsiteX29-34001" fmla="*/ 1110 w 2254"/>
                    <a:gd name="connsiteY29-34002" fmla="*/ 133 h 4213"/>
                    <a:gd name="connsiteX30-34003" fmla="*/ 1049 w 2254"/>
                    <a:gd name="connsiteY30-34004" fmla="*/ 243 h 4213"/>
                    <a:gd name="connsiteX31-34005" fmla="*/ 1119 w 2254"/>
                    <a:gd name="connsiteY31-34006" fmla="*/ 301 h 4213"/>
                    <a:gd name="connsiteX32-34007" fmla="*/ 1233 w 2254"/>
                    <a:gd name="connsiteY32-34008" fmla="*/ 366 h 4213"/>
                    <a:gd name="connsiteX33-34009" fmla="*/ 1253 w 2254"/>
                    <a:gd name="connsiteY33-34010" fmla="*/ 255 h 4213"/>
                    <a:gd name="connsiteX34-34011" fmla="*/ 1387 w 2254"/>
                    <a:gd name="connsiteY34-34012" fmla="*/ 291 h 4213"/>
                    <a:gd name="connsiteX35-34013" fmla="*/ 1412 w 2254"/>
                    <a:gd name="connsiteY35-34014" fmla="*/ 331 h 4213"/>
                    <a:gd name="connsiteX36-34015" fmla="*/ 1488 w 2254"/>
                    <a:gd name="connsiteY36-34016" fmla="*/ 562 h 4213"/>
                    <a:gd name="connsiteX37-34017" fmla="*/ 1523 w 2254"/>
                    <a:gd name="connsiteY37-34018" fmla="*/ 586 h 4213"/>
                    <a:gd name="connsiteX38-34019" fmla="*/ 1615 w 2254"/>
                    <a:gd name="connsiteY38-34020" fmla="*/ 578 h 4213"/>
                    <a:gd name="connsiteX39-34021" fmla="*/ 1875 w 2254"/>
                    <a:gd name="connsiteY39-34022" fmla="*/ 490 h 4213"/>
                    <a:gd name="connsiteX40-34023" fmla="*/ 2095 w 2254"/>
                    <a:gd name="connsiteY40-34024" fmla="*/ 479 h 4213"/>
                    <a:gd name="connsiteX41-34025" fmla="*/ 2155 w 2254"/>
                    <a:gd name="connsiteY41-34026" fmla="*/ 648 h 4213"/>
                    <a:gd name="connsiteX42-34027" fmla="*/ 2073 w 2254"/>
                    <a:gd name="connsiteY42-34028" fmla="*/ 944 h 4213"/>
                    <a:gd name="connsiteX43-34029" fmla="*/ 2073 w 2254"/>
                    <a:gd name="connsiteY43-34030" fmla="*/ 1022 h 4213"/>
                    <a:gd name="connsiteX44-34031" fmla="*/ 2142 w 2254"/>
                    <a:gd name="connsiteY44-34032" fmla="*/ 1168 h 4213"/>
                    <a:gd name="connsiteX45-34033" fmla="*/ 2157 w 2254"/>
                    <a:gd name="connsiteY45-34034" fmla="*/ 1427 h 4213"/>
                    <a:gd name="connsiteX46-34035" fmla="*/ 2159 w 2254"/>
                    <a:gd name="connsiteY46-34036" fmla="*/ 1617 h 4213"/>
                    <a:gd name="connsiteX47-34037" fmla="*/ 2092 w 2254"/>
                    <a:gd name="connsiteY47-34038" fmla="*/ 1625 h 4213"/>
                    <a:gd name="connsiteX48-34039" fmla="*/ 2070 w 2254"/>
                    <a:gd name="connsiteY48-34040" fmla="*/ 1507 h 4213"/>
                    <a:gd name="connsiteX49-34041" fmla="*/ 2035 w 2254"/>
                    <a:gd name="connsiteY49-34042" fmla="*/ 1450 h 4213"/>
                    <a:gd name="connsiteX50-34043" fmla="*/ 1945 w 2254"/>
                    <a:gd name="connsiteY50-34044" fmla="*/ 1582 h 4213"/>
                    <a:gd name="connsiteX51-34045" fmla="*/ 1832 w 2254"/>
                    <a:gd name="connsiteY51-34046" fmla="*/ 1776 h 4213"/>
                    <a:gd name="connsiteX52-34047" fmla="*/ 1713 w 2254"/>
                    <a:gd name="connsiteY52-34048" fmla="*/ 1904 h 4213"/>
                    <a:gd name="connsiteX53-34049" fmla="*/ 1706 w 2254"/>
                    <a:gd name="connsiteY53-34050" fmla="*/ 2018 h 4213"/>
                    <a:gd name="connsiteX54-34051" fmla="*/ 1766 w 2254"/>
                    <a:gd name="connsiteY54-34052" fmla="*/ 2115 h 4213"/>
                    <a:gd name="connsiteX55-34053" fmla="*/ 1868 w 2254"/>
                    <a:gd name="connsiteY55-34054" fmla="*/ 2183 h 4213"/>
                    <a:gd name="connsiteX56-34055" fmla="*/ 1945 w 2254"/>
                    <a:gd name="connsiteY56-34056" fmla="*/ 2178 h 4213"/>
                    <a:gd name="connsiteX57-34057" fmla="*/ 1990 w 2254"/>
                    <a:gd name="connsiteY57-34058" fmla="*/ 2104 h 4213"/>
                    <a:gd name="connsiteX58-34059" fmla="*/ 2024 w 2254"/>
                    <a:gd name="connsiteY58-34060" fmla="*/ 2210 h 4213"/>
                    <a:gd name="connsiteX59-34061" fmla="*/ 1912 w 2254"/>
                    <a:gd name="connsiteY59-34062" fmla="*/ 2249 h 4213"/>
                    <a:gd name="connsiteX60-34063" fmla="*/ 1959 w 2254"/>
                    <a:gd name="connsiteY60-34064" fmla="*/ 2362 h 4213"/>
                    <a:gd name="connsiteX61-34065" fmla="*/ 1824 w 2254"/>
                    <a:gd name="connsiteY61-34066" fmla="*/ 2509 h 4213"/>
                    <a:gd name="connsiteX62-34067" fmla="*/ 1783 w 2254"/>
                    <a:gd name="connsiteY62-34068" fmla="*/ 2498 h 4213"/>
                    <a:gd name="connsiteX63-34069" fmla="*/ 1659 w 2254"/>
                    <a:gd name="connsiteY63-34070" fmla="*/ 2413 h 4213"/>
                    <a:gd name="connsiteX64-34071" fmla="*/ 1604 w 2254"/>
                    <a:gd name="connsiteY64-34072" fmla="*/ 2412 h 4213"/>
                    <a:gd name="connsiteX65-34073" fmla="*/ 1569 w 2254"/>
                    <a:gd name="connsiteY65-34074" fmla="*/ 2480 h 4213"/>
                    <a:gd name="connsiteX66-34075" fmla="*/ 1572 w 2254"/>
                    <a:gd name="connsiteY66-34076" fmla="*/ 2562 h 4213"/>
                    <a:gd name="connsiteX67-34077" fmla="*/ 1750 w 2254"/>
                    <a:gd name="connsiteY67-34078" fmla="*/ 2730 h 4213"/>
                    <a:gd name="connsiteX68-34079" fmla="*/ 1749 w 2254"/>
                    <a:gd name="connsiteY68-34080" fmla="*/ 2844 h 4213"/>
                    <a:gd name="connsiteX69-34081" fmla="*/ 1840 w 2254"/>
                    <a:gd name="connsiteY69-34082" fmla="*/ 3060 h 4213"/>
                    <a:gd name="connsiteX70-34083" fmla="*/ 1866 w 2254"/>
                    <a:gd name="connsiteY70-34084" fmla="*/ 3090 h 4213"/>
                    <a:gd name="connsiteX71-34085" fmla="*/ 1910 w 2254"/>
                    <a:gd name="connsiteY71-34086" fmla="*/ 3094 h 4213"/>
                    <a:gd name="connsiteX72-34087" fmla="*/ 1956 w 2254"/>
                    <a:gd name="connsiteY72-34088" fmla="*/ 3010 h 4213"/>
                    <a:gd name="connsiteX73-34089" fmla="*/ 2036 w 2254"/>
                    <a:gd name="connsiteY73-34090" fmla="*/ 2950 h 4213"/>
                    <a:gd name="connsiteX74-34091" fmla="*/ 2131 w 2254"/>
                    <a:gd name="connsiteY74-34092" fmla="*/ 3126 h 4213"/>
                    <a:gd name="connsiteX75-34093" fmla="*/ 2241 w 2254"/>
                    <a:gd name="connsiteY75-34094" fmla="*/ 3312 h 4213"/>
                    <a:gd name="connsiteX76-34095" fmla="*/ 2254 w 2254"/>
                    <a:gd name="connsiteY76-34096" fmla="*/ 3342 h 4213"/>
                    <a:gd name="connsiteX77-34097" fmla="*/ 2243 w 2254"/>
                    <a:gd name="connsiteY77-34098" fmla="*/ 3518 h 4213"/>
                    <a:gd name="connsiteX78-34099" fmla="*/ 2208 w 2254"/>
                    <a:gd name="connsiteY78-34100" fmla="*/ 3554 h 4213"/>
                    <a:gd name="connsiteX79-34101" fmla="*/ 2119 w 2254"/>
                    <a:gd name="connsiteY79-34102" fmla="*/ 3515 h 4213"/>
                    <a:gd name="connsiteX80-34103" fmla="*/ 1885 w 2254"/>
                    <a:gd name="connsiteY80-34104" fmla="*/ 3644 h 4213"/>
                    <a:gd name="connsiteX81-34105" fmla="*/ 1859 w 2254"/>
                    <a:gd name="connsiteY81-34106" fmla="*/ 3666 h 4213"/>
                    <a:gd name="connsiteX82-34107" fmla="*/ 1679 w 2254"/>
                    <a:gd name="connsiteY82-34108" fmla="*/ 3812 h 4213"/>
                    <a:gd name="connsiteX83-34109" fmla="*/ 1538 w 2254"/>
                    <a:gd name="connsiteY83-34110" fmla="*/ 3926 h 4213"/>
                    <a:gd name="connsiteX84-34111" fmla="*/ 1503 w 2254"/>
                    <a:gd name="connsiteY84-34112" fmla="*/ 3965 h 4213"/>
                    <a:gd name="connsiteX85-34113" fmla="*/ 1451 w 2254"/>
                    <a:gd name="connsiteY85-34114" fmla="*/ 3973 h 4213"/>
                    <a:gd name="connsiteX86-34115" fmla="*/ 1394 w 2254"/>
                    <a:gd name="connsiteY86-34116" fmla="*/ 3916 h 4213"/>
                    <a:gd name="connsiteX87-34117" fmla="*/ 1270 w 2254"/>
                    <a:gd name="connsiteY87-34118" fmla="*/ 3808 h 4213"/>
                    <a:gd name="connsiteX88-34119" fmla="*/ 1294 w 2254"/>
                    <a:gd name="connsiteY88-34120" fmla="*/ 4064 h 4213"/>
                    <a:gd name="connsiteX89-34121" fmla="*/ 1303 w 2254"/>
                    <a:gd name="connsiteY89-34122" fmla="*/ 4192 h 4213"/>
                    <a:gd name="connsiteX90-34123" fmla="*/ 1041 w 2254"/>
                    <a:gd name="connsiteY90-34124" fmla="*/ 4166 h 4213"/>
                    <a:gd name="connsiteX91-34125" fmla="*/ 959 w 2254"/>
                    <a:gd name="connsiteY91-34126" fmla="*/ 3987 h 4213"/>
                    <a:gd name="connsiteX92-34127" fmla="*/ 877 w 2254"/>
                    <a:gd name="connsiteY92-34128" fmla="*/ 3802 h 4213"/>
                    <a:gd name="connsiteX93-34129" fmla="*/ 880 w 2254"/>
                    <a:gd name="connsiteY93-34130" fmla="*/ 3662 h 4213"/>
                    <a:gd name="connsiteX94-34131" fmla="*/ 891 w 2254"/>
                    <a:gd name="connsiteY94-34132" fmla="*/ 3459 h 4213"/>
                    <a:gd name="connsiteX95-34133" fmla="*/ 932 w 2254"/>
                    <a:gd name="connsiteY95-34134" fmla="*/ 3195 h 4213"/>
                    <a:gd name="connsiteX96-34135" fmla="*/ 968 w 2254"/>
                    <a:gd name="connsiteY96-34136" fmla="*/ 2962 h 4213"/>
                    <a:gd name="connsiteX97-34137" fmla="*/ 1068 w 2254"/>
                    <a:gd name="connsiteY97-34138" fmla="*/ 2333 h 4213"/>
                    <a:gd name="connsiteX0-34139" fmla="*/ 1068 w 2254"/>
                    <a:gd name="connsiteY0-34140" fmla="*/ 2333 h 4213"/>
                    <a:gd name="connsiteX1-34141" fmla="*/ 1066 w 2254"/>
                    <a:gd name="connsiteY1-34142" fmla="*/ 2117 h 4213"/>
                    <a:gd name="connsiteX2-34143" fmla="*/ 990 w 2254"/>
                    <a:gd name="connsiteY2-34144" fmla="*/ 2039 h 4213"/>
                    <a:gd name="connsiteX3-34145" fmla="*/ 847 w 2254"/>
                    <a:gd name="connsiteY3-34146" fmla="*/ 1951 h 4213"/>
                    <a:gd name="connsiteX4-34147" fmla="*/ 755 w 2254"/>
                    <a:gd name="connsiteY4-34148" fmla="*/ 1827 h 4213"/>
                    <a:gd name="connsiteX5-34149" fmla="*/ 659 w 2254"/>
                    <a:gd name="connsiteY5-34150" fmla="*/ 1828 h 4213"/>
                    <a:gd name="connsiteX6-34151" fmla="*/ 614 w 2254"/>
                    <a:gd name="connsiteY6-34152" fmla="*/ 1883 h 4213"/>
                    <a:gd name="connsiteX7-34153" fmla="*/ 521 w 2254"/>
                    <a:gd name="connsiteY7-34154" fmla="*/ 1877 h 4213"/>
                    <a:gd name="connsiteX8-34155" fmla="*/ 501 w 2254"/>
                    <a:gd name="connsiteY8-34156" fmla="*/ 1994 h 4213"/>
                    <a:gd name="connsiteX9-34157" fmla="*/ 320 w 2254"/>
                    <a:gd name="connsiteY9-34158" fmla="*/ 1941 h 4213"/>
                    <a:gd name="connsiteX10-34159" fmla="*/ 237 w 2254"/>
                    <a:gd name="connsiteY10-34160" fmla="*/ 1939 h 4213"/>
                    <a:gd name="connsiteX11-34161" fmla="*/ 112 w 2254"/>
                    <a:gd name="connsiteY11-34162" fmla="*/ 2014 h 4213"/>
                    <a:gd name="connsiteX12-34163" fmla="*/ 0 w 2254"/>
                    <a:gd name="connsiteY12-34164" fmla="*/ 1890 h 4213"/>
                    <a:gd name="connsiteX13-34165" fmla="*/ 94 w 2254"/>
                    <a:gd name="connsiteY13-34166" fmla="*/ 1804 h 4213"/>
                    <a:gd name="connsiteX14-34167" fmla="*/ 98 w 2254"/>
                    <a:gd name="connsiteY14-34168" fmla="*/ 1634 h 4213"/>
                    <a:gd name="connsiteX15-34169" fmla="*/ 153 w 2254"/>
                    <a:gd name="connsiteY15-34170" fmla="*/ 1514 h 4213"/>
                    <a:gd name="connsiteX16-34171" fmla="*/ 196 w 2254"/>
                    <a:gd name="connsiteY16-34172" fmla="*/ 1306 h 4213"/>
                    <a:gd name="connsiteX17-34173" fmla="*/ 256 w 2254"/>
                    <a:gd name="connsiteY17-34174" fmla="*/ 1307 h 4213"/>
                    <a:gd name="connsiteX18-34175" fmla="*/ 579 w 2254"/>
                    <a:gd name="connsiteY18-34176" fmla="*/ 1286 h 4213"/>
                    <a:gd name="connsiteX19-34177" fmla="*/ 753 w 2254"/>
                    <a:gd name="connsiteY19-34178" fmla="*/ 1117 h 4213"/>
                    <a:gd name="connsiteX20-34179" fmla="*/ 822 w 2254"/>
                    <a:gd name="connsiteY20-34180" fmla="*/ 748 h 4213"/>
                    <a:gd name="connsiteX21-34181" fmla="*/ 932 w 2254"/>
                    <a:gd name="connsiteY21-34182" fmla="*/ 486 h 4213"/>
                    <a:gd name="connsiteX22-34183" fmla="*/ 930 w 2254"/>
                    <a:gd name="connsiteY22-34184" fmla="*/ 358 h 4213"/>
                    <a:gd name="connsiteX23-34185" fmla="*/ 917 w 2254"/>
                    <a:gd name="connsiteY23-34186" fmla="*/ 328 h 4213"/>
                    <a:gd name="connsiteX24-34187" fmla="*/ 850 w 2254"/>
                    <a:gd name="connsiteY24-34188" fmla="*/ 251 h 4213"/>
                    <a:gd name="connsiteX25-34189" fmla="*/ 790 w 2254"/>
                    <a:gd name="connsiteY25-34190" fmla="*/ 217 h 4213"/>
                    <a:gd name="connsiteX26-34191" fmla="*/ 915 w 2254"/>
                    <a:gd name="connsiteY26-34192" fmla="*/ 56 h 4213"/>
                    <a:gd name="connsiteX27-34193" fmla="*/ 1088 w 2254"/>
                    <a:gd name="connsiteY27-34194" fmla="*/ 2 h 4213"/>
                    <a:gd name="connsiteX28-34195" fmla="*/ 1120 w 2254"/>
                    <a:gd name="connsiteY28-34196" fmla="*/ 49 h 4213"/>
                    <a:gd name="connsiteX29-34197" fmla="*/ 1110 w 2254"/>
                    <a:gd name="connsiteY29-34198" fmla="*/ 133 h 4213"/>
                    <a:gd name="connsiteX30-34199" fmla="*/ 1049 w 2254"/>
                    <a:gd name="connsiteY30-34200" fmla="*/ 243 h 4213"/>
                    <a:gd name="connsiteX31-34201" fmla="*/ 1119 w 2254"/>
                    <a:gd name="connsiteY31-34202" fmla="*/ 301 h 4213"/>
                    <a:gd name="connsiteX32-34203" fmla="*/ 1233 w 2254"/>
                    <a:gd name="connsiteY32-34204" fmla="*/ 366 h 4213"/>
                    <a:gd name="connsiteX33-34205" fmla="*/ 1253 w 2254"/>
                    <a:gd name="connsiteY33-34206" fmla="*/ 255 h 4213"/>
                    <a:gd name="connsiteX34-34207" fmla="*/ 1387 w 2254"/>
                    <a:gd name="connsiteY34-34208" fmla="*/ 291 h 4213"/>
                    <a:gd name="connsiteX35-34209" fmla="*/ 1412 w 2254"/>
                    <a:gd name="connsiteY35-34210" fmla="*/ 331 h 4213"/>
                    <a:gd name="connsiteX36-34211" fmla="*/ 1488 w 2254"/>
                    <a:gd name="connsiteY36-34212" fmla="*/ 562 h 4213"/>
                    <a:gd name="connsiteX37-34213" fmla="*/ 1523 w 2254"/>
                    <a:gd name="connsiteY37-34214" fmla="*/ 586 h 4213"/>
                    <a:gd name="connsiteX38-34215" fmla="*/ 1615 w 2254"/>
                    <a:gd name="connsiteY38-34216" fmla="*/ 578 h 4213"/>
                    <a:gd name="connsiteX39-34217" fmla="*/ 1875 w 2254"/>
                    <a:gd name="connsiteY39-34218" fmla="*/ 490 h 4213"/>
                    <a:gd name="connsiteX40-34219" fmla="*/ 2095 w 2254"/>
                    <a:gd name="connsiteY40-34220" fmla="*/ 479 h 4213"/>
                    <a:gd name="connsiteX41-34221" fmla="*/ 2155 w 2254"/>
                    <a:gd name="connsiteY41-34222" fmla="*/ 648 h 4213"/>
                    <a:gd name="connsiteX42-34223" fmla="*/ 2073 w 2254"/>
                    <a:gd name="connsiteY42-34224" fmla="*/ 944 h 4213"/>
                    <a:gd name="connsiteX43-34225" fmla="*/ 2073 w 2254"/>
                    <a:gd name="connsiteY43-34226" fmla="*/ 1022 h 4213"/>
                    <a:gd name="connsiteX44-34227" fmla="*/ 2142 w 2254"/>
                    <a:gd name="connsiteY44-34228" fmla="*/ 1168 h 4213"/>
                    <a:gd name="connsiteX45-34229" fmla="*/ 2157 w 2254"/>
                    <a:gd name="connsiteY45-34230" fmla="*/ 1427 h 4213"/>
                    <a:gd name="connsiteX46-34231" fmla="*/ 2159 w 2254"/>
                    <a:gd name="connsiteY46-34232" fmla="*/ 1617 h 4213"/>
                    <a:gd name="connsiteX47-34233" fmla="*/ 2092 w 2254"/>
                    <a:gd name="connsiteY47-34234" fmla="*/ 1625 h 4213"/>
                    <a:gd name="connsiteX48-34235" fmla="*/ 2070 w 2254"/>
                    <a:gd name="connsiteY48-34236" fmla="*/ 1507 h 4213"/>
                    <a:gd name="connsiteX49-34237" fmla="*/ 2035 w 2254"/>
                    <a:gd name="connsiteY49-34238" fmla="*/ 1450 h 4213"/>
                    <a:gd name="connsiteX50-34239" fmla="*/ 1945 w 2254"/>
                    <a:gd name="connsiteY50-34240" fmla="*/ 1582 h 4213"/>
                    <a:gd name="connsiteX51-34241" fmla="*/ 1832 w 2254"/>
                    <a:gd name="connsiteY51-34242" fmla="*/ 1776 h 4213"/>
                    <a:gd name="connsiteX52-34243" fmla="*/ 1713 w 2254"/>
                    <a:gd name="connsiteY52-34244" fmla="*/ 1904 h 4213"/>
                    <a:gd name="connsiteX53-34245" fmla="*/ 1706 w 2254"/>
                    <a:gd name="connsiteY53-34246" fmla="*/ 2018 h 4213"/>
                    <a:gd name="connsiteX54-34247" fmla="*/ 1766 w 2254"/>
                    <a:gd name="connsiteY54-34248" fmla="*/ 2115 h 4213"/>
                    <a:gd name="connsiteX55-34249" fmla="*/ 1868 w 2254"/>
                    <a:gd name="connsiteY55-34250" fmla="*/ 2183 h 4213"/>
                    <a:gd name="connsiteX56-34251" fmla="*/ 1945 w 2254"/>
                    <a:gd name="connsiteY56-34252" fmla="*/ 2178 h 4213"/>
                    <a:gd name="connsiteX57-34253" fmla="*/ 1990 w 2254"/>
                    <a:gd name="connsiteY57-34254" fmla="*/ 2104 h 4213"/>
                    <a:gd name="connsiteX58-34255" fmla="*/ 2024 w 2254"/>
                    <a:gd name="connsiteY58-34256" fmla="*/ 2210 h 4213"/>
                    <a:gd name="connsiteX59-34257" fmla="*/ 1912 w 2254"/>
                    <a:gd name="connsiteY59-34258" fmla="*/ 2249 h 4213"/>
                    <a:gd name="connsiteX60-34259" fmla="*/ 1959 w 2254"/>
                    <a:gd name="connsiteY60-34260" fmla="*/ 2362 h 4213"/>
                    <a:gd name="connsiteX61-34261" fmla="*/ 1824 w 2254"/>
                    <a:gd name="connsiteY61-34262" fmla="*/ 2509 h 4213"/>
                    <a:gd name="connsiteX62-34263" fmla="*/ 1783 w 2254"/>
                    <a:gd name="connsiteY62-34264" fmla="*/ 2498 h 4213"/>
                    <a:gd name="connsiteX63-34265" fmla="*/ 1659 w 2254"/>
                    <a:gd name="connsiteY63-34266" fmla="*/ 2413 h 4213"/>
                    <a:gd name="connsiteX64-34267" fmla="*/ 1604 w 2254"/>
                    <a:gd name="connsiteY64-34268" fmla="*/ 2412 h 4213"/>
                    <a:gd name="connsiteX65-34269" fmla="*/ 1569 w 2254"/>
                    <a:gd name="connsiteY65-34270" fmla="*/ 2480 h 4213"/>
                    <a:gd name="connsiteX66-34271" fmla="*/ 1572 w 2254"/>
                    <a:gd name="connsiteY66-34272" fmla="*/ 2562 h 4213"/>
                    <a:gd name="connsiteX67-34273" fmla="*/ 1750 w 2254"/>
                    <a:gd name="connsiteY67-34274" fmla="*/ 2730 h 4213"/>
                    <a:gd name="connsiteX68-34275" fmla="*/ 1749 w 2254"/>
                    <a:gd name="connsiteY68-34276" fmla="*/ 2844 h 4213"/>
                    <a:gd name="connsiteX69-34277" fmla="*/ 1840 w 2254"/>
                    <a:gd name="connsiteY69-34278" fmla="*/ 3060 h 4213"/>
                    <a:gd name="connsiteX70-34279" fmla="*/ 1866 w 2254"/>
                    <a:gd name="connsiteY70-34280" fmla="*/ 3090 h 4213"/>
                    <a:gd name="connsiteX71-34281" fmla="*/ 1910 w 2254"/>
                    <a:gd name="connsiteY71-34282" fmla="*/ 3094 h 4213"/>
                    <a:gd name="connsiteX72-34283" fmla="*/ 1956 w 2254"/>
                    <a:gd name="connsiteY72-34284" fmla="*/ 3010 h 4213"/>
                    <a:gd name="connsiteX73-34285" fmla="*/ 2036 w 2254"/>
                    <a:gd name="connsiteY73-34286" fmla="*/ 2950 h 4213"/>
                    <a:gd name="connsiteX74-34287" fmla="*/ 2131 w 2254"/>
                    <a:gd name="connsiteY74-34288" fmla="*/ 3126 h 4213"/>
                    <a:gd name="connsiteX75-34289" fmla="*/ 2241 w 2254"/>
                    <a:gd name="connsiteY75-34290" fmla="*/ 3312 h 4213"/>
                    <a:gd name="connsiteX76-34291" fmla="*/ 2254 w 2254"/>
                    <a:gd name="connsiteY76-34292" fmla="*/ 3342 h 4213"/>
                    <a:gd name="connsiteX77-34293" fmla="*/ 2243 w 2254"/>
                    <a:gd name="connsiteY77-34294" fmla="*/ 3518 h 4213"/>
                    <a:gd name="connsiteX78-34295" fmla="*/ 2208 w 2254"/>
                    <a:gd name="connsiteY78-34296" fmla="*/ 3554 h 4213"/>
                    <a:gd name="connsiteX79-34297" fmla="*/ 2119 w 2254"/>
                    <a:gd name="connsiteY79-34298" fmla="*/ 3515 h 4213"/>
                    <a:gd name="connsiteX80-34299" fmla="*/ 1885 w 2254"/>
                    <a:gd name="connsiteY80-34300" fmla="*/ 3644 h 4213"/>
                    <a:gd name="connsiteX81-34301" fmla="*/ 1859 w 2254"/>
                    <a:gd name="connsiteY81-34302" fmla="*/ 3666 h 4213"/>
                    <a:gd name="connsiteX82-34303" fmla="*/ 1679 w 2254"/>
                    <a:gd name="connsiteY82-34304" fmla="*/ 3812 h 4213"/>
                    <a:gd name="connsiteX83-34305" fmla="*/ 1538 w 2254"/>
                    <a:gd name="connsiteY83-34306" fmla="*/ 3926 h 4213"/>
                    <a:gd name="connsiteX84-34307" fmla="*/ 1503 w 2254"/>
                    <a:gd name="connsiteY84-34308" fmla="*/ 3965 h 4213"/>
                    <a:gd name="connsiteX85-34309" fmla="*/ 1451 w 2254"/>
                    <a:gd name="connsiteY85-34310" fmla="*/ 3973 h 4213"/>
                    <a:gd name="connsiteX86-34311" fmla="*/ 1394 w 2254"/>
                    <a:gd name="connsiteY86-34312" fmla="*/ 3916 h 4213"/>
                    <a:gd name="connsiteX87-34313" fmla="*/ 1270 w 2254"/>
                    <a:gd name="connsiteY87-34314" fmla="*/ 3808 h 4213"/>
                    <a:gd name="connsiteX88-34315" fmla="*/ 1294 w 2254"/>
                    <a:gd name="connsiteY88-34316" fmla="*/ 4064 h 4213"/>
                    <a:gd name="connsiteX89-34317" fmla="*/ 1303 w 2254"/>
                    <a:gd name="connsiteY89-34318" fmla="*/ 4192 h 4213"/>
                    <a:gd name="connsiteX90-34319" fmla="*/ 1041 w 2254"/>
                    <a:gd name="connsiteY90-34320" fmla="*/ 4166 h 4213"/>
                    <a:gd name="connsiteX91-34321" fmla="*/ 959 w 2254"/>
                    <a:gd name="connsiteY91-34322" fmla="*/ 3987 h 4213"/>
                    <a:gd name="connsiteX92-34323" fmla="*/ 877 w 2254"/>
                    <a:gd name="connsiteY92-34324" fmla="*/ 3802 h 4213"/>
                    <a:gd name="connsiteX93-34325" fmla="*/ 880 w 2254"/>
                    <a:gd name="connsiteY93-34326" fmla="*/ 3662 h 4213"/>
                    <a:gd name="connsiteX94-34327" fmla="*/ 891 w 2254"/>
                    <a:gd name="connsiteY94-34328" fmla="*/ 3459 h 4213"/>
                    <a:gd name="connsiteX95-34329" fmla="*/ 932 w 2254"/>
                    <a:gd name="connsiteY95-34330" fmla="*/ 3195 h 4213"/>
                    <a:gd name="connsiteX96-34331" fmla="*/ 968 w 2254"/>
                    <a:gd name="connsiteY96-34332" fmla="*/ 2962 h 4213"/>
                    <a:gd name="connsiteX97-34333" fmla="*/ 1068 w 2254"/>
                    <a:gd name="connsiteY97-34334" fmla="*/ 2333 h 4213"/>
                    <a:gd name="connsiteX0-34335" fmla="*/ 1068 w 2254"/>
                    <a:gd name="connsiteY0-34336" fmla="*/ 2333 h 4213"/>
                    <a:gd name="connsiteX1-34337" fmla="*/ 1066 w 2254"/>
                    <a:gd name="connsiteY1-34338" fmla="*/ 2117 h 4213"/>
                    <a:gd name="connsiteX2-34339" fmla="*/ 990 w 2254"/>
                    <a:gd name="connsiteY2-34340" fmla="*/ 2039 h 4213"/>
                    <a:gd name="connsiteX3-34341" fmla="*/ 847 w 2254"/>
                    <a:gd name="connsiteY3-34342" fmla="*/ 1951 h 4213"/>
                    <a:gd name="connsiteX4-34343" fmla="*/ 755 w 2254"/>
                    <a:gd name="connsiteY4-34344" fmla="*/ 1827 h 4213"/>
                    <a:gd name="connsiteX5-34345" fmla="*/ 659 w 2254"/>
                    <a:gd name="connsiteY5-34346" fmla="*/ 1828 h 4213"/>
                    <a:gd name="connsiteX6-34347" fmla="*/ 614 w 2254"/>
                    <a:gd name="connsiteY6-34348" fmla="*/ 1883 h 4213"/>
                    <a:gd name="connsiteX7-34349" fmla="*/ 521 w 2254"/>
                    <a:gd name="connsiteY7-34350" fmla="*/ 1877 h 4213"/>
                    <a:gd name="connsiteX8-34351" fmla="*/ 501 w 2254"/>
                    <a:gd name="connsiteY8-34352" fmla="*/ 1994 h 4213"/>
                    <a:gd name="connsiteX9-34353" fmla="*/ 320 w 2254"/>
                    <a:gd name="connsiteY9-34354" fmla="*/ 1941 h 4213"/>
                    <a:gd name="connsiteX10-34355" fmla="*/ 237 w 2254"/>
                    <a:gd name="connsiteY10-34356" fmla="*/ 1939 h 4213"/>
                    <a:gd name="connsiteX11-34357" fmla="*/ 112 w 2254"/>
                    <a:gd name="connsiteY11-34358" fmla="*/ 2014 h 4213"/>
                    <a:gd name="connsiteX12-34359" fmla="*/ 0 w 2254"/>
                    <a:gd name="connsiteY12-34360" fmla="*/ 1890 h 4213"/>
                    <a:gd name="connsiteX13-34361" fmla="*/ 94 w 2254"/>
                    <a:gd name="connsiteY13-34362" fmla="*/ 1804 h 4213"/>
                    <a:gd name="connsiteX14-34363" fmla="*/ 98 w 2254"/>
                    <a:gd name="connsiteY14-34364" fmla="*/ 1634 h 4213"/>
                    <a:gd name="connsiteX15-34365" fmla="*/ 153 w 2254"/>
                    <a:gd name="connsiteY15-34366" fmla="*/ 1514 h 4213"/>
                    <a:gd name="connsiteX16-34367" fmla="*/ 196 w 2254"/>
                    <a:gd name="connsiteY16-34368" fmla="*/ 1306 h 4213"/>
                    <a:gd name="connsiteX17-34369" fmla="*/ 256 w 2254"/>
                    <a:gd name="connsiteY17-34370" fmla="*/ 1307 h 4213"/>
                    <a:gd name="connsiteX18-34371" fmla="*/ 579 w 2254"/>
                    <a:gd name="connsiteY18-34372" fmla="*/ 1286 h 4213"/>
                    <a:gd name="connsiteX19-34373" fmla="*/ 753 w 2254"/>
                    <a:gd name="connsiteY19-34374" fmla="*/ 1117 h 4213"/>
                    <a:gd name="connsiteX20-34375" fmla="*/ 822 w 2254"/>
                    <a:gd name="connsiteY20-34376" fmla="*/ 748 h 4213"/>
                    <a:gd name="connsiteX21-34377" fmla="*/ 932 w 2254"/>
                    <a:gd name="connsiteY21-34378" fmla="*/ 486 h 4213"/>
                    <a:gd name="connsiteX22-34379" fmla="*/ 930 w 2254"/>
                    <a:gd name="connsiteY22-34380" fmla="*/ 358 h 4213"/>
                    <a:gd name="connsiteX23-34381" fmla="*/ 917 w 2254"/>
                    <a:gd name="connsiteY23-34382" fmla="*/ 328 h 4213"/>
                    <a:gd name="connsiteX24-34383" fmla="*/ 850 w 2254"/>
                    <a:gd name="connsiteY24-34384" fmla="*/ 251 h 4213"/>
                    <a:gd name="connsiteX25-34385" fmla="*/ 790 w 2254"/>
                    <a:gd name="connsiteY25-34386" fmla="*/ 217 h 4213"/>
                    <a:gd name="connsiteX26-34387" fmla="*/ 915 w 2254"/>
                    <a:gd name="connsiteY26-34388" fmla="*/ 56 h 4213"/>
                    <a:gd name="connsiteX27-34389" fmla="*/ 1088 w 2254"/>
                    <a:gd name="connsiteY27-34390" fmla="*/ 2 h 4213"/>
                    <a:gd name="connsiteX28-34391" fmla="*/ 1120 w 2254"/>
                    <a:gd name="connsiteY28-34392" fmla="*/ 49 h 4213"/>
                    <a:gd name="connsiteX29-34393" fmla="*/ 1110 w 2254"/>
                    <a:gd name="connsiteY29-34394" fmla="*/ 133 h 4213"/>
                    <a:gd name="connsiteX30-34395" fmla="*/ 1049 w 2254"/>
                    <a:gd name="connsiteY30-34396" fmla="*/ 243 h 4213"/>
                    <a:gd name="connsiteX31-34397" fmla="*/ 1119 w 2254"/>
                    <a:gd name="connsiteY31-34398" fmla="*/ 301 h 4213"/>
                    <a:gd name="connsiteX32-34399" fmla="*/ 1233 w 2254"/>
                    <a:gd name="connsiteY32-34400" fmla="*/ 366 h 4213"/>
                    <a:gd name="connsiteX33-34401" fmla="*/ 1253 w 2254"/>
                    <a:gd name="connsiteY33-34402" fmla="*/ 255 h 4213"/>
                    <a:gd name="connsiteX34-34403" fmla="*/ 1387 w 2254"/>
                    <a:gd name="connsiteY34-34404" fmla="*/ 291 h 4213"/>
                    <a:gd name="connsiteX35-34405" fmla="*/ 1412 w 2254"/>
                    <a:gd name="connsiteY35-34406" fmla="*/ 331 h 4213"/>
                    <a:gd name="connsiteX36-34407" fmla="*/ 1488 w 2254"/>
                    <a:gd name="connsiteY36-34408" fmla="*/ 562 h 4213"/>
                    <a:gd name="connsiteX37-34409" fmla="*/ 1523 w 2254"/>
                    <a:gd name="connsiteY37-34410" fmla="*/ 586 h 4213"/>
                    <a:gd name="connsiteX38-34411" fmla="*/ 1615 w 2254"/>
                    <a:gd name="connsiteY38-34412" fmla="*/ 578 h 4213"/>
                    <a:gd name="connsiteX39-34413" fmla="*/ 1875 w 2254"/>
                    <a:gd name="connsiteY39-34414" fmla="*/ 490 h 4213"/>
                    <a:gd name="connsiteX40-34415" fmla="*/ 2095 w 2254"/>
                    <a:gd name="connsiteY40-34416" fmla="*/ 479 h 4213"/>
                    <a:gd name="connsiteX41-34417" fmla="*/ 2155 w 2254"/>
                    <a:gd name="connsiteY41-34418" fmla="*/ 648 h 4213"/>
                    <a:gd name="connsiteX42-34419" fmla="*/ 2073 w 2254"/>
                    <a:gd name="connsiteY42-34420" fmla="*/ 944 h 4213"/>
                    <a:gd name="connsiteX43-34421" fmla="*/ 2073 w 2254"/>
                    <a:gd name="connsiteY43-34422" fmla="*/ 1022 h 4213"/>
                    <a:gd name="connsiteX44-34423" fmla="*/ 2142 w 2254"/>
                    <a:gd name="connsiteY44-34424" fmla="*/ 1168 h 4213"/>
                    <a:gd name="connsiteX45-34425" fmla="*/ 2157 w 2254"/>
                    <a:gd name="connsiteY45-34426" fmla="*/ 1427 h 4213"/>
                    <a:gd name="connsiteX46-34427" fmla="*/ 2159 w 2254"/>
                    <a:gd name="connsiteY46-34428" fmla="*/ 1617 h 4213"/>
                    <a:gd name="connsiteX47-34429" fmla="*/ 2092 w 2254"/>
                    <a:gd name="connsiteY47-34430" fmla="*/ 1625 h 4213"/>
                    <a:gd name="connsiteX48-34431" fmla="*/ 2070 w 2254"/>
                    <a:gd name="connsiteY48-34432" fmla="*/ 1507 h 4213"/>
                    <a:gd name="connsiteX49-34433" fmla="*/ 2035 w 2254"/>
                    <a:gd name="connsiteY49-34434" fmla="*/ 1450 h 4213"/>
                    <a:gd name="connsiteX50-34435" fmla="*/ 1945 w 2254"/>
                    <a:gd name="connsiteY50-34436" fmla="*/ 1582 h 4213"/>
                    <a:gd name="connsiteX51-34437" fmla="*/ 1832 w 2254"/>
                    <a:gd name="connsiteY51-34438" fmla="*/ 1776 h 4213"/>
                    <a:gd name="connsiteX52-34439" fmla="*/ 1713 w 2254"/>
                    <a:gd name="connsiteY52-34440" fmla="*/ 1904 h 4213"/>
                    <a:gd name="connsiteX53-34441" fmla="*/ 1706 w 2254"/>
                    <a:gd name="connsiteY53-34442" fmla="*/ 2018 h 4213"/>
                    <a:gd name="connsiteX54-34443" fmla="*/ 1766 w 2254"/>
                    <a:gd name="connsiteY54-34444" fmla="*/ 2115 h 4213"/>
                    <a:gd name="connsiteX55-34445" fmla="*/ 1868 w 2254"/>
                    <a:gd name="connsiteY55-34446" fmla="*/ 2183 h 4213"/>
                    <a:gd name="connsiteX56-34447" fmla="*/ 1945 w 2254"/>
                    <a:gd name="connsiteY56-34448" fmla="*/ 2178 h 4213"/>
                    <a:gd name="connsiteX57-34449" fmla="*/ 1990 w 2254"/>
                    <a:gd name="connsiteY57-34450" fmla="*/ 2104 h 4213"/>
                    <a:gd name="connsiteX58-34451" fmla="*/ 2024 w 2254"/>
                    <a:gd name="connsiteY58-34452" fmla="*/ 2210 h 4213"/>
                    <a:gd name="connsiteX59-34453" fmla="*/ 1912 w 2254"/>
                    <a:gd name="connsiteY59-34454" fmla="*/ 2249 h 4213"/>
                    <a:gd name="connsiteX60-34455" fmla="*/ 1959 w 2254"/>
                    <a:gd name="connsiteY60-34456" fmla="*/ 2362 h 4213"/>
                    <a:gd name="connsiteX61-34457" fmla="*/ 1824 w 2254"/>
                    <a:gd name="connsiteY61-34458" fmla="*/ 2509 h 4213"/>
                    <a:gd name="connsiteX62-34459" fmla="*/ 1783 w 2254"/>
                    <a:gd name="connsiteY62-34460" fmla="*/ 2498 h 4213"/>
                    <a:gd name="connsiteX63-34461" fmla="*/ 1659 w 2254"/>
                    <a:gd name="connsiteY63-34462" fmla="*/ 2413 h 4213"/>
                    <a:gd name="connsiteX64-34463" fmla="*/ 1604 w 2254"/>
                    <a:gd name="connsiteY64-34464" fmla="*/ 2412 h 4213"/>
                    <a:gd name="connsiteX65-34465" fmla="*/ 1569 w 2254"/>
                    <a:gd name="connsiteY65-34466" fmla="*/ 2480 h 4213"/>
                    <a:gd name="connsiteX66-34467" fmla="*/ 1572 w 2254"/>
                    <a:gd name="connsiteY66-34468" fmla="*/ 2562 h 4213"/>
                    <a:gd name="connsiteX67-34469" fmla="*/ 1750 w 2254"/>
                    <a:gd name="connsiteY67-34470" fmla="*/ 2730 h 4213"/>
                    <a:gd name="connsiteX68-34471" fmla="*/ 1749 w 2254"/>
                    <a:gd name="connsiteY68-34472" fmla="*/ 2844 h 4213"/>
                    <a:gd name="connsiteX69-34473" fmla="*/ 1840 w 2254"/>
                    <a:gd name="connsiteY69-34474" fmla="*/ 3060 h 4213"/>
                    <a:gd name="connsiteX70-34475" fmla="*/ 1866 w 2254"/>
                    <a:gd name="connsiteY70-34476" fmla="*/ 3090 h 4213"/>
                    <a:gd name="connsiteX71-34477" fmla="*/ 1910 w 2254"/>
                    <a:gd name="connsiteY71-34478" fmla="*/ 3094 h 4213"/>
                    <a:gd name="connsiteX72-34479" fmla="*/ 1956 w 2254"/>
                    <a:gd name="connsiteY72-34480" fmla="*/ 3010 h 4213"/>
                    <a:gd name="connsiteX73-34481" fmla="*/ 2036 w 2254"/>
                    <a:gd name="connsiteY73-34482" fmla="*/ 2950 h 4213"/>
                    <a:gd name="connsiteX74-34483" fmla="*/ 2131 w 2254"/>
                    <a:gd name="connsiteY74-34484" fmla="*/ 3126 h 4213"/>
                    <a:gd name="connsiteX75-34485" fmla="*/ 2241 w 2254"/>
                    <a:gd name="connsiteY75-34486" fmla="*/ 3312 h 4213"/>
                    <a:gd name="connsiteX76-34487" fmla="*/ 2254 w 2254"/>
                    <a:gd name="connsiteY76-34488" fmla="*/ 3342 h 4213"/>
                    <a:gd name="connsiteX77-34489" fmla="*/ 2243 w 2254"/>
                    <a:gd name="connsiteY77-34490" fmla="*/ 3518 h 4213"/>
                    <a:gd name="connsiteX78-34491" fmla="*/ 2208 w 2254"/>
                    <a:gd name="connsiteY78-34492" fmla="*/ 3554 h 4213"/>
                    <a:gd name="connsiteX79-34493" fmla="*/ 2119 w 2254"/>
                    <a:gd name="connsiteY79-34494" fmla="*/ 3515 h 4213"/>
                    <a:gd name="connsiteX80-34495" fmla="*/ 1885 w 2254"/>
                    <a:gd name="connsiteY80-34496" fmla="*/ 3644 h 4213"/>
                    <a:gd name="connsiteX81-34497" fmla="*/ 1859 w 2254"/>
                    <a:gd name="connsiteY81-34498" fmla="*/ 3666 h 4213"/>
                    <a:gd name="connsiteX82-34499" fmla="*/ 1679 w 2254"/>
                    <a:gd name="connsiteY82-34500" fmla="*/ 3812 h 4213"/>
                    <a:gd name="connsiteX83-34501" fmla="*/ 1538 w 2254"/>
                    <a:gd name="connsiteY83-34502" fmla="*/ 3926 h 4213"/>
                    <a:gd name="connsiteX84-34503" fmla="*/ 1503 w 2254"/>
                    <a:gd name="connsiteY84-34504" fmla="*/ 3965 h 4213"/>
                    <a:gd name="connsiteX85-34505" fmla="*/ 1451 w 2254"/>
                    <a:gd name="connsiteY85-34506" fmla="*/ 3973 h 4213"/>
                    <a:gd name="connsiteX86-34507" fmla="*/ 1394 w 2254"/>
                    <a:gd name="connsiteY86-34508" fmla="*/ 3916 h 4213"/>
                    <a:gd name="connsiteX87-34509" fmla="*/ 1270 w 2254"/>
                    <a:gd name="connsiteY87-34510" fmla="*/ 3808 h 4213"/>
                    <a:gd name="connsiteX88-34511" fmla="*/ 1294 w 2254"/>
                    <a:gd name="connsiteY88-34512" fmla="*/ 4064 h 4213"/>
                    <a:gd name="connsiteX89-34513" fmla="*/ 1303 w 2254"/>
                    <a:gd name="connsiteY89-34514" fmla="*/ 4192 h 4213"/>
                    <a:gd name="connsiteX90-34515" fmla="*/ 1041 w 2254"/>
                    <a:gd name="connsiteY90-34516" fmla="*/ 4166 h 4213"/>
                    <a:gd name="connsiteX91-34517" fmla="*/ 959 w 2254"/>
                    <a:gd name="connsiteY91-34518" fmla="*/ 3987 h 4213"/>
                    <a:gd name="connsiteX92-34519" fmla="*/ 877 w 2254"/>
                    <a:gd name="connsiteY92-34520" fmla="*/ 3802 h 4213"/>
                    <a:gd name="connsiteX93-34521" fmla="*/ 798 w 2254"/>
                    <a:gd name="connsiteY93-34522" fmla="*/ 3734 h 4213"/>
                    <a:gd name="connsiteX94-34523" fmla="*/ 891 w 2254"/>
                    <a:gd name="connsiteY94-34524" fmla="*/ 3459 h 4213"/>
                    <a:gd name="connsiteX95-34525" fmla="*/ 932 w 2254"/>
                    <a:gd name="connsiteY95-34526" fmla="*/ 3195 h 4213"/>
                    <a:gd name="connsiteX96-34527" fmla="*/ 968 w 2254"/>
                    <a:gd name="connsiteY96-34528" fmla="*/ 2962 h 4213"/>
                    <a:gd name="connsiteX97-34529" fmla="*/ 1068 w 2254"/>
                    <a:gd name="connsiteY97-34530" fmla="*/ 2333 h 4213"/>
                    <a:gd name="connsiteX0-34531" fmla="*/ 1068 w 2254"/>
                    <a:gd name="connsiteY0-34532" fmla="*/ 2333 h 4213"/>
                    <a:gd name="connsiteX1-34533" fmla="*/ 1066 w 2254"/>
                    <a:gd name="connsiteY1-34534" fmla="*/ 2117 h 4213"/>
                    <a:gd name="connsiteX2-34535" fmla="*/ 990 w 2254"/>
                    <a:gd name="connsiteY2-34536" fmla="*/ 2039 h 4213"/>
                    <a:gd name="connsiteX3-34537" fmla="*/ 847 w 2254"/>
                    <a:gd name="connsiteY3-34538" fmla="*/ 1951 h 4213"/>
                    <a:gd name="connsiteX4-34539" fmla="*/ 755 w 2254"/>
                    <a:gd name="connsiteY4-34540" fmla="*/ 1827 h 4213"/>
                    <a:gd name="connsiteX5-34541" fmla="*/ 659 w 2254"/>
                    <a:gd name="connsiteY5-34542" fmla="*/ 1828 h 4213"/>
                    <a:gd name="connsiteX6-34543" fmla="*/ 614 w 2254"/>
                    <a:gd name="connsiteY6-34544" fmla="*/ 1883 h 4213"/>
                    <a:gd name="connsiteX7-34545" fmla="*/ 521 w 2254"/>
                    <a:gd name="connsiteY7-34546" fmla="*/ 1877 h 4213"/>
                    <a:gd name="connsiteX8-34547" fmla="*/ 501 w 2254"/>
                    <a:gd name="connsiteY8-34548" fmla="*/ 1994 h 4213"/>
                    <a:gd name="connsiteX9-34549" fmla="*/ 320 w 2254"/>
                    <a:gd name="connsiteY9-34550" fmla="*/ 1941 h 4213"/>
                    <a:gd name="connsiteX10-34551" fmla="*/ 237 w 2254"/>
                    <a:gd name="connsiteY10-34552" fmla="*/ 1939 h 4213"/>
                    <a:gd name="connsiteX11-34553" fmla="*/ 112 w 2254"/>
                    <a:gd name="connsiteY11-34554" fmla="*/ 2014 h 4213"/>
                    <a:gd name="connsiteX12-34555" fmla="*/ 0 w 2254"/>
                    <a:gd name="connsiteY12-34556" fmla="*/ 1890 h 4213"/>
                    <a:gd name="connsiteX13-34557" fmla="*/ 94 w 2254"/>
                    <a:gd name="connsiteY13-34558" fmla="*/ 1804 h 4213"/>
                    <a:gd name="connsiteX14-34559" fmla="*/ 98 w 2254"/>
                    <a:gd name="connsiteY14-34560" fmla="*/ 1634 h 4213"/>
                    <a:gd name="connsiteX15-34561" fmla="*/ 153 w 2254"/>
                    <a:gd name="connsiteY15-34562" fmla="*/ 1514 h 4213"/>
                    <a:gd name="connsiteX16-34563" fmla="*/ 196 w 2254"/>
                    <a:gd name="connsiteY16-34564" fmla="*/ 1306 h 4213"/>
                    <a:gd name="connsiteX17-34565" fmla="*/ 256 w 2254"/>
                    <a:gd name="connsiteY17-34566" fmla="*/ 1307 h 4213"/>
                    <a:gd name="connsiteX18-34567" fmla="*/ 579 w 2254"/>
                    <a:gd name="connsiteY18-34568" fmla="*/ 1286 h 4213"/>
                    <a:gd name="connsiteX19-34569" fmla="*/ 753 w 2254"/>
                    <a:gd name="connsiteY19-34570" fmla="*/ 1117 h 4213"/>
                    <a:gd name="connsiteX20-34571" fmla="*/ 822 w 2254"/>
                    <a:gd name="connsiteY20-34572" fmla="*/ 748 h 4213"/>
                    <a:gd name="connsiteX21-34573" fmla="*/ 932 w 2254"/>
                    <a:gd name="connsiteY21-34574" fmla="*/ 486 h 4213"/>
                    <a:gd name="connsiteX22-34575" fmla="*/ 930 w 2254"/>
                    <a:gd name="connsiteY22-34576" fmla="*/ 358 h 4213"/>
                    <a:gd name="connsiteX23-34577" fmla="*/ 917 w 2254"/>
                    <a:gd name="connsiteY23-34578" fmla="*/ 328 h 4213"/>
                    <a:gd name="connsiteX24-34579" fmla="*/ 850 w 2254"/>
                    <a:gd name="connsiteY24-34580" fmla="*/ 251 h 4213"/>
                    <a:gd name="connsiteX25-34581" fmla="*/ 790 w 2254"/>
                    <a:gd name="connsiteY25-34582" fmla="*/ 217 h 4213"/>
                    <a:gd name="connsiteX26-34583" fmla="*/ 915 w 2254"/>
                    <a:gd name="connsiteY26-34584" fmla="*/ 56 h 4213"/>
                    <a:gd name="connsiteX27-34585" fmla="*/ 1088 w 2254"/>
                    <a:gd name="connsiteY27-34586" fmla="*/ 2 h 4213"/>
                    <a:gd name="connsiteX28-34587" fmla="*/ 1120 w 2254"/>
                    <a:gd name="connsiteY28-34588" fmla="*/ 49 h 4213"/>
                    <a:gd name="connsiteX29-34589" fmla="*/ 1110 w 2254"/>
                    <a:gd name="connsiteY29-34590" fmla="*/ 133 h 4213"/>
                    <a:gd name="connsiteX30-34591" fmla="*/ 1049 w 2254"/>
                    <a:gd name="connsiteY30-34592" fmla="*/ 243 h 4213"/>
                    <a:gd name="connsiteX31-34593" fmla="*/ 1119 w 2254"/>
                    <a:gd name="connsiteY31-34594" fmla="*/ 301 h 4213"/>
                    <a:gd name="connsiteX32-34595" fmla="*/ 1233 w 2254"/>
                    <a:gd name="connsiteY32-34596" fmla="*/ 366 h 4213"/>
                    <a:gd name="connsiteX33-34597" fmla="*/ 1253 w 2254"/>
                    <a:gd name="connsiteY33-34598" fmla="*/ 255 h 4213"/>
                    <a:gd name="connsiteX34-34599" fmla="*/ 1387 w 2254"/>
                    <a:gd name="connsiteY34-34600" fmla="*/ 291 h 4213"/>
                    <a:gd name="connsiteX35-34601" fmla="*/ 1412 w 2254"/>
                    <a:gd name="connsiteY35-34602" fmla="*/ 331 h 4213"/>
                    <a:gd name="connsiteX36-34603" fmla="*/ 1488 w 2254"/>
                    <a:gd name="connsiteY36-34604" fmla="*/ 562 h 4213"/>
                    <a:gd name="connsiteX37-34605" fmla="*/ 1523 w 2254"/>
                    <a:gd name="connsiteY37-34606" fmla="*/ 586 h 4213"/>
                    <a:gd name="connsiteX38-34607" fmla="*/ 1615 w 2254"/>
                    <a:gd name="connsiteY38-34608" fmla="*/ 578 h 4213"/>
                    <a:gd name="connsiteX39-34609" fmla="*/ 1875 w 2254"/>
                    <a:gd name="connsiteY39-34610" fmla="*/ 490 h 4213"/>
                    <a:gd name="connsiteX40-34611" fmla="*/ 2095 w 2254"/>
                    <a:gd name="connsiteY40-34612" fmla="*/ 479 h 4213"/>
                    <a:gd name="connsiteX41-34613" fmla="*/ 2155 w 2254"/>
                    <a:gd name="connsiteY41-34614" fmla="*/ 648 h 4213"/>
                    <a:gd name="connsiteX42-34615" fmla="*/ 2073 w 2254"/>
                    <a:gd name="connsiteY42-34616" fmla="*/ 944 h 4213"/>
                    <a:gd name="connsiteX43-34617" fmla="*/ 2073 w 2254"/>
                    <a:gd name="connsiteY43-34618" fmla="*/ 1022 h 4213"/>
                    <a:gd name="connsiteX44-34619" fmla="*/ 2142 w 2254"/>
                    <a:gd name="connsiteY44-34620" fmla="*/ 1168 h 4213"/>
                    <a:gd name="connsiteX45-34621" fmla="*/ 2157 w 2254"/>
                    <a:gd name="connsiteY45-34622" fmla="*/ 1427 h 4213"/>
                    <a:gd name="connsiteX46-34623" fmla="*/ 2159 w 2254"/>
                    <a:gd name="connsiteY46-34624" fmla="*/ 1617 h 4213"/>
                    <a:gd name="connsiteX47-34625" fmla="*/ 2092 w 2254"/>
                    <a:gd name="connsiteY47-34626" fmla="*/ 1625 h 4213"/>
                    <a:gd name="connsiteX48-34627" fmla="*/ 2070 w 2254"/>
                    <a:gd name="connsiteY48-34628" fmla="*/ 1507 h 4213"/>
                    <a:gd name="connsiteX49-34629" fmla="*/ 2035 w 2254"/>
                    <a:gd name="connsiteY49-34630" fmla="*/ 1450 h 4213"/>
                    <a:gd name="connsiteX50-34631" fmla="*/ 1945 w 2254"/>
                    <a:gd name="connsiteY50-34632" fmla="*/ 1582 h 4213"/>
                    <a:gd name="connsiteX51-34633" fmla="*/ 1832 w 2254"/>
                    <a:gd name="connsiteY51-34634" fmla="*/ 1776 h 4213"/>
                    <a:gd name="connsiteX52-34635" fmla="*/ 1713 w 2254"/>
                    <a:gd name="connsiteY52-34636" fmla="*/ 1904 h 4213"/>
                    <a:gd name="connsiteX53-34637" fmla="*/ 1706 w 2254"/>
                    <a:gd name="connsiteY53-34638" fmla="*/ 2018 h 4213"/>
                    <a:gd name="connsiteX54-34639" fmla="*/ 1766 w 2254"/>
                    <a:gd name="connsiteY54-34640" fmla="*/ 2115 h 4213"/>
                    <a:gd name="connsiteX55-34641" fmla="*/ 1868 w 2254"/>
                    <a:gd name="connsiteY55-34642" fmla="*/ 2183 h 4213"/>
                    <a:gd name="connsiteX56-34643" fmla="*/ 1945 w 2254"/>
                    <a:gd name="connsiteY56-34644" fmla="*/ 2178 h 4213"/>
                    <a:gd name="connsiteX57-34645" fmla="*/ 1990 w 2254"/>
                    <a:gd name="connsiteY57-34646" fmla="*/ 2104 h 4213"/>
                    <a:gd name="connsiteX58-34647" fmla="*/ 2024 w 2254"/>
                    <a:gd name="connsiteY58-34648" fmla="*/ 2210 h 4213"/>
                    <a:gd name="connsiteX59-34649" fmla="*/ 1912 w 2254"/>
                    <a:gd name="connsiteY59-34650" fmla="*/ 2249 h 4213"/>
                    <a:gd name="connsiteX60-34651" fmla="*/ 1959 w 2254"/>
                    <a:gd name="connsiteY60-34652" fmla="*/ 2362 h 4213"/>
                    <a:gd name="connsiteX61-34653" fmla="*/ 1824 w 2254"/>
                    <a:gd name="connsiteY61-34654" fmla="*/ 2509 h 4213"/>
                    <a:gd name="connsiteX62-34655" fmla="*/ 1783 w 2254"/>
                    <a:gd name="connsiteY62-34656" fmla="*/ 2498 h 4213"/>
                    <a:gd name="connsiteX63-34657" fmla="*/ 1659 w 2254"/>
                    <a:gd name="connsiteY63-34658" fmla="*/ 2413 h 4213"/>
                    <a:gd name="connsiteX64-34659" fmla="*/ 1604 w 2254"/>
                    <a:gd name="connsiteY64-34660" fmla="*/ 2412 h 4213"/>
                    <a:gd name="connsiteX65-34661" fmla="*/ 1569 w 2254"/>
                    <a:gd name="connsiteY65-34662" fmla="*/ 2480 h 4213"/>
                    <a:gd name="connsiteX66-34663" fmla="*/ 1572 w 2254"/>
                    <a:gd name="connsiteY66-34664" fmla="*/ 2562 h 4213"/>
                    <a:gd name="connsiteX67-34665" fmla="*/ 1750 w 2254"/>
                    <a:gd name="connsiteY67-34666" fmla="*/ 2730 h 4213"/>
                    <a:gd name="connsiteX68-34667" fmla="*/ 1749 w 2254"/>
                    <a:gd name="connsiteY68-34668" fmla="*/ 2844 h 4213"/>
                    <a:gd name="connsiteX69-34669" fmla="*/ 1840 w 2254"/>
                    <a:gd name="connsiteY69-34670" fmla="*/ 3060 h 4213"/>
                    <a:gd name="connsiteX70-34671" fmla="*/ 1866 w 2254"/>
                    <a:gd name="connsiteY70-34672" fmla="*/ 3090 h 4213"/>
                    <a:gd name="connsiteX71-34673" fmla="*/ 1910 w 2254"/>
                    <a:gd name="connsiteY71-34674" fmla="*/ 3094 h 4213"/>
                    <a:gd name="connsiteX72-34675" fmla="*/ 1956 w 2254"/>
                    <a:gd name="connsiteY72-34676" fmla="*/ 3010 h 4213"/>
                    <a:gd name="connsiteX73-34677" fmla="*/ 2036 w 2254"/>
                    <a:gd name="connsiteY73-34678" fmla="*/ 2950 h 4213"/>
                    <a:gd name="connsiteX74-34679" fmla="*/ 2131 w 2254"/>
                    <a:gd name="connsiteY74-34680" fmla="*/ 3126 h 4213"/>
                    <a:gd name="connsiteX75-34681" fmla="*/ 2241 w 2254"/>
                    <a:gd name="connsiteY75-34682" fmla="*/ 3312 h 4213"/>
                    <a:gd name="connsiteX76-34683" fmla="*/ 2254 w 2254"/>
                    <a:gd name="connsiteY76-34684" fmla="*/ 3342 h 4213"/>
                    <a:gd name="connsiteX77-34685" fmla="*/ 2243 w 2254"/>
                    <a:gd name="connsiteY77-34686" fmla="*/ 3518 h 4213"/>
                    <a:gd name="connsiteX78-34687" fmla="*/ 2208 w 2254"/>
                    <a:gd name="connsiteY78-34688" fmla="*/ 3554 h 4213"/>
                    <a:gd name="connsiteX79-34689" fmla="*/ 2119 w 2254"/>
                    <a:gd name="connsiteY79-34690" fmla="*/ 3515 h 4213"/>
                    <a:gd name="connsiteX80-34691" fmla="*/ 1885 w 2254"/>
                    <a:gd name="connsiteY80-34692" fmla="*/ 3644 h 4213"/>
                    <a:gd name="connsiteX81-34693" fmla="*/ 1859 w 2254"/>
                    <a:gd name="connsiteY81-34694" fmla="*/ 3666 h 4213"/>
                    <a:gd name="connsiteX82-34695" fmla="*/ 1679 w 2254"/>
                    <a:gd name="connsiteY82-34696" fmla="*/ 3812 h 4213"/>
                    <a:gd name="connsiteX83-34697" fmla="*/ 1538 w 2254"/>
                    <a:gd name="connsiteY83-34698" fmla="*/ 3926 h 4213"/>
                    <a:gd name="connsiteX84-34699" fmla="*/ 1503 w 2254"/>
                    <a:gd name="connsiteY84-34700" fmla="*/ 3965 h 4213"/>
                    <a:gd name="connsiteX85-34701" fmla="*/ 1451 w 2254"/>
                    <a:gd name="connsiteY85-34702" fmla="*/ 3973 h 4213"/>
                    <a:gd name="connsiteX86-34703" fmla="*/ 1394 w 2254"/>
                    <a:gd name="connsiteY86-34704" fmla="*/ 3916 h 4213"/>
                    <a:gd name="connsiteX87-34705" fmla="*/ 1270 w 2254"/>
                    <a:gd name="connsiteY87-34706" fmla="*/ 3808 h 4213"/>
                    <a:gd name="connsiteX88-34707" fmla="*/ 1294 w 2254"/>
                    <a:gd name="connsiteY88-34708" fmla="*/ 4064 h 4213"/>
                    <a:gd name="connsiteX89-34709" fmla="*/ 1303 w 2254"/>
                    <a:gd name="connsiteY89-34710" fmla="*/ 4192 h 4213"/>
                    <a:gd name="connsiteX90-34711" fmla="*/ 1041 w 2254"/>
                    <a:gd name="connsiteY90-34712" fmla="*/ 4166 h 4213"/>
                    <a:gd name="connsiteX91-34713" fmla="*/ 959 w 2254"/>
                    <a:gd name="connsiteY91-34714" fmla="*/ 3987 h 4213"/>
                    <a:gd name="connsiteX92-34715" fmla="*/ 877 w 2254"/>
                    <a:gd name="connsiteY92-34716" fmla="*/ 3802 h 4213"/>
                    <a:gd name="connsiteX93-34717" fmla="*/ 798 w 2254"/>
                    <a:gd name="connsiteY93-34718" fmla="*/ 3734 h 4213"/>
                    <a:gd name="connsiteX94-34719" fmla="*/ 891 w 2254"/>
                    <a:gd name="connsiteY94-34720" fmla="*/ 3459 h 4213"/>
                    <a:gd name="connsiteX95-34721" fmla="*/ 932 w 2254"/>
                    <a:gd name="connsiteY95-34722" fmla="*/ 3195 h 4213"/>
                    <a:gd name="connsiteX96-34723" fmla="*/ 968 w 2254"/>
                    <a:gd name="connsiteY96-34724" fmla="*/ 2962 h 4213"/>
                    <a:gd name="connsiteX97-34725" fmla="*/ 1068 w 2254"/>
                    <a:gd name="connsiteY97-34726" fmla="*/ 2333 h 4213"/>
                    <a:gd name="connsiteX0-34727" fmla="*/ 1068 w 2254"/>
                    <a:gd name="connsiteY0-34728" fmla="*/ 2333 h 4213"/>
                    <a:gd name="connsiteX1-34729" fmla="*/ 1066 w 2254"/>
                    <a:gd name="connsiteY1-34730" fmla="*/ 2117 h 4213"/>
                    <a:gd name="connsiteX2-34731" fmla="*/ 990 w 2254"/>
                    <a:gd name="connsiteY2-34732" fmla="*/ 2039 h 4213"/>
                    <a:gd name="connsiteX3-34733" fmla="*/ 847 w 2254"/>
                    <a:gd name="connsiteY3-34734" fmla="*/ 1951 h 4213"/>
                    <a:gd name="connsiteX4-34735" fmla="*/ 755 w 2254"/>
                    <a:gd name="connsiteY4-34736" fmla="*/ 1827 h 4213"/>
                    <a:gd name="connsiteX5-34737" fmla="*/ 659 w 2254"/>
                    <a:gd name="connsiteY5-34738" fmla="*/ 1828 h 4213"/>
                    <a:gd name="connsiteX6-34739" fmla="*/ 614 w 2254"/>
                    <a:gd name="connsiteY6-34740" fmla="*/ 1883 h 4213"/>
                    <a:gd name="connsiteX7-34741" fmla="*/ 521 w 2254"/>
                    <a:gd name="connsiteY7-34742" fmla="*/ 1877 h 4213"/>
                    <a:gd name="connsiteX8-34743" fmla="*/ 501 w 2254"/>
                    <a:gd name="connsiteY8-34744" fmla="*/ 1994 h 4213"/>
                    <a:gd name="connsiteX9-34745" fmla="*/ 320 w 2254"/>
                    <a:gd name="connsiteY9-34746" fmla="*/ 1941 h 4213"/>
                    <a:gd name="connsiteX10-34747" fmla="*/ 237 w 2254"/>
                    <a:gd name="connsiteY10-34748" fmla="*/ 1939 h 4213"/>
                    <a:gd name="connsiteX11-34749" fmla="*/ 112 w 2254"/>
                    <a:gd name="connsiteY11-34750" fmla="*/ 2014 h 4213"/>
                    <a:gd name="connsiteX12-34751" fmla="*/ 0 w 2254"/>
                    <a:gd name="connsiteY12-34752" fmla="*/ 1890 h 4213"/>
                    <a:gd name="connsiteX13-34753" fmla="*/ 94 w 2254"/>
                    <a:gd name="connsiteY13-34754" fmla="*/ 1804 h 4213"/>
                    <a:gd name="connsiteX14-34755" fmla="*/ 98 w 2254"/>
                    <a:gd name="connsiteY14-34756" fmla="*/ 1634 h 4213"/>
                    <a:gd name="connsiteX15-34757" fmla="*/ 153 w 2254"/>
                    <a:gd name="connsiteY15-34758" fmla="*/ 1514 h 4213"/>
                    <a:gd name="connsiteX16-34759" fmla="*/ 196 w 2254"/>
                    <a:gd name="connsiteY16-34760" fmla="*/ 1306 h 4213"/>
                    <a:gd name="connsiteX17-34761" fmla="*/ 256 w 2254"/>
                    <a:gd name="connsiteY17-34762" fmla="*/ 1307 h 4213"/>
                    <a:gd name="connsiteX18-34763" fmla="*/ 579 w 2254"/>
                    <a:gd name="connsiteY18-34764" fmla="*/ 1286 h 4213"/>
                    <a:gd name="connsiteX19-34765" fmla="*/ 753 w 2254"/>
                    <a:gd name="connsiteY19-34766" fmla="*/ 1117 h 4213"/>
                    <a:gd name="connsiteX20-34767" fmla="*/ 822 w 2254"/>
                    <a:gd name="connsiteY20-34768" fmla="*/ 748 h 4213"/>
                    <a:gd name="connsiteX21-34769" fmla="*/ 932 w 2254"/>
                    <a:gd name="connsiteY21-34770" fmla="*/ 486 h 4213"/>
                    <a:gd name="connsiteX22-34771" fmla="*/ 930 w 2254"/>
                    <a:gd name="connsiteY22-34772" fmla="*/ 358 h 4213"/>
                    <a:gd name="connsiteX23-34773" fmla="*/ 917 w 2254"/>
                    <a:gd name="connsiteY23-34774" fmla="*/ 328 h 4213"/>
                    <a:gd name="connsiteX24-34775" fmla="*/ 850 w 2254"/>
                    <a:gd name="connsiteY24-34776" fmla="*/ 251 h 4213"/>
                    <a:gd name="connsiteX25-34777" fmla="*/ 790 w 2254"/>
                    <a:gd name="connsiteY25-34778" fmla="*/ 217 h 4213"/>
                    <a:gd name="connsiteX26-34779" fmla="*/ 915 w 2254"/>
                    <a:gd name="connsiteY26-34780" fmla="*/ 56 h 4213"/>
                    <a:gd name="connsiteX27-34781" fmla="*/ 1088 w 2254"/>
                    <a:gd name="connsiteY27-34782" fmla="*/ 2 h 4213"/>
                    <a:gd name="connsiteX28-34783" fmla="*/ 1120 w 2254"/>
                    <a:gd name="connsiteY28-34784" fmla="*/ 49 h 4213"/>
                    <a:gd name="connsiteX29-34785" fmla="*/ 1110 w 2254"/>
                    <a:gd name="connsiteY29-34786" fmla="*/ 133 h 4213"/>
                    <a:gd name="connsiteX30-34787" fmla="*/ 1049 w 2254"/>
                    <a:gd name="connsiteY30-34788" fmla="*/ 243 h 4213"/>
                    <a:gd name="connsiteX31-34789" fmla="*/ 1119 w 2254"/>
                    <a:gd name="connsiteY31-34790" fmla="*/ 301 h 4213"/>
                    <a:gd name="connsiteX32-34791" fmla="*/ 1233 w 2254"/>
                    <a:gd name="connsiteY32-34792" fmla="*/ 366 h 4213"/>
                    <a:gd name="connsiteX33-34793" fmla="*/ 1253 w 2254"/>
                    <a:gd name="connsiteY33-34794" fmla="*/ 255 h 4213"/>
                    <a:gd name="connsiteX34-34795" fmla="*/ 1387 w 2254"/>
                    <a:gd name="connsiteY34-34796" fmla="*/ 291 h 4213"/>
                    <a:gd name="connsiteX35-34797" fmla="*/ 1412 w 2254"/>
                    <a:gd name="connsiteY35-34798" fmla="*/ 331 h 4213"/>
                    <a:gd name="connsiteX36-34799" fmla="*/ 1488 w 2254"/>
                    <a:gd name="connsiteY36-34800" fmla="*/ 562 h 4213"/>
                    <a:gd name="connsiteX37-34801" fmla="*/ 1523 w 2254"/>
                    <a:gd name="connsiteY37-34802" fmla="*/ 586 h 4213"/>
                    <a:gd name="connsiteX38-34803" fmla="*/ 1615 w 2254"/>
                    <a:gd name="connsiteY38-34804" fmla="*/ 578 h 4213"/>
                    <a:gd name="connsiteX39-34805" fmla="*/ 1875 w 2254"/>
                    <a:gd name="connsiteY39-34806" fmla="*/ 490 h 4213"/>
                    <a:gd name="connsiteX40-34807" fmla="*/ 2095 w 2254"/>
                    <a:gd name="connsiteY40-34808" fmla="*/ 479 h 4213"/>
                    <a:gd name="connsiteX41-34809" fmla="*/ 2155 w 2254"/>
                    <a:gd name="connsiteY41-34810" fmla="*/ 648 h 4213"/>
                    <a:gd name="connsiteX42-34811" fmla="*/ 2073 w 2254"/>
                    <a:gd name="connsiteY42-34812" fmla="*/ 944 h 4213"/>
                    <a:gd name="connsiteX43-34813" fmla="*/ 2073 w 2254"/>
                    <a:gd name="connsiteY43-34814" fmla="*/ 1022 h 4213"/>
                    <a:gd name="connsiteX44-34815" fmla="*/ 2142 w 2254"/>
                    <a:gd name="connsiteY44-34816" fmla="*/ 1168 h 4213"/>
                    <a:gd name="connsiteX45-34817" fmla="*/ 2157 w 2254"/>
                    <a:gd name="connsiteY45-34818" fmla="*/ 1427 h 4213"/>
                    <a:gd name="connsiteX46-34819" fmla="*/ 2159 w 2254"/>
                    <a:gd name="connsiteY46-34820" fmla="*/ 1617 h 4213"/>
                    <a:gd name="connsiteX47-34821" fmla="*/ 2092 w 2254"/>
                    <a:gd name="connsiteY47-34822" fmla="*/ 1625 h 4213"/>
                    <a:gd name="connsiteX48-34823" fmla="*/ 2070 w 2254"/>
                    <a:gd name="connsiteY48-34824" fmla="*/ 1507 h 4213"/>
                    <a:gd name="connsiteX49-34825" fmla="*/ 2035 w 2254"/>
                    <a:gd name="connsiteY49-34826" fmla="*/ 1450 h 4213"/>
                    <a:gd name="connsiteX50-34827" fmla="*/ 1945 w 2254"/>
                    <a:gd name="connsiteY50-34828" fmla="*/ 1582 h 4213"/>
                    <a:gd name="connsiteX51-34829" fmla="*/ 1832 w 2254"/>
                    <a:gd name="connsiteY51-34830" fmla="*/ 1776 h 4213"/>
                    <a:gd name="connsiteX52-34831" fmla="*/ 1713 w 2254"/>
                    <a:gd name="connsiteY52-34832" fmla="*/ 1904 h 4213"/>
                    <a:gd name="connsiteX53-34833" fmla="*/ 1706 w 2254"/>
                    <a:gd name="connsiteY53-34834" fmla="*/ 2018 h 4213"/>
                    <a:gd name="connsiteX54-34835" fmla="*/ 1766 w 2254"/>
                    <a:gd name="connsiteY54-34836" fmla="*/ 2115 h 4213"/>
                    <a:gd name="connsiteX55-34837" fmla="*/ 1868 w 2254"/>
                    <a:gd name="connsiteY55-34838" fmla="*/ 2183 h 4213"/>
                    <a:gd name="connsiteX56-34839" fmla="*/ 1945 w 2254"/>
                    <a:gd name="connsiteY56-34840" fmla="*/ 2178 h 4213"/>
                    <a:gd name="connsiteX57-34841" fmla="*/ 1990 w 2254"/>
                    <a:gd name="connsiteY57-34842" fmla="*/ 2104 h 4213"/>
                    <a:gd name="connsiteX58-34843" fmla="*/ 2024 w 2254"/>
                    <a:gd name="connsiteY58-34844" fmla="*/ 2210 h 4213"/>
                    <a:gd name="connsiteX59-34845" fmla="*/ 1912 w 2254"/>
                    <a:gd name="connsiteY59-34846" fmla="*/ 2249 h 4213"/>
                    <a:gd name="connsiteX60-34847" fmla="*/ 1959 w 2254"/>
                    <a:gd name="connsiteY60-34848" fmla="*/ 2362 h 4213"/>
                    <a:gd name="connsiteX61-34849" fmla="*/ 1824 w 2254"/>
                    <a:gd name="connsiteY61-34850" fmla="*/ 2509 h 4213"/>
                    <a:gd name="connsiteX62-34851" fmla="*/ 1783 w 2254"/>
                    <a:gd name="connsiteY62-34852" fmla="*/ 2498 h 4213"/>
                    <a:gd name="connsiteX63-34853" fmla="*/ 1659 w 2254"/>
                    <a:gd name="connsiteY63-34854" fmla="*/ 2413 h 4213"/>
                    <a:gd name="connsiteX64-34855" fmla="*/ 1604 w 2254"/>
                    <a:gd name="connsiteY64-34856" fmla="*/ 2412 h 4213"/>
                    <a:gd name="connsiteX65-34857" fmla="*/ 1569 w 2254"/>
                    <a:gd name="connsiteY65-34858" fmla="*/ 2480 h 4213"/>
                    <a:gd name="connsiteX66-34859" fmla="*/ 1572 w 2254"/>
                    <a:gd name="connsiteY66-34860" fmla="*/ 2562 h 4213"/>
                    <a:gd name="connsiteX67-34861" fmla="*/ 1750 w 2254"/>
                    <a:gd name="connsiteY67-34862" fmla="*/ 2730 h 4213"/>
                    <a:gd name="connsiteX68-34863" fmla="*/ 1749 w 2254"/>
                    <a:gd name="connsiteY68-34864" fmla="*/ 2844 h 4213"/>
                    <a:gd name="connsiteX69-34865" fmla="*/ 1840 w 2254"/>
                    <a:gd name="connsiteY69-34866" fmla="*/ 3060 h 4213"/>
                    <a:gd name="connsiteX70-34867" fmla="*/ 1866 w 2254"/>
                    <a:gd name="connsiteY70-34868" fmla="*/ 3090 h 4213"/>
                    <a:gd name="connsiteX71-34869" fmla="*/ 1910 w 2254"/>
                    <a:gd name="connsiteY71-34870" fmla="*/ 3094 h 4213"/>
                    <a:gd name="connsiteX72-34871" fmla="*/ 1956 w 2254"/>
                    <a:gd name="connsiteY72-34872" fmla="*/ 3010 h 4213"/>
                    <a:gd name="connsiteX73-34873" fmla="*/ 2036 w 2254"/>
                    <a:gd name="connsiteY73-34874" fmla="*/ 2950 h 4213"/>
                    <a:gd name="connsiteX74-34875" fmla="*/ 2131 w 2254"/>
                    <a:gd name="connsiteY74-34876" fmla="*/ 3126 h 4213"/>
                    <a:gd name="connsiteX75-34877" fmla="*/ 2241 w 2254"/>
                    <a:gd name="connsiteY75-34878" fmla="*/ 3312 h 4213"/>
                    <a:gd name="connsiteX76-34879" fmla="*/ 2254 w 2254"/>
                    <a:gd name="connsiteY76-34880" fmla="*/ 3342 h 4213"/>
                    <a:gd name="connsiteX77-34881" fmla="*/ 2243 w 2254"/>
                    <a:gd name="connsiteY77-34882" fmla="*/ 3518 h 4213"/>
                    <a:gd name="connsiteX78-34883" fmla="*/ 2208 w 2254"/>
                    <a:gd name="connsiteY78-34884" fmla="*/ 3554 h 4213"/>
                    <a:gd name="connsiteX79-34885" fmla="*/ 2119 w 2254"/>
                    <a:gd name="connsiteY79-34886" fmla="*/ 3515 h 4213"/>
                    <a:gd name="connsiteX80-34887" fmla="*/ 1885 w 2254"/>
                    <a:gd name="connsiteY80-34888" fmla="*/ 3644 h 4213"/>
                    <a:gd name="connsiteX81-34889" fmla="*/ 1859 w 2254"/>
                    <a:gd name="connsiteY81-34890" fmla="*/ 3666 h 4213"/>
                    <a:gd name="connsiteX82-34891" fmla="*/ 1679 w 2254"/>
                    <a:gd name="connsiteY82-34892" fmla="*/ 3812 h 4213"/>
                    <a:gd name="connsiteX83-34893" fmla="*/ 1538 w 2254"/>
                    <a:gd name="connsiteY83-34894" fmla="*/ 3926 h 4213"/>
                    <a:gd name="connsiteX84-34895" fmla="*/ 1503 w 2254"/>
                    <a:gd name="connsiteY84-34896" fmla="*/ 3965 h 4213"/>
                    <a:gd name="connsiteX85-34897" fmla="*/ 1451 w 2254"/>
                    <a:gd name="connsiteY85-34898" fmla="*/ 3973 h 4213"/>
                    <a:gd name="connsiteX86-34899" fmla="*/ 1394 w 2254"/>
                    <a:gd name="connsiteY86-34900" fmla="*/ 3916 h 4213"/>
                    <a:gd name="connsiteX87-34901" fmla="*/ 1270 w 2254"/>
                    <a:gd name="connsiteY87-34902" fmla="*/ 3808 h 4213"/>
                    <a:gd name="connsiteX88-34903" fmla="*/ 1294 w 2254"/>
                    <a:gd name="connsiteY88-34904" fmla="*/ 4064 h 4213"/>
                    <a:gd name="connsiteX89-34905" fmla="*/ 1303 w 2254"/>
                    <a:gd name="connsiteY89-34906" fmla="*/ 4192 h 4213"/>
                    <a:gd name="connsiteX90-34907" fmla="*/ 1041 w 2254"/>
                    <a:gd name="connsiteY90-34908" fmla="*/ 4166 h 4213"/>
                    <a:gd name="connsiteX91-34909" fmla="*/ 959 w 2254"/>
                    <a:gd name="connsiteY91-34910" fmla="*/ 3987 h 4213"/>
                    <a:gd name="connsiteX92-34911" fmla="*/ 877 w 2254"/>
                    <a:gd name="connsiteY92-34912" fmla="*/ 3802 h 4213"/>
                    <a:gd name="connsiteX93-34913" fmla="*/ 798 w 2254"/>
                    <a:gd name="connsiteY93-34914" fmla="*/ 3734 h 4213"/>
                    <a:gd name="connsiteX94-34915" fmla="*/ 891 w 2254"/>
                    <a:gd name="connsiteY94-34916" fmla="*/ 3459 h 4213"/>
                    <a:gd name="connsiteX95-34917" fmla="*/ 932 w 2254"/>
                    <a:gd name="connsiteY95-34918" fmla="*/ 3195 h 4213"/>
                    <a:gd name="connsiteX96-34919" fmla="*/ 968 w 2254"/>
                    <a:gd name="connsiteY96-34920" fmla="*/ 2962 h 4213"/>
                    <a:gd name="connsiteX97-34921" fmla="*/ 1068 w 2254"/>
                    <a:gd name="connsiteY97-34922" fmla="*/ 2333 h 4213"/>
                    <a:gd name="connsiteX0-34923" fmla="*/ 1068 w 2254"/>
                    <a:gd name="connsiteY0-34924" fmla="*/ 2333 h 4213"/>
                    <a:gd name="connsiteX1-34925" fmla="*/ 1066 w 2254"/>
                    <a:gd name="connsiteY1-34926" fmla="*/ 2117 h 4213"/>
                    <a:gd name="connsiteX2-34927" fmla="*/ 990 w 2254"/>
                    <a:gd name="connsiteY2-34928" fmla="*/ 2039 h 4213"/>
                    <a:gd name="connsiteX3-34929" fmla="*/ 847 w 2254"/>
                    <a:gd name="connsiteY3-34930" fmla="*/ 1951 h 4213"/>
                    <a:gd name="connsiteX4-34931" fmla="*/ 755 w 2254"/>
                    <a:gd name="connsiteY4-34932" fmla="*/ 1827 h 4213"/>
                    <a:gd name="connsiteX5-34933" fmla="*/ 659 w 2254"/>
                    <a:gd name="connsiteY5-34934" fmla="*/ 1828 h 4213"/>
                    <a:gd name="connsiteX6-34935" fmla="*/ 614 w 2254"/>
                    <a:gd name="connsiteY6-34936" fmla="*/ 1883 h 4213"/>
                    <a:gd name="connsiteX7-34937" fmla="*/ 521 w 2254"/>
                    <a:gd name="connsiteY7-34938" fmla="*/ 1877 h 4213"/>
                    <a:gd name="connsiteX8-34939" fmla="*/ 501 w 2254"/>
                    <a:gd name="connsiteY8-34940" fmla="*/ 1994 h 4213"/>
                    <a:gd name="connsiteX9-34941" fmla="*/ 320 w 2254"/>
                    <a:gd name="connsiteY9-34942" fmla="*/ 1941 h 4213"/>
                    <a:gd name="connsiteX10-34943" fmla="*/ 237 w 2254"/>
                    <a:gd name="connsiteY10-34944" fmla="*/ 1939 h 4213"/>
                    <a:gd name="connsiteX11-34945" fmla="*/ 112 w 2254"/>
                    <a:gd name="connsiteY11-34946" fmla="*/ 2014 h 4213"/>
                    <a:gd name="connsiteX12-34947" fmla="*/ 0 w 2254"/>
                    <a:gd name="connsiteY12-34948" fmla="*/ 1890 h 4213"/>
                    <a:gd name="connsiteX13-34949" fmla="*/ 94 w 2254"/>
                    <a:gd name="connsiteY13-34950" fmla="*/ 1804 h 4213"/>
                    <a:gd name="connsiteX14-34951" fmla="*/ 98 w 2254"/>
                    <a:gd name="connsiteY14-34952" fmla="*/ 1634 h 4213"/>
                    <a:gd name="connsiteX15-34953" fmla="*/ 153 w 2254"/>
                    <a:gd name="connsiteY15-34954" fmla="*/ 1514 h 4213"/>
                    <a:gd name="connsiteX16-34955" fmla="*/ 196 w 2254"/>
                    <a:gd name="connsiteY16-34956" fmla="*/ 1306 h 4213"/>
                    <a:gd name="connsiteX17-34957" fmla="*/ 256 w 2254"/>
                    <a:gd name="connsiteY17-34958" fmla="*/ 1307 h 4213"/>
                    <a:gd name="connsiteX18-34959" fmla="*/ 579 w 2254"/>
                    <a:gd name="connsiteY18-34960" fmla="*/ 1286 h 4213"/>
                    <a:gd name="connsiteX19-34961" fmla="*/ 753 w 2254"/>
                    <a:gd name="connsiteY19-34962" fmla="*/ 1117 h 4213"/>
                    <a:gd name="connsiteX20-34963" fmla="*/ 822 w 2254"/>
                    <a:gd name="connsiteY20-34964" fmla="*/ 748 h 4213"/>
                    <a:gd name="connsiteX21-34965" fmla="*/ 932 w 2254"/>
                    <a:gd name="connsiteY21-34966" fmla="*/ 486 h 4213"/>
                    <a:gd name="connsiteX22-34967" fmla="*/ 930 w 2254"/>
                    <a:gd name="connsiteY22-34968" fmla="*/ 358 h 4213"/>
                    <a:gd name="connsiteX23-34969" fmla="*/ 917 w 2254"/>
                    <a:gd name="connsiteY23-34970" fmla="*/ 328 h 4213"/>
                    <a:gd name="connsiteX24-34971" fmla="*/ 850 w 2254"/>
                    <a:gd name="connsiteY24-34972" fmla="*/ 251 h 4213"/>
                    <a:gd name="connsiteX25-34973" fmla="*/ 790 w 2254"/>
                    <a:gd name="connsiteY25-34974" fmla="*/ 217 h 4213"/>
                    <a:gd name="connsiteX26-34975" fmla="*/ 915 w 2254"/>
                    <a:gd name="connsiteY26-34976" fmla="*/ 56 h 4213"/>
                    <a:gd name="connsiteX27-34977" fmla="*/ 1088 w 2254"/>
                    <a:gd name="connsiteY27-34978" fmla="*/ 2 h 4213"/>
                    <a:gd name="connsiteX28-34979" fmla="*/ 1120 w 2254"/>
                    <a:gd name="connsiteY28-34980" fmla="*/ 49 h 4213"/>
                    <a:gd name="connsiteX29-34981" fmla="*/ 1110 w 2254"/>
                    <a:gd name="connsiteY29-34982" fmla="*/ 133 h 4213"/>
                    <a:gd name="connsiteX30-34983" fmla="*/ 1049 w 2254"/>
                    <a:gd name="connsiteY30-34984" fmla="*/ 243 h 4213"/>
                    <a:gd name="connsiteX31-34985" fmla="*/ 1119 w 2254"/>
                    <a:gd name="connsiteY31-34986" fmla="*/ 301 h 4213"/>
                    <a:gd name="connsiteX32-34987" fmla="*/ 1233 w 2254"/>
                    <a:gd name="connsiteY32-34988" fmla="*/ 366 h 4213"/>
                    <a:gd name="connsiteX33-34989" fmla="*/ 1253 w 2254"/>
                    <a:gd name="connsiteY33-34990" fmla="*/ 255 h 4213"/>
                    <a:gd name="connsiteX34-34991" fmla="*/ 1387 w 2254"/>
                    <a:gd name="connsiteY34-34992" fmla="*/ 291 h 4213"/>
                    <a:gd name="connsiteX35-34993" fmla="*/ 1412 w 2254"/>
                    <a:gd name="connsiteY35-34994" fmla="*/ 331 h 4213"/>
                    <a:gd name="connsiteX36-34995" fmla="*/ 1488 w 2254"/>
                    <a:gd name="connsiteY36-34996" fmla="*/ 562 h 4213"/>
                    <a:gd name="connsiteX37-34997" fmla="*/ 1523 w 2254"/>
                    <a:gd name="connsiteY37-34998" fmla="*/ 586 h 4213"/>
                    <a:gd name="connsiteX38-34999" fmla="*/ 1615 w 2254"/>
                    <a:gd name="connsiteY38-35000" fmla="*/ 578 h 4213"/>
                    <a:gd name="connsiteX39-35001" fmla="*/ 1875 w 2254"/>
                    <a:gd name="connsiteY39-35002" fmla="*/ 490 h 4213"/>
                    <a:gd name="connsiteX40-35003" fmla="*/ 2095 w 2254"/>
                    <a:gd name="connsiteY40-35004" fmla="*/ 479 h 4213"/>
                    <a:gd name="connsiteX41-35005" fmla="*/ 2155 w 2254"/>
                    <a:gd name="connsiteY41-35006" fmla="*/ 648 h 4213"/>
                    <a:gd name="connsiteX42-35007" fmla="*/ 2073 w 2254"/>
                    <a:gd name="connsiteY42-35008" fmla="*/ 944 h 4213"/>
                    <a:gd name="connsiteX43-35009" fmla="*/ 2073 w 2254"/>
                    <a:gd name="connsiteY43-35010" fmla="*/ 1022 h 4213"/>
                    <a:gd name="connsiteX44-35011" fmla="*/ 2142 w 2254"/>
                    <a:gd name="connsiteY44-35012" fmla="*/ 1168 h 4213"/>
                    <a:gd name="connsiteX45-35013" fmla="*/ 2157 w 2254"/>
                    <a:gd name="connsiteY45-35014" fmla="*/ 1427 h 4213"/>
                    <a:gd name="connsiteX46-35015" fmla="*/ 2159 w 2254"/>
                    <a:gd name="connsiteY46-35016" fmla="*/ 1617 h 4213"/>
                    <a:gd name="connsiteX47-35017" fmla="*/ 2092 w 2254"/>
                    <a:gd name="connsiteY47-35018" fmla="*/ 1625 h 4213"/>
                    <a:gd name="connsiteX48-35019" fmla="*/ 2070 w 2254"/>
                    <a:gd name="connsiteY48-35020" fmla="*/ 1507 h 4213"/>
                    <a:gd name="connsiteX49-35021" fmla="*/ 2035 w 2254"/>
                    <a:gd name="connsiteY49-35022" fmla="*/ 1450 h 4213"/>
                    <a:gd name="connsiteX50-35023" fmla="*/ 1945 w 2254"/>
                    <a:gd name="connsiteY50-35024" fmla="*/ 1582 h 4213"/>
                    <a:gd name="connsiteX51-35025" fmla="*/ 1832 w 2254"/>
                    <a:gd name="connsiteY51-35026" fmla="*/ 1776 h 4213"/>
                    <a:gd name="connsiteX52-35027" fmla="*/ 1713 w 2254"/>
                    <a:gd name="connsiteY52-35028" fmla="*/ 1904 h 4213"/>
                    <a:gd name="connsiteX53-35029" fmla="*/ 1706 w 2254"/>
                    <a:gd name="connsiteY53-35030" fmla="*/ 2018 h 4213"/>
                    <a:gd name="connsiteX54-35031" fmla="*/ 1766 w 2254"/>
                    <a:gd name="connsiteY54-35032" fmla="*/ 2115 h 4213"/>
                    <a:gd name="connsiteX55-35033" fmla="*/ 1868 w 2254"/>
                    <a:gd name="connsiteY55-35034" fmla="*/ 2183 h 4213"/>
                    <a:gd name="connsiteX56-35035" fmla="*/ 1945 w 2254"/>
                    <a:gd name="connsiteY56-35036" fmla="*/ 2178 h 4213"/>
                    <a:gd name="connsiteX57-35037" fmla="*/ 1990 w 2254"/>
                    <a:gd name="connsiteY57-35038" fmla="*/ 2104 h 4213"/>
                    <a:gd name="connsiteX58-35039" fmla="*/ 2024 w 2254"/>
                    <a:gd name="connsiteY58-35040" fmla="*/ 2210 h 4213"/>
                    <a:gd name="connsiteX59-35041" fmla="*/ 1912 w 2254"/>
                    <a:gd name="connsiteY59-35042" fmla="*/ 2249 h 4213"/>
                    <a:gd name="connsiteX60-35043" fmla="*/ 1959 w 2254"/>
                    <a:gd name="connsiteY60-35044" fmla="*/ 2362 h 4213"/>
                    <a:gd name="connsiteX61-35045" fmla="*/ 1824 w 2254"/>
                    <a:gd name="connsiteY61-35046" fmla="*/ 2509 h 4213"/>
                    <a:gd name="connsiteX62-35047" fmla="*/ 1783 w 2254"/>
                    <a:gd name="connsiteY62-35048" fmla="*/ 2498 h 4213"/>
                    <a:gd name="connsiteX63-35049" fmla="*/ 1659 w 2254"/>
                    <a:gd name="connsiteY63-35050" fmla="*/ 2413 h 4213"/>
                    <a:gd name="connsiteX64-35051" fmla="*/ 1604 w 2254"/>
                    <a:gd name="connsiteY64-35052" fmla="*/ 2412 h 4213"/>
                    <a:gd name="connsiteX65-35053" fmla="*/ 1569 w 2254"/>
                    <a:gd name="connsiteY65-35054" fmla="*/ 2480 h 4213"/>
                    <a:gd name="connsiteX66-35055" fmla="*/ 1572 w 2254"/>
                    <a:gd name="connsiteY66-35056" fmla="*/ 2562 h 4213"/>
                    <a:gd name="connsiteX67-35057" fmla="*/ 1750 w 2254"/>
                    <a:gd name="connsiteY67-35058" fmla="*/ 2730 h 4213"/>
                    <a:gd name="connsiteX68-35059" fmla="*/ 1749 w 2254"/>
                    <a:gd name="connsiteY68-35060" fmla="*/ 2844 h 4213"/>
                    <a:gd name="connsiteX69-35061" fmla="*/ 1840 w 2254"/>
                    <a:gd name="connsiteY69-35062" fmla="*/ 3060 h 4213"/>
                    <a:gd name="connsiteX70-35063" fmla="*/ 1866 w 2254"/>
                    <a:gd name="connsiteY70-35064" fmla="*/ 3090 h 4213"/>
                    <a:gd name="connsiteX71-35065" fmla="*/ 1910 w 2254"/>
                    <a:gd name="connsiteY71-35066" fmla="*/ 3094 h 4213"/>
                    <a:gd name="connsiteX72-35067" fmla="*/ 1956 w 2254"/>
                    <a:gd name="connsiteY72-35068" fmla="*/ 3010 h 4213"/>
                    <a:gd name="connsiteX73-35069" fmla="*/ 2036 w 2254"/>
                    <a:gd name="connsiteY73-35070" fmla="*/ 2950 h 4213"/>
                    <a:gd name="connsiteX74-35071" fmla="*/ 2131 w 2254"/>
                    <a:gd name="connsiteY74-35072" fmla="*/ 3126 h 4213"/>
                    <a:gd name="connsiteX75-35073" fmla="*/ 2241 w 2254"/>
                    <a:gd name="connsiteY75-35074" fmla="*/ 3312 h 4213"/>
                    <a:gd name="connsiteX76-35075" fmla="*/ 2254 w 2254"/>
                    <a:gd name="connsiteY76-35076" fmla="*/ 3342 h 4213"/>
                    <a:gd name="connsiteX77-35077" fmla="*/ 2243 w 2254"/>
                    <a:gd name="connsiteY77-35078" fmla="*/ 3518 h 4213"/>
                    <a:gd name="connsiteX78-35079" fmla="*/ 2208 w 2254"/>
                    <a:gd name="connsiteY78-35080" fmla="*/ 3554 h 4213"/>
                    <a:gd name="connsiteX79-35081" fmla="*/ 2119 w 2254"/>
                    <a:gd name="connsiteY79-35082" fmla="*/ 3515 h 4213"/>
                    <a:gd name="connsiteX80-35083" fmla="*/ 1885 w 2254"/>
                    <a:gd name="connsiteY80-35084" fmla="*/ 3644 h 4213"/>
                    <a:gd name="connsiteX81-35085" fmla="*/ 1859 w 2254"/>
                    <a:gd name="connsiteY81-35086" fmla="*/ 3666 h 4213"/>
                    <a:gd name="connsiteX82-35087" fmla="*/ 1679 w 2254"/>
                    <a:gd name="connsiteY82-35088" fmla="*/ 3812 h 4213"/>
                    <a:gd name="connsiteX83-35089" fmla="*/ 1538 w 2254"/>
                    <a:gd name="connsiteY83-35090" fmla="*/ 3926 h 4213"/>
                    <a:gd name="connsiteX84-35091" fmla="*/ 1503 w 2254"/>
                    <a:gd name="connsiteY84-35092" fmla="*/ 3965 h 4213"/>
                    <a:gd name="connsiteX85-35093" fmla="*/ 1451 w 2254"/>
                    <a:gd name="connsiteY85-35094" fmla="*/ 3973 h 4213"/>
                    <a:gd name="connsiteX86-35095" fmla="*/ 1394 w 2254"/>
                    <a:gd name="connsiteY86-35096" fmla="*/ 3916 h 4213"/>
                    <a:gd name="connsiteX87-35097" fmla="*/ 1270 w 2254"/>
                    <a:gd name="connsiteY87-35098" fmla="*/ 3808 h 4213"/>
                    <a:gd name="connsiteX88-35099" fmla="*/ 1294 w 2254"/>
                    <a:gd name="connsiteY88-35100" fmla="*/ 4064 h 4213"/>
                    <a:gd name="connsiteX89-35101" fmla="*/ 1303 w 2254"/>
                    <a:gd name="connsiteY89-35102" fmla="*/ 4192 h 4213"/>
                    <a:gd name="connsiteX90-35103" fmla="*/ 1041 w 2254"/>
                    <a:gd name="connsiteY90-35104" fmla="*/ 4166 h 4213"/>
                    <a:gd name="connsiteX91-35105" fmla="*/ 959 w 2254"/>
                    <a:gd name="connsiteY91-35106" fmla="*/ 3987 h 4213"/>
                    <a:gd name="connsiteX92-35107" fmla="*/ 877 w 2254"/>
                    <a:gd name="connsiteY92-35108" fmla="*/ 3802 h 4213"/>
                    <a:gd name="connsiteX93-35109" fmla="*/ 798 w 2254"/>
                    <a:gd name="connsiteY93-35110" fmla="*/ 3734 h 4213"/>
                    <a:gd name="connsiteX94-35111" fmla="*/ 891 w 2254"/>
                    <a:gd name="connsiteY94-35112" fmla="*/ 3459 h 4213"/>
                    <a:gd name="connsiteX95-35113" fmla="*/ 932 w 2254"/>
                    <a:gd name="connsiteY95-35114" fmla="*/ 3195 h 4213"/>
                    <a:gd name="connsiteX96-35115" fmla="*/ 968 w 2254"/>
                    <a:gd name="connsiteY96-35116" fmla="*/ 2962 h 4213"/>
                    <a:gd name="connsiteX97-35117" fmla="*/ 1068 w 2254"/>
                    <a:gd name="connsiteY97-35118" fmla="*/ 2333 h 4213"/>
                    <a:gd name="connsiteX0-35119" fmla="*/ 1068 w 2254"/>
                    <a:gd name="connsiteY0-35120" fmla="*/ 2333 h 4213"/>
                    <a:gd name="connsiteX1-35121" fmla="*/ 1066 w 2254"/>
                    <a:gd name="connsiteY1-35122" fmla="*/ 2117 h 4213"/>
                    <a:gd name="connsiteX2-35123" fmla="*/ 990 w 2254"/>
                    <a:gd name="connsiteY2-35124" fmla="*/ 2039 h 4213"/>
                    <a:gd name="connsiteX3-35125" fmla="*/ 847 w 2254"/>
                    <a:gd name="connsiteY3-35126" fmla="*/ 1951 h 4213"/>
                    <a:gd name="connsiteX4-35127" fmla="*/ 755 w 2254"/>
                    <a:gd name="connsiteY4-35128" fmla="*/ 1827 h 4213"/>
                    <a:gd name="connsiteX5-35129" fmla="*/ 659 w 2254"/>
                    <a:gd name="connsiteY5-35130" fmla="*/ 1828 h 4213"/>
                    <a:gd name="connsiteX6-35131" fmla="*/ 614 w 2254"/>
                    <a:gd name="connsiteY6-35132" fmla="*/ 1883 h 4213"/>
                    <a:gd name="connsiteX7-35133" fmla="*/ 521 w 2254"/>
                    <a:gd name="connsiteY7-35134" fmla="*/ 1877 h 4213"/>
                    <a:gd name="connsiteX8-35135" fmla="*/ 501 w 2254"/>
                    <a:gd name="connsiteY8-35136" fmla="*/ 1994 h 4213"/>
                    <a:gd name="connsiteX9-35137" fmla="*/ 320 w 2254"/>
                    <a:gd name="connsiteY9-35138" fmla="*/ 1941 h 4213"/>
                    <a:gd name="connsiteX10-35139" fmla="*/ 237 w 2254"/>
                    <a:gd name="connsiteY10-35140" fmla="*/ 1939 h 4213"/>
                    <a:gd name="connsiteX11-35141" fmla="*/ 112 w 2254"/>
                    <a:gd name="connsiteY11-35142" fmla="*/ 2014 h 4213"/>
                    <a:gd name="connsiteX12-35143" fmla="*/ 0 w 2254"/>
                    <a:gd name="connsiteY12-35144" fmla="*/ 1890 h 4213"/>
                    <a:gd name="connsiteX13-35145" fmla="*/ 94 w 2254"/>
                    <a:gd name="connsiteY13-35146" fmla="*/ 1804 h 4213"/>
                    <a:gd name="connsiteX14-35147" fmla="*/ 98 w 2254"/>
                    <a:gd name="connsiteY14-35148" fmla="*/ 1634 h 4213"/>
                    <a:gd name="connsiteX15-35149" fmla="*/ 153 w 2254"/>
                    <a:gd name="connsiteY15-35150" fmla="*/ 1514 h 4213"/>
                    <a:gd name="connsiteX16-35151" fmla="*/ 196 w 2254"/>
                    <a:gd name="connsiteY16-35152" fmla="*/ 1306 h 4213"/>
                    <a:gd name="connsiteX17-35153" fmla="*/ 256 w 2254"/>
                    <a:gd name="connsiteY17-35154" fmla="*/ 1307 h 4213"/>
                    <a:gd name="connsiteX18-35155" fmla="*/ 579 w 2254"/>
                    <a:gd name="connsiteY18-35156" fmla="*/ 1286 h 4213"/>
                    <a:gd name="connsiteX19-35157" fmla="*/ 753 w 2254"/>
                    <a:gd name="connsiteY19-35158" fmla="*/ 1117 h 4213"/>
                    <a:gd name="connsiteX20-35159" fmla="*/ 822 w 2254"/>
                    <a:gd name="connsiteY20-35160" fmla="*/ 748 h 4213"/>
                    <a:gd name="connsiteX21-35161" fmla="*/ 932 w 2254"/>
                    <a:gd name="connsiteY21-35162" fmla="*/ 486 h 4213"/>
                    <a:gd name="connsiteX22-35163" fmla="*/ 930 w 2254"/>
                    <a:gd name="connsiteY22-35164" fmla="*/ 358 h 4213"/>
                    <a:gd name="connsiteX23-35165" fmla="*/ 917 w 2254"/>
                    <a:gd name="connsiteY23-35166" fmla="*/ 328 h 4213"/>
                    <a:gd name="connsiteX24-35167" fmla="*/ 850 w 2254"/>
                    <a:gd name="connsiteY24-35168" fmla="*/ 251 h 4213"/>
                    <a:gd name="connsiteX25-35169" fmla="*/ 790 w 2254"/>
                    <a:gd name="connsiteY25-35170" fmla="*/ 217 h 4213"/>
                    <a:gd name="connsiteX26-35171" fmla="*/ 915 w 2254"/>
                    <a:gd name="connsiteY26-35172" fmla="*/ 56 h 4213"/>
                    <a:gd name="connsiteX27-35173" fmla="*/ 1088 w 2254"/>
                    <a:gd name="connsiteY27-35174" fmla="*/ 2 h 4213"/>
                    <a:gd name="connsiteX28-35175" fmla="*/ 1120 w 2254"/>
                    <a:gd name="connsiteY28-35176" fmla="*/ 49 h 4213"/>
                    <a:gd name="connsiteX29-35177" fmla="*/ 1110 w 2254"/>
                    <a:gd name="connsiteY29-35178" fmla="*/ 133 h 4213"/>
                    <a:gd name="connsiteX30-35179" fmla="*/ 1049 w 2254"/>
                    <a:gd name="connsiteY30-35180" fmla="*/ 243 h 4213"/>
                    <a:gd name="connsiteX31-35181" fmla="*/ 1119 w 2254"/>
                    <a:gd name="connsiteY31-35182" fmla="*/ 301 h 4213"/>
                    <a:gd name="connsiteX32-35183" fmla="*/ 1233 w 2254"/>
                    <a:gd name="connsiteY32-35184" fmla="*/ 366 h 4213"/>
                    <a:gd name="connsiteX33-35185" fmla="*/ 1253 w 2254"/>
                    <a:gd name="connsiteY33-35186" fmla="*/ 255 h 4213"/>
                    <a:gd name="connsiteX34-35187" fmla="*/ 1387 w 2254"/>
                    <a:gd name="connsiteY34-35188" fmla="*/ 291 h 4213"/>
                    <a:gd name="connsiteX35-35189" fmla="*/ 1412 w 2254"/>
                    <a:gd name="connsiteY35-35190" fmla="*/ 331 h 4213"/>
                    <a:gd name="connsiteX36-35191" fmla="*/ 1488 w 2254"/>
                    <a:gd name="connsiteY36-35192" fmla="*/ 562 h 4213"/>
                    <a:gd name="connsiteX37-35193" fmla="*/ 1523 w 2254"/>
                    <a:gd name="connsiteY37-35194" fmla="*/ 586 h 4213"/>
                    <a:gd name="connsiteX38-35195" fmla="*/ 1615 w 2254"/>
                    <a:gd name="connsiteY38-35196" fmla="*/ 578 h 4213"/>
                    <a:gd name="connsiteX39-35197" fmla="*/ 1875 w 2254"/>
                    <a:gd name="connsiteY39-35198" fmla="*/ 490 h 4213"/>
                    <a:gd name="connsiteX40-35199" fmla="*/ 2095 w 2254"/>
                    <a:gd name="connsiteY40-35200" fmla="*/ 479 h 4213"/>
                    <a:gd name="connsiteX41-35201" fmla="*/ 2155 w 2254"/>
                    <a:gd name="connsiteY41-35202" fmla="*/ 648 h 4213"/>
                    <a:gd name="connsiteX42-35203" fmla="*/ 2073 w 2254"/>
                    <a:gd name="connsiteY42-35204" fmla="*/ 944 h 4213"/>
                    <a:gd name="connsiteX43-35205" fmla="*/ 2073 w 2254"/>
                    <a:gd name="connsiteY43-35206" fmla="*/ 1022 h 4213"/>
                    <a:gd name="connsiteX44-35207" fmla="*/ 2142 w 2254"/>
                    <a:gd name="connsiteY44-35208" fmla="*/ 1168 h 4213"/>
                    <a:gd name="connsiteX45-35209" fmla="*/ 2157 w 2254"/>
                    <a:gd name="connsiteY45-35210" fmla="*/ 1427 h 4213"/>
                    <a:gd name="connsiteX46-35211" fmla="*/ 2159 w 2254"/>
                    <a:gd name="connsiteY46-35212" fmla="*/ 1617 h 4213"/>
                    <a:gd name="connsiteX47-35213" fmla="*/ 2092 w 2254"/>
                    <a:gd name="connsiteY47-35214" fmla="*/ 1625 h 4213"/>
                    <a:gd name="connsiteX48-35215" fmla="*/ 2070 w 2254"/>
                    <a:gd name="connsiteY48-35216" fmla="*/ 1507 h 4213"/>
                    <a:gd name="connsiteX49-35217" fmla="*/ 2035 w 2254"/>
                    <a:gd name="connsiteY49-35218" fmla="*/ 1450 h 4213"/>
                    <a:gd name="connsiteX50-35219" fmla="*/ 1945 w 2254"/>
                    <a:gd name="connsiteY50-35220" fmla="*/ 1582 h 4213"/>
                    <a:gd name="connsiteX51-35221" fmla="*/ 1832 w 2254"/>
                    <a:gd name="connsiteY51-35222" fmla="*/ 1776 h 4213"/>
                    <a:gd name="connsiteX52-35223" fmla="*/ 1713 w 2254"/>
                    <a:gd name="connsiteY52-35224" fmla="*/ 1904 h 4213"/>
                    <a:gd name="connsiteX53-35225" fmla="*/ 1706 w 2254"/>
                    <a:gd name="connsiteY53-35226" fmla="*/ 2018 h 4213"/>
                    <a:gd name="connsiteX54-35227" fmla="*/ 1766 w 2254"/>
                    <a:gd name="connsiteY54-35228" fmla="*/ 2115 h 4213"/>
                    <a:gd name="connsiteX55-35229" fmla="*/ 1868 w 2254"/>
                    <a:gd name="connsiteY55-35230" fmla="*/ 2183 h 4213"/>
                    <a:gd name="connsiteX56-35231" fmla="*/ 1945 w 2254"/>
                    <a:gd name="connsiteY56-35232" fmla="*/ 2178 h 4213"/>
                    <a:gd name="connsiteX57-35233" fmla="*/ 1990 w 2254"/>
                    <a:gd name="connsiteY57-35234" fmla="*/ 2104 h 4213"/>
                    <a:gd name="connsiteX58-35235" fmla="*/ 2024 w 2254"/>
                    <a:gd name="connsiteY58-35236" fmla="*/ 2210 h 4213"/>
                    <a:gd name="connsiteX59-35237" fmla="*/ 1912 w 2254"/>
                    <a:gd name="connsiteY59-35238" fmla="*/ 2249 h 4213"/>
                    <a:gd name="connsiteX60-35239" fmla="*/ 1959 w 2254"/>
                    <a:gd name="connsiteY60-35240" fmla="*/ 2362 h 4213"/>
                    <a:gd name="connsiteX61-35241" fmla="*/ 1824 w 2254"/>
                    <a:gd name="connsiteY61-35242" fmla="*/ 2509 h 4213"/>
                    <a:gd name="connsiteX62-35243" fmla="*/ 1783 w 2254"/>
                    <a:gd name="connsiteY62-35244" fmla="*/ 2498 h 4213"/>
                    <a:gd name="connsiteX63-35245" fmla="*/ 1659 w 2254"/>
                    <a:gd name="connsiteY63-35246" fmla="*/ 2413 h 4213"/>
                    <a:gd name="connsiteX64-35247" fmla="*/ 1604 w 2254"/>
                    <a:gd name="connsiteY64-35248" fmla="*/ 2412 h 4213"/>
                    <a:gd name="connsiteX65-35249" fmla="*/ 1569 w 2254"/>
                    <a:gd name="connsiteY65-35250" fmla="*/ 2480 h 4213"/>
                    <a:gd name="connsiteX66-35251" fmla="*/ 1572 w 2254"/>
                    <a:gd name="connsiteY66-35252" fmla="*/ 2562 h 4213"/>
                    <a:gd name="connsiteX67-35253" fmla="*/ 1750 w 2254"/>
                    <a:gd name="connsiteY67-35254" fmla="*/ 2730 h 4213"/>
                    <a:gd name="connsiteX68-35255" fmla="*/ 1749 w 2254"/>
                    <a:gd name="connsiteY68-35256" fmla="*/ 2844 h 4213"/>
                    <a:gd name="connsiteX69-35257" fmla="*/ 1840 w 2254"/>
                    <a:gd name="connsiteY69-35258" fmla="*/ 3060 h 4213"/>
                    <a:gd name="connsiteX70-35259" fmla="*/ 1866 w 2254"/>
                    <a:gd name="connsiteY70-35260" fmla="*/ 3090 h 4213"/>
                    <a:gd name="connsiteX71-35261" fmla="*/ 1910 w 2254"/>
                    <a:gd name="connsiteY71-35262" fmla="*/ 3094 h 4213"/>
                    <a:gd name="connsiteX72-35263" fmla="*/ 1956 w 2254"/>
                    <a:gd name="connsiteY72-35264" fmla="*/ 3010 h 4213"/>
                    <a:gd name="connsiteX73-35265" fmla="*/ 2036 w 2254"/>
                    <a:gd name="connsiteY73-35266" fmla="*/ 2950 h 4213"/>
                    <a:gd name="connsiteX74-35267" fmla="*/ 2131 w 2254"/>
                    <a:gd name="connsiteY74-35268" fmla="*/ 3126 h 4213"/>
                    <a:gd name="connsiteX75-35269" fmla="*/ 2241 w 2254"/>
                    <a:gd name="connsiteY75-35270" fmla="*/ 3312 h 4213"/>
                    <a:gd name="connsiteX76-35271" fmla="*/ 2254 w 2254"/>
                    <a:gd name="connsiteY76-35272" fmla="*/ 3342 h 4213"/>
                    <a:gd name="connsiteX77-35273" fmla="*/ 2243 w 2254"/>
                    <a:gd name="connsiteY77-35274" fmla="*/ 3518 h 4213"/>
                    <a:gd name="connsiteX78-35275" fmla="*/ 2208 w 2254"/>
                    <a:gd name="connsiteY78-35276" fmla="*/ 3554 h 4213"/>
                    <a:gd name="connsiteX79-35277" fmla="*/ 2119 w 2254"/>
                    <a:gd name="connsiteY79-35278" fmla="*/ 3515 h 4213"/>
                    <a:gd name="connsiteX80-35279" fmla="*/ 1885 w 2254"/>
                    <a:gd name="connsiteY80-35280" fmla="*/ 3644 h 4213"/>
                    <a:gd name="connsiteX81-35281" fmla="*/ 1859 w 2254"/>
                    <a:gd name="connsiteY81-35282" fmla="*/ 3666 h 4213"/>
                    <a:gd name="connsiteX82-35283" fmla="*/ 1679 w 2254"/>
                    <a:gd name="connsiteY82-35284" fmla="*/ 3812 h 4213"/>
                    <a:gd name="connsiteX83-35285" fmla="*/ 1538 w 2254"/>
                    <a:gd name="connsiteY83-35286" fmla="*/ 3926 h 4213"/>
                    <a:gd name="connsiteX84-35287" fmla="*/ 1503 w 2254"/>
                    <a:gd name="connsiteY84-35288" fmla="*/ 3965 h 4213"/>
                    <a:gd name="connsiteX85-35289" fmla="*/ 1451 w 2254"/>
                    <a:gd name="connsiteY85-35290" fmla="*/ 3973 h 4213"/>
                    <a:gd name="connsiteX86-35291" fmla="*/ 1394 w 2254"/>
                    <a:gd name="connsiteY86-35292" fmla="*/ 3916 h 4213"/>
                    <a:gd name="connsiteX87-35293" fmla="*/ 1270 w 2254"/>
                    <a:gd name="connsiteY87-35294" fmla="*/ 3808 h 4213"/>
                    <a:gd name="connsiteX88-35295" fmla="*/ 1294 w 2254"/>
                    <a:gd name="connsiteY88-35296" fmla="*/ 4064 h 4213"/>
                    <a:gd name="connsiteX89-35297" fmla="*/ 1303 w 2254"/>
                    <a:gd name="connsiteY89-35298" fmla="*/ 4192 h 4213"/>
                    <a:gd name="connsiteX90-35299" fmla="*/ 1041 w 2254"/>
                    <a:gd name="connsiteY90-35300" fmla="*/ 4166 h 4213"/>
                    <a:gd name="connsiteX91-35301" fmla="*/ 959 w 2254"/>
                    <a:gd name="connsiteY91-35302" fmla="*/ 3987 h 4213"/>
                    <a:gd name="connsiteX92-35303" fmla="*/ 877 w 2254"/>
                    <a:gd name="connsiteY92-35304" fmla="*/ 3802 h 4213"/>
                    <a:gd name="connsiteX93-35305" fmla="*/ 798 w 2254"/>
                    <a:gd name="connsiteY93-35306" fmla="*/ 3734 h 4213"/>
                    <a:gd name="connsiteX94-35307" fmla="*/ 891 w 2254"/>
                    <a:gd name="connsiteY94-35308" fmla="*/ 3459 h 4213"/>
                    <a:gd name="connsiteX95-35309" fmla="*/ 932 w 2254"/>
                    <a:gd name="connsiteY95-35310" fmla="*/ 3195 h 4213"/>
                    <a:gd name="connsiteX96-35311" fmla="*/ 968 w 2254"/>
                    <a:gd name="connsiteY96-35312" fmla="*/ 2962 h 4213"/>
                    <a:gd name="connsiteX97-35313" fmla="*/ 1068 w 2254"/>
                    <a:gd name="connsiteY97-35314" fmla="*/ 2333 h 4213"/>
                    <a:gd name="connsiteX0-35315" fmla="*/ 1068 w 2254"/>
                    <a:gd name="connsiteY0-35316" fmla="*/ 2333 h 4213"/>
                    <a:gd name="connsiteX1-35317" fmla="*/ 1066 w 2254"/>
                    <a:gd name="connsiteY1-35318" fmla="*/ 2117 h 4213"/>
                    <a:gd name="connsiteX2-35319" fmla="*/ 990 w 2254"/>
                    <a:gd name="connsiteY2-35320" fmla="*/ 2039 h 4213"/>
                    <a:gd name="connsiteX3-35321" fmla="*/ 847 w 2254"/>
                    <a:gd name="connsiteY3-35322" fmla="*/ 1951 h 4213"/>
                    <a:gd name="connsiteX4-35323" fmla="*/ 755 w 2254"/>
                    <a:gd name="connsiteY4-35324" fmla="*/ 1827 h 4213"/>
                    <a:gd name="connsiteX5-35325" fmla="*/ 659 w 2254"/>
                    <a:gd name="connsiteY5-35326" fmla="*/ 1828 h 4213"/>
                    <a:gd name="connsiteX6-35327" fmla="*/ 614 w 2254"/>
                    <a:gd name="connsiteY6-35328" fmla="*/ 1883 h 4213"/>
                    <a:gd name="connsiteX7-35329" fmla="*/ 521 w 2254"/>
                    <a:gd name="connsiteY7-35330" fmla="*/ 1877 h 4213"/>
                    <a:gd name="connsiteX8-35331" fmla="*/ 501 w 2254"/>
                    <a:gd name="connsiteY8-35332" fmla="*/ 1994 h 4213"/>
                    <a:gd name="connsiteX9-35333" fmla="*/ 320 w 2254"/>
                    <a:gd name="connsiteY9-35334" fmla="*/ 1941 h 4213"/>
                    <a:gd name="connsiteX10-35335" fmla="*/ 237 w 2254"/>
                    <a:gd name="connsiteY10-35336" fmla="*/ 1939 h 4213"/>
                    <a:gd name="connsiteX11-35337" fmla="*/ 112 w 2254"/>
                    <a:gd name="connsiteY11-35338" fmla="*/ 2014 h 4213"/>
                    <a:gd name="connsiteX12-35339" fmla="*/ 0 w 2254"/>
                    <a:gd name="connsiteY12-35340" fmla="*/ 1890 h 4213"/>
                    <a:gd name="connsiteX13-35341" fmla="*/ 94 w 2254"/>
                    <a:gd name="connsiteY13-35342" fmla="*/ 1804 h 4213"/>
                    <a:gd name="connsiteX14-35343" fmla="*/ 98 w 2254"/>
                    <a:gd name="connsiteY14-35344" fmla="*/ 1634 h 4213"/>
                    <a:gd name="connsiteX15-35345" fmla="*/ 153 w 2254"/>
                    <a:gd name="connsiteY15-35346" fmla="*/ 1514 h 4213"/>
                    <a:gd name="connsiteX16-35347" fmla="*/ 196 w 2254"/>
                    <a:gd name="connsiteY16-35348" fmla="*/ 1306 h 4213"/>
                    <a:gd name="connsiteX17-35349" fmla="*/ 256 w 2254"/>
                    <a:gd name="connsiteY17-35350" fmla="*/ 1307 h 4213"/>
                    <a:gd name="connsiteX18-35351" fmla="*/ 579 w 2254"/>
                    <a:gd name="connsiteY18-35352" fmla="*/ 1286 h 4213"/>
                    <a:gd name="connsiteX19-35353" fmla="*/ 753 w 2254"/>
                    <a:gd name="connsiteY19-35354" fmla="*/ 1117 h 4213"/>
                    <a:gd name="connsiteX20-35355" fmla="*/ 822 w 2254"/>
                    <a:gd name="connsiteY20-35356" fmla="*/ 748 h 4213"/>
                    <a:gd name="connsiteX21-35357" fmla="*/ 932 w 2254"/>
                    <a:gd name="connsiteY21-35358" fmla="*/ 486 h 4213"/>
                    <a:gd name="connsiteX22-35359" fmla="*/ 930 w 2254"/>
                    <a:gd name="connsiteY22-35360" fmla="*/ 358 h 4213"/>
                    <a:gd name="connsiteX23-35361" fmla="*/ 917 w 2254"/>
                    <a:gd name="connsiteY23-35362" fmla="*/ 328 h 4213"/>
                    <a:gd name="connsiteX24-35363" fmla="*/ 850 w 2254"/>
                    <a:gd name="connsiteY24-35364" fmla="*/ 251 h 4213"/>
                    <a:gd name="connsiteX25-35365" fmla="*/ 790 w 2254"/>
                    <a:gd name="connsiteY25-35366" fmla="*/ 217 h 4213"/>
                    <a:gd name="connsiteX26-35367" fmla="*/ 915 w 2254"/>
                    <a:gd name="connsiteY26-35368" fmla="*/ 56 h 4213"/>
                    <a:gd name="connsiteX27-35369" fmla="*/ 1088 w 2254"/>
                    <a:gd name="connsiteY27-35370" fmla="*/ 2 h 4213"/>
                    <a:gd name="connsiteX28-35371" fmla="*/ 1120 w 2254"/>
                    <a:gd name="connsiteY28-35372" fmla="*/ 49 h 4213"/>
                    <a:gd name="connsiteX29-35373" fmla="*/ 1110 w 2254"/>
                    <a:gd name="connsiteY29-35374" fmla="*/ 133 h 4213"/>
                    <a:gd name="connsiteX30-35375" fmla="*/ 1049 w 2254"/>
                    <a:gd name="connsiteY30-35376" fmla="*/ 243 h 4213"/>
                    <a:gd name="connsiteX31-35377" fmla="*/ 1119 w 2254"/>
                    <a:gd name="connsiteY31-35378" fmla="*/ 301 h 4213"/>
                    <a:gd name="connsiteX32-35379" fmla="*/ 1233 w 2254"/>
                    <a:gd name="connsiteY32-35380" fmla="*/ 366 h 4213"/>
                    <a:gd name="connsiteX33-35381" fmla="*/ 1253 w 2254"/>
                    <a:gd name="connsiteY33-35382" fmla="*/ 255 h 4213"/>
                    <a:gd name="connsiteX34-35383" fmla="*/ 1387 w 2254"/>
                    <a:gd name="connsiteY34-35384" fmla="*/ 291 h 4213"/>
                    <a:gd name="connsiteX35-35385" fmla="*/ 1412 w 2254"/>
                    <a:gd name="connsiteY35-35386" fmla="*/ 331 h 4213"/>
                    <a:gd name="connsiteX36-35387" fmla="*/ 1488 w 2254"/>
                    <a:gd name="connsiteY36-35388" fmla="*/ 562 h 4213"/>
                    <a:gd name="connsiteX37-35389" fmla="*/ 1523 w 2254"/>
                    <a:gd name="connsiteY37-35390" fmla="*/ 586 h 4213"/>
                    <a:gd name="connsiteX38-35391" fmla="*/ 1615 w 2254"/>
                    <a:gd name="connsiteY38-35392" fmla="*/ 578 h 4213"/>
                    <a:gd name="connsiteX39-35393" fmla="*/ 1875 w 2254"/>
                    <a:gd name="connsiteY39-35394" fmla="*/ 490 h 4213"/>
                    <a:gd name="connsiteX40-35395" fmla="*/ 2095 w 2254"/>
                    <a:gd name="connsiteY40-35396" fmla="*/ 479 h 4213"/>
                    <a:gd name="connsiteX41-35397" fmla="*/ 2155 w 2254"/>
                    <a:gd name="connsiteY41-35398" fmla="*/ 648 h 4213"/>
                    <a:gd name="connsiteX42-35399" fmla="*/ 2073 w 2254"/>
                    <a:gd name="connsiteY42-35400" fmla="*/ 944 h 4213"/>
                    <a:gd name="connsiteX43-35401" fmla="*/ 2073 w 2254"/>
                    <a:gd name="connsiteY43-35402" fmla="*/ 1022 h 4213"/>
                    <a:gd name="connsiteX44-35403" fmla="*/ 2142 w 2254"/>
                    <a:gd name="connsiteY44-35404" fmla="*/ 1168 h 4213"/>
                    <a:gd name="connsiteX45-35405" fmla="*/ 2157 w 2254"/>
                    <a:gd name="connsiteY45-35406" fmla="*/ 1427 h 4213"/>
                    <a:gd name="connsiteX46-35407" fmla="*/ 2159 w 2254"/>
                    <a:gd name="connsiteY46-35408" fmla="*/ 1617 h 4213"/>
                    <a:gd name="connsiteX47-35409" fmla="*/ 2092 w 2254"/>
                    <a:gd name="connsiteY47-35410" fmla="*/ 1625 h 4213"/>
                    <a:gd name="connsiteX48-35411" fmla="*/ 2070 w 2254"/>
                    <a:gd name="connsiteY48-35412" fmla="*/ 1507 h 4213"/>
                    <a:gd name="connsiteX49-35413" fmla="*/ 2035 w 2254"/>
                    <a:gd name="connsiteY49-35414" fmla="*/ 1450 h 4213"/>
                    <a:gd name="connsiteX50-35415" fmla="*/ 1945 w 2254"/>
                    <a:gd name="connsiteY50-35416" fmla="*/ 1582 h 4213"/>
                    <a:gd name="connsiteX51-35417" fmla="*/ 1832 w 2254"/>
                    <a:gd name="connsiteY51-35418" fmla="*/ 1776 h 4213"/>
                    <a:gd name="connsiteX52-35419" fmla="*/ 1713 w 2254"/>
                    <a:gd name="connsiteY52-35420" fmla="*/ 1904 h 4213"/>
                    <a:gd name="connsiteX53-35421" fmla="*/ 1706 w 2254"/>
                    <a:gd name="connsiteY53-35422" fmla="*/ 2018 h 4213"/>
                    <a:gd name="connsiteX54-35423" fmla="*/ 1766 w 2254"/>
                    <a:gd name="connsiteY54-35424" fmla="*/ 2115 h 4213"/>
                    <a:gd name="connsiteX55-35425" fmla="*/ 1868 w 2254"/>
                    <a:gd name="connsiteY55-35426" fmla="*/ 2183 h 4213"/>
                    <a:gd name="connsiteX56-35427" fmla="*/ 1945 w 2254"/>
                    <a:gd name="connsiteY56-35428" fmla="*/ 2178 h 4213"/>
                    <a:gd name="connsiteX57-35429" fmla="*/ 1990 w 2254"/>
                    <a:gd name="connsiteY57-35430" fmla="*/ 2104 h 4213"/>
                    <a:gd name="connsiteX58-35431" fmla="*/ 2024 w 2254"/>
                    <a:gd name="connsiteY58-35432" fmla="*/ 2210 h 4213"/>
                    <a:gd name="connsiteX59-35433" fmla="*/ 1912 w 2254"/>
                    <a:gd name="connsiteY59-35434" fmla="*/ 2249 h 4213"/>
                    <a:gd name="connsiteX60-35435" fmla="*/ 1959 w 2254"/>
                    <a:gd name="connsiteY60-35436" fmla="*/ 2362 h 4213"/>
                    <a:gd name="connsiteX61-35437" fmla="*/ 1824 w 2254"/>
                    <a:gd name="connsiteY61-35438" fmla="*/ 2509 h 4213"/>
                    <a:gd name="connsiteX62-35439" fmla="*/ 1783 w 2254"/>
                    <a:gd name="connsiteY62-35440" fmla="*/ 2498 h 4213"/>
                    <a:gd name="connsiteX63-35441" fmla="*/ 1659 w 2254"/>
                    <a:gd name="connsiteY63-35442" fmla="*/ 2413 h 4213"/>
                    <a:gd name="connsiteX64-35443" fmla="*/ 1604 w 2254"/>
                    <a:gd name="connsiteY64-35444" fmla="*/ 2412 h 4213"/>
                    <a:gd name="connsiteX65-35445" fmla="*/ 1569 w 2254"/>
                    <a:gd name="connsiteY65-35446" fmla="*/ 2480 h 4213"/>
                    <a:gd name="connsiteX66-35447" fmla="*/ 1572 w 2254"/>
                    <a:gd name="connsiteY66-35448" fmla="*/ 2562 h 4213"/>
                    <a:gd name="connsiteX67-35449" fmla="*/ 1750 w 2254"/>
                    <a:gd name="connsiteY67-35450" fmla="*/ 2730 h 4213"/>
                    <a:gd name="connsiteX68-35451" fmla="*/ 1749 w 2254"/>
                    <a:gd name="connsiteY68-35452" fmla="*/ 2844 h 4213"/>
                    <a:gd name="connsiteX69-35453" fmla="*/ 1840 w 2254"/>
                    <a:gd name="connsiteY69-35454" fmla="*/ 3060 h 4213"/>
                    <a:gd name="connsiteX70-35455" fmla="*/ 1866 w 2254"/>
                    <a:gd name="connsiteY70-35456" fmla="*/ 3090 h 4213"/>
                    <a:gd name="connsiteX71-35457" fmla="*/ 1910 w 2254"/>
                    <a:gd name="connsiteY71-35458" fmla="*/ 3094 h 4213"/>
                    <a:gd name="connsiteX72-35459" fmla="*/ 1956 w 2254"/>
                    <a:gd name="connsiteY72-35460" fmla="*/ 3010 h 4213"/>
                    <a:gd name="connsiteX73-35461" fmla="*/ 2036 w 2254"/>
                    <a:gd name="connsiteY73-35462" fmla="*/ 2950 h 4213"/>
                    <a:gd name="connsiteX74-35463" fmla="*/ 2131 w 2254"/>
                    <a:gd name="connsiteY74-35464" fmla="*/ 3126 h 4213"/>
                    <a:gd name="connsiteX75-35465" fmla="*/ 2241 w 2254"/>
                    <a:gd name="connsiteY75-35466" fmla="*/ 3312 h 4213"/>
                    <a:gd name="connsiteX76-35467" fmla="*/ 2254 w 2254"/>
                    <a:gd name="connsiteY76-35468" fmla="*/ 3342 h 4213"/>
                    <a:gd name="connsiteX77-35469" fmla="*/ 2243 w 2254"/>
                    <a:gd name="connsiteY77-35470" fmla="*/ 3518 h 4213"/>
                    <a:gd name="connsiteX78-35471" fmla="*/ 2208 w 2254"/>
                    <a:gd name="connsiteY78-35472" fmla="*/ 3554 h 4213"/>
                    <a:gd name="connsiteX79-35473" fmla="*/ 2119 w 2254"/>
                    <a:gd name="connsiteY79-35474" fmla="*/ 3515 h 4213"/>
                    <a:gd name="connsiteX80-35475" fmla="*/ 1885 w 2254"/>
                    <a:gd name="connsiteY80-35476" fmla="*/ 3644 h 4213"/>
                    <a:gd name="connsiteX81-35477" fmla="*/ 1859 w 2254"/>
                    <a:gd name="connsiteY81-35478" fmla="*/ 3666 h 4213"/>
                    <a:gd name="connsiteX82-35479" fmla="*/ 1679 w 2254"/>
                    <a:gd name="connsiteY82-35480" fmla="*/ 3812 h 4213"/>
                    <a:gd name="connsiteX83-35481" fmla="*/ 1538 w 2254"/>
                    <a:gd name="connsiteY83-35482" fmla="*/ 3926 h 4213"/>
                    <a:gd name="connsiteX84-35483" fmla="*/ 1503 w 2254"/>
                    <a:gd name="connsiteY84-35484" fmla="*/ 3965 h 4213"/>
                    <a:gd name="connsiteX85-35485" fmla="*/ 1451 w 2254"/>
                    <a:gd name="connsiteY85-35486" fmla="*/ 3973 h 4213"/>
                    <a:gd name="connsiteX86-35487" fmla="*/ 1394 w 2254"/>
                    <a:gd name="connsiteY86-35488" fmla="*/ 3916 h 4213"/>
                    <a:gd name="connsiteX87-35489" fmla="*/ 1270 w 2254"/>
                    <a:gd name="connsiteY87-35490" fmla="*/ 3808 h 4213"/>
                    <a:gd name="connsiteX88-35491" fmla="*/ 1294 w 2254"/>
                    <a:gd name="connsiteY88-35492" fmla="*/ 4064 h 4213"/>
                    <a:gd name="connsiteX89-35493" fmla="*/ 1303 w 2254"/>
                    <a:gd name="connsiteY89-35494" fmla="*/ 4192 h 4213"/>
                    <a:gd name="connsiteX90-35495" fmla="*/ 1041 w 2254"/>
                    <a:gd name="connsiteY90-35496" fmla="*/ 4166 h 4213"/>
                    <a:gd name="connsiteX91-35497" fmla="*/ 959 w 2254"/>
                    <a:gd name="connsiteY91-35498" fmla="*/ 3987 h 4213"/>
                    <a:gd name="connsiteX92-35499" fmla="*/ 877 w 2254"/>
                    <a:gd name="connsiteY92-35500" fmla="*/ 3802 h 4213"/>
                    <a:gd name="connsiteX93-35501" fmla="*/ 798 w 2254"/>
                    <a:gd name="connsiteY93-35502" fmla="*/ 3734 h 4213"/>
                    <a:gd name="connsiteX94-35503" fmla="*/ 839 w 2254"/>
                    <a:gd name="connsiteY94-35504" fmla="*/ 3590 h 4213"/>
                    <a:gd name="connsiteX95-35505" fmla="*/ 891 w 2254"/>
                    <a:gd name="connsiteY95-35506" fmla="*/ 3459 h 4213"/>
                    <a:gd name="connsiteX96-35507" fmla="*/ 932 w 2254"/>
                    <a:gd name="connsiteY96-35508" fmla="*/ 3195 h 4213"/>
                    <a:gd name="connsiteX97-35509" fmla="*/ 968 w 2254"/>
                    <a:gd name="connsiteY97-35510" fmla="*/ 2962 h 4213"/>
                    <a:gd name="connsiteX98-35511" fmla="*/ 1068 w 2254"/>
                    <a:gd name="connsiteY98-35512" fmla="*/ 2333 h 4213"/>
                    <a:gd name="connsiteX0-35513" fmla="*/ 1068 w 2254"/>
                    <a:gd name="connsiteY0-35514" fmla="*/ 2333 h 4213"/>
                    <a:gd name="connsiteX1-35515" fmla="*/ 1066 w 2254"/>
                    <a:gd name="connsiteY1-35516" fmla="*/ 2117 h 4213"/>
                    <a:gd name="connsiteX2-35517" fmla="*/ 990 w 2254"/>
                    <a:gd name="connsiteY2-35518" fmla="*/ 2039 h 4213"/>
                    <a:gd name="connsiteX3-35519" fmla="*/ 847 w 2254"/>
                    <a:gd name="connsiteY3-35520" fmla="*/ 1951 h 4213"/>
                    <a:gd name="connsiteX4-35521" fmla="*/ 755 w 2254"/>
                    <a:gd name="connsiteY4-35522" fmla="*/ 1827 h 4213"/>
                    <a:gd name="connsiteX5-35523" fmla="*/ 659 w 2254"/>
                    <a:gd name="connsiteY5-35524" fmla="*/ 1828 h 4213"/>
                    <a:gd name="connsiteX6-35525" fmla="*/ 614 w 2254"/>
                    <a:gd name="connsiteY6-35526" fmla="*/ 1883 h 4213"/>
                    <a:gd name="connsiteX7-35527" fmla="*/ 521 w 2254"/>
                    <a:gd name="connsiteY7-35528" fmla="*/ 1877 h 4213"/>
                    <a:gd name="connsiteX8-35529" fmla="*/ 501 w 2254"/>
                    <a:gd name="connsiteY8-35530" fmla="*/ 1994 h 4213"/>
                    <a:gd name="connsiteX9-35531" fmla="*/ 320 w 2254"/>
                    <a:gd name="connsiteY9-35532" fmla="*/ 1941 h 4213"/>
                    <a:gd name="connsiteX10-35533" fmla="*/ 237 w 2254"/>
                    <a:gd name="connsiteY10-35534" fmla="*/ 1939 h 4213"/>
                    <a:gd name="connsiteX11-35535" fmla="*/ 112 w 2254"/>
                    <a:gd name="connsiteY11-35536" fmla="*/ 2014 h 4213"/>
                    <a:gd name="connsiteX12-35537" fmla="*/ 0 w 2254"/>
                    <a:gd name="connsiteY12-35538" fmla="*/ 1890 h 4213"/>
                    <a:gd name="connsiteX13-35539" fmla="*/ 94 w 2254"/>
                    <a:gd name="connsiteY13-35540" fmla="*/ 1804 h 4213"/>
                    <a:gd name="connsiteX14-35541" fmla="*/ 98 w 2254"/>
                    <a:gd name="connsiteY14-35542" fmla="*/ 1634 h 4213"/>
                    <a:gd name="connsiteX15-35543" fmla="*/ 153 w 2254"/>
                    <a:gd name="connsiteY15-35544" fmla="*/ 1514 h 4213"/>
                    <a:gd name="connsiteX16-35545" fmla="*/ 196 w 2254"/>
                    <a:gd name="connsiteY16-35546" fmla="*/ 1306 h 4213"/>
                    <a:gd name="connsiteX17-35547" fmla="*/ 256 w 2254"/>
                    <a:gd name="connsiteY17-35548" fmla="*/ 1307 h 4213"/>
                    <a:gd name="connsiteX18-35549" fmla="*/ 579 w 2254"/>
                    <a:gd name="connsiteY18-35550" fmla="*/ 1286 h 4213"/>
                    <a:gd name="connsiteX19-35551" fmla="*/ 753 w 2254"/>
                    <a:gd name="connsiteY19-35552" fmla="*/ 1117 h 4213"/>
                    <a:gd name="connsiteX20-35553" fmla="*/ 822 w 2254"/>
                    <a:gd name="connsiteY20-35554" fmla="*/ 748 h 4213"/>
                    <a:gd name="connsiteX21-35555" fmla="*/ 932 w 2254"/>
                    <a:gd name="connsiteY21-35556" fmla="*/ 486 h 4213"/>
                    <a:gd name="connsiteX22-35557" fmla="*/ 930 w 2254"/>
                    <a:gd name="connsiteY22-35558" fmla="*/ 358 h 4213"/>
                    <a:gd name="connsiteX23-35559" fmla="*/ 917 w 2254"/>
                    <a:gd name="connsiteY23-35560" fmla="*/ 328 h 4213"/>
                    <a:gd name="connsiteX24-35561" fmla="*/ 850 w 2254"/>
                    <a:gd name="connsiteY24-35562" fmla="*/ 251 h 4213"/>
                    <a:gd name="connsiteX25-35563" fmla="*/ 790 w 2254"/>
                    <a:gd name="connsiteY25-35564" fmla="*/ 217 h 4213"/>
                    <a:gd name="connsiteX26-35565" fmla="*/ 915 w 2254"/>
                    <a:gd name="connsiteY26-35566" fmla="*/ 56 h 4213"/>
                    <a:gd name="connsiteX27-35567" fmla="*/ 1088 w 2254"/>
                    <a:gd name="connsiteY27-35568" fmla="*/ 2 h 4213"/>
                    <a:gd name="connsiteX28-35569" fmla="*/ 1120 w 2254"/>
                    <a:gd name="connsiteY28-35570" fmla="*/ 49 h 4213"/>
                    <a:gd name="connsiteX29-35571" fmla="*/ 1110 w 2254"/>
                    <a:gd name="connsiteY29-35572" fmla="*/ 133 h 4213"/>
                    <a:gd name="connsiteX30-35573" fmla="*/ 1049 w 2254"/>
                    <a:gd name="connsiteY30-35574" fmla="*/ 243 h 4213"/>
                    <a:gd name="connsiteX31-35575" fmla="*/ 1119 w 2254"/>
                    <a:gd name="connsiteY31-35576" fmla="*/ 301 h 4213"/>
                    <a:gd name="connsiteX32-35577" fmla="*/ 1233 w 2254"/>
                    <a:gd name="connsiteY32-35578" fmla="*/ 366 h 4213"/>
                    <a:gd name="connsiteX33-35579" fmla="*/ 1253 w 2254"/>
                    <a:gd name="connsiteY33-35580" fmla="*/ 255 h 4213"/>
                    <a:gd name="connsiteX34-35581" fmla="*/ 1387 w 2254"/>
                    <a:gd name="connsiteY34-35582" fmla="*/ 291 h 4213"/>
                    <a:gd name="connsiteX35-35583" fmla="*/ 1412 w 2254"/>
                    <a:gd name="connsiteY35-35584" fmla="*/ 331 h 4213"/>
                    <a:gd name="connsiteX36-35585" fmla="*/ 1488 w 2254"/>
                    <a:gd name="connsiteY36-35586" fmla="*/ 562 h 4213"/>
                    <a:gd name="connsiteX37-35587" fmla="*/ 1523 w 2254"/>
                    <a:gd name="connsiteY37-35588" fmla="*/ 586 h 4213"/>
                    <a:gd name="connsiteX38-35589" fmla="*/ 1615 w 2254"/>
                    <a:gd name="connsiteY38-35590" fmla="*/ 578 h 4213"/>
                    <a:gd name="connsiteX39-35591" fmla="*/ 1875 w 2254"/>
                    <a:gd name="connsiteY39-35592" fmla="*/ 490 h 4213"/>
                    <a:gd name="connsiteX40-35593" fmla="*/ 2095 w 2254"/>
                    <a:gd name="connsiteY40-35594" fmla="*/ 479 h 4213"/>
                    <a:gd name="connsiteX41-35595" fmla="*/ 2155 w 2254"/>
                    <a:gd name="connsiteY41-35596" fmla="*/ 648 h 4213"/>
                    <a:gd name="connsiteX42-35597" fmla="*/ 2073 w 2254"/>
                    <a:gd name="connsiteY42-35598" fmla="*/ 944 h 4213"/>
                    <a:gd name="connsiteX43-35599" fmla="*/ 2073 w 2254"/>
                    <a:gd name="connsiteY43-35600" fmla="*/ 1022 h 4213"/>
                    <a:gd name="connsiteX44-35601" fmla="*/ 2142 w 2254"/>
                    <a:gd name="connsiteY44-35602" fmla="*/ 1168 h 4213"/>
                    <a:gd name="connsiteX45-35603" fmla="*/ 2157 w 2254"/>
                    <a:gd name="connsiteY45-35604" fmla="*/ 1427 h 4213"/>
                    <a:gd name="connsiteX46-35605" fmla="*/ 2159 w 2254"/>
                    <a:gd name="connsiteY46-35606" fmla="*/ 1617 h 4213"/>
                    <a:gd name="connsiteX47-35607" fmla="*/ 2092 w 2254"/>
                    <a:gd name="connsiteY47-35608" fmla="*/ 1625 h 4213"/>
                    <a:gd name="connsiteX48-35609" fmla="*/ 2070 w 2254"/>
                    <a:gd name="connsiteY48-35610" fmla="*/ 1507 h 4213"/>
                    <a:gd name="connsiteX49-35611" fmla="*/ 2035 w 2254"/>
                    <a:gd name="connsiteY49-35612" fmla="*/ 1450 h 4213"/>
                    <a:gd name="connsiteX50-35613" fmla="*/ 1945 w 2254"/>
                    <a:gd name="connsiteY50-35614" fmla="*/ 1582 h 4213"/>
                    <a:gd name="connsiteX51-35615" fmla="*/ 1832 w 2254"/>
                    <a:gd name="connsiteY51-35616" fmla="*/ 1776 h 4213"/>
                    <a:gd name="connsiteX52-35617" fmla="*/ 1713 w 2254"/>
                    <a:gd name="connsiteY52-35618" fmla="*/ 1904 h 4213"/>
                    <a:gd name="connsiteX53-35619" fmla="*/ 1706 w 2254"/>
                    <a:gd name="connsiteY53-35620" fmla="*/ 2018 h 4213"/>
                    <a:gd name="connsiteX54-35621" fmla="*/ 1766 w 2254"/>
                    <a:gd name="connsiteY54-35622" fmla="*/ 2115 h 4213"/>
                    <a:gd name="connsiteX55-35623" fmla="*/ 1868 w 2254"/>
                    <a:gd name="connsiteY55-35624" fmla="*/ 2183 h 4213"/>
                    <a:gd name="connsiteX56-35625" fmla="*/ 1945 w 2254"/>
                    <a:gd name="connsiteY56-35626" fmla="*/ 2178 h 4213"/>
                    <a:gd name="connsiteX57-35627" fmla="*/ 1990 w 2254"/>
                    <a:gd name="connsiteY57-35628" fmla="*/ 2104 h 4213"/>
                    <a:gd name="connsiteX58-35629" fmla="*/ 2024 w 2254"/>
                    <a:gd name="connsiteY58-35630" fmla="*/ 2210 h 4213"/>
                    <a:gd name="connsiteX59-35631" fmla="*/ 1912 w 2254"/>
                    <a:gd name="connsiteY59-35632" fmla="*/ 2249 h 4213"/>
                    <a:gd name="connsiteX60-35633" fmla="*/ 1959 w 2254"/>
                    <a:gd name="connsiteY60-35634" fmla="*/ 2362 h 4213"/>
                    <a:gd name="connsiteX61-35635" fmla="*/ 1824 w 2254"/>
                    <a:gd name="connsiteY61-35636" fmla="*/ 2509 h 4213"/>
                    <a:gd name="connsiteX62-35637" fmla="*/ 1783 w 2254"/>
                    <a:gd name="connsiteY62-35638" fmla="*/ 2498 h 4213"/>
                    <a:gd name="connsiteX63-35639" fmla="*/ 1659 w 2254"/>
                    <a:gd name="connsiteY63-35640" fmla="*/ 2413 h 4213"/>
                    <a:gd name="connsiteX64-35641" fmla="*/ 1604 w 2254"/>
                    <a:gd name="connsiteY64-35642" fmla="*/ 2412 h 4213"/>
                    <a:gd name="connsiteX65-35643" fmla="*/ 1569 w 2254"/>
                    <a:gd name="connsiteY65-35644" fmla="*/ 2480 h 4213"/>
                    <a:gd name="connsiteX66-35645" fmla="*/ 1572 w 2254"/>
                    <a:gd name="connsiteY66-35646" fmla="*/ 2562 h 4213"/>
                    <a:gd name="connsiteX67-35647" fmla="*/ 1750 w 2254"/>
                    <a:gd name="connsiteY67-35648" fmla="*/ 2730 h 4213"/>
                    <a:gd name="connsiteX68-35649" fmla="*/ 1749 w 2254"/>
                    <a:gd name="connsiteY68-35650" fmla="*/ 2844 h 4213"/>
                    <a:gd name="connsiteX69-35651" fmla="*/ 1840 w 2254"/>
                    <a:gd name="connsiteY69-35652" fmla="*/ 3060 h 4213"/>
                    <a:gd name="connsiteX70-35653" fmla="*/ 1866 w 2254"/>
                    <a:gd name="connsiteY70-35654" fmla="*/ 3090 h 4213"/>
                    <a:gd name="connsiteX71-35655" fmla="*/ 1910 w 2254"/>
                    <a:gd name="connsiteY71-35656" fmla="*/ 3094 h 4213"/>
                    <a:gd name="connsiteX72-35657" fmla="*/ 1956 w 2254"/>
                    <a:gd name="connsiteY72-35658" fmla="*/ 3010 h 4213"/>
                    <a:gd name="connsiteX73-35659" fmla="*/ 2036 w 2254"/>
                    <a:gd name="connsiteY73-35660" fmla="*/ 2950 h 4213"/>
                    <a:gd name="connsiteX74-35661" fmla="*/ 2131 w 2254"/>
                    <a:gd name="connsiteY74-35662" fmla="*/ 3126 h 4213"/>
                    <a:gd name="connsiteX75-35663" fmla="*/ 2241 w 2254"/>
                    <a:gd name="connsiteY75-35664" fmla="*/ 3312 h 4213"/>
                    <a:gd name="connsiteX76-35665" fmla="*/ 2254 w 2254"/>
                    <a:gd name="connsiteY76-35666" fmla="*/ 3342 h 4213"/>
                    <a:gd name="connsiteX77-35667" fmla="*/ 2243 w 2254"/>
                    <a:gd name="connsiteY77-35668" fmla="*/ 3518 h 4213"/>
                    <a:gd name="connsiteX78-35669" fmla="*/ 2208 w 2254"/>
                    <a:gd name="connsiteY78-35670" fmla="*/ 3554 h 4213"/>
                    <a:gd name="connsiteX79-35671" fmla="*/ 2119 w 2254"/>
                    <a:gd name="connsiteY79-35672" fmla="*/ 3515 h 4213"/>
                    <a:gd name="connsiteX80-35673" fmla="*/ 1885 w 2254"/>
                    <a:gd name="connsiteY80-35674" fmla="*/ 3644 h 4213"/>
                    <a:gd name="connsiteX81-35675" fmla="*/ 1859 w 2254"/>
                    <a:gd name="connsiteY81-35676" fmla="*/ 3666 h 4213"/>
                    <a:gd name="connsiteX82-35677" fmla="*/ 1679 w 2254"/>
                    <a:gd name="connsiteY82-35678" fmla="*/ 3812 h 4213"/>
                    <a:gd name="connsiteX83-35679" fmla="*/ 1538 w 2254"/>
                    <a:gd name="connsiteY83-35680" fmla="*/ 3926 h 4213"/>
                    <a:gd name="connsiteX84-35681" fmla="*/ 1503 w 2254"/>
                    <a:gd name="connsiteY84-35682" fmla="*/ 3965 h 4213"/>
                    <a:gd name="connsiteX85-35683" fmla="*/ 1451 w 2254"/>
                    <a:gd name="connsiteY85-35684" fmla="*/ 3973 h 4213"/>
                    <a:gd name="connsiteX86-35685" fmla="*/ 1394 w 2254"/>
                    <a:gd name="connsiteY86-35686" fmla="*/ 3916 h 4213"/>
                    <a:gd name="connsiteX87-35687" fmla="*/ 1270 w 2254"/>
                    <a:gd name="connsiteY87-35688" fmla="*/ 3808 h 4213"/>
                    <a:gd name="connsiteX88-35689" fmla="*/ 1294 w 2254"/>
                    <a:gd name="connsiteY88-35690" fmla="*/ 4064 h 4213"/>
                    <a:gd name="connsiteX89-35691" fmla="*/ 1303 w 2254"/>
                    <a:gd name="connsiteY89-35692" fmla="*/ 4192 h 4213"/>
                    <a:gd name="connsiteX90-35693" fmla="*/ 1041 w 2254"/>
                    <a:gd name="connsiteY90-35694" fmla="*/ 4166 h 4213"/>
                    <a:gd name="connsiteX91-35695" fmla="*/ 959 w 2254"/>
                    <a:gd name="connsiteY91-35696" fmla="*/ 3987 h 4213"/>
                    <a:gd name="connsiteX92-35697" fmla="*/ 877 w 2254"/>
                    <a:gd name="connsiteY92-35698" fmla="*/ 3802 h 4213"/>
                    <a:gd name="connsiteX93-35699" fmla="*/ 798 w 2254"/>
                    <a:gd name="connsiteY93-35700" fmla="*/ 3734 h 4213"/>
                    <a:gd name="connsiteX94-35701" fmla="*/ 839 w 2254"/>
                    <a:gd name="connsiteY94-35702" fmla="*/ 3590 h 4213"/>
                    <a:gd name="connsiteX95-35703" fmla="*/ 891 w 2254"/>
                    <a:gd name="connsiteY95-35704" fmla="*/ 3459 h 4213"/>
                    <a:gd name="connsiteX96-35705" fmla="*/ 932 w 2254"/>
                    <a:gd name="connsiteY96-35706" fmla="*/ 3195 h 4213"/>
                    <a:gd name="connsiteX97-35707" fmla="*/ 968 w 2254"/>
                    <a:gd name="connsiteY97-35708" fmla="*/ 2962 h 4213"/>
                    <a:gd name="connsiteX98-35709" fmla="*/ 1068 w 2254"/>
                    <a:gd name="connsiteY98-35710" fmla="*/ 2333 h 4213"/>
                    <a:gd name="connsiteX0-35711" fmla="*/ 1068 w 2254"/>
                    <a:gd name="connsiteY0-35712" fmla="*/ 2333 h 4213"/>
                    <a:gd name="connsiteX1-35713" fmla="*/ 1066 w 2254"/>
                    <a:gd name="connsiteY1-35714" fmla="*/ 2117 h 4213"/>
                    <a:gd name="connsiteX2-35715" fmla="*/ 990 w 2254"/>
                    <a:gd name="connsiteY2-35716" fmla="*/ 2039 h 4213"/>
                    <a:gd name="connsiteX3-35717" fmla="*/ 847 w 2254"/>
                    <a:gd name="connsiteY3-35718" fmla="*/ 1951 h 4213"/>
                    <a:gd name="connsiteX4-35719" fmla="*/ 755 w 2254"/>
                    <a:gd name="connsiteY4-35720" fmla="*/ 1827 h 4213"/>
                    <a:gd name="connsiteX5-35721" fmla="*/ 659 w 2254"/>
                    <a:gd name="connsiteY5-35722" fmla="*/ 1828 h 4213"/>
                    <a:gd name="connsiteX6-35723" fmla="*/ 614 w 2254"/>
                    <a:gd name="connsiteY6-35724" fmla="*/ 1883 h 4213"/>
                    <a:gd name="connsiteX7-35725" fmla="*/ 521 w 2254"/>
                    <a:gd name="connsiteY7-35726" fmla="*/ 1877 h 4213"/>
                    <a:gd name="connsiteX8-35727" fmla="*/ 501 w 2254"/>
                    <a:gd name="connsiteY8-35728" fmla="*/ 1994 h 4213"/>
                    <a:gd name="connsiteX9-35729" fmla="*/ 320 w 2254"/>
                    <a:gd name="connsiteY9-35730" fmla="*/ 1941 h 4213"/>
                    <a:gd name="connsiteX10-35731" fmla="*/ 237 w 2254"/>
                    <a:gd name="connsiteY10-35732" fmla="*/ 1939 h 4213"/>
                    <a:gd name="connsiteX11-35733" fmla="*/ 112 w 2254"/>
                    <a:gd name="connsiteY11-35734" fmla="*/ 2014 h 4213"/>
                    <a:gd name="connsiteX12-35735" fmla="*/ 0 w 2254"/>
                    <a:gd name="connsiteY12-35736" fmla="*/ 1890 h 4213"/>
                    <a:gd name="connsiteX13-35737" fmla="*/ 94 w 2254"/>
                    <a:gd name="connsiteY13-35738" fmla="*/ 1804 h 4213"/>
                    <a:gd name="connsiteX14-35739" fmla="*/ 98 w 2254"/>
                    <a:gd name="connsiteY14-35740" fmla="*/ 1634 h 4213"/>
                    <a:gd name="connsiteX15-35741" fmla="*/ 153 w 2254"/>
                    <a:gd name="connsiteY15-35742" fmla="*/ 1514 h 4213"/>
                    <a:gd name="connsiteX16-35743" fmla="*/ 196 w 2254"/>
                    <a:gd name="connsiteY16-35744" fmla="*/ 1306 h 4213"/>
                    <a:gd name="connsiteX17-35745" fmla="*/ 256 w 2254"/>
                    <a:gd name="connsiteY17-35746" fmla="*/ 1307 h 4213"/>
                    <a:gd name="connsiteX18-35747" fmla="*/ 579 w 2254"/>
                    <a:gd name="connsiteY18-35748" fmla="*/ 1286 h 4213"/>
                    <a:gd name="connsiteX19-35749" fmla="*/ 753 w 2254"/>
                    <a:gd name="connsiteY19-35750" fmla="*/ 1117 h 4213"/>
                    <a:gd name="connsiteX20-35751" fmla="*/ 822 w 2254"/>
                    <a:gd name="connsiteY20-35752" fmla="*/ 748 h 4213"/>
                    <a:gd name="connsiteX21-35753" fmla="*/ 932 w 2254"/>
                    <a:gd name="connsiteY21-35754" fmla="*/ 486 h 4213"/>
                    <a:gd name="connsiteX22-35755" fmla="*/ 930 w 2254"/>
                    <a:gd name="connsiteY22-35756" fmla="*/ 358 h 4213"/>
                    <a:gd name="connsiteX23-35757" fmla="*/ 917 w 2254"/>
                    <a:gd name="connsiteY23-35758" fmla="*/ 328 h 4213"/>
                    <a:gd name="connsiteX24-35759" fmla="*/ 850 w 2254"/>
                    <a:gd name="connsiteY24-35760" fmla="*/ 251 h 4213"/>
                    <a:gd name="connsiteX25-35761" fmla="*/ 790 w 2254"/>
                    <a:gd name="connsiteY25-35762" fmla="*/ 217 h 4213"/>
                    <a:gd name="connsiteX26-35763" fmla="*/ 915 w 2254"/>
                    <a:gd name="connsiteY26-35764" fmla="*/ 56 h 4213"/>
                    <a:gd name="connsiteX27-35765" fmla="*/ 1088 w 2254"/>
                    <a:gd name="connsiteY27-35766" fmla="*/ 2 h 4213"/>
                    <a:gd name="connsiteX28-35767" fmla="*/ 1120 w 2254"/>
                    <a:gd name="connsiteY28-35768" fmla="*/ 49 h 4213"/>
                    <a:gd name="connsiteX29-35769" fmla="*/ 1110 w 2254"/>
                    <a:gd name="connsiteY29-35770" fmla="*/ 133 h 4213"/>
                    <a:gd name="connsiteX30-35771" fmla="*/ 1049 w 2254"/>
                    <a:gd name="connsiteY30-35772" fmla="*/ 243 h 4213"/>
                    <a:gd name="connsiteX31-35773" fmla="*/ 1119 w 2254"/>
                    <a:gd name="connsiteY31-35774" fmla="*/ 301 h 4213"/>
                    <a:gd name="connsiteX32-35775" fmla="*/ 1233 w 2254"/>
                    <a:gd name="connsiteY32-35776" fmla="*/ 366 h 4213"/>
                    <a:gd name="connsiteX33-35777" fmla="*/ 1253 w 2254"/>
                    <a:gd name="connsiteY33-35778" fmla="*/ 255 h 4213"/>
                    <a:gd name="connsiteX34-35779" fmla="*/ 1387 w 2254"/>
                    <a:gd name="connsiteY34-35780" fmla="*/ 291 h 4213"/>
                    <a:gd name="connsiteX35-35781" fmla="*/ 1412 w 2254"/>
                    <a:gd name="connsiteY35-35782" fmla="*/ 331 h 4213"/>
                    <a:gd name="connsiteX36-35783" fmla="*/ 1488 w 2254"/>
                    <a:gd name="connsiteY36-35784" fmla="*/ 562 h 4213"/>
                    <a:gd name="connsiteX37-35785" fmla="*/ 1523 w 2254"/>
                    <a:gd name="connsiteY37-35786" fmla="*/ 586 h 4213"/>
                    <a:gd name="connsiteX38-35787" fmla="*/ 1615 w 2254"/>
                    <a:gd name="connsiteY38-35788" fmla="*/ 578 h 4213"/>
                    <a:gd name="connsiteX39-35789" fmla="*/ 1875 w 2254"/>
                    <a:gd name="connsiteY39-35790" fmla="*/ 490 h 4213"/>
                    <a:gd name="connsiteX40-35791" fmla="*/ 2095 w 2254"/>
                    <a:gd name="connsiteY40-35792" fmla="*/ 479 h 4213"/>
                    <a:gd name="connsiteX41-35793" fmla="*/ 2155 w 2254"/>
                    <a:gd name="connsiteY41-35794" fmla="*/ 648 h 4213"/>
                    <a:gd name="connsiteX42-35795" fmla="*/ 2073 w 2254"/>
                    <a:gd name="connsiteY42-35796" fmla="*/ 944 h 4213"/>
                    <a:gd name="connsiteX43-35797" fmla="*/ 2073 w 2254"/>
                    <a:gd name="connsiteY43-35798" fmla="*/ 1022 h 4213"/>
                    <a:gd name="connsiteX44-35799" fmla="*/ 2142 w 2254"/>
                    <a:gd name="connsiteY44-35800" fmla="*/ 1168 h 4213"/>
                    <a:gd name="connsiteX45-35801" fmla="*/ 2157 w 2254"/>
                    <a:gd name="connsiteY45-35802" fmla="*/ 1427 h 4213"/>
                    <a:gd name="connsiteX46-35803" fmla="*/ 2159 w 2254"/>
                    <a:gd name="connsiteY46-35804" fmla="*/ 1617 h 4213"/>
                    <a:gd name="connsiteX47-35805" fmla="*/ 2092 w 2254"/>
                    <a:gd name="connsiteY47-35806" fmla="*/ 1625 h 4213"/>
                    <a:gd name="connsiteX48-35807" fmla="*/ 2070 w 2254"/>
                    <a:gd name="connsiteY48-35808" fmla="*/ 1507 h 4213"/>
                    <a:gd name="connsiteX49-35809" fmla="*/ 2035 w 2254"/>
                    <a:gd name="connsiteY49-35810" fmla="*/ 1450 h 4213"/>
                    <a:gd name="connsiteX50-35811" fmla="*/ 1945 w 2254"/>
                    <a:gd name="connsiteY50-35812" fmla="*/ 1582 h 4213"/>
                    <a:gd name="connsiteX51-35813" fmla="*/ 1832 w 2254"/>
                    <a:gd name="connsiteY51-35814" fmla="*/ 1776 h 4213"/>
                    <a:gd name="connsiteX52-35815" fmla="*/ 1713 w 2254"/>
                    <a:gd name="connsiteY52-35816" fmla="*/ 1904 h 4213"/>
                    <a:gd name="connsiteX53-35817" fmla="*/ 1706 w 2254"/>
                    <a:gd name="connsiteY53-35818" fmla="*/ 2018 h 4213"/>
                    <a:gd name="connsiteX54-35819" fmla="*/ 1766 w 2254"/>
                    <a:gd name="connsiteY54-35820" fmla="*/ 2115 h 4213"/>
                    <a:gd name="connsiteX55-35821" fmla="*/ 1868 w 2254"/>
                    <a:gd name="connsiteY55-35822" fmla="*/ 2183 h 4213"/>
                    <a:gd name="connsiteX56-35823" fmla="*/ 1945 w 2254"/>
                    <a:gd name="connsiteY56-35824" fmla="*/ 2178 h 4213"/>
                    <a:gd name="connsiteX57-35825" fmla="*/ 1990 w 2254"/>
                    <a:gd name="connsiteY57-35826" fmla="*/ 2104 h 4213"/>
                    <a:gd name="connsiteX58-35827" fmla="*/ 2024 w 2254"/>
                    <a:gd name="connsiteY58-35828" fmla="*/ 2210 h 4213"/>
                    <a:gd name="connsiteX59-35829" fmla="*/ 1912 w 2254"/>
                    <a:gd name="connsiteY59-35830" fmla="*/ 2249 h 4213"/>
                    <a:gd name="connsiteX60-35831" fmla="*/ 1959 w 2254"/>
                    <a:gd name="connsiteY60-35832" fmla="*/ 2362 h 4213"/>
                    <a:gd name="connsiteX61-35833" fmla="*/ 1824 w 2254"/>
                    <a:gd name="connsiteY61-35834" fmla="*/ 2509 h 4213"/>
                    <a:gd name="connsiteX62-35835" fmla="*/ 1783 w 2254"/>
                    <a:gd name="connsiteY62-35836" fmla="*/ 2498 h 4213"/>
                    <a:gd name="connsiteX63-35837" fmla="*/ 1659 w 2254"/>
                    <a:gd name="connsiteY63-35838" fmla="*/ 2413 h 4213"/>
                    <a:gd name="connsiteX64-35839" fmla="*/ 1604 w 2254"/>
                    <a:gd name="connsiteY64-35840" fmla="*/ 2412 h 4213"/>
                    <a:gd name="connsiteX65-35841" fmla="*/ 1569 w 2254"/>
                    <a:gd name="connsiteY65-35842" fmla="*/ 2480 h 4213"/>
                    <a:gd name="connsiteX66-35843" fmla="*/ 1572 w 2254"/>
                    <a:gd name="connsiteY66-35844" fmla="*/ 2562 h 4213"/>
                    <a:gd name="connsiteX67-35845" fmla="*/ 1750 w 2254"/>
                    <a:gd name="connsiteY67-35846" fmla="*/ 2730 h 4213"/>
                    <a:gd name="connsiteX68-35847" fmla="*/ 1749 w 2254"/>
                    <a:gd name="connsiteY68-35848" fmla="*/ 2844 h 4213"/>
                    <a:gd name="connsiteX69-35849" fmla="*/ 1840 w 2254"/>
                    <a:gd name="connsiteY69-35850" fmla="*/ 3060 h 4213"/>
                    <a:gd name="connsiteX70-35851" fmla="*/ 1866 w 2254"/>
                    <a:gd name="connsiteY70-35852" fmla="*/ 3090 h 4213"/>
                    <a:gd name="connsiteX71-35853" fmla="*/ 1910 w 2254"/>
                    <a:gd name="connsiteY71-35854" fmla="*/ 3094 h 4213"/>
                    <a:gd name="connsiteX72-35855" fmla="*/ 1956 w 2254"/>
                    <a:gd name="connsiteY72-35856" fmla="*/ 3010 h 4213"/>
                    <a:gd name="connsiteX73-35857" fmla="*/ 2036 w 2254"/>
                    <a:gd name="connsiteY73-35858" fmla="*/ 2950 h 4213"/>
                    <a:gd name="connsiteX74-35859" fmla="*/ 2131 w 2254"/>
                    <a:gd name="connsiteY74-35860" fmla="*/ 3126 h 4213"/>
                    <a:gd name="connsiteX75-35861" fmla="*/ 2241 w 2254"/>
                    <a:gd name="connsiteY75-35862" fmla="*/ 3312 h 4213"/>
                    <a:gd name="connsiteX76-35863" fmla="*/ 2254 w 2254"/>
                    <a:gd name="connsiteY76-35864" fmla="*/ 3342 h 4213"/>
                    <a:gd name="connsiteX77-35865" fmla="*/ 2243 w 2254"/>
                    <a:gd name="connsiteY77-35866" fmla="*/ 3518 h 4213"/>
                    <a:gd name="connsiteX78-35867" fmla="*/ 2208 w 2254"/>
                    <a:gd name="connsiteY78-35868" fmla="*/ 3554 h 4213"/>
                    <a:gd name="connsiteX79-35869" fmla="*/ 2119 w 2254"/>
                    <a:gd name="connsiteY79-35870" fmla="*/ 3515 h 4213"/>
                    <a:gd name="connsiteX80-35871" fmla="*/ 1885 w 2254"/>
                    <a:gd name="connsiteY80-35872" fmla="*/ 3644 h 4213"/>
                    <a:gd name="connsiteX81-35873" fmla="*/ 1859 w 2254"/>
                    <a:gd name="connsiteY81-35874" fmla="*/ 3666 h 4213"/>
                    <a:gd name="connsiteX82-35875" fmla="*/ 1679 w 2254"/>
                    <a:gd name="connsiteY82-35876" fmla="*/ 3812 h 4213"/>
                    <a:gd name="connsiteX83-35877" fmla="*/ 1538 w 2254"/>
                    <a:gd name="connsiteY83-35878" fmla="*/ 3926 h 4213"/>
                    <a:gd name="connsiteX84-35879" fmla="*/ 1503 w 2254"/>
                    <a:gd name="connsiteY84-35880" fmla="*/ 3965 h 4213"/>
                    <a:gd name="connsiteX85-35881" fmla="*/ 1451 w 2254"/>
                    <a:gd name="connsiteY85-35882" fmla="*/ 3973 h 4213"/>
                    <a:gd name="connsiteX86-35883" fmla="*/ 1394 w 2254"/>
                    <a:gd name="connsiteY86-35884" fmla="*/ 3916 h 4213"/>
                    <a:gd name="connsiteX87-35885" fmla="*/ 1270 w 2254"/>
                    <a:gd name="connsiteY87-35886" fmla="*/ 3808 h 4213"/>
                    <a:gd name="connsiteX88-35887" fmla="*/ 1294 w 2254"/>
                    <a:gd name="connsiteY88-35888" fmla="*/ 4064 h 4213"/>
                    <a:gd name="connsiteX89-35889" fmla="*/ 1303 w 2254"/>
                    <a:gd name="connsiteY89-35890" fmla="*/ 4192 h 4213"/>
                    <a:gd name="connsiteX90-35891" fmla="*/ 1041 w 2254"/>
                    <a:gd name="connsiteY90-35892" fmla="*/ 4166 h 4213"/>
                    <a:gd name="connsiteX91-35893" fmla="*/ 959 w 2254"/>
                    <a:gd name="connsiteY91-35894" fmla="*/ 3987 h 4213"/>
                    <a:gd name="connsiteX92-35895" fmla="*/ 877 w 2254"/>
                    <a:gd name="connsiteY92-35896" fmla="*/ 3802 h 4213"/>
                    <a:gd name="connsiteX93-35897" fmla="*/ 798 w 2254"/>
                    <a:gd name="connsiteY93-35898" fmla="*/ 3734 h 4213"/>
                    <a:gd name="connsiteX94-35899" fmla="*/ 839 w 2254"/>
                    <a:gd name="connsiteY94-35900" fmla="*/ 3590 h 4213"/>
                    <a:gd name="connsiteX95-35901" fmla="*/ 849 w 2254"/>
                    <a:gd name="connsiteY95-35902" fmla="*/ 3584 h 4213"/>
                    <a:gd name="connsiteX96-35903" fmla="*/ 891 w 2254"/>
                    <a:gd name="connsiteY96-35904" fmla="*/ 3459 h 4213"/>
                    <a:gd name="connsiteX97-35905" fmla="*/ 932 w 2254"/>
                    <a:gd name="connsiteY97-35906" fmla="*/ 3195 h 4213"/>
                    <a:gd name="connsiteX98-35907" fmla="*/ 968 w 2254"/>
                    <a:gd name="connsiteY98-35908" fmla="*/ 2962 h 4213"/>
                    <a:gd name="connsiteX99-35909" fmla="*/ 1068 w 2254"/>
                    <a:gd name="connsiteY99-35910" fmla="*/ 2333 h 4213"/>
                    <a:gd name="connsiteX0-35911" fmla="*/ 1068 w 2254"/>
                    <a:gd name="connsiteY0-35912" fmla="*/ 2333 h 4213"/>
                    <a:gd name="connsiteX1-35913" fmla="*/ 1066 w 2254"/>
                    <a:gd name="connsiteY1-35914" fmla="*/ 2117 h 4213"/>
                    <a:gd name="connsiteX2-35915" fmla="*/ 990 w 2254"/>
                    <a:gd name="connsiteY2-35916" fmla="*/ 2039 h 4213"/>
                    <a:gd name="connsiteX3-35917" fmla="*/ 847 w 2254"/>
                    <a:gd name="connsiteY3-35918" fmla="*/ 1951 h 4213"/>
                    <a:gd name="connsiteX4-35919" fmla="*/ 755 w 2254"/>
                    <a:gd name="connsiteY4-35920" fmla="*/ 1827 h 4213"/>
                    <a:gd name="connsiteX5-35921" fmla="*/ 659 w 2254"/>
                    <a:gd name="connsiteY5-35922" fmla="*/ 1828 h 4213"/>
                    <a:gd name="connsiteX6-35923" fmla="*/ 614 w 2254"/>
                    <a:gd name="connsiteY6-35924" fmla="*/ 1883 h 4213"/>
                    <a:gd name="connsiteX7-35925" fmla="*/ 521 w 2254"/>
                    <a:gd name="connsiteY7-35926" fmla="*/ 1877 h 4213"/>
                    <a:gd name="connsiteX8-35927" fmla="*/ 501 w 2254"/>
                    <a:gd name="connsiteY8-35928" fmla="*/ 1994 h 4213"/>
                    <a:gd name="connsiteX9-35929" fmla="*/ 320 w 2254"/>
                    <a:gd name="connsiteY9-35930" fmla="*/ 1941 h 4213"/>
                    <a:gd name="connsiteX10-35931" fmla="*/ 237 w 2254"/>
                    <a:gd name="connsiteY10-35932" fmla="*/ 1939 h 4213"/>
                    <a:gd name="connsiteX11-35933" fmla="*/ 112 w 2254"/>
                    <a:gd name="connsiteY11-35934" fmla="*/ 2014 h 4213"/>
                    <a:gd name="connsiteX12-35935" fmla="*/ 0 w 2254"/>
                    <a:gd name="connsiteY12-35936" fmla="*/ 1890 h 4213"/>
                    <a:gd name="connsiteX13-35937" fmla="*/ 94 w 2254"/>
                    <a:gd name="connsiteY13-35938" fmla="*/ 1804 h 4213"/>
                    <a:gd name="connsiteX14-35939" fmla="*/ 98 w 2254"/>
                    <a:gd name="connsiteY14-35940" fmla="*/ 1634 h 4213"/>
                    <a:gd name="connsiteX15-35941" fmla="*/ 153 w 2254"/>
                    <a:gd name="connsiteY15-35942" fmla="*/ 1514 h 4213"/>
                    <a:gd name="connsiteX16-35943" fmla="*/ 196 w 2254"/>
                    <a:gd name="connsiteY16-35944" fmla="*/ 1306 h 4213"/>
                    <a:gd name="connsiteX17-35945" fmla="*/ 256 w 2254"/>
                    <a:gd name="connsiteY17-35946" fmla="*/ 1307 h 4213"/>
                    <a:gd name="connsiteX18-35947" fmla="*/ 579 w 2254"/>
                    <a:gd name="connsiteY18-35948" fmla="*/ 1286 h 4213"/>
                    <a:gd name="connsiteX19-35949" fmla="*/ 753 w 2254"/>
                    <a:gd name="connsiteY19-35950" fmla="*/ 1117 h 4213"/>
                    <a:gd name="connsiteX20-35951" fmla="*/ 822 w 2254"/>
                    <a:gd name="connsiteY20-35952" fmla="*/ 748 h 4213"/>
                    <a:gd name="connsiteX21-35953" fmla="*/ 932 w 2254"/>
                    <a:gd name="connsiteY21-35954" fmla="*/ 486 h 4213"/>
                    <a:gd name="connsiteX22-35955" fmla="*/ 930 w 2254"/>
                    <a:gd name="connsiteY22-35956" fmla="*/ 358 h 4213"/>
                    <a:gd name="connsiteX23-35957" fmla="*/ 917 w 2254"/>
                    <a:gd name="connsiteY23-35958" fmla="*/ 328 h 4213"/>
                    <a:gd name="connsiteX24-35959" fmla="*/ 850 w 2254"/>
                    <a:gd name="connsiteY24-35960" fmla="*/ 251 h 4213"/>
                    <a:gd name="connsiteX25-35961" fmla="*/ 790 w 2254"/>
                    <a:gd name="connsiteY25-35962" fmla="*/ 217 h 4213"/>
                    <a:gd name="connsiteX26-35963" fmla="*/ 915 w 2254"/>
                    <a:gd name="connsiteY26-35964" fmla="*/ 56 h 4213"/>
                    <a:gd name="connsiteX27-35965" fmla="*/ 1088 w 2254"/>
                    <a:gd name="connsiteY27-35966" fmla="*/ 2 h 4213"/>
                    <a:gd name="connsiteX28-35967" fmla="*/ 1120 w 2254"/>
                    <a:gd name="connsiteY28-35968" fmla="*/ 49 h 4213"/>
                    <a:gd name="connsiteX29-35969" fmla="*/ 1110 w 2254"/>
                    <a:gd name="connsiteY29-35970" fmla="*/ 133 h 4213"/>
                    <a:gd name="connsiteX30-35971" fmla="*/ 1049 w 2254"/>
                    <a:gd name="connsiteY30-35972" fmla="*/ 243 h 4213"/>
                    <a:gd name="connsiteX31-35973" fmla="*/ 1119 w 2254"/>
                    <a:gd name="connsiteY31-35974" fmla="*/ 301 h 4213"/>
                    <a:gd name="connsiteX32-35975" fmla="*/ 1233 w 2254"/>
                    <a:gd name="connsiteY32-35976" fmla="*/ 366 h 4213"/>
                    <a:gd name="connsiteX33-35977" fmla="*/ 1253 w 2254"/>
                    <a:gd name="connsiteY33-35978" fmla="*/ 255 h 4213"/>
                    <a:gd name="connsiteX34-35979" fmla="*/ 1387 w 2254"/>
                    <a:gd name="connsiteY34-35980" fmla="*/ 291 h 4213"/>
                    <a:gd name="connsiteX35-35981" fmla="*/ 1412 w 2254"/>
                    <a:gd name="connsiteY35-35982" fmla="*/ 331 h 4213"/>
                    <a:gd name="connsiteX36-35983" fmla="*/ 1488 w 2254"/>
                    <a:gd name="connsiteY36-35984" fmla="*/ 562 h 4213"/>
                    <a:gd name="connsiteX37-35985" fmla="*/ 1523 w 2254"/>
                    <a:gd name="connsiteY37-35986" fmla="*/ 586 h 4213"/>
                    <a:gd name="connsiteX38-35987" fmla="*/ 1615 w 2254"/>
                    <a:gd name="connsiteY38-35988" fmla="*/ 578 h 4213"/>
                    <a:gd name="connsiteX39-35989" fmla="*/ 1875 w 2254"/>
                    <a:gd name="connsiteY39-35990" fmla="*/ 490 h 4213"/>
                    <a:gd name="connsiteX40-35991" fmla="*/ 2095 w 2254"/>
                    <a:gd name="connsiteY40-35992" fmla="*/ 479 h 4213"/>
                    <a:gd name="connsiteX41-35993" fmla="*/ 2155 w 2254"/>
                    <a:gd name="connsiteY41-35994" fmla="*/ 648 h 4213"/>
                    <a:gd name="connsiteX42-35995" fmla="*/ 2073 w 2254"/>
                    <a:gd name="connsiteY42-35996" fmla="*/ 944 h 4213"/>
                    <a:gd name="connsiteX43-35997" fmla="*/ 2073 w 2254"/>
                    <a:gd name="connsiteY43-35998" fmla="*/ 1022 h 4213"/>
                    <a:gd name="connsiteX44-35999" fmla="*/ 2142 w 2254"/>
                    <a:gd name="connsiteY44-36000" fmla="*/ 1168 h 4213"/>
                    <a:gd name="connsiteX45-36001" fmla="*/ 2157 w 2254"/>
                    <a:gd name="connsiteY45-36002" fmla="*/ 1427 h 4213"/>
                    <a:gd name="connsiteX46-36003" fmla="*/ 2159 w 2254"/>
                    <a:gd name="connsiteY46-36004" fmla="*/ 1617 h 4213"/>
                    <a:gd name="connsiteX47-36005" fmla="*/ 2092 w 2254"/>
                    <a:gd name="connsiteY47-36006" fmla="*/ 1625 h 4213"/>
                    <a:gd name="connsiteX48-36007" fmla="*/ 2070 w 2254"/>
                    <a:gd name="connsiteY48-36008" fmla="*/ 1507 h 4213"/>
                    <a:gd name="connsiteX49-36009" fmla="*/ 2035 w 2254"/>
                    <a:gd name="connsiteY49-36010" fmla="*/ 1450 h 4213"/>
                    <a:gd name="connsiteX50-36011" fmla="*/ 1945 w 2254"/>
                    <a:gd name="connsiteY50-36012" fmla="*/ 1582 h 4213"/>
                    <a:gd name="connsiteX51-36013" fmla="*/ 1832 w 2254"/>
                    <a:gd name="connsiteY51-36014" fmla="*/ 1776 h 4213"/>
                    <a:gd name="connsiteX52-36015" fmla="*/ 1713 w 2254"/>
                    <a:gd name="connsiteY52-36016" fmla="*/ 1904 h 4213"/>
                    <a:gd name="connsiteX53-36017" fmla="*/ 1706 w 2254"/>
                    <a:gd name="connsiteY53-36018" fmla="*/ 2018 h 4213"/>
                    <a:gd name="connsiteX54-36019" fmla="*/ 1766 w 2254"/>
                    <a:gd name="connsiteY54-36020" fmla="*/ 2115 h 4213"/>
                    <a:gd name="connsiteX55-36021" fmla="*/ 1868 w 2254"/>
                    <a:gd name="connsiteY55-36022" fmla="*/ 2183 h 4213"/>
                    <a:gd name="connsiteX56-36023" fmla="*/ 1945 w 2254"/>
                    <a:gd name="connsiteY56-36024" fmla="*/ 2178 h 4213"/>
                    <a:gd name="connsiteX57-36025" fmla="*/ 1990 w 2254"/>
                    <a:gd name="connsiteY57-36026" fmla="*/ 2104 h 4213"/>
                    <a:gd name="connsiteX58-36027" fmla="*/ 2024 w 2254"/>
                    <a:gd name="connsiteY58-36028" fmla="*/ 2210 h 4213"/>
                    <a:gd name="connsiteX59-36029" fmla="*/ 1912 w 2254"/>
                    <a:gd name="connsiteY59-36030" fmla="*/ 2249 h 4213"/>
                    <a:gd name="connsiteX60-36031" fmla="*/ 1959 w 2254"/>
                    <a:gd name="connsiteY60-36032" fmla="*/ 2362 h 4213"/>
                    <a:gd name="connsiteX61-36033" fmla="*/ 1824 w 2254"/>
                    <a:gd name="connsiteY61-36034" fmla="*/ 2509 h 4213"/>
                    <a:gd name="connsiteX62-36035" fmla="*/ 1783 w 2254"/>
                    <a:gd name="connsiteY62-36036" fmla="*/ 2498 h 4213"/>
                    <a:gd name="connsiteX63-36037" fmla="*/ 1659 w 2254"/>
                    <a:gd name="connsiteY63-36038" fmla="*/ 2413 h 4213"/>
                    <a:gd name="connsiteX64-36039" fmla="*/ 1604 w 2254"/>
                    <a:gd name="connsiteY64-36040" fmla="*/ 2412 h 4213"/>
                    <a:gd name="connsiteX65-36041" fmla="*/ 1569 w 2254"/>
                    <a:gd name="connsiteY65-36042" fmla="*/ 2480 h 4213"/>
                    <a:gd name="connsiteX66-36043" fmla="*/ 1572 w 2254"/>
                    <a:gd name="connsiteY66-36044" fmla="*/ 2562 h 4213"/>
                    <a:gd name="connsiteX67-36045" fmla="*/ 1750 w 2254"/>
                    <a:gd name="connsiteY67-36046" fmla="*/ 2730 h 4213"/>
                    <a:gd name="connsiteX68-36047" fmla="*/ 1749 w 2254"/>
                    <a:gd name="connsiteY68-36048" fmla="*/ 2844 h 4213"/>
                    <a:gd name="connsiteX69-36049" fmla="*/ 1840 w 2254"/>
                    <a:gd name="connsiteY69-36050" fmla="*/ 3060 h 4213"/>
                    <a:gd name="connsiteX70-36051" fmla="*/ 1866 w 2254"/>
                    <a:gd name="connsiteY70-36052" fmla="*/ 3090 h 4213"/>
                    <a:gd name="connsiteX71-36053" fmla="*/ 1910 w 2254"/>
                    <a:gd name="connsiteY71-36054" fmla="*/ 3094 h 4213"/>
                    <a:gd name="connsiteX72-36055" fmla="*/ 1956 w 2254"/>
                    <a:gd name="connsiteY72-36056" fmla="*/ 3010 h 4213"/>
                    <a:gd name="connsiteX73-36057" fmla="*/ 2036 w 2254"/>
                    <a:gd name="connsiteY73-36058" fmla="*/ 2950 h 4213"/>
                    <a:gd name="connsiteX74-36059" fmla="*/ 2131 w 2254"/>
                    <a:gd name="connsiteY74-36060" fmla="*/ 3126 h 4213"/>
                    <a:gd name="connsiteX75-36061" fmla="*/ 2241 w 2254"/>
                    <a:gd name="connsiteY75-36062" fmla="*/ 3312 h 4213"/>
                    <a:gd name="connsiteX76-36063" fmla="*/ 2254 w 2254"/>
                    <a:gd name="connsiteY76-36064" fmla="*/ 3342 h 4213"/>
                    <a:gd name="connsiteX77-36065" fmla="*/ 2243 w 2254"/>
                    <a:gd name="connsiteY77-36066" fmla="*/ 3518 h 4213"/>
                    <a:gd name="connsiteX78-36067" fmla="*/ 2208 w 2254"/>
                    <a:gd name="connsiteY78-36068" fmla="*/ 3554 h 4213"/>
                    <a:gd name="connsiteX79-36069" fmla="*/ 2119 w 2254"/>
                    <a:gd name="connsiteY79-36070" fmla="*/ 3515 h 4213"/>
                    <a:gd name="connsiteX80-36071" fmla="*/ 1885 w 2254"/>
                    <a:gd name="connsiteY80-36072" fmla="*/ 3644 h 4213"/>
                    <a:gd name="connsiteX81-36073" fmla="*/ 1859 w 2254"/>
                    <a:gd name="connsiteY81-36074" fmla="*/ 3666 h 4213"/>
                    <a:gd name="connsiteX82-36075" fmla="*/ 1679 w 2254"/>
                    <a:gd name="connsiteY82-36076" fmla="*/ 3812 h 4213"/>
                    <a:gd name="connsiteX83-36077" fmla="*/ 1538 w 2254"/>
                    <a:gd name="connsiteY83-36078" fmla="*/ 3926 h 4213"/>
                    <a:gd name="connsiteX84-36079" fmla="*/ 1503 w 2254"/>
                    <a:gd name="connsiteY84-36080" fmla="*/ 3965 h 4213"/>
                    <a:gd name="connsiteX85-36081" fmla="*/ 1451 w 2254"/>
                    <a:gd name="connsiteY85-36082" fmla="*/ 3973 h 4213"/>
                    <a:gd name="connsiteX86-36083" fmla="*/ 1394 w 2254"/>
                    <a:gd name="connsiteY86-36084" fmla="*/ 3916 h 4213"/>
                    <a:gd name="connsiteX87-36085" fmla="*/ 1270 w 2254"/>
                    <a:gd name="connsiteY87-36086" fmla="*/ 3808 h 4213"/>
                    <a:gd name="connsiteX88-36087" fmla="*/ 1294 w 2254"/>
                    <a:gd name="connsiteY88-36088" fmla="*/ 4064 h 4213"/>
                    <a:gd name="connsiteX89-36089" fmla="*/ 1303 w 2254"/>
                    <a:gd name="connsiteY89-36090" fmla="*/ 4192 h 4213"/>
                    <a:gd name="connsiteX90-36091" fmla="*/ 1041 w 2254"/>
                    <a:gd name="connsiteY90-36092" fmla="*/ 4166 h 4213"/>
                    <a:gd name="connsiteX91-36093" fmla="*/ 959 w 2254"/>
                    <a:gd name="connsiteY91-36094" fmla="*/ 3987 h 4213"/>
                    <a:gd name="connsiteX92-36095" fmla="*/ 877 w 2254"/>
                    <a:gd name="connsiteY92-36096" fmla="*/ 3802 h 4213"/>
                    <a:gd name="connsiteX93-36097" fmla="*/ 798 w 2254"/>
                    <a:gd name="connsiteY93-36098" fmla="*/ 3734 h 4213"/>
                    <a:gd name="connsiteX94-36099" fmla="*/ 839 w 2254"/>
                    <a:gd name="connsiteY94-36100" fmla="*/ 3590 h 4213"/>
                    <a:gd name="connsiteX95-36101" fmla="*/ 849 w 2254"/>
                    <a:gd name="connsiteY95-36102" fmla="*/ 3584 h 4213"/>
                    <a:gd name="connsiteX96-36103" fmla="*/ 891 w 2254"/>
                    <a:gd name="connsiteY96-36104" fmla="*/ 3459 h 4213"/>
                    <a:gd name="connsiteX97-36105" fmla="*/ 932 w 2254"/>
                    <a:gd name="connsiteY97-36106" fmla="*/ 3195 h 4213"/>
                    <a:gd name="connsiteX98-36107" fmla="*/ 968 w 2254"/>
                    <a:gd name="connsiteY98-36108" fmla="*/ 2962 h 4213"/>
                    <a:gd name="connsiteX99-36109" fmla="*/ 1068 w 2254"/>
                    <a:gd name="connsiteY99-36110" fmla="*/ 2333 h 4213"/>
                    <a:gd name="connsiteX0-36111" fmla="*/ 1068 w 2254"/>
                    <a:gd name="connsiteY0-36112" fmla="*/ 2333 h 4213"/>
                    <a:gd name="connsiteX1-36113" fmla="*/ 1066 w 2254"/>
                    <a:gd name="connsiteY1-36114" fmla="*/ 2117 h 4213"/>
                    <a:gd name="connsiteX2-36115" fmla="*/ 990 w 2254"/>
                    <a:gd name="connsiteY2-36116" fmla="*/ 2039 h 4213"/>
                    <a:gd name="connsiteX3-36117" fmla="*/ 847 w 2254"/>
                    <a:gd name="connsiteY3-36118" fmla="*/ 1951 h 4213"/>
                    <a:gd name="connsiteX4-36119" fmla="*/ 755 w 2254"/>
                    <a:gd name="connsiteY4-36120" fmla="*/ 1827 h 4213"/>
                    <a:gd name="connsiteX5-36121" fmla="*/ 659 w 2254"/>
                    <a:gd name="connsiteY5-36122" fmla="*/ 1828 h 4213"/>
                    <a:gd name="connsiteX6-36123" fmla="*/ 614 w 2254"/>
                    <a:gd name="connsiteY6-36124" fmla="*/ 1883 h 4213"/>
                    <a:gd name="connsiteX7-36125" fmla="*/ 521 w 2254"/>
                    <a:gd name="connsiteY7-36126" fmla="*/ 1877 h 4213"/>
                    <a:gd name="connsiteX8-36127" fmla="*/ 501 w 2254"/>
                    <a:gd name="connsiteY8-36128" fmla="*/ 1994 h 4213"/>
                    <a:gd name="connsiteX9-36129" fmla="*/ 320 w 2254"/>
                    <a:gd name="connsiteY9-36130" fmla="*/ 1941 h 4213"/>
                    <a:gd name="connsiteX10-36131" fmla="*/ 237 w 2254"/>
                    <a:gd name="connsiteY10-36132" fmla="*/ 1939 h 4213"/>
                    <a:gd name="connsiteX11-36133" fmla="*/ 112 w 2254"/>
                    <a:gd name="connsiteY11-36134" fmla="*/ 2014 h 4213"/>
                    <a:gd name="connsiteX12-36135" fmla="*/ 0 w 2254"/>
                    <a:gd name="connsiteY12-36136" fmla="*/ 1890 h 4213"/>
                    <a:gd name="connsiteX13-36137" fmla="*/ 94 w 2254"/>
                    <a:gd name="connsiteY13-36138" fmla="*/ 1804 h 4213"/>
                    <a:gd name="connsiteX14-36139" fmla="*/ 98 w 2254"/>
                    <a:gd name="connsiteY14-36140" fmla="*/ 1634 h 4213"/>
                    <a:gd name="connsiteX15-36141" fmla="*/ 153 w 2254"/>
                    <a:gd name="connsiteY15-36142" fmla="*/ 1514 h 4213"/>
                    <a:gd name="connsiteX16-36143" fmla="*/ 196 w 2254"/>
                    <a:gd name="connsiteY16-36144" fmla="*/ 1306 h 4213"/>
                    <a:gd name="connsiteX17-36145" fmla="*/ 256 w 2254"/>
                    <a:gd name="connsiteY17-36146" fmla="*/ 1307 h 4213"/>
                    <a:gd name="connsiteX18-36147" fmla="*/ 579 w 2254"/>
                    <a:gd name="connsiteY18-36148" fmla="*/ 1286 h 4213"/>
                    <a:gd name="connsiteX19-36149" fmla="*/ 753 w 2254"/>
                    <a:gd name="connsiteY19-36150" fmla="*/ 1117 h 4213"/>
                    <a:gd name="connsiteX20-36151" fmla="*/ 822 w 2254"/>
                    <a:gd name="connsiteY20-36152" fmla="*/ 748 h 4213"/>
                    <a:gd name="connsiteX21-36153" fmla="*/ 932 w 2254"/>
                    <a:gd name="connsiteY21-36154" fmla="*/ 486 h 4213"/>
                    <a:gd name="connsiteX22-36155" fmla="*/ 930 w 2254"/>
                    <a:gd name="connsiteY22-36156" fmla="*/ 358 h 4213"/>
                    <a:gd name="connsiteX23-36157" fmla="*/ 917 w 2254"/>
                    <a:gd name="connsiteY23-36158" fmla="*/ 328 h 4213"/>
                    <a:gd name="connsiteX24-36159" fmla="*/ 850 w 2254"/>
                    <a:gd name="connsiteY24-36160" fmla="*/ 251 h 4213"/>
                    <a:gd name="connsiteX25-36161" fmla="*/ 790 w 2254"/>
                    <a:gd name="connsiteY25-36162" fmla="*/ 217 h 4213"/>
                    <a:gd name="connsiteX26-36163" fmla="*/ 915 w 2254"/>
                    <a:gd name="connsiteY26-36164" fmla="*/ 56 h 4213"/>
                    <a:gd name="connsiteX27-36165" fmla="*/ 1088 w 2254"/>
                    <a:gd name="connsiteY27-36166" fmla="*/ 2 h 4213"/>
                    <a:gd name="connsiteX28-36167" fmla="*/ 1120 w 2254"/>
                    <a:gd name="connsiteY28-36168" fmla="*/ 49 h 4213"/>
                    <a:gd name="connsiteX29-36169" fmla="*/ 1110 w 2254"/>
                    <a:gd name="connsiteY29-36170" fmla="*/ 133 h 4213"/>
                    <a:gd name="connsiteX30-36171" fmla="*/ 1049 w 2254"/>
                    <a:gd name="connsiteY30-36172" fmla="*/ 243 h 4213"/>
                    <a:gd name="connsiteX31-36173" fmla="*/ 1119 w 2254"/>
                    <a:gd name="connsiteY31-36174" fmla="*/ 301 h 4213"/>
                    <a:gd name="connsiteX32-36175" fmla="*/ 1233 w 2254"/>
                    <a:gd name="connsiteY32-36176" fmla="*/ 366 h 4213"/>
                    <a:gd name="connsiteX33-36177" fmla="*/ 1253 w 2254"/>
                    <a:gd name="connsiteY33-36178" fmla="*/ 255 h 4213"/>
                    <a:gd name="connsiteX34-36179" fmla="*/ 1387 w 2254"/>
                    <a:gd name="connsiteY34-36180" fmla="*/ 291 h 4213"/>
                    <a:gd name="connsiteX35-36181" fmla="*/ 1412 w 2254"/>
                    <a:gd name="connsiteY35-36182" fmla="*/ 331 h 4213"/>
                    <a:gd name="connsiteX36-36183" fmla="*/ 1488 w 2254"/>
                    <a:gd name="connsiteY36-36184" fmla="*/ 562 h 4213"/>
                    <a:gd name="connsiteX37-36185" fmla="*/ 1523 w 2254"/>
                    <a:gd name="connsiteY37-36186" fmla="*/ 586 h 4213"/>
                    <a:gd name="connsiteX38-36187" fmla="*/ 1615 w 2254"/>
                    <a:gd name="connsiteY38-36188" fmla="*/ 578 h 4213"/>
                    <a:gd name="connsiteX39-36189" fmla="*/ 1875 w 2254"/>
                    <a:gd name="connsiteY39-36190" fmla="*/ 490 h 4213"/>
                    <a:gd name="connsiteX40-36191" fmla="*/ 2095 w 2254"/>
                    <a:gd name="connsiteY40-36192" fmla="*/ 479 h 4213"/>
                    <a:gd name="connsiteX41-36193" fmla="*/ 2155 w 2254"/>
                    <a:gd name="connsiteY41-36194" fmla="*/ 648 h 4213"/>
                    <a:gd name="connsiteX42-36195" fmla="*/ 2073 w 2254"/>
                    <a:gd name="connsiteY42-36196" fmla="*/ 944 h 4213"/>
                    <a:gd name="connsiteX43-36197" fmla="*/ 2073 w 2254"/>
                    <a:gd name="connsiteY43-36198" fmla="*/ 1022 h 4213"/>
                    <a:gd name="connsiteX44-36199" fmla="*/ 2142 w 2254"/>
                    <a:gd name="connsiteY44-36200" fmla="*/ 1168 h 4213"/>
                    <a:gd name="connsiteX45-36201" fmla="*/ 2157 w 2254"/>
                    <a:gd name="connsiteY45-36202" fmla="*/ 1427 h 4213"/>
                    <a:gd name="connsiteX46-36203" fmla="*/ 2159 w 2254"/>
                    <a:gd name="connsiteY46-36204" fmla="*/ 1617 h 4213"/>
                    <a:gd name="connsiteX47-36205" fmla="*/ 2092 w 2254"/>
                    <a:gd name="connsiteY47-36206" fmla="*/ 1625 h 4213"/>
                    <a:gd name="connsiteX48-36207" fmla="*/ 2070 w 2254"/>
                    <a:gd name="connsiteY48-36208" fmla="*/ 1507 h 4213"/>
                    <a:gd name="connsiteX49-36209" fmla="*/ 2035 w 2254"/>
                    <a:gd name="connsiteY49-36210" fmla="*/ 1450 h 4213"/>
                    <a:gd name="connsiteX50-36211" fmla="*/ 1945 w 2254"/>
                    <a:gd name="connsiteY50-36212" fmla="*/ 1582 h 4213"/>
                    <a:gd name="connsiteX51-36213" fmla="*/ 1832 w 2254"/>
                    <a:gd name="connsiteY51-36214" fmla="*/ 1776 h 4213"/>
                    <a:gd name="connsiteX52-36215" fmla="*/ 1713 w 2254"/>
                    <a:gd name="connsiteY52-36216" fmla="*/ 1904 h 4213"/>
                    <a:gd name="connsiteX53-36217" fmla="*/ 1706 w 2254"/>
                    <a:gd name="connsiteY53-36218" fmla="*/ 2018 h 4213"/>
                    <a:gd name="connsiteX54-36219" fmla="*/ 1766 w 2254"/>
                    <a:gd name="connsiteY54-36220" fmla="*/ 2115 h 4213"/>
                    <a:gd name="connsiteX55-36221" fmla="*/ 1868 w 2254"/>
                    <a:gd name="connsiteY55-36222" fmla="*/ 2183 h 4213"/>
                    <a:gd name="connsiteX56-36223" fmla="*/ 1945 w 2254"/>
                    <a:gd name="connsiteY56-36224" fmla="*/ 2178 h 4213"/>
                    <a:gd name="connsiteX57-36225" fmla="*/ 1990 w 2254"/>
                    <a:gd name="connsiteY57-36226" fmla="*/ 2104 h 4213"/>
                    <a:gd name="connsiteX58-36227" fmla="*/ 2024 w 2254"/>
                    <a:gd name="connsiteY58-36228" fmla="*/ 2210 h 4213"/>
                    <a:gd name="connsiteX59-36229" fmla="*/ 1912 w 2254"/>
                    <a:gd name="connsiteY59-36230" fmla="*/ 2249 h 4213"/>
                    <a:gd name="connsiteX60-36231" fmla="*/ 1959 w 2254"/>
                    <a:gd name="connsiteY60-36232" fmla="*/ 2362 h 4213"/>
                    <a:gd name="connsiteX61-36233" fmla="*/ 1824 w 2254"/>
                    <a:gd name="connsiteY61-36234" fmla="*/ 2509 h 4213"/>
                    <a:gd name="connsiteX62-36235" fmla="*/ 1783 w 2254"/>
                    <a:gd name="connsiteY62-36236" fmla="*/ 2498 h 4213"/>
                    <a:gd name="connsiteX63-36237" fmla="*/ 1659 w 2254"/>
                    <a:gd name="connsiteY63-36238" fmla="*/ 2413 h 4213"/>
                    <a:gd name="connsiteX64-36239" fmla="*/ 1604 w 2254"/>
                    <a:gd name="connsiteY64-36240" fmla="*/ 2412 h 4213"/>
                    <a:gd name="connsiteX65-36241" fmla="*/ 1569 w 2254"/>
                    <a:gd name="connsiteY65-36242" fmla="*/ 2480 h 4213"/>
                    <a:gd name="connsiteX66-36243" fmla="*/ 1572 w 2254"/>
                    <a:gd name="connsiteY66-36244" fmla="*/ 2562 h 4213"/>
                    <a:gd name="connsiteX67-36245" fmla="*/ 1750 w 2254"/>
                    <a:gd name="connsiteY67-36246" fmla="*/ 2730 h 4213"/>
                    <a:gd name="connsiteX68-36247" fmla="*/ 1749 w 2254"/>
                    <a:gd name="connsiteY68-36248" fmla="*/ 2844 h 4213"/>
                    <a:gd name="connsiteX69-36249" fmla="*/ 1840 w 2254"/>
                    <a:gd name="connsiteY69-36250" fmla="*/ 3060 h 4213"/>
                    <a:gd name="connsiteX70-36251" fmla="*/ 1866 w 2254"/>
                    <a:gd name="connsiteY70-36252" fmla="*/ 3090 h 4213"/>
                    <a:gd name="connsiteX71-36253" fmla="*/ 1910 w 2254"/>
                    <a:gd name="connsiteY71-36254" fmla="*/ 3094 h 4213"/>
                    <a:gd name="connsiteX72-36255" fmla="*/ 1956 w 2254"/>
                    <a:gd name="connsiteY72-36256" fmla="*/ 3010 h 4213"/>
                    <a:gd name="connsiteX73-36257" fmla="*/ 2036 w 2254"/>
                    <a:gd name="connsiteY73-36258" fmla="*/ 2950 h 4213"/>
                    <a:gd name="connsiteX74-36259" fmla="*/ 2131 w 2254"/>
                    <a:gd name="connsiteY74-36260" fmla="*/ 3126 h 4213"/>
                    <a:gd name="connsiteX75-36261" fmla="*/ 2241 w 2254"/>
                    <a:gd name="connsiteY75-36262" fmla="*/ 3312 h 4213"/>
                    <a:gd name="connsiteX76-36263" fmla="*/ 2254 w 2254"/>
                    <a:gd name="connsiteY76-36264" fmla="*/ 3342 h 4213"/>
                    <a:gd name="connsiteX77-36265" fmla="*/ 2243 w 2254"/>
                    <a:gd name="connsiteY77-36266" fmla="*/ 3518 h 4213"/>
                    <a:gd name="connsiteX78-36267" fmla="*/ 2208 w 2254"/>
                    <a:gd name="connsiteY78-36268" fmla="*/ 3554 h 4213"/>
                    <a:gd name="connsiteX79-36269" fmla="*/ 2119 w 2254"/>
                    <a:gd name="connsiteY79-36270" fmla="*/ 3515 h 4213"/>
                    <a:gd name="connsiteX80-36271" fmla="*/ 1885 w 2254"/>
                    <a:gd name="connsiteY80-36272" fmla="*/ 3644 h 4213"/>
                    <a:gd name="connsiteX81-36273" fmla="*/ 1859 w 2254"/>
                    <a:gd name="connsiteY81-36274" fmla="*/ 3666 h 4213"/>
                    <a:gd name="connsiteX82-36275" fmla="*/ 1679 w 2254"/>
                    <a:gd name="connsiteY82-36276" fmla="*/ 3812 h 4213"/>
                    <a:gd name="connsiteX83-36277" fmla="*/ 1538 w 2254"/>
                    <a:gd name="connsiteY83-36278" fmla="*/ 3926 h 4213"/>
                    <a:gd name="connsiteX84-36279" fmla="*/ 1503 w 2254"/>
                    <a:gd name="connsiteY84-36280" fmla="*/ 3965 h 4213"/>
                    <a:gd name="connsiteX85-36281" fmla="*/ 1451 w 2254"/>
                    <a:gd name="connsiteY85-36282" fmla="*/ 3973 h 4213"/>
                    <a:gd name="connsiteX86-36283" fmla="*/ 1394 w 2254"/>
                    <a:gd name="connsiteY86-36284" fmla="*/ 3916 h 4213"/>
                    <a:gd name="connsiteX87-36285" fmla="*/ 1270 w 2254"/>
                    <a:gd name="connsiteY87-36286" fmla="*/ 3808 h 4213"/>
                    <a:gd name="connsiteX88-36287" fmla="*/ 1294 w 2254"/>
                    <a:gd name="connsiteY88-36288" fmla="*/ 4064 h 4213"/>
                    <a:gd name="connsiteX89-36289" fmla="*/ 1303 w 2254"/>
                    <a:gd name="connsiteY89-36290" fmla="*/ 4192 h 4213"/>
                    <a:gd name="connsiteX90-36291" fmla="*/ 1041 w 2254"/>
                    <a:gd name="connsiteY90-36292" fmla="*/ 4166 h 4213"/>
                    <a:gd name="connsiteX91-36293" fmla="*/ 959 w 2254"/>
                    <a:gd name="connsiteY91-36294" fmla="*/ 3987 h 4213"/>
                    <a:gd name="connsiteX92-36295" fmla="*/ 877 w 2254"/>
                    <a:gd name="connsiteY92-36296" fmla="*/ 3802 h 4213"/>
                    <a:gd name="connsiteX93-36297" fmla="*/ 798 w 2254"/>
                    <a:gd name="connsiteY93-36298" fmla="*/ 3734 h 4213"/>
                    <a:gd name="connsiteX94-36299" fmla="*/ 839 w 2254"/>
                    <a:gd name="connsiteY94-36300" fmla="*/ 3590 h 4213"/>
                    <a:gd name="connsiteX95-36301" fmla="*/ 891 w 2254"/>
                    <a:gd name="connsiteY95-36302" fmla="*/ 3459 h 4213"/>
                    <a:gd name="connsiteX96-36303" fmla="*/ 932 w 2254"/>
                    <a:gd name="connsiteY96-36304" fmla="*/ 3195 h 4213"/>
                    <a:gd name="connsiteX97-36305" fmla="*/ 968 w 2254"/>
                    <a:gd name="connsiteY97-36306" fmla="*/ 2962 h 4213"/>
                    <a:gd name="connsiteX98-36307" fmla="*/ 1068 w 2254"/>
                    <a:gd name="connsiteY98-36308" fmla="*/ 2333 h 4213"/>
                    <a:gd name="connsiteX0-36309" fmla="*/ 1068 w 2254"/>
                    <a:gd name="connsiteY0-36310" fmla="*/ 2333 h 4213"/>
                    <a:gd name="connsiteX1-36311" fmla="*/ 1066 w 2254"/>
                    <a:gd name="connsiteY1-36312" fmla="*/ 2117 h 4213"/>
                    <a:gd name="connsiteX2-36313" fmla="*/ 990 w 2254"/>
                    <a:gd name="connsiteY2-36314" fmla="*/ 2039 h 4213"/>
                    <a:gd name="connsiteX3-36315" fmla="*/ 847 w 2254"/>
                    <a:gd name="connsiteY3-36316" fmla="*/ 1951 h 4213"/>
                    <a:gd name="connsiteX4-36317" fmla="*/ 755 w 2254"/>
                    <a:gd name="connsiteY4-36318" fmla="*/ 1827 h 4213"/>
                    <a:gd name="connsiteX5-36319" fmla="*/ 659 w 2254"/>
                    <a:gd name="connsiteY5-36320" fmla="*/ 1828 h 4213"/>
                    <a:gd name="connsiteX6-36321" fmla="*/ 614 w 2254"/>
                    <a:gd name="connsiteY6-36322" fmla="*/ 1883 h 4213"/>
                    <a:gd name="connsiteX7-36323" fmla="*/ 521 w 2254"/>
                    <a:gd name="connsiteY7-36324" fmla="*/ 1877 h 4213"/>
                    <a:gd name="connsiteX8-36325" fmla="*/ 501 w 2254"/>
                    <a:gd name="connsiteY8-36326" fmla="*/ 1994 h 4213"/>
                    <a:gd name="connsiteX9-36327" fmla="*/ 320 w 2254"/>
                    <a:gd name="connsiteY9-36328" fmla="*/ 1941 h 4213"/>
                    <a:gd name="connsiteX10-36329" fmla="*/ 237 w 2254"/>
                    <a:gd name="connsiteY10-36330" fmla="*/ 1939 h 4213"/>
                    <a:gd name="connsiteX11-36331" fmla="*/ 112 w 2254"/>
                    <a:gd name="connsiteY11-36332" fmla="*/ 2014 h 4213"/>
                    <a:gd name="connsiteX12-36333" fmla="*/ 0 w 2254"/>
                    <a:gd name="connsiteY12-36334" fmla="*/ 1890 h 4213"/>
                    <a:gd name="connsiteX13-36335" fmla="*/ 94 w 2254"/>
                    <a:gd name="connsiteY13-36336" fmla="*/ 1804 h 4213"/>
                    <a:gd name="connsiteX14-36337" fmla="*/ 98 w 2254"/>
                    <a:gd name="connsiteY14-36338" fmla="*/ 1634 h 4213"/>
                    <a:gd name="connsiteX15-36339" fmla="*/ 153 w 2254"/>
                    <a:gd name="connsiteY15-36340" fmla="*/ 1514 h 4213"/>
                    <a:gd name="connsiteX16-36341" fmla="*/ 196 w 2254"/>
                    <a:gd name="connsiteY16-36342" fmla="*/ 1306 h 4213"/>
                    <a:gd name="connsiteX17-36343" fmla="*/ 256 w 2254"/>
                    <a:gd name="connsiteY17-36344" fmla="*/ 1307 h 4213"/>
                    <a:gd name="connsiteX18-36345" fmla="*/ 579 w 2254"/>
                    <a:gd name="connsiteY18-36346" fmla="*/ 1286 h 4213"/>
                    <a:gd name="connsiteX19-36347" fmla="*/ 753 w 2254"/>
                    <a:gd name="connsiteY19-36348" fmla="*/ 1117 h 4213"/>
                    <a:gd name="connsiteX20-36349" fmla="*/ 822 w 2254"/>
                    <a:gd name="connsiteY20-36350" fmla="*/ 748 h 4213"/>
                    <a:gd name="connsiteX21-36351" fmla="*/ 932 w 2254"/>
                    <a:gd name="connsiteY21-36352" fmla="*/ 486 h 4213"/>
                    <a:gd name="connsiteX22-36353" fmla="*/ 930 w 2254"/>
                    <a:gd name="connsiteY22-36354" fmla="*/ 358 h 4213"/>
                    <a:gd name="connsiteX23-36355" fmla="*/ 917 w 2254"/>
                    <a:gd name="connsiteY23-36356" fmla="*/ 328 h 4213"/>
                    <a:gd name="connsiteX24-36357" fmla="*/ 850 w 2254"/>
                    <a:gd name="connsiteY24-36358" fmla="*/ 251 h 4213"/>
                    <a:gd name="connsiteX25-36359" fmla="*/ 790 w 2254"/>
                    <a:gd name="connsiteY25-36360" fmla="*/ 217 h 4213"/>
                    <a:gd name="connsiteX26-36361" fmla="*/ 915 w 2254"/>
                    <a:gd name="connsiteY26-36362" fmla="*/ 56 h 4213"/>
                    <a:gd name="connsiteX27-36363" fmla="*/ 1088 w 2254"/>
                    <a:gd name="connsiteY27-36364" fmla="*/ 2 h 4213"/>
                    <a:gd name="connsiteX28-36365" fmla="*/ 1120 w 2254"/>
                    <a:gd name="connsiteY28-36366" fmla="*/ 49 h 4213"/>
                    <a:gd name="connsiteX29-36367" fmla="*/ 1110 w 2254"/>
                    <a:gd name="connsiteY29-36368" fmla="*/ 133 h 4213"/>
                    <a:gd name="connsiteX30-36369" fmla="*/ 1049 w 2254"/>
                    <a:gd name="connsiteY30-36370" fmla="*/ 243 h 4213"/>
                    <a:gd name="connsiteX31-36371" fmla="*/ 1119 w 2254"/>
                    <a:gd name="connsiteY31-36372" fmla="*/ 301 h 4213"/>
                    <a:gd name="connsiteX32-36373" fmla="*/ 1233 w 2254"/>
                    <a:gd name="connsiteY32-36374" fmla="*/ 366 h 4213"/>
                    <a:gd name="connsiteX33-36375" fmla="*/ 1253 w 2254"/>
                    <a:gd name="connsiteY33-36376" fmla="*/ 255 h 4213"/>
                    <a:gd name="connsiteX34-36377" fmla="*/ 1387 w 2254"/>
                    <a:gd name="connsiteY34-36378" fmla="*/ 291 h 4213"/>
                    <a:gd name="connsiteX35-36379" fmla="*/ 1412 w 2254"/>
                    <a:gd name="connsiteY35-36380" fmla="*/ 331 h 4213"/>
                    <a:gd name="connsiteX36-36381" fmla="*/ 1488 w 2254"/>
                    <a:gd name="connsiteY36-36382" fmla="*/ 562 h 4213"/>
                    <a:gd name="connsiteX37-36383" fmla="*/ 1523 w 2254"/>
                    <a:gd name="connsiteY37-36384" fmla="*/ 586 h 4213"/>
                    <a:gd name="connsiteX38-36385" fmla="*/ 1615 w 2254"/>
                    <a:gd name="connsiteY38-36386" fmla="*/ 578 h 4213"/>
                    <a:gd name="connsiteX39-36387" fmla="*/ 1875 w 2254"/>
                    <a:gd name="connsiteY39-36388" fmla="*/ 490 h 4213"/>
                    <a:gd name="connsiteX40-36389" fmla="*/ 2095 w 2254"/>
                    <a:gd name="connsiteY40-36390" fmla="*/ 479 h 4213"/>
                    <a:gd name="connsiteX41-36391" fmla="*/ 2155 w 2254"/>
                    <a:gd name="connsiteY41-36392" fmla="*/ 648 h 4213"/>
                    <a:gd name="connsiteX42-36393" fmla="*/ 2073 w 2254"/>
                    <a:gd name="connsiteY42-36394" fmla="*/ 944 h 4213"/>
                    <a:gd name="connsiteX43-36395" fmla="*/ 2073 w 2254"/>
                    <a:gd name="connsiteY43-36396" fmla="*/ 1022 h 4213"/>
                    <a:gd name="connsiteX44-36397" fmla="*/ 2142 w 2254"/>
                    <a:gd name="connsiteY44-36398" fmla="*/ 1168 h 4213"/>
                    <a:gd name="connsiteX45-36399" fmla="*/ 2157 w 2254"/>
                    <a:gd name="connsiteY45-36400" fmla="*/ 1427 h 4213"/>
                    <a:gd name="connsiteX46-36401" fmla="*/ 2159 w 2254"/>
                    <a:gd name="connsiteY46-36402" fmla="*/ 1617 h 4213"/>
                    <a:gd name="connsiteX47-36403" fmla="*/ 2092 w 2254"/>
                    <a:gd name="connsiteY47-36404" fmla="*/ 1625 h 4213"/>
                    <a:gd name="connsiteX48-36405" fmla="*/ 2070 w 2254"/>
                    <a:gd name="connsiteY48-36406" fmla="*/ 1507 h 4213"/>
                    <a:gd name="connsiteX49-36407" fmla="*/ 2035 w 2254"/>
                    <a:gd name="connsiteY49-36408" fmla="*/ 1450 h 4213"/>
                    <a:gd name="connsiteX50-36409" fmla="*/ 1945 w 2254"/>
                    <a:gd name="connsiteY50-36410" fmla="*/ 1582 h 4213"/>
                    <a:gd name="connsiteX51-36411" fmla="*/ 1832 w 2254"/>
                    <a:gd name="connsiteY51-36412" fmla="*/ 1776 h 4213"/>
                    <a:gd name="connsiteX52-36413" fmla="*/ 1713 w 2254"/>
                    <a:gd name="connsiteY52-36414" fmla="*/ 1904 h 4213"/>
                    <a:gd name="connsiteX53-36415" fmla="*/ 1706 w 2254"/>
                    <a:gd name="connsiteY53-36416" fmla="*/ 2018 h 4213"/>
                    <a:gd name="connsiteX54-36417" fmla="*/ 1766 w 2254"/>
                    <a:gd name="connsiteY54-36418" fmla="*/ 2115 h 4213"/>
                    <a:gd name="connsiteX55-36419" fmla="*/ 1868 w 2254"/>
                    <a:gd name="connsiteY55-36420" fmla="*/ 2183 h 4213"/>
                    <a:gd name="connsiteX56-36421" fmla="*/ 1945 w 2254"/>
                    <a:gd name="connsiteY56-36422" fmla="*/ 2178 h 4213"/>
                    <a:gd name="connsiteX57-36423" fmla="*/ 1990 w 2254"/>
                    <a:gd name="connsiteY57-36424" fmla="*/ 2104 h 4213"/>
                    <a:gd name="connsiteX58-36425" fmla="*/ 2024 w 2254"/>
                    <a:gd name="connsiteY58-36426" fmla="*/ 2210 h 4213"/>
                    <a:gd name="connsiteX59-36427" fmla="*/ 1912 w 2254"/>
                    <a:gd name="connsiteY59-36428" fmla="*/ 2249 h 4213"/>
                    <a:gd name="connsiteX60-36429" fmla="*/ 1959 w 2254"/>
                    <a:gd name="connsiteY60-36430" fmla="*/ 2362 h 4213"/>
                    <a:gd name="connsiteX61-36431" fmla="*/ 1824 w 2254"/>
                    <a:gd name="connsiteY61-36432" fmla="*/ 2509 h 4213"/>
                    <a:gd name="connsiteX62-36433" fmla="*/ 1783 w 2254"/>
                    <a:gd name="connsiteY62-36434" fmla="*/ 2498 h 4213"/>
                    <a:gd name="connsiteX63-36435" fmla="*/ 1659 w 2254"/>
                    <a:gd name="connsiteY63-36436" fmla="*/ 2413 h 4213"/>
                    <a:gd name="connsiteX64-36437" fmla="*/ 1604 w 2254"/>
                    <a:gd name="connsiteY64-36438" fmla="*/ 2412 h 4213"/>
                    <a:gd name="connsiteX65-36439" fmla="*/ 1569 w 2254"/>
                    <a:gd name="connsiteY65-36440" fmla="*/ 2480 h 4213"/>
                    <a:gd name="connsiteX66-36441" fmla="*/ 1572 w 2254"/>
                    <a:gd name="connsiteY66-36442" fmla="*/ 2562 h 4213"/>
                    <a:gd name="connsiteX67-36443" fmla="*/ 1750 w 2254"/>
                    <a:gd name="connsiteY67-36444" fmla="*/ 2730 h 4213"/>
                    <a:gd name="connsiteX68-36445" fmla="*/ 1749 w 2254"/>
                    <a:gd name="connsiteY68-36446" fmla="*/ 2844 h 4213"/>
                    <a:gd name="connsiteX69-36447" fmla="*/ 1840 w 2254"/>
                    <a:gd name="connsiteY69-36448" fmla="*/ 3060 h 4213"/>
                    <a:gd name="connsiteX70-36449" fmla="*/ 1866 w 2254"/>
                    <a:gd name="connsiteY70-36450" fmla="*/ 3090 h 4213"/>
                    <a:gd name="connsiteX71-36451" fmla="*/ 1910 w 2254"/>
                    <a:gd name="connsiteY71-36452" fmla="*/ 3094 h 4213"/>
                    <a:gd name="connsiteX72-36453" fmla="*/ 1956 w 2254"/>
                    <a:gd name="connsiteY72-36454" fmla="*/ 3010 h 4213"/>
                    <a:gd name="connsiteX73-36455" fmla="*/ 2036 w 2254"/>
                    <a:gd name="connsiteY73-36456" fmla="*/ 2950 h 4213"/>
                    <a:gd name="connsiteX74-36457" fmla="*/ 2131 w 2254"/>
                    <a:gd name="connsiteY74-36458" fmla="*/ 3126 h 4213"/>
                    <a:gd name="connsiteX75-36459" fmla="*/ 2241 w 2254"/>
                    <a:gd name="connsiteY75-36460" fmla="*/ 3312 h 4213"/>
                    <a:gd name="connsiteX76-36461" fmla="*/ 2254 w 2254"/>
                    <a:gd name="connsiteY76-36462" fmla="*/ 3342 h 4213"/>
                    <a:gd name="connsiteX77-36463" fmla="*/ 2243 w 2254"/>
                    <a:gd name="connsiteY77-36464" fmla="*/ 3518 h 4213"/>
                    <a:gd name="connsiteX78-36465" fmla="*/ 2208 w 2254"/>
                    <a:gd name="connsiteY78-36466" fmla="*/ 3554 h 4213"/>
                    <a:gd name="connsiteX79-36467" fmla="*/ 2119 w 2254"/>
                    <a:gd name="connsiteY79-36468" fmla="*/ 3515 h 4213"/>
                    <a:gd name="connsiteX80-36469" fmla="*/ 1885 w 2254"/>
                    <a:gd name="connsiteY80-36470" fmla="*/ 3644 h 4213"/>
                    <a:gd name="connsiteX81-36471" fmla="*/ 1859 w 2254"/>
                    <a:gd name="connsiteY81-36472" fmla="*/ 3666 h 4213"/>
                    <a:gd name="connsiteX82-36473" fmla="*/ 1679 w 2254"/>
                    <a:gd name="connsiteY82-36474" fmla="*/ 3812 h 4213"/>
                    <a:gd name="connsiteX83-36475" fmla="*/ 1538 w 2254"/>
                    <a:gd name="connsiteY83-36476" fmla="*/ 3926 h 4213"/>
                    <a:gd name="connsiteX84-36477" fmla="*/ 1503 w 2254"/>
                    <a:gd name="connsiteY84-36478" fmla="*/ 3965 h 4213"/>
                    <a:gd name="connsiteX85-36479" fmla="*/ 1451 w 2254"/>
                    <a:gd name="connsiteY85-36480" fmla="*/ 3973 h 4213"/>
                    <a:gd name="connsiteX86-36481" fmla="*/ 1394 w 2254"/>
                    <a:gd name="connsiteY86-36482" fmla="*/ 3916 h 4213"/>
                    <a:gd name="connsiteX87-36483" fmla="*/ 1270 w 2254"/>
                    <a:gd name="connsiteY87-36484" fmla="*/ 3808 h 4213"/>
                    <a:gd name="connsiteX88-36485" fmla="*/ 1294 w 2254"/>
                    <a:gd name="connsiteY88-36486" fmla="*/ 4064 h 4213"/>
                    <a:gd name="connsiteX89-36487" fmla="*/ 1303 w 2254"/>
                    <a:gd name="connsiteY89-36488" fmla="*/ 4192 h 4213"/>
                    <a:gd name="connsiteX90-36489" fmla="*/ 1041 w 2254"/>
                    <a:gd name="connsiteY90-36490" fmla="*/ 4166 h 4213"/>
                    <a:gd name="connsiteX91-36491" fmla="*/ 959 w 2254"/>
                    <a:gd name="connsiteY91-36492" fmla="*/ 3987 h 4213"/>
                    <a:gd name="connsiteX92-36493" fmla="*/ 877 w 2254"/>
                    <a:gd name="connsiteY92-36494" fmla="*/ 3802 h 4213"/>
                    <a:gd name="connsiteX93-36495" fmla="*/ 798 w 2254"/>
                    <a:gd name="connsiteY93-36496" fmla="*/ 3734 h 4213"/>
                    <a:gd name="connsiteX94-36497" fmla="*/ 695 w 2254"/>
                    <a:gd name="connsiteY94-36498" fmla="*/ 3662 h 4213"/>
                    <a:gd name="connsiteX95-36499" fmla="*/ 891 w 2254"/>
                    <a:gd name="connsiteY95-36500" fmla="*/ 3459 h 4213"/>
                    <a:gd name="connsiteX96-36501" fmla="*/ 932 w 2254"/>
                    <a:gd name="connsiteY96-36502" fmla="*/ 3195 h 4213"/>
                    <a:gd name="connsiteX97-36503" fmla="*/ 968 w 2254"/>
                    <a:gd name="connsiteY97-36504" fmla="*/ 2962 h 4213"/>
                    <a:gd name="connsiteX98-36505" fmla="*/ 1068 w 2254"/>
                    <a:gd name="connsiteY98-36506" fmla="*/ 2333 h 4213"/>
                    <a:gd name="connsiteX0-36507" fmla="*/ 1068 w 2254"/>
                    <a:gd name="connsiteY0-36508" fmla="*/ 2333 h 4213"/>
                    <a:gd name="connsiteX1-36509" fmla="*/ 1066 w 2254"/>
                    <a:gd name="connsiteY1-36510" fmla="*/ 2117 h 4213"/>
                    <a:gd name="connsiteX2-36511" fmla="*/ 990 w 2254"/>
                    <a:gd name="connsiteY2-36512" fmla="*/ 2039 h 4213"/>
                    <a:gd name="connsiteX3-36513" fmla="*/ 847 w 2254"/>
                    <a:gd name="connsiteY3-36514" fmla="*/ 1951 h 4213"/>
                    <a:gd name="connsiteX4-36515" fmla="*/ 755 w 2254"/>
                    <a:gd name="connsiteY4-36516" fmla="*/ 1827 h 4213"/>
                    <a:gd name="connsiteX5-36517" fmla="*/ 659 w 2254"/>
                    <a:gd name="connsiteY5-36518" fmla="*/ 1828 h 4213"/>
                    <a:gd name="connsiteX6-36519" fmla="*/ 614 w 2254"/>
                    <a:gd name="connsiteY6-36520" fmla="*/ 1883 h 4213"/>
                    <a:gd name="connsiteX7-36521" fmla="*/ 521 w 2254"/>
                    <a:gd name="connsiteY7-36522" fmla="*/ 1877 h 4213"/>
                    <a:gd name="connsiteX8-36523" fmla="*/ 501 w 2254"/>
                    <a:gd name="connsiteY8-36524" fmla="*/ 1994 h 4213"/>
                    <a:gd name="connsiteX9-36525" fmla="*/ 320 w 2254"/>
                    <a:gd name="connsiteY9-36526" fmla="*/ 1941 h 4213"/>
                    <a:gd name="connsiteX10-36527" fmla="*/ 237 w 2254"/>
                    <a:gd name="connsiteY10-36528" fmla="*/ 1939 h 4213"/>
                    <a:gd name="connsiteX11-36529" fmla="*/ 112 w 2254"/>
                    <a:gd name="connsiteY11-36530" fmla="*/ 2014 h 4213"/>
                    <a:gd name="connsiteX12-36531" fmla="*/ 0 w 2254"/>
                    <a:gd name="connsiteY12-36532" fmla="*/ 1890 h 4213"/>
                    <a:gd name="connsiteX13-36533" fmla="*/ 94 w 2254"/>
                    <a:gd name="connsiteY13-36534" fmla="*/ 1804 h 4213"/>
                    <a:gd name="connsiteX14-36535" fmla="*/ 98 w 2254"/>
                    <a:gd name="connsiteY14-36536" fmla="*/ 1634 h 4213"/>
                    <a:gd name="connsiteX15-36537" fmla="*/ 153 w 2254"/>
                    <a:gd name="connsiteY15-36538" fmla="*/ 1514 h 4213"/>
                    <a:gd name="connsiteX16-36539" fmla="*/ 196 w 2254"/>
                    <a:gd name="connsiteY16-36540" fmla="*/ 1306 h 4213"/>
                    <a:gd name="connsiteX17-36541" fmla="*/ 256 w 2254"/>
                    <a:gd name="connsiteY17-36542" fmla="*/ 1307 h 4213"/>
                    <a:gd name="connsiteX18-36543" fmla="*/ 579 w 2254"/>
                    <a:gd name="connsiteY18-36544" fmla="*/ 1286 h 4213"/>
                    <a:gd name="connsiteX19-36545" fmla="*/ 753 w 2254"/>
                    <a:gd name="connsiteY19-36546" fmla="*/ 1117 h 4213"/>
                    <a:gd name="connsiteX20-36547" fmla="*/ 822 w 2254"/>
                    <a:gd name="connsiteY20-36548" fmla="*/ 748 h 4213"/>
                    <a:gd name="connsiteX21-36549" fmla="*/ 932 w 2254"/>
                    <a:gd name="connsiteY21-36550" fmla="*/ 486 h 4213"/>
                    <a:gd name="connsiteX22-36551" fmla="*/ 930 w 2254"/>
                    <a:gd name="connsiteY22-36552" fmla="*/ 358 h 4213"/>
                    <a:gd name="connsiteX23-36553" fmla="*/ 917 w 2254"/>
                    <a:gd name="connsiteY23-36554" fmla="*/ 328 h 4213"/>
                    <a:gd name="connsiteX24-36555" fmla="*/ 850 w 2254"/>
                    <a:gd name="connsiteY24-36556" fmla="*/ 251 h 4213"/>
                    <a:gd name="connsiteX25-36557" fmla="*/ 790 w 2254"/>
                    <a:gd name="connsiteY25-36558" fmla="*/ 217 h 4213"/>
                    <a:gd name="connsiteX26-36559" fmla="*/ 915 w 2254"/>
                    <a:gd name="connsiteY26-36560" fmla="*/ 56 h 4213"/>
                    <a:gd name="connsiteX27-36561" fmla="*/ 1088 w 2254"/>
                    <a:gd name="connsiteY27-36562" fmla="*/ 2 h 4213"/>
                    <a:gd name="connsiteX28-36563" fmla="*/ 1120 w 2254"/>
                    <a:gd name="connsiteY28-36564" fmla="*/ 49 h 4213"/>
                    <a:gd name="connsiteX29-36565" fmla="*/ 1110 w 2254"/>
                    <a:gd name="connsiteY29-36566" fmla="*/ 133 h 4213"/>
                    <a:gd name="connsiteX30-36567" fmla="*/ 1049 w 2254"/>
                    <a:gd name="connsiteY30-36568" fmla="*/ 243 h 4213"/>
                    <a:gd name="connsiteX31-36569" fmla="*/ 1119 w 2254"/>
                    <a:gd name="connsiteY31-36570" fmla="*/ 301 h 4213"/>
                    <a:gd name="connsiteX32-36571" fmla="*/ 1233 w 2254"/>
                    <a:gd name="connsiteY32-36572" fmla="*/ 366 h 4213"/>
                    <a:gd name="connsiteX33-36573" fmla="*/ 1253 w 2254"/>
                    <a:gd name="connsiteY33-36574" fmla="*/ 255 h 4213"/>
                    <a:gd name="connsiteX34-36575" fmla="*/ 1387 w 2254"/>
                    <a:gd name="connsiteY34-36576" fmla="*/ 291 h 4213"/>
                    <a:gd name="connsiteX35-36577" fmla="*/ 1412 w 2254"/>
                    <a:gd name="connsiteY35-36578" fmla="*/ 331 h 4213"/>
                    <a:gd name="connsiteX36-36579" fmla="*/ 1488 w 2254"/>
                    <a:gd name="connsiteY36-36580" fmla="*/ 562 h 4213"/>
                    <a:gd name="connsiteX37-36581" fmla="*/ 1523 w 2254"/>
                    <a:gd name="connsiteY37-36582" fmla="*/ 586 h 4213"/>
                    <a:gd name="connsiteX38-36583" fmla="*/ 1615 w 2254"/>
                    <a:gd name="connsiteY38-36584" fmla="*/ 578 h 4213"/>
                    <a:gd name="connsiteX39-36585" fmla="*/ 1875 w 2254"/>
                    <a:gd name="connsiteY39-36586" fmla="*/ 490 h 4213"/>
                    <a:gd name="connsiteX40-36587" fmla="*/ 2095 w 2254"/>
                    <a:gd name="connsiteY40-36588" fmla="*/ 479 h 4213"/>
                    <a:gd name="connsiteX41-36589" fmla="*/ 2155 w 2254"/>
                    <a:gd name="connsiteY41-36590" fmla="*/ 648 h 4213"/>
                    <a:gd name="connsiteX42-36591" fmla="*/ 2073 w 2254"/>
                    <a:gd name="connsiteY42-36592" fmla="*/ 944 h 4213"/>
                    <a:gd name="connsiteX43-36593" fmla="*/ 2073 w 2254"/>
                    <a:gd name="connsiteY43-36594" fmla="*/ 1022 h 4213"/>
                    <a:gd name="connsiteX44-36595" fmla="*/ 2142 w 2254"/>
                    <a:gd name="connsiteY44-36596" fmla="*/ 1168 h 4213"/>
                    <a:gd name="connsiteX45-36597" fmla="*/ 2157 w 2254"/>
                    <a:gd name="connsiteY45-36598" fmla="*/ 1427 h 4213"/>
                    <a:gd name="connsiteX46-36599" fmla="*/ 2159 w 2254"/>
                    <a:gd name="connsiteY46-36600" fmla="*/ 1617 h 4213"/>
                    <a:gd name="connsiteX47-36601" fmla="*/ 2092 w 2254"/>
                    <a:gd name="connsiteY47-36602" fmla="*/ 1625 h 4213"/>
                    <a:gd name="connsiteX48-36603" fmla="*/ 2070 w 2254"/>
                    <a:gd name="connsiteY48-36604" fmla="*/ 1507 h 4213"/>
                    <a:gd name="connsiteX49-36605" fmla="*/ 2035 w 2254"/>
                    <a:gd name="connsiteY49-36606" fmla="*/ 1450 h 4213"/>
                    <a:gd name="connsiteX50-36607" fmla="*/ 1945 w 2254"/>
                    <a:gd name="connsiteY50-36608" fmla="*/ 1582 h 4213"/>
                    <a:gd name="connsiteX51-36609" fmla="*/ 1832 w 2254"/>
                    <a:gd name="connsiteY51-36610" fmla="*/ 1776 h 4213"/>
                    <a:gd name="connsiteX52-36611" fmla="*/ 1713 w 2254"/>
                    <a:gd name="connsiteY52-36612" fmla="*/ 1904 h 4213"/>
                    <a:gd name="connsiteX53-36613" fmla="*/ 1706 w 2254"/>
                    <a:gd name="connsiteY53-36614" fmla="*/ 2018 h 4213"/>
                    <a:gd name="connsiteX54-36615" fmla="*/ 1766 w 2254"/>
                    <a:gd name="connsiteY54-36616" fmla="*/ 2115 h 4213"/>
                    <a:gd name="connsiteX55-36617" fmla="*/ 1868 w 2254"/>
                    <a:gd name="connsiteY55-36618" fmla="*/ 2183 h 4213"/>
                    <a:gd name="connsiteX56-36619" fmla="*/ 1945 w 2254"/>
                    <a:gd name="connsiteY56-36620" fmla="*/ 2178 h 4213"/>
                    <a:gd name="connsiteX57-36621" fmla="*/ 1990 w 2254"/>
                    <a:gd name="connsiteY57-36622" fmla="*/ 2104 h 4213"/>
                    <a:gd name="connsiteX58-36623" fmla="*/ 2024 w 2254"/>
                    <a:gd name="connsiteY58-36624" fmla="*/ 2210 h 4213"/>
                    <a:gd name="connsiteX59-36625" fmla="*/ 1912 w 2254"/>
                    <a:gd name="connsiteY59-36626" fmla="*/ 2249 h 4213"/>
                    <a:gd name="connsiteX60-36627" fmla="*/ 1959 w 2254"/>
                    <a:gd name="connsiteY60-36628" fmla="*/ 2362 h 4213"/>
                    <a:gd name="connsiteX61-36629" fmla="*/ 1824 w 2254"/>
                    <a:gd name="connsiteY61-36630" fmla="*/ 2509 h 4213"/>
                    <a:gd name="connsiteX62-36631" fmla="*/ 1783 w 2254"/>
                    <a:gd name="connsiteY62-36632" fmla="*/ 2498 h 4213"/>
                    <a:gd name="connsiteX63-36633" fmla="*/ 1659 w 2254"/>
                    <a:gd name="connsiteY63-36634" fmla="*/ 2413 h 4213"/>
                    <a:gd name="connsiteX64-36635" fmla="*/ 1604 w 2254"/>
                    <a:gd name="connsiteY64-36636" fmla="*/ 2412 h 4213"/>
                    <a:gd name="connsiteX65-36637" fmla="*/ 1569 w 2254"/>
                    <a:gd name="connsiteY65-36638" fmla="*/ 2480 h 4213"/>
                    <a:gd name="connsiteX66-36639" fmla="*/ 1572 w 2254"/>
                    <a:gd name="connsiteY66-36640" fmla="*/ 2562 h 4213"/>
                    <a:gd name="connsiteX67-36641" fmla="*/ 1750 w 2254"/>
                    <a:gd name="connsiteY67-36642" fmla="*/ 2730 h 4213"/>
                    <a:gd name="connsiteX68-36643" fmla="*/ 1749 w 2254"/>
                    <a:gd name="connsiteY68-36644" fmla="*/ 2844 h 4213"/>
                    <a:gd name="connsiteX69-36645" fmla="*/ 1840 w 2254"/>
                    <a:gd name="connsiteY69-36646" fmla="*/ 3060 h 4213"/>
                    <a:gd name="connsiteX70-36647" fmla="*/ 1866 w 2254"/>
                    <a:gd name="connsiteY70-36648" fmla="*/ 3090 h 4213"/>
                    <a:gd name="connsiteX71-36649" fmla="*/ 1910 w 2254"/>
                    <a:gd name="connsiteY71-36650" fmla="*/ 3094 h 4213"/>
                    <a:gd name="connsiteX72-36651" fmla="*/ 1956 w 2254"/>
                    <a:gd name="connsiteY72-36652" fmla="*/ 3010 h 4213"/>
                    <a:gd name="connsiteX73-36653" fmla="*/ 2036 w 2254"/>
                    <a:gd name="connsiteY73-36654" fmla="*/ 2950 h 4213"/>
                    <a:gd name="connsiteX74-36655" fmla="*/ 2131 w 2254"/>
                    <a:gd name="connsiteY74-36656" fmla="*/ 3126 h 4213"/>
                    <a:gd name="connsiteX75-36657" fmla="*/ 2241 w 2254"/>
                    <a:gd name="connsiteY75-36658" fmla="*/ 3312 h 4213"/>
                    <a:gd name="connsiteX76-36659" fmla="*/ 2254 w 2254"/>
                    <a:gd name="connsiteY76-36660" fmla="*/ 3342 h 4213"/>
                    <a:gd name="connsiteX77-36661" fmla="*/ 2243 w 2254"/>
                    <a:gd name="connsiteY77-36662" fmla="*/ 3518 h 4213"/>
                    <a:gd name="connsiteX78-36663" fmla="*/ 2208 w 2254"/>
                    <a:gd name="connsiteY78-36664" fmla="*/ 3554 h 4213"/>
                    <a:gd name="connsiteX79-36665" fmla="*/ 2119 w 2254"/>
                    <a:gd name="connsiteY79-36666" fmla="*/ 3515 h 4213"/>
                    <a:gd name="connsiteX80-36667" fmla="*/ 1885 w 2254"/>
                    <a:gd name="connsiteY80-36668" fmla="*/ 3644 h 4213"/>
                    <a:gd name="connsiteX81-36669" fmla="*/ 1859 w 2254"/>
                    <a:gd name="connsiteY81-36670" fmla="*/ 3666 h 4213"/>
                    <a:gd name="connsiteX82-36671" fmla="*/ 1679 w 2254"/>
                    <a:gd name="connsiteY82-36672" fmla="*/ 3812 h 4213"/>
                    <a:gd name="connsiteX83-36673" fmla="*/ 1538 w 2254"/>
                    <a:gd name="connsiteY83-36674" fmla="*/ 3926 h 4213"/>
                    <a:gd name="connsiteX84-36675" fmla="*/ 1503 w 2254"/>
                    <a:gd name="connsiteY84-36676" fmla="*/ 3965 h 4213"/>
                    <a:gd name="connsiteX85-36677" fmla="*/ 1451 w 2254"/>
                    <a:gd name="connsiteY85-36678" fmla="*/ 3973 h 4213"/>
                    <a:gd name="connsiteX86-36679" fmla="*/ 1394 w 2254"/>
                    <a:gd name="connsiteY86-36680" fmla="*/ 3916 h 4213"/>
                    <a:gd name="connsiteX87-36681" fmla="*/ 1270 w 2254"/>
                    <a:gd name="connsiteY87-36682" fmla="*/ 3808 h 4213"/>
                    <a:gd name="connsiteX88-36683" fmla="*/ 1294 w 2254"/>
                    <a:gd name="connsiteY88-36684" fmla="*/ 4064 h 4213"/>
                    <a:gd name="connsiteX89-36685" fmla="*/ 1303 w 2254"/>
                    <a:gd name="connsiteY89-36686" fmla="*/ 4192 h 4213"/>
                    <a:gd name="connsiteX90-36687" fmla="*/ 1041 w 2254"/>
                    <a:gd name="connsiteY90-36688" fmla="*/ 4166 h 4213"/>
                    <a:gd name="connsiteX91-36689" fmla="*/ 959 w 2254"/>
                    <a:gd name="connsiteY91-36690" fmla="*/ 3987 h 4213"/>
                    <a:gd name="connsiteX92-36691" fmla="*/ 877 w 2254"/>
                    <a:gd name="connsiteY92-36692" fmla="*/ 3802 h 4213"/>
                    <a:gd name="connsiteX93-36693" fmla="*/ 798 w 2254"/>
                    <a:gd name="connsiteY93-36694" fmla="*/ 3734 h 4213"/>
                    <a:gd name="connsiteX94-36695" fmla="*/ 746 w 2254"/>
                    <a:gd name="connsiteY94-36696" fmla="*/ 3704 h 4213"/>
                    <a:gd name="connsiteX95-36697" fmla="*/ 695 w 2254"/>
                    <a:gd name="connsiteY95-36698" fmla="*/ 3662 h 4213"/>
                    <a:gd name="connsiteX96-36699" fmla="*/ 891 w 2254"/>
                    <a:gd name="connsiteY96-36700" fmla="*/ 3459 h 4213"/>
                    <a:gd name="connsiteX97-36701" fmla="*/ 932 w 2254"/>
                    <a:gd name="connsiteY97-36702" fmla="*/ 3195 h 4213"/>
                    <a:gd name="connsiteX98-36703" fmla="*/ 968 w 2254"/>
                    <a:gd name="connsiteY98-36704" fmla="*/ 2962 h 4213"/>
                    <a:gd name="connsiteX99-36705" fmla="*/ 1068 w 2254"/>
                    <a:gd name="connsiteY99-36706" fmla="*/ 2333 h 4213"/>
                    <a:gd name="connsiteX0-36707" fmla="*/ 1068 w 2254"/>
                    <a:gd name="connsiteY0-36708" fmla="*/ 2333 h 4213"/>
                    <a:gd name="connsiteX1-36709" fmla="*/ 1066 w 2254"/>
                    <a:gd name="connsiteY1-36710" fmla="*/ 2117 h 4213"/>
                    <a:gd name="connsiteX2-36711" fmla="*/ 990 w 2254"/>
                    <a:gd name="connsiteY2-36712" fmla="*/ 2039 h 4213"/>
                    <a:gd name="connsiteX3-36713" fmla="*/ 847 w 2254"/>
                    <a:gd name="connsiteY3-36714" fmla="*/ 1951 h 4213"/>
                    <a:gd name="connsiteX4-36715" fmla="*/ 755 w 2254"/>
                    <a:gd name="connsiteY4-36716" fmla="*/ 1827 h 4213"/>
                    <a:gd name="connsiteX5-36717" fmla="*/ 659 w 2254"/>
                    <a:gd name="connsiteY5-36718" fmla="*/ 1828 h 4213"/>
                    <a:gd name="connsiteX6-36719" fmla="*/ 614 w 2254"/>
                    <a:gd name="connsiteY6-36720" fmla="*/ 1883 h 4213"/>
                    <a:gd name="connsiteX7-36721" fmla="*/ 521 w 2254"/>
                    <a:gd name="connsiteY7-36722" fmla="*/ 1877 h 4213"/>
                    <a:gd name="connsiteX8-36723" fmla="*/ 501 w 2254"/>
                    <a:gd name="connsiteY8-36724" fmla="*/ 1994 h 4213"/>
                    <a:gd name="connsiteX9-36725" fmla="*/ 320 w 2254"/>
                    <a:gd name="connsiteY9-36726" fmla="*/ 1941 h 4213"/>
                    <a:gd name="connsiteX10-36727" fmla="*/ 237 w 2254"/>
                    <a:gd name="connsiteY10-36728" fmla="*/ 1939 h 4213"/>
                    <a:gd name="connsiteX11-36729" fmla="*/ 112 w 2254"/>
                    <a:gd name="connsiteY11-36730" fmla="*/ 2014 h 4213"/>
                    <a:gd name="connsiteX12-36731" fmla="*/ 0 w 2254"/>
                    <a:gd name="connsiteY12-36732" fmla="*/ 1890 h 4213"/>
                    <a:gd name="connsiteX13-36733" fmla="*/ 94 w 2254"/>
                    <a:gd name="connsiteY13-36734" fmla="*/ 1804 h 4213"/>
                    <a:gd name="connsiteX14-36735" fmla="*/ 98 w 2254"/>
                    <a:gd name="connsiteY14-36736" fmla="*/ 1634 h 4213"/>
                    <a:gd name="connsiteX15-36737" fmla="*/ 153 w 2254"/>
                    <a:gd name="connsiteY15-36738" fmla="*/ 1514 h 4213"/>
                    <a:gd name="connsiteX16-36739" fmla="*/ 196 w 2254"/>
                    <a:gd name="connsiteY16-36740" fmla="*/ 1306 h 4213"/>
                    <a:gd name="connsiteX17-36741" fmla="*/ 256 w 2254"/>
                    <a:gd name="connsiteY17-36742" fmla="*/ 1307 h 4213"/>
                    <a:gd name="connsiteX18-36743" fmla="*/ 579 w 2254"/>
                    <a:gd name="connsiteY18-36744" fmla="*/ 1286 h 4213"/>
                    <a:gd name="connsiteX19-36745" fmla="*/ 753 w 2254"/>
                    <a:gd name="connsiteY19-36746" fmla="*/ 1117 h 4213"/>
                    <a:gd name="connsiteX20-36747" fmla="*/ 822 w 2254"/>
                    <a:gd name="connsiteY20-36748" fmla="*/ 748 h 4213"/>
                    <a:gd name="connsiteX21-36749" fmla="*/ 932 w 2254"/>
                    <a:gd name="connsiteY21-36750" fmla="*/ 486 h 4213"/>
                    <a:gd name="connsiteX22-36751" fmla="*/ 930 w 2254"/>
                    <a:gd name="connsiteY22-36752" fmla="*/ 358 h 4213"/>
                    <a:gd name="connsiteX23-36753" fmla="*/ 917 w 2254"/>
                    <a:gd name="connsiteY23-36754" fmla="*/ 328 h 4213"/>
                    <a:gd name="connsiteX24-36755" fmla="*/ 850 w 2254"/>
                    <a:gd name="connsiteY24-36756" fmla="*/ 251 h 4213"/>
                    <a:gd name="connsiteX25-36757" fmla="*/ 790 w 2254"/>
                    <a:gd name="connsiteY25-36758" fmla="*/ 217 h 4213"/>
                    <a:gd name="connsiteX26-36759" fmla="*/ 915 w 2254"/>
                    <a:gd name="connsiteY26-36760" fmla="*/ 56 h 4213"/>
                    <a:gd name="connsiteX27-36761" fmla="*/ 1088 w 2254"/>
                    <a:gd name="connsiteY27-36762" fmla="*/ 2 h 4213"/>
                    <a:gd name="connsiteX28-36763" fmla="*/ 1120 w 2254"/>
                    <a:gd name="connsiteY28-36764" fmla="*/ 49 h 4213"/>
                    <a:gd name="connsiteX29-36765" fmla="*/ 1110 w 2254"/>
                    <a:gd name="connsiteY29-36766" fmla="*/ 133 h 4213"/>
                    <a:gd name="connsiteX30-36767" fmla="*/ 1049 w 2254"/>
                    <a:gd name="connsiteY30-36768" fmla="*/ 243 h 4213"/>
                    <a:gd name="connsiteX31-36769" fmla="*/ 1119 w 2254"/>
                    <a:gd name="connsiteY31-36770" fmla="*/ 301 h 4213"/>
                    <a:gd name="connsiteX32-36771" fmla="*/ 1233 w 2254"/>
                    <a:gd name="connsiteY32-36772" fmla="*/ 366 h 4213"/>
                    <a:gd name="connsiteX33-36773" fmla="*/ 1253 w 2254"/>
                    <a:gd name="connsiteY33-36774" fmla="*/ 255 h 4213"/>
                    <a:gd name="connsiteX34-36775" fmla="*/ 1387 w 2254"/>
                    <a:gd name="connsiteY34-36776" fmla="*/ 291 h 4213"/>
                    <a:gd name="connsiteX35-36777" fmla="*/ 1412 w 2254"/>
                    <a:gd name="connsiteY35-36778" fmla="*/ 331 h 4213"/>
                    <a:gd name="connsiteX36-36779" fmla="*/ 1488 w 2254"/>
                    <a:gd name="connsiteY36-36780" fmla="*/ 562 h 4213"/>
                    <a:gd name="connsiteX37-36781" fmla="*/ 1523 w 2254"/>
                    <a:gd name="connsiteY37-36782" fmla="*/ 586 h 4213"/>
                    <a:gd name="connsiteX38-36783" fmla="*/ 1615 w 2254"/>
                    <a:gd name="connsiteY38-36784" fmla="*/ 578 h 4213"/>
                    <a:gd name="connsiteX39-36785" fmla="*/ 1875 w 2254"/>
                    <a:gd name="connsiteY39-36786" fmla="*/ 490 h 4213"/>
                    <a:gd name="connsiteX40-36787" fmla="*/ 2095 w 2254"/>
                    <a:gd name="connsiteY40-36788" fmla="*/ 479 h 4213"/>
                    <a:gd name="connsiteX41-36789" fmla="*/ 2155 w 2254"/>
                    <a:gd name="connsiteY41-36790" fmla="*/ 648 h 4213"/>
                    <a:gd name="connsiteX42-36791" fmla="*/ 2073 w 2254"/>
                    <a:gd name="connsiteY42-36792" fmla="*/ 944 h 4213"/>
                    <a:gd name="connsiteX43-36793" fmla="*/ 2073 w 2254"/>
                    <a:gd name="connsiteY43-36794" fmla="*/ 1022 h 4213"/>
                    <a:gd name="connsiteX44-36795" fmla="*/ 2142 w 2254"/>
                    <a:gd name="connsiteY44-36796" fmla="*/ 1168 h 4213"/>
                    <a:gd name="connsiteX45-36797" fmla="*/ 2157 w 2254"/>
                    <a:gd name="connsiteY45-36798" fmla="*/ 1427 h 4213"/>
                    <a:gd name="connsiteX46-36799" fmla="*/ 2159 w 2254"/>
                    <a:gd name="connsiteY46-36800" fmla="*/ 1617 h 4213"/>
                    <a:gd name="connsiteX47-36801" fmla="*/ 2092 w 2254"/>
                    <a:gd name="connsiteY47-36802" fmla="*/ 1625 h 4213"/>
                    <a:gd name="connsiteX48-36803" fmla="*/ 2070 w 2254"/>
                    <a:gd name="connsiteY48-36804" fmla="*/ 1507 h 4213"/>
                    <a:gd name="connsiteX49-36805" fmla="*/ 2035 w 2254"/>
                    <a:gd name="connsiteY49-36806" fmla="*/ 1450 h 4213"/>
                    <a:gd name="connsiteX50-36807" fmla="*/ 1945 w 2254"/>
                    <a:gd name="connsiteY50-36808" fmla="*/ 1582 h 4213"/>
                    <a:gd name="connsiteX51-36809" fmla="*/ 1832 w 2254"/>
                    <a:gd name="connsiteY51-36810" fmla="*/ 1776 h 4213"/>
                    <a:gd name="connsiteX52-36811" fmla="*/ 1713 w 2254"/>
                    <a:gd name="connsiteY52-36812" fmla="*/ 1904 h 4213"/>
                    <a:gd name="connsiteX53-36813" fmla="*/ 1706 w 2254"/>
                    <a:gd name="connsiteY53-36814" fmla="*/ 2018 h 4213"/>
                    <a:gd name="connsiteX54-36815" fmla="*/ 1766 w 2254"/>
                    <a:gd name="connsiteY54-36816" fmla="*/ 2115 h 4213"/>
                    <a:gd name="connsiteX55-36817" fmla="*/ 1868 w 2254"/>
                    <a:gd name="connsiteY55-36818" fmla="*/ 2183 h 4213"/>
                    <a:gd name="connsiteX56-36819" fmla="*/ 1945 w 2254"/>
                    <a:gd name="connsiteY56-36820" fmla="*/ 2178 h 4213"/>
                    <a:gd name="connsiteX57-36821" fmla="*/ 1990 w 2254"/>
                    <a:gd name="connsiteY57-36822" fmla="*/ 2104 h 4213"/>
                    <a:gd name="connsiteX58-36823" fmla="*/ 2024 w 2254"/>
                    <a:gd name="connsiteY58-36824" fmla="*/ 2210 h 4213"/>
                    <a:gd name="connsiteX59-36825" fmla="*/ 1912 w 2254"/>
                    <a:gd name="connsiteY59-36826" fmla="*/ 2249 h 4213"/>
                    <a:gd name="connsiteX60-36827" fmla="*/ 1959 w 2254"/>
                    <a:gd name="connsiteY60-36828" fmla="*/ 2362 h 4213"/>
                    <a:gd name="connsiteX61-36829" fmla="*/ 1824 w 2254"/>
                    <a:gd name="connsiteY61-36830" fmla="*/ 2509 h 4213"/>
                    <a:gd name="connsiteX62-36831" fmla="*/ 1783 w 2254"/>
                    <a:gd name="connsiteY62-36832" fmla="*/ 2498 h 4213"/>
                    <a:gd name="connsiteX63-36833" fmla="*/ 1659 w 2254"/>
                    <a:gd name="connsiteY63-36834" fmla="*/ 2413 h 4213"/>
                    <a:gd name="connsiteX64-36835" fmla="*/ 1604 w 2254"/>
                    <a:gd name="connsiteY64-36836" fmla="*/ 2412 h 4213"/>
                    <a:gd name="connsiteX65-36837" fmla="*/ 1569 w 2254"/>
                    <a:gd name="connsiteY65-36838" fmla="*/ 2480 h 4213"/>
                    <a:gd name="connsiteX66-36839" fmla="*/ 1572 w 2254"/>
                    <a:gd name="connsiteY66-36840" fmla="*/ 2562 h 4213"/>
                    <a:gd name="connsiteX67-36841" fmla="*/ 1750 w 2254"/>
                    <a:gd name="connsiteY67-36842" fmla="*/ 2730 h 4213"/>
                    <a:gd name="connsiteX68-36843" fmla="*/ 1749 w 2254"/>
                    <a:gd name="connsiteY68-36844" fmla="*/ 2844 h 4213"/>
                    <a:gd name="connsiteX69-36845" fmla="*/ 1840 w 2254"/>
                    <a:gd name="connsiteY69-36846" fmla="*/ 3060 h 4213"/>
                    <a:gd name="connsiteX70-36847" fmla="*/ 1866 w 2254"/>
                    <a:gd name="connsiteY70-36848" fmla="*/ 3090 h 4213"/>
                    <a:gd name="connsiteX71-36849" fmla="*/ 1910 w 2254"/>
                    <a:gd name="connsiteY71-36850" fmla="*/ 3094 h 4213"/>
                    <a:gd name="connsiteX72-36851" fmla="*/ 1956 w 2254"/>
                    <a:gd name="connsiteY72-36852" fmla="*/ 3010 h 4213"/>
                    <a:gd name="connsiteX73-36853" fmla="*/ 2036 w 2254"/>
                    <a:gd name="connsiteY73-36854" fmla="*/ 2950 h 4213"/>
                    <a:gd name="connsiteX74-36855" fmla="*/ 2131 w 2254"/>
                    <a:gd name="connsiteY74-36856" fmla="*/ 3126 h 4213"/>
                    <a:gd name="connsiteX75-36857" fmla="*/ 2241 w 2254"/>
                    <a:gd name="connsiteY75-36858" fmla="*/ 3312 h 4213"/>
                    <a:gd name="connsiteX76-36859" fmla="*/ 2254 w 2254"/>
                    <a:gd name="connsiteY76-36860" fmla="*/ 3342 h 4213"/>
                    <a:gd name="connsiteX77-36861" fmla="*/ 2243 w 2254"/>
                    <a:gd name="connsiteY77-36862" fmla="*/ 3518 h 4213"/>
                    <a:gd name="connsiteX78-36863" fmla="*/ 2208 w 2254"/>
                    <a:gd name="connsiteY78-36864" fmla="*/ 3554 h 4213"/>
                    <a:gd name="connsiteX79-36865" fmla="*/ 2119 w 2254"/>
                    <a:gd name="connsiteY79-36866" fmla="*/ 3515 h 4213"/>
                    <a:gd name="connsiteX80-36867" fmla="*/ 1885 w 2254"/>
                    <a:gd name="connsiteY80-36868" fmla="*/ 3644 h 4213"/>
                    <a:gd name="connsiteX81-36869" fmla="*/ 1859 w 2254"/>
                    <a:gd name="connsiteY81-36870" fmla="*/ 3666 h 4213"/>
                    <a:gd name="connsiteX82-36871" fmla="*/ 1679 w 2254"/>
                    <a:gd name="connsiteY82-36872" fmla="*/ 3812 h 4213"/>
                    <a:gd name="connsiteX83-36873" fmla="*/ 1538 w 2254"/>
                    <a:gd name="connsiteY83-36874" fmla="*/ 3926 h 4213"/>
                    <a:gd name="connsiteX84-36875" fmla="*/ 1503 w 2254"/>
                    <a:gd name="connsiteY84-36876" fmla="*/ 3965 h 4213"/>
                    <a:gd name="connsiteX85-36877" fmla="*/ 1451 w 2254"/>
                    <a:gd name="connsiteY85-36878" fmla="*/ 3973 h 4213"/>
                    <a:gd name="connsiteX86-36879" fmla="*/ 1394 w 2254"/>
                    <a:gd name="connsiteY86-36880" fmla="*/ 3916 h 4213"/>
                    <a:gd name="connsiteX87-36881" fmla="*/ 1270 w 2254"/>
                    <a:gd name="connsiteY87-36882" fmla="*/ 3808 h 4213"/>
                    <a:gd name="connsiteX88-36883" fmla="*/ 1294 w 2254"/>
                    <a:gd name="connsiteY88-36884" fmla="*/ 4064 h 4213"/>
                    <a:gd name="connsiteX89-36885" fmla="*/ 1303 w 2254"/>
                    <a:gd name="connsiteY89-36886" fmla="*/ 4192 h 4213"/>
                    <a:gd name="connsiteX90-36887" fmla="*/ 1041 w 2254"/>
                    <a:gd name="connsiteY90-36888" fmla="*/ 4166 h 4213"/>
                    <a:gd name="connsiteX91-36889" fmla="*/ 959 w 2254"/>
                    <a:gd name="connsiteY91-36890" fmla="*/ 3987 h 4213"/>
                    <a:gd name="connsiteX92-36891" fmla="*/ 877 w 2254"/>
                    <a:gd name="connsiteY92-36892" fmla="*/ 3802 h 4213"/>
                    <a:gd name="connsiteX93-36893" fmla="*/ 798 w 2254"/>
                    <a:gd name="connsiteY93-36894" fmla="*/ 3734 h 4213"/>
                    <a:gd name="connsiteX94-36895" fmla="*/ 746 w 2254"/>
                    <a:gd name="connsiteY94-36896" fmla="*/ 3704 h 4213"/>
                    <a:gd name="connsiteX95-36897" fmla="*/ 695 w 2254"/>
                    <a:gd name="connsiteY95-36898" fmla="*/ 3662 h 4213"/>
                    <a:gd name="connsiteX96-36899" fmla="*/ 891 w 2254"/>
                    <a:gd name="connsiteY96-36900" fmla="*/ 3459 h 4213"/>
                    <a:gd name="connsiteX97-36901" fmla="*/ 932 w 2254"/>
                    <a:gd name="connsiteY97-36902" fmla="*/ 3195 h 4213"/>
                    <a:gd name="connsiteX98-36903" fmla="*/ 968 w 2254"/>
                    <a:gd name="connsiteY98-36904" fmla="*/ 2962 h 4213"/>
                    <a:gd name="connsiteX99-36905" fmla="*/ 1068 w 2254"/>
                    <a:gd name="connsiteY99-36906" fmla="*/ 2333 h 4213"/>
                    <a:gd name="connsiteX0-36907" fmla="*/ 1068 w 2254"/>
                    <a:gd name="connsiteY0-36908" fmla="*/ 2333 h 4213"/>
                    <a:gd name="connsiteX1-36909" fmla="*/ 1066 w 2254"/>
                    <a:gd name="connsiteY1-36910" fmla="*/ 2117 h 4213"/>
                    <a:gd name="connsiteX2-36911" fmla="*/ 990 w 2254"/>
                    <a:gd name="connsiteY2-36912" fmla="*/ 2039 h 4213"/>
                    <a:gd name="connsiteX3-36913" fmla="*/ 847 w 2254"/>
                    <a:gd name="connsiteY3-36914" fmla="*/ 1951 h 4213"/>
                    <a:gd name="connsiteX4-36915" fmla="*/ 755 w 2254"/>
                    <a:gd name="connsiteY4-36916" fmla="*/ 1827 h 4213"/>
                    <a:gd name="connsiteX5-36917" fmla="*/ 659 w 2254"/>
                    <a:gd name="connsiteY5-36918" fmla="*/ 1828 h 4213"/>
                    <a:gd name="connsiteX6-36919" fmla="*/ 614 w 2254"/>
                    <a:gd name="connsiteY6-36920" fmla="*/ 1883 h 4213"/>
                    <a:gd name="connsiteX7-36921" fmla="*/ 521 w 2254"/>
                    <a:gd name="connsiteY7-36922" fmla="*/ 1877 h 4213"/>
                    <a:gd name="connsiteX8-36923" fmla="*/ 501 w 2254"/>
                    <a:gd name="connsiteY8-36924" fmla="*/ 1994 h 4213"/>
                    <a:gd name="connsiteX9-36925" fmla="*/ 320 w 2254"/>
                    <a:gd name="connsiteY9-36926" fmla="*/ 1941 h 4213"/>
                    <a:gd name="connsiteX10-36927" fmla="*/ 237 w 2254"/>
                    <a:gd name="connsiteY10-36928" fmla="*/ 1939 h 4213"/>
                    <a:gd name="connsiteX11-36929" fmla="*/ 112 w 2254"/>
                    <a:gd name="connsiteY11-36930" fmla="*/ 2014 h 4213"/>
                    <a:gd name="connsiteX12-36931" fmla="*/ 0 w 2254"/>
                    <a:gd name="connsiteY12-36932" fmla="*/ 1890 h 4213"/>
                    <a:gd name="connsiteX13-36933" fmla="*/ 94 w 2254"/>
                    <a:gd name="connsiteY13-36934" fmla="*/ 1804 h 4213"/>
                    <a:gd name="connsiteX14-36935" fmla="*/ 98 w 2254"/>
                    <a:gd name="connsiteY14-36936" fmla="*/ 1634 h 4213"/>
                    <a:gd name="connsiteX15-36937" fmla="*/ 153 w 2254"/>
                    <a:gd name="connsiteY15-36938" fmla="*/ 1514 h 4213"/>
                    <a:gd name="connsiteX16-36939" fmla="*/ 196 w 2254"/>
                    <a:gd name="connsiteY16-36940" fmla="*/ 1306 h 4213"/>
                    <a:gd name="connsiteX17-36941" fmla="*/ 256 w 2254"/>
                    <a:gd name="connsiteY17-36942" fmla="*/ 1307 h 4213"/>
                    <a:gd name="connsiteX18-36943" fmla="*/ 579 w 2254"/>
                    <a:gd name="connsiteY18-36944" fmla="*/ 1286 h 4213"/>
                    <a:gd name="connsiteX19-36945" fmla="*/ 753 w 2254"/>
                    <a:gd name="connsiteY19-36946" fmla="*/ 1117 h 4213"/>
                    <a:gd name="connsiteX20-36947" fmla="*/ 822 w 2254"/>
                    <a:gd name="connsiteY20-36948" fmla="*/ 748 h 4213"/>
                    <a:gd name="connsiteX21-36949" fmla="*/ 932 w 2254"/>
                    <a:gd name="connsiteY21-36950" fmla="*/ 486 h 4213"/>
                    <a:gd name="connsiteX22-36951" fmla="*/ 930 w 2254"/>
                    <a:gd name="connsiteY22-36952" fmla="*/ 358 h 4213"/>
                    <a:gd name="connsiteX23-36953" fmla="*/ 917 w 2254"/>
                    <a:gd name="connsiteY23-36954" fmla="*/ 328 h 4213"/>
                    <a:gd name="connsiteX24-36955" fmla="*/ 850 w 2254"/>
                    <a:gd name="connsiteY24-36956" fmla="*/ 251 h 4213"/>
                    <a:gd name="connsiteX25-36957" fmla="*/ 790 w 2254"/>
                    <a:gd name="connsiteY25-36958" fmla="*/ 217 h 4213"/>
                    <a:gd name="connsiteX26-36959" fmla="*/ 915 w 2254"/>
                    <a:gd name="connsiteY26-36960" fmla="*/ 56 h 4213"/>
                    <a:gd name="connsiteX27-36961" fmla="*/ 1088 w 2254"/>
                    <a:gd name="connsiteY27-36962" fmla="*/ 2 h 4213"/>
                    <a:gd name="connsiteX28-36963" fmla="*/ 1120 w 2254"/>
                    <a:gd name="connsiteY28-36964" fmla="*/ 49 h 4213"/>
                    <a:gd name="connsiteX29-36965" fmla="*/ 1110 w 2254"/>
                    <a:gd name="connsiteY29-36966" fmla="*/ 133 h 4213"/>
                    <a:gd name="connsiteX30-36967" fmla="*/ 1049 w 2254"/>
                    <a:gd name="connsiteY30-36968" fmla="*/ 243 h 4213"/>
                    <a:gd name="connsiteX31-36969" fmla="*/ 1119 w 2254"/>
                    <a:gd name="connsiteY31-36970" fmla="*/ 301 h 4213"/>
                    <a:gd name="connsiteX32-36971" fmla="*/ 1233 w 2254"/>
                    <a:gd name="connsiteY32-36972" fmla="*/ 366 h 4213"/>
                    <a:gd name="connsiteX33-36973" fmla="*/ 1253 w 2254"/>
                    <a:gd name="connsiteY33-36974" fmla="*/ 255 h 4213"/>
                    <a:gd name="connsiteX34-36975" fmla="*/ 1387 w 2254"/>
                    <a:gd name="connsiteY34-36976" fmla="*/ 291 h 4213"/>
                    <a:gd name="connsiteX35-36977" fmla="*/ 1412 w 2254"/>
                    <a:gd name="connsiteY35-36978" fmla="*/ 331 h 4213"/>
                    <a:gd name="connsiteX36-36979" fmla="*/ 1488 w 2254"/>
                    <a:gd name="connsiteY36-36980" fmla="*/ 562 h 4213"/>
                    <a:gd name="connsiteX37-36981" fmla="*/ 1523 w 2254"/>
                    <a:gd name="connsiteY37-36982" fmla="*/ 586 h 4213"/>
                    <a:gd name="connsiteX38-36983" fmla="*/ 1615 w 2254"/>
                    <a:gd name="connsiteY38-36984" fmla="*/ 578 h 4213"/>
                    <a:gd name="connsiteX39-36985" fmla="*/ 1875 w 2254"/>
                    <a:gd name="connsiteY39-36986" fmla="*/ 490 h 4213"/>
                    <a:gd name="connsiteX40-36987" fmla="*/ 2095 w 2254"/>
                    <a:gd name="connsiteY40-36988" fmla="*/ 479 h 4213"/>
                    <a:gd name="connsiteX41-36989" fmla="*/ 2155 w 2254"/>
                    <a:gd name="connsiteY41-36990" fmla="*/ 648 h 4213"/>
                    <a:gd name="connsiteX42-36991" fmla="*/ 2073 w 2254"/>
                    <a:gd name="connsiteY42-36992" fmla="*/ 944 h 4213"/>
                    <a:gd name="connsiteX43-36993" fmla="*/ 2073 w 2254"/>
                    <a:gd name="connsiteY43-36994" fmla="*/ 1022 h 4213"/>
                    <a:gd name="connsiteX44-36995" fmla="*/ 2142 w 2254"/>
                    <a:gd name="connsiteY44-36996" fmla="*/ 1168 h 4213"/>
                    <a:gd name="connsiteX45-36997" fmla="*/ 2157 w 2254"/>
                    <a:gd name="connsiteY45-36998" fmla="*/ 1427 h 4213"/>
                    <a:gd name="connsiteX46-36999" fmla="*/ 2159 w 2254"/>
                    <a:gd name="connsiteY46-37000" fmla="*/ 1617 h 4213"/>
                    <a:gd name="connsiteX47-37001" fmla="*/ 2092 w 2254"/>
                    <a:gd name="connsiteY47-37002" fmla="*/ 1625 h 4213"/>
                    <a:gd name="connsiteX48-37003" fmla="*/ 2070 w 2254"/>
                    <a:gd name="connsiteY48-37004" fmla="*/ 1507 h 4213"/>
                    <a:gd name="connsiteX49-37005" fmla="*/ 2035 w 2254"/>
                    <a:gd name="connsiteY49-37006" fmla="*/ 1450 h 4213"/>
                    <a:gd name="connsiteX50-37007" fmla="*/ 1945 w 2254"/>
                    <a:gd name="connsiteY50-37008" fmla="*/ 1582 h 4213"/>
                    <a:gd name="connsiteX51-37009" fmla="*/ 1832 w 2254"/>
                    <a:gd name="connsiteY51-37010" fmla="*/ 1776 h 4213"/>
                    <a:gd name="connsiteX52-37011" fmla="*/ 1713 w 2254"/>
                    <a:gd name="connsiteY52-37012" fmla="*/ 1904 h 4213"/>
                    <a:gd name="connsiteX53-37013" fmla="*/ 1706 w 2254"/>
                    <a:gd name="connsiteY53-37014" fmla="*/ 2018 h 4213"/>
                    <a:gd name="connsiteX54-37015" fmla="*/ 1766 w 2254"/>
                    <a:gd name="connsiteY54-37016" fmla="*/ 2115 h 4213"/>
                    <a:gd name="connsiteX55-37017" fmla="*/ 1868 w 2254"/>
                    <a:gd name="connsiteY55-37018" fmla="*/ 2183 h 4213"/>
                    <a:gd name="connsiteX56-37019" fmla="*/ 1945 w 2254"/>
                    <a:gd name="connsiteY56-37020" fmla="*/ 2178 h 4213"/>
                    <a:gd name="connsiteX57-37021" fmla="*/ 1990 w 2254"/>
                    <a:gd name="connsiteY57-37022" fmla="*/ 2104 h 4213"/>
                    <a:gd name="connsiteX58-37023" fmla="*/ 2024 w 2254"/>
                    <a:gd name="connsiteY58-37024" fmla="*/ 2210 h 4213"/>
                    <a:gd name="connsiteX59-37025" fmla="*/ 1912 w 2254"/>
                    <a:gd name="connsiteY59-37026" fmla="*/ 2249 h 4213"/>
                    <a:gd name="connsiteX60-37027" fmla="*/ 1959 w 2254"/>
                    <a:gd name="connsiteY60-37028" fmla="*/ 2362 h 4213"/>
                    <a:gd name="connsiteX61-37029" fmla="*/ 1824 w 2254"/>
                    <a:gd name="connsiteY61-37030" fmla="*/ 2509 h 4213"/>
                    <a:gd name="connsiteX62-37031" fmla="*/ 1783 w 2254"/>
                    <a:gd name="connsiteY62-37032" fmla="*/ 2498 h 4213"/>
                    <a:gd name="connsiteX63-37033" fmla="*/ 1659 w 2254"/>
                    <a:gd name="connsiteY63-37034" fmla="*/ 2413 h 4213"/>
                    <a:gd name="connsiteX64-37035" fmla="*/ 1604 w 2254"/>
                    <a:gd name="connsiteY64-37036" fmla="*/ 2412 h 4213"/>
                    <a:gd name="connsiteX65-37037" fmla="*/ 1569 w 2254"/>
                    <a:gd name="connsiteY65-37038" fmla="*/ 2480 h 4213"/>
                    <a:gd name="connsiteX66-37039" fmla="*/ 1572 w 2254"/>
                    <a:gd name="connsiteY66-37040" fmla="*/ 2562 h 4213"/>
                    <a:gd name="connsiteX67-37041" fmla="*/ 1750 w 2254"/>
                    <a:gd name="connsiteY67-37042" fmla="*/ 2730 h 4213"/>
                    <a:gd name="connsiteX68-37043" fmla="*/ 1749 w 2254"/>
                    <a:gd name="connsiteY68-37044" fmla="*/ 2844 h 4213"/>
                    <a:gd name="connsiteX69-37045" fmla="*/ 1840 w 2254"/>
                    <a:gd name="connsiteY69-37046" fmla="*/ 3060 h 4213"/>
                    <a:gd name="connsiteX70-37047" fmla="*/ 1866 w 2254"/>
                    <a:gd name="connsiteY70-37048" fmla="*/ 3090 h 4213"/>
                    <a:gd name="connsiteX71-37049" fmla="*/ 1910 w 2254"/>
                    <a:gd name="connsiteY71-37050" fmla="*/ 3094 h 4213"/>
                    <a:gd name="connsiteX72-37051" fmla="*/ 1956 w 2254"/>
                    <a:gd name="connsiteY72-37052" fmla="*/ 3010 h 4213"/>
                    <a:gd name="connsiteX73-37053" fmla="*/ 2036 w 2254"/>
                    <a:gd name="connsiteY73-37054" fmla="*/ 2950 h 4213"/>
                    <a:gd name="connsiteX74-37055" fmla="*/ 2131 w 2254"/>
                    <a:gd name="connsiteY74-37056" fmla="*/ 3126 h 4213"/>
                    <a:gd name="connsiteX75-37057" fmla="*/ 2241 w 2254"/>
                    <a:gd name="connsiteY75-37058" fmla="*/ 3312 h 4213"/>
                    <a:gd name="connsiteX76-37059" fmla="*/ 2254 w 2254"/>
                    <a:gd name="connsiteY76-37060" fmla="*/ 3342 h 4213"/>
                    <a:gd name="connsiteX77-37061" fmla="*/ 2243 w 2254"/>
                    <a:gd name="connsiteY77-37062" fmla="*/ 3518 h 4213"/>
                    <a:gd name="connsiteX78-37063" fmla="*/ 2208 w 2254"/>
                    <a:gd name="connsiteY78-37064" fmla="*/ 3554 h 4213"/>
                    <a:gd name="connsiteX79-37065" fmla="*/ 2119 w 2254"/>
                    <a:gd name="connsiteY79-37066" fmla="*/ 3515 h 4213"/>
                    <a:gd name="connsiteX80-37067" fmla="*/ 1885 w 2254"/>
                    <a:gd name="connsiteY80-37068" fmla="*/ 3644 h 4213"/>
                    <a:gd name="connsiteX81-37069" fmla="*/ 1859 w 2254"/>
                    <a:gd name="connsiteY81-37070" fmla="*/ 3666 h 4213"/>
                    <a:gd name="connsiteX82-37071" fmla="*/ 1679 w 2254"/>
                    <a:gd name="connsiteY82-37072" fmla="*/ 3812 h 4213"/>
                    <a:gd name="connsiteX83-37073" fmla="*/ 1538 w 2254"/>
                    <a:gd name="connsiteY83-37074" fmla="*/ 3926 h 4213"/>
                    <a:gd name="connsiteX84-37075" fmla="*/ 1503 w 2254"/>
                    <a:gd name="connsiteY84-37076" fmla="*/ 3965 h 4213"/>
                    <a:gd name="connsiteX85-37077" fmla="*/ 1451 w 2254"/>
                    <a:gd name="connsiteY85-37078" fmla="*/ 3973 h 4213"/>
                    <a:gd name="connsiteX86-37079" fmla="*/ 1394 w 2254"/>
                    <a:gd name="connsiteY86-37080" fmla="*/ 3916 h 4213"/>
                    <a:gd name="connsiteX87-37081" fmla="*/ 1270 w 2254"/>
                    <a:gd name="connsiteY87-37082" fmla="*/ 3808 h 4213"/>
                    <a:gd name="connsiteX88-37083" fmla="*/ 1294 w 2254"/>
                    <a:gd name="connsiteY88-37084" fmla="*/ 4064 h 4213"/>
                    <a:gd name="connsiteX89-37085" fmla="*/ 1303 w 2254"/>
                    <a:gd name="connsiteY89-37086" fmla="*/ 4192 h 4213"/>
                    <a:gd name="connsiteX90-37087" fmla="*/ 1041 w 2254"/>
                    <a:gd name="connsiteY90-37088" fmla="*/ 4166 h 4213"/>
                    <a:gd name="connsiteX91-37089" fmla="*/ 959 w 2254"/>
                    <a:gd name="connsiteY91-37090" fmla="*/ 3987 h 4213"/>
                    <a:gd name="connsiteX92-37091" fmla="*/ 877 w 2254"/>
                    <a:gd name="connsiteY92-37092" fmla="*/ 3802 h 4213"/>
                    <a:gd name="connsiteX93-37093" fmla="*/ 798 w 2254"/>
                    <a:gd name="connsiteY93-37094" fmla="*/ 3734 h 4213"/>
                    <a:gd name="connsiteX94-37095" fmla="*/ 746 w 2254"/>
                    <a:gd name="connsiteY94-37096" fmla="*/ 3704 h 4213"/>
                    <a:gd name="connsiteX95-37097" fmla="*/ 695 w 2254"/>
                    <a:gd name="connsiteY95-37098" fmla="*/ 3662 h 4213"/>
                    <a:gd name="connsiteX96-37099" fmla="*/ 891 w 2254"/>
                    <a:gd name="connsiteY96-37100" fmla="*/ 3459 h 4213"/>
                    <a:gd name="connsiteX97-37101" fmla="*/ 932 w 2254"/>
                    <a:gd name="connsiteY97-37102" fmla="*/ 3195 h 4213"/>
                    <a:gd name="connsiteX98-37103" fmla="*/ 968 w 2254"/>
                    <a:gd name="connsiteY98-37104" fmla="*/ 2962 h 4213"/>
                    <a:gd name="connsiteX99-37105" fmla="*/ 1068 w 2254"/>
                    <a:gd name="connsiteY99-37106" fmla="*/ 2333 h 4213"/>
                    <a:gd name="connsiteX0-37107" fmla="*/ 1068 w 2254"/>
                    <a:gd name="connsiteY0-37108" fmla="*/ 2333 h 4213"/>
                    <a:gd name="connsiteX1-37109" fmla="*/ 1066 w 2254"/>
                    <a:gd name="connsiteY1-37110" fmla="*/ 2117 h 4213"/>
                    <a:gd name="connsiteX2-37111" fmla="*/ 990 w 2254"/>
                    <a:gd name="connsiteY2-37112" fmla="*/ 2039 h 4213"/>
                    <a:gd name="connsiteX3-37113" fmla="*/ 847 w 2254"/>
                    <a:gd name="connsiteY3-37114" fmla="*/ 1951 h 4213"/>
                    <a:gd name="connsiteX4-37115" fmla="*/ 755 w 2254"/>
                    <a:gd name="connsiteY4-37116" fmla="*/ 1827 h 4213"/>
                    <a:gd name="connsiteX5-37117" fmla="*/ 659 w 2254"/>
                    <a:gd name="connsiteY5-37118" fmla="*/ 1828 h 4213"/>
                    <a:gd name="connsiteX6-37119" fmla="*/ 614 w 2254"/>
                    <a:gd name="connsiteY6-37120" fmla="*/ 1883 h 4213"/>
                    <a:gd name="connsiteX7-37121" fmla="*/ 521 w 2254"/>
                    <a:gd name="connsiteY7-37122" fmla="*/ 1877 h 4213"/>
                    <a:gd name="connsiteX8-37123" fmla="*/ 501 w 2254"/>
                    <a:gd name="connsiteY8-37124" fmla="*/ 1994 h 4213"/>
                    <a:gd name="connsiteX9-37125" fmla="*/ 320 w 2254"/>
                    <a:gd name="connsiteY9-37126" fmla="*/ 1941 h 4213"/>
                    <a:gd name="connsiteX10-37127" fmla="*/ 237 w 2254"/>
                    <a:gd name="connsiteY10-37128" fmla="*/ 1939 h 4213"/>
                    <a:gd name="connsiteX11-37129" fmla="*/ 112 w 2254"/>
                    <a:gd name="connsiteY11-37130" fmla="*/ 2014 h 4213"/>
                    <a:gd name="connsiteX12-37131" fmla="*/ 0 w 2254"/>
                    <a:gd name="connsiteY12-37132" fmla="*/ 1890 h 4213"/>
                    <a:gd name="connsiteX13-37133" fmla="*/ 94 w 2254"/>
                    <a:gd name="connsiteY13-37134" fmla="*/ 1804 h 4213"/>
                    <a:gd name="connsiteX14-37135" fmla="*/ 98 w 2254"/>
                    <a:gd name="connsiteY14-37136" fmla="*/ 1634 h 4213"/>
                    <a:gd name="connsiteX15-37137" fmla="*/ 153 w 2254"/>
                    <a:gd name="connsiteY15-37138" fmla="*/ 1514 h 4213"/>
                    <a:gd name="connsiteX16-37139" fmla="*/ 196 w 2254"/>
                    <a:gd name="connsiteY16-37140" fmla="*/ 1306 h 4213"/>
                    <a:gd name="connsiteX17-37141" fmla="*/ 256 w 2254"/>
                    <a:gd name="connsiteY17-37142" fmla="*/ 1307 h 4213"/>
                    <a:gd name="connsiteX18-37143" fmla="*/ 579 w 2254"/>
                    <a:gd name="connsiteY18-37144" fmla="*/ 1286 h 4213"/>
                    <a:gd name="connsiteX19-37145" fmla="*/ 753 w 2254"/>
                    <a:gd name="connsiteY19-37146" fmla="*/ 1117 h 4213"/>
                    <a:gd name="connsiteX20-37147" fmla="*/ 822 w 2254"/>
                    <a:gd name="connsiteY20-37148" fmla="*/ 748 h 4213"/>
                    <a:gd name="connsiteX21-37149" fmla="*/ 932 w 2254"/>
                    <a:gd name="connsiteY21-37150" fmla="*/ 486 h 4213"/>
                    <a:gd name="connsiteX22-37151" fmla="*/ 930 w 2254"/>
                    <a:gd name="connsiteY22-37152" fmla="*/ 358 h 4213"/>
                    <a:gd name="connsiteX23-37153" fmla="*/ 917 w 2254"/>
                    <a:gd name="connsiteY23-37154" fmla="*/ 328 h 4213"/>
                    <a:gd name="connsiteX24-37155" fmla="*/ 850 w 2254"/>
                    <a:gd name="connsiteY24-37156" fmla="*/ 251 h 4213"/>
                    <a:gd name="connsiteX25-37157" fmla="*/ 790 w 2254"/>
                    <a:gd name="connsiteY25-37158" fmla="*/ 217 h 4213"/>
                    <a:gd name="connsiteX26-37159" fmla="*/ 915 w 2254"/>
                    <a:gd name="connsiteY26-37160" fmla="*/ 56 h 4213"/>
                    <a:gd name="connsiteX27-37161" fmla="*/ 1088 w 2254"/>
                    <a:gd name="connsiteY27-37162" fmla="*/ 2 h 4213"/>
                    <a:gd name="connsiteX28-37163" fmla="*/ 1120 w 2254"/>
                    <a:gd name="connsiteY28-37164" fmla="*/ 49 h 4213"/>
                    <a:gd name="connsiteX29-37165" fmla="*/ 1110 w 2254"/>
                    <a:gd name="connsiteY29-37166" fmla="*/ 133 h 4213"/>
                    <a:gd name="connsiteX30-37167" fmla="*/ 1049 w 2254"/>
                    <a:gd name="connsiteY30-37168" fmla="*/ 243 h 4213"/>
                    <a:gd name="connsiteX31-37169" fmla="*/ 1119 w 2254"/>
                    <a:gd name="connsiteY31-37170" fmla="*/ 301 h 4213"/>
                    <a:gd name="connsiteX32-37171" fmla="*/ 1233 w 2254"/>
                    <a:gd name="connsiteY32-37172" fmla="*/ 366 h 4213"/>
                    <a:gd name="connsiteX33-37173" fmla="*/ 1253 w 2254"/>
                    <a:gd name="connsiteY33-37174" fmla="*/ 255 h 4213"/>
                    <a:gd name="connsiteX34-37175" fmla="*/ 1387 w 2254"/>
                    <a:gd name="connsiteY34-37176" fmla="*/ 291 h 4213"/>
                    <a:gd name="connsiteX35-37177" fmla="*/ 1412 w 2254"/>
                    <a:gd name="connsiteY35-37178" fmla="*/ 331 h 4213"/>
                    <a:gd name="connsiteX36-37179" fmla="*/ 1488 w 2254"/>
                    <a:gd name="connsiteY36-37180" fmla="*/ 562 h 4213"/>
                    <a:gd name="connsiteX37-37181" fmla="*/ 1523 w 2254"/>
                    <a:gd name="connsiteY37-37182" fmla="*/ 586 h 4213"/>
                    <a:gd name="connsiteX38-37183" fmla="*/ 1615 w 2254"/>
                    <a:gd name="connsiteY38-37184" fmla="*/ 578 h 4213"/>
                    <a:gd name="connsiteX39-37185" fmla="*/ 1875 w 2254"/>
                    <a:gd name="connsiteY39-37186" fmla="*/ 490 h 4213"/>
                    <a:gd name="connsiteX40-37187" fmla="*/ 2095 w 2254"/>
                    <a:gd name="connsiteY40-37188" fmla="*/ 479 h 4213"/>
                    <a:gd name="connsiteX41-37189" fmla="*/ 2155 w 2254"/>
                    <a:gd name="connsiteY41-37190" fmla="*/ 648 h 4213"/>
                    <a:gd name="connsiteX42-37191" fmla="*/ 2073 w 2254"/>
                    <a:gd name="connsiteY42-37192" fmla="*/ 944 h 4213"/>
                    <a:gd name="connsiteX43-37193" fmla="*/ 2073 w 2254"/>
                    <a:gd name="connsiteY43-37194" fmla="*/ 1022 h 4213"/>
                    <a:gd name="connsiteX44-37195" fmla="*/ 2142 w 2254"/>
                    <a:gd name="connsiteY44-37196" fmla="*/ 1168 h 4213"/>
                    <a:gd name="connsiteX45-37197" fmla="*/ 2157 w 2254"/>
                    <a:gd name="connsiteY45-37198" fmla="*/ 1427 h 4213"/>
                    <a:gd name="connsiteX46-37199" fmla="*/ 2159 w 2254"/>
                    <a:gd name="connsiteY46-37200" fmla="*/ 1617 h 4213"/>
                    <a:gd name="connsiteX47-37201" fmla="*/ 2092 w 2254"/>
                    <a:gd name="connsiteY47-37202" fmla="*/ 1625 h 4213"/>
                    <a:gd name="connsiteX48-37203" fmla="*/ 2070 w 2254"/>
                    <a:gd name="connsiteY48-37204" fmla="*/ 1507 h 4213"/>
                    <a:gd name="connsiteX49-37205" fmla="*/ 2035 w 2254"/>
                    <a:gd name="connsiteY49-37206" fmla="*/ 1450 h 4213"/>
                    <a:gd name="connsiteX50-37207" fmla="*/ 1945 w 2254"/>
                    <a:gd name="connsiteY50-37208" fmla="*/ 1582 h 4213"/>
                    <a:gd name="connsiteX51-37209" fmla="*/ 1832 w 2254"/>
                    <a:gd name="connsiteY51-37210" fmla="*/ 1776 h 4213"/>
                    <a:gd name="connsiteX52-37211" fmla="*/ 1713 w 2254"/>
                    <a:gd name="connsiteY52-37212" fmla="*/ 1904 h 4213"/>
                    <a:gd name="connsiteX53-37213" fmla="*/ 1706 w 2254"/>
                    <a:gd name="connsiteY53-37214" fmla="*/ 2018 h 4213"/>
                    <a:gd name="connsiteX54-37215" fmla="*/ 1766 w 2254"/>
                    <a:gd name="connsiteY54-37216" fmla="*/ 2115 h 4213"/>
                    <a:gd name="connsiteX55-37217" fmla="*/ 1868 w 2254"/>
                    <a:gd name="connsiteY55-37218" fmla="*/ 2183 h 4213"/>
                    <a:gd name="connsiteX56-37219" fmla="*/ 1945 w 2254"/>
                    <a:gd name="connsiteY56-37220" fmla="*/ 2178 h 4213"/>
                    <a:gd name="connsiteX57-37221" fmla="*/ 1990 w 2254"/>
                    <a:gd name="connsiteY57-37222" fmla="*/ 2104 h 4213"/>
                    <a:gd name="connsiteX58-37223" fmla="*/ 2024 w 2254"/>
                    <a:gd name="connsiteY58-37224" fmla="*/ 2210 h 4213"/>
                    <a:gd name="connsiteX59-37225" fmla="*/ 1912 w 2254"/>
                    <a:gd name="connsiteY59-37226" fmla="*/ 2249 h 4213"/>
                    <a:gd name="connsiteX60-37227" fmla="*/ 1959 w 2254"/>
                    <a:gd name="connsiteY60-37228" fmla="*/ 2362 h 4213"/>
                    <a:gd name="connsiteX61-37229" fmla="*/ 1824 w 2254"/>
                    <a:gd name="connsiteY61-37230" fmla="*/ 2509 h 4213"/>
                    <a:gd name="connsiteX62-37231" fmla="*/ 1783 w 2254"/>
                    <a:gd name="connsiteY62-37232" fmla="*/ 2498 h 4213"/>
                    <a:gd name="connsiteX63-37233" fmla="*/ 1659 w 2254"/>
                    <a:gd name="connsiteY63-37234" fmla="*/ 2413 h 4213"/>
                    <a:gd name="connsiteX64-37235" fmla="*/ 1604 w 2254"/>
                    <a:gd name="connsiteY64-37236" fmla="*/ 2412 h 4213"/>
                    <a:gd name="connsiteX65-37237" fmla="*/ 1569 w 2254"/>
                    <a:gd name="connsiteY65-37238" fmla="*/ 2480 h 4213"/>
                    <a:gd name="connsiteX66-37239" fmla="*/ 1572 w 2254"/>
                    <a:gd name="connsiteY66-37240" fmla="*/ 2562 h 4213"/>
                    <a:gd name="connsiteX67-37241" fmla="*/ 1750 w 2254"/>
                    <a:gd name="connsiteY67-37242" fmla="*/ 2730 h 4213"/>
                    <a:gd name="connsiteX68-37243" fmla="*/ 1749 w 2254"/>
                    <a:gd name="connsiteY68-37244" fmla="*/ 2844 h 4213"/>
                    <a:gd name="connsiteX69-37245" fmla="*/ 1840 w 2254"/>
                    <a:gd name="connsiteY69-37246" fmla="*/ 3060 h 4213"/>
                    <a:gd name="connsiteX70-37247" fmla="*/ 1866 w 2254"/>
                    <a:gd name="connsiteY70-37248" fmla="*/ 3090 h 4213"/>
                    <a:gd name="connsiteX71-37249" fmla="*/ 1910 w 2254"/>
                    <a:gd name="connsiteY71-37250" fmla="*/ 3094 h 4213"/>
                    <a:gd name="connsiteX72-37251" fmla="*/ 1956 w 2254"/>
                    <a:gd name="connsiteY72-37252" fmla="*/ 3010 h 4213"/>
                    <a:gd name="connsiteX73-37253" fmla="*/ 2036 w 2254"/>
                    <a:gd name="connsiteY73-37254" fmla="*/ 2950 h 4213"/>
                    <a:gd name="connsiteX74-37255" fmla="*/ 2131 w 2254"/>
                    <a:gd name="connsiteY74-37256" fmla="*/ 3126 h 4213"/>
                    <a:gd name="connsiteX75-37257" fmla="*/ 2241 w 2254"/>
                    <a:gd name="connsiteY75-37258" fmla="*/ 3312 h 4213"/>
                    <a:gd name="connsiteX76-37259" fmla="*/ 2254 w 2254"/>
                    <a:gd name="connsiteY76-37260" fmla="*/ 3342 h 4213"/>
                    <a:gd name="connsiteX77-37261" fmla="*/ 2243 w 2254"/>
                    <a:gd name="connsiteY77-37262" fmla="*/ 3518 h 4213"/>
                    <a:gd name="connsiteX78-37263" fmla="*/ 2208 w 2254"/>
                    <a:gd name="connsiteY78-37264" fmla="*/ 3554 h 4213"/>
                    <a:gd name="connsiteX79-37265" fmla="*/ 2119 w 2254"/>
                    <a:gd name="connsiteY79-37266" fmla="*/ 3515 h 4213"/>
                    <a:gd name="connsiteX80-37267" fmla="*/ 1885 w 2254"/>
                    <a:gd name="connsiteY80-37268" fmla="*/ 3644 h 4213"/>
                    <a:gd name="connsiteX81-37269" fmla="*/ 1859 w 2254"/>
                    <a:gd name="connsiteY81-37270" fmla="*/ 3666 h 4213"/>
                    <a:gd name="connsiteX82-37271" fmla="*/ 1679 w 2254"/>
                    <a:gd name="connsiteY82-37272" fmla="*/ 3812 h 4213"/>
                    <a:gd name="connsiteX83-37273" fmla="*/ 1538 w 2254"/>
                    <a:gd name="connsiteY83-37274" fmla="*/ 3926 h 4213"/>
                    <a:gd name="connsiteX84-37275" fmla="*/ 1503 w 2254"/>
                    <a:gd name="connsiteY84-37276" fmla="*/ 3965 h 4213"/>
                    <a:gd name="connsiteX85-37277" fmla="*/ 1451 w 2254"/>
                    <a:gd name="connsiteY85-37278" fmla="*/ 3973 h 4213"/>
                    <a:gd name="connsiteX86-37279" fmla="*/ 1394 w 2254"/>
                    <a:gd name="connsiteY86-37280" fmla="*/ 3916 h 4213"/>
                    <a:gd name="connsiteX87-37281" fmla="*/ 1270 w 2254"/>
                    <a:gd name="connsiteY87-37282" fmla="*/ 3808 h 4213"/>
                    <a:gd name="connsiteX88-37283" fmla="*/ 1294 w 2254"/>
                    <a:gd name="connsiteY88-37284" fmla="*/ 4064 h 4213"/>
                    <a:gd name="connsiteX89-37285" fmla="*/ 1303 w 2254"/>
                    <a:gd name="connsiteY89-37286" fmla="*/ 4192 h 4213"/>
                    <a:gd name="connsiteX90-37287" fmla="*/ 1041 w 2254"/>
                    <a:gd name="connsiteY90-37288" fmla="*/ 4166 h 4213"/>
                    <a:gd name="connsiteX91-37289" fmla="*/ 959 w 2254"/>
                    <a:gd name="connsiteY91-37290" fmla="*/ 3987 h 4213"/>
                    <a:gd name="connsiteX92-37291" fmla="*/ 877 w 2254"/>
                    <a:gd name="connsiteY92-37292" fmla="*/ 3802 h 4213"/>
                    <a:gd name="connsiteX93-37293" fmla="*/ 798 w 2254"/>
                    <a:gd name="connsiteY93-37294" fmla="*/ 3734 h 4213"/>
                    <a:gd name="connsiteX94-37295" fmla="*/ 746 w 2254"/>
                    <a:gd name="connsiteY94-37296" fmla="*/ 3704 h 4213"/>
                    <a:gd name="connsiteX95-37297" fmla="*/ 746 w 2254"/>
                    <a:gd name="connsiteY95-37298" fmla="*/ 3806 h 4213"/>
                    <a:gd name="connsiteX96-37299" fmla="*/ 695 w 2254"/>
                    <a:gd name="connsiteY96-37300" fmla="*/ 3662 h 4213"/>
                    <a:gd name="connsiteX97-37301" fmla="*/ 891 w 2254"/>
                    <a:gd name="connsiteY97-37302" fmla="*/ 3459 h 4213"/>
                    <a:gd name="connsiteX98-37303" fmla="*/ 932 w 2254"/>
                    <a:gd name="connsiteY98-37304" fmla="*/ 3195 h 4213"/>
                    <a:gd name="connsiteX99-37305" fmla="*/ 968 w 2254"/>
                    <a:gd name="connsiteY99-37306" fmla="*/ 2962 h 4213"/>
                    <a:gd name="connsiteX100-37307" fmla="*/ 1068 w 2254"/>
                    <a:gd name="connsiteY100-37308" fmla="*/ 2333 h 4213"/>
                    <a:gd name="connsiteX0-37309" fmla="*/ 1068 w 2254"/>
                    <a:gd name="connsiteY0-37310" fmla="*/ 2333 h 4213"/>
                    <a:gd name="connsiteX1-37311" fmla="*/ 1066 w 2254"/>
                    <a:gd name="connsiteY1-37312" fmla="*/ 2117 h 4213"/>
                    <a:gd name="connsiteX2-37313" fmla="*/ 990 w 2254"/>
                    <a:gd name="connsiteY2-37314" fmla="*/ 2039 h 4213"/>
                    <a:gd name="connsiteX3-37315" fmla="*/ 847 w 2254"/>
                    <a:gd name="connsiteY3-37316" fmla="*/ 1951 h 4213"/>
                    <a:gd name="connsiteX4-37317" fmla="*/ 755 w 2254"/>
                    <a:gd name="connsiteY4-37318" fmla="*/ 1827 h 4213"/>
                    <a:gd name="connsiteX5-37319" fmla="*/ 659 w 2254"/>
                    <a:gd name="connsiteY5-37320" fmla="*/ 1828 h 4213"/>
                    <a:gd name="connsiteX6-37321" fmla="*/ 614 w 2254"/>
                    <a:gd name="connsiteY6-37322" fmla="*/ 1883 h 4213"/>
                    <a:gd name="connsiteX7-37323" fmla="*/ 521 w 2254"/>
                    <a:gd name="connsiteY7-37324" fmla="*/ 1877 h 4213"/>
                    <a:gd name="connsiteX8-37325" fmla="*/ 501 w 2254"/>
                    <a:gd name="connsiteY8-37326" fmla="*/ 1994 h 4213"/>
                    <a:gd name="connsiteX9-37327" fmla="*/ 320 w 2254"/>
                    <a:gd name="connsiteY9-37328" fmla="*/ 1941 h 4213"/>
                    <a:gd name="connsiteX10-37329" fmla="*/ 237 w 2254"/>
                    <a:gd name="connsiteY10-37330" fmla="*/ 1939 h 4213"/>
                    <a:gd name="connsiteX11-37331" fmla="*/ 112 w 2254"/>
                    <a:gd name="connsiteY11-37332" fmla="*/ 2014 h 4213"/>
                    <a:gd name="connsiteX12-37333" fmla="*/ 0 w 2254"/>
                    <a:gd name="connsiteY12-37334" fmla="*/ 1890 h 4213"/>
                    <a:gd name="connsiteX13-37335" fmla="*/ 94 w 2254"/>
                    <a:gd name="connsiteY13-37336" fmla="*/ 1804 h 4213"/>
                    <a:gd name="connsiteX14-37337" fmla="*/ 98 w 2254"/>
                    <a:gd name="connsiteY14-37338" fmla="*/ 1634 h 4213"/>
                    <a:gd name="connsiteX15-37339" fmla="*/ 153 w 2254"/>
                    <a:gd name="connsiteY15-37340" fmla="*/ 1514 h 4213"/>
                    <a:gd name="connsiteX16-37341" fmla="*/ 196 w 2254"/>
                    <a:gd name="connsiteY16-37342" fmla="*/ 1306 h 4213"/>
                    <a:gd name="connsiteX17-37343" fmla="*/ 256 w 2254"/>
                    <a:gd name="connsiteY17-37344" fmla="*/ 1307 h 4213"/>
                    <a:gd name="connsiteX18-37345" fmla="*/ 579 w 2254"/>
                    <a:gd name="connsiteY18-37346" fmla="*/ 1286 h 4213"/>
                    <a:gd name="connsiteX19-37347" fmla="*/ 753 w 2254"/>
                    <a:gd name="connsiteY19-37348" fmla="*/ 1117 h 4213"/>
                    <a:gd name="connsiteX20-37349" fmla="*/ 822 w 2254"/>
                    <a:gd name="connsiteY20-37350" fmla="*/ 748 h 4213"/>
                    <a:gd name="connsiteX21-37351" fmla="*/ 932 w 2254"/>
                    <a:gd name="connsiteY21-37352" fmla="*/ 486 h 4213"/>
                    <a:gd name="connsiteX22-37353" fmla="*/ 930 w 2254"/>
                    <a:gd name="connsiteY22-37354" fmla="*/ 358 h 4213"/>
                    <a:gd name="connsiteX23-37355" fmla="*/ 917 w 2254"/>
                    <a:gd name="connsiteY23-37356" fmla="*/ 328 h 4213"/>
                    <a:gd name="connsiteX24-37357" fmla="*/ 850 w 2254"/>
                    <a:gd name="connsiteY24-37358" fmla="*/ 251 h 4213"/>
                    <a:gd name="connsiteX25-37359" fmla="*/ 790 w 2254"/>
                    <a:gd name="connsiteY25-37360" fmla="*/ 217 h 4213"/>
                    <a:gd name="connsiteX26-37361" fmla="*/ 915 w 2254"/>
                    <a:gd name="connsiteY26-37362" fmla="*/ 56 h 4213"/>
                    <a:gd name="connsiteX27-37363" fmla="*/ 1088 w 2254"/>
                    <a:gd name="connsiteY27-37364" fmla="*/ 2 h 4213"/>
                    <a:gd name="connsiteX28-37365" fmla="*/ 1120 w 2254"/>
                    <a:gd name="connsiteY28-37366" fmla="*/ 49 h 4213"/>
                    <a:gd name="connsiteX29-37367" fmla="*/ 1110 w 2254"/>
                    <a:gd name="connsiteY29-37368" fmla="*/ 133 h 4213"/>
                    <a:gd name="connsiteX30-37369" fmla="*/ 1049 w 2254"/>
                    <a:gd name="connsiteY30-37370" fmla="*/ 243 h 4213"/>
                    <a:gd name="connsiteX31-37371" fmla="*/ 1119 w 2254"/>
                    <a:gd name="connsiteY31-37372" fmla="*/ 301 h 4213"/>
                    <a:gd name="connsiteX32-37373" fmla="*/ 1233 w 2254"/>
                    <a:gd name="connsiteY32-37374" fmla="*/ 366 h 4213"/>
                    <a:gd name="connsiteX33-37375" fmla="*/ 1253 w 2254"/>
                    <a:gd name="connsiteY33-37376" fmla="*/ 255 h 4213"/>
                    <a:gd name="connsiteX34-37377" fmla="*/ 1387 w 2254"/>
                    <a:gd name="connsiteY34-37378" fmla="*/ 291 h 4213"/>
                    <a:gd name="connsiteX35-37379" fmla="*/ 1412 w 2254"/>
                    <a:gd name="connsiteY35-37380" fmla="*/ 331 h 4213"/>
                    <a:gd name="connsiteX36-37381" fmla="*/ 1488 w 2254"/>
                    <a:gd name="connsiteY36-37382" fmla="*/ 562 h 4213"/>
                    <a:gd name="connsiteX37-37383" fmla="*/ 1523 w 2254"/>
                    <a:gd name="connsiteY37-37384" fmla="*/ 586 h 4213"/>
                    <a:gd name="connsiteX38-37385" fmla="*/ 1615 w 2254"/>
                    <a:gd name="connsiteY38-37386" fmla="*/ 578 h 4213"/>
                    <a:gd name="connsiteX39-37387" fmla="*/ 1875 w 2254"/>
                    <a:gd name="connsiteY39-37388" fmla="*/ 490 h 4213"/>
                    <a:gd name="connsiteX40-37389" fmla="*/ 2095 w 2254"/>
                    <a:gd name="connsiteY40-37390" fmla="*/ 479 h 4213"/>
                    <a:gd name="connsiteX41-37391" fmla="*/ 2155 w 2254"/>
                    <a:gd name="connsiteY41-37392" fmla="*/ 648 h 4213"/>
                    <a:gd name="connsiteX42-37393" fmla="*/ 2073 w 2254"/>
                    <a:gd name="connsiteY42-37394" fmla="*/ 944 h 4213"/>
                    <a:gd name="connsiteX43-37395" fmla="*/ 2073 w 2254"/>
                    <a:gd name="connsiteY43-37396" fmla="*/ 1022 h 4213"/>
                    <a:gd name="connsiteX44-37397" fmla="*/ 2142 w 2254"/>
                    <a:gd name="connsiteY44-37398" fmla="*/ 1168 h 4213"/>
                    <a:gd name="connsiteX45-37399" fmla="*/ 2157 w 2254"/>
                    <a:gd name="connsiteY45-37400" fmla="*/ 1427 h 4213"/>
                    <a:gd name="connsiteX46-37401" fmla="*/ 2159 w 2254"/>
                    <a:gd name="connsiteY46-37402" fmla="*/ 1617 h 4213"/>
                    <a:gd name="connsiteX47-37403" fmla="*/ 2092 w 2254"/>
                    <a:gd name="connsiteY47-37404" fmla="*/ 1625 h 4213"/>
                    <a:gd name="connsiteX48-37405" fmla="*/ 2070 w 2254"/>
                    <a:gd name="connsiteY48-37406" fmla="*/ 1507 h 4213"/>
                    <a:gd name="connsiteX49-37407" fmla="*/ 2035 w 2254"/>
                    <a:gd name="connsiteY49-37408" fmla="*/ 1450 h 4213"/>
                    <a:gd name="connsiteX50-37409" fmla="*/ 1945 w 2254"/>
                    <a:gd name="connsiteY50-37410" fmla="*/ 1582 h 4213"/>
                    <a:gd name="connsiteX51-37411" fmla="*/ 1832 w 2254"/>
                    <a:gd name="connsiteY51-37412" fmla="*/ 1776 h 4213"/>
                    <a:gd name="connsiteX52-37413" fmla="*/ 1713 w 2254"/>
                    <a:gd name="connsiteY52-37414" fmla="*/ 1904 h 4213"/>
                    <a:gd name="connsiteX53-37415" fmla="*/ 1706 w 2254"/>
                    <a:gd name="connsiteY53-37416" fmla="*/ 2018 h 4213"/>
                    <a:gd name="connsiteX54-37417" fmla="*/ 1766 w 2254"/>
                    <a:gd name="connsiteY54-37418" fmla="*/ 2115 h 4213"/>
                    <a:gd name="connsiteX55-37419" fmla="*/ 1868 w 2254"/>
                    <a:gd name="connsiteY55-37420" fmla="*/ 2183 h 4213"/>
                    <a:gd name="connsiteX56-37421" fmla="*/ 1945 w 2254"/>
                    <a:gd name="connsiteY56-37422" fmla="*/ 2178 h 4213"/>
                    <a:gd name="connsiteX57-37423" fmla="*/ 1990 w 2254"/>
                    <a:gd name="connsiteY57-37424" fmla="*/ 2104 h 4213"/>
                    <a:gd name="connsiteX58-37425" fmla="*/ 2024 w 2254"/>
                    <a:gd name="connsiteY58-37426" fmla="*/ 2210 h 4213"/>
                    <a:gd name="connsiteX59-37427" fmla="*/ 1912 w 2254"/>
                    <a:gd name="connsiteY59-37428" fmla="*/ 2249 h 4213"/>
                    <a:gd name="connsiteX60-37429" fmla="*/ 1959 w 2254"/>
                    <a:gd name="connsiteY60-37430" fmla="*/ 2362 h 4213"/>
                    <a:gd name="connsiteX61-37431" fmla="*/ 1824 w 2254"/>
                    <a:gd name="connsiteY61-37432" fmla="*/ 2509 h 4213"/>
                    <a:gd name="connsiteX62-37433" fmla="*/ 1783 w 2254"/>
                    <a:gd name="connsiteY62-37434" fmla="*/ 2498 h 4213"/>
                    <a:gd name="connsiteX63-37435" fmla="*/ 1659 w 2254"/>
                    <a:gd name="connsiteY63-37436" fmla="*/ 2413 h 4213"/>
                    <a:gd name="connsiteX64-37437" fmla="*/ 1604 w 2254"/>
                    <a:gd name="connsiteY64-37438" fmla="*/ 2412 h 4213"/>
                    <a:gd name="connsiteX65-37439" fmla="*/ 1569 w 2254"/>
                    <a:gd name="connsiteY65-37440" fmla="*/ 2480 h 4213"/>
                    <a:gd name="connsiteX66-37441" fmla="*/ 1572 w 2254"/>
                    <a:gd name="connsiteY66-37442" fmla="*/ 2562 h 4213"/>
                    <a:gd name="connsiteX67-37443" fmla="*/ 1750 w 2254"/>
                    <a:gd name="connsiteY67-37444" fmla="*/ 2730 h 4213"/>
                    <a:gd name="connsiteX68-37445" fmla="*/ 1749 w 2254"/>
                    <a:gd name="connsiteY68-37446" fmla="*/ 2844 h 4213"/>
                    <a:gd name="connsiteX69-37447" fmla="*/ 1840 w 2254"/>
                    <a:gd name="connsiteY69-37448" fmla="*/ 3060 h 4213"/>
                    <a:gd name="connsiteX70-37449" fmla="*/ 1866 w 2254"/>
                    <a:gd name="connsiteY70-37450" fmla="*/ 3090 h 4213"/>
                    <a:gd name="connsiteX71-37451" fmla="*/ 1910 w 2254"/>
                    <a:gd name="connsiteY71-37452" fmla="*/ 3094 h 4213"/>
                    <a:gd name="connsiteX72-37453" fmla="*/ 1956 w 2254"/>
                    <a:gd name="connsiteY72-37454" fmla="*/ 3010 h 4213"/>
                    <a:gd name="connsiteX73-37455" fmla="*/ 2036 w 2254"/>
                    <a:gd name="connsiteY73-37456" fmla="*/ 2950 h 4213"/>
                    <a:gd name="connsiteX74-37457" fmla="*/ 2131 w 2254"/>
                    <a:gd name="connsiteY74-37458" fmla="*/ 3126 h 4213"/>
                    <a:gd name="connsiteX75-37459" fmla="*/ 2241 w 2254"/>
                    <a:gd name="connsiteY75-37460" fmla="*/ 3312 h 4213"/>
                    <a:gd name="connsiteX76-37461" fmla="*/ 2254 w 2254"/>
                    <a:gd name="connsiteY76-37462" fmla="*/ 3342 h 4213"/>
                    <a:gd name="connsiteX77-37463" fmla="*/ 2243 w 2254"/>
                    <a:gd name="connsiteY77-37464" fmla="*/ 3518 h 4213"/>
                    <a:gd name="connsiteX78-37465" fmla="*/ 2208 w 2254"/>
                    <a:gd name="connsiteY78-37466" fmla="*/ 3554 h 4213"/>
                    <a:gd name="connsiteX79-37467" fmla="*/ 2119 w 2254"/>
                    <a:gd name="connsiteY79-37468" fmla="*/ 3515 h 4213"/>
                    <a:gd name="connsiteX80-37469" fmla="*/ 1885 w 2254"/>
                    <a:gd name="connsiteY80-37470" fmla="*/ 3644 h 4213"/>
                    <a:gd name="connsiteX81-37471" fmla="*/ 1859 w 2254"/>
                    <a:gd name="connsiteY81-37472" fmla="*/ 3666 h 4213"/>
                    <a:gd name="connsiteX82-37473" fmla="*/ 1679 w 2254"/>
                    <a:gd name="connsiteY82-37474" fmla="*/ 3812 h 4213"/>
                    <a:gd name="connsiteX83-37475" fmla="*/ 1538 w 2254"/>
                    <a:gd name="connsiteY83-37476" fmla="*/ 3926 h 4213"/>
                    <a:gd name="connsiteX84-37477" fmla="*/ 1503 w 2254"/>
                    <a:gd name="connsiteY84-37478" fmla="*/ 3965 h 4213"/>
                    <a:gd name="connsiteX85-37479" fmla="*/ 1451 w 2254"/>
                    <a:gd name="connsiteY85-37480" fmla="*/ 3973 h 4213"/>
                    <a:gd name="connsiteX86-37481" fmla="*/ 1394 w 2254"/>
                    <a:gd name="connsiteY86-37482" fmla="*/ 3916 h 4213"/>
                    <a:gd name="connsiteX87-37483" fmla="*/ 1270 w 2254"/>
                    <a:gd name="connsiteY87-37484" fmla="*/ 3808 h 4213"/>
                    <a:gd name="connsiteX88-37485" fmla="*/ 1294 w 2254"/>
                    <a:gd name="connsiteY88-37486" fmla="*/ 4064 h 4213"/>
                    <a:gd name="connsiteX89-37487" fmla="*/ 1303 w 2254"/>
                    <a:gd name="connsiteY89-37488" fmla="*/ 4192 h 4213"/>
                    <a:gd name="connsiteX90-37489" fmla="*/ 1041 w 2254"/>
                    <a:gd name="connsiteY90-37490" fmla="*/ 4166 h 4213"/>
                    <a:gd name="connsiteX91-37491" fmla="*/ 959 w 2254"/>
                    <a:gd name="connsiteY91-37492" fmla="*/ 3987 h 4213"/>
                    <a:gd name="connsiteX92-37493" fmla="*/ 877 w 2254"/>
                    <a:gd name="connsiteY92-37494" fmla="*/ 3802 h 4213"/>
                    <a:gd name="connsiteX93-37495" fmla="*/ 798 w 2254"/>
                    <a:gd name="connsiteY93-37496" fmla="*/ 3734 h 4213"/>
                    <a:gd name="connsiteX94-37497" fmla="*/ 746 w 2254"/>
                    <a:gd name="connsiteY94-37498" fmla="*/ 3704 h 4213"/>
                    <a:gd name="connsiteX95-37499" fmla="*/ 746 w 2254"/>
                    <a:gd name="connsiteY95-37500" fmla="*/ 3806 h 4213"/>
                    <a:gd name="connsiteX96-37501" fmla="*/ 695 w 2254"/>
                    <a:gd name="connsiteY96-37502" fmla="*/ 3662 h 4213"/>
                    <a:gd name="connsiteX97-37503" fmla="*/ 891 w 2254"/>
                    <a:gd name="connsiteY97-37504" fmla="*/ 3459 h 4213"/>
                    <a:gd name="connsiteX98-37505" fmla="*/ 932 w 2254"/>
                    <a:gd name="connsiteY98-37506" fmla="*/ 3195 h 4213"/>
                    <a:gd name="connsiteX99-37507" fmla="*/ 968 w 2254"/>
                    <a:gd name="connsiteY99-37508" fmla="*/ 2962 h 4213"/>
                    <a:gd name="connsiteX100-37509" fmla="*/ 1068 w 2254"/>
                    <a:gd name="connsiteY100-37510" fmla="*/ 2333 h 4213"/>
                    <a:gd name="connsiteX0-37511" fmla="*/ 746 w 2254"/>
                    <a:gd name="connsiteY0-37512" fmla="*/ 3806 h 4213"/>
                    <a:gd name="connsiteX1-37513" fmla="*/ 695 w 2254"/>
                    <a:gd name="connsiteY1-37514" fmla="*/ 3662 h 4213"/>
                    <a:gd name="connsiteX2-37515" fmla="*/ 891 w 2254"/>
                    <a:gd name="connsiteY2-37516" fmla="*/ 3459 h 4213"/>
                    <a:gd name="connsiteX3-37517" fmla="*/ 932 w 2254"/>
                    <a:gd name="connsiteY3-37518" fmla="*/ 3195 h 4213"/>
                    <a:gd name="connsiteX4-37519" fmla="*/ 968 w 2254"/>
                    <a:gd name="connsiteY4-37520" fmla="*/ 2962 h 4213"/>
                    <a:gd name="connsiteX5-37521" fmla="*/ 1068 w 2254"/>
                    <a:gd name="connsiteY5-37522" fmla="*/ 2333 h 4213"/>
                    <a:gd name="connsiteX6-37523" fmla="*/ 1066 w 2254"/>
                    <a:gd name="connsiteY6-37524" fmla="*/ 2117 h 4213"/>
                    <a:gd name="connsiteX7-37525" fmla="*/ 990 w 2254"/>
                    <a:gd name="connsiteY7-37526" fmla="*/ 2039 h 4213"/>
                    <a:gd name="connsiteX8-37527" fmla="*/ 847 w 2254"/>
                    <a:gd name="connsiteY8-37528" fmla="*/ 1951 h 4213"/>
                    <a:gd name="connsiteX9-37529" fmla="*/ 755 w 2254"/>
                    <a:gd name="connsiteY9-37530" fmla="*/ 1827 h 4213"/>
                    <a:gd name="connsiteX10-37531" fmla="*/ 659 w 2254"/>
                    <a:gd name="connsiteY10-37532" fmla="*/ 1828 h 4213"/>
                    <a:gd name="connsiteX11-37533" fmla="*/ 614 w 2254"/>
                    <a:gd name="connsiteY11-37534" fmla="*/ 1883 h 4213"/>
                    <a:gd name="connsiteX12-37535" fmla="*/ 521 w 2254"/>
                    <a:gd name="connsiteY12-37536" fmla="*/ 1877 h 4213"/>
                    <a:gd name="connsiteX13-37537" fmla="*/ 501 w 2254"/>
                    <a:gd name="connsiteY13-37538" fmla="*/ 1994 h 4213"/>
                    <a:gd name="connsiteX14-37539" fmla="*/ 320 w 2254"/>
                    <a:gd name="connsiteY14-37540" fmla="*/ 1941 h 4213"/>
                    <a:gd name="connsiteX15-37541" fmla="*/ 237 w 2254"/>
                    <a:gd name="connsiteY15-37542" fmla="*/ 1939 h 4213"/>
                    <a:gd name="connsiteX16-37543" fmla="*/ 112 w 2254"/>
                    <a:gd name="connsiteY16-37544" fmla="*/ 2014 h 4213"/>
                    <a:gd name="connsiteX17-37545" fmla="*/ 0 w 2254"/>
                    <a:gd name="connsiteY17-37546" fmla="*/ 1890 h 4213"/>
                    <a:gd name="connsiteX18-37547" fmla="*/ 94 w 2254"/>
                    <a:gd name="connsiteY18-37548" fmla="*/ 1804 h 4213"/>
                    <a:gd name="connsiteX19-37549" fmla="*/ 98 w 2254"/>
                    <a:gd name="connsiteY19-37550" fmla="*/ 1634 h 4213"/>
                    <a:gd name="connsiteX20-37551" fmla="*/ 153 w 2254"/>
                    <a:gd name="connsiteY20-37552" fmla="*/ 1514 h 4213"/>
                    <a:gd name="connsiteX21-37553" fmla="*/ 196 w 2254"/>
                    <a:gd name="connsiteY21-37554" fmla="*/ 1306 h 4213"/>
                    <a:gd name="connsiteX22-37555" fmla="*/ 256 w 2254"/>
                    <a:gd name="connsiteY22-37556" fmla="*/ 1307 h 4213"/>
                    <a:gd name="connsiteX23-37557" fmla="*/ 579 w 2254"/>
                    <a:gd name="connsiteY23-37558" fmla="*/ 1286 h 4213"/>
                    <a:gd name="connsiteX24-37559" fmla="*/ 753 w 2254"/>
                    <a:gd name="connsiteY24-37560" fmla="*/ 1117 h 4213"/>
                    <a:gd name="connsiteX25-37561" fmla="*/ 822 w 2254"/>
                    <a:gd name="connsiteY25-37562" fmla="*/ 748 h 4213"/>
                    <a:gd name="connsiteX26-37563" fmla="*/ 932 w 2254"/>
                    <a:gd name="connsiteY26-37564" fmla="*/ 486 h 4213"/>
                    <a:gd name="connsiteX27-37565" fmla="*/ 930 w 2254"/>
                    <a:gd name="connsiteY27-37566" fmla="*/ 358 h 4213"/>
                    <a:gd name="connsiteX28-37567" fmla="*/ 917 w 2254"/>
                    <a:gd name="connsiteY28-37568" fmla="*/ 328 h 4213"/>
                    <a:gd name="connsiteX29-37569" fmla="*/ 850 w 2254"/>
                    <a:gd name="connsiteY29-37570" fmla="*/ 251 h 4213"/>
                    <a:gd name="connsiteX30-37571" fmla="*/ 790 w 2254"/>
                    <a:gd name="connsiteY30-37572" fmla="*/ 217 h 4213"/>
                    <a:gd name="connsiteX31-37573" fmla="*/ 915 w 2254"/>
                    <a:gd name="connsiteY31-37574" fmla="*/ 56 h 4213"/>
                    <a:gd name="connsiteX32-37575" fmla="*/ 1088 w 2254"/>
                    <a:gd name="connsiteY32-37576" fmla="*/ 2 h 4213"/>
                    <a:gd name="connsiteX33-37577" fmla="*/ 1120 w 2254"/>
                    <a:gd name="connsiteY33-37578" fmla="*/ 49 h 4213"/>
                    <a:gd name="connsiteX34-37579" fmla="*/ 1110 w 2254"/>
                    <a:gd name="connsiteY34-37580" fmla="*/ 133 h 4213"/>
                    <a:gd name="connsiteX35-37581" fmla="*/ 1049 w 2254"/>
                    <a:gd name="connsiteY35-37582" fmla="*/ 243 h 4213"/>
                    <a:gd name="connsiteX36-37583" fmla="*/ 1119 w 2254"/>
                    <a:gd name="connsiteY36-37584" fmla="*/ 301 h 4213"/>
                    <a:gd name="connsiteX37-37585" fmla="*/ 1233 w 2254"/>
                    <a:gd name="connsiteY37-37586" fmla="*/ 366 h 4213"/>
                    <a:gd name="connsiteX38-37587" fmla="*/ 1253 w 2254"/>
                    <a:gd name="connsiteY38-37588" fmla="*/ 255 h 4213"/>
                    <a:gd name="connsiteX39-37589" fmla="*/ 1387 w 2254"/>
                    <a:gd name="connsiteY39-37590" fmla="*/ 291 h 4213"/>
                    <a:gd name="connsiteX40-37591" fmla="*/ 1412 w 2254"/>
                    <a:gd name="connsiteY40-37592" fmla="*/ 331 h 4213"/>
                    <a:gd name="connsiteX41-37593" fmla="*/ 1488 w 2254"/>
                    <a:gd name="connsiteY41-37594" fmla="*/ 562 h 4213"/>
                    <a:gd name="connsiteX42-37595" fmla="*/ 1523 w 2254"/>
                    <a:gd name="connsiteY42-37596" fmla="*/ 586 h 4213"/>
                    <a:gd name="connsiteX43-37597" fmla="*/ 1615 w 2254"/>
                    <a:gd name="connsiteY43-37598" fmla="*/ 578 h 4213"/>
                    <a:gd name="connsiteX44-37599" fmla="*/ 1875 w 2254"/>
                    <a:gd name="connsiteY44-37600" fmla="*/ 490 h 4213"/>
                    <a:gd name="connsiteX45-37601" fmla="*/ 2095 w 2254"/>
                    <a:gd name="connsiteY45-37602" fmla="*/ 479 h 4213"/>
                    <a:gd name="connsiteX46-37603" fmla="*/ 2155 w 2254"/>
                    <a:gd name="connsiteY46-37604" fmla="*/ 648 h 4213"/>
                    <a:gd name="connsiteX47-37605" fmla="*/ 2073 w 2254"/>
                    <a:gd name="connsiteY47-37606" fmla="*/ 944 h 4213"/>
                    <a:gd name="connsiteX48-37607" fmla="*/ 2073 w 2254"/>
                    <a:gd name="connsiteY48-37608" fmla="*/ 1022 h 4213"/>
                    <a:gd name="connsiteX49-37609" fmla="*/ 2142 w 2254"/>
                    <a:gd name="connsiteY49-37610" fmla="*/ 1168 h 4213"/>
                    <a:gd name="connsiteX50-37611" fmla="*/ 2157 w 2254"/>
                    <a:gd name="connsiteY50-37612" fmla="*/ 1427 h 4213"/>
                    <a:gd name="connsiteX51-37613" fmla="*/ 2159 w 2254"/>
                    <a:gd name="connsiteY51-37614" fmla="*/ 1617 h 4213"/>
                    <a:gd name="connsiteX52-37615" fmla="*/ 2092 w 2254"/>
                    <a:gd name="connsiteY52-37616" fmla="*/ 1625 h 4213"/>
                    <a:gd name="connsiteX53-37617" fmla="*/ 2070 w 2254"/>
                    <a:gd name="connsiteY53-37618" fmla="*/ 1507 h 4213"/>
                    <a:gd name="connsiteX54-37619" fmla="*/ 2035 w 2254"/>
                    <a:gd name="connsiteY54-37620" fmla="*/ 1450 h 4213"/>
                    <a:gd name="connsiteX55-37621" fmla="*/ 1945 w 2254"/>
                    <a:gd name="connsiteY55-37622" fmla="*/ 1582 h 4213"/>
                    <a:gd name="connsiteX56-37623" fmla="*/ 1832 w 2254"/>
                    <a:gd name="connsiteY56-37624" fmla="*/ 1776 h 4213"/>
                    <a:gd name="connsiteX57-37625" fmla="*/ 1713 w 2254"/>
                    <a:gd name="connsiteY57-37626" fmla="*/ 1904 h 4213"/>
                    <a:gd name="connsiteX58-37627" fmla="*/ 1706 w 2254"/>
                    <a:gd name="connsiteY58-37628" fmla="*/ 2018 h 4213"/>
                    <a:gd name="connsiteX59-37629" fmla="*/ 1766 w 2254"/>
                    <a:gd name="connsiteY59-37630" fmla="*/ 2115 h 4213"/>
                    <a:gd name="connsiteX60-37631" fmla="*/ 1868 w 2254"/>
                    <a:gd name="connsiteY60-37632" fmla="*/ 2183 h 4213"/>
                    <a:gd name="connsiteX61-37633" fmla="*/ 1945 w 2254"/>
                    <a:gd name="connsiteY61-37634" fmla="*/ 2178 h 4213"/>
                    <a:gd name="connsiteX62-37635" fmla="*/ 1990 w 2254"/>
                    <a:gd name="connsiteY62-37636" fmla="*/ 2104 h 4213"/>
                    <a:gd name="connsiteX63-37637" fmla="*/ 2024 w 2254"/>
                    <a:gd name="connsiteY63-37638" fmla="*/ 2210 h 4213"/>
                    <a:gd name="connsiteX64-37639" fmla="*/ 1912 w 2254"/>
                    <a:gd name="connsiteY64-37640" fmla="*/ 2249 h 4213"/>
                    <a:gd name="connsiteX65-37641" fmla="*/ 1959 w 2254"/>
                    <a:gd name="connsiteY65-37642" fmla="*/ 2362 h 4213"/>
                    <a:gd name="connsiteX66-37643" fmla="*/ 1824 w 2254"/>
                    <a:gd name="connsiteY66-37644" fmla="*/ 2509 h 4213"/>
                    <a:gd name="connsiteX67-37645" fmla="*/ 1783 w 2254"/>
                    <a:gd name="connsiteY67-37646" fmla="*/ 2498 h 4213"/>
                    <a:gd name="connsiteX68-37647" fmla="*/ 1659 w 2254"/>
                    <a:gd name="connsiteY68-37648" fmla="*/ 2413 h 4213"/>
                    <a:gd name="connsiteX69-37649" fmla="*/ 1604 w 2254"/>
                    <a:gd name="connsiteY69-37650" fmla="*/ 2412 h 4213"/>
                    <a:gd name="connsiteX70-37651" fmla="*/ 1569 w 2254"/>
                    <a:gd name="connsiteY70-37652" fmla="*/ 2480 h 4213"/>
                    <a:gd name="connsiteX71-37653" fmla="*/ 1572 w 2254"/>
                    <a:gd name="connsiteY71-37654" fmla="*/ 2562 h 4213"/>
                    <a:gd name="connsiteX72-37655" fmla="*/ 1750 w 2254"/>
                    <a:gd name="connsiteY72-37656" fmla="*/ 2730 h 4213"/>
                    <a:gd name="connsiteX73-37657" fmla="*/ 1749 w 2254"/>
                    <a:gd name="connsiteY73-37658" fmla="*/ 2844 h 4213"/>
                    <a:gd name="connsiteX74-37659" fmla="*/ 1840 w 2254"/>
                    <a:gd name="connsiteY74-37660" fmla="*/ 3060 h 4213"/>
                    <a:gd name="connsiteX75-37661" fmla="*/ 1866 w 2254"/>
                    <a:gd name="connsiteY75-37662" fmla="*/ 3090 h 4213"/>
                    <a:gd name="connsiteX76-37663" fmla="*/ 1910 w 2254"/>
                    <a:gd name="connsiteY76-37664" fmla="*/ 3094 h 4213"/>
                    <a:gd name="connsiteX77-37665" fmla="*/ 1956 w 2254"/>
                    <a:gd name="connsiteY77-37666" fmla="*/ 3010 h 4213"/>
                    <a:gd name="connsiteX78-37667" fmla="*/ 2036 w 2254"/>
                    <a:gd name="connsiteY78-37668" fmla="*/ 2950 h 4213"/>
                    <a:gd name="connsiteX79-37669" fmla="*/ 2131 w 2254"/>
                    <a:gd name="connsiteY79-37670" fmla="*/ 3126 h 4213"/>
                    <a:gd name="connsiteX80-37671" fmla="*/ 2241 w 2254"/>
                    <a:gd name="connsiteY80-37672" fmla="*/ 3312 h 4213"/>
                    <a:gd name="connsiteX81-37673" fmla="*/ 2254 w 2254"/>
                    <a:gd name="connsiteY81-37674" fmla="*/ 3342 h 4213"/>
                    <a:gd name="connsiteX82-37675" fmla="*/ 2243 w 2254"/>
                    <a:gd name="connsiteY82-37676" fmla="*/ 3518 h 4213"/>
                    <a:gd name="connsiteX83-37677" fmla="*/ 2208 w 2254"/>
                    <a:gd name="connsiteY83-37678" fmla="*/ 3554 h 4213"/>
                    <a:gd name="connsiteX84-37679" fmla="*/ 2119 w 2254"/>
                    <a:gd name="connsiteY84-37680" fmla="*/ 3515 h 4213"/>
                    <a:gd name="connsiteX85-37681" fmla="*/ 1885 w 2254"/>
                    <a:gd name="connsiteY85-37682" fmla="*/ 3644 h 4213"/>
                    <a:gd name="connsiteX86-37683" fmla="*/ 1859 w 2254"/>
                    <a:gd name="connsiteY86-37684" fmla="*/ 3666 h 4213"/>
                    <a:gd name="connsiteX87-37685" fmla="*/ 1679 w 2254"/>
                    <a:gd name="connsiteY87-37686" fmla="*/ 3812 h 4213"/>
                    <a:gd name="connsiteX88-37687" fmla="*/ 1538 w 2254"/>
                    <a:gd name="connsiteY88-37688" fmla="*/ 3926 h 4213"/>
                    <a:gd name="connsiteX89-37689" fmla="*/ 1503 w 2254"/>
                    <a:gd name="connsiteY89-37690" fmla="*/ 3965 h 4213"/>
                    <a:gd name="connsiteX90-37691" fmla="*/ 1451 w 2254"/>
                    <a:gd name="connsiteY90-37692" fmla="*/ 3973 h 4213"/>
                    <a:gd name="connsiteX91-37693" fmla="*/ 1394 w 2254"/>
                    <a:gd name="connsiteY91-37694" fmla="*/ 3916 h 4213"/>
                    <a:gd name="connsiteX92-37695" fmla="*/ 1270 w 2254"/>
                    <a:gd name="connsiteY92-37696" fmla="*/ 3808 h 4213"/>
                    <a:gd name="connsiteX93-37697" fmla="*/ 1294 w 2254"/>
                    <a:gd name="connsiteY93-37698" fmla="*/ 4064 h 4213"/>
                    <a:gd name="connsiteX94-37699" fmla="*/ 1303 w 2254"/>
                    <a:gd name="connsiteY94-37700" fmla="*/ 4192 h 4213"/>
                    <a:gd name="connsiteX95-37701" fmla="*/ 1041 w 2254"/>
                    <a:gd name="connsiteY95-37702" fmla="*/ 4166 h 4213"/>
                    <a:gd name="connsiteX96-37703" fmla="*/ 959 w 2254"/>
                    <a:gd name="connsiteY96-37704" fmla="*/ 3987 h 4213"/>
                    <a:gd name="connsiteX97-37705" fmla="*/ 877 w 2254"/>
                    <a:gd name="connsiteY97-37706" fmla="*/ 3802 h 4213"/>
                    <a:gd name="connsiteX98-37707" fmla="*/ 798 w 2254"/>
                    <a:gd name="connsiteY98-37708" fmla="*/ 3734 h 4213"/>
                    <a:gd name="connsiteX99-37709" fmla="*/ 944 w 2254"/>
                    <a:gd name="connsiteY99-37710" fmla="*/ 3934 h 4213"/>
                    <a:gd name="connsiteX0-37711" fmla="*/ 746 w 2254"/>
                    <a:gd name="connsiteY0-37712" fmla="*/ 3806 h 4213"/>
                    <a:gd name="connsiteX1-37713" fmla="*/ 695 w 2254"/>
                    <a:gd name="connsiteY1-37714" fmla="*/ 3662 h 4213"/>
                    <a:gd name="connsiteX2-37715" fmla="*/ 891 w 2254"/>
                    <a:gd name="connsiteY2-37716" fmla="*/ 3459 h 4213"/>
                    <a:gd name="connsiteX3-37717" fmla="*/ 932 w 2254"/>
                    <a:gd name="connsiteY3-37718" fmla="*/ 3195 h 4213"/>
                    <a:gd name="connsiteX4-37719" fmla="*/ 968 w 2254"/>
                    <a:gd name="connsiteY4-37720" fmla="*/ 2962 h 4213"/>
                    <a:gd name="connsiteX5-37721" fmla="*/ 1068 w 2254"/>
                    <a:gd name="connsiteY5-37722" fmla="*/ 2333 h 4213"/>
                    <a:gd name="connsiteX6-37723" fmla="*/ 1066 w 2254"/>
                    <a:gd name="connsiteY6-37724" fmla="*/ 2117 h 4213"/>
                    <a:gd name="connsiteX7-37725" fmla="*/ 990 w 2254"/>
                    <a:gd name="connsiteY7-37726" fmla="*/ 2039 h 4213"/>
                    <a:gd name="connsiteX8-37727" fmla="*/ 847 w 2254"/>
                    <a:gd name="connsiteY8-37728" fmla="*/ 1951 h 4213"/>
                    <a:gd name="connsiteX9-37729" fmla="*/ 755 w 2254"/>
                    <a:gd name="connsiteY9-37730" fmla="*/ 1827 h 4213"/>
                    <a:gd name="connsiteX10-37731" fmla="*/ 659 w 2254"/>
                    <a:gd name="connsiteY10-37732" fmla="*/ 1828 h 4213"/>
                    <a:gd name="connsiteX11-37733" fmla="*/ 614 w 2254"/>
                    <a:gd name="connsiteY11-37734" fmla="*/ 1883 h 4213"/>
                    <a:gd name="connsiteX12-37735" fmla="*/ 521 w 2254"/>
                    <a:gd name="connsiteY12-37736" fmla="*/ 1877 h 4213"/>
                    <a:gd name="connsiteX13-37737" fmla="*/ 501 w 2254"/>
                    <a:gd name="connsiteY13-37738" fmla="*/ 1994 h 4213"/>
                    <a:gd name="connsiteX14-37739" fmla="*/ 320 w 2254"/>
                    <a:gd name="connsiteY14-37740" fmla="*/ 1941 h 4213"/>
                    <a:gd name="connsiteX15-37741" fmla="*/ 237 w 2254"/>
                    <a:gd name="connsiteY15-37742" fmla="*/ 1939 h 4213"/>
                    <a:gd name="connsiteX16-37743" fmla="*/ 112 w 2254"/>
                    <a:gd name="connsiteY16-37744" fmla="*/ 2014 h 4213"/>
                    <a:gd name="connsiteX17-37745" fmla="*/ 0 w 2254"/>
                    <a:gd name="connsiteY17-37746" fmla="*/ 1890 h 4213"/>
                    <a:gd name="connsiteX18-37747" fmla="*/ 94 w 2254"/>
                    <a:gd name="connsiteY18-37748" fmla="*/ 1804 h 4213"/>
                    <a:gd name="connsiteX19-37749" fmla="*/ 98 w 2254"/>
                    <a:gd name="connsiteY19-37750" fmla="*/ 1634 h 4213"/>
                    <a:gd name="connsiteX20-37751" fmla="*/ 153 w 2254"/>
                    <a:gd name="connsiteY20-37752" fmla="*/ 1514 h 4213"/>
                    <a:gd name="connsiteX21-37753" fmla="*/ 196 w 2254"/>
                    <a:gd name="connsiteY21-37754" fmla="*/ 1306 h 4213"/>
                    <a:gd name="connsiteX22-37755" fmla="*/ 256 w 2254"/>
                    <a:gd name="connsiteY22-37756" fmla="*/ 1307 h 4213"/>
                    <a:gd name="connsiteX23-37757" fmla="*/ 579 w 2254"/>
                    <a:gd name="connsiteY23-37758" fmla="*/ 1286 h 4213"/>
                    <a:gd name="connsiteX24-37759" fmla="*/ 753 w 2254"/>
                    <a:gd name="connsiteY24-37760" fmla="*/ 1117 h 4213"/>
                    <a:gd name="connsiteX25-37761" fmla="*/ 822 w 2254"/>
                    <a:gd name="connsiteY25-37762" fmla="*/ 748 h 4213"/>
                    <a:gd name="connsiteX26-37763" fmla="*/ 932 w 2254"/>
                    <a:gd name="connsiteY26-37764" fmla="*/ 486 h 4213"/>
                    <a:gd name="connsiteX27-37765" fmla="*/ 930 w 2254"/>
                    <a:gd name="connsiteY27-37766" fmla="*/ 358 h 4213"/>
                    <a:gd name="connsiteX28-37767" fmla="*/ 917 w 2254"/>
                    <a:gd name="connsiteY28-37768" fmla="*/ 328 h 4213"/>
                    <a:gd name="connsiteX29-37769" fmla="*/ 850 w 2254"/>
                    <a:gd name="connsiteY29-37770" fmla="*/ 251 h 4213"/>
                    <a:gd name="connsiteX30-37771" fmla="*/ 790 w 2254"/>
                    <a:gd name="connsiteY30-37772" fmla="*/ 217 h 4213"/>
                    <a:gd name="connsiteX31-37773" fmla="*/ 915 w 2254"/>
                    <a:gd name="connsiteY31-37774" fmla="*/ 56 h 4213"/>
                    <a:gd name="connsiteX32-37775" fmla="*/ 1088 w 2254"/>
                    <a:gd name="connsiteY32-37776" fmla="*/ 2 h 4213"/>
                    <a:gd name="connsiteX33-37777" fmla="*/ 1120 w 2254"/>
                    <a:gd name="connsiteY33-37778" fmla="*/ 49 h 4213"/>
                    <a:gd name="connsiteX34-37779" fmla="*/ 1110 w 2254"/>
                    <a:gd name="connsiteY34-37780" fmla="*/ 133 h 4213"/>
                    <a:gd name="connsiteX35-37781" fmla="*/ 1049 w 2254"/>
                    <a:gd name="connsiteY35-37782" fmla="*/ 243 h 4213"/>
                    <a:gd name="connsiteX36-37783" fmla="*/ 1119 w 2254"/>
                    <a:gd name="connsiteY36-37784" fmla="*/ 301 h 4213"/>
                    <a:gd name="connsiteX37-37785" fmla="*/ 1233 w 2254"/>
                    <a:gd name="connsiteY37-37786" fmla="*/ 366 h 4213"/>
                    <a:gd name="connsiteX38-37787" fmla="*/ 1253 w 2254"/>
                    <a:gd name="connsiteY38-37788" fmla="*/ 255 h 4213"/>
                    <a:gd name="connsiteX39-37789" fmla="*/ 1387 w 2254"/>
                    <a:gd name="connsiteY39-37790" fmla="*/ 291 h 4213"/>
                    <a:gd name="connsiteX40-37791" fmla="*/ 1412 w 2254"/>
                    <a:gd name="connsiteY40-37792" fmla="*/ 331 h 4213"/>
                    <a:gd name="connsiteX41-37793" fmla="*/ 1488 w 2254"/>
                    <a:gd name="connsiteY41-37794" fmla="*/ 562 h 4213"/>
                    <a:gd name="connsiteX42-37795" fmla="*/ 1523 w 2254"/>
                    <a:gd name="connsiteY42-37796" fmla="*/ 586 h 4213"/>
                    <a:gd name="connsiteX43-37797" fmla="*/ 1615 w 2254"/>
                    <a:gd name="connsiteY43-37798" fmla="*/ 578 h 4213"/>
                    <a:gd name="connsiteX44-37799" fmla="*/ 1875 w 2254"/>
                    <a:gd name="connsiteY44-37800" fmla="*/ 490 h 4213"/>
                    <a:gd name="connsiteX45-37801" fmla="*/ 2095 w 2254"/>
                    <a:gd name="connsiteY45-37802" fmla="*/ 479 h 4213"/>
                    <a:gd name="connsiteX46-37803" fmla="*/ 2155 w 2254"/>
                    <a:gd name="connsiteY46-37804" fmla="*/ 648 h 4213"/>
                    <a:gd name="connsiteX47-37805" fmla="*/ 2073 w 2254"/>
                    <a:gd name="connsiteY47-37806" fmla="*/ 944 h 4213"/>
                    <a:gd name="connsiteX48-37807" fmla="*/ 2073 w 2254"/>
                    <a:gd name="connsiteY48-37808" fmla="*/ 1022 h 4213"/>
                    <a:gd name="connsiteX49-37809" fmla="*/ 2142 w 2254"/>
                    <a:gd name="connsiteY49-37810" fmla="*/ 1168 h 4213"/>
                    <a:gd name="connsiteX50-37811" fmla="*/ 2157 w 2254"/>
                    <a:gd name="connsiteY50-37812" fmla="*/ 1427 h 4213"/>
                    <a:gd name="connsiteX51-37813" fmla="*/ 2159 w 2254"/>
                    <a:gd name="connsiteY51-37814" fmla="*/ 1617 h 4213"/>
                    <a:gd name="connsiteX52-37815" fmla="*/ 2092 w 2254"/>
                    <a:gd name="connsiteY52-37816" fmla="*/ 1625 h 4213"/>
                    <a:gd name="connsiteX53-37817" fmla="*/ 2070 w 2254"/>
                    <a:gd name="connsiteY53-37818" fmla="*/ 1507 h 4213"/>
                    <a:gd name="connsiteX54-37819" fmla="*/ 2035 w 2254"/>
                    <a:gd name="connsiteY54-37820" fmla="*/ 1450 h 4213"/>
                    <a:gd name="connsiteX55-37821" fmla="*/ 1945 w 2254"/>
                    <a:gd name="connsiteY55-37822" fmla="*/ 1582 h 4213"/>
                    <a:gd name="connsiteX56-37823" fmla="*/ 1832 w 2254"/>
                    <a:gd name="connsiteY56-37824" fmla="*/ 1776 h 4213"/>
                    <a:gd name="connsiteX57-37825" fmla="*/ 1713 w 2254"/>
                    <a:gd name="connsiteY57-37826" fmla="*/ 1904 h 4213"/>
                    <a:gd name="connsiteX58-37827" fmla="*/ 1706 w 2254"/>
                    <a:gd name="connsiteY58-37828" fmla="*/ 2018 h 4213"/>
                    <a:gd name="connsiteX59-37829" fmla="*/ 1766 w 2254"/>
                    <a:gd name="connsiteY59-37830" fmla="*/ 2115 h 4213"/>
                    <a:gd name="connsiteX60-37831" fmla="*/ 1868 w 2254"/>
                    <a:gd name="connsiteY60-37832" fmla="*/ 2183 h 4213"/>
                    <a:gd name="connsiteX61-37833" fmla="*/ 1945 w 2254"/>
                    <a:gd name="connsiteY61-37834" fmla="*/ 2178 h 4213"/>
                    <a:gd name="connsiteX62-37835" fmla="*/ 1990 w 2254"/>
                    <a:gd name="connsiteY62-37836" fmla="*/ 2104 h 4213"/>
                    <a:gd name="connsiteX63-37837" fmla="*/ 2024 w 2254"/>
                    <a:gd name="connsiteY63-37838" fmla="*/ 2210 h 4213"/>
                    <a:gd name="connsiteX64-37839" fmla="*/ 1912 w 2254"/>
                    <a:gd name="connsiteY64-37840" fmla="*/ 2249 h 4213"/>
                    <a:gd name="connsiteX65-37841" fmla="*/ 1959 w 2254"/>
                    <a:gd name="connsiteY65-37842" fmla="*/ 2362 h 4213"/>
                    <a:gd name="connsiteX66-37843" fmla="*/ 1824 w 2254"/>
                    <a:gd name="connsiteY66-37844" fmla="*/ 2509 h 4213"/>
                    <a:gd name="connsiteX67-37845" fmla="*/ 1783 w 2254"/>
                    <a:gd name="connsiteY67-37846" fmla="*/ 2498 h 4213"/>
                    <a:gd name="connsiteX68-37847" fmla="*/ 1659 w 2254"/>
                    <a:gd name="connsiteY68-37848" fmla="*/ 2413 h 4213"/>
                    <a:gd name="connsiteX69-37849" fmla="*/ 1604 w 2254"/>
                    <a:gd name="connsiteY69-37850" fmla="*/ 2412 h 4213"/>
                    <a:gd name="connsiteX70-37851" fmla="*/ 1569 w 2254"/>
                    <a:gd name="connsiteY70-37852" fmla="*/ 2480 h 4213"/>
                    <a:gd name="connsiteX71-37853" fmla="*/ 1572 w 2254"/>
                    <a:gd name="connsiteY71-37854" fmla="*/ 2562 h 4213"/>
                    <a:gd name="connsiteX72-37855" fmla="*/ 1750 w 2254"/>
                    <a:gd name="connsiteY72-37856" fmla="*/ 2730 h 4213"/>
                    <a:gd name="connsiteX73-37857" fmla="*/ 1749 w 2254"/>
                    <a:gd name="connsiteY73-37858" fmla="*/ 2844 h 4213"/>
                    <a:gd name="connsiteX74-37859" fmla="*/ 1840 w 2254"/>
                    <a:gd name="connsiteY74-37860" fmla="*/ 3060 h 4213"/>
                    <a:gd name="connsiteX75-37861" fmla="*/ 1866 w 2254"/>
                    <a:gd name="connsiteY75-37862" fmla="*/ 3090 h 4213"/>
                    <a:gd name="connsiteX76-37863" fmla="*/ 1910 w 2254"/>
                    <a:gd name="connsiteY76-37864" fmla="*/ 3094 h 4213"/>
                    <a:gd name="connsiteX77-37865" fmla="*/ 1956 w 2254"/>
                    <a:gd name="connsiteY77-37866" fmla="*/ 3010 h 4213"/>
                    <a:gd name="connsiteX78-37867" fmla="*/ 2036 w 2254"/>
                    <a:gd name="connsiteY78-37868" fmla="*/ 2950 h 4213"/>
                    <a:gd name="connsiteX79-37869" fmla="*/ 2131 w 2254"/>
                    <a:gd name="connsiteY79-37870" fmla="*/ 3126 h 4213"/>
                    <a:gd name="connsiteX80-37871" fmla="*/ 2241 w 2254"/>
                    <a:gd name="connsiteY80-37872" fmla="*/ 3312 h 4213"/>
                    <a:gd name="connsiteX81-37873" fmla="*/ 2254 w 2254"/>
                    <a:gd name="connsiteY81-37874" fmla="*/ 3342 h 4213"/>
                    <a:gd name="connsiteX82-37875" fmla="*/ 2243 w 2254"/>
                    <a:gd name="connsiteY82-37876" fmla="*/ 3518 h 4213"/>
                    <a:gd name="connsiteX83-37877" fmla="*/ 2208 w 2254"/>
                    <a:gd name="connsiteY83-37878" fmla="*/ 3554 h 4213"/>
                    <a:gd name="connsiteX84-37879" fmla="*/ 2119 w 2254"/>
                    <a:gd name="connsiteY84-37880" fmla="*/ 3515 h 4213"/>
                    <a:gd name="connsiteX85-37881" fmla="*/ 1885 w 2254"/>
                    <a:gd name="connsiteY85-37882" fmla="*/ 3644 h 4213"/>
                    <a:gd name="connsiteX86-37883" fmla="*/ 1859 w 2254"/>
                    <a:gd name="connsiteY86-37884" fmla="*/ 3666 h 4213"/>
                    <a:gd name="connsiteX87-37885" fmla="*/ 1679 w 2254"/>
                    <a:gd name="connsiteY87-37886" fmla="*/ 3812 h 4213"/>
                    <a:gd name="connsiteX88-37887" fmla="*/ 1538 w 2254"/>
                    <a:gd name="connsiteY88-37888" fmla="*/ 3926 h 4213"/>
                    <a:gd name="connsiteX89-37889" fmla="*/ 1503 w 2254"/>
                    <a:gd name="connsiteY89-37890" fmla="*/ 3965 h 4213"/>
                    <a:gd name="connsiteX90-37891" fmla="*/ 1451 w 2254"/>
                    <a:gd name="connsiteY90-37892" fmla="*/ 3973 h 4213"/>
                    <a:gd name="connsiteX91-37893" fmla="*/ 1394 w 2254"/>
                    <a:gd name="connsiteY91-37894" fmla="*/ 3916 h 4213"/>
                    <a:gd name="connsiteX92-37895" fmla="*/ 1270 w 2254"/>
                    <a:gd name="connsiteY92-37896" fmla="*/ 3808 h 4213"/>
                    <a:gd name="connsiteX93-37897" fmla="*/ 1294 w 2254"/>
                    <a:gd name="connsiteY93-37898" fmla="*/ 4064 h 4213"/>
                    <a:gd name="connsiteX94-37899" fmla="*/ 1303 w 2254"/>
                    <a:gd name="connsiteY94-37900" fmla="*/ 4192 h 4213"/>
                    <a:gd name="connsiteX95-37901" fmla="*/ 1041 w 2254"/>
                    <a:gd name="connsiteY95-37902" fmla="*/ 4166 h 4213"/>
                    <a:gd name="connsiteX96-37903" fmla="*/ 959 w 2254"/>
                    <a:gd name="connsiteY96-37904" fmla="*/ 3987 h 4213"/>
                    <a:gd name="connsiteX97-37905" fmla="*/ 877 w 2254"/>
                    <a:gd name="connsiteY97-37906" fmla="*/ 3802 h 4213"/>
                    <a:gd name="connsiteX98-37907" fmla="*/ 798 w 2254"/>
                    <a:gd name="connsiteY98-37908" fmla="*/ 3734 h 4213"/>
                    <a:gd name="connsiteX0-37909" fmla="*/ 746 w 2254"/>
                    <a:gd name="connsiteY0-37910" fmla="*/ 3806 h 4213"/>
                    <a:gd name="connsiteX1-37911" fmla="*/ 679 w 2254"/>
                    <a:gd name="connsiteY1-37912" fmla="*/ 3800 h 4213"/>
                    <a:gd name="connsiteX2-37913" fmla="*/ 695 w 2254"/>
                    <a:gd name="connsiteY2-37914" fmla="*/ 3662 h 4213"/>
                    <a:gd name="connsiteX3-37915" fmla="*/ 891 w 2254"/>
                    <a:gd name="connsiteY3-37916" fmla="*/ 3459 h 4213"/>
                    <a:gd name="connsiteX4-37917" fmla="*/ 932 w 2254"/>
                    <a:gd name="connsiteY4-37918" fmla="*/ 3195 h 4213"/>
                    <a:gd name="connsiteX5-37919" fmla="*/ 968 w 2254"/>
                    <a:gd name="connsiteY5-37920" fmla="*/ 2962 h 4213"/>
                    <a:gd name="connsiteX6-37921" fmla="*/ 1068 w 2254"/>
                    <a:gd name="connsiteY6-37922" fmla="*/ 2333 h 4213"/>
                    <a:gd name="connsiteX7-37923" fmla="*/ 1066 w 2254"/>
                    <a:gd name="connsiteY7-37924" fmla="*/ 2117 h 4213"/>
                    <a:gd name="connsiteX8-37925" fmla="*/ 990 w 2254"/>
                    <a:gd name="connsiteY8-37926" fmla="*/ 2039 h 4213"/>
                    <a:gd name="connsiteX9-37927" fmla="*/ 847 w 2254"/>
                    <a:gd name="connsiteY9-37928" fmla="*/ 1951 h 4213"/>
                    <a:gd name="connsiteX10-37929" fmla="*/ 755 w 2254"/>
                    <a:gd name="connsiteY10-37930" fmla="*/ 1827 h 4213"/>
                    <a:gd name="connsiteX11-37931" fmla="*/ 659 w 2254"/>
                    <a:gd name="connsiteY11-37932" fmla="*/ 1828 h 4213"/>
                    <a:gd name="connsiteX12-37933" fmla="*/ 614 w 2254"/>
                    <a:gd name="connsiteY12-37934" fmla="*/ 1883 h 4213"/>
                    <a:gd name="connsiteX13-37935" fmla="*/ 521 w 2254"/>
                    <a:gd name="connsiteY13-37936" fmla="*/ 1877 h 4213"/>
                    <a:gd name="connsiteX14-37937" fmla="*/ 501 w 2254"/>
                    <a:gd name="connsiteY14-37938" fmla="*/ 1994 h 4213"/>
                    <a:gd name="connsiteX15-37939" fmla="*/ 320 w 2254"/>
                    <a:gd name="connsiteY15-37940" fmla="*/ 1941 h 4213"/>
                    <a:gd name="connsiteX16-37941" fmla="*/ 237 w 2254"/>
                    <a:gd name="connsiteY16-37942" fmla="*/ 1939 h 4213"/>
                    <a:gd name="connsiteX17-37943" fmla="*/ 112 w 2254"/>
                    <a:gd name="connsiteY17-37944" fmla="*/ 2014 h 4213"/>
                    <a:gd name="connsiteX18-37945" fmla="*/ 0 w 2254"/>
                    <a:gd name="connsiteY18-37946" fmla="*/ 1890 h 4213"/>
                    <a:gd name="connsiteX19-37947" fmla="*/ 94 w 2254"/>
                    <a:gd name="connsiteY19-37948" fmla="*/ 1804 h 4213"/>
                    <a:gd name="connsiteX20-37949" fmla="*/ 98 w 2254"/>
                    <a:gd name="connsiteY20-37950" fmla="*/ 1634 h 4213"/>
                    <a:gd name="connsiteX21-37951" fmla="*/ 153 w 2254"/>
                    <a:gd name="connsiteY21-37952" fmla="*/ 1514 h 4213"/>
                    <a:gd name="connsiteX22-37953" fmla="*/ 196 w 2254"/>
                    <a:gd name="connsiteY22-37954" fmla="*/ 1306 h 4213"/>
                    <a:gd name="connsiteX23-37955" fmla="*/ 256 w 2254"/>
                    <a:gd name="connsiteY23-37956" fmla="*/ 1307 h 4213"/>
                    <a:gd name="connsiteX24-37957" fmla="*/ 579 w 2254"/>
                    <a:gd name="connsiteY24-37958" fmla="*/ 1286 h 4213"/>
                    <a:gd name="connsiteX25-37959" fmla="*/ 753 w 2254"/>
                    <a:gd name="connsiteY25-37960" fmla="*/ 1117 h 4213"/>
                    <a:gd name="connsiteX26-37961" fmla="*/ 822 w 2254"/>
                    <a:gd name="connsiteY26-37962" fmla="*/ 748 h 4213"/>
                    <a:gd name="connsiteX27-37963" fmla="*/ 932 w 2254"/>
                    <a:gd name="connsiteY27-37964" fmla="*/ 486 h 4213"/>
                    <a:gd name="connsiteX28-37965" fmla="*/ 930 w 2254"/>
                    <a:gd name="connsiteY28-37966" fmla="*/ 358 h 4213"/>
                    <a:gd name="connsiteX29-37967" fmla="*/ 917 w 2254"/>
                    <a:gd name="connsiteY29-37968" fmla="*/ 328 h 4213"/>
                    <a:gd name="connsiteX30-37969" fmla="*/ 850 w 2254"/>
                    <a:gd name="connsiteY30-37970" fmla="*/ 251 h 4213"/>
                    <a:gd name="connsiteX31-37971" fmla="*/ 790 w 2254"/>
                    <a:gd name="connsiteY31-37972" fmla="*/ 217 h 4213"/>
                    <a:gd name="connsiteX32-37973" fmla="*/ 915 w 2254"/>
                    <a:gd name="connsiteY32-37974" fmla="*/ 56 h 4213"/>
                    <a:gd name="connsiteX33-37975" fmla="*/ 1088 w 2254"/>
                    <a:gd name="connsiteY33-37976" fmla="*/ 2 h 4213"/>
                    <a:gd name="connsiteX34-37977" fmla="*/ 1120 w 2254"/>
                    <a:gd name="connsiteY34-37978" fmla="*/ 49 h 4213"/>
                    <a:gd name="connsiteX35-37979" fmla="*/ 1110 w 2254"/>
                    <a:gd name="connsiteY35-37980" fmla="*/ 133 h 4213"/>
                    <a:gd name="connsiteX36-37981" fmla="*/ 1049 w 2254"/>
                    <a:gd name="connsiteY36-37982" fmla="*/ 243 h 4213"/>
                    <a:gd name="connsiteX37-37983" fmla="*/ 1119 w 2254"/>
                    <a:gd name="connsiteY37-37984" fmla="*/ 301 h 4213"/>
                    <a:gd name="connsiteX38-37985" fmla="*/ 1233 w 2254"/>
                    <a:gd name="connsiteY38-37986" fmla="*/ 366 h 4213"/>
                    <a:gd name="connsiteX39-37987" fmla="*/ 1253 w 2254"/>
                    <a:gd name="connsiteY39-37988" fmla="*/ 255 h 4213"/>
                    <a:gd name="connsiteX40-37989" fmla="*/ 1387 w 2254"/>
                    <a:gd name="connsiteY40-37990" fmla="*/ 291 h 4213"/>
                    <a:gd name="connsiteX41-37991" fmla="*/ 1412 w 2254"/>
                    <a:gd name="connsiteY41-37992" fmla="*/ 331 h 4213"/>
                    <a:gd name="connsiteX42-37993" fmla="*/ 1488 w 2254"/>
                    <a:gd name="connsiteY42-37994" fmla="*/ 562 h 4213"/>
                    <a:gd name="connsiteX43-37995" fmla="*/ 1523 w 2254"/>
                    <a:gd name="connsiteY43-37996" fmla="*/ 586 h 4213"/>
                    <a:gd name="connsiteX44-37997" fmla="*/ 1615 w 2254"/>
                    <a:gd name="connsiteY44-37998" fmla="*/ 578 h 4213"/>
                    <a:gd name="connsiteX45-37999" fmla="*/ 1875 w 2254"/>
                    <a:gd name="connsiteY45-38000" fmla="*/ 490 h 4213"/>
                    <a:gd name="connsiteX46-38001" fmla="*/ 2095 w 2254"/>
                    <a:gd name="connsiteY46-38002" fmla="*/ 479 h 4213"/>
                    <a:gd name="connsiteX47-38003" fmla="*/ 2155 w 2254"/>
                    <a:gd name="connsiteY47-38004" fmla="*/ 648 h 4213"/>
                    <a:gd name="connsiteX48-38005" fmla="*/ 2073 w 2254"/>
                    <a:gd name="connsiteY48-38006" fmla="*/ 944 h 4213"/>
                    <a:gd name="connsiteX49-38007" fmla="*/ 2073 w 2254"/>
                    <a:gd name="connsiteY49-38008" fmla="*/ 1022 h 4213"/>
                    <a:gd name="connsiteX50-38009" fmla="*/ 2142 w 2254"/>
                    <a:gd name="connsiteY50-38010" fmla="*/ 1168 h 4213"/>
                    <a:gd name="connsiteX51-38011" fmla="*/ 2157 w 2254"/>
                    <a:gd name="connsiteY51-38012" fmla="*/ 1427 h 4213"/>
                    <a:gd name="connsiteX52-38013" fmla="*/ 2159 w 2254"/>
                    <a:gd name="connsiteY52-38014" fmla="*/ 1617 h 4213"/>
                    <a:gd name="connsiteX53-38015" fmla="*/ 2092 w 2254"/>
                    <a:gd name="connsiteY53-38016" fmla="*/ 1625 h 4213"/>
                    <a:gd name="connsiteX54-38017" fmla="*/ 2070 w 2254"/>
                    <a:gd name="connsiteY54-38018" fmla="*/ 1507 h 4213"/>
                    <a:gd name="connsiteX55-38019" fmla="*/ 2035 w 2254"/>
                    <a:gd name="connsiteY55-38020" fmla="*/ 1450 h 4213"/>
                    <a:gd name="connsiteX56-38021" fmla="*/ 1945 w 2254"/>
                    <a:gd name="connsiteY56-38022" fmla="*/ 1582 h 4213"/>
                    <a:gd name="connsiteX57-38023" fmla="*/ 1832 w 2254"/>
                    <a:gd name="connsiteY57-38024" fmla="*/ 1776 h 4213"/>
                    <a:gd name="connsiteX58-38025" fmla="*/ 1713 w 2254"/>
                    <a:gd name="connsiteY58-38026" fmla="*/ 1904 h 4213"/>
                    <a:gd name="connsiteX59-38027" fmla="*/ 1706 w 2254"/>
                    <a:gd name="connsiteY59-38028" fmla="*/ 2018 h 4213"/>
                    <a:gd name="connsiteX60-38029" fmla="*/ 1766 w 2254"/>
                    <a:gd name="connsiteY60-38030" fmla="*/ 2115 h 4213"/>
                    <a:gd name="connsiteX61-38031" fmla="*/ 1868 w 2254"/>
                    <a:gd name="connsiteY61-38032" fmla="*/ 2183 h 4213"/>
                    <a:gd name="connsiteX62-38033" fmla="*/ 1945 w 2254"/>
                    <a:gd name="connsiteY62-38034" fmla="*/ 2178 h 4213"/>
                    <a:gd name="connsiteX63-38035" fmla="*/ 1990 w 2254"/>
                    <a:gd name="connsiteY63-38036" fmla="*/ 2104 h 4213"/>
                    <a:gd name="connsiteX64-38037" fmla="*/ 2024 w 2254"/>
                    <a:gd name="connsiteY64-38038" fmla="*/ 2210 h 4213"/>
                    <a:gd name="connsiteX65-38039" fmla="*/ 1912 w 2254"/>
                    <a:gd name="connsiteY65-38040" fmla="*/ 2249 h 4213"/>
                    <a:gd name="connsiteX66-38041" fmla="*/ 1959 w 2254"/>
                    <a:gd name="connsiteY66-38042" fmla="*/ 2362 h 4213"/>
                    <a:gd name="connsiteX67-38043" fmla="*/ 1824 w 2254"/>
                    <a:gd name="connsiteY67-38044" fmla="*/ 2509 h 4213"/>
                    <a:gd name="connsiteX68-38045" fmla="*/ 1783 w 2254"/>
                    <a:gd name="connsiteY68-38046" fmla="*/ 2498 h 4213"/>
                    <a:gd name="connsiteX69-38047" fmla="*/ 1659 w 2254"/>
                    <a:gd name="connsiteY69-38048" fmla="*/ 2413 h 4213"/>
                    <a:gd name="connsiteX70-38049" fmla="*/ 1604 w 2254"/>
                    <a:gd name="connsiteY70-38050" fmla="*/ 2412 h 4213"/>
                    <a:gd name="connsiteX71-38051" fmla="*/ 1569 w 2254"/>
                    <a:gd name="connsiteY71-38052" fmla="*/ 2480 h 4213"/>
                    <a:gd name="connsiteX72-38053" fmla="*/ 1572 w 2254"/>
                    <a:gd name="connsiteY72-38054" fmla="*/ 2562 h 4213"/>
                    <a:gd name="connsiteX73-38055" fmla="*/ 1750 w 2254"/>
                    <a:gd name="connsiteY73-38056" fmla="*/ 2730 h 4213"/>
                    <a:gd name="connsiteX74-38057" fmla="*/ 1749 w 2254"/>
                    <a:gd name="connsiteY74-38058" fmla="*/ 2844 h 4213"/>
                    <a:gd name="connsiteX75-38059" fmla="*/ 1840 w 2254"/>
                    <a:gd name="connsiteY75-38060" fmla="*/ 3060 h 4213"/>
                    <a:gd name="connsiteX76-38061" fmla="*/ 1866 w 2254"/>
                    <a:gd name="connsiteY76-38062" fmla="*/ 3090 h 4213"/>
                    <a:gd name="connsiteX77-38063" fmla="*/ 1910 w 2254"/>
                    <a:gd name="connsiteY77-38064" fmla="*/ 3094 h 4213"/>
                    <a:gd name="connsiteX78-38065" fmla="*/ 1956 w 2254"/>
                    <a:gd name="connsiteY78-38066" fmla="*/ 3010 h 4213"/>
                    <a:gd name="connsiteX79-38067" fmla="*/ 2036 w 2254"/>
                    <a:gd name="connsiteY79-38068" fmla="*/ 2950 h 4213"/>
                    <a:gd name="connsiteX80-38069" fmla="*/ 2131 w 2254"/>
                    <a:gd name="connsiteY80-38070" fmla="*/ 3126 h 4213"/>
                    <a:gd name="connsiteX81-38071" fmla="*/ 2241 w 2254"/>
                    <a:gd name="connsiteY81-38072" fmla="*/ 3312 h 4213"/>
                    <a:gd name="connsiteX82-38073" fmla="*/ 2254 w 2254"/>
                    <a:gd name="connsiteY82-38074" fmla="*/ 3342 h 4213"/>
                    <a:gd name="connsiteX83-38075" fmla="*/ 2243 w 2254"/>
                    <a:gd name="connsiteY83-38076" fmla="*/ 3518 h 4213"/>
                    <a:gd name="connsiteX84-38077" fmla="*/ 2208 w 2254"/>
                    <a:gd name="connsiteY84-38078" fmla="*/ 3554 h 4213"/>
                    <a:gd name="connsiteX85-38079" fmla="*/ 2119 w 2254"/>
                    <a:gd name="connsiteY85-38080" fmla="*/ 3515 h 4213"/>
                    <a:gd name="connsiteX86-38081" fmla="*/ 1885 w 2254"/>
                    <a:gd name="connsiteY86-38082" fmla="*/ 3644 h 4213"/>
                    <a:gd name="connsiteX87-38083" fmla="*/ 1859 w 2254"/>
                    <a:gd name="connsiteY87-38084" fmla="*/ 3666 h 4213"/>
                    <a:gd name="connsiteX88-38085" fmla="*/ 1679 w 2254"/>
                    <a:gd name="connsiteY88-38086" fmla="*/ 3812 h 4213"/>
                    <a:gd name="connsiteX89-38087" fmla="*/ 1538 w 2254"/>
                    <a:gd name="connsiteY89-38088" fmla="*/ 3926 h 4213"/>
                    <a:gd name="connsiteX90-38089" fmla="*/ 1503 w 2254"/>
                    <a:gd name="connsiteY90-38090" fmla="*/ 3965 h 4213"/>
                    <a:gd name="connsiteX91-38091" fmla="*/ 1451 w 2254"/>
                    <a:gd name="connsiteY91-38092" fmla="*/ 3973 h 4213"/>
                    <a:gd name="connsiteX92-38093" fmla="*/ 1394 w 2254"/>
                    <a:gd name="connsiteY92-38094" fmla="*/ 3916 h 4213"/>
                    <a:gd name="connsiteX93-38095" fmla="*/ 1270 w 2254"/>
                    <a:gd name="connsiteY93-38096" fmla="*/ 3808 h 4213"/>
                    <a:gd name="connsiteX94-38097" fmla="*/ 1294 w 2254"/>
                    <a:gd name="connsiteY94-38098" fmla="*/ 4064 h 4213"/>
                    <a:gd name="connsiteX95-38099" fmla="*/ 1303 w 2254"/>
                    <a:gd name="connsiteY95-38100" fmla="*/ 4192 h 4213"/>
                    <a:gd name="connsiteX96-38101" fmla="*/ 1041 w 2254"/>
                    <a:gd name="connsiteY96-38102" fmla="*/ 4166 h 4213"/>
                    <a:gd name="connsiteX97-38103" fmla="*/ 959 w 2254"/>
                    <a:gd name="connsiteY97-38104" fmla="*/ 3987 h 4213"/>
                    <a:gd name="connsiteX98-38105" fmla="*/ 877 w 2254"/>
                    <a:gd name="connsiteY98-38106" fmla="*/ 3802 h 4213"/>
                    <a:gd name="connsiteX99-38107" fmla="*/ 798 w 2254"/>
                    <a:gd name="connsiteY99-38108" fmla="*/ 3734 h 4213"/>
                    <a:gd name="connsiteX0-38109" fmla="*/ 746 w 2254"/>
                    <a:gd name="connsiteY0-38110" fmla="*/ 3806 h 4213"/>
                    <a:gd name="connsiteX1-38111" fmla="*/ 679 w 2254"/>
                    <a:gd name="connsiteY1-38112" fmla="*/ 3800 h 4213"/>
                    <a:gd name="connsiteX2-38113" fmla="*/ 695 w 2254"/>
                    <a:gd name="connsiteY2-38114" fmla="*/ 3662 h 4213"/>
                    <a:gd name="connsiteX3-38115" fmla="*/ 891 w 2254"/>
                    <a:gd name="connsiteY3-38116" fmla="*/ 3459 h 4213"/>
                    <a:gd name="connsiteX4-38117" fmla="*/ 932 w 2254"/>
                    <a:gd name="connsiteY4-38118" fmla="*/ 3195 h 4213"/>
                    <a:gd name="connsiteX5-38119" fmla="*/ 968 w 2254"/>
                    <a:gd name="connsiteY5-38120" fmla="*/ 2962 h 4213"/>
                    <a:gd name="connsiteX6-38121" fmla="*/ 1068 w 2254"/>
                    <a:gd name="connsiteY6-38122" fmla="*/ 2333 h 4213"/>
                    <a:gd name="connsiteX7-38123" fmla="*/ 1066 w 2254"/>
                    <a:gd name="connsiteY7-38124" fmla="*/ 2117 h 4213"/>
                    <a:gd name="connsiteX8-38125" fmla="*/ 990 w 2254"/>
                    <a:gd name="connsiteY8-38126" fmla="*/ 2039 h 4213"/>
                    <a:gd name="connsiteX9-38127" fmla="*/ 847 w 2254"/>
                    <a:gd name="connsiteY9-38128" fmla="*/ 1951 h 4213"/>
                    <a:gd name="connsiteX10-38129" fmla="*/ 755 w 2254"/>
                    <a:gd name="connsiteY10-38130" fmla="*/ 1827 h 4213"/>
                    <a:gd name="connsiteX11-38131" fmla="*/ 659 w 2254"/>
                    <a:gd name="connsiteY11-38132" fmla="*/ 1828 h 4213"/>
                    <a:gd name="connsiteX12-38133" fmla="*/ 614 w 2254"/>
                    <a:gd name="connsiteY12-38134" fmla="*/ 1883 h 4213"/>
                    <a:gd name="connsiteX13-38135" fmla="*/ 521 w 2254"/>
                    <a:gd name="connsiteY13-38136" fmla="*/ 1877 h 4213"/>
                    <a:gd name="connsiteX14-38137" fmla="*/ 501 w 2254"/>
                    <a:gd name="connsiteY14-38138" fmla="*/ 1994 h 4213"/>
                    <a:gd name="connsiteX15-38139" fmla="*/ 320 w 2254"/>
                    <a:gd name="connsiteY15-38140" fmla="*/ 1941 h 4213"/>
                    <a:gd name="connsiteX16-38141" fmla="*/ 237 w 2254"/>
                    <a:gd name="connsiteY16-38142" fmla="*/ 1939 h 4213"/>
                    <a:gd name="connsiteX17-38143" fmla="*/ 112 w 2254"/>
                    <a:gd name="connsiteY17-38144" fmla="*/ 2014 h 4213"/>
                    <a:gd name="connsiteX18-38145" fmla="*/ 0 w 2254"/>
                    <a:gd name="connsiteY18-38146" fmla="*/ 1890 h 4213"/>
                    <a:gd name="connsiteX19-38147" fmla="*/ 94 w 2254"/>
                    <a:gd name="connsiteY19-38148" fmla="*/ 1804 h 4213"/>
                    <a:gd name="connsiteX20-38149" fmla="*/ 98 w 2254"/>
                    <a:gd name="connsiteY20-38150" fmla="*/ 1634 h 4213"/>
                    <a:gd name="connsiteX21-38151" fmla="*/ 153 w 2254"/>
                    <a:gd name="connsiteY21-38152" fmla="*/ 1514 h 4213"/>
                    <a:gd name="connsiteX22-38153" fmla="*/ 196 w 2254"/>
                    <a:gd name="connsiteY22-38154" fmla="*/ 1306 h 4213"/>
                    <a:gd name="connsiteX23-38155" fmla="*/ 256 w 2254"/>
                    <a:gd name="connsiteY23-38156" fmla="*/ 1307 h 4213"/>
                    <a:gd name="connsiteX24-38157" fmla="*/ 579 w 2254"/>
                    <a:gd name="connsiteY24-38158" fmla="*/ 1286 h 4213"/>
                    <a:gd name="connsiteX25-38159" fmla="*/ 753 w 2254"/>
                    <a:gd name="connsiteY25-38160" fmla="*/ 1117 h 4213"/>
                    <a:gd name="connsiteX26-38161" fmla="*/ 822 w 2254"/>
                    <a:gd name="connsiteY26-38162" fmla="*/ 748 h 4213"/>
                    <a:gd name="connsiteX27-38163" fmla="*/ 932 w 2254"/>
                    <a:gd name="connsiteY27-38164" fmla="*/ 486 h 4213"/>
                    <a:gd name="connsiteX28-38165" fmla="*/ 930 w 2254"/>
                    <a:gd name="connsiteY28-38166" fmla="*/ 358 h 4213"/>
                    <a:gd name="connsiteX29-38167" fmla="*/ 917 w 2254"/>
                    <a:gd name="connsiteY29-38168" fmla="*/ 328 h 4213"/>
                    <a:gd name="connsiteX30-38169" fmla="*/ 850 w 2254"/>
                    <a:gd name="connsiteY30-38170" fmla="*/ 251 h 4213"/>
                    <a:gd name="connsiteX31-38171" fmla="*/ 790 w 2254"/>
                    <a:gd name="connsiteY31-38172" fmla="*/ 217 h 4213"/>
                    <a:gd name="connsiteX32-38173" fmla="*/ 915 w 2254"/>
                    <a:gd name="connsiteY32-38174" fmla="*/ 56 h 4213"/>
                    <a:gd name="connsiteX33-38175" fmla="*/ 1088 w 2254"/>
                    <a:gd name="connsiteY33-38176" fmla="*/ 2 h 4213"/>
                    <a:gd name="connsiteX34-38177" fmla="*/ 1120 w 2254"/>
                    <a:gd name="connsiteY34-38178" fmla="*/ 49 h 4213"/>
                    <a:gd name="connsiteX35-38179" fmla="*/ 1110 w 2254"/>
                    <a:gd name="connsiteY35-38180" fmla="*/ 133 h 4213"/>
                    <a:gd name="connsiteX36-38181" fmla="*/ 1049 w 2254"/>
                    <a:gd name="connsiteY36-38182" fmla="*/ 243 h 4213"/>
                    <a:gd name="connsiteX37-38183" fmla="*/ 1119 w 2254"/>
                    <a:gd name="connsiteY37-38184" fmla="*/ 301 h 4213"/>
                    <a:gd name="connsiteX38-38185" fmla="*/ 1233 w 2254"/>
                    <a:gd name="connsiteY38-38186" fmla="*/ 366 h 4213"/>
                    <a:gd name="connsiteX39-38187" fmla="*/ 1253 w 2254"/>
                    <a:gd name="connsiteY39-38188" fmla="*/ 255 h 4213"/>
                    <a:gd name="connsiteX40-38189" fmla="*/ 1387 w 2254"/>
                    <a:gd name="connsiteY40-38190" fmla="*/ 291 h 4213"/>
                    <a:gd name="connsiteX41-38191" fmla="*/ 1412 w 2254"/>
                    <a:gd name="connsiteY41-38192" fmla="*/ 331 h 4213"/>
                    <a:gd name="connsiteX42-38193" fmla="*/ 1488 w 2254"/>
                    <a:gd name="connsiteY42-38194" fmla="*/ 562 h 4213"/>
                    <a:gd name="connsiteX43-38195" fmla="*/ 1523 w 2254"/>
                    <a:gd name="connsiteY43-38196" fmla="*/ 586 h 4213"/>
                    <a:gd name="connsiteX44-38197" fmla="*/ 1615 w 2254"/>
                    <a:gd name="connsiteY44-38198" fmla="*/ 578 h 4213"/>
                    <a:gd name="connsiteX45-38199" fmla="*/ 1875 w 2254"/>
                    <a:gd name="connsiteY45-38200" fmla="*/ 490 h 4213"/>
                    <a:gd name="connsiteX46-38201" fmla="*/ 2095 w 2254"/>
                    <a:gd name="connsiteY46-38202" fmla="*/ 479 h 4213"/>
                    <a:gd name="connsiteX47-38203" fmla="*/ 2155 w 2254"/>
                    <a:gd name="connsiteY47-38204" fmla="*/ 648 h 4213"/>
                    <a:gd name="connsiteX48-38205" fmla="*/ 2073 w 2254"/>
                    <a:gd name="connsiteY48-38206" fmla="*/ 944 h 4213"/>
                    <a:gd name="connsiteX49-38207" fmla="*/ 2073 w 2254"/>
                    <a:gd name="connsiteY49-38208" fmla="*/ 1022 h 4213"/>
                    <a:gd name="connsiteX50-38209" fmla="*/ 2142 w 2254"/>
                    <a:gd name="connsiteY50-38210" fmla="*/ 1168 h 4213"/>
                    <a:gd name="connsiteX51-38211" fmla="*/ 2157 w 2254"/>
                    <a:gd name="connsiteY51-38212" fmla="*/ 1427 h 4213"/>
                    <a:gd name="connsiteX52-38213" fmla="*/ 2159 w 2254"/>
                    <a:gd name="connsiteY52-38214" fmla="*/ 1617 h 4213"/>
                    <a:gd name="connsiteX53-38215" fmla="*/ 2092 w 2254"/>
                    <a:gd name="connsiteY53-38216" fmla="*/ 1625 h 4213"/>
                    <a:gd name="connsiteX54-38217" fmla="*/ 2070 w 2254"/>
                    <a:gd name="connsiteY54-38218" fmla="*/ 1507 h 4213"/>
                    <a:gd name="connsiteX55-38219" fmla="*/ 2035 w 2254"/>
                    <a:gd name="connsiteY55-38220" fmla="*/ 1450 h 4213"/>
                    <a:gd name="connsiteX56-38221" fmla="*/ 1945 w 2254"/>
                    <a:gd name="connsiteY56-38222" fmla="*/ 1582 h 4213"/>
                    <a:gd name="connsiteX57-38223" fmla="*/ 1832 w 2254"/>
                    <a:gd name="connsiteY57-38224" fmla="*/ 1776 h 4213"/>
                    <a:gd name="connsiteX58-38225" fmla="*/ 1713 w 2254"/>
                    <a:gd name="connsiteY58-38226" fmla="*/ 1904 h 4213"/>
                    <a:gd name="connsiteX59-38227" fmla="*/ 1706 w 2254"/>
                    <a:gd name="connsiteY59-38228" fmla="*/ 2018 h 4213"/>
                    <a:gd name="connsiteX60-38229" fmla="*/ 1766 w 2254"/>
                    <a:gd name="connsiteY60-38230" fmla="*/ 2115 h 4213"/>
                    <a:gd name="connsiteX61-38231" fmla="*/ 1868 w 2254"/>
                    <a:gd name="connsiteY61-38232" fmla="*/ 2183 h 4213"/>
                    <a:gd name="connsiteX62-38233" fmla="*/ 1945 w 2254"/>
                    <a:gd name="connsiteY62-38234" fmla="*/ 2178 h 4213"/>
                    <a:gd name="connsiteX63-38235" fmla="*/ 1990 w 2254"/>
                    <a:gd name="connsiteY63-38236" fmla="*/ 2104 h 4213"/>
                    <a:gd name="connsiteX64-38237" fmla="*/ 2024 w 2254"/>
                    <a:gd name="connsiteY64-38238" fmla="*/ 2210 h 4213"/>
                    <a:gd name="connsiteX65-38239" fmla="*/ 1912 w 2254"/>
                    <a:gd name="connsiteY65-38240" fmla="*/ 2249 h 4213"/>
                    <a:gd name="connsiteX66-38241" fmla="*/ 1959 w 2254"/>
                    <a:gd name="connsiteY66-38242" fmla="*/ 2362 h 4213"/>
                    <a:gd name="connsiteX67-38243" fmla="*/ 1824 w 2254"/>
                    <a:gd name="connsiteY67-38244" fmla="*/ 2509 h 4213"/>
                    <a:gd name="connsiteX68-38245" fmla="*/ 1783 w 2254"/>
                    <a:gd name="connsiteY68-38246" fmla="*/ 2498 h 4213"/>
                    <a:gd name="connsiteX69-38247" fmla="*/ 1659 w 2254"/>
                    <a:gd name="connsiteY69-38248" fmla="*/ 2413 h 4213"/>
                    <a:gd name="connsiteX70-38249" fmla="*/ 1604 w 2254"/>
                    <a:gd name="connsiteY70-38250" fmla="*/ 2412 h 4213"/>
                    <a:gd name="connsiteX71-38251" fmla="*/ 1569 w 2254"/>
                    <a:gd name="connsiteY71-38252" fmla="*/ 2480 h 4213"/>
                    <a:gd name="connsiteX72-38253" fmla="*/ 1572 w 2254"/>
                    <a:gd name="connsiteY72-38254" fmla="*/ 2562 h 4213"/>
                    <a:gd name="connsiteX73-38255" fmla="*/ 1750 w 2254"/>
                    <a:gd name="connsiteY73-38256" fmla="*/ 2730 h 4213"/>
                    <a:gd name="connsiteX74-38257" fmla="*/ 1749 w 2254"/>
                    <a:gd name="connsiteY74-38258" fmla="*/ 2844 h 4213"/>
                    <a:gd name="connsiteX75-38259" fmla="*/ 1840 w 2254"/>
                    <a:gd name="connsiteY75-38260" fmla="*/ 3060 h 4213"/>
                    <a:gd name="connsiteX76-38261" fmla="*/ 1866 w 2254"/>
                    <a:gd name="connsiteY76-38262" fmla="*/ 3090 h 4213"/>
                    <a:gd name="connsiteX77-38263" fmla="*/ 1910 w 2254"/>
                    <a:gd name="connsiteY77-38264" fmla="*/ 3094 h 4213"/>
                    <a:gd name="connsiteX78-38265" fmla="*/ 1956 w 2254"/>
                    <a:gd name="connsiteY78-38266" fmla="*/ 3010 h 4213"/>
                    <a:gd name="connsiteX79-38267" fmla="*/ 2036 w 2254"/>
                    <a:gd name="connsiteY79-38268" fmla="*/ 2950 h 4213"/>
                    <a:gd name="connsiteX80-38269" fmla="*/ 2131 w 2254"/>
                    <a:gd name="connsiteY80-38270" fmla="*/ 3126 h 4213"/>
                    <a:gd name="connsiteX81-38271" fmla="*/ 2241 w 2254"/>
                    <a:gd name="connsiteY81-38272" fmla="*/ 3312 h 4213"/>
                    <a:gd name="connsiteX82-38273" fmla="*/ 2254 w 2254"/>
                    <a:gd name="connsiteY82-38274" fmla="*/ 3342 h 4213"/>
                    <a:gd name="connsiteX83-38275" fmla="*/ 2243 w 2254"/>
                    <a:gd name="connsiteY83-38276" fmla="*/ 3518 h 4213"/>
                    <a:gd name="connsiteX84-38277" fmla="*/ 2208 w 2254"/>
                    <a:gd name="connsiteY84-38278" fmla="*/ 3554 h 4213"/>
                    <a:gd name="connsiteX85-38279" fmla="*/ 2119 w 2254"/>
                    <a:gd name="connsiteY85-38280" fmla="*/ 3515 h 4213"/>
                    <a:gd name="connsiteX86-38281" fmla="*/ 1885 w 2254"/>
                    <a:gd name="connsiteY86-38282" fmla="*/ 3644 h 4213"/>
                    <a:gd name="connsiteX87-38283" fmla="*/ 1859 w 2254"/>
                    <a:gd name="connsiteY87-38284" fmla="*/ 3666 h 4213"/>
                    <a:gd name="connsiteX88-38285" fmla="*/ 1679 w 2254"/>
                    <a:gd name="connsiteY88-38286" fmla="*/ 3812 h 4213"/>
                    <a:gd name="connsiteX89-38287" fmla="*/ 1538 w 2254"/>
                    <a:gd name="connsiteY89-38288" fmla="*/ 3926 h 4213"/>
                    <a:gd name="connsiteX90-38289" fmla="*/ 1503 w 2254"/>
                    <a:gd name="connsiteY90-38290" fmla="*/ 3965 h 4213"/>
                    <a:gd name="connsiteX91-38291" fmla="*/ 1451 w 2254"/>
                    <a:gd name="connsiteY91-38292" fmla="*/ 3973 h 4213"/>
                    <a:gd name="connsiteX92-38293" fmla="*/ 1394 w 2254"/>
                    <a:gd name="connsiteY92-38294" fmla="*/ 3916 h 4213"/>
                    <a:gd name="connsiteX93-38295" fmla="*/ 1270 w 2254"/>
                    <a:gd name="connsiteY93-38296" fmla="*/ 3808 h 4213"/>
                    <a:gd name="connsiteX94-38297" fmla="*/ 1294 w 2254"/>
                    <a:gd name="connsiteY94-38298" fmla="*/ 4064 h 4213"/>
                    <a:gd name="connsiteX95-38299" fmla="*/ 1303 w 2254"/>
                    <a:gd name="connsiteY95-38300" fmla="*/ 4192 h 4213"/>
                    <a:gd name="connsiteX96-38301" fmla="*/ 1041 w 2254"/>
                    <a:gd name="connsiteY96-38302" fmla="*/ 4166 h 4213"/>
                    <a:gd name="connsiteX97-38303" fmla="*/ 959 w 2254"/>
                    <a:gd name="connsiteY97-38304" fmla="*/ 3987 h 4213"/>
                    <a:gd name="connsiteX98-38305" fmla="*/ 877 w 2254"/>
                    <a:gd name="connsiteY98-38306" fmla="*/ 3802 h 4213"/>
                    <a:gd name="connsiteX99-38307" fmla="*/ 798 w 2254"/>
                    <a:gd name="connsiteY99-38308" fmla="*/ 3734 h 4213"/>
                    <a:gd name="connsiteX100-38309" fmla="*/ 746 w 2254"/>
                    <a:gd name="connsiteY100-38310" fmla="*/ 3806 h 4213"/>
                    <a:gd name="connsiteX0-38311" fmla="*/ 746 w 2254"/>
                    <a:gd name="connsiteY0-38312" fmla="*/ 3806 h 4213"/>
                    <a:gd name="connsiteX1-38313" fmla="*/ 679 w 2254"/>
                    <a:gd name="connsiteY1-38314" fmla="*/ 3800 h 4213"/>
                    <a:gd name="connsiteX2-38315" fmla="*/ 695 w 2254"/>
                    <a:gd name="connsiteY2-38316" fmla="*/ 3662 h 4213"/>
                    <a:gd name="connsiteX3-38317" fmla="*/ 891 w 2254"/>
                    <a:gd name="connsiteY3-38318" fmla="*/ 3459 h 4213"/>
                    <a:gd name="connsiteX4-38319" fmla="*/ 932 w 2254"/>
                    <a:gd name="connsiteY4-38320" fmla="*/ 3195 h 4213"/>
                    <a:gd name="connsiteX5-38321" fmla="*/ 968 w 2254"/>
                    <a:gd name="connsiteY5-38322" fmla="*/ 2962 h 4213"/>
                    <a:gd name="connsiteX6-38323" fmla="*/ 1068 w 2254"/>
                    <a:gd name="connsiteY6-38324" fmla="*/ 2333 h 4213"/>
                    <a:gd name="connsiteX7-38325" fmla="*/ 1066 w 2254"/>
                    <a:gd name="connsiteY7-38326" fmla="*/ 2117 h 4213"/>
                    <a:gd name="connsiteX8-38327" fmla="*/ 990 w 2254"/>
                    <a:gd name="connsiteY8-38328" fmla="*/ 2039 h 4213"/>
                    <a:gd name="connsiteX9-38329" fmla="*/ 847 w 2254"/>
                    <a:gd name="connsiteY9-38330" fmla="*/ 1951 h 4213"/>
                    <a:gd name="connsiteX10-38331" fmla="*/ 755 w 2254"/>
                    <a:gd name="connsiteY10-38332" fmla="*/ 1827 h 4213"/>
                    <a:gd name="connsiteX11-38333" fmla="*/ 659 w 2254"/>
                    <a:gd name="connsiteY11-38334" fmla="*/ 1828 h 4213"/>
                    <a:gd name="connsiteX12-38335" fmla="*/ 614 w 2254"/>
                    <a:gd name="connsiteY12-38336" fmla="*/ 1883 h 4213"/>
                    <a:gd name="connsiteX13-38337" fmla="*/ 521 w 2254"/>
                    <a:gd name="connsiteY13-38338" fmla="*/ 1877 h 4213"/>
                    <a:gd name="connsiteX14-38339" fmla="*/ 501 w 2254"/>
                    <a:gd name="connsiteY14-38340" fmla="*/ 1994 h 4213"/>
                    <a:gd name="connsiteX15-38341" fmla="*/ 320 w 2254"/>
                    <a:gd name="connsiteY15-38342" fmla="*/ 1941 h 4213"/>
                    <a:gd name="connsiteX16-38343" fmla="*/ 237 w 2254"/>
                    <a:gd name="connsiteY16-38344" fmla="*/ 1939 h 4213"/>
                    <a:gd name="connsiteX17-38345" fmla="*/ 112 w 2254"/>
                    <a:gd name="connsiteY17-38346" fmla="*/ 2014 h 4213"/>
                    <a:gd name="connsiteX18-38347" fmla="*/ 0 w 2254"/>
                    <a:gd name="connsiteY18-38348" fmla="*/ 1890 h 4213"/>
                    <a:gd name="connsiteX19-38349" fmla="*/ 94 w 2254"/>
                    <a:gd name="connsiteY19-38350" fmla="*/ 1804 h 4213"/>
                    <a:gd name="connsiteX20-38351" fmla="*/ 98 w 2254"/>
                    <a:gd name="connsiteY20-38352" fmla="*/ 1634 h 4213"/>
                    <a:gd name="connsiteX21-38353" fmla="*/ 153 w 2254"/>
                    <a:gd name="connsiteY21-38354" fmla="*/ 1514 h 4213"/>
                    <a:gd name="connsiteX22-38355" fmla="*/ 196 w 2254"/>
                    <a:gd name="connsiteY22-38356" fmla="*/ 1306 h 4213"/>
                    <a:gd name="connsiteX23-38357" fmla="*/ 256 w 2254"/>
                    <a:gd name="connsiteY23-38358" fmla="*/ 1307 h 4213"/>
                    <a:gd name="connsiteX24-38359" fmla="*/ 579 w 2254"/>
                    <a:gd name="connsiteY24-38360" fmla="*/ 1286 h 4213"/>
                    <a:gd name="connsiteX25-38361" fmla="*/ 753 w 2254"/>
                    <a:gd name="connsiteY25-38362" fmla="*/ 1117 h 4213"/>
                    <a:gd name="connsiteX26-38363" fmla="*/ 822 w 2254"/>
                    <a:gd name="connsiteY26-38364" fmla="*/ 748 h 4213"/>
                    <a:gd name="connsiteX27-38365" fmla="*/ 932 w 2254"/>
                    <a:gd name="connsiteY27-38366" fmla="*/ 486 h 4213"/>
                    <a:gd name="connsiteX28-38367" fmla="*/ 930 w 2254"/>
                    <a:gd name="connsiteY28-38368" fmla="*/ 358 h 4213"/>
                    <a:gd name="connsiteX29-38369" fmla="*/ 917 w 2254"/>
                    <a:gd name="connsiteY29-38370" fmla="*/ 328 h 4213"/>
                    <a:gd name="connsiteX30-38371" fmla="*/ 850 w 2254"/>
                    <a:gd name="connsiteY30-38372" fmla="*/ 251 h 4213"/>
                    <a:gd name="connsiteX31-38373" fmla="*/ 790 w 2254"/>
                    <a:gd name="connsiteY31-38374" fmla="*/ 217 h 4213"/>
                    <a:gd name="connsiteX32-38375" fmla="*/ 915 w 2254"/>
                    <a:gd name="connsiteY32-38376" fmla="*/ 56 h 4213"/>
                    <a:gd name="connsiteX33-38377" fmla="*/ 1088 w 2254"/>
                    <a:gd name="connsiteY33-38378" fmla="*/ 2 h 4213"/>
                    <a:gd name="connsiteX34-38379" fmla="*/ 1120 w 2254"/>
                    <a:gd name="connsiteY34-38380" fmla="*/ 49 h 4213"/>
                    <a:gd name="connsiteX35-38381" fmla="*/ 1110 w 2254"/>
                    <a:gd name="connsiteY35-38382" fmla="*/ 133 h 4213"/>
                    <a:gd name="connsiteX36-38383" fmla="*/ 1049 w 2254"/>
                    <a:gd name="connsiteY36-38384" fmla="*/ 243 h 4213"/>
                    <a:gd name="connsiteX37-38385" fmla="*/ 1119 w 2254"/>
                    <a:gd name="connsiteY37-38386" fmla="*/ 301 h 4213"/>
                    <a:gd name="connsiteX38-38387" fmla="*/ 1233 w 2254"/>
                    <a:gd name="connsiteY38-38388" fmla="*/ 366 h 4213"/>
                    <a:gd name="connsiteX39-38389" fmla="*/ 1253 w 2254"/>
                    <a:gd name="connsiteY39-38390" fmla="*/ 255 h 4213"/>
                    <a:gd name="connsiteX40-38391" fmla="*/ 1387 w 2254"/>
                    <a:gd name="connsiteY40-38392" fmla="*/ 291 h 4213"/>
                    <a:gd name="connsiteX41-38393" fmla="*/ 1412 w 2254"/>
                    <a:gd name="connsiteY41-38394" fmla="*/ 331 h 4213"/>
                    <a:gd name="connsiteX42-38395" fmla="*/ 1488 w 2254"/>
                    <a:gd name="connsiteY42-38396" fmla="*/ 562 h 4213"/>
                    <a:gd name="connsiteX43-38397" fmla="*/ 1523 w 2254"/>
                    <a:gd name="connsiteY43-38398" fmla="*/ 586 h 4213"/>
                    <a:gd name="connsiteX44-38399" fmla="*/ 1615 w 2254"/>
                    <a:gd name="connsiteY44-38400" fmla="*/ 578 h 4213"/>
                    <a:gd name="connsiteX45-38401" fmla="*/ 1875 w 2254"/>
                    <a:gd name="connsiteY45-38402" fmla="*/ 490 h 4213"/>
                    <a:gd name="connsiteX46-38403" fmla="*/ 2095 w 2254"/>
                    <a:gd name="connsiteY46-38404" fmla="*/ 479 h 4213"/>
                    <a:gd name="connsiteX47-38405" fmla="*/ 2155 w 2254"/>
                    <a:gd name="connsiteY47-38406" fmla="*/ 648 h 4213"/>
                    <a:gd name="connsiteX48-38407" fmla="*/ 2073 w 2254"/>
                    <a:gd name="connsiteY48-38408" fmla="*/ 944 h 4213"/>
                    <a:gd name="connsiteX49-38409" fmla="*/ 2073 w 2254"/>
                    <a:gd name="connsiteY49-38410" fmla="*/ 1022 h 4213"/>
                    <a:gd name="connsiteX50-38411" fmla="*/ 2142 w 2254"/>
                    <a:gd name="connsiteY50-38412" fmla="*/ 1168 h 4213"/>
                    <a:gd name="connsiteX51-38413" fmla="*/ 2157 w 2254"/>
                    <a:gd name="connsiteY51-38414" fmla="*/ 1427 h 4213"/>
                    <a:gd name="connsiteX52-38415" fmla="*/ 2159 w 2254"/>
                    <a:gd name="connsiteY52-38416" fmla="*/ 1617 h 4213"/>
                    <a:gd name="connsiteX53-38417" fmla="*/ 2092 w 2254"/>
                    <a:gd name="connsiteY53-38418" fmla="*/ 1625 h 4213"/>
                    <a:gd name="connsiteX54-38419" fmla="*/ 2070 w 2254"/>
                    <a:gd name="connsiteY54-38420" fmla="*/ 1507 h 4213"/>
                    <a:gd name="connsiteX55-38421" fmla="*/ 2035 w 2254"/>
                    <a:gd name="connsiteY55-38422" fmla="*/ 1450 h 4213"/>
                    <a:gd name="connsiteX56-38423" fmla="*/ 1945 w 2254"/>
                    <a:gd name="connsiteY56-38424" fmla="*/ 1582 h 4213"/>
                    <a:gd name="connsiteX57-38425" fmla="*/ 1832 w 2254"/>
                    <a:gd name="connsiteY57-38426" fmla="*/ 1776 h 4213"/>
                    <a:gd name="connsiteX58-38427" fmla="*/ 1713 w 2254"/>
                    <a:gd name="connsiteY58-38428" fmla="*/ 1904 h 4213"/>
                    <a:gd name="connsiteX59-38429" fmla="*/ 1706 w 2254"/>
                    <a:gd name="connsiteY59-38430" fmla="*/ 2018 h 4213"/>
                    <a:gd name="connsiteX60-38431" fmla="*/ 1766 w 2254"/>
                    <a:gd name="connsiteY60-38432" fmla="*/ 2115 h 4213"/>
                    <a:gd name="connsiteX61-38433" fmla="*/ 1868 w 2254"/>
                    <a:gd name="connsiteY61-38434" fmla="*/ 2183 h 4213"/>
                    <a:gd name="connsiteX62-38435" fmla="*/ 1945 w 2254"/>
                    <a:gd name="connsiteY62-38436" fmla="*/ 2178 h 4213"/>
                    <a:gd name="connsiteX63-38437" fmla="*/ 1990 w 2254"/>
                    <a:gd name="connsiteY63-38438" fmla="*/ 2104 h 4213"/>
                    <a:gd name="connsiteX64-38439" fmla="*/ 2024 w 2254"/>
                    <a:gd name="connsiteY64-38440" fmla="*/ 2210 h 4213"/>
                    <a:gd name="connsiteX65-38441" fmla="*/ 1912 w 2254"/>
                    <a:gd name="connsiteY65-38442" fmla="*/ 2249 h 4213"/>
                    <a:gd name="connsiteX66-38443" fmla="*/ 1959 w 2254"/>
                    <a:gd name="connsiteY66-38444" fmla="*/ 2362 h 4213"/>
                    <a:gd name="connsiteX67-38445" fmla="*/ 1824 w 2254"/>
                    <a:gd name="connsiteY67-38446" fmla="*/ 2509 h 4213"/>
                    <a:gd name="connsiteX68-38447" fmla="*/ 1783 w 2254"/>
                    <a:gd name="connsiteY68-38448" fmla="*/ 2498 h 4213"/>
                    <a:gd name="connsiteX69-38449" fmla="*/ 1659 w 2254"/>
                    <a:gd name="connsiteY69-38450" fmla="*/ 2413 h 4213"/>
                    <a:gd name="connsiteX70-38451" fmla="*/ 1604 w 2254"/>
                    <a:gd name="connsiteY70-38452" fmla="*/ 2412 h 4213"/>
                    <a:gd name="connsiteX71-38453" fmla="*/ 1569 w 2254"/>
                    <a:gd name="connsiteY71-38454" fmla="*/ 2480 h 4213"/>
                    <a:gd name="connsiteX72-38455" fmla="*/ 1572 w 2254"/>
                    <a:gd name="connsiteY72-38456" fmla="*/ 2562 h 4213"/>
                    <a:gd name="connsiteX73-38457" fmla="*/ 1750 w 2254"/>
                    <a:gd name="connsiteY73-38458" fmla="*/ 2730 h 4213"/>
                    <a:gd name="connsiteX74-38459" fmla="*/ 1749 w 2254"/>
                    <a:gd name="connsiteY74-38460" fmla="*/ 2844 h 4213"/>
                    <a:gd name="connsiteX75-38461" fmla="*/ 1840 w 2254"/>
                    <a:gd name="connsiteY75-38462" fmla="*/ 3060 h 4213"/>
                    <a:gd name="connsiteX76-38463" fmla="*/ 1866 w 2254"/>
                    <a:gd name="connsiteY76-38464" fmla="*/ 3090 h 4213"/>
                    <a:gd name="connsiteX77-38465" fmla="*/ 1910 w 2254"/>
                    <a:gd name="connsiteY77-38466" fmla="*/ 3094 h 4213"/>
                    <a:gd name="connsiteX78-38467" fmla="*/ 1956 w 2254"/>
                    <a:gd name="connsiteY78-38468" fmla="*/ 3010 h 4213"/>
                    <a:gd name="connsiteX79-38469" fmla="*/ 2036 w 2254"/>
                    <a:gd name="connsiteY79-38470" fmla="*/ 2950 h 4213"/>
                    <a:gd name="connsiteX80-38471" fmla="*/ 2131 w 2254"/>
                    <a:gd name="connsiteY80-38472" fmla="*/ 3126 h 4213"/>
                    <a:gd name="connsiteX81-38473" fmla="*/ 2241 w 2254"/>
                    <a:gd name="connsiteY81-38474" fmla="*/ 3312 h 4213"/>
                    <a:gd name="connsiteX82-38475" fmla="*/ 2254 w 2254"/>
                    <a:gd name="connsiteY82-38476" fmla="*/ 3342 h 4213"/>
                    <a:gd name="connsiteX83-38477" fmla="*/ 2243 w 2254"/>
                    <a:gd name="connsiteY83-38478" fmla="*/ 3518 h 4213"/>
                    <a:gd name="connsiteX84-38479" fmla="*/ 2208 w 2254"/>
                    <a:gd name="connsiteY84-38480" fmla="*/ 3554 h 4213"/>
                    <a:gd name="connsiteX85-38481" fmla="*/ 2119 w 2254"/>
                    <a:gd name="connsiteY85-38482" fmla="*/ 3515 h 4213"/>
                    <a:gd name="connsiteX86-38483" fmla="*/ 1885 w 2254"/>
                    <a:gd name="connsiteY86-38484" fmla="*/ 3644 h 4213"/>
                    <a:gd name="connsiteX87-38485" fmla="*/ 1859 w 2254"/>
                    <a:gd name="connsiteY87-38486" fmla="*/ 3666 h 4213"/>
                    <a:gd name="connsiteX88-38487" fmla="*/ 1679 w 2254"/>
                    <a:gd name="connsiteY88-38488" fmla="*/ 3812 h 4213"/>
                    <a:gd name="connsiteX89-38489" fmla="*/ 1538 w 2254"/>
                    <a:gd name="connsiteY89-38490" fmla="*/ 3926 h 4213"/>
                    <a:gd name="connsiteX90-38491" fmla="*/ 1503 w 2254"/>
                    <a:gd name="connsiteY90-38492" fmla="*/ 3965 h 4213"/>
                    <a:gd name="connsiteX91-38493" fmla="*/ 1451 w 2254"/>
                    <a:gd name="connsiteY91-38494" fmla="*/ 3973 h 4213"/>
                    <a:gd name="connsiteX92-38495" fmla="*/ 1394 w 2254"/>
                    <a:gd name="connsiteY92-38496" fmla="*/ 3916 h 4213"/>
                    <a:gd name="connsiteX93-38497" fmla="*/ 1270 w 2254"/>
                    <a:gd name="connsiteY93-38498" fmla="*/ 3808 h 4213"/>
                    <a:gd name="connsiteX94-38499" fmla="*/ 1294 w 2254"/>
                    <a:gd name="connsiteY94-38500" fmla="*/ 4064 h 4213"/>
                    <a:gd name="connsiteX95-38501" fmla="*/ 1303 w 2254"/>
                    <a:gd name="connsiteY95-38502" fmla="*/ 4192 h 4213"/>
                    <a:gd name="connsiteX96-38503" fmla="*/ 1041 w 2254"/>
                    <a:gd name="connsiteY96-38504" fmla="*/ 4166 h 4213"/>
                    <a:gd name="connsiteX97-38505" fmla="*/ 959 w 2254"/>
                    <a:gd name="connsiteY97-38506" fmla="*/ 3987 h 4213"/>
                    <a:gd name="connsiteX98-38507" fmla="*/ 877 w 2254"/>
                    <a:gd name="connsiteY98-38508" fmla="*/ 3802 h 4213"/>
                    <a:gd name="connsiteX99-38509" fmla="*/ 798 w 2254"/>
                    <a:gd name="connsiteY99-38510" fmla="*/ 3734 h 4213"/>
                    <a:gd name="connsiteX100-38511" fmla="*/ 746 w 2254"/>
                    <a:gd name="connsiteY100-38512" fmla="*/ 3806 h 4213"/>
                    <a:gd name="connsiteX0-38513" fmla="*/ 746 w 2254"/>
                    <a:gd name="connsiteY0-38514" fmla="*/ 3806 h 4213"/>
                    <a:gd name="connsiteX1-38515" fmla="*/ 679 w 2254"/>
                    <a:gd name="connsiteY1-38516" fmla="*/ 3800 h 4213"/>
                    <a:gd name="connsiteX2-38517" fmla="*/ 695 w 2254"/>
                    <a:gd name="connsiteY2-38518" fmla="*/ 3662 h 4213"/>
                    <a:gd name="connsiteX3-38519" fmla="*/ 891 w 2254"/>
                    <a:gd name="connsiteY3-38520" fmla="*/ 3459 h 4213"/>
                    <a:gd name="connsiteX4-38521" fmla="*/ 932 w 2254"/>
                    <a:gd name="connsiteY4-38522" fmla="*/ 3195 h 4213"/>
                    <a:gd name="connsiteX5-38523" fmla="*/ 968 w 2254"/>
                    <a:gd name="connsiteY5-38524" fmla="*/ 2962 h 4213"/>
                    <a:gd name="connsiteX6-38525" fmla="*/ 1068 w 2254"/>
                    <a:gd name="connsiteY6-38526" fmla="*/ 2333 h 4213"/>
                    <a:gd name="connsiteX7-38527" fmla="*/ 1066 w 2254"/>
                    <a:gd name="connsiteY7-38528" fmla="*/ 2117 h 4213"/>
                    <a:gd name="connsiteX8-38529" fmla="*/ 990 w 2254"/>
                    <a:gd name="connsiteY8-38530" fmla="*/ 2039 h 4213"/>
                    <a:gd name="connsiteX9-38531" fmla="*/ 847 w 2254"/>
                    <a:gd name="connsiteY9-38532" fmla="*/ 1951 h 4213"/>
                    <a:gd name="connsiteX10-38533" fmla="*/ 755 w 2254"/>
                    <a:gd name="connsiteY10-38534" fmla="*/ 1827 h 4213"/>
                    <a:gd name="connsiteX11-38535" fmla="*/ 659 w 2254"/>
                    <a:gd name="connsiteY11-38536" fmla="*/ 1828 h 4213"/>
                    <a:gd name="connsiteX12-38537" fmla="*/ 614 w 2254"/>
                    <a:gd name="connsiteY12-38538" fmla="*/ 1883 h 4213"/>
                    <a:gd name="connsiteX13-38539" fmla="*/ 521 w 2254"/>
                    <a:gd name="connsiteY13-38540" fmla="*/ 1877 h 4213"/>
                    <a:gd name="connsiteX14-38541" fmla="*/ 501 w 2254"/>
                    <a:gd name="connsiteY14-38542" fmla="*/ 1994 h 4213"/>
                    <a:gd name="connsiteX15-38543" fmla="*/ 320 w 2254"/>
                    <a:gd name="connsiteY15-38544" fmla="*/ 1941 h 4213"/>
                    <a:gd name="connsiteX16-38545" fmla="*/ 237 w 2254"/>
                    <a:gd name="connsiteY16-38546" fmla="*/ 1939 h 4213"/>
                    <a:gd name="connsiteX17-38547" fmla="*/ 112 w 2254"/>
                    <a:gd name="connsiteY17-38548" fmla="*/ 2014 h 4213"/>
                    <a:gd name="connsiteX18-38549" fmla="*/ 0 w 2254"/>
                    <a:gd name="connsiteY18-38550" fmla="*/ 1890 h 4213"/>
                    <a:gd name="connsiteX19-38551" fmla="*/ 94 w 2254"/>
                    <a:gd name="connsiteY19-38552" fmla="*/ 1804 h 4213"/>
                    <a:gd name="connsiteX20-38553" fmla="*/ 98 w 2254"/>
                    <a:gd name="connsiteY20-38554" fmla="*/ 1634 h 4213"/>
                    <a:gd name="connsiteX21-38555" fmla="*/ 153 w 2254"/>
                    <a:gd name="connsiteY21-38556" fmla="*/ 1514 h 4213"/>
                    <a:gd name="connsiteX22-38557" fmla="*/ 196 w 2254"/>
                    <a:gd name="connsiteY22-38558" fmla="*/ 1306 h 4213"/>
                    <a:gd name="connsiteX23-38559" fmla="*/ 256 w 2254"/>
                    <a:gd name="connsiteY23-38560" fmla="*/ 1307 h 4213"/>
                    <a:gd name="connsiteX24-38561" fmla="*/ 579 w 2254"/>
                    <a:gd name="connsiteY24-38562" fmla="*/ 1286 h 4213"/>
                    <a:gd name="connsiteX25-38563" fmla="*/ 753 w 2254"/>
                    <a:gd name="connsiteY25-38564" fmla="*/ 1117 h 4213"/>
                    <a:gd name="connsiteX26-38565" fmla="*/ 822 w 2254"/>
                    <a:gd name="connsiteY26-38566" fmla="*/ 748 h 4213"/>
                    <a:gd name="connsiteX27-38567" fmla="*/ 932 w 2254"/>
                    <a:gd name="connsiteY27-38568" fmla="*/ 486 h 4213"/>
                    <a:gd name="connsiteX28-38569" fmla="*/ 930 w 2254"/>
                    <a:gd name="connsiteY28-38570" fmla="*/ 358 h 4213"/>
                    <a:gd name="connsiteX29-38571" fmla="*/ 917 w 2254"/>
                    <a:gd name="connsiteY29-38572" fmla="*/ 328 h 4213"/>
                    <a:gd name="connsiteX30-38573" fmla="*/ 850 w 2254"/>
                    <a:gd name="connsiteY30-38574" fmla="*/ 251 h 4213"/>
                    <a:gd name="connsiteX31-38575" fmla="*/ 790 w 2254"/>
                    <a:gd name="connsiteY31-38576" fmla="*/ 217 h 4213"/>
                    <a:gd name="connsiteX32-38577" fmla="*/ 915 w 2254"/>
                    <a:gd name="connsiteY32-38578" fmla="*/ 56 h 4213"/>
                    <a:gd name="connsiteX33-38579" fmla="*/ 1088 w 2254"/>
                    <a:gd name="connsiteY33-38580" fmla="*/ 2 h 4213"/>
                    <a:gd name="connsiteX34-38581" fmla="*/ 1120 w 2254"/>
                    <a:gd name="connsiteY34-38582" fmla="*/ 49 h 4213"/>
                    <a:gd name="connsiteX35-38583" fmla="*/ 1110 w 2254"/>
                    <a:gd name="connsiteY35-38584" fmla="*/ 133 h 4213"/>
                    <a:gd name="connsiteX36-38585" fmla="*/ 1049 w 2254"/>
                    <a:gd name="connsiteY36-38586" fmla="*/ 243 h 4213"/>
                    <a:gd name="connsiteX37-38587" fmla="*/ 1119 w 2254"/>
                    <a:gd name="connsiteY37-38588" fmla="*/ 301 h 4213"/>
                    <a:gd name="connsiteX38-38589" fmla="*/ 1233 w 2254"/>
                    <a:gd name="connsiteY38-38590" fmla="*/ 366 h 4213"/>
                    <a:gd name="connsiteX39-38591" fmla="*/ 1253 w 2254"/>
                    <a:gd name="connsiteY39-38592" fmla="*/ 255 h 4213"/>
                    <a:gd name="connsiteX40-38593" fmla="*/ 1387 w 2254"/>
                    <a:gd name="connsiteY40-38594" fmla="*/ 291 h 4213"/>
                    <a:gd name="connsiteX41-38595" fmla="*/ 1412 w 2254"/>
                    <a:gd name="connsiteY41-38596" fmla="*/ 331 h 4213"/>
                    <a:gd name="connsiteX42-38597" fmla="*/ 1488 w 2254"/>
                    <a:gd name="connsiteY42-38598" fmla="*/ 562 h 4213"/>
                    <a:gd name="connsiteX43-38599" fmla="*/ 1523 w 2254"/>
                    <a:gd name="connsiteY43-38600" fmla="*/ 586 h 4213"/>
                    <a:gd name="connsiteX44-38601" fmla="*/ 1615 w 2254"/>
                    <a:gd name="connsiteY44-38602" fmla="*/ 578 h 4213"/>
                    <a:gd name="connsiteX45-38603" fmla="*/ 1875 w 2254"/>
                    <a:gd name="connsiteY45-38604" fmla="*/ 490 h 4213"/>
                    <a:gd name="connsiteX46-38605" fmla="*/ 2095 w 2254"/>
                    <a:gd name="connsiteY46-38606" fmla="*/ 479 h 4213"/>
                    <a:gd name="connsiteX47-38607" fmla="*/ 2155 w 2254"/>
                    <a:gd name="connsiteY47-38608" fmla="*/ 648 h 4213"/>
                    <a:gd name="connsiteX48-38609" fmla="*/ 2073 w 2254"/>
                    <a:gd name="connsiteY48-38610" fmla="*/ 944 h 4213"/>
                    <a:gd name="connsiteX49-38611" fmla="*/ 2073 w 2254"/>
                    <a:gd name="connsiteY49-38612" fmla="*/ 1022 h 4213"/>
                    <a:gd name="connsiteX50-38613" fmla="*/ 2142 w 2254"/>
                    <a:gd name="connsiteY50-38614" fmla="*/ 1168 h 4213"/>
                    <a:gd name="connsiteX51-38615" fmla="*/ 2157 w 2254"/>
                    <a:gd name="connsiteY51-38616" fmla="*/ 1427 h 4213"/>
                    <a:gd name="connsiteX52-38617" fmla="*/ 2159 w 2254"/>
                    <a:gd name="connsiteY52-38618" fmla="*/ 1617 h 4213"/>
                    <a:gd name="connsiteX53-38619" fmla="*/ 2092 w 2254"/>
                    <a:gd name="connsiteY53-38620" fmla="*/ 1625 h 4213"/>
                    <a:gd name="connsiteX54-38621" fmla="*/ 2070 w 2254"/>
                    <a:gd name="connsiteY54-38622" fmla="*/ 1507 h 4213"/>
                    <a:gd name="connsiteX55-38623" fmla="*/ 2035 w 2254"/>
                    <a:gd name="connsiteY55-38624" fmla="*/ 1450 h 4213"/>
                    <a:gd name="connsiteX56-38625" fmla="*/ 1945 w 2254"/>
                    <a:gd name="connsiteY56-38626" fmla="*/ 1582 h 4213"/>
                    <a:gd name="connsiteX57-38627" fmla="*/ 1832 w 2254"/>
                    <a:gd name="connsiteY57-38628" fmla="*/ 1776 h 4213"/>
                    <a:gd name="connsiteX58-38629" fmla="*/ 1713 w 2254"/>
                    <a:gd name="connsiteY58-38630" fmla="*/ 1904 h 4213"/>
                    <a:gd name="connsiteX59-38631" fmla="*/ 1706 w 2254"/>
                    <a:gd name="connsiteY59-38632" fmla="*/ 2018 h 4213"/>
                    <a:gd name="connsiteX60-38633" fmla="*/ 1766 w 2254"/>
                    <a:gd name="connsiteY60-38634" fmla="*/ 2115 h 4213"/>
                    <a:gd name="connsiteX61-38635" fmla="*/ 1868 w 2254"/>
                    <a:gd name="connsiteY61-38636" fmla="*/ 2183 h 4213"/>
                    <a:gd name="connsiteX62-38637" fmla="*/ 1945 w 2254"/>
                    <a:gd name="connsiteY62-38638" fmla="*/ 2178 h 4213"/>
                    <a:gd name="connsiteX63-38639" fmla="*/ 1990 w 2254"/>
                    <a:gd name="connsiteY63-38640" fmla="*/ 2104 h 4213"/>
                    <a:gd name="connsiteX64-38641" fmla="*/ 2024 w 2254"/>
                    <a:gd name="connsiteY64-38642" fmla="*/ 2210 h 4213"/>
                    <a:gd name="connsiteX65-38643" fmla="*/ 1912 w 2254"/>
                    <a:gd name="connsiteY65-38644" fmla="*/ 2249 h 4213"/>
                    <a:gd name="connsiteX66-38645" fmla="*/ 1959 w 2254"/>
                    <a:gd name="connsiteY66-38646" fmla="*/ 2362 h 4213"/>
                    <a:gd name="connsiteX67-38647" fmla="*/ 1824 w 2254"/>
                    <a:gd name="connsiteY67-38648" fmla="*/ 2509 h 4213"/>
                    <a:gd name="connsiteX68-38649" fmla="*/ 1783 w 2254"/>
                    <a:gd name="connsiteY68-38650" fmla="*/ 2498 h 4213"/>
                    <a:gd name="connsiteX69-38651" fmla="*/ 1659 w 2254"/>
                    <a:gd name="connsiteY69-38652" fmla="*/ 2413 h 4213"/>
                    <a:gd name="connsiteX70-38653" fmla="*/ 1604 w 2254"/>
                    <a:gd name="connsiteY70-38654" fmla="*/ 2412 h 4213"/>
                    <a:gd name="connsiteX71-38655" fmla="*/ 1569 w 2254"/>
                    <a:gd name="connsiteY71-38656" fmla="*/ 2480 h 4213"/>
                    <a:gd name="connsiteX72-38657" fmla="*/ 1572 w 2254"/>
                    <a:gd name="connsiteY72-38658" fmla="*/ 2562 h 4213"/>
                    <a:gd name="connsiteX73-38659" fmla="*/ 1750 w 2254"/>
                    <a:gd name="connsiteY73-38660" fmla="*/ 2730 h 4213"/>
                    <a:gd name="connsiteX74-38661" fmla="*/ 1749 w 2254"/>
                    <a:gd name="connsiteY74-38662" fmla="*/ 2844 h 4213"/>
                    <a:gd name="connsiteX75-38663" fmla="*/ 1840 w 2254"/>
                    <a:gd name="connsiteY75-38664" fmla="*/ 3060 h 4213"/>
                    <a:gd name="connsiteX76-38665" fmla="*/ 1866 w 2254"/>
                    <a:gd name="connsiteY76-38666" fmla="*/ 3090 h 4213"/>
                    <a:gd name="connsiteX77-38667" fmla="*/ 1910 w 2254"/>
                    <a:gd name="connsiteY77-38668" fmla="*/ 3094 h 4213"/>
                    <a:gd name="connsiteX78-38669" fmla="*/ 1956 w 2254"/>
                    <a:gd name="connsiteY78-38670" fmla="*/ 3010 h 4213"/>
                    <a:gd name="connsiteX79-38671" fmla="*/ 2036 w 2254"/>
                    <a:gd name="connsiteY79-38672" fmla="*/ 2950 h 4213"/>
                    <a:gd name="connsiteX80-38673" fmla="*/ 2131 w 2254"/>
                    <a:gd name="connsiteY80-38674" fmla="*/ 3126 h 4213"/>
                    <a:gd name="connsiteX81-38675" fmla="*/ 2241 w 2254"/>
                    <a:gd name="connsiteY81-38676" fmla="*/ 3312 h 4213"/>
                    <a:gd name="connsiteX82-38677" fmla="*/ 2254 w 2254"/>
                    <a:gd name="connsiteY82-38678" fmla="*/ 3342 h 4213"/>
                    <a:gd name="connsiteX83-38679" fmla="*/ 2243 w 2254"/>
                    <a:gd name="connsiteY83-38680" fmla="*/ 3518 h 4213"/>
                    <a:gd name="connsiteX84-38681" fmla="*/ 2208 w 2254"/>
                    <a:gd name="connsiteY84-38682" fmla="*/ 3554 h 4213"/>
                    <a:gd name="connsiteX85-38683" fmla="*/ 2119 w 2254"/>
                    <a:gd name="connsiteY85-38684" fmla="*/ 3515 h 4213"/>
                    <a:gd name="connsiteX86-38685" fmla="*/ 1885 w 2254"/>
                    <a:gd name="connsiteY86-38686" fmla="*/ 3644 h 4213"/>
                    <a:gd name="connsiteX87-38687" fmla="*/ 1859 w 2254"/>
                    <a:gd name="connsiteY87-38688" fmla="*/ 3666 h 4213"/>
                    <a:gd name="connsiteX88-38689" fmla="*/ 1679 w 2254"/>
                    <a:gd name="connsiteY88-38690" fmla="*/ 3812 h 4213"/>
                    <a:gd name="connsiteX89-38691" fmla="*/ 1538 w 2254"/>
                    <a:gd name="connsiteY89-38692" fmla="*/ 3926 h 4213"/>
                    <a:gd name="connsiteX90-38693" fmla="*/ 1503 w 2254"/>
                    <a:gd name="connsiteY90-38694" fmla="*/ 3965 h 4213"/>
                    <a:gd name="connsiteX91-38695" fmla="*/ 1451 w 2254"/>
                    <a:gd name="connsiteY91-38696" fmla="*/ 3973 h 4213"/>
                    <a:gd name="connsiteX92-38697" fmla="*/ 1394 w 2254"/>
                    <a:gd name="connsiteY92-38698" fmla="*/ 3916 h 4213"/>
                    <a:gd name="connsiteX93-38699" fmla="*/ 1270 w 2254"/>
                    <a:gd name="connsiteY93-38700" fmla="*/ 3808 h 4213"/>
                    <a:gd name="connsiteX94-38701" fmla="*/ 1294 w 2254"/>
                    <a:gd name="connsiteY94-38702" fmla="*/ 4064 h 4213"/>
                    <a:gd name="connsiteX95-38703" fmla="*/ 1303 w 2254"/>
                    <a:gd name="connsiteY95-38704" fmla="*/ 4192 h 4213"/>
                    <a:gd name="connsiteX96-38705" fmla="*/ 1041 w 2254"/>
                    <a:gd name="connsiteY96-38706" fmla="*/ 4166 h 4213"/>
                    <a:gd name="connsiteX97-38707" fmla="*/ 959 w 2254"/>
                    <a:gd name="connsiteY97-38708" fmla="*/ 3987 h 4213"/>
                    <a:gd name="connsiteX98-38709" fmla="*/ 877 w 2254"/>
                    <a:gd name="connsiteY98-38710" fmla="*/ 3802 h 4213"/>
                    <a:gd name="connsiteX99-38711" fmla="*/ 798 w 2254"/>
                    <a:gd name="connsiteY99-38712" fmla="*/ 3734 h 4213"/>
                    <a:gd name="connsiteX100-38713" fmla="*/ 746 w 2254"/>
                    <a:gd name="connsiteY100-38714" fmla="*/ 3806 h 4213"/>
                    <a:gd name="connsiteX0-38715" fmla="*/ 746 w 2254"/>
                    <a:gd name="connsiteY0-38716" fmla="*/ 3806 h 4213"/>
                    <a:gd name="connsiteX1-38717" fmla="*/ 679 w 2254"/>
                    <a:gd name="connsiteY1-38718" fmla="*/ 3800 h 4213"/>
                    <a:gd name="connsiteX2-38719" fmla="*/ 695 w 2254"/>
                    <a:gd name="connsiteY2-38720" fmla="*/ 3662 h 4213"/>
                    <a:gd name="connsiteX3-38721" fmla="*/ 742 w 2254"/>
                    <a:gd name="connsiteY3-38722" fmla="*/ 3280 h 4213"/>
                    <a:gd name="connsiteX4-38723" fmla="*/ 932 w 2254"/>
                    <a:gd name="connsiteY4-38724" fmla="*/ 3195 h 4213"/>
                    <a:gd name="connsiteX5-38725" fmla="*/ 968 w 2254"/>
                    <a:gd name="connsiteY5-38726" fmla="*/ 2962 h 4213"/>
                    <a:gd name="connsiteX6-38727" fmla="*/ 1068 w 2254"/>
                    <a:gd name="connsiteY6-38728" fmla="*/ 2333 h 4213"/>
                    <a:gd name="connsiteX7-38729" fmla="*/ 1066 w 2254"/>
                    <a:gd name="connsiteY7-38730" fmla="*/ 2117 h 4213"/>
                    <a:gd name="connsiteX8-38731" fmla="*/ 990 w 2254"/>
                    <a:gd name="connsiteY8-38732" fmla="*/ 2039 h 4213"/>
                    <a:gd name="connsiteX9-38733" fmla="*/ 847 w 2254"/>
                    <a:gd name="connsiteY9-38734" fmla="*/ 1951 h 4213"/>
                    <a:gd name="connsiteX10-38735" fmla="*/ 755 w 2254"/>
                    <a:gd name="connsiteY10-38736" fmla="*/ 1827 h 4213"/>
                    <a:gd name="connsiteX11-38737" fmla="*/ 659 w 2254"/>
                    <a:gd name="connsiteY11-38738" fmla="*/ 1828 h 4213"/>
                    <a:gd name="connsiteX12-38739" fmla="*/ 614 w 2254"/>
                    <a:gd name="connsiteY12-38740" fmla="*/ 1883 h 4213"/>
                    <a:gd name="connsiteX13-38741" fmla="*/ 521 w 2254"/>
                    <a:gd name="connsiteY13-38742" fmla="*/ 1877 h 4213"/>
                    <a:gd name="connsiteX14-38743" fmla="*/ 501 w 2254"/>
                    <a:gd name="connsiteY14-38744" fmla="*/ 1994 h 4213"/>
                    <a:gd name="connsiteX15-38745" fmla="*/ 320 w 2254"/>
                    <a:gd name="connsiteY15-38746" fmla="*/ 1941 h 4213"/>
                    <a:gd name="connsiteX16-38747" fmla="*/ 237 w 2254"/>
                    <a:gd name="connsiteY16-38748" fmla="*/ 1939 h 4213"/>
                    <a:gd name="connsiteX17-38749" fmla="*/ 112 w 2254"/>
                    <a:gd name="connsiteY17-38750" fmla="*/ 2014 h 4213"/>
                    <a:gd name="connsiteX18-38751" fmla="*/ 0 w 2254"/>
                    <a:gd name="connsiteY18-38752" fmla="*/ 1890 h 4213"/>
                    <a:gd name="connsiteX19-38753" fmla="*/ 94 w 2254"/>
                    <a:gd name="connsiteY19-38754" fmla="*/ 1804 h 4213"/>
                    <a:gd name="connsiteX20-38755" fmla="*/ 98 w 2254"/>
                    <a:gd name="connsiteY20-38756" fmla="*/ 1634 h 4213"/>
                    <a:gd name="connsiteX21-38757" fmla="*/ 153 w 2254"/>
                    <a:gd name="connsiteY21-38758" fmla="*/ 1514 h 4213"/>
                    <a:gd name="connsiteX22-38759" fmla="*/ 196 w 2254"/>
                    <a:gd name="connsiteY22-38760" fmla="*/ 1306 h 4213"/>
                    <a:gd name="connsiteX23-38761" fmla="*/ 256 w 2254"/>
                    <a:gd name="connsiteY23-38762" fmla="*/ 1307 h 4213"/>
                    <a:gd name="connsiteX24-38763" fmla="*/ 579 w 2254"/>
                    <a:gd name="connsiteY24-38764" fmla="*/ 1286 h 4213"/>
                    <a:gd name="connsiteX25-38765" fmla="*/ 753 w 2254"/>
                    <a:gd name="connsiteY25-38766" fmla="*/ 1117 h 4213"/>
                    <a:gd name="connsiteX26-38767" fmla="*/ 822 w 2254"/>
                    <a:gd name="connsiteY26-38768" fmla="*/ 748 h 4213"/>
                    <a:gd name="connsiteX27-38769" fmla="*/ 932 w 2254"/>
                    <a:gd name="connsiteY27-38770" fmla="*/ 486 h 4213"/>
                    <a:gd name="connsiteX28-38771" fmla="*/ 930 w 2254"/>
                    <a:gd name="connsiteY28-38772" fmla="*/ 358 h 4213"/>
                    <a:gd name="connsiteX29-38773" fmla="*/ 917 w 2254"/>
                    <a:gd name="connsiteY29-38774" fmla="*/ 328 h 4213"/>
                    <a:gd name="connsiteX30-38775" fmla="*/ 850 w 2254"/>
                    <a:gd name="connsiteY30-38776" fmla="*/ 251 h 4213"/>
                    <a:gd name="connsiteX31-38777" fmla="*/ 790 w 2254"/>
                    <a:gd name="connsiteY31-38778" fmla="*/ 217 h 4213"/>
                    <a:gd name="connsiteX32-38779" fmla="*/ 915 w 2254"/>
                    <a:gd name="connsiteY32-38780" fmla="*/ 56 h 4213"/>
                    <a:gd name="connsiteX33-38781" fmla="*/ 1088 w 2254"/>
                    <a:gd name="connsiteY33-38782" fmla="*/ 2 h 4213"/>
                    <a:gd name="connsiteX34-38783" fmla="*/ 1120 w 2254"/>
                    <a:gd name="connsiteY34-38784" fmla="*/ 49 h 4213"/>
                    <a:gd name="connsiteX35-38785" fmla="*/ 1110 w 2254"/>
                    <a:gd name="connsiteY35-38786" fmla="*/ 133 h 4213"/>
                    <a:gd name="connsiteX36-38787" fmla="*/ 1049 w 2254"/>
                    <a:gd name="connsiteY36-38788" fmla="*/ 243 h 4213"/>
                    <a:gd name="connsiteX37-38789" fmla="*/ 1119 w 2254"/>
                    <a:gd name="connsiteY37-38790" fmla="*/ 301 h 4213"/>
                    <a:gd name="connsiteX38-38791" fmla="*/ 1233 w 2254"/>
                    <a:gd name="connsiteY38-38792" fmla="*/ 366 h 4213"/>
                    <a:gd name="connsiteX39-38793" fmla="*/ 1253 w 2254"/>
                    <a:gd name="connsiteY39-38794" fmla="*/ 255 h 4213"/>
                    <a:gd name="connsiteX40-38795" fmla="*/ 1387 w 2254"/>
                    <a:gd name="connsiteY40-38796" fmla="*/ 291 h 4213"/>
                    <a:gd name="connsiteX41-38797" fmla="*/ 1412 w 2254"/>
                    <a:gd name="connsiteY41-38798" fmla="*/ 331 h 4213"/>
                    <a:gd name="connsiteX42-38799" fmla="*/ 1488 w 2254"/>
                    <a:gd name="connsiteY42-38800" fmla="*/ 562 h 4213"/>
                    <a:gd name="connsiteX43-38801" fmla="*/ 1523 w 2254"/>
                    <a:gd name="connsiteY43-38802" fmla="*/ 586 h 4213"/>
                    <a:gd name="connsiteX44-38803" fmla="*/ 1615 w 2254"/>
                    <a:gd name="connsiteY44-38804" fmla="*/ 578 h 4213"/>
                    <a:gd name="connsiteX45-38805" fmla="*/ 1875 w 2254"/>
                    <a:gd name="connsiteY45-38806" fmla="*/ 490 h 4213"/>
                    <a:gd name="connsiteX46-38807" fmla="*/ 2095 w 2254"/>
                    <a:gd name="connsiteY46-38808" fmla="*/ 479 h 4213"/>
                    <a:gd name="connsiteX47-38809" fmla="*/ 2155 w 2254"/>
                    <a:gd name="connsiteY47-38810" fmla="*/ 648 h 4213"/>
                    <a:gd name="connsiteX48-38811" fmla="*/ 2073 w 2254"/>
                    <a:gd name="connsiteY48-38812" fmla="*/ 944 h 4213"/>
                    <a:gd name="connsiteX49-38813" fmla="*/ 2073 w 2254"/>
                    <a:gd name="connsiteY49-38814" fmla="*/ 1022 h 4213"/>
                    <a:gd name="connsiteX50-38815" fmla="*/ 2142 w 2254"/>
                    <a:gd name="connsiteY50-38816" fmla="*/ 1168 h 4213"/>
                    <a:gd name="connsiteX51-38817" fmla="*/ 2157 w 2254"/>
                    <a:gd name="connsiteY51-38818" fmla="*/ 1427 h 4213"/>
                    <a:gd name="connsiteX52-38819" fmla="*/ 2159 w 2254"/>
                    <a:gd name="connsiteY52-38820" fmla="*/ 1617 h 4213"/>
                    <a:gd name="connsiteX53-38821" fmla="*/ 2092 w 2254"/>
                    <a:gd name="connsiteY53-38822" fmla="*/ 1625 h 4213"/>
                    <a:gd name="connsiteX54-38823" fmla="*/ 2070 w 2254"/>
                    <a:gd name="connsiteY54-38824" fmla="*/ 1507 h 4213"/>
                    <a:gd name="connsiteX55-38825" fmla="*/ 2035 w 2254"/>
                    <a:gd name="connsiteY55-38826" fmla="*/ 1450 h 4213"/>
                    <a:gd name="connsiteX56-38827" fmla="*/ 1945 w 2254"/>
                    <a:gd name="connsiteY56-38828" fmla="*/ 1582 h 4213"/>
                    <a:gd name="connsiteX57-38829" fmla="*/ 1832 w 2254"/>
                    <a:gd name="connsiteY57-38830" fmla="*/ 1776 h 4213"/>
                    <a:gd name="connsiteX58-38831" fmla="*/ 1713 w 2254"/>
                    <a:gd name="connsiteY58-38832" fmla="*/ 1904 h 4213"/>
                    <a:gd name="connsiteX59-38833" fmla="*/ 1706 w 2254"/>
                    <a:gd name="connsiteY59-38834" fmla="*/ 2018 h 4213"/>
                    <a:gd name="connsiteX60-38835" fmla="*/ 1766 w 2254"/>
                    <a:gd name="connsiteY60-38836" fmla="*/ 2115 h 4213"/>
                    <a:gd name="connsiteX61-38837" fmla="*/ 1868 w 2254"/>
                    <a:gd name="connsiteY61-38838" fmla="*/ 2183 h 4213"/>
                    <a:gd name="connsiteX62-38839" fmla="*/ 1945 w 2254"/>
                    <a:gd name="connsiteY62-38840" fmla="*/ 2178 h 4213"/>
                    <a:gd name="connsiteX63-38841" fmla="*/ 1990 w 2254"/>
                    <a:gd name="connsiteY63-38842" fmla="*/ 2104 h 4213"/>
                    <a:gd name="connsiteX64-38843" fmla="*/ 2024 w 2254"/>
                    <a:gd name="connsiteY64-38844" fmla="*/ 2210 h 4213"/>
                    <a:gd name="connsiteX65-38845" fmla="*/ 1912 w 2254"/>
                    <a:gd name="connsiteY65-38846" fmla="*/ 2249 h 4213"/>
                    <a:gd name="connsiteX66-38847" fmla="*/ 1959 w 2254"/>
                    <a:gd name="connsiteY66-38848" fmla="*/ 2362 h 4213"/>
                    <a:gd name="connsiteX67-38849" fmla="*/ 1824 w 2254"/>
                    <a:gd name="connsiteY67-38850" fmla="*/ 2509 h 4213"/>
                    <a:gd name="connsiteX68-38851" fmla="*/ 1783 w 2254"/>
                    <a:gd name="connsiteY68-38852" fmla="*/ 2498 h 4213"/>
                    <a:gd name="connsiteX69-38853" fmla="*/ 1659 w 2254"/>
                    <a:gd name="connsiteY69-38854" fmla="*/ 2413 h 4213"/>
                    <a:gd name="connsiteX70-38855" fmla="*/ 1604 w 2254"/>
                    <a:gd name="connsiteY70-38856" fmla="*/ 2412 h 4213"/>
                    <a:gd name="connsiteX71-38857" fmla="*/ 1569 w 2254"/>
                    <a:gd name="connsiteY71-38858" fmla="*/ 2480 h 4213"/>
                    <a:gd name="connsiteX72-38859" fmla="*/ 1572 w 2254"/>
                    <a:gd name="connsiteY72-38860" fmla="*/ 2562 h 4213"/>
                    <a:gd name="connsiteX73-38861" fmla="*/ 1750 w 2254"/>
                    <a:gd name="connsiteY73-38862" fmla="*/ 2730 h 4213"/>
                    <a:gd name="connsiteX74-38863" fmla="*/ 1749 w 2254"/>
                    <a:gd name="connsiteY74-38864" fmla="*/ 2844 h 4213"/>
                    <a:gd name="connsiteX75-38865" fmla="*/ 1840 w 2254"/>
                    <a:gd name="connsiteY75-38866" fmla="*/ 3060 h 4213"/>
                    <a:gd name="connsiteX76-38867" fmla="*/ 1866 w 2254"/>
                    <a:gd name="connsiteY76-38868" fmla="*/ 3090 h 4213"/>
                    <a:gd name="connsiteX77-38869" fmla="*/ 1910 w 2254"/>
                    <a:gd name="connsiteY77-38870" fmla="*/ 3094 h 4213"/>
                    <a:gd name="connsiteX78-38871" fmla="*/ 1956 w 2254"/>
                    <a:gd name="connsiteY78-38872" fmla="*/ 3010 h 4213"/>
                    <a:gd name="connsiteX79-38873" fmla="*/ 2036 w 2254"/>
                    <a:gd name="connsiteY79-38874" fmla="*/ 2950 h 4213"/>
                    <a:gd name="connsiteX80-38875" fmla="*/ 2131 w 2254"/>
                    <a:gd name="connsiteY80-38876" fmla="*/ 3126 h 4213"/>
                    <a:gd name="connsiteX81-38877" fmla="*/ 2241 w 2254"/>
                    <a:gd name="connsiteY81-38878" fmla="*/ 3312 h 4213"/>
                    <a:gd name="connsiteX82-38879" fmla="*/ 2254 w 2254"/>
                    <a:gd name="connsiteY82-38880" fmla="*/ 3342 h 4213"/>
                    <a:gd name="connsiteX83-38881" fmla="*/ 2243 w 2254"/>
                    <a:gd name="connsiteY83-38882" fmla="*/ 3518 h 4213"/>
                    <a:gd name="connsiteX84-38883" fmla="*/ 2208 w 2254"/>
                    <a:gd name="connsiteY84-38884" fmla="*/ 3554 h 4213"/>
                    <a:gd name="connsiteX85-38885" fmla="*/ 2119 w 2254"/>
                    <a:gd name="connsiteY85-38886" fmla="*/ 3515 h 4213"/>
                    <a:gd name="connsiteX86-38887" fmla="*/ 1885 w 2254"/>
                    <a:gd name="connsiteY86-38888" fmla="*/ 3644 h 4213"/>
                    <a:gd name="connsiteX87-38889" fmla="*/ 1859 w 2254"/>
                    <a:gd name="connsiteY87-38890" fmla="*/ 3666 h 4213"/>
                    <a:gd name="connsiteX88-38891" fmla="*/ 1679 w 2254"/>
                    <a:gd name="connsiteY88-38892" fmla="*/ 3812 h 4213"/>
                    <a:gd name="connsiteX89-38893" fmla="*/ 1538 w 2254"/>
                    <a:gd name="connsiteY89-38894" fmla="*/ 3926 h 4213"/>
                    <a:gd name="connsiteX90-38895" fmla="*/ 1503 w 2254"/>
                    <a:gd name="connsiteY90-38896" fmla="*/ 3965 h 4213"/>
                    <a:gd name="connsiteX91-38897" fmla="*/ 1451 w 2254"/>
                    <a:gd name="connsiteY91-38898" fmla="*/ 3973 h 4213"/>
                    <a:gd name="connsiteX92-38899" fmla="*/ 1394 w 2254"/>
                    <a:gd name="connsiteY92-38900" fmla="*/ 3916 h 4213"/>
                    <a:gd name="connsiteX93-38901" fmla="*/ 1270 w 2254"/>
                    <a:gd name="connsiteY93-38902" fmla="*/ 3808 h 4213"/>
                    <a:gd name="connsiteX94-38903" fmla="*/ 1294 w 2254"/>
                    <a:gd name="connsiteY94-38904" fmla="*/ 4064 h 4213"/>
                    <a:gd name="connsiteX95-38905" fmla="*/ 1303 w 2254"/>
                    <a:gd name="connsiteY95-38906" fmla="*/ 4192 h 4213"/>
                    <a:gd name="connsiteX96-38907" fmla="*/ 1041 w 2254"/>
                    <a:gd name="connsiteY96-38908" fmla="*/ 4166 h 4213"/>
                    <a:gd name="connsiteX97-38909" fmla="*/ 959 w 2254"/>
                    <a:gd name="connsiteY97-38910" fmla="*/ 3987 h 4213"/>
                    <a:gd name="connsiteX98-38911" fmla="*/ 877 w 2254"/>
                    <a:gd name="connsiteY98-38912" fmla="*/ 3802 h 4213"/>
                    <a:gd name="connsiteX99-38913" fmla="*/ 798 w 2254"/>
                    <a:gd name="connsiteY99-38914" fmla="*/ 3734 h 4213"/>
                    <a:gd name="connsiteX100-38915" fmla="*/ 746 w 2254"/>
                    <a:gd name="connsiteY100-38916" fmla="*/ 3806 h 4213"/>
                    <a:gd name="connsiteX0-38917" fmla="*/ 746 w 2254"/>
                    <a:gd name="connsiteY0-38918" fmla="*/ 3806 h 4213"/>
                    <a:gd name="connsiteX1-38919" fmla="*/ 679 w 2254"/>
                    <a:gd name="connsiteY1-38920" fmla="*/ 3800 h 4213"/>
                    <a:gd name="connsiteX2-38921" fmla="*/ 695 w 2254"/>
                    <a:gd name="connsiteY2-38922" fmla="*/ 3662 h 4213"/>
                    <a:gd name="connsiteX3-38923" fmla="*/ 710 w 2254"/>
                    <a:gd name="connsiteY3-38924" fmla="*/ 3500 h 4213"/>
                    <a:gd name="connsiteX4-38925" fmla="*/ 742 w 2254"/>
                    <a:gd name="connsiteY4-38926" fmla="*/ 3280 h 4213"/>
                    <a:gd name="connsiteX5-38927" fmla="*/ 932 w 2254"/>
                    <a:gd name="connsiteY5-38928" fmla="*/ 3195 h 4213"/>
                    <a:gd name="connsiteX6-38929" fmla="*/ 968 w 2254"/>
                    <a:gd name="connsiteY6-38930" fmla="*/ 2962 h 4213"/>
                    <a:gd name="connsiteX7-38931" fmla="*/ 1068 w 2254"/>
                    <a:gd name="connsiteY7-38932" fmla="*/ 2333 h 4213"/>
                    <a:gd name="connsiteX8-38933" fmla="*/ 1066 w 2254"/>
                    <a:gd name="connsiteY8-38934" fmla="*/ 2117 h 4213"/>
                    <a:gd name="connsiteX9-38935" fmla="*/ 990 w 2254"/>
                    <a:gd name="connsiteY9-38936" fmla="*/ 2039 h 4213"/>
                    <a:gd name="connsiteX10-38937" fmla="*/ 847 w 2254"/>
                    <a:gd name="connsiteY10-38938" fmla="*/ 1951 h 4213"/>
                    <a:gd name="connsiteX11-38939" fmla="*/ 755 w 2254"/>
                    <a:gd name="connsiteY11-38940" fmla="*/ 1827 h 4213"/>
                    <a:gd name="connsiteX12-38941" fmla="*/ 659 w 2254"/>
                    <a:gd name="connsiteY12-38942" fmla="*/ 1828 h 4213"/>
                    <a:gd name="connsiteX13-38943" fmla="*/ 614 w 2254"/>
                    <a:gd name="connsiteY13-38944" fmla="*/ 1883 h 4213"/>
                    <a:gd name="connsiteX14-38945" fmla="*/ 521 w 2254"/>
                    <a:gd name="connsiteY14-38946" fmla="*/ 1877 h 4213"/>
                    <a:gd name="connsiteX15-38947" fmla="*/ 501 w 2254"/>
                    <a:gd name="connsiteY15-38948" fmla="*/ 1994 h 4213"/>
                    <a:gd name="connsiteX16-38949" fmla="*/ 320 w 2254"/>
                    <a:gd name="connsiteY16-38950" fmla="*/ 1941 h 4213"/>
                    <a:gd name="connsiteX17-38951" fmla="*/ 237 w 2254"/>
                    <a:gd name="connsiteY17-38952" fmla="*/ 1939 h 4213"/>
                    <a:gd name="connsiteX18-38953" fmla="*/ 112 w 2254"/>
                    <a:gd name="connsiteY18-38954" fmla="*/ 2014 h 4213"/>
                    <a:gd name="connsiteX19-38955" fmla="*/ 0 w 2254"/>
                    <a:gd name="connsiteY19-38956" fmla="*/ 1890 h 4213"/>
                    <a:gd name="connsiteX20-38957" fmla="*/ 94 w 2254"/>
                    <a:gd name="connsiteY20-38958" fmla="*/ 1804 h 4213"/>
                    <a:gd name="connsiteX21-38959" fmla="*/ 98 w 2254"/>
                    <a:gd name="connsiteY21-38960" fmla="*/ 1634 h 4213"/>
                    <a:gd name="connsiteX22-38961" fmla="*/ 153 w 2254"/>
                    <a:gd name="connsiteY22-38962" fmla="*/ 1514 h 4213"/>
                    <a:gd name="connsiteX23-38963" fmla="*/ 196 w 2254"/>
                    <a:gd name="connsiteY23-38964" fmla="*/ 1306 h 4213"/>
                    <a:gd name="connsiteX24-38965" fmla="*/ 256 w 2254"/>
                    <a:gd name="connsiteY24-38966" fmla="*/ 1307 h 4213"/>
                    <a:gd name="connsiteX25-38967" fmla="*/ 579 w 2254"/>
                    <a:gd name="connsiteY25-38968" fmla="*/ 1286 h 4213"/>
                    <a:gd name="connsiteX26-38969" fmla="*/ 753 w 2254"/>
                    <a:gd name="connsiteY26-38970" fmla="*/ 1117 h 4213"/>
                    <a:gd name="connsiteX27-38971" fmla="*/ 822 w 2254"/>
                    <a:gd name="connsiteY27-38972" fmla="*/ 748 h 4213"/>
                    <a:gd name="connsiteX28-38973" fmla="*/ 932 w 2254"/>
                    <a:gd name="connsiteY28-38974" fmla="*/ 486 h 4213"/>
                    <a:gd name="connsiteX29-38975" fmla="*/ 930 w 2254"/>
                    <a:gd name="connsiteY29-38976" fmla="*/ 358 h 4213"/>
                    <a:gd name="connsiteX30-38977" fmla="*/ 917 w 2254"/>
                    <a:gd name="connsiteY30-38978" fmla="*/ 328 h 4213"/>
                    <a:gd name="connsiteX31-38979" fmla="*/ 850 w 2254"/>
                    <a:gd name="connsiteY31-38980" fmla="*/ 251 h 4213"/>
                    <a:gd name="connsiteX32-38981" fmla="*/ 790 w 2254"/>
                    <a:gd name="connsiteY32-38982" fmla="*/ 217 h 4213"/>
                    <a:gd name="connsiteX33-38983" fmla="*/ 915 w 2254"/>
                    <a:gd name="connsiteY33-38984" fmla="*/ 56 h 4213"/>
                    <a:gd name="connsiteX34-38985" fmla="*/ 1088 w 2254"/>
                    <a:gd name="connsiteY34-38986" fmla="*/ 2 h 4213"/>
                    <a:gd name="connsiteX35-38987" fmla="*/ 1120 w 2254"/>
                    <a:gd name="connsiteY35-38988" fmla="*/ 49 h 4213"/>
                    <a:gd name="connsiteX36-38989" fmla="*/ 1110 w 2254"/>
                    <a:gd name="connsiteY36-38990" fmla="*/ 133 h 4213"/>
                    <a:gd name="connsiteX37-38991" fmla="*/ 1049 w 2254"/>
                    <a:gd name="connsiteY37-38992" fmla="*/ 243 h 4213"/>
                    <a:gd name="connsiteX38-38993" fmla="*/ 1119 w 2254"/>
                    <a:gd name="connsiteY38-38994" fmla="*/ 301 h 4213"/>
                    <a:gd name="connsiteX39-38995" fmla="*/ 1233 w 2254"/>
                    <a:gd name="connsiteY39-38996" fmla="*/ 366 h 4213"/>
                    <a:gd name="connsiteX40-38997" fmla="*/ 1253 w 2254"/>
                    <a:gd name="connsiteY40-38998" fmla="*/ 255 h 4213"/>
                    <a:gd name="connsiteX41-38999" fmla="*/ 1387 w 2254"/>
                    <a:gd name="connsiteY41-39000" fmla="*/ 291 h 4213"/>
                    <a:gd name="connsiteX42-39001" fmla="*/ 1412 w 2254"/>
                    <a:gd name="connsiteY42-39002" fmla="*/ 331 h 4213"/>
                    <a:gd name="connsiteX43-39003" fmla="*/ 1488 w 2254"/>
                    <a:gd name="connsiteY43-39004" fmla="*/ 562 h 4213"/>
                    <a:gd name="connsiteX44-39005" fmla="*/ 1523 w 2254"/>
                    <a:gd name="connsiteY44-39006" fmla="*/ 586 h 4213"/>
                    <a:gd name="connsiteX45-39007" fmla="*/ 1615 w 2254"/>
                    <a:gd name="connsiteY45-39008" fmla="*/ 578 h 4213"/>
                    <a:gd name="connsiteX46-39009" fmla="*/ 1875 w 2254"/>
                    <a:gd name="connsiteY46-39010" fmla="*/ 490 h 4213"/>
                    <a:gd name="connsiteX47-39011" fmla="*/ 2095 w 2254"/>
                    <a:gd name="connsiteY47-39012" fmla="*/ 479 h 4213"/>
                    <a:gd name="connsiteX48-39013" fmla="*/ 2155 w 2254"/>
                    <a:gd name="connsiteY48-39014" fmla="*/ 648 h 4213"/>
                    <a:gd name="connsiteX49-39015" fmla="*/ 2073 w 2254"/>
                    <a:gd name="connsiteY49-39016" fmla="*/ 944 h 4213"/>
                    <a:gd name="connsiteX50-39017" fmla="*/ 2073 w 2254"/>
                    <a:gd name="connsiteY50-39018" fmla="*/ 1022 h 4213"/>
                    <a:gd name="connsiteX51-39019" fmla="*/ 2142 w 2254"/>
                    <a:gd name="connsiteY51-39020" fmla="*/ 1168 h 4213"/>
                    <a:gd name="connsiteX52-39021" fmla="*/ 2157 w 2254"/>
                    <a:gd name="connsiteY52-39022" fmla="*/ 1427 h 4213"/>
                    <a:gd name="connsiteX53-39023" fmla="*/ 2159 w 2254"/>
                    <a:gd name="connsiteY53-39024" fmla="*/ 1617 h 4213"/>
                    <a:gd name="connsiteX54-39025" fmla="*/ 2092 w 2254"/>
                    <a:gd name="connsiteY54-39026" fmla="*/ 1625 h 4213"/>
                    <a:gd name="connsiteX55-39027" fmla="*/ 2070 w 2254"/>
                    <a:gd name="connsiteY55-39028" fmla="*/ 1507 h 4213"/>
                    <a:gd name="connsiteX56-39029" fmla="*/ 2035 w 2254"/>
                    <a:gd name="connsiteY56-39030" fmla="*/ 1450 h 4213"/>
                    <a:gd name="connsiteX57-39031" fmla="*/ 1945 w 2254"/>
                    <a:gd name="connsiteY57-39032" fmla="*/ 1582 h 4213"/>
                    <a:gd name="connsiteX58-39033" fmla="*/ 1832 w 2254"/>
                    <a:gd name="connsiteY58-39034" fmla="*/ 1776 h 4213"/>
                    <a:gd name="connsiteX59-39035" fmla="*/ 1713 w 2254"/>
                    <a:gd name="connsiteY59-39036" fmla="*/ 1904 h 4213"/>
                    <a:gd name="connsiteX60-39037" fmla="*/ 1706 w 2254"/>
                    <a:gd name="connsiteY60-39038" fmla="*/ 2018 h 4213"/>
                    <a:gd name="connsiteX61-39039" fmla="*/ 1766 w 2254"/>
                    <a:gd name="connsiteY61-39040" fmla="*/ 2115 h 4213"/>
                    <a:gd name="connsiteX62-39041" fmla="*/ 1868 w 2254"/>
                    <a:gd name="connsiteY62-39042" fmla="*/ 2183 h 4213"/>
                    <a:gd name="connsiteX63-39043" fmla="*/ 1945 w 2254"/>
                    <a:gd name="connsiteY63-39044" fmla="*/ 2178 h 4213"/>
                    <a:gd name="connsiteX64-39045" fmla="*/ 1990 w 2254"/>
                    <a:gd name="connsiteY64-39046" fmla="*/ 2104 h 4213"/>
                    <a:gd name="connsiteX65-39047" fmla="*/ 2024 w 2254"/>
                    <a:gd name="connsiteY65-39048" fmla="*/ 2210 h 4213"/>
                    <a:gd name="connsiteX66-39049" fmla="*/ 1912 w 2254"/>
                    <a:gd name="connsiteY66-39050" fmla="*/ 2249 h 4213"/>
                    <a:gd name="connsiteX67-39051" fmla="*/ 1959 w 2254"/>
                    <a:gd name="connsiteY67-39052" fmla="*/ 2362 h 4213"/>
                    <a:gd name="connsiteX68-39053" fmla="*/ 1824 w 2254"/>
                    <a:gd name="connsiteY68-39054" fmla="*/ 2509 h 4213"/>
                    <a:gd name="connsiteX69-39055" fmla="*/ 1783 w 2254"/>
                    <a:gd name="connsiteY69-39056" fmla="*/ 2498 h 4213"/>
                    <a:gd name="connsiteX70-39057" fmla="*/ 1659 w 2254"/>
                    <a:gd name="connsiteY70-39058" fmla="*/ 2413 h 4213"/>
                    <a:gd name="connsiteX71-39059" fmla="*/ 1604 w 2254"/>
                    <a:gd name="connsiteY71-39060" fmla="*/ 2412 h 4213"/>
                    <a:gd name="connsiteX72-39061" fmla="*/ 1569 w 2254"/>
                    <a:gd name="connsiteY72-39062" fmla="*/ 2480 h 4213"/>
                    <a:gd name="connsiteX73-39063" fmla="*/ 1572 w 2254"/>
                    <a:gd name="connsiteY73-39064" fmla="*/ 2562 h 4213"/>
                    <a:gd name="connsiteX74-39065" fmla="*/ 1750 w 2254"/>
                    <a:gd name="connsiteY74-39066" fmla="*/ 2730 h 4213"/>
                    <a:gd name="connsiteX75-39067" fmla="*/ 1749 w 2254"/>
                    <a:gd name="connsiteY75-39068" fmla="*/ 2844 h 4213"/>
                    <a:gd name="connsiteX76-39069" fmla="*/ 1840 w 2254"/>
                    <a:gd name="connsiteY76-39070" fmla="*/ 3060 h 4213"/>
                    <a:gd name="connsiteX77-39071" fmla="*/ 1866 w 2254"/>
                    <a:gd name="connsiteY77-39072" fmla="*/ 3090 h 4213"/>
                    <a:gd name="connsiteX78-39073" fmla="*/ 1910 w 2254"/>
                    <a:gd name="connsiteY78-39074" fmla="*/ 3094 h 4213"/>
                    <a:gd name="connsiteX79-39075" fmla="*/ 1956 w 2254"/>
                    <a:gd name="connsiteY79-39076" fmla="*/ 3010 h 4213"/>
                    <a:gd name="connsiteX80-39077" fmla="*/ 2036 w 2254"/>
                    <a:gd name="connsiteY80-39078" fmla="*/ 2950 h 4213"/>
                    <a:gd name="connsiteX81-39079" fmla="*/ 2131 w 2254"/>
                    <a:gd name="connsiteY81-39080" fmla="*/ 3126 h 4213"/>
                    <a:gd name="connsiteX82-39081" fmla="*/ 2241 w 2254"/>
                    <a:gd name="connsiteY82-39082" fmla="*/ 3312 h 4213"/>
                    <a:gd name="connsiteX83-39083" fmla="*/ 2254 w 2254"/>
                    <a:gd name="connsiteY83-39084" fmla="*/ 3342 h 4213"/>
                    <a:gd name="connsiteX84-39085" fmla="*/ 2243 w 2254"/>
                    <a:gd name="connsiteY84-39086" fmla="*/ 3518 h 4213"/>
                    <a:gd name="connsiteX85-39087" fmla="*/ 2208 w 2254"/>
                    <a:gd name="connsiteY85-39088" fmla="*/ 3554 h 4213"/>
                    <a:gd name="connsiteX86-39089" fmla="*/ 2119 w 2254"/>
                    <a:gd name="connsiteY86-39090" fmla="*/ 3515 h 4213"/>
                    <a:gd name="connsiteX87-39091" fmla="*/ 1885 w 2254"/>
                    <a:gd name="connsiteY87-39092" fmla="*/ 3644 h 4213"/>
                    <a:gd name="connsiteX88-39093" fmla="*/ 1859 w 2254"/>
                    <a:gd name="connsiteY88-39094" fmla="*/ 3666 h 4213"/>
                    <a:gd name="connsiteX89-39095" fmla="*/ 1679 w 2254"/>
                    <a:gd name="connsiteY89-39096" fmla="*/ 3812 h 4213"/>
                    <a:gd name="connsiteX90-39097" fmla="*/ 1538 w 2254"/>
                    <a:gd name="connsiteY90-39098" fmla="*/ 3926 h 4213"/>
                    <a:gd name="connsiteX91-39099" fmla="*/ 1503 w 2254"/>
                    <a:gd name="connsiteY91-39100" fmla="*/ 3965 h 4213"/>
                    <a:gd name="connsiteX92-39101" fmla="*/ 1451 w 2254"/>
                    <a:gd name="connsiteY92-39102" fmla="*/ 3973 h 4213"/>
                    <a:gd name="connsiteX93-39103" fmla="*/ 1394 w 2254"/>
                    <a:gd name="connsiteY93-39104" fmla="*/ 3916 h 4213"/>
                    <a:gd name="connsiteX94-39105" fmla="*/ 1270 w 2254"/>
                    <a:gd name="connsiteY94-39106" fmla="*/ 3808 h 4213"/>
                    <a:gd name="connsiteX95-39107" fmla="*/ 1294 w 2254"/>
                    <a:gd name="connsiteY95-39108" fmla="*/ 4064 h 4213"/>
                    <a:gd name="connsiteX96-39109" fmla="*/ 1303 w 2254"/>
                    <a:gd name="connsiteY96-39110" fmla="*/ 4192 h 4213"/>
                    <a:gd name="connsiteX97-39111" fmla="*/ 1041 w 2254"/>
                    <a:gd name="connsiteY97-39112" fmla="*/ 4166 h 4213"/>
                    <a:gd name="connsiteX98-39113" fmla="*/ 959 w 2254"/>
                    <a:gd name="connsiteY98-39114" fmla="*/ 3987 h 4213"/>
                    <a:gd name="connsiteX99-39115" fmla="*/ 877 w 2254"/>
                    <a:gd name="connsiteY99-39116" fmla="*/ 3802 h 4213"/>
                    <a:gd name="connsiteX100-39117" fmla="*/ 798 w 2254"/>
                    <a:gd name="connsiteY100-39118" fmla="*/ 3734 h 4213"/>
                    <a:gd name="connsiteX101-39119" fmla="*/ 746 w 2254"/>
                    <a:gd name="connsiteY101-39120" fmla="*/ 3806 h 4213"/>
                    <a:gd name="connsiteX0-39121" fmla="*/ 746 w 2254"/>
                    <a:gd name="connsiteY0-39122" fmla="*/ 3806 h 4213"/>
                    <a:gd name="connsiteX1-39123" fmla="*/ 679 w 2254"/>
                    <a:gd name="connsiteY1-39124" fmla="*/ 3800 h 4213"/>
                    <a:gd name="connsiteX2-39125" fmla="*/ 695 w 2254"/>
                    <a:gd name="connsiteY2-39126" fmla="*/ 3662 h 4213"/>
                    <a:gd name="connsiteX3-39127" fmla="*/ 633 w 2254"/>
                    <a:gd name="connsiteY3-39128" fmla="*/ 3500 h 4213"/>
                    <a:gd name="connsiteX4-39129" fmla="*/ 742 w 2254"/>
                    <a:gd name="connsiteY4-39130" fmla="*/ 3280 h 4213"/>
                    <a:gd name="connsiteX5-39131" fmla="*/ 932 w 2254"/>
                    <a:gd name="connsiteY5-39132" fmla="*/ 3195 h 4213"/>
                    <a:gd name="connsiteX6-39133" fmla="*/ 968 w 2254"/>
                    <a:gd name="connsiteY6-39134" fmla="*/ 2962 h 4213"/>
                    <a:gd name="connsiteX7-39135" fmla="*/ 1068 w 2254"/>
                    <a:gd name="connsiteY7-39136" fmla="*/ 2333 h 4213"/>
                    <a:gd name="connsiteX8-39137" fmla="*/ 1066 w 2254"/>
                    <a:gd name="connsiteY8-39138" fmla="*/ 2117 h 4213"/>
                    <a:gd name="connsiteX9-39139" fmla="*/ 990 w 2254"/>
                    <a:gd name="connsiteY9-39140" fmla="*/ 2039 h 4213"/>
                    <a:gd name="connsiteX10-39141" fmla="*/ 847 w 2254"/>
                    <a:gd name="connsiteY10-39142" fmla="*/ 1951 h 4213"/>
                    <a:gd name="connsiteX11-39143" fmla="*/ 755 w 2254"/>
                    <a:gd name="connsiteY11-39144" fmla="*/ 1827 h 4213"/>
                    <a:gd name="connsiteX12-39145" fmla="*/ 659 w 2254"/>
                    <a:gd name="connsiteY12-39146" fmla="*/ 1828 h 4213"/>
                    <a:gd name="connsiteX13-39147" fmla="*/ 614 w 2254"/>
                    <a:gd name="connsiteY13-39148" fmla="*/ 1883 h 4213"/>
                    <a:gd name="connsiteX14-39149" fmla="*/ 521 w 2254"/>
                    <a:gd name="connsiteY14-39150" fmla="*/ 1877 h 4213"/>
                    <a:gd name="connsiteX15-39151" fmla="*/ 501 w 2254"/>
                    <a:gd name="connsiteY15-39152" fmla="*/ 1994 h 4213"/>
                    <a:gd name="connsiteX16-39153" fmla="*/ 320 w 2254"/>
                    <a:gd name="connsiteY16-39154" fmla="*/ 1941 h 4213"/>
                    <a:gd name="connsiteX17-39155" fmla="*/ 237 w 2254"/>
                    <a:gd name="connsiteY17-39156" fmla="*/ 1939 h 4213"/>
                    <a:gd name="connsiteX18-39157" fmla="*/ 112 w 2254"/>
                    <a:gd name="connsiteY18-39158" fmla="*/ 2014 h 4213"/>
                    <a:gd name="connsiteX19-39159" fmla="*/ 0 w 2254"/>
                    <a:gd name="connsiteY19-39160" fmla="*/ 1890 h 4213"/>
                    <a:gd name="connsiteX20-39161" fmla="*/ 94 w 2254"/>
                    <a:gd name="connsiteY20-39162" fmla="*/ 1804 h 4213"/>
                    <a:gd name="connsiteX21-39163" fmla="*/ 98 w 2254"/>
                    <a:gd name="connsiteY21-39164" fmla="*/ 1634 h 4213"/>
                    <a:gd name="connsiteX22-39165" fmla="*/ 153 w 2254"/>
                    <a:gd name="connsiteY22-39166" fmla="*/ 1514 h 4213"/>
                    <a:gd name="connsiteX23-39167" fmla="*/ 196 w 2254"/>
                    <a:gd name="connsiteY23-39168" fmla="*/ 1306 h 4213"/>
                    <a:gd name="connsiteX24-39169" fmla="*/ 256 w 2254"/>
                    <a:gd name="connsiteY24-39170" fmla="*/ 1307 h 4213"/>
                    <a:gd name="connsiteX25-39171" fmla="*/ 579 w 2254"/>
                    <a:gd name="connsiteY25-39172" fmla="*/ 1286 h 4213"/>
                    <a:gd name="connsiteX26-39173" fmla="*/ 753 w 2254"/>
                    <a:gd name="connsiteY26-39174" fmla="*/ 1117 h 4213"/>
                    <a:gd name="connsiteX27-39175" fmla="*/ 822 w 2254"/>
                    <a:gd name="connsiteY27-39176" fmla="*/ 748 h 4213"/>
                    <a:gd name="connsiteX28-39177" fmla="*/ 932 w 2254"/>
                    <a:gd name="connsiteY28-39178" fmla="*/ 486 h 4213"/>
                    <a:gd name="connsiteX29-39179" fmla="*/ 930 w 2254"/>
                    <a:gd name="connsiteY29-39180" fmla="*/ 358 h 4213"/>
                    <a:gd name="connsiteX30-39181" fmla="*/ 917 w 2254"/>
                    <a:gd name="connsiteY30-39182" fmla="*/ 328 h 4213"/>
                    <a:gd name="connsiteX31-39183" fmla="*/ 850 w 2254"/>
                    <a:gd name="connsiteY31-39184" fmla="*/ 251 h 4213"/>
                    <a:gd name="connsiteX32-39185" fmla="*/ 790 w 2254"/>
                    <a:gd name="connsiteY32-39186" fmla="*/ 217 h 4213"/>
                    <a:gd name="connsiteX33-39187" fmla="*/ 915 w 2254"/>
                    <a:gd name="connsiteY33-39188" fmla="*/ 56 h 4213"/>
                    <a:gd name="connsiteX34-39189" fmla="*/ 1088 w 2254"/>
                    <a:gd name="connsiteY34-39190" fmla="*/ 2 h 4213"/>
                    <a:gd name="connsiteX35-39191" fmla="*/ 1120 w 2254"/>
                    <a:gd name="connsiteY35-39192" fmla="*/ 49 h 4213"/>
                    <a:gd name="connsiteX36-39193" fmla="*/ 1110 w 2254"/>
                    <a:gd name="connsiteY36-39194" fmla="*/ 133 h 4213"/>
                    <a:gd name="connsiteX37-39195" fmla="*/ 1049 w 2254"/>
                    <a:gd name="connsiteY37-39196" fmla="*/ 243 h 4213"/>
                    <a:gd name="connsiteX38-39197" fmla="*/ 1119 w 2254"/>
                    <a:gd name="connsiteY38-39198" fmla="*/ 301 h 4213"/>
                    <a:gd name="connsiteX39-39199" fmla="*/ 1233 w 2254"/>
                    <a:gd name="connsiteY39-39200" fmla="*/ 366 h 4213"/>
                    <a:gd name="connsiteX40-39201" fmla="*/ 1253 w 2254"/>
                    <a:gd name="connsiteY40-39202" fmla="*/ 255 h 4213"/>
                    <a:gd name="connsiteX41-39203" fmla="*/ 1387 w 2254"/>
                    <a:gd name="connsiteY41-39204" fmla="*/ 291 h 4213"/>
                    <a:gd name="connsiteX42-39205" fmla="*/ 1412 w 2254"/>
                    <a:gd name="connsiteY42-39206" fmla="*/ 331 h 4213"/>
                    <a:gd name="connsiteX43-39207" fmla="*/ 1488 w 2254"/>
                    <a:gd name="connsiteY43-39208" fmla="*/ 562 h 4213"/>
                    <a:gd name="connsiteX44-39209" fmla="*/ 1523 w 2254"/>
                    <a:gd name="connsiteY44-39210" fmla="*/ 586 h 4213"/>
                    <a:gd name="connsiteX45-39211" fmla="*/ 1615 w 2254"/>
                    <a:gd name="connsiteY45-39212" fmla="*/ 578 h 4213"/>
                    <a:gd name="connsiteX46-39213" fmla="*/ 1875 w 2254"/>
                    <a:gd name="connsiteY46-39214" fmla="*/ 490 h 4213"/>
                    <a:gd name="connsiteX47-39215" fmla="*/ 2095 w 2254"/>
                    <a:gd name="connsiteY47-39216" fmla="*/ 479 h 4213"/>
                    <a:gd name="connsiteX48-39217" fmla="*/ 2155 w 2254"/>
                    <a:gd name="connsiteY48-39218" fmla="*/ 648 h 4213"/>
                    <a:gd name="connsiteX49-39219" fmla="*/ 2073 w 2254"/>
                    <a:gd name="connsiteY49-39220" fmla="*/ 944 h 4213"/>
                    <a:gd name="connsiteX50-39221" fmla="*/ 2073 w 2254"/>
                    <a:gd name="connsiteY50-39222" fmla="*/ 1022 h 4213"/>
                    <a:gd name="connsiteX51-39223" fmla="*/ 2142 w 2254"/>
                    <a:gd name="connsiteY51-39224" fmla="*/ 1168 h 4213"/>
                    <a:gd name="connsiteX52-39225" fmla="*/ 2157 w 2254"/>
                    <a:gd name="connsiteY52-39226" fmla="*/ 1427 h 4213"/>
                    <a:gd name="connsiteX53-39227" fmla="*/ 2159 w 2254"/>
                    <a:gd name="connsiteY53-39228" fmla="*/ 1617 h 4213"/>
                    <a:gd name="connsiteX54-39229" fmla="*/ 2092 w 2254"/>
                    <a:gd name="connsiteY54-39230" fmla="*/ 1625 h 4213"/>
                    <a:gd name="connsiteX55-39231" fmla="*/ 2070 w 2254"/>
                    <a:gd name="connsiteY55-39232" fmla="*/ 1507 h 4213"/>
                    <a:gd name="connsiteX56-39233" fmla="*/ 2035 w 2254"/>
                    <a:gd name="connsiteY56-39234" fmla="*/ 1450 h 4213"/>
                    <a:gd name="connsiteX57-39235" fmla="*/ 1945 w 2254"/>
                    <a:gd name="connsiteY57-39236" fmla="*/ 1582 h 4213"/>
                    <a:gd name="connsiteX58-39237" fmla="*/ 1832 w 2254"/>
                    <a:gd name="connsiteY58-39238" fmla="*/ 1776 h 4213"/>
                    <a:gd name="connsiteX59-39239" fmla="*/ 1713 w 2254"/>
                    <a:gd name="connsiteY59-39240" fmla="*/ 1904 h 4213"/>
                    <a:gd name="connsiteX60-39241" fmla="*/ 1706 w 2254"/>
                    <a:gd name="connsiteY60-39242" fmla="*/ 2018 h 4213"/>
                    <a:gd name="connsiteX61-39243" fmla="*/ 1766 w 2254"/>
                    <a:gd name="connsiteY61-39244" fmla="*/ 2115 h 4213"/>
                    <a:gd name="connsiteX62-39245" fmla="*/ 1868 w 2254"/>
                    <a:gd name="connsiteY62-39246" fmla="*/ 2183 h 4213"/>
                    <a:gd name="connsiteX63-39247" fmla="*/ 1945 w 2254"/>
                    <a:gd name="connsiteY63-39248" fmla="*/ 2178 h 4213"/>
                    <a:gd name="connsiteX64-39249" fmla="*/ 1990 w 2254"/>
                    <a:gd name="connsiteY64-39250" fmla="*/ 2104 h 4213"/>
                    <a:gd name="connsiteX65-39251" fmla="*/ 2024 w 2254"/>
                    <a:gd name="connsiteY65-39252" fmla="*/ 2210 h 4213"/>
                    <a:gd name="connsiteX66-39253" fmla="*/ 1912 w 2254"/>
                    <a:gd name="connsiteY66-39254" fmla="*/ 2249 h 4213"/>
                    <a:gd name="connsiteX67-39255" fmla="*/ 1959 w 2254"/>
                    <a:gd name="connsiteY67-39256" fmla="*/ 2362 h 4213"/>
                    <a:gd name="connsiteX68-39257" fmla="*/ 1824 w 2254"/>
                    <a:gd name="connsiteY68-39258" fmla="*/ 2509 h 4213"/>
                    <a:gd name="connsiteX69-39259" fmla="*/ 1783 w 2254"/>
                    <a:gd name="connsiteY69-39260" fmla="*/ 2498 h 4213"/>
                    <a:gd name="connsiteX70-39261" fmla="*/ 1659 w 2254"/>
                    <a:gd name="connsiteY70-39262" fmla="*/ 2413 h 4213"/>
                    <a:gd name="connsiteX71-39263" fmla="*/ 1604 w 2254"/>
                    <a:gd name="connsiteY71-39264" fmla="*/ 2412 h 4213"/>
                    <a:gd name="connsiteX72-39265" fmla="*/ 1569 w 2254"/>
                    <a:gd name="connsiteY72-39266" fmla="*/ 2480 h 4213"/>
                    <a:gd name="connsiteX73-39267" fmla="*/ 1572 w 2254"/>
                    <a:gd name="connsiteY73-39268" fmla="*/ 2562 h 4213"/>
                    <a:gd name="connsiteX74-39269" fmla="*/ 1750 w 2254"/>
                    <a:gd name="connsiteY74-39270" fmla="*/ 2730 h 4213"/>
                    <a:gd name="connsiteX75-39271" fmla="*/ 1749 w 2254"/>
                    <a:gd name="connsiteY75-39272" fmla="*/ 2844 h 4213"/>
                    <a:gd name="connsiteX76-39273" fmla="*/ 1840 w 2254"/>
                    <a:gd name="connsiteY76-39274" fmla="*/ 3060 h 4213"/>
                    <a:gd name="connsiteX77-39275" fmla="*/ 1866 w 2254"/>
                    <a:gd name="connsiteY77-39276" fmla="*/ 3090 h 4213"/>
                    <a:gd name="connsiteX78-39277" fmla="*/ 1910 w 2254"/>
                    <a:gd name="connsiteY78-39278" fmla="*/ 3094 h 4213"/>
                    <a:gd name="connsiteX79-39279" fmla="*/ 1956 w 2254"/>
                    <a:gd name="connsiteY79-39280" fmla="*/ 3010 h 4213"/>
                    <a:gd name="connsiteX80-39281" fmla="*/ 2036 w 2254"/>
                    <a:gd name="connsiteY80-39282" fmla="*/ 2950 h 4213"/>
                    <a:gd name="connsiteX81-39283" fmla="*/ 2131 w 2254"/>
                    <a:gd name="connsiteY81-39284" fmla="*/ 3126 h 4213"/>
                    <a:gd name="connsiteX82-39285" fmla="*/ 2241 w 2254"/>
                    <a:gd name="connsiteY82-39286" fmla="*/ 3312 h 4213"/>
                    <a:gd name="connsiteX83-39287" fmla="*/ 2254 w 2254"/>
                    <a:gd name="connsiteY83-39288" fmla="*/ 3342 h 4213"/>
                    <a:gd name="connsiteX84-39289" fmla="*/ 2243 w 2254"/>
                    <a:gd name="connsiteY84-39290" fmla="*/ 3518 h 4213"/>
                    <a:gd name="connsiteX85-39291" fmla="*/ 2208 w 2254"/>
                    <a:gd name="connsiteY85-39292" fmla="*/ 3554 h 4213"/>
                    <a:gd name="connsiteX86-39293" fmla="*/ 2119 w 2254"/>
                    <a:gd name="connsiteY86-39294" fmla="*/ 3515 h 4213"/>
                    <a:gd name="connsiteX87-39295" fmla="*/ 1885 w 2254"/>
                    <a:gd name="connsiteY87-39296" fmla="*/ 3644 h 4213"/>
                    <a:gd name="connsiteX88-39297" fmla="*/ 1859 w 2254"/>
                    <a:gd name="connsiteY88-39298" fmla="*/ 3666 h 4213"/>
                    <a:gd name="connsiteX89-39299" fmla="*/ 1679 w 2254"/>
                    <a:gd name="connsiteY89-39300" fmla="*/ 3812 h 4213"/>
                    <a:gd name="connsiteX90-39301" fmla="*/ 1538 w 2254"/>
                    <a:gd name="connsiteY90-39302" fmla="*/ 3926 h 4213"/>
                    <a:gd name="connsiteX91-39303" fmla="*/ 1503 w 2254"/>
                    <a:gd name="connsiteY91-39304" fmla="*/ 3965 h 4213"/>
                    <a:gd name="connsiteX92-39305" fmla="*/ 1451 w 2254"/>
                    <a:gd name="connsiteY92-39306" fmla="*/ 3973 h 4213"/>
                    <a:gd name="connsiteX93-39307" fmla="*/ 1394 w 2254"/>
                    <a:gd name="connsiteY93-39308" fmla="*/ 3916 h 4213"/>
                    <a:gd name="connsiteX94-39309" fmla="*/ 1270 w 2254"/>
                    <a:gd name="connsiteY94-39310" fmla="*/ 3808 h 4213"/>
                    <a:gd name="connsiteX95-39311" fmla="*/ 1294 w 2254"/>
                    <a:gd name="connsiteY95-39312" fmla="*/ 4064 h 4213"/>
                    <a:gd name="connsiteX96-39313" fmla="*/ 1303 w 2254"/>
                    <a:gd name="connsiteY96-39314" fmla="*/ 4192 h 4213"/>
                    <a:gd name="connsiteX97-39315" fmla="*/ 1041 w 2254"/>
                    <a:gd name="connsiteY97-39316" fmla="*/ 4166 h 4213"/>
                    <a:gd name="connsiteX98-39317" fmla="*/ 959 w 2254"/>
                    <a:gd name="connsiteY98-39318" fmla="*/ 3987 h 4213"/>
                    <a:gd name="connsiteX99-39319" fmla="*/ 877 w 2254"/>
                    <a:gd name="connsiteY99-39320" fmla="*/ 3802 h 4213"/>
                    <a:gd name="connsiteX100-39321" fmla="*/ 798 w 2254"/>
                    <a:gd name="connsiteY100-39322" fmla="*/ 3734 h 4213"/>
                    <a:gd name="connsiteX101-39323" fmla="*/ 746 w 2254"/>
                    <a:gd name="connsiteY101-39324" fmla="*/ 3806 h 4213"/>
                    <a:gd name="connsiteX0-39325" fmla="*/ 746 w 2254"/>
                    <a:gd name="connsiteY0-39326" fmla="*/ 3806 h 4213"/>
                    <a:gd name="connsiteX1-39327" fmla="*/ 679 w 2254"/>
                    <a:gd name="connsiteY1-39328" fmla="*/ 3800 h 4213"/>
                    <a:gd name="connsiteX2-39329" fmla="*/ 695 w 2254"/>
                    <a:gd name="connsiteY2-39330" fmla="*/ 3662 h 4213"/>
                    <a:gd name="connsiteX3-39331" fmla="*/ 633 w 2254"/>
                    <a:gd name="connsiteY3-39332" fmla="*/ 3500 h 4213"/>
                    <a:gd name="connsiteX4-39333" fmla="*/ 742 w 2254"/>
                    <a:gd name="connsiteY4-39334" fmla="*/ 3280 h 4213"/>
                    <a:gd name="connsiteX5-39335" fmla="*/ 932 w 2254"/>
                    <a:gd name="connsiteY5-39336" fmla="*/ 3195 h 4213"/>
                    <a:gd name="connsiteX6-39337" fmla="*/ 968 w 2254"/>
                    <a:gd name="connsiteY6-39338" fmla="*/ 2962 h 4213"/>
                    <a:gd name="connsiteX7-39339" fmla="*/ 1068 w 2254"/>
                    <a:gd name="connsiteY7-39340" fmla="*/ 2333 h 4213"/>
                    <a:gd name="connsiteX8-39341" fmla="*/ 1066 w 2254"/>
                    <a:gd name="connsiteY8-39342" fmla="*/ 2117 h 4213"/>
                    <a:gd name="connsiteX9-39343" fmla="*/ 990 w 2254"/>
                    <a:gd name="connsiteY9-39344" fmla="*/ 2039 h 4213"/>
                    <a:gd name="connsiteX10-39345" fmla="*/ 847 w 2254"/>
                    <a:gd name="connsiteY10-39346" fmla="*/ 1951 h 4213"/>
                    <a:gd name="connsiteX11-39347" fmla="*/ 755 w 2254"/>
                    <a:gd name="connsiteY11-39348" fmla="*/ 1827 h 4213"/>
                    <a:gd name="connsiteX12-39349" fmla="*/ 659 w 2254"/>
                    <a:gd name="connsiteY12-39350" fmla="*/ 1828 h 4213"/>
                    <a:gd name="connsiteX13-39351" fmla="*/ 614 w 2254"/>
                    <a:gd name="connsiteY13-39352" fmla="*/ 1883 h 4213"/>
                    <a:gd name="connsiteX14-39353" fmla="*/ 521 w 2254"/>
                    <a:gd name="connsiteY14-39354" fmla="*/ 1877 h 4213"/>
                    <a:gd name="connsiteX15-39355" fmla="*/ 501 w 2254"/>
                    <a:gd name="connsiteY15-39356" fmla="*/ 1994 h 4213"/>
                    <a:gd name="connsiteX16-39357" fmla="*/ 320 w 2254"/>
                    <a:gd name="connsiteY16-39358" fmla="*/ 1941 h 4213"/>
                    <a:gd name="connsiteX17-39359" fmla="*/ 237 w 2254"/>
                    <a:gd name="connsiteY17-39360" fmla="*/ 1939 h 4213"/>
                    <a:gd name="connsiteX18-39361" fmla="*/ 112 w 2254"/>
                    <a:gd name="connsiteY18-39362" fmla="*/ 2014 h 4213"/>
                    <a:gd name="connsiteX19-39363" fmla="*/ 0 w 2254"/>
                    <a:gd name="connsiteY19-39364" fmla="*/ 1890 h 4213"/>
                    <a:gd name="connsiteX20-39365" fmla="*/ 94 w 2254"/>
                    <a:gd name="connsiteY20-39366" fmla="*/ 1804 h 4213"/>
                    <a:gd name="connsiteX21-39367" fmla="*/ 98 w 2254"/>
                    <a:gd name="connsiteY21-39368" fmla="*/ 1634 h 4213"/>
                    <a:gd name="connsiteX22-39369" fmla="*/ 153 w 2254"/>
                    <a:gd name="connsiteY22-39370" fmla="*/ 1514 h 4213"/>
                    <a:gd name="connsiteX23-39371" fmla="*/ 196 w 2254"/>
                    <a:gd name="connsiteY23-39372" fmla="*/ 1306 h 4213"/>
                    <a:gd name="connsiteX24-39373" fmla="*/ 256 w 2254"/>
                    <a:gd name="connsiteY24-39374" fmla="*/ 1307 h 4213"/>
                    <a:gd name="connsiteX25-39375" fmla="*/ 579 w 2254"/>
                    <a:gd name="connsiteY25-39376" fmla="*/ 1286 h 4213"/>
                    <a:gd name="connsiteX26-39377" fmla="*/ 753 w 2254"/>
                    <a:gd name="connsiteY26-39378" fmla="*/ 1117 h 4213"/>
                    <a:gd name="connsiteX27-39379" fmla="*/ 822 w 2254"/>
                    <a:gd name="connsiteY27-39380" fmla="*/ 748 h 4213"/>
                    <a:gd name="connsiteX28-39381" fmla="*/ 932 w 2254"/>
                    <a:gd name="connsiteY28-39382" fmla="*/ 486 h 4213"/>
                    <a:gd name="connsiteX29-39383" fmla="*/ 930 w 2254"/>
                    <a:gd name="connsiteY29-39384" fmla="*/ 358 h 4213"/>
                    <a:gd name="connsiteX30-39385" fmla="*/ 917 w 2254"/>
                    <a:gd name="connsiteY30-39386" fmla="*/ 328 h 4213"/>
                    <a:gd name="connsiteX31-39387" fmla="*/ 850 w 2254"/>
                    <a:gd name="connsiteY31-39388" fmla="*/ 251 h 4213"/>
                    <a:gd name="connsiteX32-39389" fmla="*/ 790 w 2254"/>
                    <a:gd name="connsiteY32-39390" fmla="*/ 217 h 4213"/>
                    <a:gd name="connsiteX33-39391" fmla="*/ 915 w 2254"/>
                    <a:gd name="connsiteY33-39392" fmla="*/ 56 h 4213"/>
                    <a:gd name="connsiteX34-39393" fmla="*/ 1088 w 2254"/>
                    <a:gd name="connsiteY34-39394" fmla="*/ 2 h 4213"/>
                    <a:gd name="connsiteX35-39395" fmla="*/ 1120 w 2254"/>
                    <a:gd name="connsiteY35-39396" fmla="*/ 49 h 4213"/>
                    <a:gd name="connsiteX36-39397" fmla="*/ 1110 w 2254"/>
                    <a:gd name="connsiteY36-39398" fmla="*/ 133 h 4213"/>
                    <a:gd name="connsiteX37-39399" fmla="*/ 1049 w 2254"/>
                    <a:gd name="connsiteY37-39400" fmla="*/ 243 h 4213"/>
                    <a:gd name="connsiteX38-39401" fmla="*/ 1119 w 2254"/>
                    <a:gd name="connsiteY38-39402" fmla="*/ 301 h 4213"/>
                    <a:gd name="connsiteX39-39403" fmla="*/ 1233 w 2254"/>
                    <a:gd name="connsiteY39-39404" fmla="*/ 366 h 4213"/>
                    <a:gd name="connsiteX40-39405" fmla="*/ 1253 w 2254"/>
                    <a:gd name="connsiteY40-39406" fmla="*/ 255 h 4213"/>
                    <a:gd name="connsiteX41-39407" fmla="*/ 1387 w 2254"/>
                    <a:gd name="connsiteY41-39408" fmla="*/ 291 h 4213"/>
                    <a:gd name="connsiteX42-39409" fmla="*/ 1412 w 2254"/>
                    <a:gd name="connsiteY42-39410" fmla="*/ 331 h 4213"/>
                    <a:gd name="connsiteX43-39411" fmla="*/ 1488 w 2254"/>
                    <a:gd name="connsiteY43-39412" fmla="*/ 562 h 4213"/>
                    <a:gd name="connsiteX44-39413" fmla="*/ 1523 w 2254"/>
                    <a:gd name="connsiteY44-39414" fmla="*/ 586 h 4213"/>
                    <a:gd name="connsiteX45-39415" fmla="*/ 1615 w 2254"/>
                    <a:gd name="connsiteY45-39416" fmla="*/ 578 h 4213"/>
                    <a:gd name="connsiteX46-39417" fmla="*/ 1875 w 2254"/>
                    <a:gd name="connsiteY46-39418" fmla="*/ 490 h 4213"/>
                    <a:gd name="connsiteX47-39419" fmla="*/ 2095 w 2254"/>
                    <a:gd name="connsiteY47-39420" fmla="*/ 479 h 4213"/>
                    <a:gd name="connsiteX48-39421" fmla="*/ 2155 w 2254"/>
                    <a:gd name="connsiteY48-39422" fmla="*/ 648 h 4213"/>
                    <a:gd name="connsiteX49-39423" fmla="*/ 2073 w 2254"/>
                    <a:gd name="connsiteY49-39424" fmla="*/ 944 h 4213"/>
                    <a:gd name="connsiteX50-39425" fmla="*/ 2073 w 2254"/>
                    <a:gd name="connsiteY50-39426" fmla="*/ 1022 h 4213"/>
                    <a:gd name="connsiteX51-39427" fmla="*/ 2142 w 2254"/>
                    <a:gd name="connsiteY51-39428" fmla="*/ 1168 h 4213"/>
                    <a:gd name="connsiteX52-39429" fmla="*/ 2157 w 2254"/>
                    <a:gd name="connsiteY52-39430" fmla="*/ 1427 h 4213"/>
                    <a:gd name="connsiteX53-39431" fmla="*/ 2159 w 2254"/>
                    <a:gd name="connsiteY53-39432" fmla="*/ 1617 h 4213"/>
                    <a:gd name="connsiteX54-39433" fmla="*/ 2092 w 2254"/>
                    <a:gd name="connsiteY54-39434" fmla="*/ 1625 h 4213"/>
                    <a:gd name="connsiteX55-39435" fmla="*/ 2070 w 2254"/>
                    <a:gd name="connsiteY55-39436" fmla="*/ 1507 h 4213"/>
                    <a:gd name="connsiteX56-39437" fmla="*/ 2035 w 2254"/>
                    <a:gd name="connsiteY56-39438" fmla="*/ 1450 h 4213"/>
                    <a:gd name="connsiteX57-39439" fmla="*/ 1945 w 2254"/>
                    <a:gd name="connsiteY57-39440" fmla="*/ 1582 h 4213"/>
                    <a:gd name="connsiteX58-39441" fmla="*/ 1832 w 2254"/>
                    <a:gd name="connsiteY58-39442" fmla="*/ 1776 h 4213"/>
                    <a:gd name="connsiteX59-39443" fmla="*/ 1713 w 2254"/>
                    <a:gd name="connsiteY59-39444" fmla="*/ 1904 h 4213"/>
                    <a:gd name="connsiteX60-39445" fmla="*/ 1706 w 2254"/>
                    <a:gd name="connsiteY60-39446" fmla="*/ 2018 h 4213"/>
                    <a:gd name="connsiteX61-39447" fmla="*/ 1766 w 2254"/>
                    <a:gd name="connsiteY61-39448" fmla="*/ 2115 h 4213"/>
                    <a:gd name="connsiteX62-39449" fmla="*/ 1868 w 2254"/>
                    <a:gd name="connsiteY62-39450" fmla="*/ 2183 h 4213"/>
                    <a:gd name="connsiteX63-39451" fmla="*/ 1945 w 2254"/>
                    <a:gd name="connsiteY63-39452" fmla="*/ 2178 h 4213"/>
                    <a:gd name="connsiteX64-39453" fmla="*/ 1990 w 2254"/>
                    <a:gd name="connsiteY64-39454" fmla="*/ 2104 h 4213"/>
                    <a:gd name="connsiteX65-39455" fmla="*/ 2024 w 2254"/>
                    <a:gd name="connsiteY65-39456" fmla="*/ 2210 h 4213"/>
                    <a:gd name="connsiteX66-39457" fmla="*/ 1912 w 2254"/>
                    <a:gd name="connsiteY66-39458" fmla="*/ 2249 h 4213"/>
                    <a:gd name="connsiteX67-39459" fmla="*/ 1959 w 2254"/>
                    <a:gd name="connsiteY67-39460" fmla="*/ 2362 h 4213"/>
                    <a:gd name="connsiteX68-39461" fmla="*/ 1824 w 2254"/>
                    <a:gd name="connsiteY68-39462" fmla="*/ 2509 h 4213"/>
                    <a:gd name="connsiteX69-39463" fmla="*/ 1783 w 2254"/>
                    <a:gd name="connsiteY69-39464" fmla="*/ 2498 h 4213"/>
                    <a:gd name="connsiteX70-39465" fmla="*/ 1659 w 2254"/>
                    <a:gd name="connsiteY70-39466" fmla="*/ 2413 h 4213"/>
                    <a:gd name="connsiteX71-39467" fmla="*/ 1604 w 2254"/>
                    <a:gd name="connsiteY71-39468" fmla="*/ 2412 h 4213"/>
                    <a:gd name="connsiteX72-39469" fmla="*/ 1569 w 2254"/>
                    <a:gd name="connsiteY72-39470" fmla="*/ 2480 h 4213"/>
                    <a:gd name="connsiteX73-39471" fmla="*/ 1572 w 2254"/>
                    <a:gd name="connsiteY73-39472" fmla="*/ 2562 h 4213"/>
                    <a:gd name="connsiteX74-39473" fmla="*/ 1750 w 2254"/>
                    <a:gd name="connsiteY74-39474" fmla="*/ 2730 h 4213"/>
                    <a:gd name="connsiteX75-39475" fmla="*/ 1749 w 2254"/>
                    <a:gd name="connsiteY75-39476" fmla="*/ 2844 h 4213"/>
                    <a:gd name="connsiteX76-39477" fmla="*/ 1840 w 2254"/>
                    <a:gd name="connsiteY76-39478" fmla="*/ 3060 h 4213"/>
                    <a:gd name="connsiteX77-39479" fmla="*/ 1866 w 2254"/>
                    <a:gd name="connsiteY77-39480" fmla="*/ 3090 h 4213"/>
                    <a:gd name="connsiteX78-39481" fmla="*/ 1910 w 2254"/>
                    <a:gd name="connsiteY78-39482" fmla="*/ 3094 h 4213"/>
                    <a:gd name="connsiteX79-39483" fmla="*/ 1956 w 2254"/>
                    <a:gd name="connsiteY79-39484" fmla="*/ 3010 h 4213"/>
                    <a:gd name="connsiteX80-39485" fmla="*/ 2036 w 2254"/>
                    <a:gd name="connsiteY80-39486" fmla="*/ 2950 h 4213"/>
                    <a:gd name="connsiteX81-39487" fmla="*/ 2131 w 2254"/>
                    <a:gd name="connsiteY81-39488" fmla="*/ 3126 h 4213"/>
                    <a:gd name="connsiteX82-39489" fmla="*/ 2241 w 2254"/>
                    <a:gd name="connsiteY82-39490" fmla="*/ 3312 h 4213"/>
                    <a:gd name="connsiteX83-39491" fmla="*/ 2254 w 2254"/>
                    <a:gd name="connsiteY83-39492" fmla="*/ 3342 h 4213"/>
                    <a:gd name="connsiteX84-39493" fmla="*/ 2243 w 2254"/>
                    <a:gd name="connsiteY84-39494" fmla="*/ 3518 h 4213"/>
                    <a:gd name="connsiteX85-39495" fmla="*/ 2208 w 2254"/>
                    <a:gd name="connsiteY85-39496" fmla="*/ 3554 h 4213"/>
                    <a:gd name="connsiteX86-39497" fmla="*/ 2119 w 2254"/>
                    <a:gd name="connsiteY86-39498" fmla="*/ 3515 h 4213"/>
                    <a:gd name="connsiteX87-39499" fmla="*/ 1885 w 2254"/>
                    <a:gd name="connsiteY87-39500" fmla="*/ 3644 h 4213"/>
                    <a:gd name="connsiteX88-39501" fmla="*/ 1859 w 2254"/>
                    <a:gd name="connsiteY88-39502" fmla="*/ 3666 h 4213"/>
                    <a:gd name="connsiteX89-39503" fmla="*/ 1679 w 2254"/>
                    <a:gd name="connsiteY89-39504" fmla="*/ 3812 h 4213"/>
                    <a:gd name="connsiteX90-39505" fmla="*/ 1538 w 2254"/>
                    <a:gd name="connsiteY90-39506" fmla="*/ 3926 h 4213"/>
                    <a:gd name="connsiteX91-39507" fmla="*/ 1503 w 2254"/>
                    <a:gd name="connsiteY91-39508" fmla="*/ 3965 h 4213"/>
                    <a:gd name="connsiteX92-39509" fmla="*/ 1451 w 2254"/>
                    <a:gd name="connsiteY92-39510" fmla="*/ 3973 h 4213"/>
                    <a:gd name="connsiteX93-39511" fmla="*/ 1394 w 2254"/>
                    <a:gd name="connsiteY93-39512" fmla="*/ 3916 h 4213"/>
                    <a:gd name="connsiteX94-39513" fmla="*/ 1270 w 2254"/>
                    <a:gd name="connsiteY94-39514" fmla="*/ 3808 h 4213"/>
                    <a:gd name="connsiteX95-39515" fmla="*/ 1294 w 2254"/>
                    <a:gd name="connsiteY95-39516" fmla="*/ 4064 h 4213"/>
                    <a:gd name="connsiteX96-39517" fmla="*/ 1303 w 2254"/>
                    <a:gd name="connsiteY96-39518" fmla="*/ 4192 h 4213"/>
                    <a:gd name="connsiteX97-39519" fmla="*/ 1041 w 2254"/>
                    <a:gd name="connsiteY97-39520" fmla="*/ 4166 h 4213"/>
                    <a:gd name="connsiteX98-39521" fmla="*/ 959 w 2254"/>
                    <a:gd name="connsiteY98-39522" fmla="*/ 3987 h 4213"/>
                    <a:gd name="connsiteX99-39523" fmla="*/ 877 w 2254"/>
                    <a:gd name="connsiteY99-39524" fmla="*/ 3802 h 4213"/>
                    <a:gd name="connsiteX100-39525" fmla="*/ 798 w 2254"/>
                    <a:gd name="connsiteY100-39526" fmla="*/ 3734 h 4213"/>
                    <a:gd name="connsiteX101-39527" fmla="*/ 746 w 2254"/>
                    <a:gd name="connsiteY101-39528" fmla="*/ 3806 h 4213"/>
                    <a:gd name="connsiteX0-39529" fmla="*/ 746 w 2254"/>
                    <a:gd name="connsiteY0-39530" fmla="*/ 3806 h 4213"/>
                    <a:gd name="connsiteX1-39531" fmla="*/ 679 w 2254"/>
                    <a:gd name="connsiteY1-39532" fmla="*/ 3800 h 4213"/>
                    <a:gd name="connsiteX2-39533" fmla="*/ 695 w 2254"/>
                    <a:gd name="connsiteY2-39534" fmla="*/ 3662 h 4213"/>
                    <a:gd name="connsiteX3-39535" fmla="*/ 633 w 2254"/>
                    <a:gd name="connsiteY3-39536" fmla="*/ 3500 h 4213"/>
                    <a:gd name="connsiteX4-39537" fmla="*/ 742 w 2254"/>
                    <a:gd name="connsiteY4-39538" fmla="*/ 3280 h 4213"/>
                    <a:gd name="connsiteX5-39539" fmla="*/ 932 w 2254"/>
                    <a:gd name="connsiteY5-39540" fmla="*/ 3195 h 4213"/>
                    <a:gd name="connsiteX6-39541" fmla="*/ 968 w 2254"/>
                    <a:gd name="connsiteY6-39542" fmla="*/ 2962 h 4213"/>
                    <a:gd name="connsiteX7-39543" fmla="*/ 1068 w 2254"/>
                    <a:gd name="connsiteY7-39544" fmla="*/ 2333 h 4213"/>
                    <a:gd name="connsiteX8-39545" fmla="*/ 1066 w 2254"/>
                    <a:gd name="connsiteY8-39546" fmla="*/ 2117 h 4213"/>
                    <a:gd name="connsiteX9-39547" fmla="*/ 990 w 2254"/>
                    <a:gd name="connsiteY9-39548" fmla="*/ 2039 h 4213"/>
                    <a:gd name="connsiteX10-39549" fmla="*/ 847 w 2254"/>
                    <a:gd name="connsiteY10-39550" fmla="*/ 1951 h 4213"/>
                    <a:gd name="connsiteX11-39551" fmla="*/ 755 w 2254"/>
                    <a:gd name="connsiteY11-39552" fmla="*/ 1827 h 4213"/>
                    <a:gd name="connsiteX12-39553" fmla="*/ 659 w 2254"/>
                    <a:gd name="connsiteY12-39554" fmla="*/ 1828 h 4213"/>
                    <a:gd name="connsiteX13-39555" fmla="*/ 614 w 2254"/>
                    <a:gd name="connsiteY13-39556" fmla="*/ 1883 h 4213"/>
                    <a:gd name="connsiteX14-39557" fmla="*/ 521 w 2254"/>
                    <a:gd name="connsiteY14-39558" fmla="*/ 1877 h 4213"/>
                    <a:gd name="connsiteX15-39559" fmla="*/ 501 w 2254"/>
                    <a:gd name="connsiteY15-39560" fmla="*/ 1994 h 4213"/>
                    <a:gd name="connsiteX16-39561" fmla="*/ 320 w 2254"/>
                    <a:gd name="connsiteY16-39562" fmla="*/ 1941 h 4213"/>
                    <a:gd name="connsiteX17-39563" fmla="*/ 237 w 2254"/>
                    <a:gd name="connsiteY17-39564" fmla="*/ 1939 h 4213"/>
                    <a:gd name="connsiteX18-39565" fmla="*/ 112 w 2254"/>
                    <a:gd name="connsiteY18-39566" fmla="*/ 2014 h 4213"/>
                    <a:gd name="connsiteX19-39567" fmla="*/ 0 w 2254"/>
                    <a:gd name="connsiteY19-39568" fmla="*/ 1890 h 4213"/>
                    <a:gd name="connsiteX20-39569" fmla="*/ 94 w 2254"/>
                    <a:gd name="connsiteY20-39570" fmla="*/ 1804 h 4213"/>
                    <a:gd name="connsiteX21-39571" fmla="*/ 98 w 2254"/>
                    <a:gd name="connsiteY21-39572" fmla="*/ 1634 h 4213"/>
                    <a:gd name="connsiteX22-39573" fmla="*/ 153 w 2254"/>
                    <a:gd name="connsiteY22-39574" fmla="*/ 1514 h 4213"/>
                    <a:gd name="connsiteX23-39575" fmla="*/ 196 w 2254"/>
                    <a:gd name="connsiteY23-39576" fmla="*/ 1306 h 4213"/>
                    <a:gd name="connsiteX24-39577" fmla="*/ 256 w 2254"/>
                    <a:gd name="connsiteY24-39578" fmla="*/ 1307 h 4213"/>
                    <a:gd name="connsiteX25-39579" fmla="*/ 579 w 2254"/>
                    <a:gd name="connsiteY25-39580" fmla="*/ 1286 h 4213"/>
                    <a:gd name="connsiteX26-39581" fmla="*/ 753 w 2254"/>
                    <a:gd name="connsiteY26-39582" fmla="*/ 1117 h 4213"/>
                    <a:gd name="connsiteX27-39583" fmla="*/ 822 w 2254"/>
                    <a:gd name="connsiteY27-39584" fmla="*/ 748 h 4213"/>
                    <a:gd name="connsiteX28-39585" fmla="*/ 932 w 2254"/>
                    <a:gd name="connsiteY28-39586" fmla="*/ 486 h 4213"/>
                    <a:gd name="connsiteX29-39587" fmla="*/ 930 w 2254"/>
                    <a:gd name="connsiteY29-39588" fmla="*/ 358 h 4213"/>
                    <a:gd name="connsiteX30-39589" fmla="*/ 917 w 2254"/>
                    <a:gd name="connsiteY30-39590" fmla="*/ 328 h 4213"/>
                    <a:gd name="connsiteX31-39591" fmla="*/ 850 w 2254"/>
                    <a:gd name="connsiteY31-39592" fmla="*/ 251 h 4213"/>
                    <a:gd name="connsiteX32-39593" fmla="*/ 790 w 2254"/>
                    <a:gd name="connsiteY32-39594" fmla="*/ 217 h 4213"/>
                    <a:gd name="connsiteX33-39595" fmla="*/ 915 w 2254"/>
                    <a:gd name="connsiteY33-39596" fmla="*/ 56 h 4213"/>
                    <a:gd name="connsiteX34-39597" fmla="*/ 1088 w 2254"/>
                    <a:gd name="connsiteY34-39598" fmla="*/ 2 h 4213"/>
                    <a:gd name="connsiteX35-39599" fmla="*/ 1120 w 2254"/>
                    <a:gd name="connsiteY35-39600" fmla="*/ 49 h 4213"/>
                    <a:gd name="connsiteX36-39601" fmla="*/ 1110 w 2254"/>
                    <a:gd name="connsiteY36-39602" fmla="*/ 133 h 4213"/>
                    <a:gd name="connsiteX37-39603" fmla="*/ 1049 w 2254"/>
                    <a:gd name="connsiteY37-39604" fmla="*/ 243 h 4213"/>
                    <a:gd name="connsiteX38-39605" fmla="*/ 1119 w 2254"/>
                    <a:gd name="connsiteY38-39606" fmla="*/ 301 h 4213"/>
                    <a:gd name="connsiteX39-39607" fmla="*/ 1233 w 2254"/>
                    <a:gd name="connsiteY39-39608" fmla="*/ 366 h 4213"/>
                    <a:gd name="connsiteX40-39609" fmla="*/ 1253 w 2254"/>
                    <a:gd name="connsiteY40-39610" fmla="*/ 255 h 4213"/>
                    <a:gd name="connsiteX41-39611" fmla="*/ 1387 w 2254"/>
                    <a:gd name="connsiteY41-39612" fmla="*/ 291 h 4213"/>
                    <a:gd name="connsiteX42-39613" fmla="*/ 1412 w 2254"/>
                    <a:gd name="connsiteY42-39614" fmla="*/ 331 h 4213"/>
                    <a:gd name="connsiteX43-39615" fmla="*/ 1488 w 2254"/>
                    <a:gd name="connsiteY43-39616" fmla="*/ 562 h 4213"/>
                    <a:gd name="connsiteX44-39617" fmla="*/ 1523 w 2254"/>
                    <a:gd name="connsiteY44-39618" fmla="*/ 586 h 4213"/>
                    <a:gd name="connsiteX45-39619" fmla="*/ 1615 w 2254"/>
                    <a:gd name="connsiteY45-39620" fmla="*/ 578 h 4213"/>
                    <a:gd name="connsiteX46-39621" fmla="*/ 1875 w 2254"/>
                    <a:gd name="connsiteY46-39622" fmla="*/ 490 h 4213"/>
                    <a:gd name="connsiteX47-39623" fmla="*/ 2095 w 2254"/>
                    <a:gd name="connsiteY47-39624" fmla="*/ 479 h 4213"/>
                    <a:gd name="connsiteX48-39625" fmla="*/ 2155 w 2254"/>
                    <a:gd name="connsiteY48-39626" fmla="*/ 648 h 4213"/>
                    <a:gd name="connsiteX49-39627" fmla="*/ 2073 w 2254"/>
                    <a:gd name="connsiteY49-39628" fmla="*/ 944 h 4213"/>
                    <a:gd name="connsiteX50-39629" fmla="*/ 2073 w 2254"/>
                    <a:gd name="connsiteY50-39630" fmla="*/ 1022 h 4213"/>
                    <a:gd name="connsiteX51-39631" fmla="*/ 2142 w 2254"/>
                    <a:gd name="connsiteY51-39632" fmla="*/ 1168 h 4213"/>
                    <a:gd name="connsiteX52-39633" fmla="*/ 2157 w 2254"/>
                    <a:gd name="connsiteY52-39634" fmla="*/ 1427 h 4213"/>
                    <a:gd name="connsiteX53-39635" fmla="*/ 2159 w 2254"/>
                    <a:gd name="connsiteY53-39636" fmla="*/ 1617 h 4213"/>
                    <a:gd name="connsiteX54-39637" fmla="*/ 2092 w 2254"/>
                    <a:gd name="connsiteY54-39638" fmla="*/ 1625 h 4213"/>
                    <a:gd name="connsiteX55-39639" fmla="*/ 2070 w 2254"/>
                    <a:gd name="connsiteY55-39640" fmla="*/ 1507 h 4213"/>
                    <a:gd name="connsiteX56-39641" fmla="*/ 2035 w 2254"/>
                    <a:gd name="connsiteY56-39642" fmla="*/ 1450 h 4213"/>
                    <a:gd name="connsiteX57-39643" fmla="*/ 1945 w 2254"/>
                    <a:gd name="connsiteY57-39644" fmla="*/ 1582 h 4213"/>
                    <a:gd name="connsiteX58-39645" fmla="*/ 1832 w 2254"/>
                    <a:gd name="connsiteY58-39646" fmla="*/ 1776 h 4213"/>
                    <a:gd name="connsiteX59-39647" fmla="*/ 1713 w 2254"/>
                    <a:gd name="connsiteY59-39648" fmla="*/ 1904 h 4213"/>
                    <a:gd name="connsiteX60-39649" fmla="*/ 1706 w 2254"/>
                    <a:gd name="connsiteY60-39650" fmla="*/ 2018 h 4213"/>
                    <a:gd name="connsiteX61-39651" fmla="*/ 1766 w 2254"/>
                    <a:gd name="connsiteY61-39652" fmla="*/ 2115 h 4213"/>
                    <a:gd name="connsiteX62-39653" fmla="*/ 1868 w 2254"/>
                    <a:gd name="connsiteY62-39654" fmla="*/ 2183 h 4213"/>
                    <a:gd name="connsiteX63-39655" fmla="*/ 1945 w 2254"/>
                    <a:gd name="connsiteY63-39656" fmla="*/ 2178 h 4213"/>
                    <a:gd name="connsiteX64-39657" fmla="*/ 1990 w 2254"/>
                    <a:gd name="connsiteY64-39658" fmla="*/ 2104 h 4213"/>
                    <a:gd name="connsiteX65-39659" fmla="*/ 2024 w 2254"/>
                    <a:gd name="connsiteY65-39660" fmla="*/ 2210 h 4213"/>
                    <a:gd name="connsiteX66-39661" fmla="*/ 1912 w 2254"/>
                    <a:gd name="connsiteY66-39662" fmla="*/ 2249 h 4213"/>
                    <a:gd name="connsiteX67-39663" fmla="*/ 1959 w 2254"/>
                    <a:gd name="connsiteY67-39664" fmla="*/ 2362 h 4213"/>
                    <a:gd name="connsiteX68-39665" fmla="*/ 1824 w 2254"/>
                    <a:gd name="connsiteY68-39666" fmla="*/ 2509 h 4213"/>
                    <a:gd name="connsiteX69-39667" fmla="*/ 1783 w 2254"/>
                    <a:gd name="connsiteY69-39668" fmla="*/ 2498 h 4213"/>
                    <a:gd name="connsiteX70-39669" fmla="*/ 1659 w 2254"/>
                    <a:gd name="connsiteY70-39670" fmla="*/ 2413 h 4213"/>
                    <a:gd name="connsiteX71-39671" fmla="*/ 1604 w 2254"/>
                    <a:gd name="connsiteY71-39672" fmla="*/ 2412 h 4213"/>
                    <a:gd name="connsiteX72-39673" fmla="*/ 1569 w 2254"/>
                    <a:gd name="connsiteY72-39674" fmla="*/ 2480 h 4213"/>
                    <a:gd name="connsiteX73-39675" fmla="*/ 1572 w 2254"/>
                    <a:gd name="connsiteY73-39676" fmla="*/ 2562 h 4213"/>
                    <a:gd name="connsiteX74-39677" fmla="*/ 1750 w 2254"/>
                    <a:gd name="connsiteY74-39678" fmla="*/ 2730 h 4213"/>
                    <a:gd name="connsiteX75-39679" fmla="*/ 1749 w 2254"/>
                    <a:gd name="connsiteY75-39680" fmla="*/ 2844 h 4213"/>
                    <a:gd name="connsiteX76-39681" fmla="*/ 1840 w 2254"/>
                    <a:gd name="connsiteY76-39682" fmla="*/ 3060 h 4213"/>
                    <a:gd name="connsiteX77-39683" fmla="*/ 1866 w 2254"/>
                    <a:gd name="connsiteY77-39684" fmla="*/ 3090 h 4213"/>
                    <a:gd name="connsiteX78-39685" fmla="*/ 1910 w 2254"/>
                    <a:gd name="connsiteY78-39686" fmla="*/ 3094 h 4213"/>
                    <a:gd name="connsiteX79-39687" fmla="*/ 1956 w 2254"/>
                    <a:gd name="connsiteY79-39688" fmla="*/ 3010 h 4213"/>
                    <a:gd name="connsiteX80-39689" fmla="*/ 2036 w 2254"/>
                    <a:gd name="connsiteY80-39690" fmla="*/ 2950 h 4213"/>
                    <a:gd name="connsiteX81-39691" fmla="*/ 2131 w 2254"/>
                    <a:gd name="connsiteY81-39692" fmla="*/ 3126 h 4213"/>
                    <a:gd name="connsiteX82-39693" fmla="*/ 2241 w 2254"/>
                    <a:gd name="connsiteY82-39694" fmla="*/ 3312 h 4213"/>
                    <a:gd name="connsiteX83-39695" fmla="*/ 2254 w 2254"/>
                    <a:gd name="connsiteY83-39696" fmla="*/ 3342 h 4213"/>
                    <a:gd name="connsiteX84-39697" fmla="*/ 2243 w 2254"/>
                    <a:gd name="connsiteY84-39698" fmla="*/ 3518 h 4213"/>
                    <a:gd name="connsiteX85-39699" fmla="*/ 2208 w 2254"/>
                    <a:gd name="connsiteY85-39700" fmla="*/ 3554 h 4213"/>
                    <a:gd name="connsiteX86-39701" fmla="*/ 2119 w 2254"/>
                    <a:gd name="connsiteY86-39702" fmla="*/ 3515 h 4213"/>
                    <a:gd name="connsiteX87-39703" fmla="*/ 1885 w 2254"/>
                    <a:gd name="connsiteY87-39704" fmla="*/ 3644 h 4213"/>
                    <a:gd name="connsiteX88-39705" fmla="*/ 1859 w 2254"/>
                    <a:gd name="connsiteY88-39706" fmla="*/ 3666 h 4213"/>
                    <a:gd name="connsiteX89-39707" fmla="*/ 1679 w 2254"/>
                    <a:gd name="connsiteY89-39708" fmla="*/ 3812 h 4213"/>
                    <a:gd name="connsiteX90-39709" fmla="*/ 1538 w 2254"/>
                    <a:gd name="connsiteY90-39710" fmla="*/ 3926 h 4213"/>
                    <a:gd name="connsiteX91-39711" fmla="*/ 1503 w 2254"/>
                    <a:gd name="connsiteY91-39712" fmla="*/ 3965 h 4213"/>
                    <a:gd name="connsiteX92-39713" fmla="*/ 1451 w 2254"/>
                    <a:gd name="connsiteY92-39714" fmla="*/ 3973 h 4213"/>
                    <a:gd name="connsiteX93-39715" fmla="*/ 1394 w 2254"/>
                    <a:gd name="connsiteY93-39716" fmla="*/ 3916 h 4213"/>
                    <a:gd name="connsiteX94-39717" fmla="*/ 1270 w 2254"/>
                    <a:gd name="connsiteY94-39718" fmla="*/ 3808 h 4213"/>
                    <a:gd name="connsiteX95-39719" fmla="*/ 1294 w 2254"/>
                    <a:gd name="connsiteY95-39720" fmla="*/ 4064 h 4213"/>
                    <a:gd name="connsiteX96-39721" fmla="*/ 1303 w 2254"/>
                    <a:gd name="connsiteY96-39722" fmla="*/ 4192 h 4213"/>
                    <a:gd name="connsiteX97-39723" fmla="*/ 1041 w 2254"/>
                    <a:gd name="connsiteY97-39724" fmla="*/ 4166 h 4213"/>
                    <a:gd name="connsiteX98-39725" fmla="*/ 959 w 2254"/>
                    <a:gd name="connsiteY98-39726" fmla="*/ 3987 h 4213"/>
                    <a:gd name="connsiteX99-39727" fmla="*/ 877 w 2254"/>
                    <a:gd name="connsiteY99-39728" fmla="*/ 3802 h 4213"/>
                    <a:gd name="connsiteX100-39729" fmla="*/ 798 w 2254"/>
                    <a:gd name="connsiteY100-39730" fmla="*/ 3734 h 4213"/>
                    <a:gd name="connsiteX101-39731" fmla="*/ 746 w 2254"/>
                    <a:gd name="connsiteY101-39732" fmla="*/ 3806 h 4213"/>
                    <a:gd name="connsiteX0-39733" fmla="*/ 746 w 2254"/>
                    <a:gd name="connsiteY0-39734" fmla="*/ 3806 h 4213"/>
                    <a:gd name="connsiteX1-39735" fmla="*/ 679 w 2254"/>
                    <a:gd name="connsiteY1-39736" fmla="*/ 3800 h 4213"/>
                    <a:gd name="connsiteX2-39737" fmla="*/ 695 w 2254"/>
                    <a:gd name="connsiteY2-39738" fmla="*/ 3662 h 4213"/>
                    <a:gd name="connsiteX3-39739" fmla="*/ 633 w 2254"/>
                    <a:gd name="connsiteY3-39740" fmla="*/ 3500 h 4213"/>
                    <a:gd name="connsiteX4-39741" fmla="*/ 742 w 2254"/>
                    <a:gd name="connsiteY4-39742" fmla="*/ 3280 h 4213"/>
                    <a:gd name="connsiteX5-39743" fmla="*/ 932 w 2254"/>
                    <a:gd name="connsiteY5-39744" fmla="*/ 3195 h 4213"/>
                    <a:gd name="connsiteX6-39745" fmla="*/ 968 w 2254"/>
                    <a:gd name="connsiteY6-39746" fmla="*/ 2962 h 4213"/>
                    <a:gd name="connsiteX7-39747" fmla="*/ 1068 w 2254"/>
                    <a:gd name="connsiteY7-39748" fmla="*/ 2333 h 4213"/>
                    <a:gd name="connsiteX8-39749" fmla="*/ 1066 w 2254"/>
                    <a:gd name="connsiteY8-39750" fmla="*/ 2117 h 4213"/>
                    <a:gd name="connsiteX9-39751" fmla="*/ 990 w 2254"/>
                    <a:gd name="connsiteY9-39752" fmla="*/ 2039 h 4213"/>
                    <a:gd name="connsiteX10-39753" fmla="*/ 847 w 2254"/>
                    <a:gd name="connsiteY10-39754" fmla="*/ 1951 h 4213"/>
                    <a:gd name="connsiteX11-39755" fmla="*/ 755 w 2254"/>
                    <a:gd name="connsiteY11-39756" fmla="*/ 1827 h 4213"/>
                    <a:gd name="connsiteX12-39757" fmla="*/ 659 w 2254"/>
                    <a:gd name="connsiteY12-39758" fmla="*/ 1828 h 4213"/>
                    <a:gd name="connsiteX13-39759" fmla="*/ 614 w 2254"/>
                    <a:gd name="connsiteY13-39760" fmla="*/ 1883 h 4213"/>
                    <a:gd name="connsiteX14-39761" fmla="*/ 521 w 2254"/>
                    <a:gd name="connsiteY14-39762" fmla="*/ 1877 h 4213"/>
                    <a:gd name="connsiteX15-39763" fmla="*/ 501 w 2254"/>
                    <a:gd name="connsiteY15-39764" fmla="*/ 1994 h 4213"/>
                    <a:gd name="connsiteX16-39765" fmla="*/ 320 w 2254"/>
                    <a:gd name="connsiteY16-39766" fmla="*/ 1941 h 4213"/>
                    <a:gd name="connsiteX17-39767" fmla="*/ 237 w 2254"/>
                    <a:gd name="connsiteY17-39768" fmla="*/ 1939 h 4213"/>
                    <a:gd name="connsiteX18-39769" fmla="*/ 112 w 2254"/>
                    <a:gd name="connsiteY18-39770" fmla="*/ 2014 h 4213"/>
                    <a:gd name="connsiteX19-39771" fmla="*/ 0 w 2254"/>
                    <a:gd name="connsiteY19-39772" fmla="*/ 1890 h 4213"/>
                    <a:gd name="connsiteX20-39773" fmla="*/ 94 w 2254"/>
                    <a:gd name="connsiteY20-39774" fmla="*/ 1804 h 4213"/>
                    <a:gd name="connsiteX21-39775" fmla="*/ 98 w 2254"/>
                    <a:gd name="connsiteY21-39776" fmla="*/ 1634 h 4213"/>
                    <a:gd name="connsiteX22-39777" fmla="*/ 153 w 2254"/>
                    <a:gd name="connsiteY22-39778" fmla="*/ 1514 h 4213"/>
                    <a:gd name="connsiteX23-39779" fmla="*/ 196 w 2254"/>
                    <a:gd name="connsiteY23-39780" fmla="*/ 1306 h 4213"/>
                    <a:gd name="connsiteX24-39781" fmla="*/ 256 w 2254"/>
                    <a:gd name="connsiteY24-39782" fmla="*/ 1307 h 4213"/>
                    <a:gd name="connsiteX25-39783" fmla="*/ 579 w 2254"/>
                    <a:gd name="connsiteY25-39784" fmla="*/ 1286 h 4213"/>
                    <a:gd name="connsiteX26-39785" fmla="*/ 753 w 2254"/>
                    <a:gd name="connsiteY26-39786" fmla="*/ 1117 h 4213"/>
                    <a:gd name="connsiteX27-39787" fmla="*/ 822 w 2254"/>
                    <a:gd name="connsiteY27-39788" fmla="*/ 748 h 4213"/>
                    <a:gd name="connsiteX28-39789" fmla="*/ 932 w 2254"/>
                    <a:gd name="connsiteY28-39790" fmla="*/ 486 h 4213"/>
                    <a:gd name="connsiteX29-39791" fmla="*/ 930 w 2254"/>
                    <a:gd name="connsiteY29-39792" fmla="*/ 358 h 4213"/>
                    <a:gd name="connsiteX30-39793" fmla="*/ 917 w 2254"/>
                    <a:gd name="connsiteY30-39794" fmla="*/ 328 h 4213"/>
                    <a:gd name="connsiteX31-39795" fmla="*/ 850 w 2254"/>
                    <a:gd name="connsiteY31-39796" fmla="*/ 251 h 4213"/>
                    <a:gd name="connsiteX32-39797" fmla="*/ 790 w 2254"/>
                    <a:gd name="connsiteY32-39798" fmla="*/ 217 h 4213"/>
                    <a:gd name="connsiteX33-39799" fmla="*/ 915 w 2254"/>
                    <a:gd name="connsiteY33-39800" fmla="*/ 56 h 4213"/>
                    <a:gd name="connsiteX34-39801" fmla="*/ 1088 w 2254"/>
                    <a:gd name="connsiteY34-39802" fmla="*/ 2 h 4213"/>
                    <a:gd name="connsiteX35-39803" fmla="*/ 1120 w 2254"/>
                    <a:gd name="connsiteY35-39804" fmla="*/ 49 h 4213"/>
                    <a:gd name="connsiteX36-39805" fmla="*/ 1110 w 2254"/>
                    <a:gd name="connsiteY36-39806" fmla="*/ 133 h 4213"/>
                    <a:gd name="connsiteX37-39807" fmla="*/ 1049 w 2254"/>
                    <a:gd name="connsiteY37-39808" fmla="*/ 243 h 4213"/>
                    <a:gd name="connsiteX38-39809" fmla="*/ 1119 w 2254"/>
                    <a:gd name="connsiteY38-39810" fmla="*/ 301 h 4213"/>
                    <a:gd name="connsiteX39-39811" fmla="*/ 1233 w 2254"/>
                    <a:gd name="connsiteY39-39812" fmla="*/ 366 h 4213"/>
                    <a:gd name="connsiteX40-39813" fmla="*/ 1253 w 2254"/>
                    <a:gd name="connsiteY40-39814" fmla="*/ 255 h 4213"/>
                    <a:gd name="connsiteX41-39815" fmla="*/ 1387 w 2254"/>
                    <a:gd name="connsiteY41-39816" fmla="*/ 291 h 4213"/>
                    <a:gd name="connsiteX42-39817" fmla="*/ 1412 w 2254"/>
                    <a:gd name="connsiteY42-39818" fmla="*/ 331 h 4213"/>
                    <a:gd name="connsiteX43-39819" fmla="*/ 1488 w 2254"/>
                    <a:gd name="connsiteY43-39820" fmla="*/ 562 h 4213"/>
                    <a:gd name="connsiteX44-39821" fmla="*/ 1523 w 2254"/>
                    <a:gd name="connsiteY44-39822" fmla="*/ 586 h 4213"/>
                    <a:gd name="connsiteX45-39823" fmla="*/ 1615 w 2254"/>
                    <a:gd name="connsiteY45-39824" fmla="*/ 578 h 4213"/>
                    <a:gd name="connsiteX46-39825" fmla="*/ 1875 w 2254"/>
                    <a:gd name="connsiteY46-39826" fmla="*/ 490 h 4213"/>
                    <a:gd name="connsiteX47-39827" fmla="*/ 2095 w 2254"/>
                    <a:gd name="connsiteY47-39828" fmla="*/ 479 h 4213"/>
                    <a:gd name="connsiteX48-39829" fmla="*/ 2155 w 2254"/>
                    <a:gd name="connsiteY48-39830" fmla="*/ 648 h 4213"/>
                    <a:gd name="connsiteX49-39831" fmla="*/ 2073 w 2254"/>
                    <a:gd name="connsiteY49-39832" fmla="*/ 944 h 4213"/>
                    <a:gd name="connsiteX50-39833" fmla="*/ 2073 w 2254"/>
                    <a:gd name="connsiteY50-39834" fmla="*/ 1022 h 4213"/>
                    <a:gd name="connsiteX51-39835" fmla="*/ 2142 w 2254"/>
                    <a:gd name="connsiteY51-39836" fmla="*/ 1168 h 4213"/>
                    <a:gd name="connsiteX52-39837" fmla="*/ 2157 w 2254"/>
                    <a:gd name="connsiteY52-39838" fmla="*/ 1427 h 4213"/>
                    <a:gd name="connsiteX53-39839" fmla="*/ 2159 w 2254"/>
                    <a:gd name="connsiteY53-39840" fmla="*/ 1617 h 4213"/>
                    <a:gd name="connsiteX54-39841" fmla="*/ 2092 w 2254"/>
                    <a:gd name="connsiteY54-39842" fmla="*/ 1625 h 4213"/>
                    <a:gd name="connsiteX55-39843" fmla="*/ 2070 w 2254"/>
                    <a:gd name="connsiteY55-39844" fmla="*/ 1507 h 4213"/>
                    <a:gd name="connsiteX56-39845" fmla="*/ 2035 w 2254"/>
                    <a:gd name="connsiteY56-39846" fmla="*/ 1450 h 4213"/>
                    <a:gd name="connsiteX57-39847" fmla="*/ 1945 w 2254"/>
                    <a:gd name="connsiteY57-39848" fmla="*/ 1582 h 4213"/>
                    <a:gd name="connsiteX58-39849" fmla="*/ 1832 w 2254"/>
                    <a:gd name="connsiteY58-39850" fmla="*/ 1776 h 4213"/>
                    <a:gd name="connsiteX59-39851" fmla="*/ 1713 w 2254"/>
                    <a:gd name="connsiteY59-39852" fmla="*/ 1904 h 4213"/>
                    <a:gd name="connsiteX60-39853" fmla="*/ 1706 w 2254"/>
                    <a:gd name="connsiteY60-39854" fmla="*/ 2018 h 4213"/>
                    <a:gd name="connsiteX61-39855" fmla="*/ 1766 w 2254"/>
                    <a:gd name="connsiteY61-39856" fmla="*/ 2115 h 4213"/>
                    <a:gd name="connsiteX62-39857" fmla="*/ 1868 w 2254"/>
                    <a:gd name="connsiteY62-39858" fmla="*/ 2183 h 4213"/>
                    <a:gd name="connsiteX63-39859" fmla="*/ 1945 w 2254"/>
                    <a:gd name="connsiteY63-39860" fmla="*/ 2178 h 4213"/>
                    <a:gd name="connsiteX64-39861" fmla="*/ 1990 w 2254"/>
                    <a:gd name="connsiteY64-39862" fmla="*/ 2104 h 4213"/>
                    <a:gd name="connsiteX65-39863" fmla="*/ 2024 w 2254"/>
                    <a:gd name="connsiteY65-39864" fmla="*/ 2210 h 4213"/>
                    <a:gd name="connsiteX66-39865" fmla="*/ 1912 w 2254"/>
                    <a:gd name="connsiteY66-39866" fmla="*/ 2249 h 4213"/>
                    <a:gd name="connsiteX67-39867" fmla="*/ 1959 w 2254"/>
                    <a:gd name="connsiteY67-39868" fmla="*/ 2362 h 4213"/>
                    <a:gd name="connsiteX68-39869" fmla="*/ 1824 w 2254"/>
                    <a:gd name="connsiteY68-39870" fmla="*/ 2509 h 4213"/>
                    <a:gd name="connsiteX69-39871" fmla="*/ 1783 w 2254"/>
                    <a:gd name="connsiteY69-39872" fmla="*/ 2498 h 4213"/>
                    <a:gd name="connsiteX70-39873" fmla="*/ 1659 w 2254"/>
                    <a:gd name="connsiteY70-39874" fmla="*/ 2413 h 4213"/>
                    <a:gd name="connsiteX71-39875" fmla="*/ 1604 w 2254"/>
                    <a:gd name="connsiteY71-39876" fmla="*/ 2412 h 4213"/>
                    <a:gd name="connsiteX72-39877" fmla="*/ 1569 w 2254"/>
                    <a:gd name="connsiteY72-39878" fmla="*/ 2480 h 4213"/>
                    <a:gd name="connsiteX73-39879" fmla="*/ 1572 w 2254"/>
                    <a:gd name="connsiteY73-39880" fmla="*/ 2562 h 4213"/>
                    <a:gd name="connsiteX74-39881" fmla="*/ 1750 w 2254"/>
                    <a:gd name="connsiteY74-39882" fmla="*/ 2730 h 4213"/>
                    <a:gd name="connsiteX75-39883" fmla="*/ 1749 w 2254"/>
                    <a:gd name="connsiteY75-39884" fmla="*/ 2844 h 4213"/>
                    <a:gd name="connsiteX76-39885" fmla="*/ 1840 w 2254"/>
                    <a:gd name="connsiteY76-39886" fmla="*/ 3060 h 4213"/>
                    <a:gd name="connsiteX77-39887" fmla="*/ 1866 w 2254"/>
                    <a:gd name="connsiteY77-39888" fmla="*/ 3090 h 4213"/>
                    <a:gd name="connsiteX78-39889" fmla="*/ 1910 w 2254"/>
                    <a:gd name="connsiteY78-39890" fmla="*/ 3094 h 4213"/>
                    <a:gd name="connsiteX79-39891" fmla="*/ 1956 w 2254"/>
                    <a:gd name="connsiteY79-39892" fmla="*/ 3010 h 4213"/>
                    <a:gd name="connsiteX80-39893" fmla="*/ 2036 w 2254"/>
                    <a:gd name="connsiteY80-39894" fmla="*/ 2950 h 4213"/>
                    <a:gd name="connsiteX81-39895" fmla="*/ 2131 w 2254"/>
                    <a:gd name="connsiteY81-39896" fmla="*/ 3126 h 4213"/>
                    <a:gd name="connsiteX82-39897" fmla="*/ 2241 w 2254"/>
                    <a:gd name="connsiteY82-39898" fmla="*/ 3312 h 4213"/>
                    <a:gd name="connsiteX83-39899" fmla="*/ 2254 w 2254"/>
                    <a:gd name="connsiteY83-39900" fmla="*/ 3342 h 4213"/>
                    <a:gd name="connsiteX84-39901" fmla="*/ 2243 w 2254"/>
                    <a:gd name="connsiteY84-39902" fmla="*/ 3518 h 4213"/>
                    <a:gd name="connsiteX85-39903" fmla="*/ 2208 w 2254"/>
                    <a:gd name="connsiteY85-39904" fmla="*/ 3554 h 4213"/>
                    <a:gd name="connsiteX86-39905" fmla="*/ 2119 w 2254"/>
                    <a:gd name="connsiteY86-39906" fmla="*/ 3515 h 4213"/>
                    <a:gd name="connsiteX87-39907" fmla="*/ 1885 w 2254"/>
                    <a:gd name="connsiteY87-39908" fmla="*/ 3644 h 4213"/>
                    <a:gd name="connsiteX88-39909" fmla="*/ 1859 w 2254"/>
                    <a:gd name="connsiteY88-39910" fmla="*/ 3666 h 4213"/>
                    <a:gd name="connsiteX89-39911" fmla="*/ 1679 w 2254"/>
                    <a:gd name="connsiteY89-39912" fmla="*/ 3812 h 4213"/>
                    <a:gd name="connsiteX90-39913" fmla="*/ 1538 w 2254"/>
                    <a:gd name="connsiteY90-39914" fmla="*/ 3926 h 4213"/>
                    <a:gd name="connsiteX91-39915" fmla="*/ 1503 w 2254"/>
                    <a:gd name="connsiteY91-39916" fmla="*/ 3965 h 4213"/>
                    <a:gd name="connsiteX92-39917" fmla="*/ 1451 w 2254"/>
                    <a:gd name="connsiteY92-39918" fmla="*/ 3973 h 4213"/>
                    <a:gd name="connsiteX93-39919" fmla="*/ 1394 w 2254"/>
                    <a:gd name="connsiteY93-39920" fmla="*/ 3916 h 4213"/>
                    <a:gd name="connsiteX94-39921" fmla="*/ 1270 w 2254"/>
                    <a:gd name="connsiteY94-39922" fmla="*/ 3808 h 4213"/>
                    <a:gd name="connsiteX95-39923" fmla="*/ 1294 w 2254"/>
                    <a:gd name="connsiteY95-39924" fmla="*/ 4064 h 4213"/>
                    <a:gd name="connsiteX96-39925" fmla="*/ 1303 w 2254"/>
                    <a:gd name="connsiteY96-39926" fmla="*/ 4192 h 4213"/>
                    <a:gd name="connsiteX97-39927" fmla="*/ 1041 w 2254"/>
                    <a:gd name="connsiteY97-39928" fmla="*/ 4166 h 4213"/>
                    <a:gd name="connsiteX98-39929" fmla="*/ 959 w 2254"/>
                    <a:gd name="connsiteY98-39930" fmla="*/ 3987 h 4213"/>
                    <a:gd name="connsiteX99-39931" fmla="*/ 877 w 2254"/>
                    <a:gd name="connsiteY99-39932" fmla="*/ 3802 h 4213"/>
                    <a:gd name="connsiteX100-39933" fmla="*/ 798 w 2254"/>
                    <a:gd name="connsiteY100-39934" fmla="*/ 3734 h 4213"/>
                    <a:gd name="connsiteX101-39935" fmla="*/ 746 w 2254"/>
                    <a:gd name="connsiteY101-39936" fmla="*/ 3806 h 4213"/>
                    <a:gd name="connsiteX0-39937" fmla="*/ 746 w 2254"/>
                    <a:gd name="connsiteY0-39938" fmla="*/ 3806 h 4213"/>
                    <a:gd name="connsiteX1-39939" fmla="*/ 679 w 2254"/>
                    <a:gd name="connsiteY1-39940" fmla="*/ 3800 h 4213"/>
                    <a:gd name="connsiteX2-39941" fmla="*/ 695 w 2254"/>
                    <a:gd name="connsiteY2-39942" fmla="*/ 3662 h 4213"/>
                    <a:gd name="connsiteX3-39943" fmla="*/ 633 w 2254"/>
                    <a:gd name="connsiteY3-39944" fmla="*/ 3500 h 4213"/>
                    <a:gd name="connsiteX4-39945" fmla="*/ 742 w 2254"/>
                    <a:gd name="connsiteY4-39946" fmla="*/ 3280 h 4213"/>
                    <a:gd name="connsiteX5-39947" fmla="*/ 932 w 2254"/>
                    <a:gd name="connsiteY5-39948" fmla="*/ 3195 h 4213"/>
                    <a:gd name="connsiteX6-39949" fmla="*/ 968 w 2254"/>
                    <a:gd name="connsiteY6-39950" fmla="*/ 2962 h 4213"/>
                    <a:gd name="connsiteX7-39951" fmla="*/ 1068 w 2254"/>
                    <a:gd name="connsiteY7-39952" fmla="*/ 2333 h 4213"/>
                    <a:gd name="connsiteX8-39953" fmla="*/ 1066 w 2254"/>
                    <a:gd name="connsiteY8-39954" fmla="*/ 2117 h 4213"/>
                    <a:gd name="connsiteX9-39955" fmla="*/ 990 w 2254"/>
                    <a:gd name="connsiteY9-39956" fmla="*/ 2039 h 4213"/>
                    <a:gd name="connsiteX10-39957" fmla="*/ 847 w 2254"/>
                    <a:gd name="connsiteY10-39958" fmla="*/ 1951 h 4213"/>
                    <a:gd name="connsiteX11-39959" fmla="*/ 755 w 2254"/>
                    <a:gd name="connsiteY11-39960" fmla="*/ 1827 h 4213"/>
                    <a:gd name="connsiteX12-39961" fmla="*/ 659 w 2254"/>
                    <a:gd name="connsiteY12-39962" fmla="*/ 1828 h 4213"/>
                    <a:gd name="connsiteX13-39963" fmla="*/ 614 w 2254"/>
                    <a:gd name="connsiteY13-39964" fmla="*/ 1883 h 4213"/>
                    <a:gd name="connsiteX14-39965" fmla="*/ 521 w 2254"/>
                    <a:gd name="connsiteY14-39966" fmla="*/ 1877 h 4213"/>
                    <a:gd name="connsiteX15-39967" fmla="*/ 501 w 2254"/>
                    <a:gd name="connsiteY15-39968" fmla="*/ 1994 h 4213"/>
                    <a:gd name="connsiteX16-39969" fmla="*/ 320 w 2254"/>
                    <a:gd name="connsiteY16-39970" fmla="*/ 1941 h 4213"/>
                    <a:gd name="connsiteX17-39971" fmla="*/ 237 w 2254"/>
                    <a:gd name="connsiteY17-39972" fmla="*/ 1939 h 4213"/>
                    <a:gd name="connsiteX18-39973" fmla="*/ 112 w 2254"/>
                    <a:gd name="connsiteY18-39974" fmla="*/ 2014 h 4213"/>
                    <a:gd name="connsiteX19-39975" fmla="*/ 0 w 2254"/>
                    <a:gd name="connsiteY19-39976" fmla="*/ 1890 h 4213"/>
                    <a:gd name="connsiteX20-39977" fmla="*/ 94 w 2254"/>
                    <a:gd name="connsiteY20-39978" fmla="*/ 1804 h 4213"/>
                    <a:gd name="connsiteX21-39979" fmla="*/ 98 w 2254"/>
                    <a:gd name="connsiteY21-39980" fmla="*/ 1634 h 4213"/>
                    <a:gd name="connsiteX22-39981" fmla="*/ 153 w 2254"/>
                    <a:gd name="connsiteY22-39982" fmla="*/ 1514 h 4213"/>
                    <a:gd name="connsiteX23-39983" fmla="*/ 196 w 2254"/>
                    <a:gd name="connsiteY23-39984" fmla="*/ 1306 h 4213"/>
                    <a:gd name="connsiteX24-39985" fmla="*/ 256 w 2254"/>
                    <a:gd name="connsiteY24-39986" fmla="*/ 1307 h 4213"/>
                    <a:gd name="connsiteX25-39987" fmla="*/ 579 w 2254"/>
                    <a:gd name="connsiteY25-39988" fmla="*/ 1286 h 4213"/>
                    <a:gd name="connsiteX26-39989" fmla="*/ 753 w 2254"/>
                    <a:gd name="connsiteY26-39990" fmla="*/ 1117 h 4213"/>
                    <a:gd name="connsiteX27-39991" fmla="*/ 822 w 2254"/>
                    <a:gd name="connsiteY27-39992" fmla="*/ 748 h 4213"/>
                    <a:gd name="connsiteX28-39993" fmla="*/ 932 w 2254"/>
                    <a:gd name="connsiteY28-39994" fmla="*/ 486 h 4213"/>
                    <a:gd name="connsiteX29-39995" fmla="*/ 930 w 2254"/>
                    <a:gd name="connsiteY29-39996" fmla="*/ 358 h 4213"/>
                    <a:gd name="connsiteX30-39997" fmla="*/ 917 w 2254"/>
                    <a:gd name="connsiteY30-39998" fmla="*/ 328 h 4213"/>
                    <a:gd name="connsiteX31-39999" fmla="*/ 850 w 2254"/>
                    <a:gd name="connsiteY31-40000" fmla="*/ 251 h 4213"/>
                    <a:gd name="connsiteX32-40001" fmla="*/ 790 w 2254"/>
                    <a:gd name="connsiteY32-40002" fmla="*/ 217 h 4213"/>
                    <a:gd name="connsiteX33-40003" fmla="*/ 915 w 2254"/>
                    <a:gd name="connsiteY33-40004" fmla="*/ 56 h 4213"/>
                    <a:gd name="connsiteX34-40005" fmla="*/ 1088 w 2254"/>
                    <a:gd name="connsiteY34-40006" fmla="*/ 2 h 4213"/>
                    <a:gd name="connsiteX35-40007" fmla="*/ 1120 w 2254"/>
                    <a:gd name="connsiteY35-40008" fmla="*/ 49 h 4213"/>
                    <a:gd name="connsiteX36-40009" fmla="*/ 1110 w 2254"/>
                    <a:gd name="connsiteY36-40010" fmla="*/ 133 h 4213"/>
                    <a:gd name="connsiteX37-40011" fmla="*/ 1049 w 2254"/>
                    <a:gd name="connsiteY37-40012" fmla="*/ 243 h 4213"/>
                    <a:gd name="connsiteX38-40013" fmla="*/ 1119 w 2254"/>
                    <a:gd name="connsiteY38-40014" fmla="*/ 301 h 4213"/>
                    <a:gd name="connsiteX39-40015" fmla="*/ 1233 w 2254"/>
                    <a:gd name="connsiteY39-40016" fmla="*/ 366 h 4213"/>
                    <a:gd name="connsiteX40-40017" fmla="*/ 1253 w 2254"/>
                    <a:gd name="connsiteY40-40018" fmla="*/ 255 h 4213"/>
                    <a:gd name="connsiteX41-40019" fmla="*/ 1387 w 2254"/>
                    <a:gd name="connsiteY41-40020" fmla="*/ 291 h 4213"/>
                    <a:gd name="connsiteX42-40021" fmla="*/ 1412 w 2254"/>
                    <a:gd name="connsiteY42-40022" fmla="*/ 331 h 4213"/>
                    <a:gd name="connsiteX43-40023" fmla="*/ 1488 w 2254"/>
                    <a:gd name="connsiteY43-40024" fmla="*/ 562 h 4213"/>
                    <a:gd name="connsiteX44-40025" fmla="*/ 1523 w 2254"/>
                    <a:gd name="connsiteY44-40026" fmla="*/ 586 h 4213"/>
                    <a:gd name="connsiteX45-40027" fmla="*/ 1615 w 2254"/>
                    <a:gd name="connsiteY45-40028" fmla="*/ 578 h 4213"/>
                    <a:gd name="connsiteX46-40029" fmla="*/ 1875 w 2254"/>
                    <a:gd name="connsiteY46-40030" fmla="*/ 490 h 4213"/>
                    <a:gd name="connsiteX47-40031" fmla="*/ 2095 w 2254"/>
                    <a:gd name="connsiteY47-40032" fmla="*/ 479 h 4213"/>
                    <a:gd name="connsiteX48-40033" fmla="*/ 2155 w 2254"/>
                    <a:gd name="connsiteY48-40034" fmla="*/ 648 h 4213"/>
                    <a:gd name="connsiteX49-40035" fmla="*/ 2073 w 2254"/>
                    <a:gd name="connsiteY49-40036" fmla="*/ 944 h 4213"/>
                    <a:gd name="connsiteX50-40037" fmla="*/ 2073 w 2254"/>
                    <a:gd name="connsiteY50-40038" fmla="*/ 1022 h 4213"/>
                    <a:gd name="connsiteX51-40039" fmla="*/ 2142 w 2254"/>
                    <a:gd name="connsiteY51-40040" fmla="*/ 1168 h 4213"/>
                    <a:gd name="connsiteX52-40041" fmla="*/ 2157 w 2254"/>
                    <a:gd name="connsiteY52-40042" fmla="*/ 1427 h 4213"/>
                    <a:gd name="connsiteX53-40043" fmla="*/ 2159 w 2254"/>
                    <a:gd name="connsiteY53-40044" fmla="*/ 1617 h 4213"/>
                    <a:gd name="connsiteX54-40045" fmla="*/ 2092 w 2254"/>
                    <a:gd name="connsiteY54-40046" fmla="*/ 1625 h 4213"/>
                    <a:gd name="connsiteX55-40047" fmla="*/ 2070 w 2254"/>
                    <a:gd name="connsiteY55-40048" fmla="*/ 1507 h 4213"/>
                    <a:gd name="connsiteX56-40049" fmla="*/ 2035 w 2254"/>
                    <a:gd name="connsiteY56-40050" fmla="*/ 1450 h 4213"/>
                    <a:gd name="connsiteX57-40051" fmla="*/ 1945 w 2254"/>
                    <a:gd name="connsiteY57-40052" fmla="*/ 1582 h 4213"/>
                    <a:gd name="connsiteX58-40053" fmla="*/ 1832 w 2254"/>
                    <a:gd name="connsiteY58-40054" fmla="*/ 1776 h 4213"/>
                    <a:gd name="connsiteX59-40055" fmla="*/ 1713 w 2254"/>
                    <a:gd name="connsiteY59-40056" fmla="*/ 1904 h 4213"/>
                    <a:gd name="connsiteX60-40057" fmla="*/ 1706 w 2254"/>
                    <a:gd name="connsiteY60-40058" fmla="*/ 2018 h 4213"/>
                    <a:gd name="connsiteX61-40059" fmla="*/ 1766 w 2254"/>
                    <a:gd name="connsiteY61-40060" fmla="*/ 2115 h 4213"/>
                    <a:gd name="connsiteX62-40061" fmla="*/ 1868 w 2254"/>
                    <a:gd name="connsiteY62-40062" fmla="*/ 2183 h 4213"/>
                    <a:gd name="connsiteX63-40063" fmla="*/ 1945 w 2254"/>
                    <a:gd name="connsiteY63-40064" fmla="*/ 2178 h 4213"/>
                    <a:gd name="connsiteX64-40065" fmla="*/ 1990 w 2254"/>
                    <a:gd name="connsiteY64-40066" fmla="*/ 2104 h 4213"/>
                    <a:gd name="connsiteX65-40067" fmla="*/ 2024 w 2254"/>
                    <a:gd name="connsiteY65-40068" fmla="*/ 2210 h 4213"/>
                    <a:gd name="connsiteX66-40069" fmla="*/ 1912 w 2254"/>
                    <a:gd name="connsiteY66-40070" fmla="*/ 2249 h 4213"/>
                    <a:gd name="connsiteX67-40071" fmla="*/ 1959 w 2254"/>
                    <a:gd name="connsiteY67-40072" fmla="*/ 2362 h 4213"/>
                    <a:gd name="connsiteX68-40073" fmla="*/ 1824 w 2254"/>
                    <a:gd name="connsiteY68-40074" fmla="*/ 2509 h 4213"/>
                    <a:gd name="connsiteX69-40075" fmla="*/ 1783 w 2254"/>
                    <a:gd name="connsiteY69-40076" fmla="*/ 2498 h 4213"/>
                    <a:gd name="connsiteX70-40077" fmla="*/ 1659 w 2254"/>
                    <a:gd name="connsiteY70-40078" fmla="*/ 2413 h 4213"/>
                    <a:gd name="connsiteX71-40079" fmla="*/ 1604 w 2254"/>
                    <a:gd name="connsiteY71-40080" fmla="*/ 2412 h 4213"/>
                    <a:gd name="connsiteX72-40081" fmla="*/ 1569 w 2254"/>
                    <a:gd name="connsiteY72-40082" fmla="*/ 2480 h 4213"/>
                    <a:gd name="connsiteX73-40083" fmla="*/ 1572 w 2254"/>
                    <a:gd name="connsiteY73-40084" fmla="*/ 2562 h 4213"/>
                    <a:gd name="connsiteX74-40085" fmla="*/ 1750 w 2254"/>
                    <a:gd name="connsiteY74-40086" fmla="*/ 2730 h 4213"/>
                    <a:gd name="connsiteX75-40087" fmla="*/ 1749 w 2254"/>
                    <a:gd name="connsiteY75-40088" fmla="*/ 2844 h 4213"/>
                    <a:gd name="connsiteX76-40089" fmla="*/ 1840 w 2254"/>
                    <a:gd name="connsiteY76-40090" fmla="*/ 3060 h 4213"/>
                    <a:gd name="connsiteX77-40091" fmla="*/ 1866 w 2254"/>
                    <a:gd name="connsiteY77-40092" fmla="*/ 3090 h 4213"/>
                    <a:gd name="connsiteX78-40093" fmla="*/ 1910 w 2254"/>
                    <a:gd name="connsiteY78-40094" fmla="*/ 3094 h 4213"/>
                    <a:gd name="connsiteX79-40095" fmla="*/ 1956 w 2254"/>
                    <a:gd name="connsiteY79-40096" fmla="*/ 3010 h 4213"/>
                    <a:gd name="connsiteX80-40097" fmla="*/ 2036 w 2254"/>
                    <a:gd name="connsiteY80-40098" fmla="*/ 2950 h 4213"/>
                    <a:gd name="connsiteX81-40099" fmla="*/ 2131 w 2254"/>
                    <a:gd name="connsiteY81-40100" fmla="*/ 3126 h 4213"/>
                    <a:gd name="connsiteX82-40101" fmla="*/ 2241 w 2254"/>
                    <a:gd name="connsiteY82-40102" fmla="*/ 3312 h 4213"/>
                    <a:gd name="connsiteX83-40103" fmla="*/ 2254 w 2254"/>
                    <a:gd name="connsiteY83-40104" fmla="*/ 3342 h 4213"/>
                    <a:gd name="connsiteX84-40105" fmla="*/ 2243 w 2254"/>
                    <a:gd name="connsiteY84-40106" fmla="*/ 3518 h 4213"/>
                    <a:gd name="connsiteX85-40107" fmla="*/ 2208 w 2254"/>
                    <a:gd name="connsiteY85-40108" fmla="*/ 3554 h 4213"/>
                    <a:gd name="connsiteX86-40109" fmla="*/ 2119 w 2254"/>
                    <a:gd name="connsiteY86-40110" fmla="*/ 3515 h 4213"/>
                    <a:gd name="connsiteX87-40111" fmla="*/ 1885 w 2254"/>
                    <a:gd name="connsiteY87-40112" fmla="*/ 3644 h 4213"/>
                    <a:gd name="connsiteX88-40113" fmla="*/ 1859 w 2254"/>
                    <a:gd name="connsiteY88-40114" fmla="*/ 3666 h 4213"/>
                    <a:gd name="connsiteX89-40115" fmla="*/ 1679 w 2254"/>
                    <a:gd name="connsiteY89-40116" fmla="*/ 3812 h 4213"/>
                    <a:gd name="connsiteX90-40117" fmla="*/ 1538 w 2254"/>
                    <a:gd name="connsiteY90-40118" fmla="*/ 3926 h 4213"/>
                    <a:gd name="connsiteX91-40119" fmla="*/ 1503 w 2254"/>
                    <a:gd name="connsiteY91-40120" fmla="*/ 3965 h 4213"/>
                    <a:gd name="connsiteX92-40121" fmla="*/ 1451 w 2254"/>
                    <a:gd name="connsiteY92-40122" fmla="*/ 3973 h 4213"/>
                    <a:gd name="connsiteX93-40123" fmla="*/ 1394 w 2254"/>
                    <a:gd name="connsiteY93-40124" fmla="*/ 3916 h 4213"/>
                    <a:gd name="connsiteX94-40125" fmla="*/ 1270 w 2254"/>
                    <a:gd name="connsiteY94-40126" fmla="*/ 3808 h 4213"/>
                    <a:gd name="connsiteX95-40127" fmla="*/ 1294 w 2254"/>
                    <a:gd name="connsiteY95-40128" fmla="*/ 4064 h 4213"/>
                    <a:gd name="connsiteX96-40129" fmla="*/ 1303 w 2254"/>
                    <a:gd name="connsiteY96-40130" fmla="*/ 4192 h 4213"/>
                    <a:gd name="connsiteX97-40131" fmla="*/ 1041 w 2254"/>
                    <a:gd name="connsiteY97-40132" fmla="*/ 4166 h 4213"/>
                    <a:gd name="connsiteX98-40133" fmla="*/ 959 w 2254"/>
                    <a:gd name="connsiteY98-40134" fmla="*/ 3987 h 4213"/>
                    <a:gd name="connsiteX99-40135" fmla="*/ 877 w 2254"/>
                    <a:gd name="connsiteY99-40136" fmla="*/ 3802 h 4213"/>
                    <a:gd name="connsiteX100-40137" fmla="*/ 798 w 2254"/>
                    <a:gd name="connsiteY100-40138" fmla="*/ 3734 h 4213"/>
                    <a:gd name="connsiteX101-40139" fmla="*/ 746 w 2254"/>
                    <a:gd name="connsiteY101-40140" fmla="*/ 3806 h 4213"/>
                    <a:gd name="connsiteX0-40141" fmla="*/ 746 w 2254"/>
                    <a:gd name="connsiteY0-40142" fmla="*/ 3806 h 4213"/>
                    <a:gd name="connsiteX1-40143" fmla="*/ 679 w 2254"/>
                    <a:gd name="connsiteY1-40144" fmla="*/ 3800 h 4213"/>
                    <a:gd name="connsiteX2-40145" fmla="*/ 695 w 2254"/>
                    <a:gd name="connsiteY2-40146" fmla="*/ 3662 h 4213"/>
                    <a:gd name="connsiteX3-40147" fmla="*/ 633 w 2254"/>
                    <a:gd name="connsiteY3-40148" fmla="*/ 3500 h 4213"/>
                    <a:gd name="connsiteX4-40149" fmla="*/ 742 w 2254"/>
                    <a:gd name="connsiteY4-40150" fmla="*/ 3280 h 4213"/>
                    <a:gd name="connsiteX5-40151" fmla="*/ 932 w 2254"/>
                    <a:gd name="connsiteY5-40152" fmla="*/ 3195 h 4213"/>
                    <a:gd name="connsiteX6-40153" fmla="*/ 968 w 2254"/>
                    <a:gd name="connsiteY6-40154" fmla="*/ 2962 h 4213"/>
                    <a:gd name="connsiteX7-40155" fmla="*/ 1068 w 2254"/>
                    <a:gd name="connsiteY7-40156" fmla="*/ 2333 h 4213"/>
                    <a:gd name="connsiteX8-40157" fmla="*/ 1066 w 2254"/>
                    <a:gd name="connsiteY8-40158" fmla="*/ 2117 h 4213"/>
                    <a:gd name="connsiteX9-40159" fmla="*/ 990 w 2254"/>
                    <a:gd name="connsiteY9-40160" fmla="*/ 2039 h 4213"/>
                    <a:gd name="connsiteX10-40161" fmla="*/ 847 w 2254"/>
                    <a:gd name="connsiteY10-40162" fmla="*/ 1951 h 4213"/>
                    <a:gd name="connsiteX11-40163" fmla="*/ 755 w 2254"/>
                    <a:gd name="connsiteY11-40164" fmla="*/ 1827 h 4213"/>
                    <a:gd name="connsiteX12-40165" fmla="*/ 659 w 2254"/>
                    <a:gd name="connsiteY12-40166" fmla="*/ 1828 h 4213"/>
                    <a:gd name="connsiteX13-40167" fmla="*/ 614 w 2254"/>
                    <a:gd name="connsiteY13-40168" fmla="*/ 1883 h 4213"/>
                    <a:gd name="connsiteX14-40169" fmla="*/ 521 w 2254"/>
                    <a:gd name="connsiteY14-40170" fmla="*/ 1877 h 4213"/>
                    <a:gd name="connsiteX15-40171" fmla="*/ 501 w 2254"/>
                    <a:gd name="connsiteY15-40172" fmla="*/ 1994 h 4213"/>
                    <a:gd name="connsiteX16-40173" fmla="*/ 320 w 2254"/>
                    <a:gd name="connsiteY16-40174" fmla="*/ 1941 h 4213"/>
                    <a:gd name="connsiteX17-40175" fmla="*/ 237 w 2254"/>
                    <a:gd name="connsiteY17-40176" fmla="*/ 1939 h 4213"/>
                    <a:gd name="connsiteX18-40177" fmla="*/ 112 w 2254"/>
                    <a:gd name="connsiteY18-40178" fmla="*/ 2014 h 4213"/>
                    <a:gd name="connsiteX19-40179" fmla="*/ 0 w 2254"/>
                    <a:gd name="connsiteY19-40180" fmla="*/ 1890 h 4213"/>
                    <a:gd name="connsiteX20-40181" fmla="*/ 94 w 2254"/>
                    <a:gd name="connsiteY20-40182" fmla="*/ 1804 h 4213"/>
                    <a:gd name="connsiteX21-40183" fmla="*/ 98 w 2254"/>
                    <a:gd name="connsiteY21-40184" fmla="*/ 1634 h 4213"/>
                    <a:gd name="connsiteX22-40185" fmla="*/ 153 w 2254"/>
                    <a:gd name="connsiteY22-40186" fmla="*/ 1514 h 4213"/>
                    <a:gd name="connsiteX23-40187" fmla="*/ 196 w 2254"/>
                    <a:gd name="connsiteY23-40188" fmla="*/ 1306 h 4213"/>
                    <a:gd name="connsiteX24-40189" fmla="*/ 256 w 2254"/>
                    <a:gd name="connsiteY24-40190" fmla="*/ 1307 h 4213"/>
                    <a:gd name="connsiteX25-40191" fmla="*/ 579 w 2254"/>
                    <a:gd name="connsiteY25-40192" fmla="*/ 1286 h 4213"/>
                    <a:gd name="connsiteX26-40193" fmla="*/ 753 w 2254"/>
                    <a:gd name="connsiteY26-40194" fmla="*/ 1117 h 4213"/>
                    <a:gd name="connsiteX27-40195" fmla="*/ 822 w 2254"/>
                    <a:gd name="connsiteY27-40196" fmla="*/ 748 h 4213"/>
                    <a:gd name="connsiteX28-40197" fmla="*/ 932 w 2254"/>
                    <a:gd name="connsiteY28-40198" fmla="*/ 486 h 4213"/>
                    <a:gd name="connsiteX29-40199" fmla="*/ 930 w 2254"/>
                    <a:gd name="connsiteY29-40200" fmla="*/ 358 h 4213"/>
                    <a:gd name="connsiteX30-40201" fmla="*/ 917 w 2254"/>
                    <a:gd name="connsiteY30-40202" fmla="*/ 328 h 4213"/>
                    <a:gd name="connsiteX31-40203" fmla="*/ 850 w 2254"/>
                    <a:gd name="connsiteY31-40204" fmla="*/ 251 h 4213"/>
                    <a:gd name="connsiteX32-40205" fmla="*/ 790 w 2254"/>
                    <a:gd name="connsiteY32-40206" fmla="*/ 217 h 4213"/>
                    <a:gd name="connsiteX33-40207" fmla="*/ 915 w 2254"/>
                    <a:gd name="connsiteY33-40208" fmla="*/ 56 h 4213"/>
                    <a:gd name="connsiteX34-40209" fmla="*/ 1088 w 2254"/>
                    <a:gd name="connsiteY34-40210" fmla="*/ 2 h 4213"/>
                    <a:gd name="connsiteX35-40211" fmla="*/ 1120 w 2254"/>
                    <a:gd name="connsiteY35-40212" fmla="*/ 49 h 4213"/>
                    <a:gd name="connsiteX36-40213" fmla="*/ 1110 w 2254"/>
                    <a:gd name="connsiteY36-40214" fmla="*/ 133 h 4213"/>
                    <a:gd name="connsiteX37-40215" fmla="*/ 1049 w 2254"/>
                    <a:gd name="connsiteY37-40216" fmla="*/ 243 h 4213"/>
                    <a:gd name="connsiteX38-40217" fmla="*/ 1119 w 2254"/>
                    <a:gd name="connsiteY38-40218" fmla="*/ 301 h 4213"/>
                    <a:gd name="connsiteX39-40219" fmla="*/ 1233 w 2254"/>
                    <a:gd name="connsiteY39-40220" fmla="*/ 366 h 4213"/>
                    <a:gd name="connsiteX40-40221" fmla="*/ 1253 w 2254"/>
                    <a:gd name="connsiteY40-40222" fmla="*/ 255 h 4213"/>
                    <a:gd name="connsiteX41-40223" fmla="*/ 1387 w 2254"/>
                    <a:gd name="connsiteY41-40224" fmla="*/ 291 h 4213"/>
                    <a:gd name="connsiteX42-40225" fmla="*/ 1412 w 2254"/>
                    <a:gd name="connsiteY42-40226" fmla="*/ 331 h 4213"/>
                    <a:gd name="connsiteX43-40227" fmla="*/ 1488 w 2254"/>
                    <a:gd name="connsiteY43-40228" fmla="*/ 562 h 4213"/>
                    <a:gd name="connsiteX44-40229" fmla="*/ 1523 w 2254"/>
                    <a:gd name="connsiteY44-40230" fmla="*/ 586 h 4213"/>
                    <a:gd name="connsiteX45-40231" fmla="*/ 1615 w 2254"/>
                    <a:gd name="connsiteY45-40232" fmla="*/ 578 h 4213"/>
                    <a:gd name="connsiteX46-40233" fmla="*/ 1875 w 2254"/>
                    <a:gd name="connsiteY46-40234" fmla="*/ 490 h 4213"/>
                    <a:gd name="connsiteX47-40235" fmla="*/ 2095 w 2254"/>
                    <a:gd name="connsiteY47-40236" fmla="*/ 479 h 4213"/>
                    <a:gd name="connsiteX48-40237" fmla="*/ 2155 w 2254"/>
                    <a:gd name="connsiteY48-40238" fmla="*/ 648 h 4213"/>
                    <a:gd name="connsiteX49-40239" fmla="*/ 2073 w 2254"/>
                    <a:gd name="connsiteY49-40240" fmla="*/ 944 h 4213"/>
                    <a:gd name="connsiteX50-40241" fmla="*/ 2073 w 2254"/>
                    <a:gd name="connsiteY50-40242" fmla="*/ 1022 h 4213"/>
                    <a:gd name="connsiteX51-40243" fmla="*/ 2142 w 2254"/>
                    <a:gd name="connsiteY51-40244" fmla="*/ 1168 h 4213"/>
                    <a:gd name="connsiteX52-40245" fmla="*/ 2157 w 2254"/>
                    <a:gd name="connsiteY52-40246" fmla="*/ 1427 h 4213"/>
                    <a:gd name="connsiteX53-40247" fmla="*/ 2159 w 2254"/>
                    <a:gd name="connsiteY53-40248" fmla="*/ 1617 h 4213"/>
                    <a:gd name="connsiteX54-40249" fmla="*/ 2092 w 2254"/>
                    <a:gd name="connsiteY54-40250" fmla="*/ 1625 h 4213"/>
                    <a:gd name="connsiteX55-40251" fmla="*/ 2070 w 2254"/>
                    <a:gd name="connsiteY55-40252" fmla="*/ 1507 h 4213"/>
                    <a:gd name="connsiteX56-40253" fmla="*/ 2035 w 2254"/>
                    <a:gd name="connsiteY56-40254" fmla="*/ 1450 h 4213"/>
                    <a:gd name="connsiteX57-40255" fmla="*/ 1945 w 2254"/>
                    <a:gd name="connsiteY57-40256" fmla="*/ 1582 h 4213"/>
                    <a:gd name="connsiteX58-40257" fmla="*/ 1832 w 2254"/>
                    <a:gd name="connsiteY58-40258" fmla="*/ 1776 h 4213"/>
                    <a:gd name="connsiteX59-40259" fmla="*/ 1713 w 2254"/>
                    <a:gd name="connsiteY59-40260" fmla="*/ 1904 h 4213"/>
                    <a:gd name="connsiteX60-40261" fmla="*/ 1706 w 2254"/>
                    <a:gd name="connsiteY60-40262" fmla="*/ 2018 h 4213"/>
                    <a:gd name="connsiteX61-40263" fmla="*/ 1766 w 2254"/>
                    <a:gd name="connsiteY61-40264" fmla="*/ 2115 h 4213"/>
                    <a:gd name="connsiteX62-40265" fmla="*/ 1868 w 2254"/>
                    <a:gd name="connsiteY62-40266" fmla="*/ 2183 h 4213"/>
                    <a:gd name="connsiteX63-40267" fmla="*/ 1945 w 2254"/>
                    <a:gd name="connsiteY63-40268" fmla="*/ 2178 h 4213"/>
                    <a:gd name="connsiteX64-40269" fmla="*/ 1990 w 2254"/>
                    <a:gd name="connsiteY64-40270" fmla="*/ 2104 h 4213"/>
                    <a:gd name="connsiteX65-40271" fmla="*/ 2024 w 2254"/>
                    <a:gd name="connsiteY65-40272" fmla="*/ 2210 h 4213"/>
                    <a:gd name="connsiteX66-40273" fmla="*/ 1912 w 2254"/>
                    <a:gd name="connsiteY66-40274" fmla="*/ 2249 h 4213"/>
                    <a:gd name="connsiteX67-40275" fmla="*/ 1959 w 2254"/>
                    <a:gd name="connsiteY67-40276" fmla="*/ 2362 h 4213"/>
                    <a:gd name="connsiteX68-40277" fmla="*/ 1824 w 2254"/>
                    <a:gd name="connsiteY68-40278" fmla="*/ 2509 h 4213"/>
                    <a:gd name="connsiteX69-40279" fmla="*/ 1783 w 2254"/>
                    <a:gd name="connsiteY69-40280" fmla="*/ 2498 h 4213"/>
                    <a:gd name="connsiteX70-40281" fmla="*/ 1659 w 2254"/>
                    <a:gd name="connsiteY70-40282" fmla="*/ 2413 h 4213"/>
                    <a:gd name="connsiteX71-40283" fmla="*/ 1604 w 2254"/>
                    <a:gd name="connsiteY71-40284" fmla="*/ 2412 h 4213"/>
                    <a:gd name="connsiteX72-40285" fmla="*/ 1569 w 2254"/>
                    <a:gd name="connsiteY72-40286" fmla="*/ 2480 h 4213"/>
                    <a:gd name="connsiteX73-40287" fmla="*/ 1572 w 2254"/>
                    <a:gd name="connsiteY73-40288" fmla="*/ 2562 h 4213"/>
                    <a:gd name="connsiteX74-40289" fmla="*/ 1750 w 2254"/>
                    <a:gd name="connsiteY74-40290" fmla="*/ 2730 h 4213"/>
                    <a:gd name="connsiteX75-40291" fmla="*/ 1749 w 2254"/>
                    <a:gd name="connsiteY75-40292" fmla="*/ 2844 h 4213"/>
                    <a:gd name="connsiteX76-40293" fmla="*/ 1840 w 2254"/>
                    <a:gd name="connsiteY76-40294" fmla="*/ 3060 h 4213"/>
                    <a:gd name="connsiteX77-40295" fmla="*/ 1866 w 2254"/>
                    <a:gd name="connsiteY77-40296" fmla="*/ 3090 h 4213"/>
                    <a:gd name="connsiteX78-40297" fmla="*/ 1910 w 2254"/>
                    <a:gd name="connsiteY78-40298" fmla="*/ 3094 h 4213"/>
                    <a:gd name="connsiteX79-40299" fmla="*/ 1956 w 2254"/>
                    <a:gd name="connsiteY79-40300" fmla="*/ 3010 h 4213"/>
                    <a:gd name="connsiteX80-40301" fmla="*/ 2036 w 2254"/>
                    <a:gd name="connsiteY80-40302" fmla="*/ 2950 h 4213"/>
                    <a:gd name="connsiteX81-40303" fmla="*/ 2131 w 2254"/>
                    <a:gd name="connsiteY81-40304" fmla="*/ 3126 h 4213"/>
                    <a:gd name="connsiteX82-40305" fmla="*/ 2241 w 2254"/>
                    <a:gd name="connsiteY82-40306" fmla="*/ 3312 h 4213"/>
                    <a:gd name="connsiteX83-40307" fmla="*/ 2254 w 2254"/>
                    <a:gd name="connsiteY83-40308" fmla="*/ 3342 h 4213"/>
                    <a:gd name="connsiteX84-40309" fmla="*/ 2243 w 2254"/>
                    <a:gd name="connsiteY84-40310" fmla="*/ 3518 h 4213"/>
                    <a:gd name="connsiteX85-40311" fmla="*/ 2208 w 2254"/>
                    <a:gd name="connsiteY85-40312" fmla="*/ 3554 h 4213"/>
                    <a:gd name="connsiteX86-40313" fmla="*/ 2119 w 2254"/>
                    <a:gd name="connsiteY86-40314" fmla="*/ 3515 h 4213"/>
                    <a:gd name="connsiteX87-40315" fmla="*/ 1885 w 2254"/>
                    <a:gd name="connsiteY87-40316" fmla="*/ 3644 h 4213"/>
                    <a:gd name="connsiteX88-40317" fmla="*/ 1859 w 2254"/>
                    <a:gd name="connsiteY88-40318" fmla="*/ 3666 h 4213"/>
                    <a:gd name="connsiteX89-40319" fmla="*/ 1679 w 2254"/>
                    <a:gd name="connsiteY89-40320" fmla="*/ 3812 h 4213"/>
                    <a:gd name="connsiteX90-40321" fmla="*/ 1538 w 2254"/>
                    <a:gd name="connsiteY90-40322" fmla="*/ 3926 h 4213"/>
                    <a:gd name="connsiteX91-40323" fmla="*/ 1503 w 2254"/>
                    <a:gd name="connsiteY91-40324" fmla="*/ 3965 h 4213"/>
                    <a:gd name="connsiteX92-40325" fmla="*/ 1451 w 2254"/>
                    <a:gd name="connsiteY92-40326" fmla="*/ 3973 h 4213"/>
                    <a:gd name="connsiteX93-40327" fmla="*/ 1394 w 2254"/>
                    <a:gd name="connsiteY93-40328" fmla="*/ 3916 h 4213"/>
                    <a:gd name="connsiteX94-40329" fmla="*/ 1270 w 2254"/>
                    <a:gd name="connsiteY94-40330" fmla="*/ 3808 h 4213"/>
                    <a:gd name="connsiteX95-40331" fmla="*/ 1294 w 2254"/>
                    <a:gd name="connsiteY95-40332" fmla="*/ 4064 h 4213"/>
                    <a:gd name="connsiteX96-40333" fmla="*/ 1303 w 2254"/>
                    <a:gd name="connsiteY96-40334" fmla="*/ 4192 h 4213"/>
                    <a:gd name="connsiteX97-40335" fmla="*/ 1041 w 2254"/>
                    <a:gd name="connsiteY97-40336" fmla="*/ 4166 h 4213"/>
                    <a:gd name="connsiteX98-40337" fmla="*/ 959 w 2254"/>
                    <a:gd name="connsiteY98-40338" fmla="*/ 3987 h 4213"/>
                    <a:gd name="connsiteX99-40339" fmla="*/ 877 w 2254"/>
                    <a:gd name="connsiteY99-40340" fmla="*/ 3802 h 4213"/>
                    <a:gd name="connsiteX100-40341" fmla="*/ 798 w 2254"/>
                    <a:gd name="connsiteY100-40342" fmla="*/ 3734 h 4213"/>
                    <a:gd name="connsiteX101-40343" fmla="*/ 746 w 2254"/>
                    <a:gd name="connsiteY101-40344" fmla="*/ 3806 h 4213"/>
                    <a:gd name="connsiteX0-40345" fmla="*/ 798 w 2254"/>
                    <a:gd name="connsiteY0-40346" fmla="*/ 3734 h 4213"/>
                    <a:gd name="connsiteX1-40347" fmla="*/ 679 w 2254"/>
                    <a:gd name="connsiteY1-40348" fmla="*/ 3800 h 4213"/>
                    <a:gd name="connsiteX2-40349" fmla="*/ 695 w 2254"/>
                    <a:gd name="connsiteY2-40350" fmla="*/ 3662 h 4213"/>
                    <a:gd name="connsiteX3-40351" fmla="*/ 633 w 2254"/>
                    <a:gd name="connsiteY3-40352" fmla="*/ 3500 h 4213"/>
                    <a:gd name="connsiteX4-40353" fmla="*/ 742 w 2254"/>
                    <a:gd name="connsiteY4-40354" fmla="*/ 3280 h 4213"/>
                    <a:gd name="connsiteX5-40355" fmla="*/ 932 w 2254"/>
                    <a:gd name="connsiteY5-40356" fmla="*/ 3195 h 4213"/>
                    <a:gd name="connsiteX6-40357" fmla="*/ 968 w 2254"/>
                    <a:gd name="connsiteY6-40358" fmla="*/ 2962 h 4213"/>
                    <a:gd name="connsiteX7-40359" fmla="*/ 1068 w 2254"/>
                    <a:gd name="connsiteY7-40360" fmla="*/ 2333 h 4213"/>
                    <a:gd name="connsiteX8-40361" fmla="*/ 1066 w 2254"/>
                    <a:gd name="connsiteY8-40362" fmla="*/ 2117 h 4213"/>
                    <a:gd name="connsiteX9-40363" fmla="*/ 990 w 2254"/>
                    <a:gd name="connsiteY9-40364" fmla="*/ 2039 h 4213"/>
                    <a:gd name="connsiteX10-40365" fmla="*/ 847 w 2254"/>
                    <a:gd name="connsiteY10-40366" fmla="*/ 1951 h 4213"/>
                    <a:gd name="connsiteX11-40367" fmla="*/ 755 w 2254"/>
                    <a:gd name="connsiteY11-40368" fmla="*/ 1827 h 4213"/>
                    <a:gd name="connsiteX12-40369" fmla="*/ 659 w 2254"/>
                    <a:gd name="connsiteY12-40370" fmla="*/ 1828 h 4213"/>
                    <a:gd name="connsiteX13-40371" fmla="*/ 614 w 2254"/>
                    <a:gd name="connsiteY13-40372" fmla="*/ 1883 h 4213"/>
                    <a:gd name="connsiteX14-40373" fmla="*/ 521 w 2254"/>
                    <a:gd name="connsiteY14-40374" fmla="*/ 1877 h 4213"/>
                    <a:gd name="connsiteX15-40375" fmla="*/ 501 w 2254"/>
                    <a:gd name="connsiteY15-40376" fmla="*/ 1994 h 4213"/>
                    <a:gd name="connsiteX16-40377" fmla="*/ 320 w 2254"/>
                    <a:gd name="connsiteY16-40378" fmla="*/ 1941 h 4213"/>
                    <a:gd name="connsiteX17-40379" fmla="*/ 237 w 2254"/>
                    <a:gd name="connsiteY17-40380" fmla="*/ 1939 h 4213"/>
                    <a:gd name="connsiteX18-40381" fmla="*/ 112 w 2254"/>
                    <a:gd name="connsiteY18-40382" fmla="*/ 2014 h 4213"/>
                    <a:gd name="connsiteX19-40383" fmla="*/ 0 w 2254"/>
                    <a:gd name="connsiteY19-40384" fmla="*/ 1890 h 4213"/>
                    <a:gd name="connsiteX20-40385" fmla="*/ 94 w 2254"/>
                    <a:gd name="connsiteY20-40386" fmla="*/ 1804 h 4213"/>
                    <a:gd name="connsiteX21-40387" fmla="*/ 98 w 2254"/>
                    <a:gd name="connsiteY21-40388" fmla="*/ 1634 h 4213"/>
                    <a:gd name="connsiteX22-40389" fmla="*/ 153 w 2254"/>
                    <a:gd name="connsiteY22-40390" fmla="*/ 1514 h 4213"/>
                    <a:gd name="connsiteX23-40391" fmla="*/ 196 w 2254"/>
                    <a:gd name="connsiteY23-40392" fmla="*/ 1306 h 4213"/>
                    <a:gd name="connsiteX24-40393" fmla="*/ 256 w 2254"/>
                    <a:gd name="connsiteY24-40394" fmla="*/ 1307 h 4213"/>
                    <a:gd name="connsiteX25-40395" fmla="*/ 579 w 2254"/>
                    <a:gd name="connsiteY25-40396" fmla="*/ 1286 h 4213"/>
                    <a:gd name="connsiteX26-40397" fmla="*/ 753 w 2254"/>
                    <a:gd name="connsiteY26-40398" fmla="*/ 1117 h 4213"/>
                    <a:gd name="connsiteX27-40399" fmla="*/ 822 w 2254"/>
                    <a:gd name="connsiteY27-40400" fmla="*/ 748 h 4213"/>
                    <a:gd name="connsiteX28-40401" fmla="*/ 932 w 2254"/>
                    <a:gd name="connsiteY28-40402" fmla="*/ 486 h 4213"/>
                    <a:gd name="connsiteX29-40403" fmla="*/ 930 w 2254"/>
                    <a:gd name="connsiteY29-40404" fmla="*/ 358 h 4213"/>
                    <a:gd name="connsiteX30-40405" fmla="*/ 917 w 2254"/>
                    <a:gd name="connsiteY30-40406" fmla="*/ 328 h 4213"/>
                    <a:gd name="connsiteX31-40407" fmla="*/ 850 w 2254"/>
                    <a:gd name="connsiteY31-40408" fmla="*/ 251 h 4213"/>
                    <a:gd name="connsiteX32-40409" fmla="*/ 790 w 2254"/>
                    <a:gd name="connsiteY32-40410" fmla="*/ 217 h 4213"/>
                    <a:gd name="connsiteX33-40411" fmla="*/ 915 w 2254"/>
                    <a:gd name="connsiteY33-40412" fmla="*/ 56 h 4213"/>
                    <a:gd name="connsiteX34-40413" fmla="*/ 1088 w 2254"/>
                    <a:gd name="connsiteY34-40414" fmla="*/ 2 h 4213"/>
                    <a:gd name="connsiteX35-40415" fmla="*/ 1120 w 2254"/>
                    <a:gd name="connsiteY35-40416" fmla="*/ 49 h 4213"/>
                    <a:gd name="connsiteX36-40417" fmla="*/ 1110 w 2254"/>
                    <a:gd name="connsiteY36-40418" fmla="*/ 133 h 4213"/>
                    <a:gd name="connsiteX37-40419" fmla="*/ 1049 w 2254"/>
                    <a:gd name="connsiteY37-40420" fmla="*/ 243 h 4213"/>
                    <a:gd name="connsiteX38-40421" fmla="*/ 1119 w 2254"/>
                    <a:gd name="connsiteY38-40422" fmla="*/ 301 h 4213"/>
                    <a:gd name="connsiteX39-40423" fmla="*/ 1233 w 2254"/>
                    <a:gd name="connsiteY39-40424" fmla="*/ 366 h 4213"/>
                    <a:gd name="connsiteX40-40425" fmla="*/ 1253 w 2254"/>
                    <a:gd name="connsiteY40-40426" fmla="*/ 255 h 4213"/>
                    <a:gd name="connsiteX41-40427" fmla="*/ 1387 w 2254"/>
                    <a:gd name="connsiteY41-40428" fmla="*/ 291 h 4213"/>
                    <a:gd name="connsiteX42-40429" fmla="*/ 1412 w 2254"/>
                    <a:gd name="connsiteY42-40430" fmla="*/ 331 h 4213"/>
                    <a:gd name="connsiteX43-40431" fmla="*/ 1488 w 2254"/>
                    <a:gd name="connsiteY43-40432" fmla="*/ 562 h 4213"/>
                    <a:gd name="connsiteX44-40433" fmla="*/ 1523 w 2254"/>
                    <a:gd name="connsiteY44-40434" fmla="*/ 586 h 4213"/>
                    <a:gd name="connsiteX45-40435" fmla="*/ 1615 w 2254"/>
                    <a:gd name="connsiteY45-40436" fmla="*/ 578 h 4213"/>
                    <a:gd name="connsiteX46-40437" fmla="*/ 1875 w 2254"/>
                    <a:gd name="connsiteY46-40438" fmla="*/ 490 h 4213"/>
                    <a:gd name="connsiteX47-40439" fmla="*/ 2095 w 2254"/>
                    <a:gd name="connsiteY47-40440" fmla="*/ 479 h 4213"/>
                    <a:gd name="connsiteX48-40441" fmla="*/ 2155 w 2254"/>
                    <a:gd name="connsiteY48-40442" fmla="*/ 648 h 4213"/>
                    <a:gd name="connsiteX49-40443" fmla="*/ 2073 w 2254"/>
                    <a:gd name="connsiteY49-40444" fmla="*/ 944 h 4213"/>
                    <a:gd name="connsiteX50-40445" fmla="*/ 2073 w 2254"/>
                    <a:gd name="connsiteY50-40446" fmla="*/ 1022 h 4213"/>
                    <a:gd name="connsiteX51-40447" fmla="*/ 2142 w 2254"/>
                    <a:gd name="connsiteY51-40448" fmla="*/ 1168 h 4213"/>
                    <a:gd name="connsiteX52-40449" fmla="*/ 2157 w 2254"/>
                    <a:gd name="connsiteY52-40450" fmla="*/ 1427 h 4213"/>
                    <a:gd name="connsiteX53-40451" fmla="*/ 2159 w 2254"/>
                    <a:gd name="connsiteY53-40452" fmla="*/ 1617 h 4213"/>
                    <a:gd name="connsiteX54-40453" fmla="*/ 2092 w 2254"/>
                    <a:gd name="connsiteY54-40454" fmla="*/ 1625 h 4213"/>
                    <a:gd name="connsiteX55-40455" fmla="*/ 2070 w 2254"/>
                    <a:gd name="connsiteY55-40456" fmla="*/ 1507 h 4213"/>
                    <a:gd name="connsiteX56-40457" fmla="*/ 2035 w 2254"/>
                    <a:gd name="connsiteY56-40458" fmla="*/ 1450 h 4213"/>
                    <a:gd name="connsiteX57-40459" fmla="*/ 1945 w 2254"/>
                    <a:gd name="connsiteY57-40460" fmla="*/ 1582 h 4213"/>
                    <a:gd name="connsiteX58-40461" fmla="*/ 1832 w 2254"/>
                    <a:gd name="connsiteY58-40462" fmla="*/ 1776 h 4213"/>
                    <a:gd name="connsiteX59-40463" fmla="*/ 1713 w 2254"/>
                    <a:gd name="connsiteY59-40464" fmla="*/ 1904 h 4213"/>
                    <a:gd name="connsiteX60-40465" fmla="*/ 1706 w 2254"/>
                    <a:gd name="connsiteY60-40466" fmla="*/ 2018 h 4213"/>
                    <a:gd name="connsiteX61-40467" fmla="*/ 1766 w 2254"/>
                    <a:gd name="connsiteY61-40468" fmla="*/ 2115 h 4213"/>
                    <a:gd name="connsiteX62-40469" fmla="*/ 1868 w 2254"/>
                    <a:gd name="connsiteY62-40470" fmla="*/ 2183 h 4213"/>
                    <a:gd name="connsiteX63-40471" fmla="*/ 1945 w 2254"/>
                    <a:gd name="connsiteY63-40472" fmla="*/ 2178 h 4213"/>
                    <a:gd name="connsiteX64-40473" fmla="*/ 1990 w 2254"/>
                    <a:gd name="connsiteY64-40474" fmla="*/ 2104 h 4213"/>
                    <a:gd name="connsiteX65-40475" fmla="*/ 2024 w 2254"/>
                    <a:gd name="connsiteY65-40476" fmla="*/ 2210 h 4213"/>
                    <a:gd name="connsiteX66-40477" fmla="*/ 1912 w 2254"/>
                    <a:gd name="connsiteY66-40478" fmla="*/ 2249 h 4213"/>
                    <a:gd name="connsiteX67-40479" fmla="*/ 1959 w 2254"/>
                    <a:gd name="connsiteY67-40480" fmla="*/ 2362 h 4213"/>
                    <a:gd name="connsiteX68-40481" fmla="*/ 1824 w 2254"/>
                    <a:gd name="connsiteY68-40482" fmla="*/ 2509 h 4213"/>
                    <a:gd name="connsiteX69-40483" fmla="*/ 1783 w 2254"/>
                    <a:gd name="connsiteY69-40484" fmla="*/ 2498 h 4213"/>
                    <a:gd name="connsiteX70-40485" fmla="*/ 1659 w 2254"/>
                    <a:gd name="connsiteY70-40486" fmla="*/ 2413 h 4213"/>
                    <a:gd name="connsiteX71-40487" fmla="*/ 1604 w 2254"/>
                    <a:gd name="connsiteY71-40488" fmla="*/ 2412 h 4213"/>
                    <a:gd name="connsiteX72-40489" fmla="*/ 1569 w 2254"/>
                    <a:gd name="connsiteY72-40490" fmla="*/ 2480 h 4213"/>
                    <a:gd name="connsiteX73-40491" fmla="*/ 1572 w 2254"/>
                    <a:gd name="connsiteY73-40492" fmla="*/ 2562 h 4213"/>
                    <a:gd name="connsiteX74-40493" fmla="*/ 1750 w 2254"/>
                    <a:gd name="connsiteY74-40494" fmla="*/ 2730 h 4213"/>
                    <a:gd name="connsiteX75-40495" fmla="*/ 1749 w 2254"/>
                    <a:gd name="connsiteY75-40496" fmla="*/ 2844 h 4213"/>
                    <a:gd name="connsiteX76-40497" fmla="*/ 1840 w 2254"/>
                    <a:gd name="connsiteY76-40498" fmla="*/ 3060 h 4213"/>
                    <a:gd name="connsiteX77-40499" fmla="*/ 1866 w 2254"/>
                    <a:gd name="connsiteY77-40500" fmla="*/ 3090 h 4213"/>
                    <a:gd name="connsiteX78-40501" fmla="*/ 1910 w 2254"/>
                    <a:gd name="connsiteY78-40502" fmla="*/ 3094 h 4213"/>
                    <a:gd name="connsiteX79-40503" fmla="*/ 1956 w 2254"/>
                    <a:gd name="connsiteY79-40504" fmla="*/ 3010 h 4213"/>
                    <a:gd name="connsiteX80-40505" fmla="*/ 2036 w 2254"/>
                    <a:gd name="connsiteY80-40506" fmla="*/ 2950 h 4213"/>
                    <a:gd name="connsiteX81-40507" fmla="*/ 2131 w 2254"/>
                    <a:gd name="connsiteY81-40508" fmla="*/ 3126 h 4213"/>
                    <a:gd name="connsiteX82-40509" fmla="*/ 2241 w 2254"/>
                    <a:gd name="connsiteY82-40510" fmla="*/ 3312 h 4213"/>
                    <a:gd name="connsiteX83-40511" fmla="*/ 2254 w 2254"/>
                    <a:gd name="connsiteY83-40512" fmla="*/ 3342 h 4213"/>
                    <a:gd name="connsiteX84-40513" fmla="*/ 2243 w 2254"/>
                    <a:gd name="connsiteY84-40514" fmla="*/ 3518 h 4213"/>
                    <a:gd name="connsiteX85-40515" fmla="*/ 2208 w 2254"/>
                    <a:gd name="connsiteY85-40516" fmla="*/ 3554 h 4213"/>
                    <a:gd name="connsiteX86-40517" fmla="*/ 2119 w 2254"/>
                    <a:gd name="connsiteY86-40518" fmla="*/ 3515 h 4213"/>
                    <a:gd name="connsiteX87-40519" fmla="*/ 1885 w 2254"/>
                    <a:gd name="connsiteY87-40520" fmla="*/ 3644 h 4213"/>
                    <a:gd name="connsiteX88-40521" fmla="*/ 1859 w 2254"/>
                    <a:gd name="connsiteY88-40522" fmla="*/ 3666 h 4213"/>
                    <a:gd name="connsiteX89-40523" fmla="*/ 1679 w 2254"/>
                    <a:gd name="connsiteY89-40524" fmla="*/ 3812 h 4213"/>
                    <a:gd name="connsiteX90-40525" fmla="*/ 1538 w 2254"/>
                    <a:gd name="connsiteY90-40526" fmla="*/ 3926 h 4213"/>
                    <a:gd name="connsiteX91-40527" fmla="*/ 1503 w 2254"/>
                    <a:gd name="connsiteY91-40528" fmla="*/ 3965 h 4213"/>
                    <a:gd name="connsiteX92-40529" fmla="*/ 1451 w 2254"/>
                    <a:gd name="connsiteY92-40530" fmla="*/ 3973 h 4213"/>
                    <a:gd name="connsiteX93-40531" fmla="*/ 1394 w 2254"/>
                    <a:gd name="connsiteY93-40532" fmla="*/ 3916 h 4213"/>
                    <a:gd name="connsiteX94-40533" fmla="*/ 1270 w 2254"/>
                    <a:gd name="connsiteY94-40534" fmla="*/ 3808 h 4213"/>
                    <a:gd name="connsiteX95-40535" fmla="*/ 1294 w 2254"/>
                    <a:gd name="connsiteY95-40536" fmla="*/ 4064 h 4213"/>
                    <a:gd name="connsiteX96-40537" fmla="*/ 1303 w 2254"/>
                    <a:gd name="connsiteY96-40538" fmla="*/ 4192 h 4213"/>
                    <a:gd name="connsiteX97-40539" fmla="*/ 1041 w 2254"/>
                    <a:gd name="connsiteY97-40540" fmla="*/ 4166 h 4213"/>
                    <a:gd name="connsiteX98-40541" fmla="*/ 959 w 2254"/>
                    <a:gd name="connsiteY98-40542" fmla="*/ 3987 h 4213"/>
                    <a:gd name="connsiteX99-40543" fmla="*/ 877 w 2254"/>
                    <a:gd name="connsiteY99-40544" fmla="*/ 3802 h 4213"/>
                    <a:gd name="connsiteX100-40545" fmla="*/ 798 w 2254"/>
                    <a:gd name="connsiteY100-40546" fmla="*/ 3734 h 4213"/>
                    <a:gd name="connsiteX0-40547" fmla="*/ 798 w 2254"/>
                    <a:gd name="connsiteY0-40548" fmla="*/ 3734 h 4213"/>
                    <a:gd name="connsiteX1-40549" fmla="*/ 679 w 2254"/>
                    <a:gd name="connsiteY1-40550" fmla="*/ 3800 h 4213"/>
                    <a:gd name="connsiteX2-40551" fmla="*/ 695 w 2254"/>
                    <a:gd name="connsiteY2-40552" fmla="*/ 3662 h 4213"/>
                    <a:gd name="connsiteX3-40553" fmla="*/ 633 w 2254"/>
                    <a:gd name="connsiteY3-40554" fmla="*/ 3500 h 4213"/>
                    <a:gd name="connsiteX4-40555" fmla="*/ 742 w 2254"/>
                    <a:gd name="connsiteY4-40556" fmla="*/ 3280 h 4213"/>
                    <a:gd name="connsiteX5-40557" fmla="*/ 932 w 2254"/>
                    <a:gd name="connsiteY5-40558" fmla="*/ 3195 h 4213"/>
                    <a:gd name="connsiteX6-40559" fmla="*/ 1112 w 2254"/>
                    <a:gd name="connsiteY6-40560" fmla="*/ 2878 h 4213"/>
                    <a:gd name="connsiteX7-40561" fmla="*/ 1068 w 2254"/>
                    <a:gd name="connsiteY7-40562" fmla="*/ 2333 h 4213"/>
                    <a:gd name="connsiteX8-40563" fmla="*/ 1066 w 2254"/>
                    <a:gd name="connsiteY8-40564" fmla="*/ 2117 h 4213"/>
                    <a:gd name="connsiteX9-40565" fmla="*/ 990 w 2254"/>
                    <a:gd name="connsiteY9-40566" fmla="*/ 2039 h 4213"/>
                    <a:gd name="connsiteX10-40567" fmla="*/ 847 w 2254"/>
                    <a:gd name="connsiteY10-40568" fmla="*/ 1951 h 4213"/>
                    <a:gd name="connsiteX11-40569" fmla="*/ 755 w 2254"/>
                    <a:gd name="connsiteY11-40570" fmla="*/ 1827 h 4213"/>
                    <a:gd name="connsiteX12-40571" fmla="*/ 659 w 2254"/>
                    <a:gd name="connsiteY12-40572" fmla="*/ 1828 h 4213"/>
                    <a:gd name="connsiteX13-40573" fmla="*/ 614 w 2254"/>
                    <a:gd name="connsiteY13-40574" fmla="*/ 1883 h 4213"/>
                    <a:gd name="connsiteX14-40575" fmla="*/ 521 w 2254"/>
                    <a:gd name="connsiteY14-40576" fmla="*/ 1877 h 4213"/>
                    <a:gd name="connsiteX15-40577" fmla="*/ 501 w 2254"/>
                    <a:gd name="connsiteY15-40578" fmla="*/ 1994 h 4213"/>
                    <a:gd name="connsiteX16-40579" fmla="*/ 320 w 2254"/>
                    <a:gd name="connsiteY16-40580" fmla="*/ 1941 h 4213"/>
                    <a:gd name="connsiteX17-40581" fmla="*/ 237 w 2254"/>
                    <a:gd name="connsiteY17-40582" fmla="*/ 1939 h 4213"/>
                    <a:gd name="connsiteX18-40583" fmla="*/ 112 w 2254"/>
                    <a:gd name="connsiteY18-40584" fmla="*/ 2014 h 4213"/>
                    <a:gd name="connsiteX19-40585" fmla="*/ 0 w 2254"/>
                    <a:gd name="connsiteY19-40586" fmla="*/ 1890 h 4213"/>
                    <a:gd name="connsiteX20-40587" fmla="*/ 94 w 2254"/>
                    <a:gd name="connsiteY20-40588" fmla="*/ 1804 h 4213"/>
                    <a:gd name="connsiteX21-40589" fmla="*/ 98 w 2254"/>
                    <a:gd name="connsiteY21-40590" fmla="*/ 1634 h 4213"/>
                    <a:gd name="connsiteX22-40591" fmla="*/ 153 w 2254"/>
                    <a:gd name="connsiteY22-40592" fmla="*/ 1514 h 4213"/>
                    <a:gd name="connsiteX23-40593" fmla="*/ 196 w 2254"/>
                    <a:gd name="connsiteY23-40594" fmla="*/ 1306 h 4213"/>
                    <a:gd name="connsiteX24-40595" fmla="*/ 256 w 2254"/>
                    <a:gd name="connsiteY24-40596" fmla="*/ 1307 h 4213"/>
                    <a:gd name="connsiteX25-40597" fmla="*/ 579 w 2254"/>
                    <a:gd name="connsiteY25-40598" fmla="*/ 1286 h 4213"/>
                    <a:gd name="connsiteX26-40599" fmla="*/ 753 w 2254"/>
                    <a:gd name="connsiteY26-40600" fmla="*/ 1117 h 4213"/>
                    <a:gd name="connsiteX27-40601" fmla="*/ 822 w 2254"/>
                    <a:gd name="connsiteY27-40602" fmla="*/ 748 h 4213"/>
                    <a:gd name="connsiteX28-40603" fmla="*/ 932 w 2254"/>
                    <a:gd name="connsiteY28-40604" fmla="*/ 486 h 4213"/>
                    <a:gd name="connsiteX29-40605" fmla="*/ 930 w 2254"/>
                    <a:gd name="connsiteY29-40606" fmla="*/ 358 h 4213"/>
                    <a:gd name="connsiteX30-40607" fmla="*/ 917 w 2254"/>
                    <a:gd name="connsiteY30-40608" fmla="*/ 328 h 4213"/>
                    <a:gd name="connsiteX31-40609" fmla="*/ 850 w 2254"/>
                    <a:gd name="connsiteY31-40610" fmla="*/ 251 h 4213"/>
                    <a:gd name="connsiteX32-40611" fmla="*/ 790 w 2254"/>
                    <a:gd name="connsiteY32-40612" fmla="*/ 217 h 4213"/>
                    <a:gd name="connsiteX33-40613" fmla="*/ 915 w 2254"/>
                    <a:gd name="connsiteY33-40614" fmla="*/ 56 h 4213"/>
                    <a:gd name="connsiteX34-40615" fmla="*/ 1088 w 2254"/>
                    <a:gd name="connsiteY34-40616" fmla="*/ 2 h 4213"/>
                    <a:gd name="connsiteX35-40617" fmla="*/ 1120 w 2254"/>
                    <a:gd name="connsiteY35-40618" fmla="*/ 49 h 4213"/>
                    <a:gd name="connsiteX36-40619" fmla="*/ 1110 w 2254"/>
                    <a:gd name="connsiteY36-40620" fmla="*/ 133 h 4213"/>
                    <a:gd name="connsiteX37-40621" fmla="*/ 1049 w 2254"/>
                    <a:gd name="connsiteY37-40622" fmla="*/ 243 h 4213"/>
                    <a:gd name="connsiteX38-40623" fmla="*/ 1119 w 2254"/>
                    <a:gd name="connsiteY38-40624" fmla="*/ 301 h 4213"/>
                    <a:gd name="connsiteX39-40625" fmla="*/ 1233 w 2254"/>
                    <a:gd name="connsiteY39-40626" fmla="*/ 366 h 4213"/>
                    <a:gd name="connsiteX40-40627" fmla="*/ 1253 w 2254"/>
                    <a:gd name="connsiteY40-40628" fmla="*/ 255 h 4213"/>
                    <a:gd name="connsiteX41-40629" fmla="*/ 1387 w 2254"/>
                    <a:gd name="connsiteY41-40630" fmla="*/ 291 h 4213"/>
                    <a:gd name="connsiteX42-40631" fmla="*/ 1412 w 2254"/>
                    <a:gd name="connsiteY42-40632" fmla="*/ 331 h 4213"/>
                    <a:gd name="connsiteX43-40633" fmla="*/ 1488 w 2254"/>
                    <a:gd name="connsiteY43-40634" fmla="*/ 562 h 4213"/>
                    <a:gd name="connsiteX44-40635" fmla="*/ 1523 w 2254"/>
                    <a:gd name="connsiteY44-40636" fmla="*/ 586 h 4213"/>
                    <a:gd name="connsiteX45-40637" fmla="*/ 1615 w 2254"/>
                    <a:gd name="connsiteY45-40638" fmla="*/ 578 h 4213"/>
                    <a:gd name="connsiteX46-40639" fmla="*/ 1875 w 2254"/>
                    <a:gd name="connsiteY46-40640" fmla="*/ 490 h 4213"/>
                    <a:gd name="connsiteX47-40641" fmla="*/ 2095 w 2254"/>
                    <a:gd name="connsiteY47-40642" fmla="*/ 479 h 4213"/>
                    <a:gd name="connsiteX48-40643" fmla="*/ 2155 w 2254"/>
                    <a:gd name="connsiteY48-40644" fmla="*/ 648 h 4213"/>
                    <a:gd name="connsiteX49-40645" fmla="*/ 2073 w 2254"/>
                    <a:gd name="connsiteY49-40646" fmla="*/ 944 h 4213"/>
                    <a:gd name="connsiteX50-40647" fmla="*/ 2073 w 2254"/>
                    <a:gd name="connsiteY50-40648" fmla="*/ 1022 h 4213"/>
                    <a:gd name="connsiteX51-40649" fmla="*/ 2142 w 2254"/>
                    <a:gd name="connsiteY51-40650" fmla="*/ 1168 h 4213"/>
                    <a:gd name="connsiteX52-40651" fmla="*/ 2157 w 2254"/>
                    <a:gd name="connsiteY52-40652" fmla="*/ 1427 h 4213"/>
                    <a:gd name="connsiteX53-40653" fmla="*/ 2159 w 2254"/>
                    <a:gd name="connsiteY53-40654" fmla="*/ 1617 h 4213"/>
                    <a:gd name="connsiteX54-40655" fmla="*/ 2092 w 2254"/>
                    <a:gd name="connsiteY54-40656" fmla="*/ 1625 h 4213"/>
                    <a:gd name="connsiteX55-40657" fmla="*/ 2070 w 2254"/>
                    <a:gd name="connsiteY55-40658" fmla="*/ 1507 h 4213"/>
                    <a:gd name="connsiteX56-40659" fmla="*/ 2035 w 2254"/>
                    <a:gd name="connsiteY56-40660" fmla="*/ 1450 h 4213"/>
                    <a:gd name="connsiteX57-40661" fmla="*/ 1945 w 2254"/>
                    <a:gd name="connsiteY57-40662" fmla="*/ 1582 h 4213"/>
                    <a:gd name="connsiteX58-40663" fmla="*/ 1832 w 2254"/>
                    <a:gd name="connsiteY58-40664" fmla="*/ 1776 h 4213"/>
                    <a:gd name="connsiteX59-40665" fmla="*/ 1713 w 2254"/>
                    <a:gd name="connsiteY59-40666" fmla="*/ 1904 h 4213"/>
                    <a:gd name="connsiteX60-40667" fmla="*/ 1706 w 2254"/>
                    <a:gd name="connsiteY60-40668" fmla="*/ 2018 h 4213"/>
                    <a:gd name="connsiteX61-40669" fmla="*/ 1766 w 2254"/>
                    <a:gd name="connsiteY61-40670" fmla="*/ 2115 h 4213"/>
                    <a:gd name="connsiteX62-40671" fmla="*/ 1868 w 2254"/>
                    <a:gd name="connsiteY62-40672" fmla="*/ 2183 h 4213"/>
                    <a:gd name="connsiteX63-40673" fmla="*/ 1945 w 2254"/>
                    <a:gd name="connsiteY63-40674" fmla="*/ 2178 h 4213"/>
                    <a:gd name="connsiteX64-40675" fmla="*/ 1990 w 2254"/>
                    <a:gd name="connsiteY64-40676" fmla="*/ 2104 h 4213"/>
                    <a:gd name="connsiteX65-40677" fmla="*/ 2024 w 2254"/>
                    <a:gd name="connsiteY65-40678" fmla="*/ 2210 h 4213"/>
                    <a:gd name="connsiteX66-40679" fmla="*/ 1912 w 2254"/>
                    <a:gd name="connsiteY66-40680" fmla="*/ 2249 h 4213"/>
                    <a:gd name="connsiteX67-40681" fmla="*/ 1959 w 2254"/>
                    <a:gd name="connsiteY67-40682" fmla="*/ 2362 h 4213"/>
                    <a:gd name="connsiteX68-40683" fmla="*/ 1824 w 2254"/>
                    <a:gd name="connsiteY68-40684" fmla="*/ 2509 h 4213"/>
                    <a:gd name="connsiteX69-40685" fmla="*/ 1783 w 2254"/>
                    <a:gd name="connsiteY69-40686" fmla="*/ 2498 h 4213"/>
                    <a:gd name="connsiteX70-40687" fmla="*/ 1659 w 2254"/>
                    <a:gd name="connsiteY70-40688" fmla="*/ 2413 h 4213"/>
                    <a:gd name="connsiteX71-40689" fmla="*/ 1604 w 2254"/>
                    <a:gd name="connsiteY71-40690" fmla="*/ 2412 h 4213"/>
                    <a:gd name="connsiteX72-40691" fmla="*/ 1569 w 2254"/>
                    <a:gd name="connsiteY72-40692" fmla="*/ 2480 h 4213"/>
                    <a:gd name="connsiteX73-40693" fmla="*/ 1572 w 2254"/>
                    <a:gd name="connsiteY73-40694" fmla="*/ 2562 h 4213"/>
                    <a:gd name="connsiteX74-40695" fmla="*/ 1750 w 2254"/>
                    <a:gd name="connsiteY74-40696" fmla="*/ 2730 h 4213"/>
                    <a:gd name="connsiteX75-40697" fmla="*/ 1749 w 2254"/>
                    <a:gd name="connsiteY75-40698" fmla="*/ 2844 h 4213"/>
                    <a:gd name="connsiteX76-40699" fmla="*/ 1840 w 2254"/>
                    <a:gd name="connsiteY76-40700" fmla="*/ 3060 h 4213"/>
                    <a:gd name="connsiteX77-40701" fmla="*/ 1866 w 2254"/>
                    <a:gd name="connsiteY77-40702" fmla="*/ 3090 h 4213"/>
                    <a:gd name="connsiteX78-40703" fmla="*/ 1910 w 2254"/>
                    <a:gd name="connsiteY78-40704" fmla="*/ 3094 h 4213"/>
                    <a:gd name="connsiteX79-40705" fmla="*/ 1956 w 2254"/>
                    <a:gd name="connsiteY79-40706" fmla="*/ 3010 h 4213"/>
                    <a:gd name="connsiteX80-40707" fmla="*/ 2036 w 2254"/>
                    <a:gd name="connsiteY80-40708" fmla="*/ 2950 h 4213"/>
                    <a:gd name="connsiteX81-40709" fmla="*/ 2131 w 2254"/>
                    <a:gd name="connsiteY81-40710" fmla="*/ 3126 h 4213"/>
                    <a:gd name="connsiteX82-40711" fmla="*/ 2241 w 2254"/>
                    <a:gd name="connsiteY82-40712" fmla="*/ 3312 h 4213"/>
                    <a:gd name="connsiteX83-40713" fmla="*/ 2254 w 2254"/>
                    <a:gd name="connsiteY83-40714" fmla="*/ 3342 h 4213"/>
                    <a:gd name="connsiteX84-40715" fmla="*/ 2243 w 2254"/>
                    <a:gd name="connsiteY84-40716" fmla="*/ 3518 h 4213"/>
                    <a:gd name="connsiteX85-40717" fmla="*/ 2208 w 2254"/>
                    <a:gd name="connsiteY85-40718" fmla="*/ 3554 h 4213"/>
                    <a:gd name="connsiteX86-40719" fmla="*/ 2119 w 2254"/>
                    <a:gd name="connsiteY86-40720" fmla="*/ 3515 h 4213"/>
                    <a:gd name="connsiteX87-40721" fmla="*/ 1885 w 2254"/>
                    <a:gd name="connsiteY87-40722" fmla="*/ 3644 h 4213"/>
                    <a:gd name="connsiteX88-40723" fmla="*/ 1859 w 2254"/>
                    <a:gd name="connsiteY88-40724" fmla="*/ 3666 h 4213"/>
                    <a:gd name="connsiteX89-40725" fmla="*/ 1679 w 2254"/>
                    <a:gd name="connsiteY89-40726" fmla="*/ 3812 h 4213"/>
                    <a:gd name="connsiteX90-40727" fmla="*/ 1538 w 2254"/>
                    <a:gd name="connsiteY90-40728" fmla="*/ 3926 h 4213"/>
                    <a:gd name="connsiteX91-40729" fmla="*/ 1503 w 2254"/>
                    <a:gd name="connsiteY91-40730" fmla="*/ 3965 h 4213"/>
                    <a:gd name="connsiteX92-40731" fmla="*/ 1451 w 2254"/>
                    <a:gd name="connsiteY92-40732" fmla="*/ 3973 h 4213"/>
                    <a:gd name="connsiteX93-40733" fmla="*/ 1394 w 2254"/>
                    <a:gd name="connsiteY93-40734" fmla="*/ 3916 h 4213"/>
                    <a:gd name="connsiteX94-40735" fmla="*/ 1270 w 2254"/>
                    <a:gd name="connsiteY94-40736" fmla="*/ 3808 h 4213"/>
                    <a:gd name="connsiteX95-40737" fmla="*/ 1294 w 2254"/>
                    <a:gd name="connsiteY95-40738" fmla="*/ 4064 h 4213"/>
                    <a:gd name="connsiteX96-40739" fmla="*/ 1303 w 2254"/>
                    <a:gd name="connsiteY96-40740" fmla="*/ 4192 h 4213"/>
                    <a:gd name="connsiteX97-40741" fmla="*/ 1041 w 2254"/>
                    <a:gd name="connsiteY97-40742" fmla="*/ 4166 h 4213"/>
                    <a:gd name="connsiteX98-40743" fmla="*/ 959 w 2254"/>
                    <a:gd name="connsiteY98-40744" fmla="*/ 3987 h 4213"/>
                    <a:gd name="connsiteX99-40745" fmla="*/ 877 w 2254"/>
                    <a:gd name="connsiteY99-40746" fmla="*/ 3802 h 4213"/>
                    <a:gd name="connsiteX100-40747" fmla="*/ 798 w 2254"/>
                    <a:gd name="connsiteY100-40748" fmla="*/ 3734 h 4213"/>
                    <a:gd name="connsiteX0-40749" fmla="*/ 798 w 2254"/>
                    <a:gd name="connsiteY0-40750" fmla="*/ 3734 h 4213"/>
                    <a:gd name="connsiteX1-40751" fmla="*/ 679 w 2254"/>
                    <a:gd name="connsiteY1-40752" fmla="*/ 3800 h 4213"/>
                    <a:gd name="connsiteX2-40753" fmla="*/ 695 w 2254"/>
                    <a:gd name="connsiteY2-40754" fmla="*/ 3662 h 4213"/>
                    <a:gd name="connsiteX3-40755" fmla="*/ 633 w 2254"/>
                    <a:gd name="connsiteY3-40756" fmla="*/ 3500 h 4213"/>
                    <a:gd name="connsiteX4-40757" fmla="*/ 742 w 2254"/>
                    <a:gd name="connsiteY4-40758" fmla="*/ 3280 h 4213"/>
                    <a:gd name="connsiteX5-40759" fmla="*/ 932 w 2254"/>
                    <a:gd name="connsiteY5-40760" fmla="*/ 3195 h 4213"/>
                    <a:gd name="connsiteX6-40761" fmla="*/ 1045 w 2254"/>
                    <a:gd name="connsiteY6-40762" fmla="*/ 3058 h 4213"/>
                    <a:gd name="connsiteX7-40763" fmla="*/ 1112 w 2254"/>
                    <a:gd name="connsiteY7-40764" fmla="*/ 2878 h 4213"/>
                    <a:gd name="connsiteX8-40765" fmla="*/ 1068 w 2254"/>
                    <a:gd name="connsiteY8-40766" fmla="*/ 2333 h 4213"/>
                    <a:gd name="connsiteX9-40767" fmla="*/ 1066 w 2254"/>
                    <a:gd name="connsiteY9-40768" fmla="*/ 2117 h 4213"/>
                    <a:gd name="connsiteX10-40769" fmla="*/ 990 w 2254"/>
                    <a:gd name="connsiteY10-40770" fmla="*/ 2039 h 4213"/>
                    <a:gd name="connsiteX11-40771" fmla="*/ 847 w 2254"/>
                    <a:gd name="connsiteY11-40772" fmla="*/ 1951 h 4213"/>
                    <a:gd name="connsiteX12-40773" fmla="*/ 755 w 2254"/>
                    <a:gd name="connsiteY12-40774" fmla="*/ 1827 h 4213"/>
                    <a:gd name="connsiteX13-40775" fmla="*/ 659 w 2254"/>
                    <a:gd name="connsiteY13-40776" fmla="*/ 1828 h 4213"/>
                    <a:gd name="connsiteX14-40777" fmla="*/ 614 w 2254"/>
                    <a:gd name="connsiteY14-40778" fmla="*/ 1883 h 4213"/>
                    <a:gd name="connsiteX15-40779" fmla="*/ 521 w 2254"/>
                    <a:gd name="connsiteY15-40780" fmla="*/ 1877 h 4213"/>
                    <a:gd name="connsiteX16-40781" fmla="*/ 501 w 2254"/>
                    <a:gd name="connsiteY16-40782" fmla="*/ 1994 h 4213"/>
                    <a:gd name="connsiteX17-40783" fmla="*/ 320 w 2254"/>
                    <a:gd name="connsiteY17-40784" fmla="*/ 1941 h 4213"/>
                    <a:gd name="connsiteX18-40785" fmla="*/ 237 w 2254"/>
                    <a:gd name="connsiteY18-40786" fmla="*/ 1939 h 4213"/>
                    <a:gd name="connsiteX19-40787" fmla="*/ 112 w 2254"/>
                    <a:gd name="connsiteY19-40788" fmla="*/ 2014 h 4213"/>
                    <a:gd name="connsiteX20-40789" fmla="*/ 0 w 2254"/>
                    <a:gd name="connsiteY20-40790" fmla="*/ 1890 h 4213"/>
                    <a:gd name="connsiteX21-40791" fmla="*/ 94 w 2254"/>
                    <a:gd name="connsiteY21-40792" fmla="*/ 1804 h 4213"/>
                    <a:gd name="connsiteX22-40793" fmla="*/ 98 w 2254"/>
                    <a:gd name="connsiteY22-40794" fmla="*/ 1634 h 4213"/>
                    <a:gd name="connsiteX23-40795" fmla="*/ 153 w 2254"/>
                    <a:gd name="connsiteY23-40796" fmla="*/ 1514 h 4213"/>
                    <a:gd name="connsiteX24-40797" fmla="*/ 196 w 2254"/>
                    <a:gd name="connsiteY24-40798" fmla="*/ 1306 h 4213"/>
                    <a:gd name="connsiteX25-40799" fmla="*/ 256 w 2254"/>
                    <a:gd name="connsiteY25-40800" fmla="*/ 1307 h 4213"/>
                    <a:gd name="connsiteX26-40801" fmla="*/ 579 w 2254"/>
                    <a:gd name="connsiteY26-40802" fmla="*/ 1286 h 4213"/>
                    <a:gd name="connsiteX27-40803" fmla="*/ 753 w 2254"/>
                    <a:gd name="connsiteY27-40804" fmla="*/ 1117 h 4213"/>
                    <a:gd name="connsiteX28-40805" fmla="*/ 822 w 2254"/>
                    <a:gd name="connsiteY28-40806" fmla="*/ 748 h 4213"/>
                    <a:gd name="connsiteX29-40807" fmla="*/ 932 w 2254"/>
                    <a:gd name="connsiteY29-40808" fmla="*/ 486 h 4213"/>
                    <a:gd name="connsiteX30-40809" fmla="*/ 930 w 2254"/>
                    <a:gd name="connsiteY30-40810" fmla="*/ 358 h 4213"/>
                    <a:gd name="connsiteX31-40811" fmla="*/ 917 w 2254"/>
                    <a:gd name="connsiteY31-40812" fmla="*/ 328 h 4213"/>
                    <a:gd name="connsiteX32-40813" fmla="*/ 850 w 2254"/>
                    <a:gd name="connsiteY32-40814" fmla="*/ 251 h 4213"/>
                    <a:gd name="connsiteX33-40815" fmla="*/ 790 w 2254"/>
                    <a:gd name="connsiteY33-40816" fmla="*/ 217 h 4213"/>
                    <a:gd name="connsiteX34-40817" fmla="*/ 915 w 2254"/>
                    <a:gd name="connsiteY34-40818" fmla="*/ 56 h 4213"/>
                    <a:gd name="connsiteX35-40819" fmla="*/ 1088 w 2254"/>
                    <a:gd name="connsiteY35-40820" fmla="*/ 2 h 4213"/>
                    <a:gd name="connsiteX36-40821" fmla="*/ 1120 w 2254"/>
                    <a:gd name="connsiteY36-40822" fmla="*/ 49 h 4213"/>
                    <a:gd name="connsiteX37-40823" fmla="*/ 1110 w 2254"/>
                    <a:gd name="connsiteY37-40824" fmla="*/ 133 h 4213"/>
                    <a:gd name="connsiteX38-40825" fmla="*/ 1049 w 2254"/>
                    <a:gd name="connsiteY38-40826" fmla="*/ 243 h 4213"/>
                    <a:gd name="connsiteX39-40827" fmla="*/ 1119 w 2254"/>
                    <a:gd name="connsiteY39-40828" fmla="*/ 301 h 4213"/>
                    <a:gd name="connsiteX40-40829" fmla="*/ 1233 w 2254"/>
                    <a:gd name="connsiteY40-40830" fmla="*/ 366 h 4213"/>
                    <a:gd name="connsiteX41-40831" fmla="*/ 1253 w 2254"/>
                    <a:gd name="connsiteY41-40832" fmla="*/ 255 h 4213"/>
                    <a:gd name="connsiteX42-40833" fmla="*/ 1387 w 2254"/>
                    <a:gd name="connsiteY42-40834" fmla="*/ 291 h 4213"/>
                    <a:gd name="connsiteX43-40835" fmla="*/ 1412 w 2254"/>
                    <a:gd name="connsiteY43-40836" fmla="*/ 331 h 4213"/>
                    <a:gd name="connsiteX44-40837" fmla="*/ 1488 w 2254"/>
                    <a:gd name="connsiteY44-40838" fmla="*/ 562 h 4213"/>
                    <a:gd name="connsiteX45-40839" fmla="*/ 1523 w 2254"/>
                    <a:gd name="connsiteY45-40840" fmla="*/ 586 h 4213"/>
                    <a:gd name="connsiteX46-40841" fmla="*/ 1615 w 2254"/>
                    <a:gd name="connsiteY46-40842" fmla="*/ 578 h 4213"/>
                    <a:gd name="connsiteX47-40843" fmla="*/ 1875 w 2254"/>
                    <a:gd name="connsiteY47-40844" fmla="*/ 490 h 4213"/>
                    <a:gd name="connsiteX48-40845" fmla="*/ 2095 w 2254"/>
                    <a:gd name="connsiteY48-40846" fmla="*/ 479 h 4213"/>
                    <a:gd name="connsiteX49-40847" fmla="*/ 2155 w 2254"/>
                    <a:gd name="connsiteY49-40848" fmla="*/ 648 h 4213"/>
                    <a:gd name="connsiteX50-40849" fmla="*/ 2073 w 2254"/>
                    <a:gd name="connsiteY50-40850" fmla="*/ 944 h 4213"/>
                    <a:gd name="connsiteX51-40851" fmla="*/ 2073 w 2254"/>
                    <a:gd name="connsiteY51-40852" fmla="*/ 1022 h 4213"/>
                    <a:gd name="connsiteX52-40853" fmla="*/ 2142 w 2254"/>
                    <a:gd name="connsiteY52-40854" fmla="*/ 1168 h 4213"/>
                    <a:gd name="connsiteX53-40855" fmla="*/ 2157 w 2254"/>
                    <a:gd name="connsiteY53-40856" fmla="*/ 1427 h 4213"/>
                    <a:gd name="connsiteX54-40857" fmla="*/ 2159 w 2254"/>
                    <a:gd name="connsiteY54-40858" fmla="*/ 1617 h 4213"/>
                    <a:gd name="connsiteX55-40859" fmla="*/ 2092 w 2254"/>
                    <a:gd name="connsiteY55-40860" fmla="*/ 1625 h 4213"/>
                    <a:gd name="connsiteX56-40861" fmla="*/ 2070 w 2254"/>
                    <a:gd name="connsiteY56-40862" fmla="*/ 1507 h 4213"/>
                    <a:gd name="connsiteX57-40863" fmla="*/ 2035 w 2254"/>
                    <a:gd name="connsiteY57-40864" fmla="*/ 1450 h 4213"/>
                    <a:gd name="connsiteX58-40865" fmla="*/ 1945 w 2254"/>
                    <a:gd name="connsiteY58-40866" fmla="*/ 1582 h 4213"/>
                    <a:gd name="connsiteX59-40867" fmla="*/ 1832 w 2254"/>
                    <a:gd name="connsiteY59-40868" fmla="*/ 1776 h 4213"/>
                    <a:gd name="connsiteX60-40869" fmla="*/ 1713 w 2254"/>
                    <a:gd name="connsiteY60-40870" fmla="*/ 1904 h 4213"/>
                    <a:gd name="connsiteX61-40871" fmla="*/ 1706 w 2254"/>
                    <a:gd name="connsiteY61-40872" fmla="*/ 2018 h 4213"/>
                    <a:gd name="connsiteX62-40873" fmla="*/ 1766 w 2254"/>
                    <a:gd name="connsiteY62-40874" fmla="*/ 2115 h 4213"/>
                    <a:gd name="connsiteX63-40875" fmla="*/ 1868 w 2254"/>
                    <a:gd name="connsiteY63-40876" fmla="*/ 2183 h 4213"/>
                    <a:gd name="connsiteX64-40877" fmla="*/ 1945 w 2254"/>
                    <a:gd name="connsiteY64-40878" fmla="*/ 2178 h 4213"/>
                    <a:gd name="connsiteX65-40879" fmla="*/ 1990 w 2254"/>
                    <a:gd name="connsiteY65-40880" fmla="*/ 2104 h 4213"/>
                    <a:gd name="connsiteX66-40881" fmla="*/ 2024 w 2254"/>
                    <a:gd name="connsiteY66-40882" fmla="*/ 2210 h 4213"/>
                    <a:gd name="connsiteX67-40883" fmla="*/ 1912 w 2254"/>
                    <a:gd name="connsiteY67-40884" fmla="*/ 2249 h 4213"/>
                    <a:gd name="connsiteX68-40885" fmla="*/ 1959 w 2254"/>
                    <a:gd name="connsiteY68-40886" fmla="*/ 2362 h 4213"/>
                    <a:gd name="connsiteX69-40887" fmla="*/ 1824 w 2254"/>
                    <a:gd name="connsiteY69-40888" fmla="*/ 2509 h 4213"/>
                    <a:gd name="connsiteX70-40889" fmla="*/ 1783 w 2254"/>
                    <a:gd name="connsiteY70-40890" fmla="*/ 2498 h 4213"/>
                    <a:gd name="connsiteX71-40891" fmla="*/ 1659 w 2254"/>
                    <a:gd name="connsiteY71-40892" fmla="*/ 2413 h 4213"/>
                    <a:gd name="connsiteX72-40893" fmla="*/ 1604 w 2254"/>
                    <a:gd name="connsiteY72-40894" fmla="*/ 2412 h 4213"/>
                    <a:gd name="connsiteX73-40895" fmla="*/ 1569 w 2254"/>
                    <a:gd name="connsiteY73-40896" fmla="*/ 2480 h 4213"/>
                    <a:gd name="connsiteX74-40897" fmla="*/ 1572 w 2254"/>
                    <a:gd name="connsiteY74-40898" fmla="*/ 2562 h 4213"/>
                    <a:gd name="connsiteX75-40899" fmla="*/ 1750 w 2254"/>
                    <a:gd name="connsiteY75-40900" fmla="*/ 2730 h 4213"/>
                    <a:gd name="connsiteX76-40901" fmla="*/ 1749 w 2254"/>
                    <a:gd name="connsiteY76-40902" fmla="*/ 2844 h 4213"/>
                    <a:gd name="connsiteX77-40903" fmla="*/ 1840 w 2254"/>
                    <a:gd name="connsiteY77-40904" fmla="*/ 3060 h 4213"/>
                    <a:gd name="connsiteX78-40905" fmla="*/ 1866 w 2254"/>
                    <a:gd name="connsiteY78-40906" fmla="*/ 3090 h 4213"/>
                    <a:gd name="connsiteX79-40907" fmla="*/ 1910 w 2254"/>
                    <a:gd name="connsiteY79-40908" fmla="*/ 3094 h 4213"/>
                    <a:gd name="connsiteX80-40909" fmla="*/ 1956 w 2254"/>
                    <a:gd name="connsiteY80-40910" fmla="*/ 3010 h 4213"/>
                    <a:gd name="connsiteX81-40911" fmla="*/ 2036 w 2254"/>
                    <a:gd name="connsiteY81-40912" fmla="*/ 2950 h 4213"/>
                    <a:gd name="connsiteX82-40913" fmla="*/ 2131 w 2254"/>
                    <a:gd name="connsiteY82-40914" fmla="*/ 3126 h 4213"/>
                    <a:gd name="connsiteX83-40915" fmla="*/ 2241 w 2254"/>
                    <a:gd name="connsiteY83-40916" fmla="*/ 3312 h 4213"/>
                    <a:gd name="connsiteX84-40917" fmla="*/ 2254 w 2254"/>
                    <a:gd name="connsiteY84-40918" fmla="*/ 3342 h 4213"/>
                    <a:gd name="connsiteX85-40919" fmla="*/ 2243 w 2254"/>
                    <a:gd name="connsiteY85-40920" fmla="*/ 3518 h 4213"/>
                    <a:gd name="connsiteX86-40921" fmla="*/ 2208 w 2254"/>
                    <a:gd name="connsiteY86-40922" fmla="*/ 3554 h 4213"/>
                    <a:gd name="connsiteX87-40923" fmla="*/ 2119 w 2254"/>
                    <a:gd name="connsiteY87-40924" fmla="*/ 3515 h 4213"/>
                    <a:gd name="connsiteX88-40925" fmla="*/ 1885 w 2254"/>
                    <a:gd name="connsiteY88-40926" fmla="*/ 3644 h 4213"/>
                    <a:gd name="connsiteX89-40927" fmla="*/ 1859 w 2254"/>
                    <a:gd name="connsiteY89-40928" fmla="*/ 3666 h 4213"/>
                    <a:gd name="connsiteX90-40929" fmla="*/ 1679 w 2254"/>
                    <a:gd name="connsiteY90-40930" fmla="*/ 3812 h 4213"/>
                    <a:gd name="connsiteX91-40931" fmla="*/ 1538 w 2254"/>
                    <a:gd name="connsiteY91-40932" fmla="*/ 3926 h 4213"/>
                    <a:gd name="connsiteX92-40933" fmla="*/ 1503 w 2254"/>
                    <a:gd name="connsiteY92-40934" fmla="*/ 3965 h 4213"/>
                    <a:gd name="connsiteX93-40935" fmla="*/ 1451 w 2254"/>
                    <a:gd name="connsiteY93-40936" fmla="*/ 3973 h 4213"/>
                    <a:gd name="connsiteX94-40937" fmla="*/ 1394 w 2254"/>
                    <a:gd name="connsiteY94-40938" fmla="*/ 3916 h 4213"/>
                    <a:gd name="connsiteX95-40939" fmla="*/ 1270 w 2254"/>
                    <a:gd name="connsiteY95-40940" fmla="*/ 3808 h 4213"/>
                    <a:gd name="connsiteX96-40941" fmla="*/ 1294 w 2254"/>
                    <a:gd name="connsiteY96-40942" fmla="*/ 4064 h 4213"/>
                    <a:gd name="connsiteX97-40943" fmla="*/ 1303 w 2254"/>
                    <a:gd name="connsiteY97-40944" fmla="*/ 4192 h 4213"/>
                    <a:gd name="connsiteX98-40945" fmla="*/ 1041 w 2254"/>
                    <a:gd name="connsiteY98-40946" fmla="*/ 4166 h 4213"/>
                    <a:gd name="connsiteX99-40947" fmla="*/ 959 w 2254"/>
                    <a:gd name="connsiteY99-40948" fmla="*/ 3987 h 4213"/>
                    <a:gd name="connsiteX100-40949" fmla="*/ 877 w 2254"/>
                    <a:gd name="connsiteY100-40950" fmla="*/ 3802 h 4213"/>
                    <a:gd name="connsiteX101-40951" fmla="*/ 798 w 2254"/>
                    <a:gd name="connsiteY101-40952" fmla="*/ 3734 h 4213"/>
                    <a:gd name="connsiteX0-40953" fmla="*/ 798 w 2254"/>
                    <a:gd name="connsiteY0-40954" fmla="*/ 3734 h 4213"/>
                    <a:gd name="connsiteX1-40955" fmla="*/ 679 w 2254"/>
                    <a:gd name="connsiteY1-40956" fmla="*/ 3800 h 4213"/>
                    <a:gd name="connsiteX2-40957" fmla="*/ 695 w 2254"/>
                    <a:gd name="connsiteY2-40958" fmla="*/ 3662 h 4213"/>
                    <a:gd name="connsiteX3-40959" fmla="*/ 633 w 2254"/>
                    <a:gd name="connsiteY3-40960" fmla="*/ 3500 h 4213"/>
                    <a:gd name="connsiteX4-40961" fmla="*/ 742 w 2254"/>
                    <a:gd name="connsiteY4-40962" fmla="*/ 3280 h 4213"/>
                    <a:gd name="connsiteX5-40963" fmla="*/ 932 w 2254"/>
                    <a:gd name="connsiteY5-40964" fmla="*/ 3195 h 4213"/>
                    <a:gd name="connsiteX6-40965" fmla="*/ 1045 w 2254"/>
                    <a:gd name="connsiteY6-40966" fmla="*/ 3058 h 4213"/>
                    <a:gd name="connsiteX7-40967" fmla="*/ 1112 w 2254"/>
                    <a:gd name="connsiteY7-40968" fmla="*/ 2878 h 4213"/>
                    <a:gd name="connsiteX8-40969" fmla="*/ 1068 w 2254"/>
                    <a:gd name="connsiteY8-40970" fmla="*/ 2333 h 4213"/>
                    <a:gd name="connsiteX9-40971" fmla="*/ 1066 w 2254"/>
                    <a:gd name="connsiteY9-40972" fmla="*/ 2117 h 4213"/>
                    <a:gd name="connsiteX10-40973" fmla="*/ 990 w 2254"/>
                    <a:gd name="connsiteY10-40974" fmla="*/ 2039 h 4213"/>
                    <a:gd name="connsiteX11-40975" fmla="*/ 847 w 2254"/>
                    <a:gd name="connsiteY11-40976" fmla="*/ 1951 h 4213"/>
                    <a:gd name="connsiteX12-40977" fmla="*/ 755 w 2254"/>
                    <a:gd name="connsiteY12-40978" fmla="*/ 1827 h 4213"/>
                    <a:gd name="connsiteX13-40979" fmla="*/ 659 w 2254"/>
                    <a:gd name="connsiteY13-40980" fmla="*/ 1828 h 4213"/>
                    <a:gd name="connsiteX14-40981" fmla="*/ 614 w 2254"/>
                    <a:gd name="connsiteY14-40982" fmla="*/ 1883 h 4213"/>
                    <a:gd name="connsiteX15-40983" fmla="*/ 521 w 2254"/>
                    <a:gd name="connsiteY15-40984" fmla="*/ 1877 h 4213"/>
                    <a:gd name="connsiteX16-40985" fmla="*/ 501 w 2254"/>
                    <a:gd name="connsiteY16-40986" fmla="*/ 1994 h 4213"/>
                    <a:gd name="connsiteX17-40987" fmla="*/ 320 w 2254"/>
                    <a:gd name="connsiteY17-40988" fmla="*/ 1941 h 4213"/>
                    <a:gd name="connsiteX18-40989" fmla="*/ 237 w 2254"/>
                    <a:gd name="connsiteY18-40990" fmla="*/ 1939 h 4213"/>
                    <a:gd name="connsiteX19-40991" fmla="*/ 112 w 2254"/>
                    <a:gd name="connsiteY19-40992" fmla="*/ 2014 h 4213"/>
                    <a:gd name="connsiteX20-40993" fmla="*/ 0 w 2254"/>
                    <a:gd name="connsiteY20-40994" fmla="*/ 1890 h 4213"/>
                    <a:gd name="connsiteX21-40995" fmla="*/ 94 w 2254"/>
                    <a:gd name="connsiteY21-40996" fmla="*/ 1804 h 4213"/>
                    <a:gd name="connsiteX22-40997" fmla="*/ 98 w 2254"/>
                    <a:gd name="connsiteY22-40998" fmla="*/ 1634 h 4213"/>
                    <a:gd name="connsiteX23-40999" fmla="*/ 153 w 2254"/>
                    <a:gd name="connsiteY23-41000" fmla="*/ 1514 h 4213"/>
                    <a:gd name="connsiteX24-41001" fmla="*/ 196 w 2254"/>
                    <a:gd name="connsiteY24-41002" fmla="*/ 1306 h 4213"/>
                    <a:gd name="connsiteX25-41003" fmla="*/ 256 w 2254"/>
                    <a:gd name="connsiteY25-41004" fmla="*/ 1307 h 4213"/>
                    <a:gd name="connsiteX26-41005" fmla="*/ 579 w 2254"/>
                    <a:gd name="connsiteY26-41006" fmla="*/ 1286 h 4213"/>
                    <a:gd name="connsiteX27-41007" fmla="*/ 753 w 2254"/>
                    <a:gd name="connsiteY27-41008" fmla="*/ 1117 h 4213"/>
                    <a:gd name="connsiteX28-41009" fmla="*/ 822 w 2254"/>
                    <a:gd name="connsiteY28-41010" fmla="*/ 748 h 4213"/>
                    <a:gd name="connsiteX29-41011" fmla="*/ 932 w 2254"/>
                    <a:gd name="connsiteY29-41012" fmla="*/ 486 h 4213"/>
                    <a:gd name="connsiteX30-41013" fmla="*/ 930 w 2254"/>
                    <a:gd name="connsiteY30-41014" fmla="*/ 358 h 4213"/>
                    <a:gd name="connsiteX31-41015" fmla="*/ 917 w 2254"/>
                    <a:gd name="connsiteY31-41016" fmla="*/ 328 h 4213"/>
                    <a:gd name="connsiteX32-41017" fmla="*/ 850 w 2254"/>
                    <a:gd name="connsiteY32-41018" fmla="*/ 251 h 4213"/>
                    <a:gd name="connsiteX33-41019" fmla="*/ 790 w 2254"/>
                    <a:gd name="connsiteY33-41020" fmla="*/ 217 h 4213"/>
                    <a:gd name="connsiteX34-41021" fmla="*/ 915 w 2254"/>
                    <a:gd name="connsiteY34-41022" fmla="*/ 56 h 4213"/>
                    <a:gd name="connsiteX35-41023" fmla="*/ 1088 w 2254"/>
                    <a:gd name="connsiteY35-41024" fmla="*/ 2 h 4213"/>
                    <a:gd name="connsiteX36-41025" fmla="*/ 1120 w 2254"/>
                    <a:gd name="connsiteY36-41026" fmla="*/ 49 h 4213"/>
                    <a:gd name="connsiteX37-41027" fmla="*/ 1110 w 2254"/>
                    <a:gd name="connsiteY37-41028" fmla="*/ 133 h 4213"/>
                    <a:gd name="connsiteX38-41029" fmla="*/ 1049 w 2254"/>
                    <a:gd name="connsiteY38-41030" fmla="*/ 243 h 4213"/>
                    <a:gd name="connsiteX39-41031" fmla="*/ 1119 w 2254"/>
                    <a:gd name="connsiteY39-41032" fmla="*/ 301 h 4213"/>
                    <a:gd name="connsiteX40-41033" fmla="*/ 1233 w 2254"/>
                    <a:gd name="connsiteY40-41034" fmla="*/ 366 h 4213"/>
                    <a:gd name="connsiteX41-41035" fmla="*/ 1253 w 2254"/>
                    <a:gd name="connsiteY41-41036" fmla="*/ 255 h 4213"/>
                    <a:gd name="connsiteX42-41037" fmla="*/ 1387 w 2254"/>
                    <a:gd name="connsiteY42-41038" fmla="*/ 291 h 4213"/>
                    <a:gd name="connsiteX43-41039" fmla="*/ 1412 w 2254"/>
                    <a:gd name="connsiteY43-41040" fmla="*/ 331 h 4213"/>
                    <a:gd name="connsiteX44-41041" fmla="*/ 1488 w 2254"/>
                    <a:gd name="connsiteY44-41042" fmla="*/ 562 h 4213"/>
                    <a:gd name="connsiteX45-41043" fmla="*/ 1523 w 2254"/>
                    <a:gd name="connsiteY45-41044" fmla="*/ 586 h 4213"/>
                    <a:gd name="connsiteX46-41045" fmla="*/ 1615 w 2254"/>
                    <a:gd name="connsiteY46-41046" fmla="*/ 578 h 4213"/>
                    <a:gd name="connsiteX47-41047" fmla="*/ 1875 w 2254"/>
                    <a:gd name="connsiteY47-41048" fmla="*/ 490 h 4213"/>
                    <a:gd name="connsiteX48-41049" fmla="*/ 2095 w 2254"/>
                    <a:gd name="connsiteY48-41050" fmla="*/ 479 h 4213"/>
                    <a:gd name="connsiteX49-41051" fmla="*/ 2155 w 2254"/>
                    <a:gd name="connsiteY49-41052" fmla="*/ 648 h 4213"/>
                    <a:gd name="connsiteX50-41053" fmla="*/ 2073 w 2254"/>
                    <a:gd name="connsiteY50-41054" fmla="*/ 944 h 4213"/>
                    <a:gd name="connsiteX51-41055" fmla="*/ 2073 w 2254"/>
                    <a:gd name="connsiteY51-41056" fmla="*/ 1022 h 4213"/>
                    <a:gd name="connsiteX52-41057" fmla="*/ 2142 w 2254"/>
                    <a:gd name="connsiteY52-41058" fmla="*/ 1168 h 4213"/>
                    <a:gd name="connsiteX53-41059" fmla="*/ 2157 w 2254"/>
                    <a:gd name="connsiteY53-41060" fmla="*/ 1427 h 4213"/>
                    <a:gd name="connsiteX54-41061" fmla="*/ 2159 w 2254"/>
                    <a:gd name="connsiteY54-41062" fmla="*/ 1617 h 4213"/>
                    <a:gd name="connsiteX55-41063" fmla="*/ 2092 w 2254"/>
                    <a:gd name="connsiteY55-41064" fmla="*/ 1625 h 4213"/>
                    <a:gd name="connsiteX56-41065" fmla="*/ 2070 w 2254"/>
                    <a:gd name="connsiteY56-41066" fmla="*/ 1507 h 4213"/>
                    <a:gd name="connsiteX57-41067" fmla="*/ 2035 w 2254"/>
                    <a:gd name="connsiteY57-41068" fmla="*/ 1450 h 4213"/>
                    <a:gd name="connsiteX58-41069" fmla="*/ 1945 w 2254"/>
                    <a:gd name="connsiteY58-41070" fmla="*/ 1582 h 4213"/>
                    <a:gd name="connsiteX59-41071" fmla="*/ 1832 w 2254"/>
                    <a:gd name="connsiteY59-41072" fmla="*/ 1776 h 4213"/>
                    <a:gd name="connsiteX60-41073" fmla="*/ 1713 w 2254"/>
                    <a:gd name="connsiteY60-41074" fmla="*/ 1904 h 4213"/>
                    <a:gd name="connsiteX61-41075" fmla="*/ 1706 w 2254"/>
                    <a:gd name="connsiteY61-41076" fmla="*/ 2018 h 4213"/>
                    <a:gd name="connsiteX62-41077" fmla="*/ 1766 w 2254"/>
                    <a:gd name="connsiteY62-41078" fmla="*/ 2115 h 4213"/>
                    <a:gd name="connsiteX63-41079" fmla="*/ 1868 w 2254"/>
                    <a:gd name="connsiteY63-41080" fmla="*/ 2183 h 4213"/>
                    <a:gd name="connsiteX64-41081" fmla="*/ 1945 w 2254"/>
                    <a:gd name="connsiteY64-41082" fmla="*/ 2178 h 4213"/>
                    <a:gd name="connsiteX65-41083" fmla="*/ 1990 w 2254"/>
                    <a:gd name="connsiteY65-41084" fmla="*/ 2104 h 4213"/>
                    <a:gd name="connsiteX66-41085" fmla="*/ 2024 w 2254"/>
                    <a:gd name="connsiteY66-41086" fmla="*/ 2210 h 4213"/>
                    <a:gd name="connsiteX67-41087" fmla="*/ 1912 w 2254"/>
                    <a:gd name="connsiteY67-41088" fmla="*/ 2249 h 4213"/>
                    <a:gd name="connsiteX68-41089" fmla="*/ 1959 w 2254"/>
                    <a:gd name="connsiteY68-41090" fmla="*/ 2362 h 4213"/>
                    <a:gd name="connsiteX69-41091" fmla="*/ 1824 w 2254"/>
                    <a:gd name="connsiteY69-41092" fmla="*/ 2509 h 4213"/>
                    <a:gd name="connsiteX70-41093" fmla="*/ 1783 w 2254"/>
                    <a:gd name="connsiteY70-41094" fmla="*/ 2498 h 4213"/>
                    <a:gd name="connsiteX71-41095" fmla="*/ 1659 w 2254"/>
                    <a:gd name="connsiteY71-41096" fmla="*/ 2413 h 4213"/>
                    <a:gd name="connsiteX72-41097" fmla="*/ 1604 w 2254"/>
                    <a:gd name="connsiteY72-41098" fmla="*/ 2412 h 4213"/>
                    <a:gd name="connsiteX73-41099" fmla="*/ 1569 w 2254"/>
                    <a:gd name="connsiteY73-41100" fmla="*/ 2480 h 4213"/>
                    <a:gd name="connsiteX74-41101" fmla="*/ 1572 w 2254"/>
                    <a:gd name="connsiteY74-41102" fmla="*/ 2562 h 4213"/>
                    <a:gd name="connsiteX75-41103" fmla="*/ 1750 w 2254"/>
                    <a:gd name="connsiteY75-41104" fmla="*/ 2730 h 4213"/>
                    <a:gd name="connsiteX76-41105" fmla="*/ 1749 w 2254"/>
                    <a:gd name="connsiteY76-41106" fmla="*/ 2844 h 4213"/>
                    <a:gd name="connsiteX77-41107" fmla="*/ 1840 w 2254"/>
                    <a:gd name="connsiteY77-41108" fmla="*/ 3060 h 4213"/>
                    <a:gd name="connsiteX78-41109" fmla="*/ 1866 w 2254"/>
                    <a:gd name="connsiteY78-41110" fmla="*/ 3090 h 4213"/>
                    <a:gd name="connsiteX79-41111" fmla="*/ 1910 w 2254"/>
                    <a:gd name="connsiteY79-41112" fmla="*/ 3094 h 4213"/>
                    <a:gd name="connsiteX80-41113" fmla="*/ 1956 w 2254"/>
                    <a:gd name="connsiteY80-41114" fmla="*/ 3010 h 4213"/>
                    <a:gd name="connsiteX81-41115" fmla="*/ 2036 w 2254"/>
                    <a:gd name="connsiteY81-41116" fmla="*/ 2950 h 4213"/>
                    <a:gd name="connsiteX82-41117" fmla="*/ 2131 w 2254"/>
                    <a:gd name="connsiteY82-41118" fmla="*/ 3126 h 4213"/>
                    <a:gd name="connsiteX83-41119" fmla="*/ 2241 w 2254"/>
                    <a:gd name="connsiteY83-41120" fmla="*/ 3312 h 4213"/>
                    <a:gd name="connsiteX84-41121" fmla="*/ 2254 w 2254"/>
                    <a:gd name="connsiteY84-41122" fmla="*/ 3342 h 4213"/>
                    <a:gd name="connsiteX85-41123" fmla="*/ 2243 w 2254"/>
                    <a:gd name="connsiteY85-41124" fmla="*/ 3518 h 4213"/>
                    <a:gd name="connsiteX86-41125" fmla="*/ 2208 w 2254"/>
                    <a:gd name="connsiteY86-41126" fmla="*/ 3554 h 4213"/>
                    <a:gd name="connsiteX87-41127" fmla="*/ 2119 w 2254"/>
                    <a:gd name="connsiteY87-41128" fmla="*/ 3515 h 4213"/>
                    <a:gd name="connsiteX88-41129" fmla="*/ 1885 w 2254"/>
                    <a:gd name="connsiteY88-41130" fmla="*/ 3644 h 4213"/>
                    <a:gd name="connsiteX89-41131" fmla="*/ 1859 w 2254"/>
                    <a:gd name="connsiteY89-41132" fmla="*/ 3666 h 4213"/>
                    <a:gd name="connsiteX90-41133" fmla="*/ 1679 w 2254"/>
                    <a:gd name="connsiteY90-41134" fmla="*/ 3812 h 4213"/>
                    <a:gd name="connsiteX91-41135" fmla="*/ 1538 w 2254"/>
                    <a:gd name="connsiteY91-41136" fmla="*/ 3926 h 4213"/>
                    <a:gd name="connsiteX92-41137" fmla="*/ 1503 w 2254"/>
                    <a:gd name="connsiteY92-41138" fmla="*/ 3965 h 4213"/>
                    <a:gd name="connsiteX93-41139" fmla="*/ 1451 w 2254"/>
                    <a:gd name="connsiteY93-41140" fmla="*/ 3973 h 4213"/>
                    <a:gd name="connsiteX94-41141" fmla="*/ 1394 w 2254"/>
                    <a:gd name="connsiteY94-41142" fmla="*/ 3916 h 4213"/>
                    <a:gd name="connsiteX95-41143" fmla="*/ 1270 w 2254"/>
                    <a:gd name="connsiteY95-41144" fmla="*/ 3808 h 4213"/>
                    <a:gd name="connsiteX96-41145" fmla="*/ 1294 w 2254"/>
                    <a:gd name="connsiteY96-41146" fmla="*/ 4064 h 4213"/>
                    <a:gd name="connsiteX97-41147" fmla="*/ 1303 w 2254"/>
                    <a:gd name="connsiteY97-41148" fmla="*/ 4192 h 4213"/>
                    <a:gd name="connsiteX98-41149" fmla="*/ 1041 w 2254"/>
                    <a:gd name="connsiteY98-41150" fmla="*/ 4166 h 4213"/>
                    <a:gd name="connsiteX99-41151" fmla="*/ 959 w 2254"/>
                    <a:gd name="connsiteY99-41152" fmla="*/ 3987 h 4213"/>
                    <a:gd name="connsiteX100-41153" fmla="*/ 877 w 2254"/>
                    <a:gd name="connsiteY100-41154" fmla="*/ 3802 h 4213"/>
                    <a:gd name="connsiteX101-41155" fmla="*/ 798 w 2254"/>
                    <a:gd name="connsiteY101-41156" fmla="*/ 3734 h 4213"/>
                    <a:gd name="connsiteX0-41157" fmla="*/ 798 w 2254"/>
                    <a:gd name="connsiteY0-41158" fmla="*/ 3734 h 4213"/>
                    <a:gd name="connsiteX1-41159" fmla="*/ 679 w 2254"/>
                    <a:gd name="connsiteY1-41160" fmla="*/ 3800 h 4213"/>
                    <a:gd name="connsiteX2-41161" fmla="*/ 695 w 2254"/>
                    <a:gd name="connsiteY2-41162" fmla="*/ 3662 h 4213"/>
                    <a:gd name="connsiteX3-41163" fmla="*/ 633 w 2254"/>
                    <a:gd name="connsiteY3-41164" fmla="*/ 3500 h 4213"/>
                    <a:gd name="connsiteX4-41165" fmla="*/ 742 w 2254"/>
                    <a:gd name="connsiteY4-41166" fmla="*/ 3280 h 4213"/>
                    <a:gd name="connsiteX5-41167" fmla="*/ 932 w 2254"/>
                    <a:gd name="connsiteY5-41168" fmla="*/ 3195 h 4213"/>
                    <a:gd name="connsiteX6-41169" fmla="*/ 1045 w 2254"/>
                    <a:gd name="connsiteY6-41170" fmla="*/ 3058 h 4213"/>
                    <a:gd name="connsiteX7-41171" fmla="*/ 1112 w 2254"/>
                    <a:gd name="connsiteY7-41172" fmla="*/ 2878 h 4213"/>
                    <a:gd name="connsiteX8-41173" fmla="*/ 1068 w 2254"/>
                    <a:gd name="connsiteY8-41174" fmla="*/ 2333 h 4213"/>
                    <a:gd name="connsiteX9-41175" fmla="*/ 1066 w 2254"/>
                    <a:gd name="connsiteY9-41176" fmla="*/ 2117 h 4213"/>
                    <a:gd name="connsiteX10-41177" fmla="*/ 990 w 2254"/>
                    <a:gd name="connsiteY10-41178" fmla="*/ 2039 h 4213"/>
                    <a:gd name="connsiteX11-41179" fmla="*/ 847 w 2254"/>
                    <a:gd name="connsiteY11-41180" fmla="*/ 1951 h 4213"/>
                    <a:gd name="connsiteX12-41181" fmla="*/ 755 w 2254"/>
                    <a:gd name="connsiteY12-41182" fmla="*/ 1827 h 4213"/>
                    <a:gd name="connsiteX13-41183" fmla="*/ 659 w 2254"/>
                    <a:gd name="connsiteY13-41184" fmla="*/ 1828 h 4213"/>
                    <a:gd name="connsiteX14-41185" fmla="*/ 614 w 2254"/>
                    <a:gd name="connsiteY14-41186" fmla="*/ 1883 h 4213"/>
                    <a:gd name="connsiteX15-41187" fmla="*/ 521 w 2254"/>
                    <a:gd name="connsiteY15-41188" fmla="*/ 1877 h 4213"/>
                    <a:gd name="connsiteX16-41189" fmla="*/ 501 w 2254"/>
                    <a:gd name="connsiteY16-41190" fmla="*/ 1994 h 4213"/>
                    <a:gd name="connsiteX17-41191" fmla="*/ 320 w 2254"/>
                    <a:gd name="connsiteY17-41192" fmla="*/ 1941 h 4213"/>
                    <a:gd name="connsiteX18-41193" fmla="*/ 237 w 2254"/>
                    <a:gd name="connsiteY18-41194" fmla="*/ 1939 h 4213"/>
                    <a:gd name="connsiteX19-41195" fmla="*/ 112 w 2254"/>
                    <a:gd name="connsiteY19-41196" fmla="*/ 2014 h 4213"/>
                    <a:gd name="connsiteX20-41197" fmla="*/ 0 w 2254"/>
                    <a:gd name="connsiteY20-41198" fmla="*/ 1890 h 4213"/>
                    <a:gd name="connsiteX21-41199" fmla="*/ 94 w 2254"/>
                    <a:gd name="connsiteY21-41200" fmla="*/ 1804 h 4213"/>
                    <a:gd name="connsiteX22-41201" fmla="*/ 98 w 2254"/>
                    <a:gd name="connsiteY22-41202" fmla="*/ 1634 h 4213"/>
                    <a:gd name="connsiteX23-41203" fmla="*/ 153 w 2254"/>
                    <a:gd name="connsiteY23-41204" fmla="*/ 1514 h 4213"/>
                    <a:gd name="connsiteX24-41205" fmla="*/ 196 w 2254"/>
                    <a:gd name="connsiteY24-41206" fmla="*/ 1306 h 4213"/>
                    <a:gd name="connsiteX25-41207" fmla="*/ 256 w 2254"/>
                    <a:gd name="connsiteY25-41208" fmla="*/ 1307 h 4213"/>
                    <a:gd name="connsiteX26-41209" fmla="*/ 579 w 2254"/>
                    <a:gd name="connsiteY26-41210" fmla="*/ 1286 h 4213"/>
                    <a:gd name="connsiteX27-41211" fmla="*/ 753 w 2254"/>
                    <a:gd name="connsiteY27-41212" fmla="*/ 1117 h 4213"/>
                    <a:gd name="connsiteX28-41213" fmla="*/ 822 w 2254"/>
                    <a:gd name="connsiteY28-41214" fmla="*/ 748 h 4213"/>
                    <a:gd name="connsiteX29-41215" fmla="*/ 932 w 2254"/>
                    <a:gd name="connsiteY29-41216" fmla="*/ 486 h 4213"/>
                    <a:gd name="connsiteX30-41217" fmla="*/ 930 w 2254"/>
                    <a:gd name="connsiteY30-41218" fmla="*/ 358 h 4213"/>
                    <a:gd name="connsiteX31-41219" fmla="*/ 917 w 2254"/>
                    <a:gd name="connsiteY31-41220" fmla="*/ 328 h 4213"/>
                    <a:gd name="connsiteX32-41221" fmla="*/ 850 w 2254"/>
                    <a:gd name="connsiteY32-41222" fmla="*/ 251 h 4213"/>
                    <a:gd name="connsiteX33-41223" fmla="*/ 790 w 2254"/>
                    <a:gd name="connsiteY33-41224" fmla="*/ 217 h 4213"/>
                    <a:gd name="connsiteX34-41225" fmla="*/ 915 w 2254"/>
                    <a:gd name="connsiteY34-41226" fmla="*/ 56 h 4213"/>
                    <a:gd name="connsiteX35-41227" fmla="*/ 1088 w 2254"/>
                    <a:gd name="connsiteY35-41228" fmla="*/ 2 h 4213"/>
                    <a:gd name="connsiteX36-41229" fmla="*/ 1120 w 2254"/>
                    <a:gd name="connsiteY36-41230" fmla="*/ 49 h 4213"/>
                    <a:gd name="connsiteX37-41231" fmla="*/ 1110 w 2254"/>
                    <a:gd name="connsiteY37-41232" fmla="*/ 133 h 4213"/>
                    <a:gd name="connsiteX38-41233" fmla="*/ 1049 w 2254"/>
                    <a:gd name="connsiteY38-41234" fmla="*/ 243 h 4213"/>
                    <a:gd name="connsiteX39-41235" fmla="*/ 1119 w 2254"/>
                    <a:gd name="connsiteY39-41236" fmla="*/ 301 h 4213"/>
                    <a:gd name="connsiteX40-41237" fmla="*/ 1233 w 2254"/>
                    <a:gd name="connsiteY40-41238" fmla="*/ 366 h 4213"/>
                    <a:gd name="connsiteX41-41239" fmla="*/ 1253 w 2254"/>
                    <a:gd name="connsiteY41-41240" fmla="*/ 255 h 4213"/>
                    <a:gd name="connsiteX42-41241" fmla="*/ 1387 w 2254"/>
                    <a:gd name="connsiteY42-41242" fmla="*/ 291 h 4213"/>
                    <a:gd name="connsiteX43-41243" fmla="*/ 1412 w 2254"/>
                    <a:gd name="connsiteY43-41244" fmla="*/ 331 h 4213"/>
                    <a:gd name="connsiteX44-41245" fmla="*/ 1488 w 2254"/>
                    <a:gd name="connsiteY44-41246" fmla="*/ 562 h 4213"/>
                    <a:gd name="connsiteX45-41247" fmla="*/ 1523 w 2254"/>
                    <a:gd name="connsiteY45-41248" fmla="*/ 586 h 4213"/>
                    <a:gd name="connsiteX46-41249" fmla="*/ 1615 w 2254"/>
                    <a:gd name="connsiteY46-41250" fmla="*/ 578 h 4213"/>
                    <a:gd name="connsiteX47-41251" fmla="*/ 1875 w 2254"/>
                    <a:gd name="connsiteY47-41252" fmla="*/ 490 h 4213"/>
                    <a:gd name="connsiteX48-41253" fmla="*/ 2095 w 2254"/>
                    <a:gd name="connsiteY48-41254" fmla="*/ 479 h 4213"/>
                    <a:gd name="connsiteX49-41255" fmla="*/ 2155 w 2254"/>
                    <a:gd name="connsiteY49-41256" fmla="*/ 648 h 4213"/>
                    <a:gd name="connsiteX50-41257" fmla="*/ 2073 w 2254"/>
                    <a:gd name="connsiteY50-41258" fmla="*/ 944 h 4213"/>
                    <a:gd name="connsiteX51-41259" fmla="*/ 2073 w 2254"/>
                    <a:gd name="connsiteY51-41260" fmla="*/ 1022 h 4213"/>
                    <a:gd name="connsiteX52-41261" fmla="*/ 2142 w 2254"/>
                    <a:gd name="connsiteY52-41262" fmla="*/ 1168 h 4213"/>
                    <a:gd name="connsiteX53-41263" fmla="*/ 2157 w 2254"/>
                    <a:gd name="connsiteY53-41264" fmla="*/ 1427 h 4213"/>
                    <a:gd name="connsiteX54-41265" fmla="*/ 2159 w 2254"/>
                    <a:gd name="connsiteY54-41266" fmla="*/ 1617 h 4213"/>
                    <a:gd name="connsiteX55-41267" fmla="*/ 2092 w 2254"/>
                    <a:gd name="connsiteY55-41268" fmla="*/ 1625 h 4213"/>
                    <a:gd name="connsiteX56-41269" fmla="*/ 2070 w 2254"/>
                    <a:gd name="connsiteY56-41270" fmla="*/ 1507 h 4213"/>
                    <a:gd name="connsiteX57-41271" fmla="*/ 2035 w 2254"/>
                    <a:gd name="connsiteY57-41272" fmla="*/ 1450 h 4213"/>
                    <a:gd name="connsiteX58-41273" fmla="*/ 1945 w 2254"/>
                    <a:gd name="connsiteY58-41274" fmla="*/ 1582 h 4213"/>
                    <a:gd name="connsiteX59-41275" fmla="*/ 1832 w 2254"/>
                    <a:gd name="connsiteY59-41276" fmla="*/ 1776 h 4213"/>
                    <a:gd name="connsiteX60-41277" fmla="*/ 1713 w 2254"/>
                    <a:gd name="connsiteY60-41278" fmla="*/ 1904 h 4213"/>
                    <a:gd name="connsiteX61-41279" fmla="*/ 1706 w 2254"/>
                    <a:gd name="connsiteY61-41280" fmla="*/ 2018 h 4213"/>
                    <a:gd name="connsiteX62-41281" fmla="*/ 1766 w 2254"/>
                    <a:gd name="connsiteY62-41282" fmla="*/ 2115 h 4213"/>
                    <a:gd name="connsiteX63-41283" fmla="*/ 1868 w 2254"/>
                    <a:gd name="connsiteY63-41284" fmla="*/ 2183 h 4213"/>
                    <a:gd name="connsiteX64-41285" fmla="*/ 1945 w 2254"/>
                    <a:gd name="connsiteY64-41286" fmla="*/ 2178 h 4213"/>
                    <a:gd name="connsiteX65-41287" fmla="*/ 1990 w 2254"/>
                    <a:gd name="connsiteY65-41288" fmla="*/ 2104 h 4213"/>
                    <a:gd name="connsiteX66-41289" fmla="*/ 2024 w 2254"/>
                    <a:gd name="connsiteY66-41290" fmla="*/ 2210 h 4213"/>
                    <a:gd name="connsiteX67-41291" fmla="*/ 1912 w 2254"/>
                    <a:gd name="connsiteY67-41292" fmla="*/ 2249 h 4213"/>
                    <a:gd name="connsiteX68-41293" fmla="*/ 1959 w 2254"/>
                    <a:gd name="connsiteY68-41294" fmla="*/ 2362 h 4213"/>
                    <a:gd name="connsiteX69-41295" fmla="*/ 1824 w 2254"/>
                    <a:gd name="connsiteY69-41296" fmla="*/ 2509 h 4213"/>
                    <a:gd name="connsiteX70-41297" fmla="*/ 1783 w 2254"/>
                    <a:gd name="connsiteY70-41298" fmla="*/ 2498 h 4213"/>
                    <a:gd name="connsiteX71-41299" fmla="*/ 1659 w 2254"/>
                    <a:gd name="connsiteY71-41300" fmla="*/ 2413 h 4213"/>
                    <a:gd name="connsiteX72-41301" fmla="*/ 1604 w 2254"/>
                    <a:gd name="connsiteY72-41302" fmla="*/ 2412 h 4213"/>
                    <a:gd name="connsiteX73-41303" fmla="*/ 1569 w 2254"/>
                    <a:gd name="connsiteY73-41304" fmla="*/ 2480 h 4213"/>
                    <a:gd name="connsiteX74-41305" fmla="*/ 1572 w 2254"/>
                    <a:gd name="connsiteY74-41306" fmla="*/ 2562 h 4213"/>
                    <a:gd name="connsiteX75-41307" fmla="*/ 1750 w 2254"/>
                    <a:gd name="connsiteY75-41308" fmla="*/ 2730 h 4213"/>
                    <a:gd name="connsiteX76-41309" fmla="*/ 1749 w 2254"/>
                    <a:gd name="connsiteY76-41310" fmla="*/ 2844 h 4213"/>
                    <a:gd name="connsiteX77-41311" fmla="*/ 1840 w 2254"/>
                    <a:gd name="connsiteY77-41312" fmla="*/ 3060 h 4213"/>
                    <a:gd name="connsiteX78-41313" fmla="*/ 1866 w 2254"/>
                    <a:gd name="connsiteY78-41314" fmla="*/ 3090 h 4213"/>
                    <a:gd name="connsiteX79-41315" fmla="*/ 1910 w 2254"/>
                    <a:gd name="connsiteY79-41316" fmla="*/ 3094 h 4213"/>
                    <a:gd name="connsiteX80-41317" fmla="*/ 1956 w 2254"/>
                    <a:gd name="connsiteY80-41318" fmla="*/ 3010 h 4213"/>
                    <a:gd name="connsiteX81-41319" fmla="*/ 2036 w 2254"/>
                    <a:gd name="connsiteY81-41320" fmla="*/ 2950 h 4213"/>
                    <a:gd name="connsiteX82-41321" fmla="*/ 2131 w 2254"/>
                    <a:gd name="connsiteY82-41322" fmla="*/ 3126 h 4213"/>
                    <a:gd name="connsiteX83-41323" fmla="*/ 2241 w 2254"/>
                    <a:gd name="connsiteY83-41324" fmla="*/ 3312 h 4213"/>
                    <a:gd name="connsiteX84-41325" fmla="*/ 2254 w 2254"/>
                    <a:gd name="connsiteY84-41326" fmla="*/ 3342 h 4213"/>
                    <a:gd name="connsiteX85-41327" fmla="*/ 2243 w 2254"/>
                    <a:gd name="connsiteY85-41328" fmla="*/ 3518 h 4213"/>
                    <a:gd name="connsiteX86-41329" fmla="*/ 2208 w 2254"/>
                    <a:gd name="connsiteY86-41330" fmla="*/ 3554 h 4213"/>
                    <a:gd name="connsiteX87-41331" fmla="*/ 2119 w 2254"/>
                    <a:gd name="connsiteY87-41332" fmla="*/ 3515 h 4213"/>
                    <a:gd name="connsiteX88-41333" fmla="*/ 1885 w 2254"/>
                    <a:gd name="connsiteY88-41334" fmla="*/ 3644 h 4213"/>
                    <a:gd name="connsiteX89-41335" fmla="*/ 1859 w 2254"/>
                    <a:gd name="connsiteY89-41336" fmla="*/ 3666 h 4213"/>
                    <a:gd name="connsiteX90-41337" fmla="*/ 1679 w 2254"/>
                    <a:gd name="connsiteY90-41338" fmla="*/ 3812 h 4213"/>
                    <a:gd name="connsiteX91-41339" fmla="*/ 1538 w 2254"/>
                    <a:gd name="connsiteY91-41340" fmla="*/ 3926 h 4213"/>
                    <a:gd name="connsiteX92-41341" fmla="*/ 1503 w 2254"/>
                    <a:gd name="connsiteY92-41342" fmla="*/ 3965 h 4213"/>
                    <a:gd name="connsiteX93-41343" fmla="*/ 1451 w 2254"/>
                    <a:gd name="connsiteY93-41344" fmla="*/ 3973 h 4213"/>
                    <a:gd name="connsiteX94-41345" fmla="*/ 1394 w 2254"/>
                    <a:gd name="connsiteY94-41346" fmla="*/ 3916 h 4213"/>
                    <a:gd name="connsiteX95-41347" fmla="*/ 1270 w 2254"/>
                    <a:gd name="connsiteY95-41348" fmla="*/ 3808 h 4213"/>
                    <a:gd name="connsiteX96-41349" fmla="*/ 1294 w 2254"/>
                    <a:gd name="connsiteY96-41350" fmla="*/ 4064 h 4213"/>
                    <a:gd name="connsiteX97-41351" fmla="*/ 1303 w 2254"/>
                    <a:gd name="connsiteY97-41352" fmla="*/ 4192 h 4213"/>
                    <a:gd name="connsiteX98-41353" fmla="*/ 1041 w 2254"/>
                    <a:gd name="connsiteY98-41354" fmla="*/ 4166 h 4213"/>
                    <a:gd name="connsiteX99-41355" fmla="*/ 959 w 2254"/>
                    <a:gd name="connsiteY99-41356" fmla="*/ 3987 h 4213"/>
                    <a:gd name="connsiteX100-41357" fmla="*/ 877 w 2254"/>
                    <a:gd name="connsiteY100-41358" fmla="*/ 3802 h 4213"/>
                    <a:gd name="connsiteX101-41359" fmla="*/ 798 w 2254"/>
                    <a:gd name="connsiteY101-41360" fmla="*/ 3734 h 4213"/>
                    <a:gd name="connsiteX0-41361" fmla="*/ 798 w 2254"/>
                    <a:gd name="connsiteY0-41362" fmla="*/ 3734 h 4213"/>
                    <a:gd name="connsiteX1-41363" fmla="*/ 679 w 2254"/>
                    <a:gd name="connsiteY1-41364" fmla="*/ 3800 h 4213"/>
                    <a:gd name="connsiteX2-41365" fmla="*/ 695 w 2254"/>
                    <a:gd name="connsiteY2-41366" fmla="*/ 3662 h 4213"/>
                    <a:gd name="connsiteX3-41367" fmla="*/ 633 w 2254"/>
                    <a:gd name="connsiteY3-41368" fmla="*/ 3500 h 4213"/>
                    <a:gd name="connsiteX4-41369" fmla="*/ 742 w 2254"/>
                    <a:gd name="connsiteY4-41370" fmla="*/ 3280 h 4213"/>
                    <a:gd name="connsiteX5-41371" fmla="*/ 932 w 2254"/>
                    <a:gd name="connsiteY5-41372" fmla="*/ 3195 h 4213"/>
                    <a:gd name="connsiteX6-41373" fmla="*/ 1045 w 2254"/>
                    <a:gd name="connsiteY6-41374" fmla="*/ 3058 h 4213"/>
                    <a:gd name="connsiteX7-41375" fmla="*/ 1112 w 2254"/>
                    <a:gd name="connsiteY7-41376" fmla="*/ 2878 h 4213"/>
                    <a:gd name="connsiteX8-41377" fmla="*/ 1068 w 2254"/>
                    <a:gd name="connsiteY8-41378" fmla="*/ 2333 h 4213"/>
                    <a:gd name="connsiteX9-41379" fmla="*/ 1066 w 2254"/>
                    <a:gd name="connsiteY9-41380" fmla="*/ 2117 h 4213"/>
                    <a:gd name="connsiteX10-41381" fmla="*/ 990 w 2254"/>
                    <a:gd name="connsiteY10-41382" fmla="*/ 2039 h 4213"/>
                    <a:gd name="connsiteX11-41383" fmla="*/ 847 w 2254"/>
                    <a:gd name="connsiteY11-41384" fmla="*/ 1951 h 4213"/>
                    <a:gd name="connsiteX12-41385" fmla="*/ 755 w 2254"/>
                    <a:gd name="connsiteY12-41386" fmla="*/ 1827 h 4213"/>
                    <a:gd name="connsiteX13-41387" fmla="*/ 659 w 2254"/>
                    <a:gd name="connsiteY13-41388" fmla="*/ 1828 h 4213"/>
                    <a:gd name="connsiteX14-41389" fmla="*/ 614 w 2254"/>
                    <a:gd name="connsiteY14-41390" fmla="*/ 1883 h 4213"/>
                    <a:gd name="connsiteX15-41391" fmla="*/ 521 w 2254"/>
                    <a:gd name="connsiteY15-41392" fmla="*/ 1877 h 4213"/>
                    <a:gd name="connsiteX16-41393" fmla="*/ 501 w 2254"/>
                    <a:gd name="connsiteY16-41394" fmla="*/ 1994 h 4213"/>
                    <a:gd name="connsiteX17-41395" fmla="*/ 320 w 2254"/>
                    <a:gd name="connsiteY17-41396" fmla="*/ 1941 h 4213"/>
                    <a:gd name="connsiteX18-41397" fmla="*/ 237 w 2254"/>
                    <a:gd name="connsiteY18-41398" fmla="*/ 1939 h 4213"/>
                    <a:gd name="connsiteX19-41399" fmla="*/ 112 w 2254"/>
                    <a:gd name="connsiteY19-41400" fmla="*/ 2014 h 4213"/>
                    <a:gd name="connsiteX20-41401" fmla="*/ 0 w 2254"/>
                    <a:gd name="connsiteY20-41402" fmla="*/ 1890 h 4213"/>
                    <a:gd name="connsiteX21-41403" fmla="*/ 94 w 2254"/>
                    <a:gd name="connsiteY21-41404" fmla="*/ 1804 h 4213"/>
                    <a:gd name="connsiteX22-41405" fmla="*/ 98 w 2254"/>
                    <a:gd name="connsiteY22-41406" fmla="*/ 1634 h 4213"/>
                    <a:gd name="connsiteX23-41407" fmla="*/ 153 w 2254"/>
                    <a:gd name="connsiteY23-41408" fmla="*/ 1514 h 4213"/>
                    <a:gd name="connsiteX24-41409" fmla="*/ 196 w 2254"/>
                    <a:gd name="connsiteY24-41410" fmla="*/ 1306 h 4213"/>
                    <a:gd name="connsiteX25-41411" fmla="*/ 256 w 2254"/>
                    <a:gd name="connsiteY25-41412" fmla="*/ 1307 h 4213"/>
                    <a:gd name="connsiteX26-41413" fmla="*/ 579 w 2254"/>
                    <a:gd name="connsiteY26-41414" fmla="*/ 1286 h 4213"/>
                    <a:gd name="connsiteX27-41415" fmla="*/ 753 w 2254"/>
                    <a:gd name="connsiteY27-41416" fmla="*/ 1117 h 4213"/>
                    <a:gd name="connsiteX28-41417" fmla="*/ 822 w 2254"/>
                    <a:gd name="connsiteY28-41418" fmla="*/ 748 h 4213"/>
                    <a:gd name="connsiteX29-41419" fmla="*/ 932 w 2254"/>
                    <a:gd name="connsiteY29-41420" fmla="*/ 486 h 4213"/>
                    <a:gd name="connsiteX30-41421" fmla="*/ 930 w 2254"/>
                    <a:gd name="connsiteY30-41422" fmla="*/ 358 h 4213"/>
                    <a:gd name="connsiteX31-41423" fmla="*/ 917 w 2254"/>
                    <a:gd name="connsiteY31-41424" fmla="*/ 328 h 4213"/>
                    <a:gd name="connsiteX32-41425" fmla="*/ 850 w 2254"/>
                    <a:gd name="connsiteY32-41426" fmla="*/ 251 h 4213"/>
                    <a:gd name="connsiteX33-41427" fmla="*/ 790 w 2254"/>
                    <a:gd name="connsiteY33-41428" fmla="*/ 217 h 4213"/>
                    <a:gd name="connsiteX34-41429" fmla="*/ 915 w 2254"/>
                    <a:gd name="connsiteY34-41430" fmla="*/ 56 h 4213"/>
                    <a:gd name="connsiteX35-41431" fmla="*/ 1088 w 2254"/>
                    <a:gd name="connsiteY35-41432" fmla="*/ 2 h 4213"/>
                    <a:gd name="connsiteX36-41433" fmla="*/ 1120 w 2254"/>
                    <a:gd name="connsiteY36-41434" fmla="*/ 49 h 4213"/>
                    <a:gd name="connsiteX37-41435" fmla="*/ 1110 w 2254"/>
                    <a:gd name="connsiteY37-41436" fmla="*/ 133 h 4213"/>
                    <a:gd name="connsiteX38-41437" fmla="*/ 1049 w 2254"/>
                    <a:gd name="connsiteY38-41438" fmla="*/ 243 h 4213"/>
                    <a:gd name="connsiteX39-41439" fmla="*/ 1119 w 2254"/>
                    <a:gd name="connsiteY39-41440" fmla="*/ 301 h 4213"/>
                    <a:gd name="connsiteX40-41441" fmla="*/ 1233 w 2254"/>
                    <a:gd name="connsiteY40-41442" fmla="*/ 366 h 4213"/>
                    <a:gd name="connsiteX41-41443" fmla="*/ 1253 w 2254"/>
                    <a:gd name="connsiteY41-41444" fmla="*/ 255 h 4213"/>
                    <a:gd name="connsiteX42-41445" fmla="*/ 1387 w 2254"/>
                    <a:gd name="connsiteY42-41446" fmla="*/ 291 h 4213"/>
                    <a:gd name="connsiteX43-41447" fmla="*/ 1412 w 2254"/>
                    <a:gd name="connsiteY43-41448" fmla="*/ 331 h 4213"/>
                    <a:gd name="connsiteX44-41449" fmla="*/ 1488 w 2254"/>
                    <a:gd name="connsiteY44-41450" fmla="*/ 562 h 4213"/>
                    <a:gd name="connsiteX45-41451" fmla="*/ 1523 w 2254"/>
                    <a:gd name="connsiteY45-41452" fmla="*/ 586 h 4213"/>
                    <a:gd name="connsiteX46-41453" fmla="*/ 1615 w 2254"/>
                    <a:gd name="connsiteY46-41454" fmla="*/ 578 h 4213"/>
                    <a:gd name="connsiteX47-41455" fmla="*/ 1875 w 2254"/>
                    <a:gd name="connsiteY47-41456" fmla="*/ 490 h 4213"/>
                    <a:gd name="connsiteX48-41457" fmla="*/ 2095 w 2254"/>
                    <a:gd name="connsiteY48-41458" fmla="*/ 479 h 4213"/>
                    <a:gd name="connsiteX49-41459" fmla="*/ 2155 w 2254"/>
                    <a:gd name="connsiteY49-41460" fmla="*/ 648 h 4213"/>
                    <a:gd name="connsiteX50-41461" fmla="*/ 2073 w 2254"/>
                    <a:gd name="connsiteY50-41462" fmla="*/ 944 h 4213"/>
                    <a:gd name="connsiteX51-41463" fmla="*/ 2073 w 2254"/>
                    <a:gd name="connsiteY51-41464" fmla="*/ 1022 h 4213"/>
                    <a:gd name="connsiteX52-41465" fmla="*/ 2142 w 2254"/>
                    <a:gd name="connsiteY52-41466" fmla="*/ 1168 h 4213"/>
                    <a:gd name="connsiteX53-41467" fmla="*/ 2157 w 2254"/>
                    <a:gd name="connsiteY53-41468" fmla="*/ 1427 h 4213"/>
                    <a:gd name="connsiteX54-41469" fmla="*/ 2159 w 2254"/>
                    <a:gd name="connsiteY54-41470" fmla="*/ 1617 h 4213"/>
                    <a:gd name="connsiteX55-41471" fmla="*/ 2092 w 2254"/>
                    <a:gd name="connsiteY55-41472" fmla="*/ 1625 h 4213"/>
                    <a:gd name="connsiteX56-41473" fmla="*/ 2070 w 2254"/>
                    <a:gd name="connsiteY56-41474" fmla="*/ 1507 h 4213"/>
                    <a:gd name="connsiteX57-41475" fmla="*/ 2035 w 2254"/>
                    <a:gd name="connsiteY57-41476" fmla="*/ 1450 h 4213"/>
                    <a:gd name="connsiteX58-41477" fmla="*/ 1945 w 2254"/>
                    <a:gd name="connsiteY58-41478" fmla="*/ 1582 h 4213"/>
                    <a:gd name="connsiteX59-41479" fmla="*/ 1832 w 2254"/>
                    <a:gd name="connsiteY59-41480" fmla="*/ 1776 h 4213"/>
                    <a:gd name="connsiteX60-41481" fmla="*/ 1713 w 2254"/>
                    <a:gd name="connsiteY60-41482" fmla="*/ 1904 h 4213"/>
                    <a:gd name="connsiteX61-41483" fmla="*/ 1706 w 2254"/>
                    <a:gd name="connsiteY61-41484" fmla="*/ 2018 h 4213"/>
                    <a:gd name="connsiteX62-41485" fmla="*/ 1766 w 2254"/>
                    <a:gd name="connsiteY62-41486" fmla="*/ 2115 h 4213"/>
                    <a:gd name="connsiteX63-41487" fmla="*/ 1868 w 2254"/>
                    <a:gd name="connsiteY63-41488" fmla="*/ 2183 h 4213"/>
                    <a:gd name="connsiteX64-41489" fmla="*/ 1945 w 2254"/>
                    <a:gd name="connsiteY64-41490" fmla="*/ 2178 h 4213"/>
                    <a:gd name="connsiteX65-41491" fmla="*/ 1990 w 2254"/>
                    <a:gd name="connsiteY65-41492" fmla="*/ 2104 h 4213"/>
                    <a:gd name="connsiteX66-41493" fmla="*/ 2024 w 2254"/>
                    <a:gd name="connsiteY66-41494" fmla="*/ 2210 h 4213"/>
                    <a:gd name="connsiteX67-41495" fmla="*/ 1912 w 2254"/>
                    <a:gd name="connsiteY67-41496" fmla="*/ 2249 h 4213"/>
                    <a:gd name="connsiteX68-41497" fmla="*/ 1959 w 2254"/>
                    <a:gd name="connsiteY68-41498" fmla="*/ 2362 h 4213"/>
                    <a:gd name="connsiteX69-41499" fmla="*/ 1824 w 2254"/>
                    <a:gd name="connsiteY69-41500" fmla="*/ 2509 h 4213"/>
                    <a:gd name="connsiteX70-41501" fmla="*/ 1783 w 2254"/>
                    <a:gd name="connsiteY70-41502" fmla="*/ 2498 h 4213"/>
                    <a:gd name="connsiteX71-41503" fmla="*/ 1659 w 2254"/>
                    <a:gd name="connsiteY71-41504" fmla="*/ 2413 h 4213"/>
                    <a:gd name="connsiteX72-41505" fmla="*/ 1604 w 2254"/>
                    <a:gd name="connsiteY72-41506" fmla="*/ 2412 h 4213"/>
                    <a:gd name="connsiteX73-41507" fmla="*/ 1569 w 2254"/>
                    <a:gd name="connsiteY73-41508" fmla="*/ 2480 h 4213"/>
                    <a:gd name="connsiteX74-41509" fmla="*/ 1572 w 2254"/>
                    <a:gd name="connsiteY74-41510" fmla="*/ 2562 h 4213"/>
                    <a:gd name="connsiteX75-41511" fmla="*/ 1750 w 2254"/>
                    <a:gd name="connsiteY75-41512" fmla="*/ 2730 h 4213"/>
                    <a:gd name="connsiteX76-41513" fmla="*/ 1749 w 2254"/>
                    <a:gd name="connsiteY76-41514" fmla="*/ 2844 h 4213"/>
                    <a:gd name="connsiteX77-41515" fmla="*/ 1840 w 2254"/>
                    <a:gd name="connsiteY77-41516" fmla="*/ 3060 h 4213"/>
                    <a:gd name="connsiteX78-41517" fmla="*/ 1866 w 2254"/>
                    <a:gd name="connsiteY78-41518" fmla="*/ 3090 h 4213"/>
                    <a:gd name="connsiteX79-41519" fmla="*/ 1910 w 2254"/>
                    <a:gd name="connsiteY79-41520" fmla="*/ 3094 h 4213"/>
                    <a:gd name="connsiteX80-41521" fmla="*/ 1956 w 2254"/>
                    <a:gd name="connsiteY80-41522" fmla="*/ 3010 h 4213"/>
                    <a:gd name="connsiteX81-41523" fmla="*/ 2036 w 2254"/>
                    <a:gd name="connsiteY81-41524" fmla="*/ 2950 h 4213"/>
                    <a:gd name="connsiteX82-41525" fmla="*/ 2131 w 2254"/>
                    <a:gd name="connsiteY82-41526" fmla="*/ 3126 h 4213"/>
                    <a:gd name="connsiteX83-41527" fmla="*/ 2241 w 2254"/>
                    <a:gd name="connsiteY83-41528" fmla="*/ 3312 h 4213"/>
                    <a:gd name="connsiteX84-41529" fmla="*/ 2254 w 2254"/>
                    <a:gd name="connsiteY84-41530" fmla="*/ 3342 h 4213"/>
                    <a:gd name="connsiteX85-41531" fmla="*/ 2243 w 2254"/>
                    <a:gd name="connsiteY85-41532" fmla="*/ 3518 h 4213"/>
                    <a:gd name="connsiteX86-41533" fmla="*/ 2208 w 2254"/>
                    <a:gd name="connsiteY86-41534" fmla="*/ 3554 h 4213"/>
                    <a:gd name="connsiteX87-41535" fmla="*/ 2119 w 2254"/>
                    <a:gd name="connsiteY87-41536" fmla="*/ 3515 h 4213"/>
                    <a:gd name="connsiteX88-41537" fmla="*/ 1885 w 2254"/>
                    <a:gd name="connsiteY88-41538" fmla="*/ 3644 h 4213"/>
                    <a:gd name="connsiteX89-41539" fmla="*/ 1859 w 2254"/>
                    <a:gd name="connsiteY89-41540" fmla="*/ 3666 h 4213"/>
                    <a:gd name="connsiteX90-41541" fmla="*/ 1679 w 2254"/>
                    <a:gd name="connsiteY90-41542" fmla="*/ 3812 h 4213"/>
                    <a:gd name="connsiteX91-41543" fmla="*/ 1538 w 2254"/>
                    <a:gd name="connsiteY91-41544" fmla="*/ 3926 h 4213"/>
                    <a:gd name="connsiteX92-41545" fmla="*/ 1503 w 2254"/>
                    <a:gd name="connsiteY92-41546" fmla="*/ 3965 h 4213"/>
                    <a:gd name="connsiteX93-41547" fmla="*/ 1451 w 2254"/>
                    <a:gd name="connsiteY93-41548" fmla="*/ 3973 h 4213"/>
                    <a:gd name="connsiteX94-41549" fmla="*/ 1394 w 2254"/>
                    <a:gd name="connsiteY94-41550" fmla="*/ 3916 h 4213"/>
                    <a:gd name="connsiteX95-41551" fmla="*/ 1270 w 2254"/>
                    <a:gd name="connsiteY95-41552" fmla="*/ 3808 h 4213"/>
                    <a:gd name="connsiteX96-41553" fmla="*/ 1294 w 2254"/>
                    <a:gd name="connsiteY96-41554" fmla="*/ 4064 h 4213"/>
                    <a:gd name="connsiteX97-41555" fmla="*/ 1303 w 2254"/>
                    <a:gd name="connsiteY97-41556" fmla="*/ 4192 h 4213"/>
                    <a:gd name="connsiteX98-41557" fmla="*/ 1041 w 2254"/>
                    <a:gd name="connsiteY98-41558" fmla="*/ 4166 h 4213"/>
                    <a:gd name="connsiteX99-41559" fmla="*/ 959 w 2254"/>
                    <a:gd name="connsiteY99-41560" fmla="*/ 3987 h 4213"/>
                    <a:gd name="connsiteX100-41561" fmla="*/ 877 w 2254"/>
                    <a:gd name="connsiteY100-41562" fmla="*/ 3802 h 4213"/>
                    <a:gd name="connsiteX101-41563" fmla="*/ 798 w 2254"/>
                    <a:gd name="connsiteY101-41564" fmla="*/ 3734 h 4213"/>
                    <a:gd name="connsiteX0-41565" fmla="*/ 798 w 2254"/>
                    <a:gd name="connsiteY0-41566" fmla="*/ 3734 h 4213"/>
                    <a:gd name="connsiteX1-41567" fmla="*/ 679 w 2254"/>
                    <a:gd name="connsiteY1-41568" fmla="*/ 3800 h 4213"/>
                    <a:gd name="connsiteX2-41569" fmla="*/ 695 w 2254"/>
                    <a:gd name="connsiteY2-41570" fmla="*/ 3662 h 4213"/>
                    <a:gd name="connsiteX3-41571" fmla="*/ 633 w 2254"/>
                    <a:gd name="connsiteY3-41572" fmla="*/ 3500 h 4213"/>
                    <a:gd name="connsiteX4-41573" fmla="*/ 742 w 2254"/>
                    <a:gd name="connsiteY4-41574" fmla="*/ 3280 h 4213"/>
                    <a:gd name="connsiteX5-41575" fmla="*/ 932 w 2254"/>
                    <a:gd name="connsiteY5-41576" fmla="*/ 3195 h 4213"/>
                    <a:gd name="connsiteX6-41577" fmla="*/ 1045 w 2254"/>
                    <a:gd name="connsiteY6-41578" fmla="*/ 3058 h 4213"/>
                    <a:gd name="connsiteX7-41579" fmla="*/ 1112 w 2254"/>
                    <a:gd name="connsiteY7-41580" fmla="*/ 2878 h 4213"/>
                    <a:gd name="connsiteX8-41581" fmla="*/ 1068 w 2254"/>
                    <a:gd name="connsiteY8-41582" fmla="*/ 2333 h 4213"/>
                    <a:gd name="connsiteX9-41583" fmla="*/ 1066 w 2254"/>
                    <a:gd name="connsiteY9-41584" fmla="*/ 2117 h 4213"/>
                    <a:gd name="connsiteX10-41585" fmla="*/ 990 w 2254"/>
                    <a:gd name="connsiteY10-41586" fmla="*/ 2039 h 4213"/>
                    <a:gd name="connsiteX11-41587" fmla="*/ 847 w 2254"/>
                    <a:gd name="connsiteY11-41588" fmla="*/ 1951 h 4213"/>
                    <a:gd name="connsiteX12-41589" fmla="*/ 755 w 2254"/>
                    <a:gd name="connsiteY12-41590" fmla="*/ 1827 h 4213"/>
                    <a:gd name="connsiteX13-41591" fmla="*/ 659 w 2254"/>
                    <a:gd name="connsiteY13-41592" fmla="*/ 1828 h 4213"/>
                    <a:gd name="connsiteX14-41593" fmla="*/ 614 w 2254"/>
                    <a:gd name="connsiteY14-41594" fmla="*/ 1883 h 4213"/>
                    <a:gd name="connsiteX15-41595" fmla="*/ 521 w 2254"/>
                    <a:gd name="connsiteY15-41596" fmla="*/ 1877 h 4213"/>
                    <a:gd name="connsiteX16-41597" fmla="*/ 501 w 2254"/>
                    <a:gd name="connsiteY16-41598" fmla="*/ 1994 h 4213"/>
                    <a:gd name="connsiteX17-41599" fmla="*/ 320 w 2254"/>
                    <a:gd name="connsiteY17-41600" fmla="*/ 1941 h 4213"/>
                    <a:gd name="connsiteX18-41601" fmla="*/ 237 w 2254"/>
                    <a:gd name="connsiteY18-41602" fmla="*/ 1939 h 4213"/>
                    <a:gd name="connsiteX19-41603" fmla="*/ 112 w 2254"/>
                    <a:gd name="connsiteY19-41604" fmla="*/ 2014 h 4213"/>
                    <a:gd name="connsiteX20-41605" fmla="*/ 0 w 2254"/>
                    <a:gd name="connsiteY20-41606" fmla="*/ 1890 h 4213"/>
                    <a:gd name="connsiteX21-41607" fmla="*/ 94 w 2254"/>
                    <a:gd name="connsiteY21-41608" fmla="*/ 1804 h 4213"/>
                    <a:gd name="connsiteX22-41609" fmla="*/ 98 w 2254"/>
                    <a:gd name="connsiteY22-41610" fmla="*/ 1634 h 4213"/>
                    <a:gd name="connsiteX23-41611" fmla="*/ 153 w 2254"/>
                    <a:gd name="connsiteY23-41612" fmla="*/ 1514 h 4213"/>
                    <a:gd name="connsiteX24-41613" fmla="*/ 196 w 2254"/>
                    <a:gd name="connsiteY24-41614" fmla="*/ 1306 h 4213"/>
                    <a:gd name="connsiteX25-41615" fmla="*/ 256 w 2254"/>
                    <a:gd name="connsiteY25-41616" fmla="*/ 1307 h 4213"/>
                    <a:gd name="connsiteX26-41617" fmla="*/ 579 w 2254"/>
                    <a:gd name="connsiteY26-41618" fmla="*/ 1286 h 4213"/>
                    <a:gd name="connsiteX27-41619" fmla="*/ 753 w 2254"/>
                    <a:gd name="connsiteY27-41620" fmla="*/ 1117 h 4213"/>
                    <a:gd name="connsiteX28-41621" fmla="*/ 822 w 2254"/>
                    <a:gd name="connsiteY28-41622" fmla="*/ 748 h 4213"/>
                    <a:gd name="connsiteX29-41623" fmla="*/ 932 w 2254"/>
                    <a:gd name="connsiteY29-41624" fmla="*/ 486 h 4213"/>
                    <a:gd name="connsiteX30-41625" fmla="*/ 930 w 2254"/>
                    <a:gd name="connsiteY30-41626" fmla="*/ 358 h 4213"/>
                    <a:gd name="connsiteX31-41627" fmla="*/ 917 w 2254"/>
                    <a:gd name="connsiteY31-41628" fmla="*/ 328 h 4213"/>
                    <a:gd name="connsiteX32-41629" fmla="*/ 850 w 2254"/>
                    <a:gd name="connsiteY32-41630" fmla="*/ 251 h 4213"/>
                    <a:gd name="connsiteX33-41631" fmla="*/ 790 w 2254"/>
                    <a:gd name="connsiteY33-41632" fmla="*/ 217 h 4213"/>
                    <a:gd name="connsiteX34-41633" fmla="*/ 915 w 2254"/>
                    <a:gd name="connsiteY34-41634" fmla="*/ 56 h 4213"/>
                    <a:gd name="connsiteX35-41635" fmla="*/ 1088 w 2254"/>
                    <a:gd name="connsiteY35-41636" fmla="*/ 2 h 4213"/>
                    <a:gd name="connsiteX36-41637" fmla="*/ 1120 w 2254"/>
                    <a:gd name="connsiteY36-41638" fmla="*/ 49 h 4213"/>
                    <a:gd name="connsiteX37-41639" fmla="*/ 1110 w 2254"/>
                    <a:gd name="connsiteY37-41640" fmla="*/ 133 h 4213"/>
                    <a:gd name="connsiteX38-41641" fmla="*/ 1049 w 2254"/>
                    <a:gd name="connsiteY38-41642" fmla="*/ 243 h 4213"/>
                    <a:gd name="connsiteX39-41643" fmla="*/ 1119 w 2254"/>
                    <a:gd name="connsiteY39-41644" fmla="*/ 301 h 4213"/>
                    <a:gd name="connsiteX40-41645" fmla="*/ 1233 w 2254"/>
                    <a:gd name="connsiteY40-41646" fmla="*/ 366 h 4213"/>
                    <a:gd name="connsiteX41-41647" fmla="*/ 1253 w 2254"/>
                    <a:gd name="connsiteY41-41648" fmla="*/ 255 h 4213"/>
                    <a:gd name="connsiteX42-41649" fmla="*/ 1387 w 2254"/>
                    <a:gd name="connsiteY42-41650" fmla="*/ 291 h 4213"/>
                    <a:gd name="connsiteX43-41651" fmla="*/ 1412 w 2254"/>
                    <a:gd name="connsiteY43-41652" fmla="*/ 331 h 4213"/>
                    <a:gd name="connsiteX44-41653" fmla="*/ 1488 w 2254"/>
                    <a:gd name="connsiteY44-41654" fmla="*/ 562 h 4213"/>
                    <a:gd name="connsiteX45-41655" fmla="*/ 1523 w 2254"/>
                    <a:gd name="connsiteY45-41656" fmla="*/ 586 h 4213"/>
                    <a:gd name="connsiteX46-41657" fmla="*/ 1615 w 2254"/>
                    <a:gd name="connsiteY46-41658" fmla="*/ 578 h 4213"/>
                    <a:gd name="connsiteX47-41659" fmla="*/ 1875 w 2254"/>
                    <a:gd name="connsiteY47-41660" fmla="*/ 490 h 4213"/>
                    <a:gd name="connsiteX48-41661" fmla="*/ 2095 w 2254"/>
                    <a:gd name="connsiteY48-41662" fmla="*/ 479 h 4213"/>
                    <a:gd name="connsiteX49-41663" fmla="*/ 2155 w 2254"/>
                    <a:gd name="connsiteY49-41664" fmla="*/ 648 h 4213"/>
                    <a:gd name="connsiteX50-41665" fmla="*/ 2073 w 2254"/>
                    <a:gd name="connsiteY50-41666" fmla="*/ 944 h 4213"/>
                    <a:gd name="connsiteX51-41667" fmla="*/ 2073 w 2254"/>
                    <a:gd name="connsiteY51-41668" fmla="*/ 1022 h 4213"/>
                    <a:gd name="connsiteX52-41669" fmla="*/ 2142 w 2254"/>
                    <a:gd name="connsiteY52-41670" fmla="*/ 1168 h 4213"/>
                    <a:gd name="connsiteX53-41671" fmla="*/ 2157 w 2254"/>
                    <a:gd name="connsiteY53-41672" fmla="*/ 1427 h 4213"/>
                    <a:gd name="connsiteX54-41673" fmla="*/ 2159 w 2254"/>
                    <a:gd name="connsiteY54-41674" fmla="*/ 1617 h 4213"/>
                    <a:gd name="connsiteX55-41675" fmla="*/ 2092 w 2254"/>
                    <a:gd name="connsiteY55-41676" fmla="*/ 1625 h 4213"/>
                    <a:gd name="connsiteX56-41677" fmla="*/ 2070 w 2254"/>
                    <a:gd name="connsiteY56-41678" fmla="*/ 1507 h 4213"/>
                    <a:gd name="connsiteX57-41679" fmla="*/ 2035 w 2254"/>
                    <a:gd name="connsiteY57-41680" fmla="*/ 1450 h 4213"/>
                    <a:gd name="connsiteX58-41681" fmla="*/ 1945 w 2254"/>
                    <a:gd name="connsiteY58-41682" fmla="*/ 1582 h 4213"/>
                    <a:gd name="connsiteX59-41683" fmla="*/ 1832 w 2254"/>
                    <a:gd name="connsiteY59-41684" fmla="*/ 1776 h 4213"/>
                    <a:gd name="connsiteX60-41685" fmla="*/ 1713 w 2254"/>
                    <a:gd name="connsiteY60-41686" fmla="*/ 1904 h 4213"/>
                    <a:gd name="connsiteX61-41687" fmla="*/ 1706 w 2254"/>
                    <a:gd name="connsiteY61-41688" fmla="*/ 2018 h 4213"/>
                    <a:gd name="connsiteX62-41689" fmla="*/ 1766 w 2254"/>
                    <a:gd name="connsiteY62-41690" fmla="*/ 2115 h 4213"/>
                    <a:gd name="connsiteX63-41691" fmla="*/ 1868 w 2254"/>
                    <a:gd name="connsiteY63-41692" fmla="*/ 2183 h 4213"/>
                    <a:gd name="connsiteX64-41693" fmla="*/ 1945 w 2254"/>
                    <a:gd name="connsiteY64-41694" fmla="*/ 2178 h 4213"/>
                    <a:gd name="connsiteX65-41695" fmla="*/ 1990 w 2254"/>
                    <a:gd name="connsiteY65-41696" fmla="*/ 2104 h 4213"/>
                    <a:gd name="connsiteX66-41697" fmla="*/ 2024 w 2254"/>
                    <a:gd name="connsiteY66-41698" fmla="*/ 2210 h 4213"/>
                    <a:gd name="connsiteX67-41699" fmla="*/ 1912 w 2254"/>
                    <a:gd name="connsiteY67-41700" fmla="*/ 2249 h 4213"/>
                    <a:gd name="connsiteX68-41701" fmla="*/ 1959 w 2254"/>
                    <a:gd name="connsiteY68-41702" fmla="*/ 2362 h 4213"/>
                    <a:gd name="connsiteX69-41703" fmla="*/ 1824 w 2254"/>
                    <a:gd name="connsiteY69-41704" fmla="*/ 2509 h 4213"/>
                    <a:gd name="connsiteX70-41705" fmla="*/ 1783 w 2254"/>
                    <a:gd name="connsiteY70-41706" fmla="*/ 2498 h 4213"/>
                    <a:gd name="connsiteX71-41707" fmla="*/ 1659 w 2254"/>
                    <a:gd name="connsiteY71-41708" fmla="*/ 2413 h 4213"/>
                    <a:gd name="connsiteX72-41709" fmla="*/ 1604 w 2254"/>
                    <a:gd name="connsiteY72-41710" fmla="*/ 2412 h 4213"/>
                    <a:gd name="connsiteX73-41711" fmla="*/ 1569 w 2254"/>
                    <a:gd name="connsiteY73-41712" fmla="*/ 2480 h 4213"/>
                    <a:gd name="connsiteX74-41713" fmla="*/ 1572 w 2254"/>
                    <a:gd name="connsiteY74-41714" fmla="*/ 2562 h 4213"/>
                    <a:gd name="connsiteX75-41715" fmla="*/ 1750 w 2254"/>
                    <a:gd name="connsiteY75-41716" fmla="*/ 2730 h 4213"/>
                    <a:gd name="connsiteX76-41717" fmla="*/ 1749 w 2254"/>
                    <a:gd name="connsiteY76-41718" fmla="*/ 2844 h 4213"/>
                    <a:gd name="connsiteX77-41719" fmla="*/ 1840 w 2254"/>
                    <a:gd name="connsiteY77-41720" fmla="*/ 3060 h 4213"/>
                    <a:gd name="connsiteX78-41721" fmla="*/ 1866 w 2254"/>
                    <a:gd name="connsiteY78-41722" fmla="*/ 3090 h 4213"/>
                    <a:gd name="connsiteX79-41723" fmla="*/ 1910 w 2254"/>
                    <a:gd name="connsiteY79-41724" fmla="*/ 3094 h 4213"/>
                    <a:gd name="connsiteX80-41725" fmla="*/ 1956 w 2254"/>
                    <a:gd name="connsiteY80-41726" fmla="*/ 3010 h 4213"/>
                    <a:gd name="connsiteX81-41727" fmla="*/ 2036 w 2254"/>
                    <a:gd name="connsiteY81-41728" fmla="*/ 2950 h 4213"/>
                    <a:gd name="connsiteX82-41729" fmla="*/ 2131 w 2254"/>
                    <a:gd name="connsiteY82-41730" fmla="*/ 3126 h 4213"/>
                    <a:gd name="connsiteX83-41731" fmla="*/ 2241 w 2254"/>
                    <a:gd name="connsiteY83-41732" fmla="*/ 3312 h 4213"/>
                    <a:gd name="connsiteX84-41733" fmla="*/ 2254 w 2254"/>
                    <a:gd name="connsiteY84-41734" fmla="*/ 3342 h 4213"/>
                    <a:gd name="connsiteX85-41735" fmla="*/ 2243 w 2254"/>
                    <a:gd name="connsiteY85-41736" fmla="*/ 3518 h 4213"/>
                    <a:gd name="connsiteX86-41737" fmla="*/ 2208 w 2254"/>
                    <a:gd name="connsiteY86-41738" fmla="*/ 3554 h 4213"/>
                    <a:gd name="connsiteX87-41739" fmla="*/ 2119 w 2254"/>
                    <a:gd name="connsiteY87-41740" fmla="*/ 3515 h 4213"/>
                    <a:gd name="connsiteX88-41741" fmla="*/ 1885 w 2254"/>
                    <a:gd name="connsiteY88-41742" fmla="*/ 3644 h 4213"/>
                    <a:gd name="connsiteX89-41743" fmla="*/ 1859 w 2254"/>
                    <a:gd name="connsiteY89-41744" fmla="*/ 3666 h 4213"/>
                    <a:gd name="connsiteX90-41745" fmla="*/ 1679 w 2254"/>
                    <a:gd name="connsiteY90-41746" fmla="*/ 3812 h 4213"/>
                    <a:gd name="connsiteX91-41747" fmla="*/ 1538 w 2254"/>
                    <a:gd name="connsiteY91-41748" fmla="*/ 3926 h 4213"/>
                    <a:gd name="connsiteX92-41749" fmla="*/ 1503 w 2254"/>
                    <a:gd name="connsiteY92-41750" fmla="*/ 3965 h 4213"/>
                    <a:gd name="connsiteX93-41751" fmla="*/ 1451 w 2254"/>
                    <a:gd name="connsiteY93-41752" fmla="*/ 3973 h 4213"/>
                    <a:gd name="connsiteX94-41753" fmla="*/ 1394 w 2254"/>
                    <a:gd name="connsiteY94-41754" fmla="*/ 3916 h 4213"/>
                    <a:gd name="connsiteX95-41755" fmla="*/ 1270 w 2254"/>
                    <a:gd name="connsiteY95-41756" fmla="*/ 3808 h 4213"/>
                    <a:gd name="connsiteX96-41757" fmla="*/ 1294 w 2254"/>
                    <a:gd name="connsiteY96-41758" fmla="*/ 4064 h 4213"/>
                    <a:gd name="connsiteX97-41759" fmla="*/ 1303 w 2254"/>
                    <a:gd name="connsiteY97-41760" fmla="*/ 4192 h 4213"/>
                    <a:gd name="connsiteX98-41761" fmla="*/ 1041 w 2254"/>
                    <a:gd name="connsiteY98-41762" fmla="*/ 4166 h 4213"/>
                    <a:gd name="connsiteX99-41763" fmla="*/ 959 w 2254"/>
                    <a:gd name="connsiteY99-41764" fmla="*/ 3987 h 4213"/>
                    <a:gd name="connsiteX100-41765" fmla="*/ 877 w 2254"/>
                    <a:gd name="connsiteY100-41766" fmla="*/ 3802 h 4213"/>
                    <a:gd name="connsiteX101-41767" fmla="*/ 798 w 2254"/>
                    <a:gd name="connsiteY101-41768" fmla="*/ 3734 h 4213"/>
                    <a:gd name="connsiteX0-41769" fmla="*/ 798 w 2254"/>
                    <a:gd name="connsiteY0-41770" fmla="*/ 3734 h 4213"/>
                    <a:gd name="connsiteX1-41771" fmla="*/ 679 w 2254"/>
                    <a:gd name="connsiteY1-41772" fmla="*/ 3800 h 4213"/>
                    <a:gd name="connsiteX2-41773" fmla="*/ 695 w 2254"/>
                    <a:gd name="connsiteY2-41774" fmla="*/ 3662 h 4213"/>
                    <a:gd name="connsiteX3-41775" fmla="*/ 633 w 2254"/>
                    <a:gd name="connsiteY3-41776" fmla="*/ 3500 h 4213"/>
                    <a:gd name="connsiteX4-41777" fmla="*/ 742 w 2254"/>
                    <a:gd name="connsiteY4-41778" fmla="*/ 3280 h 4213"/>
                    <a:gd name="connsiteX5-41779" fmla="*/ 932 w 2254"/>
                    <a:gd name="connsiteY5-41780" fmla="*/ 3195 h 4213"/>
                    <a:gd name="connsiteX6-41781" fmla="*/ 1045 w 2254"/>
                    <a:gd name="connsiteY6-41782" fmla="*/ 3058 h 4213"/>
                    <a:gd name="connsiteX7-41783" fmla="*/ 1112 w 2254"/>
                    <a:gd name="connsiteY7-41784" fmla="*/ 2878 h 4213"/>
                    <a:gd name="connsiteX8-41785" fmla="*/ 1068 w 2254"/>
                    <a:gd name="connsiteY8-41786" fmla="*/ 2333 h 4213"/>
                    <a:gd name="connsiteX9-41787" fmla="*/ 1066 w 2254"/>
                    <a:gd name="connsiteY9-41788" fmla="*/ 2117 h 4213"/>
                    <a:gd name="connsiteX10-41789" fmla="*/ 990 w 2254"/>
                    <a:gd name="connsiteY10-41790" fmla="*/ 2039 h 4213"/>
                    <a:gd name="connsiteX11-41791" fmla="*/ 847 w 2254"/>
                    <a:gd name="connsiteY11-41792" fmla="*/ 1951 h 4213"/>
                    <a:gd name="connsiteX12-41793" fmla="*/ 755 w 2254"/>
                    <a:gd name="connsiteY12-41794" fmla="*/ 1827 h 4213"/>
                    <a:gd name="connsiteX13-41795" fmla="*/ 659 w 2254"/>
                    <a:gd name="connsiteY13-41796" fmla="*/ 1828 h 4213"/>
                    <a:gd name="connsiteX14-41797" fmla="*/ 614 w 2254"/>
                    <a:gd name="connsiteY14-41798" fmla="*/ 1883 h 4213"/>
                    <a:gd name="connsiteX15-41799" fmla="*/ 521 w 2254"/>
                    <a:gd name="connsiteY15-41800" fmla="*/ 1877 h 4213"/>
                    <a:gd name="connsiteX16-41801" fmla="*/ 501 w 2254"/>
                    <a:gd name="connsiteY16-41802" fmla="*/ 1994 h 4213"/>
                    <a:gd name="connsiteX17-41803" fmla="*/ 320 w 2254"/>
                    <a:gd name="connsiteY17-41804" fmla="*/ 1941 h 4213"/>
                    <a:gd name="connsiteX18-41805" fmla="*/ 237 w 2254"/>
                    <a:gd name="connsiteY18-41806" fmla="*/ 1939 h 4213"/>
                    <a:gd name="connsiteX19-41807" fmla="*/ 112 w 2254"/>
                    <a:gd name="connsiteY19-41808" fmla="*/ 2014 h 4213"/>
                    <a:gd name="connsiteX20-41809" fmla="*/ 0 w 2254"/>
                    <a:gd name="connsiteY20-41810" fmla="*/ 1890 h 4213"/>
                    <a:gd name="connsiteX21-41811" fmla="*/ 94 w 2254"/>
                    <a:gd name="connsiteY21-41812" fmla="*/ 1804 h 4213"/>
                    <a:gd name="connsiteX22-41813" fmla="*/ 98 w 2254"/>
                    <a:gd name="connsiteY22-41814" fmla="*/ 1634 h 4213"/>
                    <a:gd name="connsiteX23-41815" fmla="*/ 153 w 2254"/>
                    <a:gd name="connsiteY23-41816" fmla="*/ 1514 h 4213"/>
                    <a:gd name="connsiteX24-41817" fmla="*/ 196 w 2254"/>
                    <a:gd name="connsiteY24-41818" fmla="*/ 1306 h 4213"/>
                    <a:gd name="connsiteX25-41819" fmla="*/ 256 w 2254"/>
                    <a:gd name="connsiteY25-41820" fmla="*/ 1307 h 4213"/>
                    <a:gd name="connsiteX26-41821" fmla="*/ 579 w 2254"/>
                    <a:gd name="connsiteY26-41822" fmla="*/ 1286 h 4213"/>
                    <a:gd name="connsiteX27-41823" fmla="*/ 753 w 2254"/>
                    <a:gd name="connsiteY27-41824" fmla="*/ 1117 h 4213"/>
                    <a:gd name="connsiteX28-41825" fmla="*/ 822 w 2254"/>
                    <a:gd name="connsiteY28-41826" fmla="*/ 748 h 4213"/>
                    <a:gd name="connsiteX29-41827" fmla="*/ 932 w 2254"/>
                    <a:gd name="connsiteY29-41828" fmla="*/ 486 h 4213"/>
                    <a:gd name="connsiteX30-41829" fmla="*/ 930 w 2254"/>
                    <a:gd name="connsiteY30-41830" fmla="*/ 358 h 4213"/>
                    <a:gd name="connsiteX31-41831" fmla="*/ 917 w 2254"/>
                    <a:gd name="connsiteY31-41832" fmla="*/ 328 h 4213"/>
                    <a:gd name="connsiteX32-41833" fmla="*/ 850 w 2254"/>
                    <a:gd name="connsiteY32-41834" fmla="*/ 251 h 4213"/>
                    <a:gd name="connsiteX33-41835" fmla="*/ 790 w 2254"/>
                    <a:gd name="connsiteY33-41836" fmla="*/ 217 h 4213"/>
                    <a:gd name="connsiteX34-41837" fmla="*/ 915 w 2254"/>
                    <a:gd name="connsiteY34-41838" fmla="*/ 56 h 4213"/>
                    <a:gd name="connsiteX35-41839" fmla="*/ 1088 w 2254"/>
                    <a:gd name="connsiteY35-41840" fmla="*/ 2 h 4213"/>
                    <a:gd name="connsiteX36-41841" fmla="*/ 1120 w 2254"/>
                    <a:gd name="connsiteY36-41842" fmla="*/ 49 h 4213"/>
                    <a:gd name="connsiteX37-41843" fmla="*/ 1110 w 2254"/>
                    <a:gd name="connsiteY37-41844" fmla="*/ 133 h 4213"/>
                    <a:gd name="connsiteX38-41845" fmla="*/ 1049 w 2254"/>
                    <a:gd name="connsiteY38-41846" fmla="*/ 243 h 4213"/>
                    <a:gd name="connsiteX39-41847" fmla="*/ 1119 w 2254"/>
                    <a:gd name="connsiteY39-41848" fmla="*/ 301 h 4213"/>
                    <a:gd name="connsiteX40-41849" fmla="*/ 1233 w 2254"/>
                    <a:gd name="connsiteY40-41850" fmla="*/ 366 h 4213"/>
                    <a:gd name="connsiteX41-41851" fmla="*/ 1253 w 2254"/>
                    <a:gd name="connsiteY41-41852" fmla="*/ 255 h 4213"/>
                    <a:gd name="connsiteX42-41853" fmla="*/ 1387 w 2254"/>
                    <a:gd name="connsiteY42-41854" fmla="*/ 291 h 4213"/>
                    <a:gd name="connsiteX43-41855" fmla="*/ 1412 w 2254"/>
                    <a:gd name="connsiteY43-41856" fmla="*/ 331 h 4213"/>
                    <a:gd name="connsiteX44-41857" fmla="*/ 1488 w 2254"/>
                    <a:gd name="connsiteY44-41858" fmla="*/ 562 h 4213"/>
                    <a:gd name="connsiteX45-41859" fmla="*/ 1523 w 2254"/>
                    <a:gd name="connsiteY45-41860" fmla="*/ 586 h 4213"/>
                    <a:gd name="connsiteX46-41861" fmla="*/ 1615 w 2254"/>
                    <a:gd name="connsiteY46-41862" fmla="*/ 578 h 4213"/>
                    <a:gd name="connsiteX47-41863" fmla="*/ 1875 w 2254"/>
                    <a:gd name="connsiteY47-41864" fmla="*/ 490 h 4213"/>
                    <a:gd name="connsiteX48-41865" fmla="*/ 2095 w 2254"/>
                    <a:gd name="connsiteY48-41866" fmla="*/ 479 h 4213"/>
                    <a:gd name="connsiteX49-41867" fmla="*/ 2155 w 2254"/>
                    <a:gd name="connsiteY49-41868" fmla="*/ 648 h 4213"/>
                    <a:gd name="connsiteX50-41869" fmla="*/ 2073 w 2254"/>
                    <a:gd name="connsiteY50-41870" fmla="*/ 944 h 4213"/>
                    <a:gd name="connsiteX51-41871" fmla="*/ 2073 w 2254"/>
                    <a:gd name="connsiteY51-41872" fmla="*/ 1022 h 4213"/>
                    <a:gd name="connsiteX52-41873" fmla="*/ 2142 w 2254"/>
                    <a:gd name="connsiteY52-41874" fmla="*/ 1168 h 4213"/>
                    <a:gd name="connsiteX53-41875" fmla="*/ 2157 w 2254"/>
                    <a:gd name="connsiteY53-41876" fmla="*/ 1427 h 4213"/>
                    <a:gd name="connsiteX54-41877" fmla="*/ 2159 w 2254"/>
                    <a:gd name="connsiteY54-41878" fmla="*/ 1617 h 4213"/>
                    <a:gd name="connsiteX55-41879" fmla="*/ 2092 w 2254"/>
                    <a:gd name="connsiteY55-41880" fmla="*/ 1625 h 4213"/>
                    <a:gd name="connsiteX56-41881" fmla="*/ 2070 w 2254"/>
                    <a:gd name="connsiteY56-41882" fmla="*/ 1507 h 4213"/>
                    <a:gd name="connsiteX57-41883" fmla="*/ 2035 w 2254"/>
                    <a:gd name="connsiteY57-41884" fmla="*/ 1450 h 4213"/>
                    <a:gd name="connsiteX58-41885" fmla="*/ 1945 w 2254"/>
                    <a:gd name="connsiteY58-41886" fmla="*/ 1582 h 4213"/>
                    <a:gd name="connsiteX59-41887" fmla="*/ 1832 w 2254"/>
                    <a:gd name="connsiteY59-41888" fmla="*/ 1776 h 4213"/>
                    <a:gd name="connsiteX60-41889" fmla="*/ 1713 w 2254"/>
                    <a:gd name="connsiteY60-41890" fmla="*/ 1904 h 4213"/>
                    <a:gd name="connsiteX61-41891" fmla="*/ 1706 w 2254"/>
                    <a:gd name="connsiteY61-41892" fmla="*/ 2018 h 4213"/>
                    <a:gd name="connsiteX62-41893" fmla="*/ 1766 w 2254"/>
                    <a:gd name="connsiteY62-41894" fmla="*/ 2115 h 4213"/>
                    <a:gd name="connsiteX63-41895" fmla="*/ 1868 w 2254"/>
                    <a:gd name="connsiteY63-41896" fmla="*/ 2183 h 4213"/>
                    <a:gd name="connsiteX64-41897" fmla="*/ 1945 w 2254"/>
                    <a:gd name="connsiteY64-41898" fmla="*/ 2178 h 4213"/>
                    <a:gd name="connsiteX65-41899" fmla="*/ 1990 w 2254"/>
                    <a:gd name="connsiteY65-41900" fmla="*/ 2104 h 4213"/>
                    <a:gd name="connsiteX66-41901" fmla="*/ 2024 w 2254"/>
                    <a:gd name="connsiteY66-41902" fmla="*/ 2210 h 4213"/>
                    <a:gd name="connsiteX67-41903" fmla="*/ 1912 w 2254"/>
                    <a:gd name="connsiteY67-41904" fmla="*/ 2249 h 4213"/>
                    <a:gd name="connsiteX68-41905" fmla="*/ 1959 w 2254"/>
                    <a:gd name="connsiteY68-41906" fmla="*/ 2362 h 4213"/>
                    <a:gd name="connsiteX69-41907" fmla="*/ 1824 w 2254"/>
                    <a:gd name="connsiteY69-41908" fmla="*/ 2509 h 4213"/>
                    <a:gd name="connsiteX70-41909" fmla="*/ 1783 w 2254"/>
                    <a:gd name="connsiteY70-41910" fmla="*/ 2498 h 4213"/>
                    <a:gd name="connsiteX71-41911" fmla="*/ 1659 w 2254"/>
                    <a:gd name="connsiteY71-41912" fmla="*/ 2413 h 4213"/>
                    <a:gd name="connsiteX72-41913" fmla="*/ 1604 w 2254"/>
                    <a:gd name="connsiteY72-41914" fmla="*/ 2412 h 4213"/>
                    <a:gd name="connsiteX73-41915" fmla="*/ 1569 w 2254"/>
                    <a:gd name="connsiteY73-41916" fmla="*/ 2480 h 4213"/>
                    <a:gd name="connsiteX74-41917" fmla="*/ 1572 w 2254"/>
                    <a:gd name="connsiteY74-41918" fmla="*/ 2562 h 4213"/>
                    <a:gd name="connsiteX75-41919" fmla="*/ 1750 w 2254"/>
                    <a:gd name="connsiteY75-41920" fmla="*/ 2730 h 4213"/>
                    <a:gd name="connsiteX76-41921" fmla="*/ 1749 w 2254"/>
                    <a:gd name="connsiteY76-41922" fmla="*/ 2844 h 4213"/>
                    <a:gd name="connsiteX77-41923" fmla="*/ 1840 w 2254"/>
                    <a:gd name="connsiteY77-41924" fmla="*/ 3060 h 4213"/>
                    <a:gd name="connsiteX78-41925" fmla="*/ 1866 w 2254"/>
                    <a:gd name="connsiteY78-41926" fmla="*/ 3090 h 4213"/>
                    <a:gd name="connsiteX79-41927" fmla="*/ 1910 w 2254"/>
                    <a:gd name="connsiteY79-41928" fmla="*/ 3094 h 4213"/>
                    <a:gd name="connsiteX80-41929" fmla="*/ 1956 w 2254"/>
                    <a:gd name="connsiteY80-41930" fmla="*/ 3010 h 4213"/>
                    <a:gd name="connsiteX81-41931" fmla="*/ 2036 w 2254"/>
                    <a:gd name="connsiteY81-41932" fmla="*/ 2950 h 4213"/>
                    <a:gd name="connsiteX82-41933" fmla="*/ 2131 w 2254"/>
                    <a:gd name="connsiteY82-41934" fmla="*/ 3126 h 4213"/>
                    <a:gd name="connsiteX83-41935" fmla="*/ 2241 w 2254"/>
                    <a:gd name="connsiteY83-41936" fmla="*/ 3312 h 4213"/>
                    <a:gd name="connsiteX84-41937" fmla="*/ 2254 w 2254"/>
                    <a:gd name="connsiteY84-41938" fmla="*/ 3342 h 4213"/>
                    <a:gd name="connsiteX85-41939" fmla="*/ 2243 w 2254"/>
                    <a:gd name="connsiteY85-41940" fmla="*/ 3518 h 4213"/>
                    <a:gd name="connsiteX86-41941" fmla="*/ 2208 w 2254"/>
                    <a:gd name="connsiteY86-41942" fmla="*/ 3554 h 4213"/>
                    <a:gd name="connsiteX87-41943" fmla="*/ 2119 w 2254"/>
                    <a:gd name="connsiteY87-41944" fmla="*/ 3515 h 4213"/>
                    <a:gd name="connsiteX88-41945" fmla="*/ 1885 w 2254"/>
                    <a:gd name="connsiteY88-41946" fmla="*/ 3644 h 4213"/>
                    <a:gd name="connsiteX89-41947" fmla="*/ 1859 w 2254"/>
                    <a:gd name="connsiteY89-41948" fmla="*/ 3666 h 4213"/>
                    <a:gd name="connsiteX90-41949" fmla="*/ 1679 w 2254"/>
                    <a:gd name="connsiteY90-41950" fmla="*/ 3812 h 4213"/>
                    <a:gd name="connsiteX91-41951" fmla="*/ 1538 w 2254"/>
                    <a:gd name="connsiteY91-41952" fmla="*/ 3926 h 4213"/>
                    <a:gd name="connsiteX92-41953" fmla="*/ 1503 w 2254"/>
                    <a:gd name="connsiteY92-41954" fmla="*/ 3965 h 4213"/>
                    <a:gd name="connsiteX93-41955" fmla="*/ 1451 w 2254"/>
                    <a:gd name="connsiteY93-41956" fmla="*/ 3973 h 4213"/>
                    <a:gd name="connsiteX94-41957" fmla="*/ 1394 w 2254"/>
                    <a:gd name="connsiteY94-41958" fmla="*/ 3916 h 4213"/>
                    <a:gd name="connsiteX95-41959" fmla="*/ 1270 w 2254"/>
                    <a:gd name="connsiteY95-41960" fmla="*/ 3808 h 4213"/>
                    <a:gd name="connsiteX96-41961" fmla="*/ 1294 w 2254"/>
                    <a:gd name="connsiteY96-41962" fmla="*/ 4064 h 4213"/>
                    <a:gd name="connsiteX97-41963" fmla="*/ 1303 w 2254"/>
                    <a:gd name="connsiteY97-41964" fmla="*/ 4192 h 4213"/>
                    <a:gd name="connsiteX98-41965" fmla="*/ 1041 w 2254"/>
                    <a:gd name="connsiteY98-41966" fmla="*/ 4166 h 4213"/>
                    <a:gd name="connsiteX99-41967" fmla="*/ 959 w 2254"/>
                    <a:gd name="connsiteY99-41968" fmla="*/ 3987 h 4213"/>
                    <a:gd name="connsiteX100-41969" fmla="*/ 877 w 2254"/>
                    <a:gd name="connsiteY100-41970" fmla="*/ 3802 h 4213"/>
                    <a:gd name="connsiteX101-41971" fmla="*/ 798 w 2254"/>
                    <a:gd name="connsiteY101-41972" fmla="*/ 3734 h 4213"/>
                    <a:gd name="connsiteX0-41973" fmla="*/ 798 w 2254"/>
                    <a:gd name="connsiteY0-41974" fmla="*/ 3734 h 4213"/>
                    <a:gd name="connsiteX1-41975" fmla="*/ 679 w 2254"/>
                    <a:gd name="connsiteY1-41976" fmla="*/ 3800 h 4213"/>
                    <a:gd name="connsiteX2-41977" fmla="*/ 695 w 2254"/>
                    <a:gd name="connsiteY2-41978" fmla="*/ 3662 h 4213"/>
                    <a:gd name="connsiteX3-41979" fmla="*/ 633 w 2254"/>
                    <a:gd name="connsiteY3-41980" fmla="*/ 3500 h 4213"/>
                    <a:gd name="connsiteX4-41981" fmla="*/ 742 w 2254"/>
                    <a:gd name="connsiteY4-41982" fmla="*/ 3280 h 4213"/>
                    <a:gd name="connsiteX5-41983" fmla="*/ 932 w 2254"/>
                    <a:gd name="connsiteY5-41984" fmla="*/ 3195 h 4213"/>
                    <a:gd name="connsiteX6-41985" fmla="*/ 1045 w 2254"/>
                    <a:gd name="connsiteY6-41986" fmla="*/ 3058 h 4213"/>
                    <a:gd name="connsiteX7-41987" fmla="*/ 1128 w 2254"/>
                    <a:gd name="connsiteY7-41988" fmla="*/ 3135 h 4213"/>
                    <a:gd name="connsiteX8-41989" fmla="*/ 1112 w 2254"/>
                    <a:gd name="connsiteY8-41990" fmla="*/ 2878 h 4213"/>
                    <a:gd name="connsiteX9-41991" fmla="*/ 1068 w 2254"/>
                    <a:gd name="connsiteY9-41992" fmla="*/ 2333 h 4213"/>
                    <a:gd name="connsiteX10-41993" fmla="*/ 1066 w 2254"/>
                    <a:gd name="connsiteY10-41994" fmla="*/ 2117 h 4213"/>
                    <a:gd name="connsiteX11-41995" fmla="*/ 990 w 2254"/>
                    <a:gd name="connsiteY11-41996" fmla="*/ 2039 h 4213"/>
                    <a:gd name="connsiteX12-41997" fmla="*/ 847 w 2254"/>
                    <a:gd name="connsiteY12-41998" fmla="*/ 1951 h 4213"/>
                    <a:gd name="connsiteX13-41999" fmla="*/ 755 w 2254"/>
                    <a:gd name="connsiteY13-42000" fmla="*/ 1827 h 4213"/>
                    <a:gd name="connsiteX14-42001" fmla="*/ 659 w 2254"/>
                    <a:gd name="connsiteY14-42002" fmla="*/ 1828 h 4213"/>
                    <a:gd name="connsiteX15-42003" fmla="*/ 614 w 2254"/>
                    <a:gd name="connsiteY15-42004" fmla="*/ 1883 h 4213"/>
                    <a:gd name="connsiteX16-42005" fmla="*/ 521 w 2254"/>
                    <a:gd name="connsiteY16-42006" fmla="*/ 1877 h 4213"/>
                    <a:gd name="connsiteX17-42007" fmla="*/ 501 w 2254"/>
                    <a:gd name="connsiteY17-42008" fmla="*/ 1994 h 4213"/>
                    <a:gd name="connsiteX18-42009" fmla="*/ 320 w 2254"/>
                    <a:gd name="connsiteY18-42010" fmla="*/ 1941 h 4213"/>
                    <a:gd name="connsiteX19-42011" fmla="*/ 237 w 2254"/>
                    <a:gd name="connsiteY19-42012" fmla="*/ 1939 h 4213"/>
                    <a:gd name="connsiteX20-42013" fmla="*/ 112 w 2254"/>
                    <a:gd name="connsiteY20-42014" fmla="*/ 2014 h 4213"/>
                    <a:gd name="connsiteX21-42015" fmla="*/ 0 w 2254"/>
                    <a:gd name="connsiteY21-42016" fmla="*/ 1890 h 4213"/>
                    <a:gd name="connsiteX22-42017" fmla="*/ 94 w 2254"/>
                    <a:gd name="connsiteY22-42018" fmla="*/ 1804 h 4213"/>
                    <a:gd name="connsiteX23-42019" fmla="*/ 98 w 2254"/>
                    <a:gd name="connsiteY23-42020" fmla="*/ 1634 h 4213"/>
                    <a:gd name="connsiteX24-42021" fmla="*/ 153 w 2254"/>
                    <a:gd name="connsiteY24-42022" fmla="*/ 1514 h 4213"/>
                    <a:gd name="connsiteX25-42023" fmla="*/ 196 w 2254"/>
                    <a:gd name="connsiteY25-42024" fmla="*/ 1306 h 4213"/>
                    <a:gd name="connsiteX26-42025" fmla="*/ 256 w 2254"/>
                    <a:gd name="connsiteY26-42026" fmla="*/ 1307 h 4213"/>
                    <a:gd name="connsiteX27-42027" fmla="*/ 579 w 2254"/>
                    <a:gd name="connsiteY27-42028" fmla="*/ 1286 h 4213"/>
                    <a:gd name="connsiteX28-42029" fmla="*/ 753 w 2254"/>
                    <a:gd name="connsiteY28-42030" fmla="*/ 1117 h 4213"/>
                    <a:gd name="connsiteX29-42031" fmla="*/ 822 w 2254"/>
                    <a:gd name="connsiteY29-42032" fmla="*/ 748 h 4213"/>
                    <a:gd name="connsiteX30-42033" fmla="*/ 932 w 2254"/>
                    <a:gd name="connsiteY30-42034" fmla="*/ 486 h 4213"/>
                    <a:gd name="connsiteX31-42035" fmla="*/ 930 w 2254"/>
                    <a:gd name="connsiteY31-42036" fmla="*/ 358 h 4213"/>
                    <a:gd name="connsiteX32-42037" fmla="*/ 917 w 2254"/>
                    <a:gd name="connsiteY32-42038" fmla="*/ 328 h 4213"/>
                    <a:gd name="connsiteX33-42039" fmla="*/ 850 w 2254"/>
                    <a:gd name="connsiteY33-42040" fmla="*/ 251 h 4213"/>
                    <a:gd name="connsiteX34-42041" fmla="*/ 790 w 2254"/>
                    <a:gd name="connsiteY34-42042" fmla="*/ 217 h 4213"/>
                    <a:gd name="connsiteX35-42043" fmla="*/ 915 w 2254"/>
                    <a:gd name="connsiteY35-42044" fmla="*/ 56 h 4213"/>
                    <a:gd name="connsiteX36-42045" fmla="*/ 1088 w 2254"/>
                    <a:gd name="connsiteY36-42046" fmla="*/ 2 h 4213"/>
                    <a:gd name="connsiteX37-42047" fmla="*/ 1120 w 2254"/>
                    <a:gd name="connsiteY37-42048" fmla="*/ 49 h 4213"/>
                    <a:gd name="connsiteX38-42049" fmla="*/ 1110 w 2254"/>
                    <a:gd name="connsiteY38-42050" fmla="*/ 133 h 4213"/>
                    <a:gd name="connsiteX39-42051" fmla="*/ 1049 w 2254"/>
                    <a:gd name="connsiteY39-42052" fmla="*/ 243 h 4213"/>
                    <a:gd name="connsiteX40-42053" fmla="*/ 1119 w 2254"/>
                    <a:gd name="connsiteY40-42054" fmla="*/ 301 h 4213"/>
                    <a:gd name="connsiteX41-42055" fmla="*/ 1233 w 2254"/>
                    <a:gd name="connsiteY41-42056" fmla="*/ 366 h 4213"/>
                    <a:gd name="connsiteX42-42057" fmla="*/ 1253 w 2254"/>
                    <a:gd name="connsiteY42-42058" fmla="*/ 255 h 4213"/>
                    <a:gd name="connsiteX43-42059" fmla="*/ 1387 w 2254"/>
                    <a:gd name="connsiteY43-42060" fmla="*/ 291 h 4213"/>
                    <a:gd name="connsiteX44-42061" fmla="*/ 1412 w 2254"/>
                    <a:gd name="connsiteY44-42062" fmla="*/ 331 h 4213"/>
                    <a:gd name="connsiteX45-42063" fmla="*/ 1488 w 2254"/>
                    <a:gd name="connsiteY45-42064" fmla="*/ 562 h 4213"/>
                    <a:gd name="connsiteX46-42065" fmla="*/ 1523 w 2254"/>
                    <a:gd name="connsiteY46-42066" fmla="*/ 586 h 4213"/>
                    <a:gd name="connsiteX47-42067" fmla="*/ 1615 w 2254"/>
                    <a:gd name="connsiteY47-42068" fmla="*/ 578 h 4213"/>
                    <a:gd name="connsiteX48-42069" fmla="*/ 1875 w 2254"/>
                    <a:gd name="connsiteY48-42070" fmla="*/ 490 h 4213"/>
                    <a:gd name="connsiteX49-42071" fmla="*/ 2095 w 2254"/>
                    <a:gd name="connsiteY49-42072" fmla="*/ 479 h 4213"/>
                    <a:gd name="connsiteX50-42073" fmla="*/ 2155 w 2254"/>
                    <a:gd name="connsiteY50-42074" fmla="*/ 648 h 4213"/>
                    <a:gd name="connsiteX51-42075" fmla="*/ 2073 w 2254"/>
                    <a:gd name="connsiteY51-42076" fmla="*/ 944 h 4213"/>
                    <a:gd name="connsiteX52-42077" fmla="*/ 2073 w 2254"/>
                    <a:gd name="connsiteY52-42078" fmla="*/ 1022 h 4213"/>
                    <a:gd name="connsiteX53-42079" fmla="*/ 2142 w 2254"/>
                    <a:gd name="connsiteY53-42080" fmla="*/ 1168 h 4213"/>
                    <a:gd name="connsiteX54-42081" fmla="*/ 2157 w 2254"/>
                    <a:gd name="connsiteY54-42082" fmla="*/ 1427 h 4213"/>
                    <a:gd name="connsiteX55-42083" fmla="*/ 2159 w 2254"/>
                    <a:gd name="connsiteY55-42084" fmla="*/ 1617 h 4213"/>
                    <a:gd name="connsiteX56-42085" fmla="*/ 2092 w 2254"/>
                    <a:gd name="connsiteY56-42086" fmla="*/ 1625 h 4213"/>
                    <a:gd name="connsiteX57-42087" fmla="*/ 2070 w 2254"/>
                    <a:gd name="connsiteY57-42088" fmla="*/ 1507 h 4213"/>
                    <a:gd name="connsiteX58-42089" fmla="*/ 2035 w 2254"/>
                    <a:gd name="connsiteY58-42090" fmla="*/ 1450 h 4213"/>
                    <a:gd name="connsiteX59-42091" fmla="*/ 1945 w 2254"/>
                    <a:gd name="connsiteY59-42092" fmla="*/ 1582 h 4213"/>
                    <a:gd name="connsiteX60-42093" fmla="*/ 1832 w 2254"/>
                    <a:gd name="connsiteY60-42094" fmla="*/ 1776 h 4213"/>
                    <a:gd name="connsiteX61-42095" fmla="*/ 1713 w 2254"/>
                    <a:gd name="connsiteY61-42096" fmla="*/ 1904 h 4213"/>
                    <a:gd name="connsiteX62-42097" fmla="*/ 1706 w 2254"/>
                    <a:gd name="connsiteY62-42098" fmla="*/ 2018 h 4213"/>
                    <a:gd name="connsiteX63-42099" fmla="*/ 1766 w 2254"/>
                    <a:gd name="connsiteY63-42100" fmla="*/ 2115 h 4213"/>
                    <a:gd name="connsiteX64-42101" fmla="*/ 1868 w 2254"/>
                    <a:gd name="connsiteY64-42102" fmla="*/ 2183 h 4213"/>
                    <a:gd name="connsiteX65-42103" fmla="*/ 1945 w 2254"/>
                    <a:gd name="connsiteY65-42104" fmla="*/ 2178 h 4213"/>
                    <a:gd name="connsiteX66-42105" fmla="*/ 1990 w 2254"/>
                    <a:gd name="connsiteY66-42106" fmla="*/ 2104 h 4213"/>
                    <a:gd name="connsiteX67-42107" fmla="*/ 2024 w 2254"/>
                    <a:gd name="connsiteY67-42108" fmla="*/ 2210 h 4213"/>
                    <a:gd name="connsiteX68-42109" fmla="*/ 1912 w 2254"/>
                    <a:gd name="connsiteY68-42110" fmla="*/ 2249 h 4213"/>
                    <a:gd name="connsiteX69-42111" fmla="*/ 1959 w 2254"/>
                    <a:gd name="connsiteY69-42112" fmla="*/ 2362 h 4213"/>
                    <a:gd name="connsiteX70-42113" fmla="*/ 1824 w 2254"/>
                    <a:gd name="connsiteY70-42114" fmla="*/ 2509 h 4213"/>
                    <a:gd name="connsiteX71-42115" fmla="*/ 1783 w 2254"/>
                    <a:gd name="connsiteY71-42116" fmla="*/ 2498 h 4213"/>
                    <a:gd name="connsiteX72-42117" fmla="*/ 1659 w 2254"/>
                    <a:gd name="connsiteY72-42118" fmla="*/ 2413 h 4213"/>
                    <a:gd name="connsiteX73-42119" fmla="*/ 1604 w 2254"/>
                    <a:gd name="connsiteY73-42120" fmla="*/ 2412 h 4213"/>
                    <a:gd name="connsiteX74-42121" fmla="*/ 1569 w 2254"/>
                    <a:gd name="connsiteY74-42122" fmla="*/ 2480 h 4213"/>
                    <a:gd name="connsiteX75-42123" fmla="*/ 1572 w 2254"/>
                    <a:gd name="connsiteY75-42124" fmla="*/ 2562 h 4213"/>
                    <a:gd name="connsiteX76-42125" fmla="*/ 1750 w 2254"/>
                    <a:gd name="connsiteY76-42126" fmla="*/ 2730 h 4213"/>
                    <a:gd name="connsiteX77-42127" fmla="*/ 1749 w 2254"/>
                    <a:gd name="connsiteY77-42128" fmla="*/ 2844 h 4213"/>
                    <a:gd name="connsiteX78-42129" fmla="*/ 1840 w 2254"/>
                    <a:gd name="connsiteY78-42130" fmla="*/ 3060 h 4213"/>
                    <a:gd name="connsiteX79-42131" fmla="*/ 1866 w 2254"/>
                    <a:gd name="connsiteY79-42132" fmla="*/ 3090 h 4213"/>
                    <a:gd name="connsiteX80-42133" fmla="*/ 1910 w 2254"/>
                    <a:gd name="connsiteY80-42134" fmla="*/ 3094 h 4213"/>
                    <a:gd name="connsiteX81-42135" fmla="*/ 1956 w 2254"/>
                    <a:gd name="connsiteY81-42136" fmla="*/ 3010 h 4213"/>
                    <a:gd name="connsiteX82-42137" fmla="*/ 2036 w 2254"/>
                    <a:gd name="connsiteY82-42138" fmla="*/ 2950 h 4213"/>
                    <a:gd name="connsiteX83-42139" fmla="*/ 2131 w 2254"/>
                    <a:gd name="connsiteY83-42140" fmla="*/ 3126 h 4213"/>
                    <a:gd name="connsiteX84-42141" fmla="*/ 2241 w 2254"/>
                    <a:gd name="connsiteY84-42142" fmla="*/ 3312 h 4213"/>
                    <a:gd name="connsiteX85-42143" fmla="*/ 2254 w 2254"/>
                    <a:gd name="connsiteY85-42144" fmla="*/ 3342 h 4213"/>
                    <a:gd name="connsiteX86-42145" fmla="*/ 2243 w 2254"/>
                    <a:gd name="connsiteY86-42146" fmla="*/ 3518 h 4213"/>
                    <a:gd name="connsiteX87-42147" fmla="*/ 2208 w 2254"/>
                    <a:gd name="connsiteY87-42148" fmla="*/ 3554 h 4213"/>
                    <a:gd name="connsiteX88-42149" fmla="*/ 2119 w 2254"/>
                    <a:gd name="connsiteY88-42150" fmla="*/ 3515 h 4213"/>
                    <a:gd name="connsiteX89-42151" fmla="*/ 1885 w 2254"/>
                    <a:gd name="connsiteY89-42152" fmla="*/ 3644 h 4213"/>
                    <a:gd name="connsiteX90-42153" fmla="*/ 1859 w 2254"/>
                    <a:gd name="connsiteY90-42154" fmla="*/ 3666 h 4213"/>
                    <a:gd name="connsiteX91-42155" fmla="*/ 1679 w 2254"/>
                    <a:gd name="connsiteY91-42156" fmla="*/ 3812 h 4213"/>
                    <a:gd name="connsiteX92-42157" fmla="*/ 1538 w 2254"/>
                    <a:gd name="connsiteY92-42158" fmla="*/ 3926 h 4213"/>
                    <a:gd name="connsiteX93-42159" fmla="*/ 1503 w 2254"/>
                    <a:gd name="connsiteY93-42160" fmla="*/ 3965 h 4213"/>
                    <a:gd name="connsiteX94-42161" fmla="*/ 1451 w 2254"/>
                    <a:gd name="connsiteY94-42162" fmla="*/ 3973 h 4213"/>
                    <a:gd name="connsiteX95-42163" fmla="*/ 1394 w 2254"/>
                    <a:gd name="connsiteY95-42164" fmla="*/ 3916 h 4213"/>
                    <a:gd name="connsiteX96-42165" fmla="*/ 1270 w 2254"/>
                    <a:gd name="connsiteY96-42166" fmla="*/ 3808 h 4213"/>
                    <a:gd name="connsiteX97-42167" fmla="*/ 1294 w 2254"/>
                    <a:gd name="connsiteY97-42168" fmla="*/ 4064 h 4213"/>
                    <a:gd name="connsiteX98-42169" fmla="*/ 1303 w 2254"/>
                    <a:gd name="connsiteY98-42170" fmla="*/ 4192 h 4213"/>
                    <a:gd name="connsiteX99-42171" fmla="*/ 1041 w 2254"/>
                    <a:gd name="connsiteY99-42172" fmla="*/ 4166 h 4213"/>
                    <a:gd name="connsiteX100-42173" fmla="*/ 959 w 2254"/>
                    <a:gd name="connsiteY100-42174" fmla="*/ 3987 h 4213"/>
                    <a:gd name="connsiteX101-42175" fmla="*/ 877 w 2254"/>
                    <a:gd name="connsiteY101-42176" fmla="*/ 3802 h 4213"/>
                    <a:gd name="connsiteX102-42177" fmla="*/ 798 w 2254"/>
                    <a:gd name="connsiteY102-42178" fmla="*/ 3734 h 4213"/>
                    <a:gd name="connsiteX0-42179" fmla="*/ 798 w 2254"/>
                    <a:gd name="connsiteY0-42180" fmla="*/ 3734 h 4213"/>
                    <a:gd name="connsiteX1-42181" fmla="*/ 679 w 2254"/>
                    <a:gd name="connsiteY1-42182" fmla="*/ 3800 h 4213"/>
                    <a:gd name="connsiteX2-42183" fmla="*/ 695 w 2254"/>
                    <a:gd name="connsiteY2-42184" fmla="*/ 3662 h 4213"/>
                    <a:gd name="connsiteX3-42185" fmla="*/ 633 w 2254"/>
                    <a:gd name="connsiteY3-42186" fmla="*/ 3500 h 4213"/>
                    <a:gd name="connsiteX4-42187" fmla="*/ 742 w 2254"/>
                    <a:gd name="connsiteY4-42188" fmla="*/ 3280 h 4213"/>
                    <a:gd name="connsiteX5-42189" fmla="*/ 932 w 2254"/>
                    <a:gd name="connsiteY5-42190" fmla="*/ 3195 h 4213"/>
                    <a:gd name="connsiteX6-42191" fmla="*/ 1045 w 2254"/>
                    <a:gd name="connsiteY6-42192" fmla="*/ 3058 h 4213"/>
                    <a:gd name="connsiteX7-42193" fmla="*/ 1112 w 2254"/>
                    <a:gd name="connsiteY7-42194" fmla="*/ 2878 h 4213"/>
                    <a:gd name="connsiteX8-42195" fmla="*/ 1068 w 2254"/>
                    <a:gd name="connsiteY8-42196" fmla="*/ 2333 h 4213"/>
                    <a:gd name="connsiteX9-42197" fmla="*/ 1066 w 2254"/>
                    <a:gd name="connsiteY9-42198" fmla="*/ 2117 h 4213"/>
                    <a:gd name="connsiteX10-42199" fmla="*/ 990 w 2254"/>
                    <a:gd name="connsiteY10-42200" fmla="*/ 2039 h 4213"/>
                    <a:gd name="connsiteX11-42201" fmla="*/ 847 w 2254"/>
                    <a:gd name="connsiteY11-42202" fmla="*/ 1951 h 4213"/>
                    <a:gd name="connsiteX12-42203" fmla="*/ 755 w 2254"/>
                    <a:gd name="connsiteY12-42204" fmla="*/ 1827 h 4213"/>
                    <a:gd name="connsiteX13-42205" fmla="*/ 659 w 2254"/>
                    <a:gd name="connsiteY13-42206" fmla="*/ 1828 h 4213"/>
                    <a:gd name="connsiteX14-42207" fmla="*/ 614 w 2254"/>
                    <a:gd name="connsiteY14-42208" fmla="*/ 1883 h 4213"/>
                    <a:gd name="connsiteX15-42209" fmla="*/ 521 w 2254"/>
                    <a:gd name="connsiteY15-42210" fmla="*/ 1877 h 4213"/>
                    <a:gd name="connsiteX16-42211" fmla="*/ 501 w 2254"/>
                    <a:gd name="connsiteY16-42212" fmla="*/ 1994 h 4213"/>
                    <a:gd name="connsiteX17-42213" fmla="*/ 320 w 2254"/>
                    <a:gd name="connsiteY17-42214" fmla="*/ 1941 h 4213"/>
                    <a:gd name="connsiteX18-42215" fmla="*/ 237 w 2254"/>
                    <a:gd name="connsiteY18-42216" fmla="*/ 1939 h 4213"/>
                    <a:gd name="connsiteX19-42217" fmla="*/ 112 w 2254"/>
                    <a:gd name="connsiteY19-42218" fmla="*/ 2014 h 4213"/>
                    <a:gd name="connsiteX20-42219" fmla="*/ 0 w 2254"/>
                    <a:gd name="connsiteY20-42220" fmla="*/ 1890 h 4213"/>
                    <a:gd name="connsiteX21-42221" fmla="*/ 94 w 2254"/>
                    <a:gd name="connsiteY21-42222" fmla="*/ 1804 h 4213"/>
                    <a:gd name="connsiteX22-42223" fmla="*/ 98 w 2254"/>
                    <a:gd name="connsiteY22-42224" fmla="*/ 1634 h 4213"/>
                    <a:gd name="connsiteX23-42225" fmla="*/ 153 w 2254"/>
                    <a:gd name="connsiteY23-42226" fmla="*/ 1514 h 4213"/>
                    <a:gd name="connsiteX24-42227" fmla="*/ 196 w 2254"/>
                    <a:gd name="connsiteY24-42228" fmla="*/ 1306 h 4213"/>
                    <a:gd name="connsiteX25-42229" fmla="*/ 256 w 2254"/>
                    <a:gd name="connsiteY25-42230" fmla="*/ 1307 h 4213"/>
                    <a:gd name="connsiteX26-42231" fmla="*/ 579 w 2254"/>
                    <a:gd name="connsiteY26-42232" fmla="*/ 1286 h 4213"/>
                    <a:gd name="connsiteX27-42233" fmla="*/ 753 w 2254"/>
                    <a:gd name="connsiteY27-42234" fmla="*/ 1117 h 4213"/>
                    <a:gd name="connsiteX28-42235" fmla="*/ 822 w 2254"/>
                    <a:gd name="connsiteY28-42236" fmla="*/ 748 h 4213"/>
                    <a:gd name="connsiteX29-42237" fmla="*/ 932 w 2254"/>
                    <a:gd name="connsiteY29-42238" fmla="*/ 486 h 4213"/>
                    <a:gd name="connsiteX30-42239" fmla="*/ 930 w 2254"/>
                    <a:gd name="connsiteY30-42240" fmla="*/ 358 h 4213"/>
                    <a:gd name="connsiteX31-42241" fmla="*/ 917 w 2254"/>
                    <a:gd name="connsiteY31-42242" fmla="*/ 328 h 4213"/>
                    <a:gd name="connsiteX32-42243" fmla="*/ 850 w 2254"/>
                    <a:gd name="connsiteY32-42244" fmla="*/ 251 h 4213"/>
                    <a:gd name="connsiteX33-42245" fmla="*/ 790 w 2254"/>
                    <a:gd name="connsiteY33-42246" fmla="*/ 217 h 4213"/>
                    <a:gd name="connsiteX34-42247" fmla="*/ 915 w 2254"/>
                    <a:gd name="connsiteY34-42248" fmla="*/ 56 h 4213"/>
                    <a:gd name="connsiteX35-42249" fmla="*/ 1088 w 2254"/>
                    <a:gd name="connsiteY35-42250" fmla="*/ 2 h 4213"/>
                    <a:gd name="connsiteX36-42251" fmla="*/ 1120 w 2254"/>
                    <a:gd name="connsiteY36-42252" fmla="*/ 49 h 4213"/>
                    <a:gd name="connsiteX37-42253" fmla="*/ 1110 w 2254"/>
                    <a:gd name="connsiteY37-42254" fmla="*/ 133 h 4213"/>
                    <a:gd name="connsiteX38-42255" fmla="*/ 1049 w 2254"/>
                    <a:gd name="connsiteY38-42256" fmla="*/ 243 h 4213"/>
                    <a:gd name="connsiteX39-42257" fmla="*/ 1119 w 2254"/>
                    <a:gd name="connsiteY39-42258" fmla="*/ 301 h 4213"/>
                    <a:gd name="connsiteX40-42259" fmla="*/ 1233 w 2254"/>
                    <a:gd name="connsiteY40-42260" fmla="*/ 366 h 4213"/>
                    <a:gd name="connsiteX41-42261" fmla="*/ 1253 w 2254"/>
                    <a:gd name="connsiteY41-42262" fmla="*/ 255 h 4213"/>
                    <a:gd name="connsiteX42-42263" fmla="*/ 1387 w 2254"/>
                    <a:gd name="connsiteY42-42264" fmla="*/ 291 h 4213"/>
                    <a:gd name="connsiteX43-42265" fmla="*/ 1412 w 2254"/>
                    <a:gd name="connsiteY43-42266" fmla="*/ 331 h 4213"/>
                    <a:gd name="connsiteX44-42267" fmla="*/ 1488 w 2254"/>
                    <a:gd name="connsiteY44-42268" fmla="*/ 562 h 4213"/>
                    <a:gd name="connsiteX45-42269" fmla="*/ 1523 w 2254"/>
                    <a:gd name="connsiteY45-42270" fmla="*/ 586 h 4213"/>
                    <a:gd name="connsiteX46-42271" fmla="*/ 1615 w 2254"/>
                    <a:gd name="connsiteY46-42272" fmla="*/ 578 h 4213"/>
                    <a:gd name="connsiteX47-42273" fmla="*/ 1875 w 2254"/>
                    <a:gd name="connsiteY47-42274" fmla="*/ 490 h 4213"/>
                    <a:gd name="connsiteX48-42275" fmla="*/ 2095 w 2254"/>
                    <a:gd name="connsiteY48-42276" fmla="*/ 479 h 4213"/>
                    <a:gd name="connsiteX49-42277" fmla="*/ 2155 w 2254"/>
                    <a:gd name="connsiteY49-42278" fmla="*/ 648 h 4213"/>
                    <a:gd name="connsiteX50-42279" fmla="*/ 2073 w 2254"/>
                    <a:gd name="connsiteY50-42280" fmla="*/ 944 h 4213"/>
                    <a:gd name="connsiteX51-42281" fmla="*/ 2073 w 2254"/>
                    <a:gd name="connsiteY51-42282" fmla="*/ 1022 h 4213"/>
                    <a:gd name="connsiteX52-42283" fmla="*/ 2142 w 2254"/>
                    <a:gd name="connsiteY52-42284" fmla="*/ 1168 h 4213"/>
                    <a:gd name="connsiteX53-42285" fmla="*/ 2157 w 2254"/>
                    <a:gd name="connsiteY53-42286" fmla="*/ 1427 h 4213"/>
                    <a:gd name="connsiteX54-42287" fmla="*/ 2159 w 2254"/>
                    <a:gd name="connsiteY54-42288" fmla="*/ 1617 h 4213"/>
                    <a:gd name="connsiteX55-42289" fmla="*/ 2092 w 2254"/>
                    <a:gd name="connsiteY55-42290" fmla="*/ 1625 h 4213"/>
                    <a:gd name="connsiteX56-42291" fmla="*/ 2070 w 2254"/>
                    <a:gd name="connsiteY56-42292" fmla="*/ 1507 h 4213"/>
                    <a:gd name="connsiteX57-42293" fmla="*/ 2035 w 2254"/>
                    <a:gd name="connsiteY57-42294" fmla="*/ 1450 h 4213"/>
                    <a:gd name="connsiteX58-42295" fmla="*/ 1945 w 2254"/>
                    <a:gd name="connsiteY58-42296" fmla="*/ 1582 h 4213"/>
                    <a:gd name="connsiteX59-42297" fmla="*/ 1832 w 2254"/>
                    <a:gd name="connsiteY59-42298" fmla="*/ 1776 h 4213"/>
                    <a:gd name="connsiteX60-42299" fmla="*/ 1713 w 2254"/>
                    <a:gd name="connsiteY60-42300" fmla="*/ 1904 h 4213"/>
                    <a:gd name="connsiteX61-42301" fmla="*/ 1706 w 2254"/>
                    <a:gd name="connsiteY61-42302" fmla="*/ 2018 h 4213"/>
                    <a:gd name="connsiteX62-42303" fmla="*/ 1766 w 2254"/>
                    <a:gd name="connsiteY62-42304" fmla="*/ 2115 h 4213"/>
                    <a:gd name="connsiteX63-42305" fmla="*/ 1868 w 2254"/>
                    <a:gd name="connsiteY63-42306" fmla="*/ 2183 h 4213"/>
                    <a:gd name="connsiteX64-42307" fmla="*/ 1945 w 2254"/>
                    <a:gd name="connsiteY64-42308" fmla="*/ 2178 h 4213"/>
                    <a:gd name="connsiteX65-42309" fmla="*/ 1990 w 2254"/>
                    <a:gd name="connsiteY65-42310" fmla="*/ 2104 h 4213"/>
                    <a:gd name="connsiteX66-42311" fmla="*/ 2024 w 2254"/>
                    <a:gd name="connsiteY66-42312" fmla="*/ 2210 h 4213"/>
                    <a:gd name="connsiteX67-42313" fmla="*/ 1912 w 2254"/>
                    <a:gd name="connsiteY67-42314" fmla="*/ 2249 h 4213"/>
                    <a:gd name="connsiteX68-42315" fmla="*/ 1959 w 2254"/>
                    <a:gd name="connsiteY68-42316" fmla="*/ 2362 h 4213"/>
                    <a:gd name="connsiteX69-42317" fmla="*/ 1824 w 2254"/>
                    <a:gd name="connsiteY69-42318" fmla="*/ 2509 h 4213"/>
                    <a:gd name="connsiteX70-42319" fmla="*/ 1783 w 2254"/>
                    <a:gd name="connsiteY70-42320" fmla="*/ 2498 h 4213"/>
                    <a:gd name="connsiteX71-42321" fmla="*/ 1659 w 2254"/>
                    <a:gd name="connsiteY71-42322" fmla="*/ 2413 h 4213"/>
                    <a:gd name="connsiteX72-42323" fmla="*/ 1604 w 2254"/>
                    <a:gd name="connsiteY72-42324" fmla="*/ 2412 h 4213"/>
                    <a:gd name="connsiteX73-42325" fmla="*/ 1569 w 2254"/>
                    <a:gd name="connsiteY73-42326" fmla="*/ 2480 h 4213"/>
                    <a:gd name="connsiteX74-42327" fmla="*/ 1572 w 2254"/>
                    <a:gd name="connsiteY74-42328" fmla="*/ 2562 h 4213"/>
                    <a:gd name="connsiteX75-42329" fmla="*/ 1750 w 2254"/>
                    <a:gd name="connsiteY75-42330" fmla="*/ 2730 h 4213"/>
                    <a:gd name="connsiteX76-42331" fmla="*/ 1749 w 2254"/>
                    <a:gd name="connsiteY76-42332" fmla="*/ 2844 h 4213"/>
                    <a:gd name="connsiteX77-42333" fmla="*/ 1840 w 2254"/>
                    <a:gd name="connsiteY77-42334" fmla="*/ 3060 h 4213"/>
                    <a:gd name="connsiteX78-42335" fmla="*/ 1866 w 2254"/>
                    <a:gd name="connsiteY78-42336" fmla="*/ 3090 h 4213"/>
                    <a:gd name="connsiteX79-42337" fmla="*/ 1910 w 2254"/>
                    <a:gd name="connsiteY79-42338" fmla="*/ 3094 h 4213"/>
                    <a:gd name="connsiteX80-42339" fmla="*/ 1956 w 2254"/>
                    <a:gd name="connsiteY80-42340" fmla="*/ 3010 h 4213"/>
                    <a:gd name="connsiteX81-42341" fmla="*/ 2036 w 2254"/>
                    <a:gd name="connsiteY81-42342" fmla="*/ 2950 h 4213"/>
                    <a:gd name="connsiteX82-42343" fmla="*/ 2131 w 2254"/>
                    <a:gd name="connsiteY82-42344" fmla="*/ 3126 h 4213"/>
                    <a:gd name="connsiteX83-42345" fmla="*/ 2241 w 2254"/>
                    <a:gd name="connsiteY83-42346" fmla="*/ 3312 h 4213"/>
                    <a:gd name="connsiteX84-42347" fmla="*/ 2254 w 2254"/>
                    <a:gd name="connsiteY84-42348" fmla="*/ 3342 h 4213"/>
                    <a:gd name="connsiteX85-42349" fmla="*/ 2243 w 2254"/>
                    <a:gd name="connsiteY85-42350" fmla="*/ 3518 h 4213"/>
                    <a:gd name="connsiteX86-42351" fmla="*/ 2208 w 2254"/>
                    <a:gd name="connsiteY86-42352" fmla="*/ 3554 h 4213"/>
                    <a:gd name="connsiteX87-42353" fmla="*/ 2119 w 2254"/>
                    <a:gd name="connsiteY87-42354" fmla="*/ 3515 h 4213"/>
                    <a:gd name="connsiteX88-42355" fmla="*/ 1885 w 2254"/>
                    <a:gd name="connsiteY88-42356" fmla="*/ 3644 h 4213"/>
                    <a:gd name="connsiteX89-42357" fmla="*/ 1859 w 2254"/>
                    <a:gd name="connsiteY89-42358" fmla="*/ 3666 h 4213"/>
                    <a:gd name="connsiteX90-42359" fmla="*/ 1679 w 2254"/>
                    <a:gd name="connsiteY90-42360" fmla="*/ 3812 h 4213"/>
                    <a:gd name="connsiteX91-42361" fmla="*/ 1538 w 2254"/>
                    <a:gd name="connsiteY91-42362" fmla="*/ 3926 h 4213"/>
                    <a:gd name="connsiteX92-42363" fmla="*/ 1503 w 2254"/>
                    <a:gd name="connsiteY92-42364" fmla="*/ 3965 h 4213"/>
                    <a:gd name="connsiteX93-42365" fmla="*/ 1451 w 2254"/>
                    <a:gd name="connsiteY93-42366" fmla="*/ 3973 h 4213"/>
                    <a:gd name="connsiteX94-42367" fmla="*/ 1394 w 2254"/>
                    <a:gd name="connsiteY94-42368" fmla="*/ 3916 h 4213"/>
                    <a:gd name="connsiteX95-42369" fmla="*/ 1270 w 2254"/>
                    <a:gd name="connsiteY95-42370" fmla="*/ 3808 h 4213"/>
                    <a:gd name="connsiteX96-42371" fmla="*/ 1294 w 2254"/>
                    <a:gd name="connsiteY96-42372" fmla="*/ 4064 h 4213"/>
                    <a:gd name="connsiteX97-42373" fmla="*/ 1303 w 2254"/>
                    <a:gd name="connsiteY97-42374" fmla="*/ 4192 h 4213"/>
                    <a:gd name="connsiteX98-42375" fmla="*/ 1041 w 2254"/>
                    <a:gd name="connsiteY98-42376" fmla="*/ 4166 h 4213"/>
                    <a:gd name="connsiteX99-42377" fmla="*/ 959 w 2254"/>
                    <a:gd name="connsiteY99-42378" fmla="*/ 3987 h 4213"/>
                    <a:gd name="connsiteX100-42379" fmla="*/ 877 w 2254"/>
                    <a:gd name="connsiteY100-42380" fmla="*/ 3802 h 4213"/>
                    <a:gd name="connsiteX101-42381" fmla="*/ 798 w 2254"/>
                    <a:gd name="connsiteY101-42382" fmla="*/ 3734 h 4213"/>
                    <a:gd name="connsiteX0-42383" fmla="*/ 798 w 2254"/>
                    <a:gd name="connsiteY0-42384" fmla="*/ 3734 h 4213"/>
                    <a:gd name="connsiteX1-42385" fmla="*/ 679 w 2254"/>
                    <a:gd name="connsiteY1-42386" fmla="*/ 3800 h 4213"/>
                    <a:gd name="connsiteX2-42387" fmla="*/ 695 w 2254"/>
                    <a:gd name="connsiteY2-42388" fmla="*/ 3662 h 4213"/>
                    <a:gd name="connsiteX3-42389" fmla="*/ 633 w 2254"/>
                    <a:gd name="connsiteY3-42390" fmla="*/ 3500 h 4213"/>
                    <a:gd name="connsiteX4-42391" fmla="*/ 742 w 2254"/>
                    <a:gd name="connsiteY4-42392" fmla="*/ 3280 h 4213"/>
                    <a:gd name="connsiteX5-42393" fmla="*/ 932 w 2254"/>
                    <a:gd name="connsiteY5-42394" fmla="*/ 3195 h 4213"/>
                    <a:gd name="connsiteX6-42395" fmla="*/ 1045 w 2254"/>
                    <a:gd name="connsiteY6-42396" fmla="*/ 3058 h 4213"/>
                    <a:gd name="connsiteX7-42397" fmla="*/ 1112 w 2254"/>
                    <a:gd name="connsiteY7-42398" fmla="*/ 2878 h 4213"/>
                    <a:gd name="connsiteX8-42399" fmla="*/ 1068 w 2254"/>
                    <a:gd name="connsiteY8-42400" fmla="*/ 2333 h 4213"/>
                    <a:gd name="connsiteX9-42401" fmla="*/ 1066 w 2254"/>
                    <a:gd name="connsiteY9-42402" fmla="*/ 2117 h 4213"/>
                    <a:gd name="connsiteX10-42403" fmla="*/ 990 w 2254"/>
                    <a:gd name="connsiteY10-42404" fmla="*/ 2039 h 4213"/>
                    <a:gd name="connsiteX11-42405" fmla="*/ 847 w 2254"/>
                    <a:gd name="connsiteY11-42406" fmla="*/ 1951 h 4213"/>
                    <a:gd name="connsiteX12-42407" fmla="*/ 755 w 2254"/>
                    <a:gd name="connsiteY12-42408" fmla="*/ 1827 h 4213"/>
                    <a:gd name="connsiteX13-42409" fmla="*/ 659 w 2254"/>
                    <a:gd name="connsiteY13-42410" fmla="*/ 1828 h 4213"/>
                    <a:gd name="connsiteX14-42411" fmla="*/ 614 w 2254"/>
                    <a:gd name="connsiteY14-42412" fmla="*/ 1883 h 4213"/>
                    <a:gd name="connsiteX15-42413" fmla="*/ 521 w 2254"/>
                    <a:gd name="connsiteY15-42414" fmla="*/ 1877 h 4213"/>
                    <a:gd name="connsiteX16-42415" fmla="*/ 501 w 2254"/>
                    <a:gd name="connsiteY16-42416" fmla="*/ 1994 h 4213"/>
                    <a:gd name="connsiteX17-42417" fmla="*/ 320 w 2254"/>
                    <a:gd name="connsiteY17-42418" fmla="*/ 1941 h 4213"/>
                    <a:gd name="connsiteX18-42419" fmla="*/ 237 w 2254"/>
                    <a:gd name="connsiteY18-42420" fmla="*/ 1939 h 4213"/>
                    <a:gd name="connsiteX19-42421" fmla="*/ 112 w 2254"/>
                    <a:gd name="connsiteY19-42422" fmla="*/ 2014 h 4213"/>
                    <a:gd name="connsiteX20-42423" fmla="*/ 0 w 2254"/>
                    <a:gd name="connsiteY20-42424" fmla="*/ 1890 h 4213"/>
                    <a:gd name="connsiteX21-42425" fmla="*/ 94 w 2254"/>
                    <a:gd name="connsiteY21-42426" fmla="*/ 1804 h 4213"/>
                    <a:gd name="connsiteX22-42427" fmla="*/ 98 w 2254"/>
                    <a:gd name="connsiteY22-42428" fmla="*/ 1634 h 4213"/>
                    <a:gd name="connsiteX23-42429" fmla="*/ 153 w 2254"/>
                    <a:gd name="connsiteY23-42430" fmla="*/ 1514 h 4213"/>
                    <a:gd name="connsiteX24-42431" fmla="*/ 196 w 2254"/>
                    <a:gd name="connsiteY24-42432" fmla="*/ 1306 h 4213"/>
                    <a:gd name="connsiteX25-42433" fmla="*/ 256 w 2254"/>
                    <a:gd name="connsiteY25-42434" fmla="*/ 1307 h 4213"/>
                    <a:gd name="connsiteX26-42435" fmla="*/ 579 w 2254"/>
                    <a:gd name="connsiteY26-42436" fmla="*/ 1286 h 4213"/>
                    <a:gd name="connsiteX27-42437" fmla="*/ 753 w 2254"/>
                    <a:gd name="connsiteY27-42438" fmla="*/ 1117 h 4213"/>
                    <a:gd name="connsiteX28-42439" fmla="*/ 822 w 2254"/>
                    <a:gd name="connsiteY28-42440" fmla="*/ 748 h 4213"/>
                    <a:gd name="connsiteX29-42441" fmla="*/ 932 w 2254"/>
                    <a:gd name="connsiteY29-42442" fmla="*/ 486 h 4213"/>
                    <a:gd name="connsiteX30-42443" fmla="*/ 930 w 2254"/>
                    <a:gd name="connsiteY30-42444" fmla="*/ 358 h 4213"/>
                    <a:gd name="connsiteX31-42445" fmla="*/ 917 w 2254"/>
                    <a:gd name="connsiteY31-42446" fmla="*/ 328 h 4213"/>
                    <a:gd name="connsiteX32-42447" fmla="*/ 850 w 2254"/>
                    <a:gd name="connsiteY32-42448" fmla="*/ 251 h 4213"/>
                    <a:gd name="connsiteX33-42449" fmla="*/ 790 w 2254"/>
                    <a:gd name="connsiteY33-42450" fmla="*/ 217 h 4213"/>
                    <a:gd name="connsiteX34-42451" fmla="*/ 915 w 2254"/>
                    <a:gd name="connsiteY34-42452" fmla="*/ 56 h 4213"/>
                    <a:gd name="connsiteX35-42453" fmla="*/ 1088 w 2254"/>
                    <a:gd name="connsiteY35-42454" fmla="*/ 2 h 4213"/>
                    <a:gd name="connsiteX36-42455" fmla="*/ 1120 w 2254"/>
                    <a:gd name="connsiteY36-42456" fmla="*/ 49 h 4213"/>
                    <a:gd name="connsiteX37-42457" fmla="*/ 1110 w 2254"/>
                    <a:gd name="connsiteY37-42458" fmla="*/ 133 h 4213"/>
                    <a:gd name="connsiteX38-42459" fmla="*/ 1049 w 2254"/>
                    <a:gd name="connsiteY38-42460" fmla="*/ 243 h 4213"/>
                    <a:gd name="connsiteX39-42461" fmla="*/ 1119 w 2254"/>
                    <a:gd name="connsiteY39-42462" fmla="*/ 301 h 4213"/>
                    <a:gd name="connsiteX40-42463" fmla="*/ 1233 w 2254"/>
                    <a:gd name="connsiteY40-42464" fmla="*/ 366 h 4213"/>
                    <a:gd name="connsiteX41-42465" fmla="*/ 1253 w 2254"/>
                    <a:gd name="connsiteY41-42466" fmla="*/ 255 h 4213"/>
                    <a:gd name="connsiteX42-42467" fmla="*/ 1387 w 2254"/>
                    <a:gd name="connsiteY42-42468" fmla="*/ 291 h 4213"/>
                    <a:gd name="connsiteX43-42469" fmla="*/ 1412 w 2254"/>
                    <a:gd name="connsiteY43-42470" fmla="*/ 331 h 4213"/>
                    <a:gd name="connsiteX44-42471" fmla="*/ 1488 w 2254"/>
                    <a:gd name="connsiteY44-42472" fmla="*/ 562 h 4213"/>
                    <a:gd name="connsiteX45-42473" fmla="*/ 1523 w 2254"/>
                    <a:gd name="connsiteY45-42474" fmla="*/ 586 h 4213"/>
                    <a:gd name="connsiteX46-42475" fmla="*/ 1615 w 2254"/>
                    <a:gd name="connsiteY46-42476" fmla="*/ 578 h 4213"/>
                    <a:gd name="connsiteX47-42477" fmla="*/ 1875 w 2254"/>
                    <a:gd name="connsiteY47-42478" fmla="*/ 490 h 4213"/>
                    <a:gd name="connsiteX48-42479" fmla="*/ 2095 w 2254"/>
                    <a:gd name="connsiteY48-42480" fmla="*/ 479 h 4213"/>
                    <a:gd name="connsiteX49-42481" fmla="*/ 2155 w 2254"/>
                    <a:gd name="connsiteY49-42482" fmla="*/ 648 h 4213"/>
                    <a:gd name="connsiteX50-42483" fmla="*/ 2073 w 2254"/>
                    <a:gd name="connsiteY50-42484" fmla="*/ 944 h 4213"/>
                    <a:gd name="connsiteX51-42485" fmla="*/ 2073 w 2254"/>
                    <a:gd name="connsiteY51-42486" fmla="*/ 1022 h 4213"/>
                    <a:gd name="connsiteX52-42487" fmla="*/ 2142 w 2254"/>
                    <a:gd name="connsiteY52-42488" fmla="*/ 1168 h 4213"/>
                    <a:gd name="connsiteX53-42489" fmla="*/ 2157 w 2254"/>
                    <a:gd name="connsiteY53-42490" fmla="*/ 1427 h 4213"/>
                    <a:gd name="connsiteX54-42491" fmla="*/ 2159 w 2254"/>
                    <a:gd name="connsiteY54-42492" fmla="*/ 1617 h 4213"/>
                    <a:gd name="connsiteX55-42493" fmla="*/ 2092 w 2254"/>
                    <a:gd name="connsiteY55-42494" fmla="*/ 1625 h 4213"/>
                    <a:gd name="connsiteX56-42495" fmla="*/ 2070 w 2254"/>
                    <a:gd name="connsiteY56-42496" fmla="*/ 1507 h 4213"/>
                    <a:gd name="connsiteX57-42497" fmla="*/ 2035 w 2254"/>
                    <a:gd name="connsiteY57-42498" fmla="*/ 1450 h 4213"/>
                    <a:gd name="connsiteX58-42499" fmla="*/ 1945 w 2254"/>
                    <a:gd name="connsiteY58-42500" fmla="*/ 1582 h 4213"/>
                    <a:gd name="connsiteX59-42501" fmla="*/ 1832 w 2254"/>
                    <a:gd name="connsiteY59-42502" fmla="*/ 1776 h 4213"/>
                    <a:gd name="connsiteX60-42503" fmla="*/ 1713 w 2254"/>
                    <a:gd name="connsiteY60-42504" fmla="*/ 1904 h 4213"/>
                    <a:gd name="connsiteX61-42505" fmla="*/ 1706 w 2254"/>
                    <a:gd name="connsiteY61-42506" fmla="*/ 2018 h 4213"/>
                    <a:gd name="connsiteX62-42507" fmla="*/ 1766 w 2254"/>
                    <a:gd name="connsiteY62-42508" fmla="*/ 2115 h 4213"/>
                    <a:gd name="connsiteX63-42509" fmla="*/ 1868 w 2254"/>
                    <a:gd name="connsiteY63-42510" fmla="*/ 2183 h 4213"/>
                    <a:gd name="connsiteX64-42511" fmla="*/ 1945 w 2254"/>
                    <a:gd name="connsiteY64-42512" fmla="*/ 2178 h 4213"/>
                    <a:gd name="connsiteX65-42513" fmla="*/ 1990 w 2254"/>
                    <a:gd name="connsiteY65-42514" fmla="*/ 2104 h 4213"/>
                    <a:gd name="connsiteX66-42515" fmla="*/ 2024 w 2254"/>
                    <a:gd name="connsiteY66-42516" fmla="*/ 2210 h 4213"/>
                    <a:gd name="connsiteX67-42517" fmla="*/ 1912 w 2254"/>
                    <a:gd name="connsiteY67-42518" fmla="*/ 2249 h 4213"/>
                    <a:gd name="connsiteX68-42519" fmla="*/ 1959 w 2254"/>
                    <a:gd name="connsiteY68-42520" fmla="*/ 2362 h 4213"/>
                    <a:gd name="connsiteX69-42521" fmla="*/ 1824 w 2254"/>
                    <a:gd name="connsiteY69-42522" fmla="*/ 2509 h 4213"/>
                    <a:gd name="connsiteX70-42523" fmla="*/ 1783 w 2254"/>
                    <a:gd name="connsiteY70-42524" fmla="*/ 2498 h 4213"/>
                    <a:gd name="connsiteX71-42525" fmla="*/ 1659 w 2254"/>
                    <a:gd name="connsiteY71-42526" fmla="*/ 2413 h 4213"/>
                    <a:gd name="connsiteX72-42527" fmla="*/ 1604 w 2254"/>
                    <a:gd name="connsiteY72-42528" fmla="*/ 2412 h 4213"/>
                    <a:gd name="connsiteX73-42529" fmla="*/ 1569 w 2254"/>
                    <a:gd name="connsiteY73-42530" fmla="*/ 2480 h 4213"/>
                    <a:gd name="connsiteX74-42531" fmla="*/ 1572 w 2254"/>
                    <a:gd name="connsiteY74-42532" fmla="*/ 2562 h 4213"/>
                    <a:gd name="connsiteX75-42533" fmla="*/ 1750 w 2254"/>
                    <a:gd name="connsiteY75-42534" fmla="*/ 2730 h 4213"/>
                    <a:gd name="connsiteX76-42535" fmla="*/ 1749 w 2254"/>
                    <a:gd name="connsiteY76-42536" fmla="*/ 2844 h 4213"/>
                    <a:gd name="connsiteX77-42537" fmla="*/ 1840 w 2254"/>
                    <a:gd name="connsiteY77-42538" fmla="*/ 3060 h 4213"/>
                    <a:gd name="connsiteX78-42539" fmla="*/ 1866 w 2254"/>
                    <a:gd name="connsiteY78-42540" fmla="*/ 3090 h 4213"/>
                    <a:gd name="connsiteX79-42541" fmla="*/ 1910 w 2254"/>
                    <a:gd name="connsiteY79-42542" fmla="*/ 3094 h 4213"/>
                    <a:gd name="connsiteX80-42543" fmla="*/ 1956 w 2254"/>
                    <a:gd name="connsiteY80-42544" fmla="*/ 3010 h 4213"/>
                    <a:gd name="connsiteX81-42545" fmla="*/ 2036 w 2254"/>
                    <a:gd name="connsiteY81-42546" fmla="*/ 2950 h 4213"/>
                    <a:gd name="connsiteX82-42547" fmla="*/ 2131 w 2254"/>
                    <a:gd name="connsiteY82-42548" fmla="*/ 3126 h 4213"/>
                    <a:gd name="connsiteX83-42549" fmla="*/ 2241 w 2254"/>
                    <a:gd name="connsiteY83-42550" fmla="*/ 3312 h 4213"/>
                    <a:gd name="connsiteX84-42551" fmla="*/ 2254 w 2254"/>
                    <a:gd name="connsiteY84-42552" fmla="*/ 3342 h 4213"/>
                    <a:gd name="connsiteX85-42553" fmla="*/ 2243 w 2254"/>
                    <a:gd name="connsiteY85-42554" fmla="*/ 3518 h 4213"/>
                    <a:gd name="connsiteX86-42555" fmla="*/ 2208 w 2254"/>
                    <a:gd name="connsiteY86-42556" fmla="*/ 3554 h 4213"/>
                    <a:gd name="connsiteX87-42557" fmla="*/ 2119 w 2254"/>
                    <a:gd name="connsiteY87-42558" fmla="*/ 3515 h 4213"/>
                    <a:gd name="connsiteX88-42559" fmla="*/ 1885 w 2254"/>
                    <a:gd name="connsiteY88-42560" fmla="*/ 3644 h 4213"/>
                    <a:gd name="connsiteX89-42561" fmla="*/ 1859 w 2254"/>
                    <a:gd name="connsiteY89-42562" fmla="*/ 3666 h 4213"/>
                    <a:gd name="connsiteX90-42563" fmla="*/ 1679 w 2254"/>
                    <a:gd name="connsiteY90-42564" fmla="*/ 3812 h 4213"/>
                    <a:gd name="connsiteX91-42565" fmla="*/ 1538 w 2254"/>
                    <a:gd name="connsiteY91-42566" fmla="*/ 3926 h 4213"/>
                    <a:gd name="connsiteX92-42567" fmla="*/ 1503 w 2254"/>
                    <a:gd name="connsiteY92-42568" fmla="*/ 3965 h 4213"/>
                    <a:gd name="connsiteX93-42569" fmla="*/ 1451 w 2254"/>
                    <a:gd name="connsiteY93-42570" fmla="*/ 3973 h 4213"/>
                    <a:gd name="connsiteX94-42571" fmla="*/ 1394 w 2254"/>
                    <a:gd name="connsiteY94-42572" fmla="*/ 3916 h 4213"/>
                    <a:gd name="connsiteX95-42573" fmla="*/ 1270 w 2254"/>
                    <a:gd name="connsiteY95-42574" fmla="*/ 3808 h 4213"/>
                    <a:gd name="connsiteX96-42575" fmla="*/ 1294 w 2254"/>
                    <a:gd name="connsiteY96-42576" fmla="*/ 4064 h 4213"/>
                    <a:gd name="connsiteX97-42577" fmla="*/ 1303 w 2254"/>
                    <a:gd name="connsiteY97-42578" fmla="*/ 4192 h 4213"/>
                    <a:gd name="connsiteX98-42579" fmla="*/ 1041 w 2254"/>
                    <a:gd name="connsiteY98-42580" fmla="*/ 4166 h 4213"/>
                    <a:gd name="connsiteX99-42581" fmla="*/ 959 w 2254"/>
                    <a:gd name="connsiteY99-42582" fmla="*/ 3987 h 4213"/>
                    <a:gd name="connsiteX100-42583" fmla="*/ 877 w 2254"/>
                    <a:gd name="connsiteY100-42584" fmla="*/ 3802 h 4213"/>
                    <a:gd name="connsiteX101-42585" fmla="*/ 798 w 2254"/>
                    <a:gd name="connsiteY101-42586" fmla="*/ 3734 h 4213"/>
                    <a:gd name="connsiteX0-42587" fmla="*/ 798 w 2254"/>
                    <a:gd name="connsiteY0-42588" fmla="*/ 3734 h 4213"/>
                    <a:gd name="connsiteX1-42589" fmla="*/ 679 w 2254"/>
                    <a:gd name="connsiteY1-42590" fmla="*/ 3800 h 4213"/>
                    <a:gd name="connsiteX2-42591" fmla="*/ 695 w 2254"/>
                    <a:gd name="connsiteY2-42592" fmla="*/ 3662 h 4213"/>
                    <a:gd name="connsiteX3-42593" fmla="*/ 633 w 2254"/>
                    <a:gd name="connsiteY3-42594" fmla="*/ 3500 h 4213"/>
                    <a:gd name="connsiteX4-42595" fmla="*/ 742 w 2254"/>
                    <a:gd name="connsiteY4-42596" fmla="*/ 3280 h 4213"/>
                    <a:gd name="connsiteX5-42597" fmla="*/ 932 w 2254"/>
                    <a:gd name="connsiteY5-42598" fmla="*/ 3195 h 4213"/>
                    <a:gd name="connsiteX6-42599" fmla="*/ 1045 w 2254"/>
                    <a:gd name="connsiteY6-42600" fmla="*/ 3058 h 4213"/>
                    <a:gd name="connsiteX7-42601" fmla="*/ 1112 w 2254"/>
                    <a:gd name="connsiteY7-42602" fmla="*/ 2878 h 4213"/>
                    <a:gd name="connsiteX8-42603" fmla="*/ 1068 w 2254"/>
                    <a:gd name="connsiteY8-42604" fmla="*/ 2333 h 4213"/>
                    <a:gd name="connsiteX9-42605" fmla="*/ 1066 w 2254"/>
                    <a:gd name="connsiteY9-42606" fmla="*/ 2117 h 4213"/>
                    <a:gd name="connsiteX10-42607" fmla="*/ 990 w 2254"/>
                    <a:gd name="connsiteY10-42608" fmla="*/ 2039 h 4213"/>
                    <a:gd name="connsiteX11-42609" fmla="*/ 847 w 2254"/>
                    <a:gd name="connsiteY11-42610" fmla="*/ 1951 h 4213"/>
                    <a:gd name="connsiteX12-42611" fmla="*/ 755 w 2254"/>
                    <a:gd name="connsiteY12-42612" fmla="*/ 1827 h 4213"/>
                    <a:gd name="connsiteX13-42613" fmla="*/ 659 w 2254"/>
                    <a:gd name="connsiteY13-42614" fmla="*/ 1828 h 4213"/>
                    <a:gd name="connsiteX14-42615" fmla="*/ 614 w 2254"/>
                    <a:gd name="connsiteY14-42616" fmla="*/ 1883 h 4213"/>
                    <a:gd name="connsiteX15-42617" fmla="*/ 521 w 2254"/>
                    <a:gd name="connsiteY15-42618" fmla="*/ 1877 h 4213"/>
                    <a:gd name="connsiteX16-42619" fmla="*/ 501 w 2254"/>
                    <a:gd name="connsiteY16-42620" fmla="*/ 1994 h 4213"/>
                    <a:gd name="connsiteX17-42621" fmla="*/ 320 w 2254"/>
                    <a:gd name="connsiteY17-42622" fmla="*/ 1941 h 4213"/>
                    <a:gd name="connsiteX18-42623" fmla="*/ 237 w 2254"/>
                    <a:gd name="connsiteY18-42624" fmla="*/ 1939 h 4213"/>
                    <a:gd name="connsiteX19-42625" fmla="*/ 112 w 2254"/>
                    <a:gd name="connsiteY19-42626" fmla="*/ 2014 h 4213"/>
                    <a:gd name="connsiteX20-42627" fmla="*/ 0 w 2254"/>
                    <a:gd name="connsiteY20-42628" fmla="*/ 1890 h 4213"/>
                    <a:gd name="connsiteX21-42629" fmla="*/ 94 w 2254"/>
                    <a:gd name="connsiteY21-42630" fmla="*/ 1804 h 4213"/>
                    <a:gd name="connsiteX22-42631" fmla="*/ 98 w 2254"/>
                    <a:gd name="connsiteY22-42632" fmla="*/ 1634 h 4213"/>
                    <a:gd name="connsiteX23-42633" fmla="*/ 153 w 2254"/>
                    <a:gd name="connsiteY23-42634" fmla="*/ 1514 h 4213"/>
                    <a:gd name="connsiteX24-42635" fmla="*/ 196 w 2254"/>
                    <a:gd name="connsiteY24-42636" fmla="*/ 1306 h 4213"/>
                    <a:gd name="connsiteX25-42637" fmla="*/ 256 w 2254"/>
                    <a:gd name="connsiteY25-42638" fmla="*/ 1307 h 4213"/>
                    <a:gd name="connsiteX26-42639" fmla="*/ 579 w 2254"/>
                    <a:gd name="connsiteY26-42640" fmla="*/ 1286 h 4213"/>
                    <a:gd name="connsiteX27-42641" fmla="*/ 753 w 2254"/>
                    <a:gd name="connsiteY27-42642" fmla="*/ 1117 h 4213"/>
                    <a:gd name="connsiteX28-42643" fmla="*/ 822 w 2254"/>
                    <a:gd name="connsiteY28-42644" fmla="*/ 748 h 4213"/>
                    <a:gd name="connsiteX29-42645" fmla="*/ 932 w 2254"/>
                    <a:gd name="connsiteY29-42646" fmla="*/ 486 h 4213"/>
                    <a:gd name="connsiteX30-42647" fmla="*/ 930 w 2254"/>
                    <a:gd name="connsiteY30-42648" fmla="*/ 358 h 4213"/>
                    <a:gd name="connsiteX31-42649" fmla="*/ 917 w 2254"/>
                    <a:gd name="connsiteY31-42650" fmla="*/ 328 h 4213"/>
                    <a:gd name="connsiteX32-42651" fmla="*/ 850 w 2254"/>
                    <a:gd name="connsiteY32-42652" fmla="*/ 251 h 4213"/>
                    <a:gd name="connsiteX33-42653" fmla="*/ 790 w 2254"/>
                    <a:gd name="connsiteY33-42654" fmla="*/ 217 h 4213"/>
                    <a:gd name="connsiteX34-42655" fmla="*/ 915 w 2254"/>
                    <a:gd name="connsiteY34-42656" fmla="*/ 56 h 4213"/>
                    <a:gd name="connsiteX35-42657" fmla="*/ 1088 w 2254"/>
                    <a:gd name="connsiteY35-42658" fmla="*/ 2 h 4213"/>
                    <a:gd name="connsiteX36-42659" fmla="*/ 1120 w 2254"/>
                    <a:gd name="connsiteY36-42660" fmla="*/ 49 h 4213"/>
                    <a:gd name="connsiteX37-42661" fmla="*/ 1110 w 2254"/>
                    <a:gd name="connsiteY37-42662" fmla="*/ 133 h 4213"/>
                    <a:gd name="connsiteX38-42663" fmla="*/ 1049 w 2254"/>
                    <a:gd name="connsiteY38-42664" fmla="*/ 243 h 4213"/>
                    <a:gd name="connsiteX39-42665" fmla="*/ 1119 w 2254"/>
                    <a:gd name="connsiteY39-42666" fmla="*/ 301 h 4213"/>
                    <a:gd name="connsiteX40-42667" fmla="*/ 1233 w 2254"/>
                    <a:gd name="connsiteY40-42668" fmla="*/ 366 h 4213"/>
                    <a:gd name="connsiteX41-42669" fmla="*/ 1253 w 2254"/>
                    <a:gd name="connsiteY41-42670" fmla="*/ 255 h 4213"/>
                    <a:gd name="connsiteX42-42671" fmla="*/ 1387 w 2254"/>
                    <a:gd name="connsiteY42-42672" fmla="*/ 291 h 4213"/>
                    <a:gd name="connsiteX43-42673" fmla="*/ 1412 w 2254"/>
                    <a:gd name="connsiteY43-42674" fmla="*/ 331 h 4213"/>
                    <a:gd name="connsiteX44-42675" fmla="*/ 1488 w 2254"/>
                    <a:gd name="connsiteY44-42676" fmla="*/ 562 h 4213"/>
                    <a:gd name="connsiteX45-42677" fmla="*/ 1523 w 2254"/>
                    <a:gd name="connsiteY45-42678" fmla="*/ 586 h 4213"/>
                    <a:gd name="connsiteX46-42679" fmla="*/ 1615 w 2254"/>
                    <a:gd name="connsiteY46-42680" fmla="*/ 578 h 4213"/>
                    <a:gd name="connsiteX47-42681" fmla="*/ 1875 w 2254"/>
                    <a:gd name="connsiteY47-42682" fmla="*/ 490 h 4213"/>
                    <a:gd name="connsiteX48-42683" fmla="*/ 2095 w 2254"/>
                    <a:gd name="connsiteY48-42684" fmla="*/ 479 h 4213"/>
                    <a:gd name="connsiteX49-42685" fmla="*/ 2155 w 2254"/>
                    <a:gd name="connsiteY49-42686" fmla="*/ 648 h 4213"/>
                    <a:gd name="connsiteX50-42687" fmla="*/ 2073 w 2254"/>
                    <a:gd name="connsiteY50-42688" fmla="*/ 944 h 4213"/>
                    <a:gd name="connsiteX51-42689" fmla="*/ 2073 w 2254"/>
                    <a:gd name="connsiteY51-42690" fmla="*/ 1022 h 4213"/>
                    <a:gd name="connsiteX52-42691" fmla="*/ 2142 w 2254"/>
                    <a:gd name="connsiteY52-42692" fmla="*/ 1168 h 4213"/>
                    <a:gd name="connsiteX53-42693" fmla="*/ 2157 w 2254"/>
                    <a:gd name="connsiteY53-42694" fmla="*/ 1427 h 4213"/>
                    <a:gd name="connsiteX54-42695" fmla="*/ 2159 w 2254"/>
                    <a:gd name="connsiteY54-42696" fmla="*/ 1617 h 4213"/>
                    <a:gd name="connsiteX55-42697" fmla="*/ 2092 w 2254"/>
                    <a:gd name="connsiteY55-42698" fmla="*/ 1625 h 4213"/>
                    <a:gd name="connsiteX56-42699" fmla="*/ 2070 w 2254"/>
                    <a:gd name="connsiteY56-42700" fmla="*/ 1507 h 4213"/>
                    <a:gd name="connsiteX57-42701" fmla="*/ 2035 w 2254"/>
                    <a:gd name="connsiteY57-42702" fmla="*/ 1450 h 4213"/>
                    <a:gd name="connsiteX58-42703" fmla="*/ 1945 w 2254"/>
                    <a:gd name="connsiteY58-42704" fmla="*/ 1582 h 4213"/>
                    <a:gd name="connsiteX59-42705" fmla="*/ 1832 w 2254"/>
                    <a:gd name="connsiteY59-42706" fmla="*/ 1776 h 4213"/>
                    <a:gd name="connsiteX60-42707" fmla="*/ 1713 w 2254"/>
                    <a:gd name="connsiteY60-42708" fmla="*/ 1904 h 4213"/>
                    <a:gd name="connsiteX61-42709" fmla="*/ 1706 w 2254"/>
                    <a:gd name="connsiteY61-42710" fmla="*/ 2018 h 4213"/>
                    <a:gd name="connsiteX62-42711" fmla="*/ 1766 w 2254"/>
                    <a:gd name="connsiteY62-42712" fmla="*/ 2115 h 4213"/>
                    <a:gd name="connsiteX63-42713" fmla="*/ 1868 w 2254"/>
                    <a:gd name="connsiteY63-42714" fmla="*/ 2183 h 4213"/>
                    <a:gd name="connsiteX64-42715" fmla="*/ 1945 w 2254"/>
                    <a:gd name="connsiteY64-42716" fmla="*/ 2178 h 4213"/>
                    <a:gd name="connsiteX65-42717" fmla="*/ 1990 w 2254"/>
                    <a:gd name="connsiteY65-42718" fmla="*/ 2104 h 4213"/>
                    <a:gd name="connsiteX66-42719" fmla="*/ 2024 w 2254"/>
                    <a:gd name="connsiteY66-42720" fmla="*/ 2210 h 4213"/>
                    <a:gd name="connsiteX67-42721" fmla="*/ 1912 w 2254"/>
                    <a:gd name="connsiteY67-42722" fmla="*/ 2249 h 4213"/>
                    <a:gd name="connsiteX68-42723" fmla="*/ 1959 w 2254"/>
                    <a:gd name="connsiteY68-42724" fmla="*/ 2362 h 4213"/>
                    <a:gd name="connsiteX69-42725" fmla="*/ 1824 w 2254"/>
                    <a:gd name="connsiteY69-42726" fmla="*/ 2509 h 4213"/>
                    <a:gd name="connsiteX70-42727" fmla="*/ 1783 w 2254"/>
                    <a:gd name="connsiteY70-42728" fmla="*/ 2498 h 4213"/>
                    <a:gd name="connsiteX71-42729" fmla="*/ 1659 w 2254"/>
                    <a:gd name="connsiteY71-42730" fmla="*/ 2413 h 4213"/>
                    <a:gd name="connsiteX72-42731" fmla="*/ 1604 w 2254"/>
                    <a:gd name="connsiteY72-42732" fmla="*/ 2412 h 4213"/>
                    <a:gd name="connsiteX73-42733" fmla="*/ 1569 w 2254"/>
                    <a:gd name="connsiteY73-42734" fmla="*/ 2480 h 4213"/>
                    <a:gd name="connsiteX74-42735" fmla="*/ 1572 w 2254"/>
                    <a:gd name="connsiteY74-42736" fmla="*/ 2562 h 4213"/>
                    <a:gd name="connsiteX75-42737" fmla="*/ 1750 w 2254"/>
                    <a:gd name="connsiteY75-42738" fmla="*/ 2730 h 4213"/>
                    <a:gd name="connsiteX76-42739" fmla="*/ 1749 w 2254"/>
                    <a:gd name="connsiteY76-42740" fmla="*/ 2844 h 4213"/>
                    <a:gd name="connsiteX77-42741" fmla="*/ 1840 w 2254"/>
                    <a:gd name="connsiteY77-42742" fmla="*/ 3060 h 4213"/>
                    <a:gd name="connsiteX78-42743" fmla="*/ 1866 w 2254"/>
                    <a:gd name="connsiteY78-42744" fmla="*/ 3090 h 4213"/>
                    <a:gd name="connsiteX79-42745" fmla="*/ 1910 w 2254"/>
                    <a:gd name="connsiteY79-42746" fmla="*/ 3094 h 4213"/>
                    <a:gd name="connsiteX80-42747" fmla="*/ 1956 w 2254"/>
                    <a:gd name="connsiteY80-42748" fmla="*/ 3010 h 4213"/>
                    <a:gd name="connsiteX81-42749" fmla="*/ 2036 w 2254"/>
                    <a:gd name="connsiteY81-42750" fmla="*/ 2950 h 4213"/>
                    <a:gd name="connsiteX82-42751" fmla="*/ 2131 w 2254"/>
                    <a:gd name="connsiteY82-42752" fmla="*/ 3126 h 4213"/>
                    <a:gd name="connsiteX83-42753" fmla="*/ 2241 w 2254"/>
                    <a:gd name="connsiteY83-42754" fmla="*/ 3312 h 4213"/>
                    <a:gd name="connsiteX84-42755" fmla="*/ 2254 w 2254"/>
                    <a:gd name="connsiteY84-42756" fmla="*/ 3342 h 4213"/>
                    <a:gd name="connsiteX85-42757" fmla="*/ 2243 w 2254"/>
                    <a:gd name="connsiteY85-42758" fmla="*/ 3518 h 4213"/>
                    <a:gd name="connsiteX86-42759" fmla="*/ 2208 w 2254"/>
                    <a:gd name="connsiteY86-42760" fmla="*/ 3554 h 4213"/>
                    <a:gd name="connsiteX87-42761" fmla="*/ 2119 w 2254"/>
                    <a:gd name="connsiteY87-42762" fmla="*/ 3515 h 4213"/>
                    <a:gd name="connsiteX88-42763" fmla="*/ 1885 w 2254"/>
                    <a:gd name="connsiteY88-42764" fmla="*/ 3644 h 4213"/>
                    <a:gd name="connsiteX89-42765" fmla="*/ 1859 w 2254"/>
                    <a:gd name="connsiteY89-42766" fmla="*/ 3666 h 4213"/>
                    <a:gd name="connsiteX90-42767" fmla="*/ 1679 w 2254"/>
                    <a:gd name="connsiteY90-42768" fmla="*/ 3812 h 4213"/>
                    <a:gd name="connsiteX91-42769" fmla="*/ 1538 w 2254"/>
                    <a:gd name="connsiteY91-42770" fmla="*/ 3926 h 4213"/>
                    <a:gd name="connsiteX92-42771" fmla="*/ 1503 w 2254"/>
                    <a:gd name="connsiteY92-42772" fmla="*/ 3965 h 4213"/>
                    <a:gd name="connsiteX93-42773" fmla="*/ 1451 w 2254"/>
                    <a:gd name="connsiteY93-42774" fmla="*/ 3973 h 4213"/>
                    <a:gd name="connsiteX94-42775" fmla="*/ 1394 w 2254"/>
                    <a:gd name="connsiteY94-42776" fmla="*/ 3916 h 4213"/>
                    <a:gd name="connsiteX95-42777" fmla="*/ 1270 w 2254"/>
                    <a:gd name="connsiteY95-42778" fmla="*/ 3808 h 4213"/>
                    <a:gd name="connsiteX96-42779" fmla="*/ 1294 w 2254"/>
                    <a:gd name="connsiteY96-42780" fmla="*/ 4064 h 4213"/>
                    <a:gd name="connsiteX97-42781" fmla="*/ 1303 w 2254"/>
                    <a:gd name="connsiteY97-42782" fmla="*/ 4192 h 4213"/>
                    <a:gd name="connsiteX98-42783" fmla="*/ 1041 w 2254"/>
                    <a:gd name="connsiteY98-42784" fmla="*/ 4166 h 4213"/>
                    <a:gd name="connsiteX99-42785" fmla="*/ 959 w 2254"/>
                    <a:gd name="connsiteY99-42786" fmla="*/ 3987 h 4213"/>
                    <a:gd name="connsiteX100-42787" fmla="*/ 877 w 2254"/>
                    <a:gd name="connsiteY100-42788" fmla="*/ 3802 h 4213"/>
                    <a:gd name="connsiteX101-42789" fmla="*/ 798 w 2254"/>
                    <a:gd name="connsiteY101-42790" fmla="*/ 3734 h 4213"/>
                    <a:gd name="connsiteX0-42791" fmla="*/ 798 w 2254"/>
                    <a:gd name="connsiteY0-42792" fmla="*/ 3734 h 4213"/>
                    <a:gd name="connsiteX1-42793" fmla="*/ 679 w 2254"/>
                    <a:gd name="connsiteY1-42794" fmla="*/ 3800 h 4213"/>
                    <a:gd name="connsiteX2-42795" fmla="*/ 695 w 2254"/>
                    <a:gd name="connsiteY2-42796" fmla="*/ 3662 h 4213"/>
                    <a:gd name="connsiteX3-42797" fmla="*/ 633 w 2254"/>
                    <a:gd name="connsiteY3-42798" fmla="*/ 3500 h 4213"/>
                    <a:gd name="connsiteX4-42799" fmla="*/ 742 w 2254"/>
                    <a:gd name="connsiteY4-42800" fmla="*/ 3280 h 4213"/>
                    <a:gd name="connsiteX5-42801" fmla="*/ 932 w 2254"/>
                    <a:gd name="connsiteY5-42802" fmla="*/ 3195 h 4213"/>
                    <a:gd name="connsiteX6-42803" fmla="*/ 1045 w 2254"/>
                    <a:gd name="connsiteY6-42804" fmla="*/ 3058 h 4213"/>
                    <a:gd name="connsiteX7-42805" fmla="*/ 1112 w 2254"/>
                    <a:gd name="connsiteY7-42806" fmla="*/ 2878 h 4213"/>
                    <a:gd name="connsiteX8-42807" fmla="*/ 1068 w 2254"/>
                    <a:gd name="connsiteY8-42808" fmla="*/ 2333 h 4213"/>
                    <a:gd name="connsiteX9-42809" fmla="*/ 1066 w 2254"/>
                    <a:gd name="connsiteY9-42810" fmla="*/ 2117 h 4213"/>
                    <a:gd name="connsiteX10-42811" fmla="*/ 990 w 2254"/>
                    <a:gd name="connsiteY10-42812" fmla="*/ 2039 h 4213"/>
                    <a:gd name="connsiteX11-42813" fmla="*/ 847 w 2254"/>
                    <a:gd name="connsiteY11-42814" fmla="*/ 1951 h 4213"/>
                    <a:gd name="connsiteX12-42815" fmla="*/ 755 w 2254"/>
                    <a:gd name="connsiteY12-42816" fmla="*/ 1827 h 4213"/>
                    <a:gd name="connsiteX13-42817" fmla="*/ 659 w 2254"/>
                    <a:gd name="connsiteY13-42818" fmla="*/ 1828 h 4213"/>
                    <a:gd name="connsiteX14-42819" fmla="*/ 614 w 2254"/>
                    <a:gd name="connsiteY14-42820" fmla="*/ 1883 h 4213"/>
                    <a:gd name="connsiteX15-42821" fmla="*/ 521 w 2254"/>
                    <a:gd name="connsiteY15-42822" fmla="*/ 1877 h 4213"/>
                    <a:gd name="connsiteX16-42823" fmla="*/ 501 w 2254"/>
                    <a:gd name="connsiteY16-42824" fmla="*/ 1994 h 4213"/>
                    <a:gd name="connsiteX17-42825" fmla="*/ 320 w 2254"/>
                    <a:gd name="connsiteY17-42826" fmla="*/ 1941 h 4213"/>
                    <a:gd name="connsiteX18-42827" fmla="*/ 237 w 2254"/>
                    <a:gd name="connsiteY18-42828" fmla="*/ 1939 h 4213"/>
                    <a:gd name="connsiteX19-42829" fmla="*/ 112 w 2254"/>
                    <a:gd name="connsiteY19-42830" fmla="*/ 2014 h 4213"/>
                    <a:gd name="connsiteX20-42831" fmla="*/ 0 w 2254"/>
                    <a:gd name="connsiteY20-42832" fmla="*/ 1890 h 4213"/>
                    <a:gd name="connsiteX21-42833" fmla="*/ 94 w 2254"/>
                    <a:gd name="connsiteY21-42834" fmla="*/ 1804 h 4213"/>
                    <a:gd name="connsiteX22-42835" fmla="*/ 98 w 2254"/>
                    <a:gd name="connsiteY22-42836" fmla="*/ 1634 h 4213"/>
                    <a:gd name="connsiteX23-42837" fmla="*/ 153 w 2254"/>
                    <a:gd name="connsiteY23-42838" fmla="*/ 1514 h 4213"/>
                    <a:gd name="connsiteX24-42839" fmla="*/ 196 w 2254"/>
                    <a:gd name="connsiteY24-42840" fmla="*/ 1306 h 4213"/>
                    <a:gd name="connsiteX25-42841" fmla="*/ 256 w 2254"/>
                    <a:gd name="connsiteY25-42842" fmla="*/ 1307 h 4213"/>
                    <a:gd name="connsiteX26-42843" fmla="*/ 579 w 2254"/>
                    <a:gd name="connsiteY26-42844" fmla="*/ 1286 h 4213"/>
                    <a:gd name="connsiteX27-42845" fmla="*/ 753 w 2254"/>
                    <a:gd name="connsiteY27-42846" fmla="*/ 1117 h 4213"/>
                    <a:gd name="connsiteX28-42847" fmla="*/ 822 w 2254"/>
                    <a:gd name="connsiteY28-42848" fmla="*/ 748 h 4213"/>
                    <a:gd name="connsiteX29-42849" fmla="*/ 932 w 2254"/>
                    <a:gd name="connsiteY29-42850" fmla="*/ 486 h 4213"/>
                    <a:gd name="connsiteX30-42851" fmla="*/ 930 w 2254"/>
                    <a:gd name="connsiteY30-42852" fmla="*/ 358 h 4213"/>
                    <a:gd name="connsiteX31-42853" fmla="*/ 917 w 2254"/>
                    <a:gd name="connsiteY31-42854" fmla="*/ 328 h 4213"/>
                    <a:gd name="connsiteX32-42855" fmla="*/ 850 w 2254"/>
                    <a:gd name="connsiteY32-42856" fmla="*/ 251 h 4213"/>
                    <a:gd name="connsiteX33-42857" fmla="*/ 790 w 2254"/>
                    <a:gd name="connsiteY33-42858" fmla="*/ 217 h 4213"/>
                    <a:gd name="connsiteX34-42859" fmla="*/ 915 w 2254"/>
                    <a:gd name="connsiteY34-42860" fmla="*/ 56 h 4213"/>
                    <a:gd name="connsiteX35-42861" fmla="*/ 1088 w 2254"/>
                    <a:gd name="connsiteY35-42862" fmla="*/ 2 h 4213"/>
                    <a:gd name="connsiteX36-42863" fmla="*/ 1120 w 2254"/>
                    <a:gd name="connsiteY36-42864" fmla="*/ 49 h 4213"/>
                    <a:gd name="connsiteX37-42865" fmla="*/ 1110 w 2254"/>
                    <a:gd name="connsiteY37-42866" fmla="*/ 133 h 4213"/>
                    <a:gd name="connsiteX38-42867" fmla="*/ 1049 w 2254"/>
                    <a:gd name="connsiteY38-42868" fmla="*/ 243 h 4213"/>
                    <a:gd name="connsiteX39-42869" fmla="*/ 1119 w 2254"/>
                    <a:gd name="connsiteY39-42870" fmla="*/ 301 h 4213"/>
                    <a:gd name="connsiteX40-42871" fmla="*/ 1233 w 2254"/>
                    <a:gd name="connsiteY40-42872" fmla="*/ 366 h 4213"/>
                    <a:gd name="connsiteX41-42873" fmla="*/ 1253 w 2254"/>
                    <a:gd name="connsiteY41-42874" fmla="*/ 255 h 4213"/>
                    <a:gd name="connsiteX42-42875" fmla="*/ 1387 w 2254"/>
                    <a:gd name="connsiteY42-42876" fmla="*/ 291 h 4213"/>
                    <a:gd name="connsiteX43-42877" fmla="*/ 1412 w 2254"/>
                    <a:gd name="connsiteY43-42878" fmla="*/ 331 h 4213"/>
                    <a:gd name="connsiteX44-42879" fmla="*/ 1488 w 2254"/>
                    <a:gd name="connsiteY44-42880" fmla="*/ 562 h 4213"/>
                    <a:gd name="connsiteX45-42881" fmla="*/ 1523 w 2254"/>
                    <a:gd name="connsiteY45-42882" fmla="*/ 586 h 4213"/>
                    <a:gd name="connsiteX46-42883" fmla="*/ 1615 w 2254"/>
                    <a:gd name="connsiteY46-42884" fmla="*/ 578 h 4213"/>
                    <a:gd name="connsiteX47-42885" fmla="*/ 1875 w 2254"/>
                    <a:gd name="connsiteY47-42886" fmla="*/ 490 h 4213"/>
                    <a:gd name="connsiteX48-42887" fmla="*/ 2095 w 2254"/>
                    <a:gd name="connsiteY48-42888" fmla="*/ 479 h 4213"/>
                    <a:gd name="connsiteX49-42889" fmla="*/ 2155 w 2254"/>
                    <a:gd name="connsiteY49-42890" fmla="*/ 648 h 4213"/>
                    <a:gd name="connsiteX50-42891" fmla="*/ 2073 w 2254"/>
                    <a:gd name="connsiteY50-42892" fmla="*/ 944 h 4213"/>
                    <a:gd name="connsiteX51-42893" fmla="*/ 2073 w 2254"/>
                    <a:gd name="connsiteY51-42894" fmla="*/ 1022 h 4213"/>
                    <a:gd name="connsiteX52-42895" fmla="*/ 2142 w 2254"/>
                    <a:gd name="connsiteY52-42896" fmla="*/ 1168 h 4213"/>
                    <a:gd name="connsiteX53-42897" fmla="*/ 2157 w 2254"/>
                    <a:gd name="connsiteY53-42898" fmla="*/ 1427 h 4213"/>
                    <a:gd name="connsiteX54-42899" fmla="*/ 2159 w 2254"/>
                    <a:gd name="connsiteY54-42900" fmla="*/ 1617 h 4213"/>
                    <a:gd name="connsiteX55-42901" fmla="*/ 2092 w 2254"/>
                    <a:gd name="connsiteY55-42902" fmla="*/ 1625 h 4213"/>
                    <a:gd name="connsiteX56-42903" fmla="*/ 2070 w 2254"/>
                    <a:gd name="connsiteY56-42904" fmla="*/ 1507 h 4213"/>
                    <a:gd name="connsiteX57-42905" fmla="*/ 2035 w 2254"/>
                    <a:gd name="connsiteY57-42906" fmla="*/ 1450 h 4213"/>
                    <a:gd name="connsiteX58-42907" fmla="*/ 1945 w 2254"/>
                    <a:gd name="connsiteY58-42908" fmla="*/ 1582 h 4213"/>
                    <a:gd name="connsiteX59-42909" fmla="*/ 1832 w 2254"/>
                    <a:gd name="connsiteY59-42910" fmla="*/ 1776 h 4213"/>
                    <a:gd name="connsiteX60-42911" fmla="*/ 1713 w 2254"/>
                    <a:gd name="connsiteY60-42912" fmla="*/ 1904 h 4213"/>
                    <a:gd name="connsiteX61-42913" fmla="*/ 1706 w 2254"/>
                    <a:gd name="connsiteY61-42914" fmla="*/ 2018 h 4213"/>
                    <a:gd name="connsiteX62-42915" fmla="*/ 1766 w 2254"/>
                    <a:gd name="connsiteY62-42916" fmla="*/ 2115 h 4213"/>
                    <a:gd name="connsiteX63-42917" fmla="*/ 1868 w 2254"/>
                    <a:gd name="connsiteY63-42918" fmla="*/ 2183 h 4213"/>
                    <a:gd name="connsiteX64-42919" fmla="*/ 1945 w 2254"/>
                    <a:gd name="connsiteY64-42920" fmla="*/ 2178 h 4213"/>
                    <a:gd name="connsiteX65-42921" fmla="*/ 1990 w 2254"/>
                    <a:gd name="connsiteY65-42922" fmla="*/ 2104 h 4213"/>
                    <a:gd name="connsiteX66-42923" fmla="*/ 2024 w 2254"/>
                    <a:gd name="connsiteY66-42924" fmla="*/ 2210 h 4213"/>
                    <a:gd name="connsiteX67-42925" fmla="*/ 1912 w 2254"/>
                    <a:gd name="connsiteY67-42926" fmla="*/ 2249 h 4213"/>
                    <a:gd name="connsiteX68-42927" fmla="*/ 1959 w 2254"/>
                    <a:gd name="connsiteY68-42928" fmla="*/ 2362 h 4213"/>
                    <a:gd name="connsiteX69-42929" fmla="*/ 1824 w 2254"/>
                    <a:gd name="connsiteY69-42930" fmla="*/ 2509 h 4213"/>
                    <a:gd name="connsiteX70-42931" fmla="*/ 1783 w 2254"/>
                    <a:gd name="connsiteY70-42932" fmla="*/ 2498 h 4213"/>
                    <a:gd name="connsiteX71-42933" fmla="*/ 1659 w 2254"/>
                    <a:gd name="connsiteY71-42934" fmla="*/ 2413 h 4213"/>
                    <a:gd name="connsiteX72-42935" fmla="*/ 1604 w 2254"/>
                    <a:gd name="connsiteY72-42936" fmla="*/ 2412 h 4213"/>
                    <a:gd name="connsiteX73-42937" fmla="*/ 1569 w 2254"/>
                    <a:gd name="connsiteY73-42938" fmla="*/ 2480 h 4213"/>
                    <a:gd name="connsiteX74-42939" fmla="*/ 1572 w 2254"/>
                    <a:gd name="connsiteY74-42940" fmla="*/ 2562 h 4213"/>
                    <a:gd name="connsiteX75-42941" fmla="*/ 1750 w 2254"/>
                    <a:gd name="connsiteY75-42942" fmla="*/ 2730 h 4213"/>
                    <a:gd name="connsiteX76-42943" fmla="*/ 1749 w 2254"/>
                    <a:gd name="connsiteY76-42944" fmla="*/ 2844 h 4213"/>
                    <a:gd name="connsiteX77-42945" fmla="*/ 1840 w 2254"/>
                    <a:gd name="connsiteY77-42946" fmla="*/ 3060 h 4213"/>
                    <a:gd name="connsiteX78-42947" fmla="*/ 1866 w 2254"/>
                    <a:gd name="connsiteY78-42948" fmla="*/ 3090 h 4213"/>
                    <a:gd name="connsiteX79-42949" fmla="*/ 1910 w 2254"/>
                    <a:gd name="connsiteY79-42950" fmla="*/ 3094 h 4213"/>
                    <a:gd name="connsiteX80-42951" fmla="*/ 1956 w 2254"/>
                    <a:gd name="connsiteY80-42952" fmla="*/ 3010 h 4213"/>
                    <a:gd name="connsiteX81-42953" fmla="*/ 2036 w 2254"/>
                    <a:gd name="connsiteY81-42954" fmla="*/ 2950 h 4213"/>
                    <a:gd name="connsiteX82-42955" fmla="*/ 2131 w 2254"/>
                    <a:gd name="connsiteY82-42956" fmla="*/ 3126 h 4213"/>
                    <a:gd name="connsiteX83-42957" fmla="*/ 2241 w 2254"/>
                    <a:gd name="connsiteY83-42958" fmla="*/ 3312 h 4213"/>
                    <a:gd name="connsiteX84-42959" fmla="*/ 2254 w 2254"/>
                    <a:gd name="connsiteY84-42960" fmla="*/ 3342 h 4213"/>
                    <a:gd name="connsiteX85-42961" fmla="*/ 2243 w 2254"/>
                    <a:gd name="connsiteY85-42962" fmla="*/ 3518 h 4213"/>
                    <a:gd name="connsiteX86-42963" fmla="*/ 2208 w 2254"/>
                    <a:gd name="connsiteY86-42964" fmla="*/ 3554 h 4213"/>
                    <a:gd name="connsiteX87-42965" fmla="*/ 2119 w 2254"/>
                    <a:gd name="connsiteY87-42966" fmla="*/ 3515 h 4213"/>
                    <a:gd name="connsiteX88-42967" fmla="*/ 1885 w 2254"/>
                    <a:gd name="connsiteY88-42968" fmla="*/ 3644 h 4213"/>
                    <a:gd name="connsiteX89-42969" fmla="*/ 1859 w 2254"/>
                    <a:gd name="connsiteY89-42970" fmla="*/ 3666 h 4213"/>
                    <a:gd name="connsiteX90-42971" fmla="*/ 1679 w 2254"/>
                    <a:gd name="connsiteY90-42972" fmla="*/ 3812 h 4213"/>
                    <a:gd name="connsiteX91-42973" fmla="*/ 1538 w 2254"/>
                    <a:gd name="connsiteY91-42974" fmla="*/ 3926 h 4213"/>
                    <a:gd name="connsiteX92-42975" fmla="*/ 1503 w 2254"/>
                    <a:gd name="connsiteY92-42976" fmla="*/ 3965 h 4213"/>
                    <a:gd name="connsiteX93-42977" fmla="*/ 1451 w 2254"/>
                    <a:gd name="connsiteY93-42978" fmla="*/ 3973 h 4213"/>
                    <a:gd name="connsiteX94-42979" fmla="*/ 1394 w 2254"/>
                    <a:gd name="connsiteY94-42980" fmla="*/ 3916 h 4213"/>
                    <a:gd name="connsiteX95-42981" fmla="*/ 1270 w 2254"/>
                    <a:gd name="connsiteY95-42982" fmla="*/ 3808 h 4213"/>
                    <a:gd name="connsiteX96-42983" fmla="*/ 1294 w 2254"/>
                    <a:gd name="connsiteY96-42984" fmla="*/ 4064 h 4213"/>
                    <a:gd name="connsiteX97-42985" fmla="*/ 1303 w 2254"/>
                    <a:gd name="connsiteY97-42986" fmla="*/ 4192 h 4213"/>
                    <a:gd name="connsiteX98-42987" fmla="*/ 1041 w 2254"/>
                    <a:gd name="connsiteY98-42988" fmla="*/ 4166 h 4213"/>
                    <a:gd name="connsiteX99-42989" fmla="*/ 959 w 2254"/>
                    <a:gd name="connsiteY99-42990" fmla="*/ 3987 h 4213"/>
                    <a:gd name="connsiteX100-42991" fmla="*/ 877 w 2254"/>
                    <a:gd name="connsiteY100-42992" fmla="*/ 3802 h 4213"/>
                    <a:gd name="connsiteX101-42993" fmla="*/ 798 w 2254"/>
                    <a:gd name="connsiteY101-42994" fmla="*/ 3734 h 4213"/>
                    <a:gd name="connsiteX0-42995" fmla="*/ 798 w 2254"/>
                    <a:gd name="connsiteY0-42996" fmla="*/ 3734 h 4213"/>
                    <a:gd name="connsiteX1-42997" fmla="*/ 679 w 2254"/>
                    <a:gd name="connsiteY1-42998" fmla="*/ 3800 h 4213"/>
                    <a:gd name="connsiteX2-42999" fmla="*/ 695 w 2254"/>
                    <a:gd name="connsiteY2-43000" fmla="*/ 3662 h 4213"/>
                    <a:gd name="connsiteX3-43001" fmla="*/ 633 w 2254"/>
                    <a:gd name="connsiteY3-43002" fmla="*/ 3500 h 4213"/>
                    <a:gd name="connsiteX4-43003" fmla="*/ 742 w 2254"/>
                    <a:gd name="connsiteY4-43004" fmla="*/ 3280 h 4213"/>
                    <a:gd name="connsiteX5-43005" fmla="*/ 932 w 2254"/>
                    <a:gd name="connsiteY5-43006" fmla="*/ 3195 h 4213"/>
                    <a:gd name="connsiteX6-43007" fmla="*/ 1045 w 2254"/>
                    <a:gd name="connsiteY6-43008" fmla="*/ 3058 h 4213"/>
                    <a:gd name="connsiteX7-43009" fmla="*/ 1112 w 2254"/>
                    <a:gd name="connsiteY7-43010" fmla="*/ 2878 h 4213"/>
                    <a:gd name="connsiteX8-43011" fmla="*/ 1068 w 2254"/>
                    <a:gd name="connsiteY8-43012" fmla="*/ 2333 h 4213"/>
                    <a:gd name="connsiteX9-43013" fmla="*/ 1066 w 2254"/>
                    <a:gd name="connsiteY9-43014" fmla="*/ 2117 h 4213"/>
                    <a:gd name="connsiteX10-43015" fmla="*/ 990 w 2254"/>
                    <a:gd name="connsiteY10-43016" fmla="*/ 2039 h 4213"/>
                    <a:gd name="connsiteX11-43017" fmla="*/ 847 w 2254"/>
                    <a:gd name="connsiteY11-43018" fmla="*/ 1951 h 4213"/>
                    <a:gd name="connsiteX12-43019" fmla="*/ 755 w 2254"/>
                    <a:gd name="connsiteY12-43020" fmla="*/ 1827 h 4213"/>
                    <a:gd name="connsiteX13-43021" fmla="*/ 659 w 2254"/>
                    <a:gd name="connsiteY13-43022" fmla="*/ 1828 h 4213"/>
                    <a:gd name="connsiteX14-43023" fmla="*/ 614 w 2254"/>
                    <a:gd name="connsiteY14-43024" fmla="*/ 1883 h 4213"/>
                    <a:gd name="connsiteX15-43025" fmla="*/ 521 w 2254"/>
                    <a:gd name="connsiteY15-43026" fmla="*/ 1877 h 4213"/>
                    <a:gd name="connsiteX16-43027" fmla="*/ 501 w 2254"/>
                    <a:gd name="connsiteY16-43028" fmla="*/ 1994 h 4213"/>
                    <a:gd name="connsiteX17-43029" fmla="*/ 320 w 2254"/>
                    <a:gd name="connsiteY17-43030" fmla="*/ 1941 h 4213"/>
                    <a:gd name="connsiteX18-43031" fmla="*/ 237 w 2254"/>
                    <a:gd name="connsiteY18-43032" fmla="*/ 1939 h 4213"/>
                    <a:gd name="connsiteX19-43033" fmla="*/ 112 w 2254"/>
                    <a:gd name="connsiteY19-43034" fmla="*/ 2014 h 4213"/>
                    <a:gd name="connsiteX20-43035" fmla="*/ 0 w 2254"/>
                    <a:gd name="connsiteY20-43036" fmla="*/ 1890 h 4213"/>
                    <a:gd name="connsiteX21-43037" fmla="*/ 94 w 2254"/>
                    <a:gd name="connsiteY21-43038" fmla="*/ 1804 h 4213"/>
                    <a:gd name="connsiteX22-43039" fmla="*/ 98 w 2254"/>
                    <a:gd name="connsiteY22-43040" fmla="*/ 1634 h 4213"/>
                    <a:gd name="connsiteX23-43041" fmla="*/ 153 w 2254"/>
                    <a:gd name="connsiteY23-43042" fmla="*/ 1514 h 4213"/>
                    <a:gd name="connsiteX24-43043" fmla="*/ 196 w 2254"/>
                    <a:gd name="connsiteY24-43044" fmla="*/ 1306 h 4213"/>
                    <a:gd name="connsiteX25-43045" fmla="*/ 256 w 2254"/>
                    <a:gd name="connsiteY25-43046" fmla="*/ 1307 h 4213"/>
                    <a:gd name="connsiteX26-43047" fmla="*/ 579 w 2254"/>
                    <a:gd name="connsiteY26-43048" fmla="*/ 1286 h 4213"/>
                    <a:gd name="connsiteX27-43049" fmla="*/ 753 w 2254"/>
                    <a:gd name="connsiteY27-43050" fmla="*/ 1117 h 4213"/>
                    <a:gd name="connsiteX28-43051" fmla="*/ 822 w 2254"/>
                    <a:gd name="connsiteY28-43052" fmla="*/ 748 h 4213"/>
                    <a:gd name="connsiteX29-43053" fmla="*/ 932 w 2254"/>
                    <a:gd name="connsiteY29-43054" fmla="*/ 486 h 4213"/>
                    <a:gd name="connsiteX30-43055" fmla="*/ 930 w 2254"/>
                    <a:gd name="connsiteY30-43056" fmla="*/ 358 h 4213"/>
                    <a:gd name="connsiteX31-43057" fmla="*/ 917 w 2254"/>
                    <a:gd name="connsiteY31-43058" fmla="*/ 328 h 4213"/>
                    <a:gd name="connsiteX32-43059" fmla="*/ 850 w 2254"/>
                    <a:gd name="connsiteY32-43060" fmla="*/ 251 h 4213"/>
                    <a:gd name="connsiteX33-43061" fmla="*/ 790 w 2254"/>
                    <a:gd name="connsiteY33-43062" fmla="*/ 217 h 4213"/>
                    <a:gd name="connsiteX34-43063" fmla="*/ 915 w 2254"/>
                    <a:gd name="connsiteY34-43064" fmla="*/ 56 h 4213"/>
                    <a:gd name="connsiteX35-43065" fmla="*/ 1088 w 2254"/>
                    <a:gd name="connsiteY35-43066" fmla="*/ 2 h 4213"/>
                    <a:gd name="connsiteX36-43067" fmla="*/ 1120 w 2254"/>
                    <a:gd name="connsiteY36-43068" fmla="*/ 49 h 4213"/>
                    <a:gd name="connsiteX37-43069" fmla="*/ 1110 w 2254"/>
                    <a:gd name="connsiteY37-43070" fmla="*/ 133 h 4213"/>
                    <a:gd name="connsiteX38-43071" fmla="*/ 1049 w 2254"/>
                    <a:gd name="connsiteY38-43072" fmla="*/ 243 h 4213"/>
                    <a:gd name="connsiteX39-43073" fmla="*/ 1119 w 2254"/>
                    <a:gd name="connsiteY39-43074" fmla="*/ 301 h 4213"/>
                    <a:gd name="connsiteX40-43075" fmla="*/ 1233 w 2254"/>
                    <a:gd name="connsiteY40-43076" fmla="*/ 366 h 4213"/>
                    <a:gd name="connsiteX41-43077" fmla="*/ 1253 w 2254"/>
                    <a:gd name="connsiteY41-43078" fmla="*/ 255 h 4213"/>
                    <a:gd name="connsiteX42-43079" fmla="*/ 1387 w 2254"/>
                    <a:gd name="connsiteY42-43080" fmla="*/ 291 h 4213"/>
                    <a:gd name="connsiteX43-43081" fmla="*/ 1412 w 2254"/>
                    <a:gd name="connsiteY43-43082" fmla="*/ 331 h 4213"/>
                    <a:gd name="connsiteX44-43083" fmla="*/ 1488 w 2254"/>
                    <a:gd name="connsiteY44-43084" fmla="*/ 562 h 4213"/>
                    <a:gd name="connsiteX45-43085" fmla="*/ 1523 w 2254"/>
                    <a:gd name="connsiteY45-43086" fmla="*/ 586 h 4213"/>
                    <a:gd name="connsiteX46-43087" fmla="*/ 1615 w 2254"/>
                    <a:gd name="connsiteY46-43088" fmla="*/ 578 h 4213"/>
                    <a:gd name="connsiteX47-43089" fmla="*/ 1875 w 2254"/>
                    <a:gd name="connsiteY47-43090" fmla="*/ 490 h 4213"/>
                    <a:gd name="connsiteX48-43091" fmla="*/ 2095 w 2254"/>
                    <a:gd name="connsiteY48-43092" fmla="*/ 479 h 4213"/>
                    <a:gd name="connsiteX49-43093" fmla="*/ 2155 w 2254"/>
                    <a:gd name="connsiteY49-43094" fmla="*/ 648 h 4213"/>
                    <a:gd name="connsiteX50-43095" fmla="*/ 2073 w 2254"/>
                    <a:gd name="connsiteY50-43096" fmla="*/ 944 h 4213"/>
                    <a:gd name="connsiteX51-43097" fmla="*/ 2073 w 2254"/>
                    <a:gd name="connsiteY51-43098" fmla="*/ 1022 h 4213"/>
                    <a:gd name="connsiteX52-43099" fmla="*/ 2142 w 2254"/>
                    <a:gd name="connsiteY52-43100" fmla="*/ 1168 h 4213"/>
                    <a:gd name="connsiteX53-43101" fmla="*/ 2157 w 2254"/>
                    <a:gd name="connsiteY53-43102" fmla="*/ 1427 h 4213"/>
                    <a:gd name="connsiteX54-43103" fmla="*/ 2159 w 2254"/>
                    <a:gd name="connsiteY54-43104" fmla="*/ 1617 h 4213"/>
                    <a:gd name="connsiteX55-43105" fmla="*/ 2092 w 2254"/>
                    <a:gd name="connsiteY55-43106" fmla="*/ 1625 h 4213"/>
                    <a:gd name="connsiteX56-43107" fmla="*/ 2070 w 2254"/>
                    <a:gd name="connsiteY56-43108" fmla="*/ 1507 h 4213"/>
                    <a:gd name="connsiteX57-43109" fmla="*/ 2035 w 2254"/>
                    <a:gd name="connsiteY57-43110" fmla="*/ 1450 h 4213"/>
                    <a:gd name="connsiteX58-43111" fmla="*/ 1945 w 2254"/>
                    <a:gd name="connsiteY58-43112" fmla="*/ 1582 h 4213"/>
                    <a:gd name="connsiteX59-43113" fmla="*/ 1832 w 2254"/>
                    <a:gd name="connsiteY59-43114" fmla="*/ 1776 h 4213"/>
                    <a:gd name="connsiteX60-43115" fmla="*/ 1713 w 2254"/>
                    <a:gd name="connsiteY60-43116" fmla="*/ 1904 h 4213"/>
                    <a:gd name="connsiteX61-43117" fmla="*/ 1706 w 2254"/>
                    <a:gd name="connsiteY61-43118" fmla="*/ 2018 h 4213"/>
                    <a:gd name="connsiteX62-43119" fmla="*/ 1766 w 2254"/>
                    <a:gd name="connsiteY62-43120" fmla="*/ 2115 h 4213"/>
                    <a:gd name="connsiteX63-43121" fmla="*/ 1868 w 2254"/>
                    <a:gd name="connsiteY63-43122" fmla="*/ 2183 h 4213"/>
                    <a:gd name="connsiteX64-43123" fmla="*/ 1945 w 2254"/>
                    <a:gd name="connsiteY64-43124" fmla="*/ 2178 h 4213"/>
                    <a:gd name="connsiteX65-43125" fmla="*/ 1990 w 2254"/>
                    <a:gd name="connsiteY65-43126" fmla="*/ 2104 h 4213"/>
                    <a:gd name="connsiteX66-43127" fmla="*/ 2024 w 2254"/>
                    <a:gd name="connsiteY66-43128" fmla="*/ 2210 h 4213"/>
                    <a:gd name="connsiteX67-43129" fmla="*/ 1912 w 2254"/>
                    <a:gd name="connsiteY67-43130" fmla="*/ 2249 h 4213"/>
                    <a:gd name="connsiteX68-43131" fmla="*/ 1959 w 2254"/>
                    <a:gd name="connsiteY68-43132" fmla="*/ 2362 h 4213"/>
                    <a:gd name="connsiteX69-43133" fmla="*/ 1824 w 2254"/>
                    <a:gd name="connsiteY69-43134" fmla="*/ 2509 h 4213"/>
                    <a:gd name="connsiteX70-43135" fmla="*/ 1783 w 2254"/>
                    <a:gd name="connsiteY70-43136" fmla="*/ 2498 h 4213"/>
                    <a:gd name="connsiteX71-43137" fmla="*/ 1659 w 2254"/>
                    <a:gd name="connsiteY71-43138" fmla="*/ 2413 h 4213"/>
                    <a:gd name="connsiteX72-43139" fmla="*/ 1604 w 2254"/>
                    <a:gd name="connsiteY72-43140" fmla="*/ 2412 h 4213"/>
                    <a:gd name="connsiteX73-43141" fmla="*/ 1569 w 2254"/>
                    <a:gd name="connsiteY73-43142" fmla="*/ 2480 h 4213"/>
                    <a:gd name="connsiteX74-43143" fmla="*/ 1572 w 2254"/>
                    <a:gd name="connsiteY74-43144" fmla="*/ 2562 h 4213"/>
                    <a:gd name="connsiteX75-43145" fmla="*/ 1750 w 2254"/>
                    <a:gd name="connsiteY75-43146" fmla="*/ 2730 h 4213"/>
                    <a:gd name="connsiteX76-43147" fmla="*/ 1749 w 2254"/>
                    <a:gd name="connsiteY76-43148" fmla="*/ 2844 h 4213"/>
                    <a:gd name="connsiteX77-43149" fmla="*/ 1840 w 2254"/>
                    <a:gd name="connsiteY77-43150" fmla="*/ 3060 h 4213"/>
                    <a:gd name="connsiteX78-43151" fmla="*/ 1866 w 2254"/>
                    <a:gd name="connsiteY78-43152" fmla="*/ 3090 h 4213"/>
                    <a:gd name="connsiteX79-43153" fmla="*/ 1910 w 2254"/>
                    <a:gd name="connsiteY79-43154" fmla="*/ 3094 h 4213"/>
                    <a:gd name="connsiteX80-43155" fmla="*/ 1956 w 2254"/>
                    <a:gd name="connsiteY80-43156" fmla="*/ 3010 h 4213"/>
                    <a:gd name="connsiteX81-43157" fmla="*/ 2036 w 2254"/>
                    <a:gd name="connsiteY81-43158" fmla="*/ 2950 h 4213"/>
                    <a:gd name="connsiteX82-43159" fmla="*/ 2131 w 2254"/>
                    <a:gd name="connsiteY82-43160" fmla="*/ 3126 h 4213"/>
                    <a:gd name="connsiteX83-43161" fmla="*/ 2241 w 2254"/>
                    <a:gd name="connsiteY83-43162" fmla="*/ 3312 h 4213"/>
                    <a:gd name="connsiteX84-43163" fmla="*/ 2254 w 2254"/>
                    <a:gd name="connsiteY84-43164" fmla="*/ 3342 h 4213"/>
                    <a:gd name="connsiteX85-43165" fmla="*/ 2243 w 2254"/>
                    <a:gd name="connsiteY85-43166" fmla="*/ 3518 h 4213"/>
                    <a:gd name="connsiteX86-43167" fmla="*/ 2208 w 2254"/>
                    <a:gd name="connsiteY86-43168" fmla="*/ 3554 h 4213"/>
                    <a:gd name="connsiteX87-43169" fmla="*/ 2119 w 2254"/>
                    <a:gd name="connsiteY87-43170" fmla="*/ 3515 h 4213"/>
                    <a:gd name="connsiteX88-43171" fmla="*/ 1885 w 2254"/>
                    <a:gd name="connsiteY88-43172" fmla="*/ 3644 h 4213"/>
                    <a:gd name="connsiteX89-43173" fmla="*/ 1859 w 2254"/>
                    <a:gd name="connsiteY89-43174" fmla="*/ 3666 h 4213"/>
                    <a:gd name="connsiteX90-43175" fmla="*/ 1679 w 2254"/>
                    <a:gd name="connsiteY90-43176" fmla="*/ 3812 h 4213"/>
                    <a:gd name="connsiteX91-43177" fmla="*/ 1538 w 2254"/>
                    <a:gd name="connsiteY91-43178" fmla="*/ 3926 h 4213"/>
                    <a:gd name="connsiteX92-43179" fmla="*/ 1503 w 2254"/>
                    <a:gd name="connsiteY92-43180" fmla="*/ 3965 h 4213"/>
                    <a:gd name="connsiteX93-43181" fmla="*/ 1451 w 2254"/>
                    <a:gd name="connsiteY93-43182" fmla="*/ 3973 h 4213"/>
                    <a:gd name="connsiteX94-43183" fmla="*/ 1394 w 2254"/>
                    <a:gd name="connsiteY94-43184" fmla="*/ 3916 h 4213"/>
                    <a:gd name="connsiteX95-43185" fmla="*/ 1270 w 2254"/>
                    <a:gd name="connsiteY95-43186" fmla="*/ 3808 h 4213"/>
                    <a:gd name="connsiteX96-43187" fmla="*/ 1294 w 2254"/>
                    <a:gd name="connsiteY96-43188" fmla="*/ 4064 h 4213"/>
                    <a:gd name="connsiteX97-43189" fmla="*/ 1303 w 2254"/>
                    <a:gd name="connsiteY97-43190" fmla="*/ 4192 h 4213"/>
                    <a:gd name="connsiteX98-43191" fmla="*/ 1041 w 2254"/>
                    <a:gd name="connsiteY98-43192" fmla="*/ 4166 h 4213"/>
                    <a:gd name="connsiteX99-43193" fmla="*/ 959 w 2254"/>
                    <a:gd name="connsiteY99-43194" fmla="*/ 3987 h 4213"/>
                    <a:gd name="connsiteX100-43195" fmla="*/ 877 w 2254"/>
                    <a:gd name="connsiteY100-43196" fmla="*/ 3802 h 4213"/>
                    <a:gd name="connsiteX101-43197" fmla="*/ 798 w 2254"/>
                    <a:gd name="connsiteY101-43198" fmla="*/ 3734 h 4213"/>
                    <a:gd name="connsiteX0-43199" fmla="*/ 798 w 2254"/>
                    <a:gd name="connsiteY0-43200" fmla="*/ 3734 h 4213"/>
                    <a:gd name="connsiteX1-43201" fmla="*/ 679 w 2254"/>
                    <a:gd name="connsiteY1-43202" fmla="*/ 3800 h 4213"/>
                    <a:gd name="connsiteX2-43203" fmla="*/ 695 w 2254"/>
                    <a:gd name="connsiteY2-43204" fmla="*/ 3662 h 4213"/>
                    <a:gd name="connsiteX3-43205" fmla="*/ 633 w 2254"/>
                    <a:gd name="connsiteY3-43206" fmla="*/ 3500 h 4213"/>
                    <a:gd name="connsiteX4-43207" fmla="*/ 742 w 2254"/>
                    <a:gd name="connsiteY4-43208" fmla="*/ 3280 h 4213"/>
                    <a:gd name="connsiteX5-43209" fmla="*/ 932 w 2254"/>
                    <a:gd name="connsiteY5-43210" fmla="*/ 3195 h 4213"/>
                    <a:gd name="connsiteX6-43211" fmla="*/ 1045 w 2254"/>
                    <a:gd name="connsiteY6-43212" fmla="*/ 3058 h 4213"/>
                    <a:gd name="connsiteX7-43213" fmla="*/ 1112 w 2254"/>
                    <a:gd name="connsiteY7-43214" fmla="*/ 2878 h 4213"/>
                    <a:gd name="connsiteX8-43215" fmla="*/ 1068 w 2254"/>
                    <a:gd name="connsiteY8-43216" fmla="*/ 2333 h 4213"/>
                    <a:gd name="connsiteX9-43217" fmla="*/ 1066 w 2254"/>
                    <a:gd name="connsiteY9-43218" fmla="*/ 2117 h 4213"/>
                    <a:gd name="connsiteX10-43219" fmla="*/ 990 w 2254"/>
                    <a:gd name="connsiteY10-43220" fmla="*/ 2039 h 4213"/>
                    <a:gd name="connsiteX11-43221" fmla="*/ 847 w 2254"/>
                    <a:gd name="connsiteY11-43222" fmla="*/ 1951 h 4213"/>
                    <a:gd name="connsiteX12-43223" fmla="*/ 755 w 2254"/>
                    <a:gd name="connsiteY12-43224" fmla="*/ 1827 h 4213"/>
                    <a:gd name="connsiteX13-43225" fmla="*/ 659 w 2254"/>
                    <a:gd name="connsiteY13-43226" fmla="*/ 1828 h 4213"/>
                    <a:gd name="connsiteX14-43227" fmla="*/ 614 w 2254"/>
                    <a:gd name="connsiteY14-43228" fmla="*/ 1883 h 4213"/>
                    <a:gd name="connsiteX15-43229" fmla="*/ 521 w 2254"/>
                    <a:gd name="connsiteY15-43230" fmla="*/ 1877 h 4213"/>
                    <a:gd name="connsiteX16-43231" fmla="*/ 501 w 2254"/>
                    <a:gd name="connsiteY16-43232" fmla="*/ 1994 h 4213"/>
                    <a:gd name="connsiteX17-43233" fmla="*/ 320 w 2254"/>
                    <a:gd name="connsiteY17-43234" fmla="*/ 1941 h 4213"/>
                    <a:gd name="connsiteX18-43235" fmla="*/ 237 w 2254"/>
                    <a:gd name="connsiteY18-43236" fmla="*/ 1939 h 4213"/>
                    <a:gd name="connsiteX19-43237" fmla="*/ 112 w 2254"/>
                    <a:gd name="connsiteY19-43238" fmla="*/ 2014 h 4213"/>
                    <a:gd name="connsiteX20-43239" fmla="*/ 0 w 2254"/>
                    <a:gd name="connsiteY20-43240" fmla="*/ 1890 h 4213"/>
                    <a:gd name="connsiteX21-43241" fmla="*/ 94 w 2254"/>
                    <a:gd name="connsiteY21-43242" fmla="*/ 1804 h 4213"/>
                    <a:gd name="connsiteX22-43243" fmla="*/ 98 w 2254"/>
                    <a:gd name="connsiteY22-43244" fmla="*/ 1634 h 4213"/>
                    <a:gd name="connsiteX23-43245" fmla="*/ 153 w 2254"/>
                    <a:gd name="connsiteY23-43246" fmla="*/ 1514 h 4213"/>
                    <a:gd name="connsiteX24-43247" fmla="*/ 196 w 2254"/>
                    <a:gd name="connsiteY24-43248" fmla="*/ 1306 h 4213"/>
                    <a:gd name="connsiteX25-43249" fmla="*/ 256 w 2254"/>
                    <a:gd name="connsiteY25-43250" fmla="*/ 1307 h 4213"/>
                    <a:gd name="connsiteX26-43251" fmla="*/ 579 w 2254"/>
                    <a:gd name="connsiteY26-43252" fmla="*/ 1286 h 4213"/>
                    <a:gd name="connsiteX27-43253" fmla="*/ 753 w 2254"/>
                    <a:gd name="connsiteY27-43254" fmla="*/ 1117 h 4213"/>
                    <a:gd name="connsiteX28-43255" fmla="*/ 822 w 2254"/>
                    <a:gd name="connsiteY28-43256" fmla="*/ 748 h 4213"/>
                    <a:gd name="connsiteX29-43257" fmla="*/ 932 w 2254"/>
                    <a:gd name="connsiteY29-43258" fmla="*/ 486 h 4213"/>
                    <a:gd name="connsiteX30-43259" fmla="*/ 930 w 2254"/>
                    <a:gd name="connsiteY30-43260" fmla="*/ 358 h 4213"/>
                    <a:gd name="connsiteX31-43261" fmla="*/ 917 w 2254"/>
                    <a:gd name="connsiteY31-43262" fmla="*/ 328 h 4213"/>
                    <a:gd name="connsiteX32-43263" fmla="*/ 850 w 2254"/>
                    <a:gd name="connsiteY32-43264" fmla="*/ 251 h 4213"/>
                    <a:gd name="connsiteX33-43265" fmla="*/ 790 w 2254"/>
                    <a:gd name="connsiteY33-43266" fmla="*/ 217 h 4213"/>
                    <a:gd name="connsiteX34-43267" fmla="*/ 915 w 2254"/>
                    <a:gd name="connsiteY34-43268" fmla="*/ 56 h 4213"/>
                    <a:gd name="connsiteX35-43269" fmla="*/ 1088 w 2254"/>
                    <a:gd name="connsiteY35-43270" fmla="*/ 2 h 4213"/>
                    <a:gd name="connsiteX36-43271" fmla="*/ 1120 w 2254"/>
                    <a:gd name="connsiteY36-43272" fmla="*/ 49 h 4213"/>
                    <a:gd name="connsiteX37-43273" fmla="*/ 1110 w 2254"/>
                    <a:gd name="connsiteY37-43274" fmla="*/ 133 h 4213"/>
                    <a:gd name="connsiteX38-43275" fmla="*/ 1049 w 2254"/>
                    <a:gd name="connsiteY38-43276" fmla="*/ 243 h 4213"/>
                    <a:gd name="connsiteX39-43277" fmla="*/ 1119 w 2254"/>
                    <a:gd name="connsiteY39-43278" fmla="*/ 301 h 4213"/>
                    <a:gd name="connsiteX40-43279" fmla="*/ 1233 w 2254"/>
                    <a:gd name="connsiteY40-43280" fmla="*/ 366 h 4213"/>
                    <a:gd name="connsiteX41-43281" fmla="*/ 1253 w 2254"/>
                    <a:gd name="connsiteY41-43282" fmla="*/ 255 h 4213"/>
                    <a:gd name="connsiteX42-43283" fmla="*/ 1387 w 2254"/>
                    <a:gd name="connsiteY42-43284" fmla="*/ 291 h 4213"/>
                    <a:gd name="connsiteX43-43285" fmla="*/ 1412 w 2254"/>
                    <a:gd name="connsiteY43-43286" fmla="*/ 331 h 4213"/>
                    <a:gd name="connsiteX44-43287" fmla="*/ 1488 w 2254"/>
                    <a:gd name="connsiteY44-43288" fmla="*/ 562 h 4213"/>
                    <a:gd name="connsiteX45-43289" fmla="*/ 1523 w 2254"/>
                    <a:gd name="connsiteY45-43290" fmla="*/ 586 h 4213"/>
                    <a:gd name="connsiteX46-43291" fmla="*/ 1615 w 2254"/>
                    <a:gd name="connsiteY46-43292" fmla="*/ 578 h 4213"/>
                    <a:gd name="connsiteX47-43293" fmla="*/ 1875 w 2254"/>
                    <a:gd name="connsiteY47-43294" fmla="*/ 490 h 4213"/>
                    <a:gd name="connsiteX48-43295" fmla="*/ 2095 w 2254"/>
                    <a:gd name="connsiteY48-43296" fmla="*/ 479 h 4213"/>
                    <a:gd name="connsiteX49-43297" fmla="*/ 2155 w 2254"/>
                    <a:gd name="connsiteY49-43298" fmla="*/ 648 h 4213"/>
                    <a:gd name="connsiteX50-43299" fmla="*/ 2073 w 2254"/>
                    <a:gd name="connsiteY50-43300" fmla="*/ 944 h 4213"/>
                    <a:gd name="connsiteX51-43301" fmla="*/ 2073 w 2254"/>
                    <a:gd name="connsiteY51-43302" fmla="*/ 1022 h 4213"/>
                    <a:gd name="connsiteX52-43303" fmla="*/ 2142 w 2254"/>
                    <a:gd name="connsiteY52-43304" fmla="*/ 1168 h 4213"/>
                    <a:gd name="connsiteX53-43305" fmla="*/ 2157 w 2254"/>
                    <a:gd name="connsiteY53-43306" fmla="*/ 1427 h 4213"/>
                    <a:gd name="connsiteX54-43307" fmla="*/ 2159 w 2254"/>
                    <a:gd name="connsiteY54-43308" fmla="*/ 1617 h 4213"/>
                    <a:gd name="connsiteX55-43309" fmla="*/ 2092 w 2254"/>
                    <a:gd name="connsiteY55-43310" fmla="*/ 1625 h 4213"/>
                    <a:gd name="connsiteX56-43311" fmla="*/ 2070 w 2254"/>
                    <a:gd name="connsiteY56-43312" fmla="*/ 1507 h 4213"/>
                    <a:gd name="connsiteX57-43313" fmla="*/ 2035 w 2254"/>
                    <a:gd name="connsiteY57-43314" fmla="*/ 1450 h 4213"/>
                    <a:gd name="connsiteX58-43315" fmla="*/ 1945 w 2254"/>
                    <a:gd name="connsiteY58-43316" fmla="*/ 1582 h 4213"/>
                    <a:gd name="connsiteX59-43317" fmla="*/ 1832 w 2254"/>
                    <a:gd name="connsiteY59-43318" fmla="*/ 1776 h 4213"/>
                    <a:gd name="connsiteX60-43319" fmla="*/ 1713 w 2254"/>
                    <a:gd name="connsiteY60-43320" fmla="*/ 1904 h 4213"/>
                    <a:gd name="connsiteX61-43321" fmla="*/ 1706 w 2254"/>
                    <a:gd name="connsiteY61-43322" fmla="*/ 2018 h 4213"/>
                    <a:gd name="connsiteX62-43323" fmla="*/ 1766 w 2254"/>
                    <a:gd name="connsiteY62-43324" fmla="*/ 2115 h 4213"/>
                    <a:gd name="connsiteX63-43325" fmla="*/ 1868 w 2254"/>
                    <a:gd name="connsiteY63-43326" fmla="*/ 2183 h 4213"/>
                    <a:gd name="connsiteX64-43327" fmla="*/ 1945 w 2254"/>
                    <a:gd name="connsiteY64-43328" fmla="*/ 2178 h 4213"/>
                    <a:gd name="connsiteX65-43329" fmla="*/ 1990 w 2254"/>
                    <a:gd name="connsiteY65-43330" fmla="*/ 2104 h 4213"/>
                    <a:gd name="connsiteX66-43331" fmla="*/ 2024 w 2254"/>
                    <a:gd name="connsiteY66-43332" fmla="*/ 2210 h 4213"/>
                    <a:gd name="connsiteX67-43333" fmla="*/ 1912 w 2254"/>
                    <a:gd name="connsiteY67-43334" fmla="*/ 2249 h 4213"/>
                    <a:gd name="connsiteX68-43335" fmla="*/ 1959 w 2254"/>
                    <a:gd name="connsiteY68-43336" fmla="*/ 2362 h 4213"/>
                    <a:gd name="connsiteX69-43337" fmla="*/ 1824 w 2254"/>
                    <a:gd name="connsiteY69-43338" fmla="*/ 2509 h 4213"/>
                    <a:gd name="connsiteX70-43339" fmla="*/ 1783 w 2254"/>
                    <a:gd name="connsiteY70-43340" fmla="*/ 2498 h 4213"/>
                    <a:gd name="connsiteX71-43341" fmla="*/ 1659 w 2254"/>
                    <a:gd name="connsiteY71-43342" fmla="*/ 2413 h 4213"/>
                    <a:gd name="connsiteX72-43343" fmla="*/ 1604 w 2254"/>
                    <a:gd name="connsiteY72-43344" fmla="*/ 2412 h 4213"/>
                    <a:gd name="connsiteX73-43345" fmla="*/ 1569 w 2254"/>
                    <a:gd name="connsiteY73-43346" fmla="*/ 2480 h 4213"/>
                    <a:gd name="connsiteX74-43347" fmla="*/ 1572 w 2254"/>
                    <a:gd name="connsiteY74-43348" fmla="*/ 2562 h 4213"/>
                    <a:gd name="connsiteX75-43349" fmla="*/ 1750 w 2254"/>
                    <a:gd name="connsiteY75-43350" fmla="*/ 2730 h 4213"/>
                    <a:gd name="connsiteX76-43351" fmla="*/ 1749 w 2254"/>
                    <a:gd name="connsiteY76-43352" fmla="*/ 2844 h 4213"/>
                    <a:gd name="connsiteX77-43353" fmla="*/ 1840 w 2254"/>
                    <a:gd name="connsiteY77-43354" fmla="*/ 3060 h 4213"/>
                    <a:gd name="connsiteX78-43355" fmla="*/ 1866 w 2254"/>
                    <a:gd name="connsiteY78-43356" fmla="*/ 3090 h 4213"/>
                    <a:gd name="connsiteX79-43357" fmla="*/ 1910 w 2254"/>
                    <a:gd name="connsiteY79-43358" fmla="*/ 3094 h 4213"/>
                    <a:gd name="connsiteX80-43359" fmla="*/ 1956 w 2254"/>
                    <a:gd name="connsiteY80-43360" fmla="*/ 3010 h 4213"/>
                    <a:gd name="connsiteX81-43361" fmla="*/ 2036 w 2254"/>
                    <a:gd name="connsiteY81-43362" fmla="*/ 2950 h 4213"/>
                    <a:gd name="connsiteX82-43363" fmla="*/ 2131 w 2254"/>
                    <a:gd name="connsiteY82-43364" fmla="*/ 3126 h 4213"/>
                    <a:gd name="connsiteX83-43365" fmla="*/ 2241 w 2254"/>
                    <a:gd name="connsiteY83-43366" fmla="*/ 3312 h 4213"/>
                    <a:gd name="connsiteX84-43367" fmla="*/ 2254 w 2254"/>
                    <a:gd name="connsiteY84-43368" fmla="*/ 3342 h 4213"/>
                    <a:gd name="connsiteX85-43369" fmla="*/ 2243 w 2254"/>
                    <a:gd name="connsiteY85-43370" fmla="*/ 3518 h 4213"/>
                    <a:gd name="connsiteX86-43371" fmla="*/ 2208 w 2254"/>
                    <a:gd name="connsiteY86-43372" fmla="*/ 3554 h 4213"/>
                    <a:gd name="connsiteX87-43373" fmla="*/ 2119 w 2254"/>
                    <a:gd name="connsiteY87-43374" fmla="*/ 3515 h 4213"/>
                    <a:gd name="connsiteX88-43375" fmla="*/ 1885 w 2254"/>
                    <a:gd name="connsiteY88-43376" fmla="*/ 3644 h 4213"/>
                    <a:gd name="connsiteX89-43377" fmla="*/ 1859 w 2254"/>
                    <a:gd name="connsiteY89-43378" fmla="*/ 3666 h 4213"/>
                    <a:gd name="connsiteX90-43379" fmla="*/ 1679 w 2254"/>
                    <a:gd name="connsiteY90-43380" fmla="*/ 3812 h 4213"/>
                    <a:gd name="connsiteX91-43381" fmla="*/ 1538 w 2254"/>
                    <a:gd name="connsiteY91-43382" fmla="*/ 3926 h 4213"/>
                    <a:gd name="connsiteX92-43383" fmla="*/ 1503 w 2254"/>
                    <a:gd name="connsiteY92-43384" fmla="*/ 3965 h 4213"/>
                    <a:gd name="connsiteX93-43385" fmla="*/ 1451 w 2254"/>
                    <a:gd name="connsiteY93-43386" fmla="*/ 3973 h 4213"/>
                    <a:gd name="connsiteX94-43387" fmla="*/ 1394 w 2254"/>
                    <a:gd name="connsiteY94-43388" fmla="*/ 3916 h 4213"/>
                    <a:gd name="connsiteX95-43389" fmla="*/ 1270 w 2254"/>
                    <a:gd name="connsiteY95-43390" fmla="*/ 3808 h 4213"/>
                    <a:gd name="connsiteX96-43391" fmla="*/ 1294 w 2254"/>
                    <a:gd name="connsiteY96-43392" fmla="*/ 4064 h 4213"/>
                    <a:gd name="connsiteX97-43393" fmla="*/ 1303 w 2254"/>
                    <a:gd name="connsiteY97-43394" fmla="*/ 4192 h 4213"/>
                    <a:gd name="connsiteX98-43395" fmla="*/ 1041 w 2254"/>
                    <a:gd name="connsiteY98-43396" fmla="*/ 4166 h 4213"/>
                    <a:gd name="connsiteX99-43397" fmla="*/ 959 w 2254"/>
                    <a:gd name="connsiteY99-43398" fmla="*/ 3987 h 4213"/>
                    <a:gd name="connsiteX100-43399" fmla="*/ 877 w 2254"/>
                    <a:gd name="connsiteY100-43400" fmla="*/ 3802 h 4213"/>
                    <a:gd name="connsiteX101-43401" fmla="*/ 798 w 2254"/>
                    <a:gd name="connsiteY101-43402" fmla="*/ 3734 h 4213"/>
                    <a:gd name="connsiteX0-43403" fmla="*/ 798 w 2254"/>
                    <a:gd name="connsiteY0-43404" fmla="*/ 3734 h 4213"/>
                    <a:gd name="connsiteX1-43405" fmla="*/ 679 w 2254"/>
                    <a:gd name="connsiteY1-43406" fmla="*/ 3800 h 4213"/>
                    <a:gd name="connsiteX2-43407" fmla="*/ 695 w 2254"/>
                    <a:gd name="connsiteY2-43408" fmla="*/ 3662 h 4213"/>
                    <a:gd name="connsiteX3-43409" fmla="*/ 633 w 2254"/>
                    <a:gd name="connsiteY3-43410" fmla="*/ 3500 h 4213"/>
                    <a:gd name="connsiteX4-43411" fmla="*/ 742 w 2254"/>
                    <a:gd name="connsiteY4-43412" fmla="*/ 3280 h 4213"/>
                    <a:gd name="connsiteX5-43413" fmla="*/ 932 w 2254"/>
                    <a:gd name="connsiteY5-43414" fmla="*/ 3195 h 4213"/>
                    <a:gd name="connsiteX6-43415" fmla="*/ 1045 w 2254"/>
                    <a:gd name="connsiteY6-43416" fmla="*/ 3058 h 4213"/>
                    <a:gd name="connsiteX7-43417" fmla="*/ 1112 w 2254"/>
                    <a:gd name="connsiteY7-43418" fmla="*/ 2878 h 4213"/>
                    <a:gd name="connsiteX8-43419" fmla="*/ 1068 w 2254"/>
                    <a:gd name="connsiteY8-43420" fmla="*/ 2333 h 4213"/>
                    <a:gd name="connsiteX9-43421" fmla="*/ 1066 w 2254"/>
                    <a:gd name="connsiteY9-43422" fmla="*/ 2117 h 4213"/>
                    <a:gd name="connsiteX10-43423" fmla="*/ 990 w 2254"/>
                    <a:gd name="connsiteY10-43424" fmla="*/ 2039 h 4213"/>
                    <a:gd name="connsiteX11-43425" fmla="*/ 847 w 2254"/>
                    <a:gd name="connsiteY11-43426" fmla="*/ 1951 h 4213"/>
                    <a:gd name="connsiteX12-43427" fmla="*/ 755 w 2254"/>
                    <a:gd name="connsiteY12-43428" fmla="*/ 1827 h 4213"/>
                    <a:gd name="connsiteX13-43429" fmla="*/ 659 w 2254"/>
                    <a:gd name="connsiteY13-43430" fmla="*/ 1828 h 4213"/>
                    <a:gd name="connsiteX14-43431" fmla="*/ 614 w 2254"/>
                    <a:gd name="connsiteY14-43432" fmla="*/ 1883 h 4213"/>
                    <a:gd name="connsiteX15-43433" fmla="*/ 521 w 2254"/>
                    <a:gd name="connsiteY15-43434" fmla="*/ 1877 h 4213"/>
                    <a:gd name="connsiteX16-43435" fmla="*/ 501 w 2254"/>
                    <a:gd name="connsiteY16-43436" fmla="*/ 1994 h 4213"/>
                    <a:gd name="connsiteX17-43437" fmla="*/ 320 w 2254"/>
                    <a:gd name="connsiteY17-43438" fmla="*/ 1941 h 4213"/>
                    <a:gd name="connsiteX18-43439" fmla="*/ 237 w 2254"/>
                    <a:gd name="connsiteY18-43440" fmla="*/ 1939 h 4213"/>
                    <a:gd name="connsiteX19-43441" fmla="*/ 112 w 2254"/>
                    <a:gd name="connsiteY19-43442" fmla="*/ 2014 h 4213"/>
                    <a:gd name="connsiteX20-43443" fmla="*/ 0 w 2254"/>
                    <a:gd name="connsiteY20-43444" fmla="*/ 1890 h 4213"/>
                    <a:gd name="connsiteX21-43445" fmla="*/ 94 w 2254"/>
                    <a:gd name="connsiteY21-43446" fmla="*/ 1804 h 4213"/>
                    <a:gd name="connsiteX22-43447" fmla="*/ 98 w 2254"/>
                    <a:gd name="connsiteY22-43448" fmla="*/ 1634 h 4213"/>
                    <a:gd name="connsiteX23-43449" fmla="*/ 153 w 2254"/>
                    <a:gd name="connsiteY23-43450" fmla="*/ 1514 h 4213"/>
                    <a:gd name="connsiteX24-43451" fmla="*/ 196 w 2254"/>
                    <a:gd name="connsiteY24-43452" fmla="*/ 1306 h 4213"/>
                    <a:gd name="connsiteX25-43453" fmla="*/ 256 w 2254"/>
                    <a:gd name="connsiteY25-43454" fmla="*/ 1307 h 4213"/>
                    <a:gd name="connsiteX26-43455" fmla="*/ 579 w 2254"/>
                    <a:gd name="connsiteY26-43456" fmla="*/ 1286 h 4213"/>
                    <a:gd name="connsiteX27-43457" fmla="*/ 753 w 2254"/>
                    <a:gd name="connsiteY27-43458" fmla="*/ 1117 h 4213"/>
                    <a:gd name="connsiteX28-43459" fmla="*/ 822 w 2254"/>
                    <a:gd name="connsiteY28-43460" fmla="*/ 748 h 4213"/>
                    <a:gd name="connsiteX29-43461" fmla="*/ 932 w 2254"/>
                    <a:gd name="connsiteY29-43462" fmla="*/ 486 h 4213"/>
                    <a:gd name="connsiteX30-43463" fmla="*/ 930 w 2254"/>
                    <a:gd name="connsiteY30-43464" fmla="*/ 358 h 4213"/>
                    <a:gd name="connsiteX31-43465" fmla="*/ 917 w 2254"/>
                    <a:gd name="connsiteY31-43466" fmla="*/ 328 h 4213"/>
                    <a:gd name="connsiteX32-43467" fmla="*/ 850 w 2254"/>
                    <a:gd name="connsiteY32-43468" fmla="*/ 251 h 4213"/>
                    <a:gd name="connsiteX33-43469" fmla="*/ 790 w 2254"/>
                    <a:gd name="connsiteY33-43470" fmla="*/ 217 h 4213"/>
                    <a:gd name="connsiteX34-43471" fmla="*/ 915 w 2254"/>
                    <a:gd name="connsiteY34-43472" fmla="*/ 56 h 4213"/>
                    <a:gd name="connsiteX35-43473" fmla="*/ 1088 w 2254"/>
                    <a:gd name="connsiteY35-43474" fmla="*/ 2 h 4213"/>
                    <a:gd name="connsiteX36-43475" fmla="*/ 1120 w 2254"/>
                    <a:gd name="connsiteY36-43476" fmla="*/ 49 h 4213"/>
                    <a:gd name="connsiteX37-43477" fmla="*/ 1110 w 2254"/>
                    <a:gd name="connsiteY37-43478" fmla="*/ 133 h 4213"/>
                    <a:gd name="connsiteX38-43479" fmla="*/ 1049 w 2254"/>
                    <a:gd name="connsiteY38-43480" fmla="*/ 243 h 4213"/>
                    <a:gd name="connsiteX39-43481" fmla="*/ 1119 w 2254"/>
                    <a:gd name="connsiteY39-43482" fmla="*/ 301 h 4213"/>
                    <a:gd name="connsiteX40-43483" fmla="*/ 1233 w 2254"/>
                    <a:gd name="connsiteY40-43484" fmla="*/ 366 h 4213"/>
                    <a:gd name="connsiteX41-43485" fmla="*/ 1253 w 2254"/>
                    <a:gd name="connsiteY41-43486" fmla="*/ 255 h 4213"/>
                    <a:gd name="connsiteX42-43487" fmla="*/ 1387 w 2254"/>
                    <a:gd name="connsiteY42-43488" fmla="*/ 291 h 4213"/>
                    <a:gd name="connsiteX43-43489" fmla="*/ 1412 w 2254"/>
                    <a:gd name="connsiteY43-43490" fmla="*/ 331 h 4213"/>
                    <a:gd name="connsiteX44-43491" fmla="*/ 1488 w 2254"/>
                    <a:gd name="connsiteY44-43492" fmla="*/ 562 h 4213"/>
                    <a:gd name="connsiteX45-43493" fmla="*/ 1523 w 2254"/>
                    <a:gd name="connsiteY45-43494" fmla="*/ 586 h 4213"/>
                    <a:gd name="connsiteX46-43495" fmla="*/ 1615 w 2254"/>
                    <a:gd name="connsiteY46-43496" fmla="*/ 578 h 4213"/>
                    <a:gd name="connsiteX47-43497" fmla="*/ 1875 w 2254"/>
                    <a:gd name="connsiteY47-43498" fmla="*/ 490 h 4213"/>
                    <a:gd name="connsiteX48-43499" fmla="*/ 2095 w 2254"/>
                    <a:gd name="connsiteY48-43500" fmla="*/ 479 h 4213"/>
                    <a:gd name="connsiteX49-43501" fmla="*/ 2155 w 2254"/>
                    <a:gd name="connsiteY49-43502" fmla="*/ 648 h 4213"/>
                    <a:gd name="connsiteX50-43503" fmla="*/ 2073 w 2254"/>
                    <a:gd name="connsiteY50-43504" fmla="*/ 944 h 4213"/>
                    <a:gd name="connsiteX51-43505" fmla="*/ 2073 w 2254"/>
                    <a:gd name="connsiteY51-43506" fmla="*/ 1022 h 4213"/>
                    <a:gd name="connsiteX52-43507" fmla="*/ 2142 w 2254"/>
                    <a:gd name="connsiteY52-43508" fmla="*/ 1168 h 4213"/>
                    <a:gd name="connsiteX53-43509" fmla="*/ 2157 w 2254"/>
                    <a:gd name="connsiteY53-43510" fmla="*/ 1427 h 4213"/>
                    <a:gd name="connsiteX54-43511" fmla="*/ 2159 w 2254"/>
                    <a:gd name="connsiteY54-43512" fmla="*/ 1617 h 4213"/>
                    <a:gd name="connsiteX55-43513" fmla="*/ 2092 w 2254"/>
                    <a:gd name="connsiteY55-43514" fmla="*/ 1625 h 4213"/>
                    <a:gd name="connsiteX56-43515" fmla="*/ 2070 w 2254"/>
                    <a:gd name="connsiteY56-43516" fmla="*/ 1507 h 4213"/>
                    <a:gd name="connsiteX57-43517" fmla="*/ 2035 w 2254"/>
                    <a:gd name="connsiteY57-43518" fmla="*/ 1450 h 4213"/>
                    <a:gd name="connsiteX58-43519" fmla="*/ 1945 w 2254"/>
                    <a:gd name="connsiteY58-43520" fmla="*/ 1582 h 4213"/>
                    <a:gd name="connsiteX59-43521" fmla="*/ 1832 w 2254"/>
                    <a:gd name="connsiteY59-43522" fmla="*/ 1776 h 4213"/>
                    <a:gd name="connsiteX60-43523" fmla="*/ 1713 w 2254"/>
                    <a:gd name="connsiteY60-43524" fmla="*/ 1904 h 4213"/>
                    <a:gd name="connsiteX61-43525" fmla="*/ 1706 w 2254"/>
                    <a:gd name="connsiteY61-43526" fmla="*/ 2018 h 4213"/>
                    <a:gd name="connsiteX62-43527" fmla="*/ 1766 w 2254"/>
                    <a:gd name="connsiteY62-43528" fmla="*/ 2115 h 4213"/>
                    <a:gd name="connsiteX63-43529" fmla="*/ 1868 w 2254"/>
                    <a:gd name="connsiteY63-43530" fmla="*/ 2183 h 4213"/>
                    <a:gd name="connsiteX64-43531" fmla="*/ 1945 w 2254"/>
                    <a:gd name="connsiteY64-43532" fmla="*/ 2178 h 4213"/>
                    <a:gd name="connsiteX65-43533" fmla="*/ 1990 w 2254"/>
                    <a:gd name="connsiteY65-43534" fmla="*/ 2104 h 4213"/>
                    <a:gd name="connsiteX66-43535" fmla="*/ 2024 w 2254"/>
                    <a:gd name="connsiteY66-43536" fmla="*/ 2210 h 4213"/>
                    <a:gd name="connsiteX67-43537" fmla="*/ 1912 w 2254"/>
                    <a:gd name="connsiteY67-43538" fmla="*/ 2249 h 4213"/>
                    <a:gd name="connsiteX68-43539" fmla="*/ 1959 w 2254"/>
                    <a:gd name="connsiteY68-43540" fmla="*/ 2362 h 4213"/>
                    <a:gd name="connsiteX69-43541" fmla="*/ 1824 w 2254"/>
                    <a:gd name="connsiteY69-43542" fmla="*/ 2509 h 4213"/>
                    <a:gd name="connsiteX70-43543" fmla="*/ 1783 w 2254"/>
                    <a:gd name="connsiteY70-43544" fmla="*/ 2498 h 4213"/>
                    <a:gd name="connsiteX71-43545" fmla="*/ 1659 w 2254"/>
                    <a:gd name="connsiteY71-43546" fmla="*/ 2413 h 4213"/>
                    <a:gd name="connsiteX72-43547" fmla="*/ 1604 w 2254"/>
                    <a:gd name="connsiteY72-43548" fmla="*/ 2412 h 4213"/>
                    <a:gd name="connsiteX73-43549" fmla="*/ 1569 w 2254"/>
                    <a:gd name="connsiteY73-43550" fmla="*/ 2480 h 4213"/>
                    <a:gd name="connsiteX74-43551" fmla="*/ 1572 w 2254"/>
                    <a:gd name="connsiteY74-43552" fmla="*/ 2562 h 4213"/>
                    <a:gd name="connsiteX75-43553" fmla="*/ 1750 w 2254"/>
                    <a:gd name="connsiteY75-43554" fmla="*/ 2730 h 4213"/>
                    <a:gd name="connsiteX76-43555" fmla="*/ 1749 w 2254"/>
                    <a:gd name="connsiteY76-43556" fmla="*/ 2844 h 4213"/>
                    <a:gd name="connsiteX77-43557" fmla="*/ 1840 w 2254"/>
                    <a:gd name="connsiteY77-43558" fmla="*/ 3060 h 4213"/>
                    <a:gd name="connsiteX78-43559" fmla="*/ 1866 w 2254"/>
                    <a:gd name="connsiteY78-43560" fmla="*/ 3090 h 4213"/>
                    <a:gd name="connsiteX79-43561" fmla="*/ 1910 w 2254"/>
                    <a:gd name="connsiteY79-43562" fmla="*/ 3094 h 4213"/>
                    <a:gd name="connsiteX80-43563" fmla="*/ 1956 w 2254"/>
                    <a:gd name="connsiteY80-43564" fmla="*/ 3010 h 4213"/>
                    <a:gd name="connsiteX81-43565" fmla="*/ 2036 w 2254"/>
                    <a:gd name="connsiteY81-43566" fmla="*/ 2950 h 4213"/>
                    <a:gd name="connsiteX82-43567" fmla="*/ 2131 w 2254"/>
                    <a:gd name="connsiteY82-43568" fmla="*/ 3126 h 4213"/>
                    <a:gd name="connsiteX83-43569" fmla="*/ 2241 w 2254"/>
                    <a:gd name="connsiteY83-43570" fmla="*/ 3312 h 4213"/>
                    <a:gd name="connsiteX84-43571" fmla="*/ 2254 w 2254"/>
                    <a:gd name="connsiteY84-43572" fmla="*/ 3342 h 4213"/>
                    <a:gd name="connsiteX85-43573" fmla="*/ 2243 w 2254"/>
                    <a:gd name="connsiteY85-43574" fmla="*/ 3518 h 4213"/>
                    <a:gd name="connsiteX86-43575" fmla="*/ 2208 w 2254"/>
                    <a:gd name="connsiteY86-43576" fmla="*/ 3554 h 4213"/>
                    <a:gd name="connsiteX87-43577" fmla="*/ 2119 w 2254"/>
                    <a:gd name="connsiteY87-43578" fmla="*/ 3515 h 4213"/>
                    <a:gd name="connsiteX88-43579" fmla="*/ 1885 w 2254"/>
                    <a:gd name="connsiteY88-43580" fmla="*/ 3644 h 4213"/>
                    <a:gd name="connsiteX89-43581" fmla="*/ 1859 w 2254"/>
                    <a:gd name="connsiteY89-43582" fmla="*/ 3666 h 4213"/>
                    <a:gd name="connsiteX90-43583" fmla="*/ 1679 w 2254"/>
                    <a:gd name="connsiteY90-43584" fmla="*/ 3812 h 4213"/>
                    <a:gd name="connsiteX91-43585" fmla="*/ 1538 w 2254"/>
                    <a:gd name="connsiteY91-43586" fmla="*/ 3926 h 4213"/>
                    <a:gd name="connsiteX92-43587" fmla="*/ 1503 w 2254"/>
                    <a:gd name="connsiteY92-43588" fmla="*/ 3965 h 4213"/>
                    <a:gd name="connsiteX93-43589" fmla="*/ 1451 w 2254"/>
                    <a:gd name="connsiteY93-43590" fmla="*/ 3973 h 4213"/>
                    <a:gd name="connsiteX94-43591" fmla="*/ 1394 w 2254"/>
                    <a:gd name="connsiteY94-43592" fmla="*/ 3916 h 4213"/>
                    <a:gd name="connsiteX95-43593" fmla="*/ 1270 w 2254"/>
                    <a:gd name="connsiteY95-43594" fmla="*/ 3808 h 4213"/>
                    <a:gd name="connsiteX96-43595" fmla="*/ 1294 w 2254"/>
                    <a:gd name="connsiteY96-43596" fmla="*/ 4064 h 4213"/>
                    <a:gd name="connsiteX97-43597" fmla="*/ 1303 w 2254"/>
                    <a:gd name="connsiteY97-43598" fmla="*/ 4192 h 4213"/>
                    <a:gd name="connsiteX98-43599" fmla="*/ 1041 w 2254"/>
                    <a:gd name="connsiteY98-43600" fmla="*/ 4166 h 4213"/>
                    <a:gd name="connsiteX99-43601" fmla="*/ 959 w 2254"/>
                    <a:gd name="connsiteY99-43602" fmla="*/ 3987 h 4213"/>
                    <a:gd name="connsiteX100-43603" fmla="*/ 877 w 2254"/>
                    <a:gd name="connsiteY100-43604" fmla="*/ 3802 h 4213"/>
                    <a:gd name="connsiteX101-43605" fmla="*/ 798 w 2254"/>
                    <a:gd name="connsiteY101-43606" fmla="*/ 3734 h 4213"/>
                    <a:gd name="connsiteX0-43607" fmla="*/ 798 w 2254"/>
                    <a:gd name="connsiteY0-43608" fmla="*/ 3734 h 4213"/>
                    <a:gd name="connsiteX1-43609" fmla="*/ 679 w 2254"/>
                    <a:gd name="connsiteY1-43610" fmla="*/ 3800 h 4213"/>
                    <a:gd name="connsiteX2-43611" fmla="*/ 695 w 2254"/>
                    <a:gd name="connsiteY2-43612" fmla="*/ 3662 h 4213"/>
                    <a:gd name="connsiteX3-43613" fmla="*/ 633 w 2254"/>
                    <a:gd name="connsiteY3-43614" fmla="*/ 3500 h 4213"/>
                    <a:gd name="connsiteX4-43615" fmla="*/ 742 w 2254"/>
                    <a:gd name="connsiteY4-43616" fmla="*/ 3280 h 4213"/>
                    <a:gd name="connsiteX5-43617" fmla="*/ 932 w 2254"/>
                    <a:gd name="connsiteY5-43618" fmla="*/ 3195 h 4213"/>
                    <a:gd name="connsiteX6-43619" fmla="*/ 1045 w 2254"/>
                    <a:gd name="connsiteY6-43620" fmla="*/ 3058 h 4213"/>
                    <a:gd name="connsiteX7-43621" fmla="*/ 1112 w 2254"/>
                    <a:gd name="connsiteY7-43622" fmla="*/ 2878 h 4213"/>
                    <a:gd name="connsiteX8-43623" fmla="*/ 1068 w 2254"/>
                    <a:gd name="connsiteY8-43624" fmla="*/ 2333 h 4213"/>
                    <a:gd name="connsiteX9-43625" fmla="*/ 1066 w 2254"/>
                    <a:gd name="connsiteY9-43626" fmla="*/ 2117 h 4213"/>
                    <a:gd name="connsiteX10-43627" fmla="*/ 990 w 2254"/>
                    <a:gd name="connsiteY10-43628" fmla="*/ 2039 h 4213"/>
                    <a:gd name="connsiteX11-43629" fmla="*/ 847 w 2254"/>
                    <a:gd name="connsiteY11-43630" fmla="*/ 1951 h 4213"/>
                    <a:gd name="connsiteX12-43631" fmla="*/ 755 w 2254"/>
                    <a:gd name="connsiteY12-43632" fmla="*/ 1827 h 4213"/>
                    <a:gd name="connsiteX13-43633" fmla="*/ 659 w 2254"/>
                    <a:gd name="connsiteY13-43634" fmla="*/ 1828 h 4213"/>
                    <a:gd name="connsiteX14-43635" fmla="*/ 614 w 2254"/>
                    <a:gd name="connsiteY14-43636" fmla="*/ 1883 h 4213"/>
                    <a:gd name="connsiteX15-43637" fmla="*/ 521 w 2254"/>
                    <a:gd name="connsiteY15-43638" fmla="*/ 1877 h 4213"/>
                    <a:gd name="connsiteX16-43639" fmla="*/ 501 w 2254"/>
                    <a:gd name="connsiteY16-43640" fmla="*/ 1994 h 4213"/>
                    <a:gd name="connsiteX17-43641" fmla="*/ 320 w 2254"/>
                    <a:gd name="connsiteY17-43642" fmla="*/ 1941 h 4213"/>
                    <a:gd name="connsiteX18-43643" fmla="*/ 237 w 2254"/>
                    <a:gd name="connsiteY18-43644" fmla="*/ 1939 h 4213"/>
                    <a:gd name="connsiteX19-43645" fmla="*/ 112 w 2254"/>
                    <a:gd name="connsiteY19-43646" fmla="*/ 2014 h 4213"/>
                    <a:gd name="connsiteX20-43647" fmla="*/ 0 w 2254"/>
                    <a:gd name="connsiteY20-43648" fmla="*/ 1890 h 4213"/>
                    <a:gd name="connsiteX21-43649" fmla="*/ 94 w 2254"/>
                    <a:gd name="connsiteY21-43650" fmla="*/ 1804 h 4213"/>
                    <a:gd name="connsiteX22-43651" fmla="*/ 98 w 2254"/>
                    <a:gd name="connsiteY22-43652" fmla="*/ 1634 h 4213"/>
                    <a:gd name="connsiteX23-43653" fmla="*/ 153 w 2254"/>
                    <a:gd name="connsiteY23-43654" fmla="*/ 1514 h 4213"/>
                    <a:gd name="connsiteX24-43655" fmla="*/ 196 w 2254"/>
                    <a:gd name="connsiteY24-43656" fmla="*/ 1306 h 4213"/>
                    <a:gd name="connsiteX25-43657" fmla="*/ 256 w 2254"/>
                    <a:gd name="connsiteY25-43658" fmla="*/ 1307 h 4213"/>
                    <a:gd name="connsiteX26-43659" fmla="*/ 579 w 2254"/>
                    <a:gd name="connsiteY26-43660" fmla="*/ 1286 h 4213"/>
                    <a:gd name="connsiteX27-43661" fmla="*/ 753 w 2254"/>
                    <a:gd name="connsiteY27-43662" fmla="*/ 1117 h 4213"/>
                    <a:gd name="connsiteX28-43663" fmla="*/ 822 w 2254"/>
                    <a:gd name="connsiteY28-43664" fmla="*/ 748 h 4213"/>
                    <a:gd name="connsiteX29-43665" fmla="*/ 932 w 2254"/>
                    <a:gd name="connsiteY29-43666" fmla="*/ 486 h 4213"/>
                    <a:gd name="connsiteX30-43667" fmla="*/ 930 w 2254"/>
                    <a:gd name="connsiteY30-43668" fmla="*/ 358 h 4213"/>
                    <a:gd name="connsiteX31-43669" fmla="*/ 917 w 2254"/>
                    <a:gd name="connsiteY31-43670" fmla="*/ 328 h 4213"/>
                    <a:gd name="connsiteX32-43671" fmla="*/ 850 w 2254"/>
                    <a:gd name="connsiteY32-43672" fmla="*/ 251 h 4213"/>
                    <a:gd name="connsiteX33-43673" fmla="*/ 790 w 2254"/>
                    <a:gd name="connsiteY33-43674" fmla="*/ 217 h 4213"/>
                    <a:gd name="connsiteX34-43675" fmla="*/ 915 w 2254"/>
                    <a:gd name="connsiteY34-43676" fmla="*/ 56 h 4213"/>
                    <a:gd name="connsiteX35-43677" fmla="*/ 1088 w 2254"/>
                    <a:gd name="connsiteY35-43678" fmla="*/ 2 h 4213"/>
                    <a:gd name="connsiteX36-43679" fmla="*/ 1120 w 2254"/>
                    <a:gd name="connsiteY36-43680" fmla="*/ 49 h 4213"/>
                    <a:gd name="connsiteX37-43681" fmla="*/ 1110 w 2254"/>
                    <a:gd name="connsiteY37-43682" fmla="*/ 133 h 4213"/>
                    <a:gd name="connsiteX38-43683" fmla="*/ 1049 w 2254"/>
                    <a:gd name="connsiteY38-43684" fmla="*/ 243 h 4213"/>
                    <a:gd name="connsiteX39-43685" fmla="*/ 1119 w 2254"/>
                    <a:gd name="connsiteY39-43686" fmla="*/ 301 h 4213"/>
                    <a:gd name="connsiteX40-43687" fmla="*/ 1233 w 2254"/>
                    <a:gd name="connsiteY40-43688" fmla="*/ 366 h 4213"/>
                    <a:gd name="connsiteX41-43689" fmla="*/ 1253 w 2254"/>
                    <a:gd name="connsiteY41-43690" fmla="*/ 255 h 4213"/>
                    <a:gd name="connsiteX42-43691" fmla="*/ 1387 w 2254"/>
                    <a:gd name="connsiteY42-43692" fmla="*/ 291 h 4213"/>
                    <a:gd name="connsiteX43-43693" fmla="*/ 1412 w 2254"/>
                    <a:gd name="connsiteY43-43694" fmla="*/ 331 h 4213"/>
                    <a:gd name="connsiteX44-43695" fmla="*/ 1488 w 2254"/>
                    <a:gd name="connsiteY44-43696" fmla="*/ 562 h 4213"/>
                    <a:gd name="connsiteX45-43697" fmla="*/ 1523 w 2254"/>
                    <a:gd name="connsiteY45-43698" fmla="*/ 586 h 4213"/>
                    <a:gd name="connsiteX46-43699" fmla="*/ 1615 w 2254"/>
                    <a:gd name="connsiteY46-43700" fmla="*/ 578 h 4213"/>
                    <a:gd name="connsiteX47-43701" fmla="*/ 1875 w 2254"/>
                    <a:gd name="connsiteY47-43702" fmla="*/ 490 h 4213"/>
                    <a:gd name="connsiteX48-43703" fmla="*/ 2095 w 2254"/>
                    <a:gd name="connsiteY48-43704" fmla="*/ 479 h 4213"/>
                    <a:gd name="connsiteX49-43705" fmla="*/ 2155 w 2254"/>
                    <a:gd name="connsiteY49-43706" fmla="*/ 648 h 4213"/>
                    <a:gd name="connsiteX50-43707" fmla="*/ 2073 w 2254"/>
                    <a:gd name="connsiteY50-43708" fmla="*/ 944 h 4213"/>
                    <a:gd name="connsiteX51-43709" fmla="*/ 2073 w 2254"/>
                    <a:gd name="connsiteY51-43710" fmla="*/ 1022 h 4213"/>
                    <a:gd name="connsiteX52-43711" fmla="*/ 2142 w 2254"/>
                    <a:gd name="connsiteY52-43712" fmla="*/ 1168 h 4213"/>
                    <a:gd name="connsiteX53-43713" fmla="*/ 2157 w 2254"/>
                    <a:gd name="connsiteY53-43714" fmla="*/ 1427 h 4213"/>
                    <a:gd name="connsiteX54-43715" fmla="*/ 2159 w 2254"/>
                    <a:gd name="connsiteY54-43716" fmla="*/ 1617 h 4213"/>
                    <a:gd name="connsiteX55-43717" fmla="*/ 2092 w 2254"/>
                    <a:gd name="connsiteY55-43718" fmla="*/ 1625 h 4213"/>
                    <a:gd name="connsiteX56-43719" fmla="*/ 2070 w 2254"/>
                    <a:gd name="connsiteY56-43720" fmla="*/ 1507 h 4213"/>
                    <a:gd name="connsiteX57-43721" fmla="*/ 2035 w 2254"/>
                    <a:gd name="connsiteY57-43722" fmla="*/ 1450 h 4213"/>
                    <a:gd name="connsiteX58-43723" fmla="*/ 1945 w 2254"/>
                    <a:gd name="connsiteY58-43724" fmla="*/ 1582 h 4213"/>
                    <a:gd name="connsiteX59-43725" fmla="*/ 1832 w 2254"/>
                    <a:gd name="connsiteY59-43726" fmla="*/ 1776 h 4213"/>
                    <a:gd name="connsiteX60-43727" fmla="*/ 1713 w 2254"/>
                    <a:gd name="connsiteY60-43728" fmla="*/ 1904 h 4213"/>
                    <a:gd name="connsiteX61-43729" fmla="*/ 1706 w 2254"/>
                    <a:gd name="connsiteY61-43730" fmla="*/ 2018 h 4213"/>
                    <a:gd name="connsiteX62-43731" fmla="*/ 1766 w 2254"/>
                    <a:gd name="connsiteY62-43732" fmla="*/ 2115 h 4213"/>
                    <a:gd name="connsiteX63-43733" fmla="*/ 1868 w 2254"/>
                    <a:gd name="connsiteY63-43734" fmla="*/ 2183 h 4213"/>
                    <a:gd name="connsiteX64-43735" fmla="*/ 1945 w 2254"/>
                    <a:gd name="connsiteY64-43736" fmla="*/ 2178 h 4213"/>
                    <a:gd name="connsiteX65-43737" fmla="*/ 1990 w 2254"/>
                    <a:gd name="connsiteY65-43738" fmla="*/ 2104 h 4213"/>
                    <a:gd name="connsiteX66-43739" fmla="*/ 2024 w 2254"/>
                    <a:gd name="connsiteY66-43740" fmla="*/ 2210 h 4213"/>
                    <a:gd name="connsiteX67-43741" fmla="*/ 1912 w 2254"/>
                    <a:gd name="connsiteY67-43742" fmla="*/ 2249 h 4213"/>
                    <a:gd name="connsiteX68-43743" fmla="*/ 1959 w 2254"/>
                    <a:gd name="connsiteY68-43744" fmla="*/ 2362 h 4213"/>
                    <a:gd name="connsiteX69-43745" fmla="*/ 1824 w 2254"/>
                    <a:gd name="connsiteY69-43746" fmla="*/ 2509 h 4213"/>
                    <a:gd name="connsiteX70-43747" fmla="*/ 1783 w 2254"/>
                    <a:gd name="connsiteY70-43748" fmla="*/ 2498 h 4213"/>
                    <a:gd name="connsiteX71-43749" fmla="*/ 1659 w 2254"/>
                    <a:gd name="connsiteY71-43750" fmla="*/ 2413 h 4213"/>
                    <a:gd name="connsiteX72-43751" fmla="*/ 1604 w 2254"/>
                    <a:gd name="connsiteY72-43752" fmla="*/ 2412 h 4213"/>
                    <a:gd name="connsiteX73-43753" fmla="*/ 1569 w 2254"/>
                    <a:gd name="connsiteY73-43754" fmla="*/ 2480 h 4213"/>
                    <a:gd name="connsiteX74-43755" fmla="*/ 1572 w 2254"/>
                    <a:gd name="connsiteY74-43756" fmla="*/ 2562 h 4213"/>
                    <a:gd name="connsiteX75-43757" fmla="*/ 1750 w 2254"/>
                    <a:gd name="connsiteY75-43758" fmla="*/ 2730 h 4213"/>
                    <a:gd name="connsiteX76-43759" fmla="*/ 1749 w 2254"/>
                    <a:gd name="connsiteY76-43760" fmla="*/ 2844 h 4213"/>
                    <a:gd name="connsiteX77-43761" fmla="*/ 1840 w 2254"/>
                    <a:gd name="connsiteY77-43762" fmla="*/ 3060 h 4213"/>
                    <a:gd name="connsiteX78-43763" fmla="*/ 1866 w 2254"/>
                    <a:gd name="connsiteY78-43764" fmla="*/ 3090 h 4213"/>
                    <a:gd name="connsiteX79-43765" fmla="*/ 1910 w 2254"/>
                    <a:gd name="connsiteY79-43766" fmla="*/ 3094 h 4213"/>
                    <a:gd name="connsiteX80-43767" fmla="*/ 1956 w 2254"/>
                    <a:gd name="connsiteY80-43768" fmla="*/ 3010 h 4213"/>
                    <a:gd name="connsiteX81-43769" fmla="*/ 2036 w 2254"/>
                    <a:gd name="connsiteY81-43770" fmla="*/ 2950 h 4213"/>
                    <a:gd name="connsiteX82-43771" fmla="*/ 2131 w 2254"/>
                    <a:gd name="connsiteY82-43772" fmla="*/ 3126 h 4213"/>
                    <a:gd name="connsiteX83-43773" fmla="*/ 2241 w 2254"/>
                    <a:gd name="connsiteY83-43774" fmla="*/ 3312 h 4213"/>
                    <a:gd name="connsiteX84-43775" fmla="*/ 2254 w 2254"/>
                    <a:gd name="connsiteY84-43776" fmla="*/ 3342 h 4213"/>
                    <a:gd name="connsiteX85-43777" fmla="*/ 2243 w 2254"/>
                    <a:gd name="connsiteY85-43778" fmla="*/ 3518 h 4213"/>
                    <a:gd name="connsiteX86-43779" fmla="*/ 2208 w 2254"/>
                    <a:gd name="connsiteY86-43780" fmla="*/ 3554 h 4213"/>
                    <a:gd name="connsiteX87-43781" fmla="*/ 2119 w 2254"/>
                    <a:gd name="connsiteY87-43782" fmla="*/ 3515 h 4213"/>
                    <a:gd name="connsiteX88-43783" fmla="*/ 1885 w 2254"/>
                    <a:gd name="connsiteY88-43784" fmla="*/ 3644 h 4213"/>
                    <a:gd name="connsiteX89-43785" fmla="*/ 1859 w 2254"/>
                    <a:gd name="connsiteY89-43786" fmla="*/ 3666 h 4213"/>
                    <a:gd name="connsiteX90-43787" fmla="*/ 1679 w 2254"/>
                    <a:gd name="connsiteY90-43788" fmla="*/ 3812 h 4213"/>
                    <a:gd name="connsiteX91-43789" fmla="*/ 1538 w 2254"/>
                    <a:gd name="connsiteY91-43790" fmla="*/ 3926 h 4213"/>
                    <a:gd name="connsiteX92-43791" fmla="*/ 1503 w 2254"/>
                    <a:gd name="connsiteY92-43792" fmla="*/ 3965 h 4213"/>
                    <a:gd name="connsiteX93-43793" fmla="*/ 1451 w 2254"/>
                    <a:gd name="connsiteY93-43794" fmla="*/ 3973 h 4213"/>
                    <a:gd name="connsiteX94-43795" fmla="*/ 1394 w 2254"/>
                    <a:gd name="connsiteY94-43796" fmla="*/ 3916 h 4213"/>
                    <a:gd name="connsiteX95-43797" fmla="*/ 1270 w 2254"/>
                    <a:gd name="connsiteY95-43798" fmla="*/ 3808 h 4213"/>
                    <a:gd name="connsiteX96-43799" fmla="*/ 1294 w 2254"/>
                    <a:gd name="connsiteY96-43800" fmla="*/ 4064 h 4213"/>
                    <a:gd name="connsiteX97-43801" fmla="*/ 1303 w 2254"/>
                    <a:gd name="connsiteY97-43802" fmla="*/ 4192 h 4213"/>
                    <a:gd name="connsiteX98-43803" fmla="*/ 1041 w 2254"/>
                    <a:gd name="connsiteY98-43804" fmla="*/ 4166 h 4213"/>
                    <a:gd name="connsiteX99-43805" fmla="*/ 959 w 2254"/>
                    <a:gd name="connsiteY99-43806" fmla="*/ 3987 h 4213"/>
                    <a:gd name="connsiteX100-43807" fmla="*/ 877 w 2254"/>
                    <a:gd name="connsiteY100-43808" fmla="*/ 3802 h 4213"/>
                    <a:gd name="connsiteX101-43809" fmla="*/ 798 w 2254"/>
                    <a:gd name="connsiteY101-43810" fmla="*/ 3734 h 4213"/>
                    <a:gd name="connsiteX0-43811" fmla="*/ 798 w 2254"/>
                    <a:gd name="connsiteY0-43812" fmla="*/ 3734 h 4213"/>
                    <a:gd name="connsiteX1-43813" fmla="*/ 679 w 2254"/>
                    <a:gd name="connsiteY1-43814" fmla="*/ 3800 h 4213"/>
                    <a:gd name="connsiteX2-43815" fmla="*/ 695 w 2254"/>
                    <a:gd name="connsiteY2-43816" fmla="*/ 3662 h 4213"/>
                    <a:gd name="connsiteX3-43817" fmla="*/ 633 w 2254"/>
                    <a:gd name="connsiteY3-43818" fmla="*/ 3500 h 4213"/>
                    <a:gd name="connsiteX4-43819" fmla="*/ 742 w 2254"/>
                    <a:gd name="connsiteY4-43820" fmla="*/ 3280 h 4213"/>
                    <a:gd name="connsiteX5-43821" fmla="*/ 932 w 2254"/>
                    <a:gd name="connsiteY5-43822" fmla="*/ 3195 h 4213"/>
                    <a:gd name="connsiteX6-43823" fmla="*/ 1045 w 2254"/>
                    <a:gd name="connsiteY6-43824" fmla="*/ 3058 h 4213"/>
                    <a:gd name="connsiteX7-43825" fmla="*/ 1112 w 2254"/>
                    <a:gd name="connsiteY7-43826" fmla="*/ 2878 h 4213"/>
                    <a:gd name="connsiteX8-43827" fmla="*/ 1068 w 2254"/>
                    <a:gd name="connsiteY8-43828" fmla="*/ 2333 h 4213"/>
                    <a:gd name="connsiteX9-43829" fmla="*/ 1066 w 2254"/>
                    <a:gd name="connsiteY9-43830" fmla="*/ 2117 h 4213"/>
                    <a:gd name="connsiteX10-43831" fmla="*/ 990 w 2254"/>
                    <a:gd name="connsiteY10-43832" fmla="*/ 2039 h 4213"/>
                    <a:gd name="connsiteX11-43833" fmla="*/ 847 w 2254"/>
                    <a:gd name="connsiteY11-43834" fmla="*/ 1951 h 4213"/>
                    <a:gd name="connsiteX12-43835" fmla="*/ 755 w 2254"/>
                    <a:gd name="connsiteY12-43836" fmla="*/ 1827 h 4213"/>
                    <a:gd name="connsiteX13-43837" fmla="*/ 659 w 2254"/>
                    <a:gd name="connsiteY13-43838" fmla="*/ 1828 h 4213"/>
                    <a:gd name="connsiteX14-43839" fmla="*/ 614 w 2254"/>
                    <a:gd name="connsiteY14-43840" fmla="*/ 1883 h 4213"/>
                    <a:gd name="connsiteX15-43841" fmla="*/ 521 w 2254"/>
                    <a:gd name="connsiteY15-43842" fmla="*/ 1877 h 4213"/>
                    <a:gd name="connsiteX16-43843" fmla="*/ 501 w 2254"/>
                    <a:gd name="connsiteY16-43844" fmla="*/ 1994 h 4213"/>
                    <a:gd name="connsiteX17-43845" fmla="*/ 320 w 2254"/>
                    <a:gd name="connsiteY17-43846" fmla="*/ 1941 h 4213"/>
                    <a:gd name="connsiteX18-43847" fmla="*/ 237 w 2254"/>
                    <a:gd name="connsiteY18-43848" fmla="*/ 1939 h 4213"/>
                    <a:gd name="connsiteX19-43849" fmla="*/ 112 w 2254"/>
                    <a:gd name="connsiteY19-43850" fmla="*/ 2014 h 4213"/>
                    <a:gd name="connsiteX20-43851" fmla="*/ 0 w 2254"/>
                    <a:gd name="connsiteY20-43852" fmla="*/ 1890 h 4213"/>
                    <a:gd name="connsiteX21-43853" fmla="*/ 94 w 2254"/>
                    <a:gd name="connsiteY21-43854" fmla="*/ 1804 h 4213"/>
                    <a:gd name="connsiteX22-43855" fmla="*/ 98 w 2254"/>
                    <a:gd name="connsiteY22-43856" fmla="*/ 1634 h 4213"/>
                    <a:gd name="connsiteX23-43857" fmla="*/ 153 w 2254"/>
                    <a:gd name="connsiteY23-43858" fmla="*/ 1514 h 4213"/>
                    <a:gd name="connsiteX24-43859" fmla="*/ 196 w 2254"/>
                    <a:gd name="connsiteY24-43860" fmla="*/ 1306 h 4213"/>
                    <a:gd name="connsiteX25-43861" fmla="*/ 256 w 2254"/>
                    <a:gd name="connsiteY25-43862" fmla="*/ 1307 h 4213"/>
                    <a:gd name="connsiteX26-43863" fmla="*/ 579 w 2254"/>
                    <a:gd name="connsiteY26-43864" fmla="*/ 1286 h 4213"/>
                    <a:gd name="connsiteX27-43865" fmla="*/ 753 w 2254"/>
                    <a:gd name="connsiteY27-43866" fmla="*/ 1117 h 4213"/>
                    <a:gd name="connsiteX28-43867" fmla="*/ 822 w 2254"/>
                    <a:gd name="connsiteY28-43868" fmla="*/ 748 h 4213"/>
                    <a:gd name="connsiteX29-43869" fmla="*/ 932 w 2254"/>
                    <a:gd name="connsiteY29-43870" fmla="*/ 486 h 4213"/>
                    <a:gd name="connsiteX30-43871" fmla="*/ 930 w 2254"/>
                    <a:gd name="connsiteY30-43872" fmla="*/ 358 h 4213"/>
                    <a:gd name="connsiteX31-43873" fmla="*/ 917 w 2254"/>
                    <a:gd name="connsiteY31-43874" fmla="*/ 328 h 4213"/>
                    <a:gd name="connsiteX32-43875" fmla="*/ 850 w 2254"/>
                    <a:gd name="connsiteY32-43876" fmla="*/ 251 h 4213"/>
                    <a:gd name="connsiteX33-43877" fmla="*/ 790 w 2254"/>
                    <a:gd name="connsiteY33-43878" fmla="*/ 217 h 4213"/>
                    <a:gd name="connsiteX34-43879" fmla="*/ 915 w 2254"/>
                    <a:gd name="connsiteY34-43880" fmla="*/ 56 h 4213"/>
                    <a:gd name="connsiteX35-43881" fmla="*/ 1088 w 2254"/>
                    <a:gd name="connsiteY35-43882" fmla="*/ 2 h 4213"/>
                    <a:gd name="connsiteX36-43883" fmla="*/ 1120 w 2254"/>
                    <a:gd name="connsiteY36-43884" fmla="*/ 49 h 4213"/>
                    <a:gd name="connsiteX37-43885" fmla="*/ 1110 w 2254"/>
                    <a:gd name="connsiteY37-43886" fmla="*/ 133 h 4213"/>
                    <a:gd name="connsiteX38-43887" fmla="*/ 1049 w 2254"/>
                    <a:gd name="connsiteY38-43888" fmla="*/ 243 h 4213"/>
                    <a:gd name="connsiteX39-43889" fmla="*/ 1119 w 2254"/>
                    <a:gd name="connsiteY39-43890" fmla="*/ 301 h 4213"/>
                    <a:gd name="connsiteX40-43891" fmla="*/ 1233 w 2254"/>
                    <a:gd name="connsiteY40-43892" fmla="*/ 366 h 4213"/>
                    <a:gd name="connsiteX41-43893" fmla="*/ 1253 w 2254"/>
                    <a:gd name="connsiteY41-43894" fmla="*/ 255 h 4213"/>
                    <a:gd name="connsiteX42-43895" fmla="*/ 1387 w 2254"/>
                    <a:gd name="connsiteY42-43896" fmla="*/ 291 h 4213"/>
                    <a:gd name="connsiteX43-43897" fmla="*/ 1412 w 2254"/>
                    <a:gd name="connsiteY43-43898" fmla="*/ 331 h 4213"/>
                    <a:gd name="connsiteX44-43899" fmla="*/ 1488 w 2254"/>
                    <a:gd name="connsiteY44-43900" fmla="*/ 562 h 4213"/>
                    <a:gd name="connsiteX45-43901" fmla="*/ 1523 w 2254"/>
                    <a:gd name="connsiteY45-43902" fmla="*/ 586 h 4213"/>
                    <a:gd name="connsiteX46-43903" fmla="*/ 1615 w 2254"/>
                    <a:gd name="connsiteY46-43904" fmla="*/ 578 h 4213"/>
                    <a:gd name="connsiteX47-43905" fmla="*/ 1875 w 2254"/>
                    <a:gd name="connsiteY47-43906" fmla="*/ 490 h 4213"/>
                    <a:gd name="connsiteX48-43907" fmla="*/ 2095 w 2254"/>
                    <a:gd name="connsiteY48-43908" fmla="*/ 479 h 4213"/>
                    <a:gd name="connsiteX49-43909" fmla="*/ 2155 w 2254"/>
                    <a:gd name="connsiteY49-43910" fmla="*/ 648 h 4213"/>
                    <a:gd name="connsiteX50-43911" fmla="*/ 2073 w 2254"/>
                    <a:gd name="connsiteY50-43912" fmla="*/ 944 h 4213"/>
                    <a:gd name="connsiteX51-43913" fmla="*/ 2073 w 2254"/>
                    <a:gd name="connsiteY51-43914" fmla="*/ 1022 h 4213"/>
                    <a:gd name="connsiteX52-43915" fmla="*/ 2142 w 2254"/>
                    <a:gd name="connsiteY52-43916" fmla="*/ 1168 h 4213"/>
                    <a:gd name="connsiteX53-43917" fmla="*/ 2157 w 2254"/>
                    <a:gd name="connsiteY53-43918" fmla="*/ 1427 h 4213"/>
                    <a:gd name="connsiteX54-43919" fmla="*/ 2159 w 2254"/>
                    <a:gd name="connsiteY54-43920" fmla="*/ 1617 h 4213"/>
                    <a:gd name="connsiteX55-43921" fmla="*/ 2092 w 2254"/>
                    <a:gd name="connsiteY55-43922" fmla="*/ 1625 h 4213"/>
                    <a:gd name="connsiteX56-43923" fmla="*/ 2070 w 2254"/>
                    <a:gd name="connsiteY56-43924" fmla="*/ 1507 h 4213"/>
                    <a:gd name="connsiteX57-43925" fmla="*/ 2035 w 2254"/>
                    <a:gd name="connsiteY57-43926" fmla="*/ 1450 h 4213"/>
                    <a:gd name="connsiteX58-43927" fmla="*/ 1945 w 2254"/>
                    <a:gd name="connsiteY58-43928" fmla="*/ 1582 h 4213"/>
                    <a:gd name="connsiteX59-43929" fmla="*/ 1832 w 2254"/>
                    <a:gd name="connsiteY59-43930" fmla="*/ 1776 h 4213"/>
                    <a:gd name="connsiteX60-43931" fmla="*/ 1713 w 2254"/>
                    <a:gd name="connsiteY60-43932" fmla="*/ 1904 h 4213"/>
                    <a:gd name="connsiteX61-43933" fmla="*/ 1706 w 2254"/>
                    <a:gd name="connsiteY61-43934" fmla="*/ 2018 h 4213"/>
                    <a:gd name="connsiteX62-43935" fmla="*/ 1766 w 2254"/>
                    <a:gd name="connsiteY62-43936" fmla="*/ 2115 h 4213"/>
                    <a:gd name="connsiteX63-43937" fmla="*/ 1868 w 2254"/>
                    <a:gd name="connsiteY63-43938" fmla="*/ 2183 h 4213"/>
                    <a:gd name="connsiteX64-43939" fmla="*/ 1945 w 2254"/>
                    <a:gd name="connsiteY64-43940" fmla="*/ 2178 h 4213"/>
                    <a:gd name="connsiteX65-43941" fmla="*/ 1990 w 2254"/>
                    <a:gd name="connsiteY65-43942" fmla="*/ 2104 h 4213"/>
                    <a:gd name="connsiteX66-43943" fmla="*/ 2024 w 2254"/>
                    <a:gd name="connsiteY66-43944" fmla="*/ 2210 h 4213"/>
                    <a:gd name="connsiteX67-43945" fmla="*/ 1912 w 2254"/>
                    <a:gd name="connsiteY67-43946" fmla="*/ 2249 h 4213"/>
                    <a:gd name="connsiteX68-43947" fmla="*/ 1959 w 2254"/>
                    <a:gd name="connsiteY68-43948" fmla="*/ 2362 h 4213"/>
                    <a:gd name="connsiteX69-43949" fmla="*/ 1824 w 2254"/>
                    <a:gd name="connsiteY69-43950" fmla="*/ 2509 h 4213"/>
                    <a:gd name="connsiteX70-43951" fmla="*/ 1783 w 2254"/>
                    <a:gd name="connsiteY70-43952" fmla="*/ 2498 h 4213"/>
                    <a:gd name="connsiteX71-43953" fmla="*/ 1659 w 2254"/>
                    <a:gd name="connsiteY71-43954" fmla="*/ 2413 h 4213"/>
                    <a:gd name="connsiteX72-43955" fmla="*/ 1604 w 2254"/>
                    <a:gd name="connsiteY72-43956" fmla="*/ 2412 h 4213"/>
                    <a:gd name="connsiteX73-43957" fmla="*/ 1569 w 2254"/>
                    <a:gd name="connsiteY73-43958" fmla="*/ 2480 h 4213"/>
                    <a:gd name="connsiteX74-43959" fmla="*/ 1572 w 2254"/>
                    <a:gd name="connsiteY74-43960" fmla="*/ 2562 h 4213"/>
                    <a:gd name="connsiteX75-43961" fmla="*/ 1750 w 2254"/>
                    <a:gd name="connsiteY75-43962" fmla="*/ 2730 h 4213"/>
                    <a:gd name="connsiteX76-43963" fmla="*/ 1749 w 2254"/>
                    <a:gd name="connsiteY76-43964" fmla="*/ 2844 h 4213"/>
                    <a:gd name="connsiteX77-43965" fmla="*/ 1840 w 2254"/>
                    <a:gd name="connsiteY77-43966" fmla="*/ 3060 h 4213"/>
                    <a:gd name="connsiteX78-43967" fmla="*/ 1866 w 2254"/>
                    <a:gd name="connsiteY78-43968" fmla="*/ 3090 h 4213"/>
                    <a:gd name="connsiteX79-43969" fmla="*/ 1910 w 2254"/>
                    <a:gd name="connsiteY79-43970" fmla="*/ 3094 h 4213"/>
                    <a:gd name="connsiteX80-43971" fmla="*/ 1956 w 2254"/>
                    <a:gd name="connsiteY80-43972" fmla="*/ 3010 h 4213"/>
                    <a:gd name="connsiteX81-43973" fmla="*/ 2036 w 2254"/>
                    <a:gd name="connsiteY81-43974" fmla="*/ 2950 h 4213"/>
                    <a:gd name="connsiteX82-43975" fmla="*/ 2131 w 2254"/>
                    <a:gd name="connsiteY82-43976" fmla="*/ 3126 h 4213"/>
                    <a:gd name="connsiteX83-43977" fmla="*/ 2241 w 2254"/>
                    <a:gd name="connsiteY83-43978" fmla="*/ 3312 h 4213"/>
                    <a:gd name="connsiteX84-43979" fmla="*/ 2254 w 2254"/>
                    <a:gd name="connsiteY84-43980" fmla="*/ 3342 h 4213"/>
                    <a:gd name="connsiteX85-43981" fmla="*/ 2243 w 2254"/>
                    <a:gd name="connsiteY85-43982" fmla="*/ 3518 h 4213"/>
                    <a:gd name="connsiteX86-43983" fmla="*/ 2208 w 2254"/>
                    <a:gd name="connsiteY86-43984" fmla="*/ 3554 h 4213"/>
                    <a:gd name="connsiteX87-43985" fmla="*/ 2119 w 2254"/>
                    <a:gd name="connsiteY87-43986" fmla="*/ 3515 h 4213"/>
                    <a:gd name="connsiteX88-43987" fmla="*/ 1885 w 2254"/>
                    <a:gd name="connsiteY88-43988" fmla="*/ 3644 h 4213"/>
                    <a:gd name="connsiteX89-43989" fmla="*/ 1859 w 2254"/>
                    <a:gd name="connsiteY89-43990" fmla="*/ 3666 h 4213"/>
                    <a:gd name="connsiteX90-43991" fmla="*/ 1679 w 2254"/>
                    <a:gd name="connsiteY90-43992" fmla="*/ 3812 h 4213"/>
                    <a:gd name="connsiteX91-43993" fmla="*/ 1538 w 2254"/>
                    <a:gd name="connsiteY91-43994" fmla="*/ 3926 h 4213"/>
                    <a:gd name="connsiteX92-43995" fmla="*/ 1503 w 2254"/>
                    <a:gd name="connsiteY92-43996" fmla="*/ 3965 h 4213"/>
                    <a:gd name="connsiteX93-43997" fmla="*/ 1451 w 2254"/>
                    <a:gd name="connsiteY93-43998" fmla="*/ 3973 h 4213"/>
                    <a:gd name="connsiteX94-43999" fmla="*/ 1394 w 2254"/>
                    <a:gd name="connsiteY94-44000" fmla="*/ 3916 h 4213"/>
                    <a:gd name="connsiteX95-44001" fmla="*/ 1270 w 2254"/>
                    <a:gd name="connsiteY95-44002" fmla="*/ 3808 h 4213"/>
                    <a:gd name="connsiteX96-44003" fmla="*/ 1294 w 2254"/>
                    <a:gd name="connsiteY96-44004" fmla="*/ 4064 h 4213"/>
                    <a:gd name="connsiteX97-44005" fmla="*/ 1303 w 2254"/>
                    <a:gd name="connsiteY97-44006" fmla="*/ 4192 h 4213"/>
                    <a:gd name="connsiteX98-44007" fmla="*/ 1041 w 2254"/>
                    <a:gd name="connsiteY98-44008" fmla="*/ 4166 h 4213"/>
                    <a:gd name="connsiteX99-44009" fmla="*/ 959 w 2254"/>
                    <a:gd name="connsiteY99-44010" fmla="*/ 3987 h 4213"/>
                    <a:gd name="connsiteX100-44011" fmla="*/ 877 w 2254"/>
                    <a:gd name="connsiteY100-44012" fmla="*/ 3802 h 4213"/>
                    <a:gd name="connsiteX101-44013" fmla="*/ 798 w 2254"/>
                    <a:gd name="connsiteY101-44014" fmla="*/ 3734 h 4213"/>
                    <a:gd name="connsiteX0-44015" fmla="*/ 798 w 2254"/>
                    <a:gd name="connsiteY0-44016" fmla="*/ 3734 h 4213"/>
                    <a:gd name="connsiteX1-44017" fmla="*/ 679 w 2254"/>
                    <a:gd name="connsiteY1-44018" fmla="*/ 3800 h 4213"/>
                    <a:gd name="connsiteX2-44019" fmla="*/ 695 w 2254"/>
                    <a:gd name="connsiteY2-44020" fmla="*/ 3662 h 4213"/>
                    <a:gd name="connsiteX3-44021" fmla="*/ 633 w 2254"/>
                    <a:gd name="connsiteY3-44022" fmla="*/ 3500 h 4213"/>
                    <a:gd name="connsiteX4-44023" fmla="*/ 742 w 2254"/>
                    <a:gd name="connsiteY4-44024" fmla="*/ 3280 h 4213"/>
                    <a:gd name="connsiteX5-44025" fmla="*/ 932 w 2254"/>
                    <a:gd name="connsiteY5-44026" fmla="*/ 3195 h 4213"/>
                    <a:gd name="connsiteX6-44027" fmla="*/ 1045 w 2254"/>
                    <a:gd name="connsiteY6-44028" fmla="*/ 3058 h 4213"/>
                    <a:gd name="connsiteX7-44029" fmla="*/ 1112 w 2254"/>
                    <a:gd name="connsiteY7-44030" fmla="*/ 2878 h 4213"/>
                    <a:gd name="connsiteX8-44031" fmla="*/ 1068 w 2254"/>
                    <a:gd name="connsiteY8-44032" fmla="*/ 2333 h 4213"/>
                    <a:gd name="connsiteX9-44033" fmla="*/ 1066 w 2254"/>
                    <a:gd name="connsiteY9-44034" fmla="*/ 2117 h 4213"/>
                    <a:gd name="connsiteX10-44035" fmla="*/ 990 w 2254"/>
                    <a:gd name="connsiteY10-44036" fmla="*/ 2039 h 4213"/>
                    <a:gd name="connsiteX11-44037" fmla="*/ 847 w 2254"/>
                    <a:gd name="connsiteY11-44038" fmla="*/ 1951 h 4213"/>
                    <a:gd name="connsiteX12-44039" fmla="*/ 755 w 2254"/>
                    <a:gd name="connsiteY12-44040" fmla="*/ 1827 h 4213"/>
                    <a:gd name="connsiteX13-44041" fmla="*/ 659 w 2254"/>
                    <a:gd name="connsiteY13-44042" fmla="*/ 1828 h 4213"/>
                    <a:gd name="connsiteX14-44043" fmla="*/ 614 w 2254"/>
                    <a:gd name="connsiteY14-44044" fmla="*/ 1883 h 4213"/>
                    <a:gd name="connsiteX15-44045" fmla="*/ 521 w 2254"/>
                    <a:gd name="connsiteY15-44046" fmla="*/ 1877 h 4213"/>
                    <a:gd name="connsiteX16-44047" fmla="*/ 501 w 2254"/>
                    <a:gd name="connsiteY16-44048" fmla="*/ 1994 h 4213"/>
                    <a:gd name="connsiteX17-44049" fmla="*/ 320 w 2254"/>
                    <a:gd name="connsiteY17-44050" fmla="*/ 1941 h 4213"/>
                    <a:gd name="connsiteX18-44051" fmla="*/ 237 w 2254"/>
                    <a:gd name="connsiteY18-44052" fmla="*/ 1939 h 4213"/>
                    <a:gd name="connsiteX19-44053" fmla="*/ 112 w 2254"/>
                    <a:gd name="connsiteY19-44054" fmla="*/ 2014 h 4213"/>
                    <a:gd name="connsiteX20-44055" fmla="*/ 0 w 2254"/>
                    <a:gd name="connsiteY20-44056" fmla="*/ 1890 h 4213"/>
                    <a:gd name="connsiteX21-44057" fmla="*/ 94 w 2254"/>
                    <a:gd name="connsiteY21-44058" fmla="*/ 1804 h 4213"/>
                    <a:gd name="connsiteX22-44059" fmla="*/ 98 w 2254"/>
                    <a:gd name="connsiteY22-44060" fmla="*/ 1634 h 4213"/>
                    <a:gd name="connsiteX23-44061" fmla="*/ 153 w 2254"/>
                    <a:gd name="connsiteY23-44062" fmla="*/ 1514 h 4213"/>
                    <a:gd name="connsiteX24-44063" fmla="*/ 196 w 2254"/>
                    <a:gd name="connsiteY24-44064" fmla="*/ 1306 h 4213"/>
                    <a:gd name="connsiteX25-44065" fmla="*/ 256 w 2254"/>
                    <a:gd name="connsiteY25-44066" fmla="*/ 1307 h 4213"/>
                    <a:gd name="connsiteX26-44067" fmla="*/ 579 w 2254"/>
                    <a:gd name="connsiteY26-44068" fmla="*/ 1286 h 4213"/>
                    <a:gd name="connsiteX27-44069" fmla="*/ 753 w 2254"/>
                    <a:gd name="connsiteY27-44070" fmla="*/ 1117 h 4213"/>
                    <a:gd name="connsiteX28-44071" fmla="*/ 822 w 2254"/>
                    <a:gd name="connsiteY28-44072" fmla="*/ 748 h 4213"/>
                    <a:gd name="connsiteX29-44073" fmla="*/ 932 w 2254"/>
                    <a:gd name="connsiteY29-44074" fmla="*/ 486 h 4213"/>
                    <a:gd name="connsiteX30-44075" fmla="*/ 930 w 2254"/>
                    <a:gd name="connsiteY30-44076" fmla="*/ 358 h 4213"/>
                    <a:gd name="connsiteX31-44077" fmla="*/ 917 w 2254"/>
                    <a:gd name="connsiteY31-44078" fmla="*/ 328 h 4213"/>
                    <a:gd name="connsiteX32-44079" fmla="*/ 850 w 2254"/>
                    <a:gd name="connsiteY32-44080" fmla="*/ 251 h 4213"/>
                    <a:gd name="connsiteX33-44081" fmla="*/ 790 w 2254"/>
                    <a:gd name="connsiteY33-44082" fmla="*/ 217 h 4213"/>
                    <a:gd name="connsiteX34-44083" fmla="*/ 915 w 2254"/>
                    <a:gd name="connsiteY34-44084" fmla="*/ 56 h 4213"/>
                    <a:gd name="connsiteX35-44085" fmla="*/ 1088 w 2254"/>
                    <a:gd name="connsiteY35-44086" fmla="*/ 2 h 4213"/>
                    <a:gd name="connsiteX36-44087" fmla="*/ 1120 w 2254"/>
                    <a:gd name="connsiteY36-44088" fmla="*/ 49 h 4213"/>
                    <a:gd name="connsiteX37-44089" fmla="*/ 1110 w 2254"/>
                    <a:gd name="connsiteY37-44090" fmla="*/ 133 h 4213"/>
                    <a:gd name="connsiteX38-44091" fmla="*/ 1049 w 2254"/>
                    <a:gd name="connsiteY38-44092" fmla="*/ 243 h 4213"/>
                    <a:gd name="connsiteX39-44093" fmla="*/ 1119 w 2254"/>
                    <a:gd name="connsiteY39-44094" fmla="*/ 301 h 4213"/>
                    <a:gd name="connsiteX40-44095" fmla="*/ 1233 w 2254"/>
                    <a:gd name="connsiteY40-44096" fmla="*/ 366 h 4213"/>
                    <a:gd name="connsiteX41-44097" fmla="*/ 1253 w 2254"/>
                    <a:gd name="connsiteY41-44098" fmla="*/ 255 h 4213"/>
                    <a:gd name="connsiteX42-44099" fmla="*/ 1387 w 2254"/>
                    <a:gd name="connsiteY42-44100" fmla="*/ 291 h 4213"/>
                    <a:gd name="connsiteX43-44101" fmla="*/ 1412 w 2254"/>
                    <a:gd name="connsiteY43-44102" fmla="*/ 331 h 4213"/>
                    <a:gd name="connsiteX44-44103" fmla="*/ 1488 w 2254"/>
                    <a:gd name="connsiteY44-44104" fmla="*/ 562 h 4213"/>
                    <a:gd name="connsiteX45-44105" fmla="*/ 1523 w 2254"/>
                    <a:gd name="connsiteY45-44106" fmla="*/ 586 h 4213"/>
                    <a:gd name="connsiteX46-44107" fmla="*/ 1615 w 2254"/>
                    <a:gd name="connsiteY46-44108" fmla="*/ 578 h 4213"/>
                    <a:gd name="connsiteX47-44109" fmla="*/ 1875 w 2254"/>
                    <a:gd name="connsiteY47-44110" fmla="*/ 490 h 4213"/>
                    <a:gd name="connsiteX48-44111" fmla="*/ 2095 w 2254"/>
                    <a:gd name="connsiteY48-44112" fmla="*/ 479 h 4213"/>
                    <a:gd name="connsiteX49-44113" fmla="*/ 2155 w 2254"/>
                    <a:gd name="connsiteY49-44114" fmla="*/ 648 h 4213"/>
                    <a:gd name="connsiteX50-44115" fmla="*/ 2073 w 2254"/>
                    <a:gd name="connsiteY50-44116" fmla="*/ 944 h 4213"/>
                    <a:gd name="connsiteX51-44117" fmla="*/ 2073 w 2254"/>
                    <a:gd name="connsiteY51-44118" fmla="*/ 1022 h 4213"/>
                    <a:gd name="connsiteX52-44119" fmla="*/ 2142 w 2254"/>
                    <a:gd name="connsiteY52-44120" fmla="*/ 1168 h 4213"/>
                    <a:gd name="connsiteX53-44121" fmla="*/ 2157 w 2254"/>
                    <a:gd name="connsiteY53-44122" fmla="*/ 1427 h 4213"/>
                    <a:gd name="connsiteX54-44123" fmla="*/ 2159 w 2254"/>
                    <a:gd name="connsiteY54-44124" fmla="*/ 1617 h 4213"/>
                    <a:gd name="connsiteX55-44125" fmla="*/ 2092 w 2254"/>
                    <a:gd name="connsiteY55-44126" fmla="*/ 1625 h 4213"/>
                    <a:gd name="connsiteX56-44127" fmla="*/ 2070 w 2254"/>
                    <a:gd name="connsiteY56-44128" fmla="*/ 1507 h 4213"/>
                    <a:gd name="connsiteX57-44129" fmla="*/ 2035 w 2254"/>
                    <a:gd name="connsiteY57-44130" fmla="*/ 1450 h 4213"/>
                    <a:gd name="connsiteX58-44131" fmla="*/ 1945 w 2254"/>
                    <a:gd name="connsiteY58-44132" fmla="*/ 1582 h 4213"/>
                    <a:gd name="connsiteX59-44133" fmla="*/ 1832 w 2254"/>
                    <a:gd name="connsiteY59-44134" fmla="*/ 1776 h 4213"/>
                    <a:gd name="connsiteX60-44135" fmla="*/ 1713 w 2254"/>
                    <a:gd name="connsiteY60-44136" fmla="*/ 1904 h 4213"/>
                    <a:gd name="connsiteX61-44137" fmla="*/ 1706 w 2254"/>
                    <a:gd name="connsiteY61-44138" fmla="*/ 2018 h 4213"/>
                    <a:gd name="connsiteX62-44139" fmla="*/ 1766 w 2254"/>
                    <a:gd name="connsiteY62-44140" fmla="*/ 2115 h 4213"/>
                    <a:gd name="connsiteX63-44141" fmla="*/ 1868 w 2254"/>
                    <a:gd name="connsiteY63-44142" fmla="*/ 2183 h 4213"/>
                    <a:gd name="connsiteX64-44143" fmla="*/ 1945 w 2254"/>
                    <a:gd name="connsiteY64-44144" fmla="*/ 2178 h 4213"/>
                    <a:gd name="connsiteX65-44145" fmla="*/ 1990 w 2254"/>
                    <a:gd name="connsiteY65-44146" fmla="*/ 2104 h 4213"/>
                    <a:gd name="connsiteX66-44147" fmla="*/ 2024 w 2254"/>
                    <a:gd name="connsiteY66-44148" fmla="*/ 2210 h 4213"/>
                    <a:gd name="connsiteX67-44149" fmla="*/ 1912 w 2254"/>
                    <a:gd name="connsiteY67-44150" fmla="*/ 2249 h 4213"/>
                    <a:gd name="connsiteX68-44151" fmla="*/ 1959 w 2254"/>
                    <a:gd name="connsiteY68-44152" fmla="*/ 2362 h 4213"/>
                    <a:gd name="connsiteX69-44153" fmla="*/ 1824 w 2254"/>
                    <a:gd name="connsiteY69-44154" fmla="*/ 2509 h 4213"/>
                    <a:gd name="connsiteX70-44155" fmla="*/ 1783 w 2254"/>
                    <a:gd name="connsiteY70-44156" fmla="*/ 2498 h 4213"/>
                    <a:gd name="connsiteX71-44157" fmla="*/ 1659 w 2254"/>
                    <a:gd name="connsiteY71-44158" fmla="*/ 2413 h 4213"/>
                    <a:gd name="connsiteX72-44159" fmla="*/ 1604 w 2254"/>
                    <a:gd name="connsiteY72-44160" fmla="*/ 2412 h 4213"/>
                    <a:gd name="connsiteX73-44161" fmla="*/ 1569 w 2254"/>
                    <a:gd name="connsiteY73-44162" fmla="*/ 2480 h 4213"/>
                    <a:gd name="connsiteX74-44163" fmla="*/ 1572 w 2254"/>
                    <a:gd name="connsiteY74-44164" fmla="*/ 2562 h 4213"/>
                    <a:gd name="connsiteX75-44165" fmla="*/ 1750 w 2254"/>
                    <a:gd name="connsiteY75-44166" fmla="*/ 2730 h 4213"/>
                    <a:gd name="connsiteX76-44167" fmla="*/ 1749 w 2254"/>
                    <a:gd name="connsiteY76-44168" fmla="*/ 2844 h 4213"/>
                    <a:gd name="connsiteX77-44169" fmla="*/ 1840 w 2254"/>
                    <a:gd name="connsiteY77-44170" fmla="*/ 3060 h 4213"/>
                    <a:gd name="connsiteX78-44171" fmla="*/ 1866 w 2254"/>
                    <a:gd name="connsiteY78-44172" fmla="*/ 3090 h 4213"/>
                    <a:gd name="connsiteX79-44173" fmla="*/ 1910 w 2254"/>
                    <a:gd name="connsiteY79-44174" fmla="*/ 3094 h 4213"/>
                    <a:gd name="connsiteX80-44175" fmla="*/ 1956 w 2254"/>
                    <a:gd name="connsiteY80-44176" fmla="*/ 3010 h 4213"/>
                    <a:gd name="connsiteX81-44177" fmla="*/ 2036 w 2254"/>
                    <a:gd name="connsiteY81-44178" fmla="*/ 2950 h 4213"/>
                    <a:gd name="connsiteX82-44179" fmla="*/ 2131 w 2254"/>
                    <a:gd name="connsiteY82-44180" fmla="*/ 3126 h 4213"/>
                    <a:gd name="connsiteX83-44181" fmla="*/ 2241 w 2254"/>
                    <a:gd name="connsiteY83-44182" fmla="*/ 3312 h 4213"/>
                    <a:gd name="connsiteX84-44183" fmla="*/ 2254 w 2254"/>
                    <a:gd name="connsiteY84-44184" fmla="*/ 3342 h 4213"/>
                    <a:gd name="connsiteX85-44185" fmla="*/ 2243 w 2254"/>
                    <a:gd name="connsiteY85-44186" fmla="*/ 3518 h 4213"/>
                    <a:gd name="connsiteX86-44187" fmla="*/ 2208 w 2254"/>
                    <a:gd name="connsiteY86-44188" fmla="*/ 3554 h 4213"/>
                    <a:gd name="connsiteX87-44189" fmla="*/ 2119 w 2254"/>
                    <a:gd name="connsiteY87-44190" fmla="*/ 3515 h 4213"/>
                    <a:gd name="connsiteX88-44191" fmla="*/ 1885 w 2254"/>
                    <a:gd name="connsiteY88-44192" fmla="*/ 3644 h 4213"/>
                    <a:gd name="connsiteX89-44193" fmla="*/ 1859 w 2254"/>
                    <a:gd name="connsiteY89-44194" fmla="*/ 3666 h 4213"/>
                    <a:gd name="connsiteX90-44195" fmla="*/ 1679 w 2254"/>
                    <a:gd name="connsiteY90-44196" fmla="*/ 3812 h 4213"/>
                    <a:gd name="connsiteX91-44197" fmla="*/ 1538 w 2254"/>
                    <a:gd name="connsiteY91-44198" fmla="*/ 3926 h 4213"/>
                    <a:gd name="connsiteX92-44199" fmla="*/ 1503 w 2254"/>
                    <a:gd name="connsiteY92-44200" fmla="*/ 3965 h 4213"/>
                    <a:gd name="connsiteX93-44201" fmla="*/ 1451 w 2254"/>
                    <a:gd name="connsiteY93-44202" fmla="*/ 3973 h 4213"/>
                    <a:gd name="connsiteX94-44203" fmla="*/ 1394 w 2254"/>
                    <a:gd name="connsiteY94-44204" fmla="*/ 3916 h 4213"/>
                    <a:gd name="connsiteX95-44205" fmla="*/ 1270 w 2254"/>
                    <a:gd name="connsiteY95-44206" fmla="*/ 3808 h 4213"/>
                    <a:gd name="connsiteX96-44207" fmla="*/ 1294 w 2254"/>
                    <a:gd name="connsiteY96-44208" fmla="*/ 4064 h 4213"/>
                    <a:gd name="connsiteX97-44209" fmla="*/ 1303 w 2254"/>
                    <a:gd name="connsiteY97-44210" fmla="*/ 4192 h 4213"/>
                    <a:gd name="connsiteX98-44211" fmla="*/ 1041 w 2254"/>
                    <a:gd name="connsiteY98-44212" fmla="*/ 4166 h 4213"/>
                    <a:gd name="connsiteX99-44213" fmla="*/ 959 w 2254"/>
                    <a:gd name="connsiteY99-44214" fmla="*/ 3987 h 4213"/>
                    <a:gd name="connsiteX100-44215" fmla="*/ 877 w 2254"/>
                    <a:gd name="connsiteY100-44216" fmla="*/ 3802 h 4213"/>
                    <a:gd name="connsiteX101-44217" fmla="*/ 798 w 2254"/>
                    <a:gd name="connsiteY101-44218" fmla="*/ 3734 h 4213"/>
                    <a:gd name="connsiteX0-44219" fmla="*/ 798 w 2254"/>
                    <a:gd name="connsiteY0-44220" fmla="*/ 3734 h 4213"/>
                    <a:gd name="connsiteX1-44221" fmla="*/ 679 w 2254"/>
                    <a:gd name="connsiteY1-44222" fmla="*/ 3800 h 4213"/>
                    <a:gd name="connsiteX2-44223" fmla="*/ 695 w 2254"/>
                    <a:gd name="connsiteY2-44224" fmla="*/ 3662 h 4213"/>
                    <a:gd name="connsiteX3-44225" fmla="*/ 633 w 2254"/>
                    <a:gd name="connsiteY3-44226" fmla="*/ 3500 h 4213"/>
                    <a:gd name="connsiteX4-44227" fmla="*/ 742 w 2254"/>
                    <a:gd name="connsiteY4-44228" fmla="*/ 3280 h 4213"/>
                    <a:gd name="connsiteX5-44229" fmla="*/ 932 w 2254"/>
                    <a:gd name="connsiteY5-44230" fmla="*/ 3195 h 4213"/>
                    <a:gd name="connsiteX6-44231" fmla="*/ 1107 w 2254"/>
                    <a:gd name="connsiteY6-44232" fmla="*/ 3058 h 4213"/>
                    <a:gd name="connsiteX7-44233" fmla="*/ 1112 w 2254"/>
                    <a:gd name="connsiteY7-44234" fmla="*/ 2878 h 4213"/>
                    <a:gd name="connsiteX8-44235" fmla="*/ 1068 w 2254"/>
                    <a:gd name="connsiteY8-44236" fmla="*/ 2333 h 4213"/>
                    <a:gd name="connsiteX9-44237" fmla="*/ 1066 w 2254"/>
                    <a:gd name="connsiteY9-44238" fmla="*/ 2117 h 4213"/>
                    <a:gd name="connsiteX10-44239" fmla="*/ 990 w 2254"/>
                    <a:gd name="connsiteY10-44240" fmla="*/ 2039 h 4213"/>
                    <a:gd name="connsiteX11-44241" fmla="*/ 847 w 2254"/>
                    <a:gd name="connsiteY11-44242" fmla="*/ 1951 h 4213"/>
                    <a:gd name="connsiteX12-44243" fmla="*/ 755 w 2254"/>
                    <a:gd name="connsiteY12-44244" fmla="*/ 1827 h 4213"/>
                    <a:gd name="connsiteX13-44245" fmla="*/ 659 w 2254"/>
                    <a:gd name="connsiteY13-44246" fmla="*/ 1828 h 4213"/>
                    <a:gd name="connsiteX14-44247" fmla="*/ 614 w 2254"/>
                    <a:gd name="connsiteY14-44248" fmla="*/ 1883 h 4213"/>
                    <a:gd name="connsiteX15-44249" fmla="*/ 521 w 2254"/>
                    <a:gd name="connsiteY15-44250" fmla="*/ 1877 h 4213"/>
                    <a:gd name="connsiteX16-44251" fmla="*/ 501 w 2254"/>
                    <a:gd name="connsiteY16-44252" fmla="*/ 1994 h 4213"/>
                    <a:gd name="connsiteX17-44253" fmla="*/ 320 w 2254"/>
                    <a:gd name="connsiteY17-44254" fmla="*/ 1941 h 4213"/>
                    <a:gd name="connsiteX18-44255" fmla="*/ 237 w 2254"/>
                    <a:gd name="connsiteY18-44256" fmla="*/ 1939 h 4213"/>
                    <a:gd name="connsiteX19-44257" fmla="*/ 112 w 2254"/>
                    <a:gd name="connsiteY19-44258" fmla="*/ 2014 h 4213"/>
                    <a:gd name="connsiteX20-44259" fmla="*/ 0 w 2254"/>
                    <a:gd name="connsiteY20-44260" fmla="*/ 1890 h 4213"/>
                    <a:gd name="connsiteX21-44261" fmla="*/ 94 w 2254"/>
                    <a:gd name="connsiteY21-44262" fmla="*/ 1804 h 4213"/>
                    <a:gd name="connsiteX22-44263" fmla="*/ 98 w 2254"/>
                    <a:gd name="connsiteY22-44264" fmla="*/ 1634 h 4213"/>
                    <a:gd name="connsiteX23-44265" fmla="*/ 153 w 2254"/>
                    <a:gd name="connsiteY23-44266" fmla="*/ 1514 h 4213"/>
                    <a:gd name="connsiteX24-44267" fmla="*/ 196 w 2254"/>
                    <a:gd name="connsiteY24-44268" fmla="*/ 1306 h 4213"/>
                    <a:gd name="connsiteX25-44269" fmla="*/ 256 w 2254"/>
                    <a:gd name="connsiteY25-44270" fmla="*/ 1307 h 4213"/>
                    <a:gd name="connsiteX26-44271" fmla="*/ 579 w 2254"/>
                    <a:gd name="connsiteY26-44272" fmla="*/ 1286 h 4213"/>
                    <a:gd name="connsiteX27-44273" fmla="*/ 753 w 2254"/>
                    <a:gd name="connsiteY27-44274" fmla="*/ 1117 h 4213"/>
                    <a:gd name="connsiteX28-44275" fmla="*/ 822 w 2254"/>
                    <a:gd name="connsiteY28-44276" fmla="*/ 748 h 4213"/>
                    <a:gd name="connsiteX29-44277" fmla="*/ 932 w 2254"/>
                    <a:gd name="connsiteY29-44278" fmla="*/ 486 h 4213"/>
                    <a:gd name="connsiteX30-44279" fmla="*/ 930 w 2254"/>
                    <a:gd name="connsiteY30-44280" fmla="*/ 358 h 4213"/>
                    <a:gd name="connsiteX31-44281" fmla="*/ 917 w 2254"/>
                    <a:gd name="connsiteY31-44282" fmla="*/ 328 h 4213"/>
                    <a:gd name="connsiteX32-44283" fmla="*/ 850 w 2254"/>
                    <a:gd name="connsiteY32-44284" fmla="*/ 251 h 4213"/>
                    <a:gd name="connsiteX33-44285" fmla="*/ 790 w 2254"/>
                    <a:gd name="connsiteY33-44286" fmla="*/ 217 h 4213"/>
                    <a:gd name="connsiteX34-44287" fmla="*/ 915 w 2254"/>
                    <a:gd name="connsiteY34-44288" fmla="*/ 56 h 4213"/>
                    <a:gd name="connsiteX35-44289" fmla="*/ 1088 w 2254"/>
                    <a:gd name="connsiteY35-44290" fmla="*/ 2 h 4213"/>
                    <a:gd name="connsiteX36-44291" fmla="*/ 1120 w 2254"/>
                    <a:gd name="connsiteY36-44292" fmla="*/ 49 h 4213"/>
                    <a:gd name="connsiteX37-44293" fmla="*/ 1110 w 2254"/>
                    <a:gd name="connsiteY37-44294" fmla="*/ 133 h 4213"/>
                    <a:gd name="connsiteX38-44295" fmla="*/ 1049 w 2254"/>
                    <a:gd name="connsiteY38-44296" fmla="*/ 243 h 4213"/>
                    <a:gd name="connsiteX39-44297" fmla="*/ 1119 w 2254"/>
                    <a:gd name="connsiteY39-44298" fmla="*/ 301 h 4213"/>
                    <a:gd name="connsiteX40-44299" fmla="*/ 1233 w 2254"/>
                    <a:gd name="connsiteY40-44300" fmla="*/ 366 h 4213"/>
                    <a:gd name="connsiteX41-44301" fmla="*/ 1253 w 2254"/>
                    <a:gd name="connsiteY41-44302" fmla="*/ 255 h 4213"/>
                    <a:gd name="connsiteX42-44303" fmla="*/ 1387 w 2254"/>
                    <a:gd name="connsiteY42-44304" fmla="*/ 291 h 4213"/>
                    <a:gd name="connsiteX43-44305" fmla="*/ 1412 w 2254"/>
                    <a:gd name="connsiteY43-44306" fmla="*/ 331 h 4213"/>
                    <a:gd name="connsiteX44-44307" fmla="*/ 1488 w 2254"/>
                    <a:gd name="connsiteY44-44308" fmla="*/ 562 h 4213"/>
                    <a:gd name="connsiteX45-44309" fmla="*/ 1523 w 2254"/>
                    <a:gd name="connsiteY45-44310" fmla="*/ 586 h 4213"/>
                    <a:gd name="connsiteX46-44311" fmla="*/ 1615 w 2254"/>
                    <a:gd name="connsiteY46-44312" fmla="*/ 578 h 4213"/>
                    <a:gd name="connsiteX47-44313" fmla="*/ 1875 w 2254"/>
                    <a:gd name="connsiteY47-44314" fmla="*/ 490 h 4213"/>
                    <a:gd name="connsiteX48-44315" fmla="*/ 2095 w 2254"/>
                    <a:gd name="connsiteY48-44316" fmla="*/ 479 h 4213"/>
                    <a:gd name="connsiteX49-44317" fmla="*/ 2155 w 2254"/>
                    <a:gd name="connsiteY49-44318" fmla="*/ 648 h 4213"/>
                    <a:gd name="connsiteX50-44319" fmla="*/ 2073 w 2254"/>
                    <a:gd name="connsiteY50-44320" fmla="*/ 944 h 4213"/>
                    <a:gd name="connsiteX51-44321" fmla="*/ 2073 w 2254"/>
                    <a:gd name="connsiteY51-44322" fmla="*/ 1022 h 4213"/>
                    <a:gd name="connsiteX52-44323" fmla="*/ 2142 w 2254"/>
                    <a:gd name="connsiteY52-44324" fmla="*/ 1168 h 4213"/>
                    <a:gd name="connsiteX53-44325" fmla="*/ 2157 w 2254"/>
                    <a:gd name="connsiteY53-44326" fmla="*/ 1427 h 4213"/>
                    <a:gd name="connsiteX54-44327" fmla="*/ 2159 w 2254"/>
                    <a:gd name="connsiteY54-44328" fmla="*/ 1617 h 4213"/>
                    <a:gd name="connsiteX55-44329" fmla="*/ 2092 w 2254"/>
                    <a:gd name="connsiteY55-44330" fmla="*/ 1625 h 4213"/>
                    <a:gd name="connsiteX56-44331" fmla="*/ 2070 w 2254"/>
                    <a:gd name="connsiteY56-44332" fmla="*/ 1507 h 4213"/>
                    <a:gd name="connsiteX57-44333" fmla="*/ 2035 w 2254"/>
                    <a:gd name="connsiteY57-44334" fmla="*/ 1450 h 4213"/>
                    <a:gd name="connsiteX58-44335" fmla="*/ 1945 w 2254"/>
                    <a:gd name="connsiteY58-44336" fmla="*/ 1582 h 4213"/>
                    <a:gd name="connsiteX59-44337" fmla="*/ 1832 w 2254"/>
                    <a:gd name="connsiteY59-44338" fmla="*/ 1776 h 4213"/>
                    <a:gd name="connsiteX60-44339" fmla="*/ 1713 w 2254"/>
                    <a:gd name="connsiteY60-44340" fmla="*/ 1904 h 4213"/>
                    <a:gd name="connsiteX61-44341" fmla="*/ 1706 w 2254"/>
                    <a:gd name="connsiteY61-44342" fmla="*/ 2018 h 4213"/>
                    <a:gd name="connsiteX62-44343" fmla="*/ 1766 w 2254"/>
                    <a:gd name="connsiteY62-44344" fmla="*/ 2115 h 4213"/>
                    <a:gd name="connsiteX63-44345" fmla="*/ 1868 w 2254"/>
                    <a:gd name="connsiteY63-44346" fmla="*/ 2183 h 4213"/>
                    <a:gd name="connsiteX64-44347" fmla="*/ 1945 w 2254"/>
                    <a:gd name="connsiteY64-44348" fmla="*/ 2178 h 4213"/>
                    <a:gd name="connsiteX65-44349" fmla="*/ 1990 w 2254"/>
                    <a:gd name="connsiteY65-44350" fmla="*/ 2104 h 4213"/>
                    <a:gd name="connsiteX66-44351" fmla="*/ 2024 w 2254"/>
                    <a:gd name="connsiteY66-44352" fmla="*/ 2210 h 4213"/>
                    <a:gd name="connsiteX67-44353" fmla="*/ 1912 w 2254"/>
                    <a:gd name="connsiteY67-44354" fmla="*/ 2249 h 4213"/>
                    <a:gd name="connsiteX68-44355" fmla="*/ 1959 w 2254"/>
                    <a:gd name="connsiteY68-44356" fmla="*/ 2362 h 4213"/>
                    <a:gd name="connsiteX69-44357" fmla="*/ 1824 w 2254"/>
                    <a:gd name="connsiteY69-44358" fmla="*/ 2509 h 4213"/>
                    <a:gd name="connsiteX70-44359" fmla="*/ 1783 w 2254"/>
                    <a:gd name="connsiteY70-44360" fmla="*/ 2498 h 4213"/>
                    <a:gd name="connsiteX71-44361" fmla="*/ 1659 w 2254"/>
                    <a:gd name="connsiteY71-44362" fmla="*/ 2413 h 4213"/>
                    <a:gd name="connsiteX72-44363" fmla="*/ 1604 w 2254"/>
                    <a:gd name="connsiteY72-44364" fmla="*/ 2412 h 4213"/>
                    <a:gd name="connsiteX73-44365" fmla="*/ 1569 w 2254"/>
                    <a:gd name="connsiteY73-44366" fmla="*/ 2480 h 4213"/>
                    <a:gd name="connsiteX74-44367" fmla="*/ 1572 w 2254"/>
                    <a:gd name="connsiteY74-44368" fmla="*/ 2562 h 4213"/>
                    <a:gd name="connsiteX75-44369" fmla="*/ 1750 w 2254"/>
                    <a:gd name="connsiteY75-44370" fmla="*/ 2730 h 4213"/>
                    <a:gd name="connsiteX76-44371" fmla="*/ 1749 w 2254"/>
                    <a:gd name="connsiteY76-44372" fmla="*/ 2844 h 4213"/>
                    <a:gd name="connsiteX77-44373" fmla="*/ 1840 w 2254"/>
                    <a:gd name="connsiteY77-44374" fmla="*/ 3060 h 4213"/>
                    <a:gd name="connsiteX78-44375" fmla="*/ 1866 w 2254"/>
                    <a:gd name="connsiteY78-44376" fmla="*/ 3090 h 4213"/>
                    <a:gd name="connsiteX79-44377" fmla="*/ 1910 w 2254"/>
                    <a:gd name="connsiteY79-44378" fmla="*/ 3094 h 4213"/>
                    <a:gd name="connsiteX80-44379" fmla="*/ 1956 w 2254"/>
                    <a:gd name="connsiteY80-44380" fmla="*/ 3010 h 4213"/>
                    <a:gd name="connsiteX81-44381" fmla="*/ 2036 w 2254"/>
                    <a:gd name="connsiteY81-44382" fmla="*/ 2950 h 4213"/>
                    <a:gd name="connsiteX82-44383" fmla="*/ 2131 w 2254"/>
                    <a:gd name="connsiteY82-44384" fmla="*/ 3126 h 4213"/>
                    <a:gd name="connsiteX83-44385" fmla="*/ 2241 w 2254"/>
                    <a:gd name="connsiteY83-44386" fmla="*/ 3312 h 4213"/>
                    <a:gd name="connsiteX84-44387" fmla="*/ 2254 w 2254"/>
                    <a:gd name="connsiteY84-44388" fmla="*/ 3342 h 4213"/>
                    <a:gd name="connsiteX85-44389" fmla="*/ 2243 w 2254"/>
                    <a:gd name="connsiteY85-44390" fmla="*/ 3518 h 4213"/>
                    <a:gd name="connsiteX86-44391" fmla="*/ 2208 w 2254"/>
                    <a:gd name="connsiteY86-44392" fmla="*/ 3554 h 4213"/>
                    <a:gd name="connsiteX87-44393" fmla="*/ 2119 w 2254"/>
                    <a:gd name="connsiteY87-44394" fmla="*/ 3515 h 4213"/>
                    <a:gd name="connsiteX88-44395" fmla="*/ 1885 w 2254"/>
                    <a:gd name="connsiteY88-44396" fmla="*/ 3644 h 4213"/>
                    <a:gd name="connsiteX89-44397" fmla="*/ 1859 w 2254"/>
                    <a:gd name="connsiteY89-44398" fmla="*/ 3666 h 4213"/>
                    <a:gd name="connsiteX90-44399" fmla="*/ 1679 w 2254"/>
                    <a:gd name="connsiteY90-44400" fmla="*/ 3812 h 4213"/>
                    <a:gd name="connsiteX91-44401" fmla="*/ 1538 w 2254"/>
                    <a:gd name="connsiteY91-44402" fmla="*/ 3926 h 4213"/>
                    <a:gd name="connsiteX92-44403" fmla="*/ 1503 w 2254"/>
                    <a:gd name="connsiteY92-44404" fmla="*/ 3965 h 4213"/>
                    <a:gd name="connsiteX93-44405" fmla="*/ 1451 w 2254"/>
                    <a:gd name="connsiteY93-44406" fmla="*/ 3973 h 4213"/>
                    <a:gd name="connsiteX94-44407" fmla="*/ 1394 w 2254"/>
                    <a:gd name="connsiteY94-44408" fmla="*/ 3916 h 4213"/>
                    <a:gd name="connsiteX95-44409" fmla="*/ 1270 w 2254"/>
                    <a:gd name="connsiteY95-44410" fmla="*/ 3808 h 4213"/>
                    <a:gd name="connsiteX96-44411" fmla="*/ 1294 w 2254"/>
                    <a:gd name="connsiteY96-44412" fmla="*/ 4064 h 4213"/>
                    <a:gd name="connsiteX97-44413" fmla="*/ 1303 w 2254"/>
                    <a:gd name="connsiteY97-44414" fmla="*/ 4192 h 4213"/>
                    <a:gd name="connsiteX98-44415" fmla="*/ 1041 w 2254"/>
                    <a:gd name="connsiteY98-44416" fmla="*/ 4166 h 4213"/>
                    <a:gd name="connsiteX99-44417" fmla="*/ 959 w 2254"/>
                    <a:gd name="connsiteY99-44418" fmla="*/ 3987 h 4213"/>
                    <a:gd name="connsiteX100-44419" fmla="*/ 877 w 2254"/>
                    <a:gd name="connsiteY100-44420" fmla="*/ 3802 h 4213"/>
                    <a:gd name="connsiteX101-44421" fmla="*/ 798 w 2254"/>
                    <a:gd name="connsiteY101-44422" fmla="*/ 3734 h 4213"/>
                    <a:gd name="connsiteX0-44423" fmla="*/ 798 w 2254"/>
                    <a:gd name="connsiteY0-44424" fmla="*/ 3734 h 4213"/>
                    <a:gd name="connsiteX1-44425" fmla="*/ 679 w 2254"/>
                    <a:gd name="connsiteY1-44426" fmla="*/ 3800 h 4213"/>
                    <a:gd name="connsiteX2-44427" fmla="*/ 695 w 2254"/>
                    <a:gd name="connsiteY2-44428" fmla="*/ 3662 h 4213"/>
                    <a:gd name="connsiteX3-44429" fmla="*/ 633 w 2254"/>
                    <a:gd name="connsiteY3-44430" fmla="*/ 3500 h 4213"/>
                    <a:gd name="connsiteX4-44431" fmla="*/ 742 w 2254"/>
                    <a:gd name="connsiteY4-44432" fmla="*/ 3280 h 4213"/>
                    <a:gd name="connsiteX5-44433" fmla="*/ 932 w 2254"/>
                    <a:gd name="connsiteY5-44434" fmla="*/ 3195 h 4213"/>
                    <a:gd name="connsiteX6-44435" fmla="*/ 1107 w 2254"/>
                    <a:gd name="connsiteY6-44436" fmla="*/ 3058 h 4213"/>
                    <a:gd name="connsiteX7-44437" fmla="*/ 1112 w 2254"/>
                    <a:gd name="connsiteY7-44438" fmla="*/ 2878 h 4213"/>
                    <a:gd name="connsiteX8-44439" fmla="*/ 1068 w 2254"/>
                    <a:gd name="connsiteY8-44440" fmla="*/ 2333 h 4213"/>
                    <a:gd name="connsiteX9-44441" fmla="*/ 1066 w 2254"/>
                    <a:gd name="connsiteY9-44442" fmla="*/ 2117 h 4213"/>
                    <a:gd name="connsiteX10-44443" fmla="*/ 990 w 2254"/>
                    <a:gd name="connsiteY10-44444" fmla="*/ 2039 h 4213"/>
                    <a:gd name="connsiteX11-44445" fmla="*/ 847 w 2254"/>
                    <a:gd name="connsiteY11-44446" fmla="*/ 1951 h 4213"/>
                    <a:gd name="connsiteX12-44447" fmla="*/ 755 w 2254"/>
                    <a:gd name="connsiteY12-44448" fmla="*/ 1827 h 4213"/>
                    <a:gd name="connsiteX13-44449" fmla="*/ 659 w 2254"/>
                    <a:gd name="connsiteY13-44450" fmla="*/ 1828 h 4213"/>
                    <a:gd name="connsiteX14-44451" fmla="*/ 614 w 2254"/>
                    <a:gd name="connsiteY14-44452" fmla="*/ 1883 h 4213"/>
                    <a:gd name="connsiteX15-44453" fmla="*/ 521 w 2254"/>
                    <a:gd name="connsiteY15-44454" fmla="*/ 1877 h 4213"/>
                    <a:gd name="connsiteX16-44455" fmla="*/ 501 w 2254"/>
                    <a:gd name="connsiteY16-44456" fmla="*/ 1994 h 4213"/>
                    <a:gd name="connsiteX17-44457" fmla="*/ 320 w 2254"/>
                    <a:gd name="connsiteY17-44458" fmla="*/ 1941 h 4213"/>
                    <a:gd name="connsiteX18-44459" fmla="*/ 237 w 2254"/>
                    <a:gd name="connsiteY18-44460" fmla="*/ 1939 h 4213"/>
                    <a:gd name="connsiteX19-44461" fmla="*/ 112 w 2254"/>
                    <a:gd name="connsiteY19-44462" fmla="*/ 2014 h 4213"/>
                    <a:gd name="connsiteX20-44463" fmla="*/ 0 w 2254"/>
                    <a:gd name="connsiteY20-44464" fmla="*/ 1890 h 4213"/>
                    <a:gd name="connsiteX21-44465" fmla="*/ 94 w 2254"/>
                    <a:gd name="connsiteY21-44466" fmla="*/ 1804 h 4213"/>
                    <a:gd name="connsiteX22-44467" fmla="*/ 98 w 2254"/>
                    <a:gd name="connsiteY22-44468" fmla="*/ 1634 h 4213"/>
                    <a:gd name="connsiteX23-44469" fmla="*/ 153 w 2254"/>
                    <a:gd name="connsiteY23-44470" fmla="*/ 1514 h 4213"/>
                    <a:gd name="connsiteX24-44471" fmla="*/ 196 w 2254"/>
                    <a:gd name="connsiteY24-44472" fmla="*/ 1306 h 4213"/>
                    <a:gd name="connsiteX25-44473" fmla="*/ 256 w 2254"/>
                    <a:gd name="connsiteY25-44474" fmla="*/ 1307 h 4213"/>
                    <a:gd name="connsiteX26-44475" fmla="*/ 579 w 2254"/>
                    <a:gd name="connsiteY26-44476" fmla="*/ 1286 h 4213"/>
                    <a:gd name="connsiteX27-44477" fmla="*/ 753 w 2254"/>
                    <a:gd name="connsiteY27-44478" fmla="*/ 1117 h 4213"/>
                    <a:gd name="connsiteX28-44479" fmla="*/ 822 w 2254"/>
                    <a:gd name="connsiteY28-44480" fmla="*/ 748 h 4213"/>
                    <a:gd name="connsiteX29-44481" fmla="*/ 932 w 2254"/>
                    <a:gd name="connsiteY29-44482" fmla="*/ 486 h 4213"/>
                    <a:gd name="connsiteX30-44483" fmla="*/ 930 w 2254"/>
                    <a:gd name="connsiteY30-44484" fmla="*/ 358 h 4213"/>
                    <a:gd name="connsiteX31-44485" fmla="*/ 917 w 2254"/>
                    <a:gd name="connsiteY31-44486" fmla="*/ 328 h 4213"/>
                    <a:gd name="connsiteX32-44487" fmla="*/ 850 w 2254"/>
                    <a:gd name="connsiteY32-44488" fmla="*/ 251 h 4213"/>
                    <a:gd name="connsiteX33-44489" fmla="*/ 790 w 2254"/>
                    <a:gd name="connsiteY33-44490" fmla="*/ 217 h 4213"/>
                    <a:gd name="connsiteX34-44491" fmla="*/ 915 w 2254"/>
                    <a:gd name="connsiteY34-44492" fmla="*/ 56 h 4213"/>
                    <a:gd name="connsiteX35-44493" fmla="*/ 1088 w 2254"/>
                    <a:gd name="connsiteY35-44494" fmla="*/ 2 h 4213"/>
                    <a:gd name="connsiteX36-44495" fmla="*/ 1120 w 2254"/>
                    <a:gd name="connsiteY36-44496" fmla="*/ 49 h 4213"/>
                    <a:gd name="connsiteX37-44497" fmla="*/ 1110 w 2254"/>
                    <a:gd name="connsiteY37-44498" fmla="*/ 133 h 4213"/>
                    <a:gd name="connsiteX38-44499" fmla="*/ 1049 w 2254"/>
                    <a:gd name="connsiteY38-44500" fmla="*/ 243 h 4213"/>
                    <a:gd name="connsiteX39-44501" fmla="*/ 1119 w 2254"/>
                    <a:gd name="connsiteY39-44502" fmla="*/ 301 h 4213"/>
                    <a:gd name="connsiteX40-44503" fmla="*/ 1233 w 2254"/>
                    <a:gd name="connsiteY40-44504" fmla="*/ 366 h 4213"/>
                    <a:gd name="connsiteX41-44505" fmla="*/ 1253 w 2254"/>
                    <a:gd name="connsiteY41-44506" fmla="*/ 255 h 4213"/>
                    <a:gd name="connsiteX42-44507" fmla="*/ 1387 w 2254"/>
                    <a:gd name="connsiteY42-44508" fmla="*/ 291 h 4213"/>
                    <a:gd name="connsiteX43-44509" fmla="*/ 1412 w 2254"/>
                    <a:gd name="connsiteY43-44510" fmla="*/ 331 h 4213"/>
                    <a:gd name="connsiteX44-44511" fmla="*/ 1488 w 2254"/>
                    <a:gd name="connsiteY44-44512" fmla="*/ 562 h 4213"/>
                    <a:gd name="connsiteX45-44513" fmla="*/ 1523 w 2254"/>
                    <a:gd name="connsiteY45-44514" fmla="*/ 586 h 4213"/>
                    <a:gd name="connsiteX46-44515" fmla="*/ 1615 w 2254"/>
                    <a:gd name="connsiteY46-44516" fmla="*/ 578 h 4213"/>
                    <a:gd name="connsiteX47-44517" fmla="*/ 1875 w 2254"/>
                    <a:gd name="connsiteY47-44518" fmla="*/ 490 h 4213"/>
                    <a:gd name="connsiteX48-44519" fmla="*/ 2095 w 2254"/>
                    <a:gd name="connsiteY48-44520" fmla="*/ 479 h 4213"/>
                    <a:gd name="connsiteX49-44521" fmla="*/ 2155 w 2254"/>
                    <a:gd name="connsiteY49-44522" fmla="*/ 648 h 4213"/>
                    <a:gd name="connsiteX50-44523" fmla="*/ 2073 w 2254"/>
                    <a:gd name="connsiteY50-44524" fmla="*/ 944 h 4213"/>
                    <a:gd name="connsiteX51-44525" fmla="*/ 2073 w 2254"/>
                    <a:gd name="connsiteY51-44526" fmla="*/ 1022 h 4213"/>
                    <a:gd name="connsiteX52-44527" fmla="*/ 2142 w 2254"/>
                    <a:gd name="connsiteY52-44528" fmla="*/ 1168 h 4213"/>
                    <a:gd name="connsiteX53-44529" fmla="*/ 2157 w 2254"/>
                    <a:gd name="connsiteY53-44530" fmla="*/ 1427 h 4213"/>
                    <a:gd name="connsiteX54-44531" fmla="*/ 2159 w 2254"/>
                    <a:gd name="connsiteY54-44532" fmla="*/ 1617 h 4213"/>
                    <a:gd name="connsiteX55-44533" fmla="*/ 2092 w 2254"/>
                    <a:gd name="connsiteY55-44534" fmla="*/ 1625 h 4213"/>
                    <a:gd name="connsiteX56-44535" fmla="*/ 2070 w 2254"/>
                    <a:gd name="connsiteY56-44536" fmla="*/ 1507 h 4213"/>
                    <a:gd name="connsiteX57-44537" fmla="*/ 2035 w 2254"/>
                    <a:gd name="connsiteY57-44538" fmla="*/ 1450 h 4213"/>
                    <a:gd name="connsiteX58-44539" fmla="*/ 1945 w 2254"/>
                    <a:gd name="connsiteY58-44540" fmla="*/ 1582 h 4213"/>
                    <a:gd name="connsiteX59-44541" fmla="*/ 1832 w 2254"/>
                    <a:gd name="connsiteY59-44542" fmla="*/ 1776 h 4213"/>
                    <a:gd name="connsiteX60-44543" fmla="*/ 1713 w 2254"/>
                    <a:gd name="connsiteY60-44544" fmla="*/ 1904 h 4213"/>
                    <a:gd name="connsiteX61-44545" fmla="*/ 1706 w 2254"/>
                    <a:gd name="connsiteY61-44546" fmla="*/ 2018 h 4213"/>
                    <a:gd name="connsiteX62-44547" fmla="*/ 1766 w 2254"/>
                    <a:gd name="connsiteY62-44548" fmla="*/ 2115 h 4213"/>
                    <a:gd name="connsiteX63-44549" fmla="*/ 1868 w 2254"/>
                    <a:gd name="connsiteY63-44550" fmla="*/ 2183 h 4213"/>
                    <a:gd name="connsiteX64-44551" fmla="*/ 1945 w 2254"/>
                    <a:gd name="connsiteY64-44552" fmla="*/ 2178 h 4213"/>
                    <a:gd name="connsiteX65-44553" fmla="*/ 1990 w 2254"/>
                    <a:gd name="connsiteY65-44554" fmla="*/ 2104 h 4213"/>
                    <a:gd name="connsiteX66-44555" fmla="*/ 2024 w 2254"/>
                    <a:gd name="connsiteY66-44556" fmla="*/ 2210 h 4213"/>
                    <a:gd name="connsiteX67-44557" fmla="*/ 1912 w 2254"/>
                    <a:gd name="connsiteY67-44558" fmla="*/ 2249 h 4213"/>
                    <a:gd name="connsiteX68-44559" fmla="*/ 1959 w 2254"/>
                    <a:gd name="connsiteY68-44560" fmla="*/ 2362 h 4213"/>
                    <a:gd name="connsiteX69-44561" fmla="*/ 1824 w 2254"/>
                    <a:gd name="connsiteY69-44562" fmla="*/ 2509 h 4213"/>
                    <a:gd name="connsiteX70-44563" fmla="*/ 1783 w 2254"/>
                    <a:gd name="connsiteY70-44564" fmla="*/ 2498 h 4213"/>
                    <a:gd name="connsiteX71-44565" fmla="*/ 1659 w 2254"/>
                    <a:gd name="connsiteY71-44566" fmla="*/ 2413 h 4213"/>
                    <a:gd name="connsiteX72-44567" fmla="*/ 1604 w 2254"/>
                    <a:gd name="connsiteY72-44568" fmla="*/ 2412 h 4213"/>
                    <a:gd name="connsiteX73-44569" fmla="*/ 1569 w 2254"/>
                    <a:gd name="connsiteY73-44570" fmla="*/ 2480 h 4213"/>
                    <a:gd name="connsiteX74-44571" fmla="*/ 1572 w 2254"/>
                    <a:gd name="connsiteY74-44572" fmla="*/ 2562 h 4213"/>
                    <a:gd name="connsiteX75-44573" fmla="*/ 1750 w 2254"/>
                    <a:gd name="connsiteY75-44574" fmla="*/ 2730 h 4213"/>
                    <a:gd name="connsiteX76-44575" fmla="*/ 1749 w 2254"/>
                    <a:gd name="connsiteY76-44576" fmla="*/ 2844 h 4213"/>
                    <a:gd name="connsiteX77-44577" fmla="*/ 1840 w 2254"/>
                    <a:gd name="connsiteY77-44578" fmla="*/ 3060 h 4213"/>
                    <a:gd name="connsiteX78-44579" fmla="*/ 1866 w 2254"/>
                    <a:gd name="connsiteY78-44580" fmla="*/ 3090 h 4213"/>
                    <a:gd name="connsiteX79-44581" fmla="*/ 1910 w 2254"/>
                    <a:gd name="connsiteY79-44582" fmla="*/ 3094 h 4213"/>
                    <a:gd name="connsiteX80-44583" fmla="*/ 1956 w 2254"/>
                    <a:gd name="connsiteY80-44584" fmla="*/ 3010 h 4213"/>
                    <a:gd name="connsiteX81-44585" fmla="*/ 2036 w 2254"/>
                    <a:gd name="connsiteY81-44586" fmla="*/ 2950 h 4213"/>
                    <a:gd name="connsiteX82-44587" fmla="*/ 2131 w 2254"/>
                    <a:gd name="connsiteY82-44588" fmla="*/ 3126 h 4213"/>
                    <a:gd name="connsiteX83-44589" fmla="*/ 2241 w 2254"/>
                    <a:gd name="connsiteY83-44590" fmla="*/ 3312 h 4213"/>
                    <a:gd name="connsiteX84-44591" fmla="*/ 2254 w 2254"/>
                    <a:gd name="connsiteY84-44592" fmla="*/ 3342 h 4213"/>
                    <a:gd name="connsiteX85-44593" fmla="*/ 2243 w 2254"/>
                    <a:gd name="connsiteY85-44594" fmla="*/ 3518 h 4213"/>
                    <a:gd name="connsiteX86-44595" fmla="*/ 2208 w 2254"/>
                    <a:gd name="connsiteY86-44596" fmla="*/ 3554 h 4213"/>
                    <a:gd name="connsiteX87-44597" fmla="*/ 2119 w 2254"/>
                    <a:gd name="connsiteY87-44598" fmla="*/ 3515 h 4213"/>
                    <a:gd name="connsiteX88-44599" fmla="*/ 1885 w 2254"/>
                    <a:gd name="connsiteY88-44600" fmla="*/ 3644 h 4213"/>
                    <a:gd name="connsiteX89-44601" fmla="*/ 1859 w 2254"/>
                    <a:gd name="connsiteY89-44602" fmla="*/ 3666 h 4213"/>
                    <a:gd name="connsiteX90-44603" fmla="*/ 1679 w 2254"/>
                    <a:gd name="connsiteY90-44604" fmla="*/ 3812 h 4213"/>
                    <a:gd name="connsiteX91-44605" fmla="*/ 1538 w 2254"/>
                    <a:gd name="connsiteY91-44606" fmla="*/ 3926 h 4213"/>
                    <a:gd name="connsiteX92-44607" fmla="*/ 1503 w 2254"/>
                    <a:gd name="connsiteY92-44608" fmla="*/ 3965 h 4213"/>
                    <a:gd name="connsiteX93-44609" fmla="*/ 1451 w 2254"/>
                    <a:gd name="connsiteY93-44610" fmla="*/ 3973 h 4213"/>
                    <a:gd name="connsiteX94-44611" fmla="*/ 1394 w 2254"/>
                    <a:gd name="connsiteY94-44612" fmla="*/ 3916 h 4213"/>
                    <a:gd name="connsiteX95-44613" fmla="*/ 1270 w 2254"/>
                    <a:gd name="connsiteY95-44614" fmla="*/ 3808 h 4213"/>
                    <a:gd name="connsiteX96-44615" fmla="*/ 1294 w 2254"/>
                    <a:gd name="connsiteY96-44616" fmla="*/ 4064 h 4213"/>
                    <a:gd name="connsiteX97-44617" fmla="*/ 1303 w 2254"/>
                    <a:gd name="connsiteY97-44618" fmla="*/ 4192 h 4213"/>
                    <a:gd name="connsiteX98-44619" fmla="*/ 1041 w 2254"/>
                    <a:gd name="connsiteY98-44620" fmla="*/ 4166 h 4213"/>
                    <a:gd name="connsiteX99-44621" fmla="*/ 959 w 2254"/>
                    <a:gd name="connsiteY99-44622" fmla="*/ 3987 h 4213"/>
                    <a:gd name="connsiteX100-44623" fmla="*/ 877 w 2254"/>
                    <a:gd name="connsiteY100-44624" fmla="*/ 3802 h 4213"/>
                    <a:gd name="connsiteX101-44625" fmla="*/ 798 w 2254"/>
                    <a:gd name="connsiteY101-44626" fmla="*/ 3734 h 4213"/>
                    <a:gd name="connsiteX0-44627" fmla="*/ 798 w 2254"/>
                    <a:gd name="connsiteY0-44628" fmla="*/ 3734 h 4213"/>
                    <a:gd name="connsiteX1-44629" fmla="*/ 679 w 2254"/>
                    <a:gd name="connsiteY1-44630" fmla="*/ 3800 h 4213"/>
                    <a:gd name="connsiteX2-44631" fmla="*/ 695 w 2254"/>
                    <a:gd name="connsiteY2-44632" fmla="*/ 3662 h 4213"/>
                    <a:gd name="connsiteX3-44633" fmla="*/ 633 w 2254"/>
                    <a:gd name="connsiteY3-44634" fmla="*/ 3500 h 4213"/>
                    <a:gd name="connsiteX4-44635" fmla="*/ 742 w 2254"/>
                    <a:gd name="connsiteY4-44636" fmla="*/ 3280 h 4213"/>
                    <a:gd name="connsiteX5-44637" fmla="*/ 932 w 2254"/>
                    <a:gd name="connsiteY5-44638" fmla="*/ 3195 h 4213"/>
                    <a:gd name="connsiteX6-44639" fmla="*/ 1107 w 2254"/>
                    <a:gd name="connsiteY6-44640" fmla="*/ 3058 h 4213"/>
                    <a:gd name="connsiteX7-44641" fmla="*/ 1112 w 2254"/>
                    <a:gd name="connsiteY7-44642" fmla="*/ 2878 h 4213"/>
                    <a:gd name="connsiteX8-44643" fmla="*/ 1068 w 2254"/>
                    <a:gd name="connsiteY8-44644" fmla="*/ 2333 h 4213"/>
                    <a:gd name="connsiteX9-44645" fmla="*/ 1066 w 2254"/>
                    <a:gd name="connsiteY9-44646" fmla="*/ 2117 h 4213"/>
                    <a:gd name="connsiteX10-44647" fmla="*/ 990 w 2254"/>
                    <a:gd name="connsiteY10-44648" fmla="*/ 2039 h 4213"/>
                    <a:gd name="connsiteX11-44649" fmla="*/ 847 w 2254"/>
                    <a:gd name="connsiteY11-44650" fmla="*/ 1951 h 4213"/>
                    <a:gd name="connsiteX12-44651" fmla="*/ 755 w 2254"/>
                    <a:gd name="connsiteY12-44652" fmla="*/ 1827 h 4213"/>
                    <a:gd name="connsiteX13-44653" fmla="*/ 659 w 2254"/>
                    <a:gd name="connsiteY13-44654" fmla="*/ 1828 h 4213"/>
                    <a:gd name="connsiteX14-44655" fmla="*/ 614 w 2254"/>
                    <a:gd name="connsiteY14-44656" fmla="*/ 1883 h 4213"/>
                    <a:gd name="connsiteX15-44657" fmla="*/ 521 w 2254"/>
                    <a:gd name="connsiteY15-44658" fmla="*/ 1877 h 4213"/>
                    <a:gd name="connsiteX16-44659" fmla="*/ 501 w 2254"/>
                    <a:gd name="connsiteY16-44660" fmla="*/ 1994 h 4213"/>
                    <a:gd name="connsiteX17-44661" fmla="*/ 320 w 2254"/>
                    <a:gd name="connsiteY17-44662" fmla="*/ 1941 h 4213"/>
                    <a:gd name="connsiteX18-44663" fmla="*/ 237 w 2254"/>
                    <a:gd name="connsiteY18-44664" fmla="*/ 1939 h 4213"/>
                    <a:gd name="connsiteX19-44665" fmla="*/ 112 w 2254"/>
                    <a:gd name="connsiteY19-44666" fmla="*/ 2014 h 4213"/>
                    <a:gd name="connsiteX20-44667" fmla="*/ 0 w 2254"/>
                    <a:gd name="connsiteY20-44668" fmla="*/ 1890 h 4213"/>
                    <a:gd name="connsiteX21-44669" fmla="*/ 94 w 2254"/>
                    <a:gd name="connsiteY21-44670" fmla="*/ 1804 h 4213"/>
                    <a:gd name="connsiteX22-44671" fmla="*/ 98 w 2254"/>
                    <a:gd name="connsiteY22-44672" fmla="*/ 1634 h 4213"/>
                    <a:gd name="connsiteX23-44673" fmla="*/ 153 w 2254"/>
                    <a:gd name="connsiteY23-44674" fmla="*/ 1514 h 4213"/>
                    <a:gd name="connsiteX24-44675" fmla="*/ 196 w 2254"/>
                    <a:gd name="connsiteY24-44676" fmla="*/ 1306 h 4213"/>
                    <a:gd name="connsiteX25-44677" fmla="*/ 256 w 2254"/>
                    <a:gd name="connsiteY25-44678" fmla="*/ 1307 h 4213"/>
                    <a:gd name="connsiteX26-44679" fmla="*/ 579 w 2254"/>
                    <a:gd name="connsiteY26-44680" fmla="*/ 1286 h 4213"/>
                    <a:gd name="connsiteX27-44681" fmla="*/ 753 w 2254"/>
                    <a:gd name="connsiteY27-44682" fmla="*/ 1117 h 4213"/>
                    <a:gd name="connsiteX28-44683" fmla="*/ 822 w 2254"/>
                    <a:gd name="connsiteY28-44684" fmla="*/ 748 h 4213"/>
                    <a:gd name="connsiteX29-44685" fmla="*/ 932 w 2254"/>
                    <a:gd name="connsiteY29-44686" fmla="*/ 486 h 4213"/>
                    <a:gd name="connsiteX30-44687" fmla="*/ 930 w 2254"/>
                    <a:gd name="connsiteY30-44688" fmla="*/ 358 h 4213"/>
                    <a:gd name="connsiteX31-44689" fmla="*/ 917 w 2254"/>
                    <a:gd name="connsiteY31-44690" fmla="*/ 328 h 4213"/>
                    <a:gd name="connsiteX32-44691" fmla="*/ 850 w 2254"/>
                    <a:gd name="connsiteY32-44692" fmla="*/ 251 h 4213"/>
                    <a:gd name="connsiteX33-44693" fmla="*/ 790 w 2254"/>
                    <a:gd name="connsiteY33-44694" fmla="*/ 217 h 4213"/>
                    <a:gd name="connsiteX34-44695" fmla="*/ 915 w 2254"/>
                    <a:gd name="connsiteY34-44696" fmla="*/ 56 h 4213"/>
                    <a:gd name="connsiteX35-44697" fmla="*/ 1088 w 2254"/>
                    <a:gd name="connsiteY35-44698" fmla="*/ 2 h 4213"/>
                    <a:gd name="connsiteX36-44699" fmla="*/ 1120 w 2254"/>
                    <a:gd name="connsiteY36-44700" fmla="*/ 49 h 4213"/>
                    <a:gd name="connsiteX37-44701" fmla="*/ 1110 w 2254"/>
                    <a:gd name="connsiteY37-44702" fmla="*/ 133 h 4213"/>
                    <a:gd name="connsiteX38-44703" fmla="*/ 1049 w 2254"/>
                    <a:gd name="connsiteY38-44704" fmla="*/ 243 h 4213"/>
                    <a:gd name="connsiteX39-44705" fmla="*/ 1119 w 2254"/>
                    <a:gd name="connsiteY39-44706" fmla="*/ 301 h 4213"/>
                    <a:gd name="connsiteX40-44707" fmla="*/ 1233 w 2254"/>
                    <a:gd name="connsiteY40-44708" fmla="*/ 366 h 4213"/>
                    <a:gd name="connsiteX41-44709" fmla="*/ 1253 w 2254"/>
                    <a:gd name="connsiteY41-44710" fmla="*/ 255 h 4213"/>
                    <a:gd name="connsiteX42-44711" fmla="*/ 1387 w 2254"/>
                    <a:gd name="connsiteY42-44712" fmla="*/ 291 h 4213"/>
                    <a:gd name="connsiteX43-44713" fmla="*/ 1412 w 2254"/>
                    <a:gd name="connsiteY43-44714" fmla="*/ 331 h 4213"/>
                    <a:gd name="connsiteX44-44715" fmla="*/ 1488 w 2254"/>
                    <a:gd name="connsiteY44-44716" fmla="*/ 562 h 4213"/>
                    <a:gd name="connsiteX45-44717" fmla="*/ 1523 w 2254"/>
                    <a:gd name="connsiteY45-44718" fmla="*/ 586 h 4213"/>
                    <a:gd name="connsiteX46-44719" fmla="*/ 1615 w 2254"/>
                    <a:gd name="connsiteY46-44720" fmla="*/ 578 h 4213"/>
                    <a:gd name="connsiteX47-44721" fmla="*/ 1875 w 2254"/>
                    <a:gd name="connsiteY47-44722" fmla="*/ 490 h 4213"/>
                    <a:gd name="connsiteX48-44723" fmla="*/ 2095 w 2254"/>
                    <a:gd name="connsiteY48-44724" fmla="*/ 479 h 4213"/>
                    <a:gd name="connsiteX49-44725" fmla="*/ 2155 w 2254"/>
                    <a:gd name="connsiteY49-44726" fmla="*/ 648 h 4213"/>
                    <a:gd name="connsiteX50-44727" fmla="*/ 2073 w 2254"/>
                    <a:gd name="connsiteY50-44728" fmla="*/ 944 h 4213"/>
                    <a:gd name="connsiteX51-44729" fmla="*/ 2073 w 2254"/>
                    <a:gd name="connsiteY51-44730" fmla="*/ 1022 h 4213"/>
                    <a:gd name="connsiteX52-44731" fmla="*/ 2142 w 2254"/>
                    <a:gd name="connsiteY52-44732" fmla="*/ 1168 h 4213"/>
                    <a:gd name="connsiteX53-44733" fmla="*/ 2157 w 2254"/>
                    <a:gd name="connsiteY53-44734" fmla="*/ 1427 h 4213"/>
                    <a:gd name="connsiteX54-44735" fmla="*/ 2159 w 2254"/>
                    <a:gd name="connsiteY54-44736" fmla="*/ 1617 h 4213"/>
                    <a:gd name="connsiteX55-44737" fmla="*/ 2092 w 2254"/>
                    <a:gd name="connsiteY55-44738" fmla="*/ 1625 h 4213"/>
                    <a:gd name="connsiteX56-44739" fmla="*/ 2070 w 2254"/>
                    <a:gd name="connsiteY56-44740" fmla="*/ 1507 h 4213"/>
                    <a:gd name="connsiteX57-44741" fmla="*/ 2035 w 2254"/>
                    <a:gd name="connsiteY57-44742" fmla="*/ 1450 h 4213"/>
                    <a:gd name="connsiteX58-44743" fmla="*/ 1945 w 2254"/>
                    <a:gd name="connsiteY58-44744" fmla="*/ 1582 h 4213"/>
                    <a:gd name="connsiteX59-44745" fmla="*/ 1832 w 2254"/>
                    <a:gd name="connsiteY59-44746" fmla="*/ 1776 h 4213"/>
                    <a:gd name="connsiteX60-44747" fmla="*/ 1713 w 2254"/>
                    <a:gd name="connsiteY60-44748" fmla="*/ 1904 h 4213"/>
                    <a:gd name="connsiteX61-44749" fmla="*/ 1706 w 2254"/>
                    <a:gd name="connsiteY61-44750" fmla="*/ 2018 h 4213"/>
                    <a:gd name="connsiteX62-44751" fmla="*/ 1766 w 2254"/>
                    <a:gd name="connsiteY62-44752" fmla="*/ 2115 h 4213"/>
                    <a:gd name="connsiteX63-44753" fmla="*/ 1868 w 2254"/>
                    <a:gd name="connsiteY63-44754" fmla="*/ 2183 h 4213"/>
                    <a:gd name="connsiteX64-44755" fmla="*/ 1945 w 2254"/>
                    <a:gd name="connsiteY64-44756" fmla="*/ 2178 h 4213"/>
                    <a:gd name="connsiteX65-44757" fmla="*/ 1990 w 2254"/>
                    <a:gd name="connsiteY65-44758" fmla="*/ 2104 h 4213"/>
                    <a:gd name="connsiteX66-44759" fmla="*/ 2024 w 2254"/>
                    <a:gd name="connsiteY66-44760" fmla="*/ 2210 h 4213"/>
                    <a:gd name="connsiteX67-44761" fmla="*/ 1912 w 2254"/>
                    <a:gd name="connsiteY67-44762" fmla="*/ 2249 h 4213"/>
                    <a:gd name="connsiteX68-44763" fmla="*/ 1959 w 2254"/>
                    <a:gd name="connsiteY68-44764" fmla="*/ 2362 h 4213"/>
                    <a:gd name="connsiteX69-44765" fmla="*/ 1824 w 2254"/>
                    <a:gd name="connsiteY69-44766" fmla="*/ 2509 h 4213"/>
                    <a:gd name="connsiteX70-44767" fmla="*/ 1783 w 2254"/>
                    <a:gd name="connsiteY70-44768" fmla="*/ 2498 h 4213"/>
                    <a:gd name="connsiteX71-44769" fmla="*/ 1659 w 2254"/>
                    <a:gd name="connsiteY71-44770" fmla="*/ 2413 h 4213"/>
                    <a:gd name="connsiteX72-44771" fmla="*/ 1604 w 2254"/>
                    <a:gd name="connsiteY72-44772" fmla="*/ 2412 h 4213"/>
                    <a:gd name="connsiteX73-44773" fmla="*/ 1569 w 2254"/>
                    <a:gd name="connsiteY73-44774" fmla="*/ 2480 h 4213"/>
                    <a:gd name="connsiteX74-44775" fmla="*/ 1572 w 2254"/>
                    <a:gd name="connsiteY74-44776" fmla="*/ 2562 h 4213"/>
                    <a:gd name="connsiteX75-44777" fmla="*/ 1750 w 2254"/>
                    <a:gd name="connsiteY75-44778" fmla="*/ 2730 h 4213"/>
                    <a:gd name="connsiteX76-44779" fmla="*/ 1749 w 2254"/>
                    <a:gd name="connsiteY76-44780" fmla="*/ 2844 h 4213"/>
                    <a:gd name="connsiteX77-44781" fmla="*/ 1840 w 2254"/>
                    <a:gd name="connsiteY77-44782" fmla="*/ 3060 h 4213"/>
                    <a:gd name="connsiteX78-44783" fmla="*/ 1866 w 2254"/>
                    <a:gd name="connsiteY78-44784" fmla="*/ 3090 h 4213"/>
                    <a:gd name="connsiteX79-44785" fmla="*/ 1910 w 2254"/>
                    <a:gd name="connsiteY79-44786" fmla="*/ 3094 h 4213"/>
                    <a:gd name="connsiteX80-44787" fmla="*/ 1956 w 2254"/>
                    <a:gd name="connsiteY80-44788" fmla="*/ 3010 h 4213"/>
                    <a:gd name="connsiteX81-44789" fmla="*/ 2036 w 2254"/>
                    <a:gd name="connsiteY81-44790" fmla="*/ 2950 h 4213"/>
                    <a:gd name="connsiteX82-44791" fmla="*/ 2131 w 2254"/>
                    <a:gd name="connsiteY82-44792" fmla="*/ 3126 h 4213"/>
                    <a:gd name="connsiteX83-44793" fmla="*/ 2241 w 2254"/>
                    <a:gd name="connsiteY83-44794" fmla="*/ 3312 h 4213"/>
                    <a:gd name="connsiteX84-44795" fmla="*/ 2254 w 2254"/>
                    <a:gd name="connsiteY84-44796" fmla="*/ 3342 h 4213"/>
                    <a:gd name="connsiteX85-44797" fmla="*/ 2243 w 2254"/>
                    <a:gd name="connsiteY85-44798" fmla="*/ 3518 h 4213"/>
                    <a:gd name="connsiteX86-44799" fmla="*/ 2208 w 2254"/>
                    <a:gd name="connsiteY86-44800" fmla="*/ 3554 h 4213"/>
                    <a:gd name="connsiteX87-44801" fmla="*/ 2119 w 2254"/>
                    <a:gd name="connsiteY87-44802" fmla="*/ 3515 h 4213"/>
                    <a:gd name="connsiteX88-44803" fmla="*/ 1885 w 2254"/>
                    <a:gd name="connsiteY88-44804" fmla="*/ 3644 h 4213"/>
                    <a:gd name="connsiteX89-44805" fmla="*/ 1859 w 2254"/>
                    <a:gd name="connsiteY89-44806" fmla="*/ 3666 h 4213"/>
                    <a:gd name="connsiteX90-44807" fmla="*/ 1679 w 2254"/>
                    <a:gd name="connsiteY90-44808" fmla="*/ 3812 h 4213"/>
                    <a:gd name="connsiteX91-44809" fmla="*/ 1538 w 2254"/>
                    <a:gd name="connsiteY91-44810" fmla="*/ 3926 h 4213"/>
                    <a:gd name="connsiteX92-44811" fmla="*/ 1503 w 2254"/>
                    <a:gd name="connsiteY92-44812" fmla="*/ 3965 h 4213"/>
                    <a:gd name="connsiteX93-44813" fmla="*/ 1451 w 2254"/>
                    <a:gd name="connsiteY93-44814" fmla="*/ 3973 h 4213"/>
                    <a:gd name="connsiteX94-44815" fmla="*/ 1394 w 2254"/>
                    <a:gd name="connsiteY94-44816" fmla="*/ 3916 h 4213"/>
                    <a:gd name="connsiteX95-44817" fmla="*/ 1270 w 2254"/>
                    <a:gd name="connsiteY95-44818" fmla="*/ 3808 h 4213"/>
                    <a:gd name="connsiteX96-44819" fmla="*/ 1294 w 2254"/>
                    <a:gd name="connsiteY96-44820" fmla="*/ 4064 h 4213"/>
                    <a:gd name="connsiteX97-44821" fmla="*/ 1303 w 2254"/>
                    <a:gd name="connsiteY97-44822" fmla="*/ 4192 h 4213"/>
                    <a:gd name="connsiteX98-44823" fmla="*/ 1041 w 2254"/>
                    <a:gd name="connsiteY98-44824" fmla="*/ 4166 h 4213"/>
                    <a:gd name="connsiteX99-44825" fmla="*/ 959 w 2254"/>
                    <a:gd name="connsiteY99-44826" fmla="*/ 3987 h 4213"/>
                    <a:gd name="connsiteX100-44827" fmla="*/ 877 w 2254"/>
                    <a:gd name="connsiteY100-44828" fmla="*/ 3802 h 4213"/>
                    <a:gd name="connsiteX101-44829" fmla="*/ 798 w 2254"/>
                    <a:gd name="connsiteY101-44830" fmla="*/ 3734 h 4213"/>
                    <a:gd name="connsiteX0-44831" fmla="*/ 798 w 2254"/>
                    <a:gd name="connsiteY0-44832" fmla="*/ 3734 h 4213"/>
                    <a:gd name="connsiteX1-44833" fmla="*/ 679 w 2254"/>
                    <a:gd name="connsiteY1-44834" fmla="*/ 3800 h 4213"/>
                    <a:gd name="connsiteX2-44835" fmla="*/ 695 w 2254"/>
                    <a:gd name="connsiteY2-44836" fmla="*/ 3662 h 4213"/>
                    <a:gd name="connsiteX3-44837" fmla="*/ 633 w 2254"/>
                    <a:gd name="connsiteY3-44838" fmla="*/ 3500 h 4213"/>
                    <a:gd name="connsiteX4-44839" fmla="*/ 742 w 2254"/>
                    <a:gd name="connsiteY4-44840" fmla="*/ 3280 h 4213"/>
                    <a:gd name="connsiteX5-44841" fmla="*/ 932 w 2254"/>
                    <a:gd name="connsiteY5-44842" fmla="*/ 3195 h 4213"/>
                    <a:gd name="connsiteX6-44843" fmla="*/ 1107 w 2254"/>
                    <a:gd name="connsiteY6-44844" fmla="*/ 3058 h 4213"/>
                    <a:gd name="connsiteX7-44845" fmla="*/ 1112 w 2254"/>
                    <a:gd name="connsiteY7-44846" fmla="*/ 2878 h 4213"/>
                    <a:gd name="connsiteX8-44847" fmla="*/ 1068 w 2254"/>
                    <a:gd name="connsiteY8-44848" fmla="*/ 2333 h 4213"/>
                    <a:gd name="connsiteX9-44849" fmla="*/ 1066 w 2254"/>
                    <a:gd name="connsiteY9-44850" fmla="*/ 2117 h 4213"/>
                    <a:gd name="connsiteX10-44851" fmla="*/ 990 w 2254"/>
                    <a:gd name="connsiteY10-44852" fmla="*/ 2039 h 4213"/>
                    <a:gd name="connsiteX11-44853" fmla="*/ 847 w 2254"/>
                    <a:gd name="connsiteY11-44854" fmla="*/ 1951 h 4213"/>
                    <a:gd name="connsiteX12-44855" fmla="*/ 755 w 2254"/>
                    <a:gd name="connsiteY12-44856" fmla="*/ 1827 h 4213"/>
                    <a:gd name="connsiteX13-44857" fmla="*/ 659 w 2254"/>
                    <a:gd name="connsiteY13-44858" fmla="*/ 1828 h 4213"/>
                    <a:gd name="connsiteX14-44859" fmla="*/ 614 w 2254"/>
                    <a:gd name="connsiteY14-44860" fmla="*/ 1883 h 4213"/>
                    <a:gd name="connsiteX15-44861" fmla="*/ 521 w 2254"/>
                    <a:gd name="connsiteY15-44862" fmla="*/ 1877 h 4213"/>
                    <a:gd name="connsiteX16-44863" fmla="*/ 501 w 2254"/>
                    <a:gd name="connsiteY16-44864" fmla="*/ 1994 h 4213"/>
                    <a:gd name="connsiteX17-44865" fmla="*/ 320 w 2254"/>
                    <a:gd name="connsiteY17-44866" fmla="*/ 1941 h 4213"/>
                    <a:gd name="connsiteX18-44867" fmla="*/ 237 w 2254"/>
                    <a:gd name="connsiteY18-44868" fmla="*/ 1939 h 4213"/>
                    <a:gd name="connsiteX19-44869" fmla="*/ 112 w 2254"/>
                    <a:gd name="connsiteY19-44870" fmla="*/ 2014 h 4213"/>
                    <a:gd name="connsiteX20-44871" fmla="*/ 0 w 2254"/>
                    <a:gd name="connsiteY20-44872" fmla="*/ 1890 h 4213"/>
                    <a:gd name="connsiteX21-44873" fmla="*/ 94 w 2254"/>
                    <a:gd name="connsiteY21-44874" fmla="*/ 1804 h 4213"/>
                    <a:gd name="connsiteX22-44875" fmla="*/ 98 w 2254"/>
                    <a:gd name="connsiteY22-44876" fmla="*/ 1634 h 4213"/>
                    <a:gd name="connsiteX23-44877" fmla="*/ 153 w 2254"/>
                    <a:gd name="connsiteY23-44878" fmla="*/ 1514 h 4213"/>
                    <a:gd name="connsiteX24-44879" fmla="*/ 196 w 2254"/>
                    <a:gd name="connsiteY24-44880" fmla="*/ 1306 h 4213"/>
                    <a:gd name="connsiteX25-44881" fmla="*/ 256 w 2254"/>
                    <a:gd name="connsiteY25-44882" fmla="*/ 1307 h 4213"/>
                    <a:gd name="connsiteX26-44883" fmla="*/ 579 w 2254"/>
                    <a:gd name="connsiteY26-44884" fmla="*/ 1286 h 4213"/>
                    <a:gd name="connsiteX27-44885" fmla="*/ 753 w 2254"/>
                    <a:gd name="connsiteY27-44886" fmla="*/ 1117 h 4213"/>
                    <a:gd name="connsiteX28-44887" fmla="*/ 822 w 2254"/>
                    <a:gd name="connsiteY28-44888" fmla="*/ 748 h 4213"/>
                    <a:gd name="connsiteX29-44889" fmla="*/ 932 w 2254"/>
                    <a:gd name="connsiteY29-44890" fmla="*/ 486 h 4213"/>
                    <a:gd name="connsiteX30-44891" fmla="*/ 930 w 2254"/>
                    <a:gd name="connsiteY30-44892" fmla="*/ 358 h 4213"/>
                    <a:gd name="connsiteX31-44893" fmla="*/ 917 w 2254"/>
                    <a:gd name="connsiteY31-44894" fmla="*/ 328 h 4213"/>
                    <a:gd name="connsiteX32-44895" fmla="*/ 850 w 2254"/>
                    <a:gd name="connsiteY32-44896" fmla="*/ 251 h 4213"/>
                    <a:gd name="connsiteX33-44897" fmla="*/ 790 w 2254"/>
                    <a:gd name="connsiteY33-44898" fmla="*/ 217 h 4213"/>
                    <a:gd name="connsiteX34-44899" fmla="*/ 915 w 2254"/>
                    <a:gd name="connsiteY34-44900" fmla="*/ 56 h 4213"/>
                    <a:gd name="connsiteX35-44901" fmla="*/ 1088 w 2254"/>
                    <a:gd name="connsiteY35-44902" fmla="*/ 2 h 4213"/>
                    <a:gd name="connsiteX36-44903" fmla="*/ 1120 w 2254"/>
                    <a:gd name="connsiteY36-44904" fmla="*/ 49 h 4213"/>
                    <a:gd name="connsiteX37-44905" fmla="*/ 1110 w 2254"/>
                    <a:gd name="connsiteY37-44906" fmla="*/ 133 h 4213"/>
                    <a:gd name="connsiteX38-44907" fmla="*/ 1049 w 2254"/>
                    <a:gd name="connsiteY38-44908" fmla="*/ 243 h 4213"/>
                    <a:gd name="connsiteX39-44909" fmla="*/ 1119 w 2254"/>
                    <a:gd name="connsiteY39-44910" fmla="*/ 301 h 4213"/>
                    <a:gd name="connsiteX40-44911" fmla="*/ 1233 w 2254"/>
                    <a:gd name="connsiteY40-44912" fmla="*/ 366 h 4213"/>
                    <a:gd name="connsiteX41-44913" fmla="*/ 1253 w 2254"/>
                    <a:gd name="connsiteY41-44914" fmla="*/ 255 h 4213"/>
                    <a:gd name="connsiteX42-44915" fmla="*/ 1387 w 2254"/>
                    <a:gd name="connsiteY42-44916" fmla="*/ 291 h 4213"/>
                    <a:gd name="connsiteX43-44917" fmla="*/ 1412 w 2254"/>
                    <a:gd name="connsiteY43-44918" fmla="*/ 331 h 4213"/>
                    <a:gd name="connsiteX44-44919" fmla="*/ 1488 w 2254"/>
                    <a:gd name="connsiteY44-44920" fmla="*/ 562 h 4213"/>
                    <a:gd name="connsiteX45-44921" fmla="*/ 1523 w 2254"/>
                    <a:gd name="connsiteY45-44922" fmla="*/ 586 h 4213"/>
                    <a:gd name="connsiteX46-44923" fmla="*/ 1615 w 2254"/>
                    <a:gd name="connsiteY46-44924" fmla="*/ 578 h 4213"/>
                    <a:gd name="connsiteX47-44925" fmla="*/ 1875 w 2254"/>
                    <a:gd name="connsiteY47-44926" fmla="*/ 490 h 4213"/>
                    <a:gd name="connsiteX48-44927" fmla="*/ 2095 w 2254"/>
                    <a:gd name="connsiteY48-44928" fmla="*/ 479 h 4213"/>
                    <a:gd name="connsiteX49-44929" fmla="*/ 2155 w 2254"/>
                    <a:gd name="connsiteY49-44930" fmla="*/ 648 h 4213"/>
                    <a:gd name="connsiteX50-44931" fmla="*/ 2073 w 2254"/>
                    <a:gd name="connsiteY50-44932" fmla="*/ 944 h 4213"/>
                    <a:gd name="connsiteX51-44933" fmla="*/ 2073 w 2254"/>
                    <a:gd name="connsiteY51-44934" fmla="*/ 1022 h 4213"/>
                    <a:gd name="connsiteX52-44935" fmla="*/ 2142 w 2254"/>
                    <a:gd name="connsiteY52-44936" fmla="*/ 1168 h 4213"/>
                    <a:gd name="connsiteX53-44937" fmla="*/ 2157 w 2254"/>
                    <a:gd name="connsiteY53-44938" fmla="*/ 1427 h 4213"/>
                    <a:gd name="connsiteX54-44939" fmla="*/ 2159 w 2254"/>
                    <a:gd name="connsiteY54-44940" fmla="*/ 1617 h 4213"/>
                    <a:gd name="connsiteX55-44941" fmla="*/ 2092 w 2254"/>
                    <a:gd name="connsiteY55-44942" fmla="*/ 1625 h 4213"/>
                    <a:gd name="connsiteX56-44943" fmla="*/ 2070 w 2254"/>
                    <a:gd name="connsiteY56-44944" fmla="*/ 1507 h 4213"/>
                    <a:gd name="connsiteX57-44945" fmla="*/ 2035 w 2254"/>
                    <a:gd name="connsiteY57-44946" fmla="*/ 1450 h 4213"/>
                    <a:gd name="connsiteX58-44947" fmla="*/ 1945 w 2254"/>
                    <a:gd name="connsiteY58-44948" fmla="*/ 1582 h 4213"/>
                    <a:gd name="connsiteX59-44949" fmla="*/ 1832 w 2254"/>
                    <a:gd name="connsiteY59-44950" fmla="*/ 1776 h 4213"/>
                    <a:gd name="connsiteX60-44951" fmla="*/ 1713 w 2254"/>
                    <a:gd name="connsiteY60-44952" fmla="*/ 1904 h 4213"/>
                    <a:gd name="connsiteX61-44953" fmla="*/ 1706 w 2254"/>
                    <a:gd name="connsiteY61-44954" fmla="*/ 2018 h 4213"/>
                    <a:gd name="connsiteX62-44955" fmla="*/ 1766 w 2254"/>
                    <a:gd name="connsiteY62-44956" fmla="*/ 2115 h 4213"/>
                    <a:gd name="connsiteX63-44957" fmla="*/ 1868 w 2254"/>
                    <a:gd name="connsiteY63-44958" fmla="*/ 2183 h 4213"/>
                    <a:gd name="connsiteX64-44959" fmla="*/ 1945 w 2254"/>
                    <a:gd name="connsiteY64-44960" fmla="*/ 2178 h 4213"/>
                    <a:gd name="connsiteX65-44961" fmla="*/ 1990 w 2254"/>
                    <a:gd name="connsiteY65-44962" fmla="*/ 2104 h 4213"/>
                    <a:gd name="connsiteX66-44963" fmla="*/ 2024 w 2254"/>
                    <a:gd name="connsiteY66-44964" fmla="*/ 2210 h 4213"/>
                    <a:gd name="connsiteX67-44965" fmla="*/ 1912 w 2254"/>
                    <a:gd name="connsiteY67-44966" fmla="*/ 2249 h 4213"/>
                    <a:gd name="connsiteX68-44967" fmla="*/ 1959 w 2254"/>
                    <a:gd name="connsiteY68-44968" fmla="*/ 2362 h 4213"/>
                    <a:gd name="connsiteX69-44969" fmla="*/ 1824 w 2254"/>
                    <a:gd name="connsiteY69-44970" fmla="*/ 2509 h 4213"/>
                    <a:gd name="connsiteX70-44971" fmla="*/ 1783 w 2254"/>
                    <a:gd name="connsiteY70-44972" fmla="*/ 2498 h 4213"/>
                    <a:gd name="connsiteX71-44973" fmla="*/ 1659 w 2254"/>
                    <a:gd name="connsiteY71-44974" fmla="*/ 2413 h 4213"/>
                    <a:gd name="connsiteX72-44975" fmla="*/ 1604 w 2254"/>
                    <a:gd name="connsiteY72-44976" fmla="*/ 2412 h 4213"/>
                    <a:gd name="connsiteX73-44977" fmla="*/ 1569 w 2254"/>
                    <a:gd name="connsiteY73-44978" fmla="*/ 2480 h 4213"/>
                    <a:gd name="connsiteX74-44979" fmla="*/ 1572 w 2254"/>
                    <a:gd name="connsiteY74-44980" fmla="*/ 2562 h 4213"/>
                    <a:gd name="connsiteX75-44981" fmla="*/ 1750 w 2254"/>
                    <a:gd name="connsiteY75-44982" fmla="*/ 2730 h 4213"/>
                    <a:gd name="connsiteX76-44983" fmla="*/ 1749 w 2254"/>
                    <a:gd name="connsiteY76-44984" fmla="*/ 2844 h 4213"/>
                    <a:gd name="connsiteX77-44985" fmla="*/ 1840 w 2254"/>
                    <a:gd name="connsiteY77-44986" fmla="*/ 3060 h 4213"/>
                    <a:gd name="connsiteX78-44987" fmla="*/ 1866 w 2254"/>
                    <a:gd name="connsiteY78-44988" fmla="*/ 3090 h 4213"/>
                    <a:gd name="connsiteX79-44989" fmla="*/ 1910 w 2254"/>
                    <a:gd name="connsiteY79-44990" fmla="*/ 3094 h 4213"/>
                    <a:gd name="connsiteX80-44991" fmla="*/ 1956 w 2254"/>
                    <a:gd name="connsiteY80-44992" fmla="*/ 3010 h 4213"/>
                    <a:gd name="connsiteX81-44993" fmla="*/ 2036 w 2254"/>
                    <a:gd name="connsiteY81-44994" fmla="*/ 2950 h 4213"/>
                    <a:gd name="connsiteX82-44995" fmla="*/ 2131 w 2254"/>
                    <a:gd name="connsiteY82-44996" fmla="*/ 3126 h 4213"/>
                    <a:gd name="connsiteX83-44997" fmla="*/ 2241 w 2254"/>
                    <a:gd name="connsiteY83-44998" fmla="*/ 3312 h 4213"/>
                    <a:gd name="connsiteX84-44999" fmla="*/ 2254 w 2254"/>
                    <a:gd name="connsiteY84-45000" fmla="*/ 3342 h 4213"/>
                    <a:gd name="connsiteX85-45001" fmla="*/ 2243 w 2254"/>
                    <a:gd name="connsiteY85-45002" fmla="*/ 3518 h 4213"/>
                    <a:gd name="connsiteX86-45003" fmla="*/ 2208 w 2254"/>
                    <a:gd name="connsiteY86-45004" fmla="*/ 3554 h 4213"/>
                    <a:gd name="connsiteX87-45005" fmla="*/ 2119 w 2254"/>
                    <a:gd name="connsiteY87-45006" fmla="*/ 3515 h 4213"/>
                    <a:gd name="connsiteX88-45007" fmla="*/ 1885 w 2254"/>
                    <a:gd name="connsiteY88-45008" fmla="*/ 3644 h 4213"/>
                    <a:gd name="connsiteX89-45009" fmla="*/ 1859 w 2254"/>
                    <a:gd name="connsiteY89-45010" fmla="*/ 3666 h 4213"/>
                    <a:gd name="connsiteX90-45011" fmla="*/ 1679 w 2254"/>
                    <a:gd name="connsiteY90-45012" fmla="*/ 3812 h 4213"/>
                    <a:gd name="connsiteX91-45013" fmla="*/ 1538 w 2254"/>
                    <a:gd name="connsiteY91-45014" fmla="*/ 3926 h 4213"/>
                    <a:gd name="connsiteX92-45015" fmla="*/ 1503 w 2254"/>
                    <a:gd name="connsiteY92-45016" fmla="*/ 3965 h 4213"/>
                    <a:gd name="connsiteX93-45017" fmla="*/ 1451 w 2254"/>
                    <a:gd name="connsiteY93-45018" fmla="*/ 3973 h 4213"/>
                    <a:gd name="connsiteX94-45019" fmla="*/ 1394 w 2254"/>
                    <a:gd name="connsiteY94-45020" fmla="*/ 3916 h 4213"/>
                    <a:gd name="connsiteX95-45021" fmla="*/ 1270 w 2254"/>
                    <a:gd name="connsiteY95-45022" fmla="*/ 3808 h 4213"/>
                    <a:gd name="connsiteX96-45023" fmla="*/ 1294 w 2254"/>
                    <a:gd name="connsiteY96-45024" fmla="*/ 4064 h 4213"/>
                    <a:gd name="connsiteX97-45025" fmla="*/ 1303 w 2254"/>
                    <a:gd name="connsiteY97-45026" fmla="*/ 4192 h 4213"/>
                    <a:gd name="connsiteX98-45027" fmla="*/ 1041 w 2254"/>
                    <a:gd name="connsiteY98-45028" fmla="*/ 4166 h 4213"/>
                    <a:gd name="connsiteX99-45029" fmla="*/ 959 w 2254"/>
                    <a:gd name="connsiteY99-45030" fmla="*/ 3987 h 4213"/>
                    <a:gd name="connsiteX100-45031" fmla="*/ 877 w 2254"/>
                    <a:gd name="connsiteY100-45032" fmla="*/ 3802 h 4213"/>
                    <a:gd name="connsiteX101-45033" fmla="*/ 798 w 2254"/>
                    <a:gd name="connsiteY101-45034" fmla="*/ 3734 h 4213"/>
                    <a:gd name="connsiteX0-45035" fmla="*/ 798 w 2254"/>
                    <a:gd name="connsiteY0-45036" fmla="*/ 3734 h 4213"/>
                    <a:gd name="connsiteX1-45037" fmla="*/ 679 w 2254"/>
                    <a:gd name="connsiteY1-45038" fmla="*/ 3800 h 4213"/>
                    <a:gd name="connsiteX2-45039" fmla="*/ 695 w 2254"/>
                    <a:gd name="connsiteY2-45040" fmla="*/ 3662 h 4213"/>
                    <a:gd name="connsiteX3-45041" fmla="*/ 633 w 2254"/>
                    <a:gd name="connsiteY3-45042" fmla="*/ 3500 h 4213"/>
                    <a:gd name="connsiteX4-45043" fmla="*/ 742 w 2254"/>
                    <a:gd name="connsiteY4-45044" fmla="*/ 3280 h 4213"/>
                    <a:gd name="connsiteX5-45045" fmla="*/ 932 w 2254"/>
                    <a:gd name="connsiteY5-45046" fmla="*/ 3195 h 4213"/>
                    <a:gd name="connsiteX6-45047" fmla="*/ 1107 w 2254"/>
                    <a:gd name="connsiteY6-45048" fmla="*/ 3058 h 4213"/>
                    <a:gd name="connsiteX7-45049" fmla="*/ 1112 w 2254"/>
                    <a:gd name="connsiteY7-45050" fmla="*/ 2878 h 4213"/>
                    <a:gd name="connsiteX8-45051" fmla="*/ 1068 w 2254"/>
                    <a:gd name="connsiteY8-45052" fmla="*/ 2333 h 4213"/>
                    <a:gd name="connsiteX9-45053" fmla="*/ 1066 w 2254"/>
                    <a:gd name="connsiteY9-45054" fmla="*/ 2117 h 4213"/>
                    <a:gd name="connsiteX10-45055" fmla="*/ 990 w 2254"/>
                    <a:gd name="connsiteY10-45056" fmla="*/ 2039 h 4213"/>
                    <a:gd name="connsiteX11-45057" fmla="*/ 847 w 2254"/>
                    <a:gd name="connsiteY11-45058" fmla="*/ 1951 h 4213"/>
                    <a:gd name="connsiteX12-45059" fmla="*/ 755 w 2254"/>
                    <a:gd name="connsiteY12-45060" fmla="*/ 1827 h 4213"/>
                    <a:gd name="connsiteX13-45061" fmla="*/ 659 w 2254"/>
                    <a:gd name="connsiteY13-45062" fmla="*/ 1828 h 4213"/>
                    <a:gd name="connsiteX14-45063" fmla="*/ 614 w 2254"/>
                    <a:gd name="connsiteY14-45064" fmla="*/ 1883 h 4213"/>
                    <a:gd name="connsiteX15-45065" fmla="*/ 521 w 2254"/>
                    <a:gd name="connsiteY15-45066" fmla="*/ 1877 h 4213"/>
                    <a:gd name="connsiteX16-45067" fmla="*/ 501 w 2254"/>
                    <a:gd name="connsiteY16-45068" fmla="*/ 1994 h 4213"/>
                    <a:gd name="connsiteX17-45069" fmla="*/ 320 w 2254"/>
                    <a:gd name="connsiteY17-45070" fmla="*/ 1941 h 4213"/>
                    <a:gd name="connsiteX18-45071" fmla="*/ 237 w 2254"/>
                    <a:gd name="connsiteY18-45072" fmla="*/ 1939 h 4213"/>
                    <a:gd name="connsiteX19-45073" fmla="*/ 112 w 2254"/>
                    <a:gd name="connsiteY19-45074" fmla="*/ 2014 h 4213"/>
                    <a:gd name="connsiteX20-45075" fmla="*/ 0 w 2254"/>
                    <a:gd name="connsiteY20-45076" fmla="*/ 1890 h 4213"/>
                    <a:gd name="connsiteX21-45077" fmla="*/ 94 w 2254"/>
                    <a:gd name="connsiteY21-45078" fmla="*/ 1804 h 4213"/>
                    <a:gd name="connsiteX22-45079" fmla="*/ 98 w 2254"/>
                    <a:gd name="connsiteY22-45080" fmla="*/ 1634 h 4213"/>
                    <a:gd name="connsiteX23-45081" fmla="*/ 153 w 2254"/>
                    <a:gd name="connsiteY23-45082" fmla="*/ 1514 h 4213"/>
                    <a:gd name="connsiteX24-45083" fmla="*/ 196 w 2254"/>
                    <a:gd name="connsiteY24-45084" fmla="*/ 1306 h 4213"/>
                    <a:gd name="connsiteX25-45085" fmla="*/ 256 w 2254"/>
                    <a:gd name="connsiteY25-45086" fmla="*/ 1307 h 4213"/>
                    <a:gd name="connsiteX26-45087" fmla="*/ 579 w 2254"/>
                    <a:gd name="connsiteY26-45088" fmla="*/ 1286 h 4213"/>
                    <a:gd name="connsiteX27-45089" fmla="*/ 753 w 2254"/>
                    <a:gd name="connsiteY27-45090" fmla="*/ 1117 h 4213"/>
                    <a:gd name="connsiteX28-45091" fmla="*/ 822 w 2254"/>
                    <a:gd name="connsiteY28-45092" fmla="*/ 748 h 4213"/>
                    <a:gd name="connsiteX29-45093" fmla="*/ 932 w 2254"/>
                    <a:gd name="connsiteY29-45094" fmla="*/ 486 h 4213"/>
                    <a:gd name="connsiteX30-45095" fmla="*/ 930 w 2254"/>
                    <a:gd name="connsiteY30-45096" fmla="*/ 358 h 4213"/>
                    <a:gd name="connsiteX31-45097" fmla="*/ 917 w 2254"/>
                    <a:gd name="connsiteY31-45098" fmla="*/ 328 h 4213"/>
                    <a:gd name="connsiteX32-45099" fmla="*/ 850 w 2254"/>
                    <a:gd name="connsiteY32-45100" fmla="*/ 251 h 4213"/>
                    <a:gd name="connsiteX33-45101" fmla="*/ 790 w 2254"/>
                    <a:gd name="connsiteY33-45102" fmla="*/ 217 h 4213"/>
                    <a:gd name="connsiteX34-45103" fmla="*/ 915 w 2254"/>
                    <a:gd name="connsiteY34-45104" fmla="*/ 56 h 4213"/>
                    <a:gd name="connsiteX35-45105" fmla="*/ 1088 w 2254"/>
                    <a:gd name="connsiteY35-45106" fmla="*/ 2 h 4213"/>
                    <a:gd name="connsiteX36-45107" fmla="*/ 1120 w 2254"/>
                    <a:gd name="connsiteY36-45108" fmla="*/ 49 h 4213"/>
                    <a:gd name="connsiteX37-45109" fmla="*/ 1110 w 2254"/>
                    <a:gd name="connsiteY37-45110" fmla="*/ 133 h 4213"/>
                    <a:gd name="connsiteX38-45111" fmla="*/ 1049 w 2254"/>
                    <a:gd name="connsiteY38-45112" fmla="*/ 243 h 4213"/>
                    <a:gd name="connsiteX39-45113" fmla="*/ 1119 w 2254"/>
                    <a:gd name="connsiteY39-45114" fmla="*/ 301 h 4213"/>
                    <a:gd name="connsiteX40-45115" fmla="*/ 1233 w 2254"/>
                    <a:gd name="connsiteY40-45116" fmla="*/ 366 h 4213"/>
                    <a:gd name="connsiteX41-45117" fmla="*/ 1253 w 2254"/>
                    <a:gd name="connsiteY41-45118" fmla="*/ 255 h 4213"/>
                    <a:gd name="connsiteX42-45119" fmla="*/ 1387 w 2254"/>
                    <a:gd name="connsiteY42-45120" fmla="*/ 291 h 4213"/>
                    <a:gd name="connsiteX43-45121" fmla="*/ 1412 w 2254"/>
                    <a:gd name="connsiteY43-45122" fmla="*/ 331 h 4213"/>
                    <a:gd name="connsiteX44-45123" fmla="*/ 1488 w 2254"/>
                    <a:gd name="connsiteY44-45124" fmla="*/ 562 h 4213"/>
                    <a:gd name="connsiteX45-45125" fmla="*/ 1523 w 2254"/>
                    <a:gd name="connsiteY45-45126" fmla="*/ 586 h 4213"/>
                    <a:gd name="connsiteX46-45127" fmla="*/ 1615 w 2254"/>
                    <a:gd name="connsiteY46-45128" fmla="*/ 578 h 4213"/>
                    <a:gd name="connsiteX47-45129" fmla="*/ 1875 w 2254"/>
                    <a:gd name="connsiteY47-45130" fmla="*/ 490 h 4213"/>
                    <a:gd name="connsiteX48-45131" fmla="*/ 2095 w 2254"/>
                    <a:gd name="connsiteY48-45132" fmla="*/ 479 h 4213"/>
                    <a:gd name="connsiteX49-45133" fmla="*/ 2155 w 2254"/>
                    <a:gd name="connsiteY49-45134" fmla="*/ 648 h 4213"/>
                    <a:gd name="connsiteX50-45135" fmla="*/ 2073 w 2254"/>
                    <a:gd name="connsiteY50-45136" fmla="*/ 944 h 4213"/>
                    <a:gd name="connsiteX51-45137" fmla="*/ 2073 w 2254"/>
                    <a:gd name="connsiteY51-45138" fmla="*/ 1022 h 4213"/>
                    <a:gd name="connsiteX52-45139" fmla="*/ 2142 w 2254"/>
                    <a:gd name="connsiteY52-45140" fmla="*/ 1168 h 4213"/>
                    <a:gd name="connsiteX53-45141" fmla="*/ 2157 w 2254"/>
                    <a:gd name="connsiteY53-45142" fmla="*/ 1427 h 4213"/>
                    <a:gd name="connsiteX54-45143" fmla="*/ 2159 w 2254"/>
                    <a:gd name="connsiteY54-45144" fmla="*/ 1617 h 4213"/>
                    <a:gd name="connsiteX55-45145" fmla="*/ 2092 w 2254"/>
                    <a:gd name="connsiteY55-45146" fmla="*/ 1625 h 4213"/>
                    <a:gd name="connsiteX56-45147" fmla="*/ 2070 w 2254"/>
                    <a:gd name="connsiteY56-45148" fmla="*/ 1507 h 4213"/>
                    <a:gd name="connsiteX57-45149" fmla="*/ 2035 w 2254"/>
                    <a:gd name="connsiteY57-45150" fmla="*/ 1450 h 4213"/>
                    <a:gd name="connsiteX58-45151" fmla="*/ 1945 w 2254"/>
                    <a:gd name="connsiteY58-45152" fmla="*/ 1582 h 4213"/>
                    <a:gd name="connsiteX59-45153" fmla="*/ 1832 w 2254"/>
                    <a:gd name="connsiteY59-45154" fmla="*/ 1776 h 4213"/>
                    <a:gd name="connsiteX60-45155" fmla="*/ 1713 w 2254"/>
                    <a:gd name="connsiteY60-45156" fmla="*/ 1904 h 4213"/>
                    <a:gd name="connsiteX61-45157" fmla="*/ 1706 w 2254"/>
                    <a:gd name="connsiteY61-45158" fmla="*/ 2018 h 4213"/>
                    <a:gd name="connsiteX62-45159" fmla="*/ 1766 w 2254"/>
                    <a:gd name="connsiteY62-45160" fmla="*/ 2115 h 4213"/>
                    <a:gd name="connsiteX63-45161" fmla="*/ 1868 w 2254"/>
                    <a:gd name="connsiteY63-45162" fmla="*/ 2183 h 4213"/>
                    <a:gd name="connsiteX64-45163" fmla="*/ 1945 w 2254"/>
                    <a:gd name="connsiteY64-45164" fmla="*/ 2178 h 4213"/>
                    <a:gd name="connsiteX65-45165" fmla="*/ 1990 w 2254"/>
                    <a:gd name="connsiteY65-45166" fmla="*/ 2104 h 4213"/>
                    <a:gd name="connsiteX66-45167" fmla="*/ 2024 w 2254"/>
                    <a:gd name="connsiteY66-45168" fmla="*/ 2210 h 4213"/>
                    <a:gd name="connsiteX67-45169" fmla="*/ 1912 w 2254"/>
                    <a:gd name="connsiteY67-45170" fmla="*/ 2249 h 4213"/>
                    <a:gd name="connsiteX68-45171" fmla="*/ 1959 w 2254"/>
                    <a:gd name="connsiteY68-45172" fmla="*/ 2362 h 4213"/>
                    <a:gd name="connsiteX69-45173" fmla="*/ 1824 w 2254"/>
                    <a:gd name="connsiteY69-45174" fmla="*/ 2509 h 4213"/>
                    <a:gd name="connsiteX70-45175" fmla="*/ 1783 w 2254"/>
                    <a:gd name="connsiteY70-45176" fmla="*/ 2498 h 4213"/>
                    <a:gd name="connsiteX71-45177" fmla="*/ 1659 w 2254"/>
                    <a:gd name="connsiteY71-45178" fmla="*/ 2413 h 4213"/>
                    <a:gd name="connsiteX72-45179" fmla="*/ 1604 w 2254"/>
                    <a:gd name="connsiteY72-45180" fmla="*/ 2412 h 4213"/>
                    <a:gd name="connsiteX73-45181" fmla="*/ 1569 w 2254"/>
                    <a:gd name="connsiteY73-45182" fmla="*/ 2480 h 4213"/>
                    <a:gd name="connsiteX74-45183" fmla="*/ 1572 w 2254"/>
                    <a:gd name="connsiteY74-45184" fmla="*/ 2562 h 4213"/>
                    <a:gd name="connsiteX75-45185" fmla="*/ 1750 w 2254"/>
                    <a:gd name="connsiteY75-45186" fmla="*/ 2730 h 4213"/>
                    <a:gd name="connsiteX76-45187" fmla="*/ 1749 w 2254"/>
                    <a:gd name="connsiteY76-45188" fmla="*/ 2844 h 4213"/>
                    <a:gd name="connsiteX77-45189" fmla="*/ 1840 w 2254"/>
                    <a:gd name="connsiteY77-45190" fmla="*/ 3060 h 4213"/>
                    <a:gd name="connsiteX78-45191" fmla="*/ 1866 w 2254"/>
                    <a:gd name="connsiteY78-45192" fmla="*/ 3090 h 4213"/>
                    <a:gd name="connsiteX79-45193" fmla="*/ 1910 w 2254"/>
                    <a:gd name="connsiteY79-45194" fmla="*/ 3094 h 4213"/>
                    <a:gd name="connsiteX80-45195" fmla="*/ 1956 w 2254"/>
                    <a:gd name="connsiteY80-45196" fmla="*/ 3010 h 4213"/>
                    <a:gd name="connsiteX81-45197" fmla="*/ 2036 w 2254"/>
                    <a:gd name="connsiteY81-45198" fmla="*/ 2950 h 4213"/>
                    <a:gd name="connsiteX82-45199" fmla="*/ 2131 w 2254"/>
                    <a:gd name="connsiteY82-45200" fmla="*/ 3126 h 4213"/>
                    <a:gd name="connsiteX83-45201" fmla="*/ 2241 w 2254"/>
                    <a:gd name="connsiteY83-45202" fmla="*/ 3312 h 4213"/>
                    <a:gd name="connsiteX84-45203" fmla="*/ 2254 w 2254"/>
                    <a:gd name="connsiteY84-45204" fmla="*/ 3342 h 4213"/>
                    <a:gd name="connsiteX85-45205" fmla="*/ 2243 w 2254"/>
                    <a:gd name="connsiteY85-45206" fmla="*/ 3518 h 4213"/>
                    <a:gd name="connsiteX86-45207" fmla="*/ 2208 w 2254"/>
                    <a:gd name="connsiteY86-45208" fmla="*/ 3554 h 4213"/>
                    <a:gd name="connsiteX87-45209" fmla="*/ 2119 w 2254"/>
                    <a:gd name="connsiteY87-45210" fmla="*/ 3515 h 4213"/>
                    <a:gd name="connsiteX88-45211" fmla="*/ 1885 w 2254"/>
                    <a:gd name="connsiteY88-45212" fmla="*/ 3644 h 4213"/>
                    <a:gd name="connsiteX89-45213" fmla="*/ 1859 w 2254"/>
                    <a:gd name="connsiteY89-45214" fmla="*/ 3666 h 4213"/>
                    <a:gd name="connsiteX90-45215" fmla="*/ 1679 w 2254"/>
                    <a:gd name="connsiteY90-45216" fmla="*/ 3812 h 4213"/>
                    <a:gd name="connsiteX91-45217" fmla="*/ 1538 w 2254"/>
                    <a:gd name="connsiteY91-45218" fmla="*/ 3926 h 4213"/>
                    <a:gd name="connsiteX92-45219" fmla="*/ 1503 w 2254"/>
                    <a:gd name="connsiteY92-45220" fmla="*/ 3965 h 4213"/>
                    <a:gd name="connsiteX93-45221" fmla="*/ 1451 w 2254"/>
                    <a:gd name="connsiteY93-45222" fmla="*/ 3973 h 4213"/>
                    <a:gd name="connsiteX94-45223" fmla="*/ 1394 w 2254"/>
                    <a:gd name="connsiteY94-45224" fmla="*/ 3916 h 4213"/>
                    <a:gd name="connsiteX95-45225" fmla="*/ 1270 w 2254"/>
                    <a:gd name="connsiteY95-45226" fmla="*/ 3808 h 4213"/>
                    <a:gd name="connsiteX96-45227" fmla="*/ 1294 w 2254"/>
                    <a:gd name="connsiteY96-45228" fmla="*/ 4064 h 4213"/>
                    <a:gd name="connsiteX97-45229" fmla="*/ 1303 w 2254"/>
                    <a:gd name="connsiteY97-45230" fmla="*/ 4192 h 4213"/>
                    <a:gd name="connsiteX98-45231" fmla="*/ 1041 w 2254"/>
                    <a:gd name="connsiteY98-45232" fmla="*/ 4166 h 4213"/>
                    <a:gd name="connsiteX99-45233" fmla="*/ 959 w 2254"/>
                    <a:gd name="connsiteY99-45234" fmla="*/ 3987 h 4213"/>
                    <a:gd name="connsiteX100-45235" fmla="*/ 877 w 2254"/>
                    <a:gd name="connsiteY100-45236" fmla="*/ 3802 h 4213"/>
                    <a:gd name="connsiteX101-45237" fmla="*/ 798 w 2254"/>
                    <a:gd name="connsiteY101-45238" fmla="*/ 3734 h 4213"/>
                    <a:gd name="connsiteX0-45239" fmla="*/ 798 w 2254"/>
                    <a:gd name="connsiteY0-45240" fmla="*/ 3734 h 4213"/>
                    <a:gd name="connsiteX1-45241" fmla="*/ 679 w 2254"/>
                    <a:gd name="connsiteY1-45242" fmla="*/ 3800 h 4213"/>
                    <a:gd name="connsiteX2-45243" fmla="*/ 695 w 2254"/>
                    <a:gd name="connsiteY2-45244" fmla="*/ 3662 h 4213"/>
                    <a:gd name="connsiteX3-45245" fmla="*/ 633 w 2254"/>
                    <a:gd name="connsiteY3-45246" fmla="*/ 3500 h 4213"/>
                    <a:gd name="connsiteX4-45247" fmla="*/ 742 w 2254"/>
                    <a:gd name="connsiteY4-45248" fmla="*/ 3280 h 4213"/>
                    <a:gd name="connsiteX5-45249" fmla="*/ 932 w 2254"/>
                    <a:gd name="connsiteY5-45250" fmla="*/ 3195 h 4213"/>
                    <a:gd name="connsiteX6-45251" fmla="*/ 1107 w 2254"/>
                    <a:gd name="connsiteY6-45252" fmla="*/ 3058 h 4213"/>
                    <a:gd name="connsiteX7-45253" fmla="*/ 1112 w 2254"/>
                    <a:gd name="connsiteY7-45254" fmla="*/ 2878 h 4213"/>
                    <a:gd name="connsiteX8-45255" fmla="*/ 1068 w 2254"/>
                    <a:gd name="connsiteY8-45256" fmla="*/ 2333 h 4213"/>
                    <a:gd name="connsiteX9-45257" fmla="*/ 1066 w 2254"/>
                    <a:gd name="connsiteY9-45258" fmla="*/ 2117 h 4213"/>
                    <a:gd name="connsiteX10-45259" fmla="*/ 990 w 2254"/>
                    <a:gd name="connsiteY10-45260" fmla="*/ 2039 h 4213"/>
                    <a:gd name="connsiteX11-45261" fmla="*/ 847 w 2254"/>
                    <a:gd name="connsiteY11-45262" fmla="*/ 1951 h 4213"/>
                    <a:gd name="connsiteX12-45263" fmla="*/ 755 w 2254"/>
                    <a:gd name="connsiteY12-45264" fmla="*/ 1827 h 4213"/>
                    <a:gd name="connsiteX13-45265" fmla="*/ 659 w 2254"/>
                    <a:gd name="connsiteY13-45266" fmla="*/ 1828 h 4213"/>
                    <a:gd name="connsiteX14-45267" fmla="*/ 614 w 2254"/>
                    <a:gd name="connsiteY14-45268" fmla="*/ 1883 h 4213"/>
                    <a:gd name="connsiteX15-45269" fmla="*/ 521 w 2254"/>
                    <a:gd name="connsiteY15-45270" fmla="*/ 1877 h 4213"/>
                    <a:gd name="connsiteX16-45271" fmla="*/ 501 w 2254"/>
                    <a:gd name="connsiteY16-45272" fmla="*/ 1994 h 4213"/>
                    <a:gd name="connsiteX17-45273" fmla="*/ 320 w 2254"/>
                    <a:gd name="connsiteY17-45274" fmla="*/ 1941 h 4213"/>
                    <a:gd name="connsiteX18-45275" fmla="*/ 237 w 2254"/>
                    <a:gd name="connsiteY18-45276" fmla="*/ 1939 h 4213"/>
                    <a:gd name="connsiteX19-45277" fmla="*/ 112 w 2254"/>
                    <a:gd name="connsiteY19-45278" fmla="*/ 2014 h 4213"/>
                    <a:gd name="connsiteX20-45279" fmla="*/ 0 w 2254"/>
                    <a:gd name="connsiteY20-45280" fmla="*/ 1890 h 4213"/>
                    <a:gd name="connsiteX21-45281" fmla="*/ 94 w 2254"/>
                    <a:gd name="connsiteY21-45282" fmla="*/ 1804 h 4213"/>
                    <a:gd name="connsiteX22-45283" fmla="*/ 98 w 2254"/>
                    <a:gd name="connsiteY22-45284" fmla="*/ 1634 h 4213"/>
                    <a:gd name="connsiteX23-45285" fmla="*/ 153 w 2254"/>
                    <a:gd name="connsiteY23-45286" fmla="*/ 1514 h 4213"/>
                    <a:gd name="connsiteX24-45287" fmla="*/ 196 w 2254"/>
                    <a:gd name="connsiteY24-45288" fmla="*/ 1306 h 4213"/>
                    <a:gd name="connsiteX25-45289" fmla="*/ 256 w 2254"/>
                    <a:gd name="connsiteY25-45290" fmla="*/ 1307 h 4213"/>
                    <a:gd name="connsiteX26-45291" fmla="*/ 579 w 2254"/>
                    <a:gd name="connsiteY26-45292" fmla="*/ 1286 h 4213"/>
                    <a:gd name="connsiteX27-45293" fmla="*/ 753 w 2254"/>
                    <a:gd name="connsiteY27-45294" fmla="*/ 1117 h 4213"/>
                    <a:gd name="connsiteX28-45295" fmla="*/ 822 w 2254"/>
                    <a:gd name="connsiteY28-45296" fmla="*/ 748 h 4213"/>
                    <a:gd name="connsiteX29-45297" fmla="*/ 932 w 2254"/>
                    <a:gd name="connsiteY29-45298" fmla="*/ 486 h 4213"/>
                    <a:gd name="connsiteX30-45299" fmla="*/ 930 w 2254"/>
                    <a:gd name="connsiteY30-45300" fmla="*/ 358 h 4213"/>
                    <a:gd name="connsiteX31-45301" fmla="*/ 917 w 2254"/>
                    <a:gd name="connsiteY31-45302" fmla="*/ 328 h 4213"/>
                    <a:gd name="connsiteX32-45303" fmla="*/ 850 w 2254"/>
                    <a:gd name="connsiteY32-45304" fmla="*/ 251 h 4213"/>
                    <a:gd name="connsiteX33-45305" fmla="*/ 790 w 2254"/>
                    <a:gd name="connsiteY33-45306" fmla="*/ 217 h 4213"/>
                    <a:gd name="connsiteX34-45307" fmla="*/ 915 w 2254"/>
                    <a:gd name="connsiteY34-45308" fmla="*/ 56 h 4213"/>
                    <a:gd name="connsiteX35-45309" fmla="*/ 1088 w 2254"/>
                    <a:gd name="connsiteY35-45310" fmla="*/ 2 h 4213"/>
                    <a:gd name="connsiteX36-45311" fmla="*/ 1120 w 2254"/>
                    <a:gd name="connsiteY36-45312" fmla="*/ 49 h 4213"/>
                    <a:gd name="connsiteX37-45313" fmla="*/ 1110 w 2254"/>
                    <a:gd name="connsiteY37-45314" fmla="*/ 133 h 4213"/>
                    <a:gd name="connsiteX38-45315" fmla="*/ 1049 w 2254"/>
                    <a:gd name="connsiteY38-45316" fmla="*/ 243 h 4213"/>
                    <a:gd name="connsiteX39-45317" fmla="*/ 1119 w 2254"/>
                    <a:gd name="connsiteY39-45318" fmla="*/ 301 h 4213"/>
                    <a:gd name="connsiteX40-45319" fmla="*/ 1233 w 2254"/>
                    <a:gd name="connsiteY40-45320" fmla="*/ 366 h 4213"/>
                    <a:gd name="connsiteX41-45321" fmla="*/ 1253 w 2254"/>
                    <a:gd name="connsiteY41-45322" fmla="*/ 255 h 4213"/>
                    <a:gd name="connsiteX42-45323" fmla="*/ 1387 w 2254"/>
                    <a:gd name="connsiteY42-45324" fmla="*/ 291 h 4213"/>
                    <a:gd name="connsiteX43-45325" fmla="*/ 1412 w 2254"/>
                    <a:gd name="connsiteY43-45326" fmla="*/ 331 h 4213"/>
                    <a:gd name="connsiteX44-45327" fmla="*/ 1488 w 2254"/>
                    <a:gd name="connsiteY44-45328" fmla="*/ 562 h 4213"/>
                    <a:gd name="connsiteX45-45329" fmla="*/ 1523 w 2254"/>
                    <a:gd name="connsiteY45-45330" fmla="*/ 586 h 4213"/>
                    <a:gd name="connsiteX46-45331" fmla="*/ 1615 w 2254"/>
                    <a:gd name="connsiteY46-45332" fmla="*/ 578 h 4213"/>
                    <a:gd name="connsiteX47-45333" fmla="*/ 1875 w 2254"/>
                    <a:gd name="connsiteY47-45334" fmla="*/ 490 h 4213"/>
                    <a:gd name="connsiteX48-45335" fmla="*/ 2095 w 2254"/>
                    <a:gd name="connsiteY48-45336" fmla="*/ 479 h 4213"/>
                    <a:gd name="connsiteX49-45337" fmla="*/ 2155 w 2254"/>
                    <a:gd name="connsiteY49-45338" fmla="*/ 648 h 4213"/>
                    <a:gd name="connsiteX50-45339" fmla="*/ 2073 w 2254"/>
                    <a:gd name="connsiteY50-45340" fmla="*/ 944 h 4213"/>
                    <a:gd name="connsiteX51-45341" fmla="*/ 2073 w 2254"/>
                    <a:gd name="connsiteY51-45342" fmla="*/ 1022 h 4213"/>
                    <a:gd name="connsiteX52-45343" fmla="*/ 2142 w 2254"/>
                    <a:gd name="connsiteY52-45344" fmla="*/ 1168 h 4213"/>
                    <a:gd name="connsiteX53-45345" fmla="*/ 2157 w 2254"/>
                    <a:gd name="connsiteY53-45346" fmla="*/ 1427 h 4213"/>
                    <a:gd name="connsiteX54-45347" fmla="*/ 2159 w 2254"/>
                    <a:gd name="connsiteY54-45348" fmla="*/ 1617 h 4213"/>
                    <a:gd name="connsiteX55-45349" fmla="*/ 2092 w 2254"/>
                    <a:gd name="connsiteY55-45350" fmla="*/ 1625 h 4213"/>
                    <a:gd name="connsiteX56-45351" fmla="*/ 2070 w 2254"/>
                    <a:gd name="connsiteY56-45352" fmla="*/ 1507 h 4213"/>
                    <a:gd name="connsiteX57-45353" fmla="*/ 2035 w 2254"/>
                    <a:gd name="connsiteY57-45354" fmla="*/ 1450 h 4213"/>
                    <a:gd name="connsiteX58-45355" fmla="*/ 1945 w 2254"/>
                    <a:gd name="connsiteY58-45356" fmla="*/ 1582 h 4213"/>
                    <a:gd name="connsiteX59-45357" fmla="*/ 1832 w 2254"/>
                    <a:gd name="connsiteY59-45358" fmla="*/ 1776 h 4213"/>
                    <a:gd name="connsiteX60-45359" fmla="*/ 1713 w 2254"/>
                    <a:gd name="connsiteY60-45360" fmla="*/ 1904 h 4213"/>
                    <a:gd name="connsiteX61-45361" fmla="*/ 1706 w 2254"/>
                    <a:gd name="connsiteY61-45362" fmla="*/ 2018 h 4213"/>
                    <a:gd name="connsiteX62-45363" fmla="*/ 1766 w 2254"/>
                    <a:gd name="connsiteY62-45364" fmla="*/ 2115 h 4213"/>
                    <a:gd name="connsiteX63-45365" fmla="*/ 1868 w 2254"/>
                    <a:gd name="connsiteY63-45366" fmla="*/ 2183 h 4213"/>
                    <a:gd name="connsiteX64-45367" fmla="*/ 1945 w 2254"/>
                    <a:gd name="connsiteY64-45368" fmla="*/ 2178 h 4213"/>
                    <a:gd name="connsiteX65-45369" fmla="*/ 1990 w 2254"/>
                    <a:gd name="connsiteY65-45370" fmla="*/ 2104 h 4213"/>
                    <a:gd name="connsiteX66-45371" fmla="*/ 2024 w 2254"/>
                    <a:gd name="connsiteY66-45372" fmla="*/ 2210 h 4213"/>
                    <a:gd name="connsiteX67-45373" fmla="*/ 1912 w 2254"/>
                    <a:gd name="connsiteY67-45374" fmla="*/ 2249 h 4213"/>
                    <a:gd name="connsiteX68-45375" fmla="*/ 1959 w 2254"/>
                    <a:gd name="connsiteY68-45376" fmla="*/ 2362 h 4213"/>
                    <a:gd name="connsiteX69-45377" fmla="*/ 1824 w 2254"/>
                    <a:gd name="connsiteY69-45378" fmla="*/ 2509 h 4213"/>
                    <a:gd name="connsiteX70-45379" fmla="*/ 1783 w 2254"/>
                    <a:gd name="connsiteY70-45380" fmla="*/ 2498 h 4213"/>
                    <a:gd name="connsiteX71-45381" fmla="*/ 1659 w 2254"/>
                    <a:gd name="connsiteY71-45382" fmla="*/ 2413 h 4213"/>
                    <a:gd name="connsiteX72-45383" fmla="*/ 1604 w 2254"/>
                    <a:gd name="connsiteY72-45384" fmla="*/ 2412 h 4213"/>
                    <a:gd name="connsiteX73-45385" fmla="*/ 1569 w 2254"/>
                    <a:gd name="connsiteY73-45386" fmla="*/ 2480 h 4213"/>
                    <a:gd name="connsiteX74-45387" fmla="*/ 1572 w 2254"/>
                    <a:gd name="connsiteY74-45388" fmla="*/ 2562 h 4213"/>
                    <a:gd name="connsiteX75-45389" fmla="*/ 1750 w 2254"/>
                    <a:gd name="connsiteY75-45390" fmla="*/ 2730 h 4213"/>
                    <a:gd name="connsiteX76-45391" fmla="*/ 1749 w 2254"/>
                    <a:gd name="connsiteY76-45392" fmla="*/ 2844 h 4213"/>
                    <a:gd name="connsiteX77-45393" fmla="*/ 1840 w 2254"/>
                    <a:gd name="connsiteY77-45394" fmla="*/ 3060 h 4213"/>
                    <a:gd name="connsiteX78-45395" fmla="*/ 1866 w 2254"/>
                    <a:gd name="connsiteY78-45396" fmla="*/ 3090 h 4213"/>
                    <a:gd name="connsiteX79-45397" fmla="*/ 1910 w 2254"/>
                    <a:gd name="connsiteY79-45398" fmla="*/ 3094 h 4213"/>
                    <a:gd name="connsiteX80-45399" fmla="*/ 1956 w 2254"/>
                    <a:gd name="connsiteY80-45400" fmla="*/ 3010 h 4213"/>
                    <a:gd name="connsiteX81-45401" fmla="*/ 2036 w 2254"/>
                    <a:gd name="connsiteY81-45402" fmla="*/ 2950 h 4213"/>
                    <a:gd name="connsiteX82-45403" fmla="*/ 2131 w 2254"/>
                    <a:gd name="connsiteY82-45404" fmla="*/ 3126 h 4213"/>
                    <a:gd name="connsiteX83-45405" fmla="*/ 2241 w 2254"/>
                    <a:gd name="connsiteY83-45406" fmla="*/ 3312 h 4213"/>
                    <a:gd name="connsiteX84-45407" fmla="*/ 2254 w 2254"/>
                    <a:gd name="connsiteY84-45408" fmla="*/ 3342 h 4213"/>
                    <a:gd name="connsiteX85-45409" fmla="*/ 2243 w 2254"/>
                    <a:gd name="connsiteY85-45410" fmla="*/ 3518 h 4213"/>
                    <a:gd name="connsiteX86-45411" fmla="*/ 2208 w 2254"/>
                    <a:gd name="connsiteY86-45412" fmla="*/ 3554 h 4213"/>
                    <a:gd name="connsiteX87-45413" fmla="*/ 2119 w 2254"/>
                    <a:gd name="connsiteY87-45414" fmla="*/ 3515 h 4213"/>
                    <a:gd name="connsiteX88-45415" fmla="*/ 1885 w 2254"/>
                    <a:gd name="connsiteY88-45416" fmla="*/ 3644 h 4213"/>
                    <a:gd name="connsiteX89-45417" fmla="*/ 1859 w 2254"/>
                    <a:gd name="connsiteY89-45418" fmla="*/ 3666 h 4213"/>
                    <a:gd name="connsiteX90-45419" fmla="*/ 1679 w 2254"/>
                    <a:gd name="connsiteY90-45420" fmla="*/ 3812 h 4213"/>
                    <a:gd name="connsiteX91-45421" fmla="*/ 1538 w 2254"/>
                    <a:gd name="connsiteY91-45422" fmla="*/ 3926 h 4213"/>
                    <a:gd name="connsiteX92-45423" fmla="*/ 1503 w 2254"/>
                    <a:gd name="connsiteY92-45424" fmla="*/ 3965 h 4213"/>
                    <a:gd name="connsiteX93-45425" fmla="*/ 1451 w 2254"/>
                    <a:gd name="connsiteY93-45426" fmla="*/ 3973 h 4213"/>
                    <a:gd name="connsiteX94-45427" fmla="*/ 1394 w 2254"/>
                    <a:gd name="connsiteY94-45428" fmla="*/ 3916 h 4213"/>
                    <a:gd name="connsiteX95-45429" fmla="*/ 1270 w 2254"/>
                    <a:gd name="connsiteY95-45430" fmla="*/ 3808 h 4213"/>
                    <a:gd name="connsiteX96-45431" fmla="*/ 1294 w 2254"/>
                    <a:gd name="connsiteY96-45432" fmla="*/ 4064 h 4213"/>
                    <a:gd name="connsiteX97-45433" fmla="*/ 1303 w 2254"/>
                    <a:gd name="connsiteY97-45434" fmla="*/ 4192 h 4213"/>
                    <a:gd name="connsiteX98-45435" fmla="*/ 1041 w 2254"/>
                    <a:gd name="connsiteY98-45436" fmla="*/ 4166 h 4213"/>
                    <a:gd name="connsiteX99-45437" fmla="*/ 959 w 2254"/>
                    <a:gd name="connsiteY99-45438" fmla="*/ 3987 h 4213"/>
                    <a:gd name="connsiteX100-45439" fmla="*/ 877 w 2254"/>
                    <a:gd name="connsiteY100-45440" fmla="*/ 3802 h 4213"/>
                    <a:gd name="connsiteX101-45441" fmla="*/ 798 w 2254"/>
                    <a:gd name="connsiteY101-45442" fmla="*/ 3734 h 4213"/>
                    <a:gd name="connsiteX0-45443" fmla="*/ 798 w 2254"/>
                    <a:gd name="connsiteY0-45444" fmla="*/ 3734 h 4213"/>
                    <a:gd name="connsiteX1-45445" fmla="*/ 679 w 2254"/>
                    <a:gd name="connsiteY1-45446" fmla="*/ 3800 h 4213"/>
                    <a:gd name="connsiteX2-45447" fmla="*/ 695 w 2254"/>
                    <a:gd name="connsiteY2-45448" fmla="*/ 3662 h 4213"/>
                    <a:gd name="connsiteX3-45449" fmla="*/ 633 w 2254"/>
                    <a:gd name="connsiteY3-45450" fmla="*/ 3500 h 4213"/>
                    <a:gd name="connsiteX4-45451" fmla="*/ 742 w 2254"/>
                    <a:gd name="connsiteY4-45452" fmla="*/ 3280 h 4213"/>
                    <a:gd name="connsiteX5-45453" fmla="*/ 932 w 2254"/>
                    <a:gd name="connsiteY5-45454" fmla="*/ 3195 h 4213"/>
                    <a:gd name="connsiteX6-45455" fmla="*/ 1107 w 2254"/>
                    <a:gd name="connsiteY6-45456" fmla="*/ 3058 h 4213"/>
                    <a:gd name="connsiteX7-45457" fmla="*/ 1112 w 2254"/>
                    <a:gd name="connsiteY7-45458" fmla="*/ 2878 h 4213"/>
                    <a:gd name="connsiteX8-45459" fmla="*/ 1068 w 2254"/>
                    <a:gd name="connsiteY8-45460" fmla="*/ 2333 h 4213"/>
                    <a:gd name="connsiteX9-45461" fmla="*/ 1066 w 2254"/>
                    <a:gd name="connsiteY9-45462" fmla="*/ 2117 h 4213"/>
                    <a:gd name="connsiteX10-45463" fmla="*/ 990 w 2254"/>
                    <a:gd name="connsiteY10-45464" fmla="*/ 2039 h 4213"/>
                    <a:gd name="connsiteX11-45465" fmla="*/ 847 w 2254"/>
                    <a:gd name="connsiteY11-45466" fmla="*/ 1951 h 4213"/>
                    <a:gd name="connsiteX12-45467" fmla="*/ 755 w 2254"/>
                    <a:gd name="connsiteY12-45468" fmla="*/ 1827 h 4213"/>
                    <a:gd name="connsiteX13-45469" fmla="*/ 659 w 2254"/>
                    <a:gd name="connsiteY13-45470" fmla="*/ 1828 h 4213"/>
                    <a:gd name="connsiteX14-45471" fmla="*/ 614 w 2254"/>
                    <a:gd name="connsiteY14-45472" fmla="*/ 1883 h 4213"/>
                    <a:gd name="connsiteX15-45473" fmla="*/ 521 w 2254"/>
                    <a:gd name="connsiteY15-45474" fmla="*/ 1877 h 4213"/>
                    <a:gd name="connsiteX16-45475" fmla="*/ 501 w 2254"/>
                    <a:gd name="connsiteY16-45476" fmla="*/ 1994 h 4213"/>
                    <a:gd name="connsiteX17-45477" fmla="*/ 320 w 2254"/>
                    <a:gd name="connsiteY17-45478" fmla="*/ 1941 h 4213"/>
                    <a:gd name="connsiteX18-45479" fmla="*/ 237 w 2254"/>
                    <a:gd name="connsiteY18-45480" fmla="*/ 1939 h 4213"/>
                    <a:gd name="connsiteX19-45481" fmla="*/ 112 w 2254"/>
                    <a:gd name="connsiteY19-45482" fmla="*/ 2014 h 4213"/>
                    <a:gd name="connsiteX20-45483" fmla="*/ 0 w 2254"/>
                    <a:gd name="connsiteY20-45484" fmla="*/ 1890 h 4213"/>
                    <a:gd name="connsiteX21-45485" fmla="*/ 94 w 2254"/>
                    <a:gd name="connsiteY21-45486" fmla="*/ 1804 h 4213"/>
                    <a:gd name="connsiteX22-45487" fmla="*/ 98 w 2254"/>
                    <a:gd name="connsiteY22-45488" fmla="*/ 1634 h 4213"/>
                    <a:gd name="connsiteX23-45489" fmla="*/ 153 w 2254"/>
                    <a:gd name="connsiteY23-45490" fmla="*/ 1514 h 4213"/>
                    <a:gd name="connsiteX24-45491" fmla="*/ 196 w 2254"/>
                    <a:gd name="connsiteY24-45492" fmla="*/ 1306 h 4213"/>
                    <a:gd name="connsiteX25-45493" fmla="*/ 256 w 2254"/>
                    <a:gd name="connsiteY25-45494" fmla="*/ 1307 h 4213"/>
                    <a:gd name="connsiteX26-45495" fmla="*/ 579 w 2254"/>
                    <a:gd name="connsiteY26-45496" fmla="*/ 1286 h 4213"/>
                    <a:gd name="connsiteX27-45497" fmla="*/ 753 w 2254"/>
                    <a:gd name="connsiteY27-45498" fmla="*/ 1117 h 4213"/>
                    <a:gd name="connsiteX28-45499" fmla="*/ 822 w 2254"/>
                    <a:gd name="connsiteY28-45500" fmla="*/ 748 h 4213"/>
                    <a:gd name="connsiteX29-45501" fmla="*/ 932 w 2254"/>
                    <a:gd name="connsiteY29-45502" fmla="*/ 486 h 4213"/>
                    <a:gd name="connsiteX30-45503" fmla="*/ 930 w 2254"/>
                    <a:gd name="connsiteY30-45504" fmla="*/ 358 h 4213"/>
                    <a:gd name="connsiteX31-45505" fmla="*/ 917 w 2254"/>
                    <a:gd name="connsiteY31-45506" fmla="*/ 328 h 4213"/>
                    <a:gd name="connsiteX32-45507" fmla="*/ 850 w 2254"/>
                    <a:gd name="connsiteY32-45508" fmla="*/ 251 h 4213"/>
                    <a:gd name="connsiteX33-45509" fmla="*/ 790 w 2254"/>
                    <a:gd name="connsiteY33-45510" fmla="*/ 217 h 4213"/>
                    <a:gd name="connsiteX34-45511" fmla="*/ 915 w 2254"/>
                    <a:gd name="connsiteY34-45512" fmla="*/ 56 h 4213"/>
                    <a:gd name="connsiteX35-45513" fmla="*/ 1088 w 2254"/>
                    <a:gd name="connsiteY35-45514" fmla="*/ 2 h 4213"/>
                    <a:gd name="connsiteX36-45515" fmla="*/ 1120 w 2254"/>
                    <a:gd name="connsiteY36-45516" fmla="*/ 49 h 4213"/>
                    <a:gd name="connsiteX37-45517" fmla="*/ 1110 w 2254"/>
                    <a:gd name="connsiteY37-45518" fmla="*/ 133 h 4213"/>
                    <a:gd name="connsiteX38-45519" fmla="*/ 1049 w 2254"/>
                    <a:gd name="connsiteY38-45520" fmla="*/ 243 h 4213"/>
                    <a:gd name="connsiteX39-45521" fmla="*/ 1119 w 2254"/>
                    <a:gd name="connsiteY39-45522" fmla="*/ 301 h 4213"/>
                    <a:gd name="connsiteX40-45523" fmla="*/ 1233 w 2254"/>
                    <a:gd name="connsiteY40-45524" fmla="*/ 366 h 4213"/>
                    <a:gd name="connsiteX41-45525" fmla="*/ 1253 w 2254"/>
                    <a:gd name="connsiteY41-45526" fmla="*/ 255 h 4213"/>
                    <a:gd name="connsiteX42-45527" fmla="*/ 1387 w 2254"/>
                    <a:gd name="connsiteY42-45528" fmla="*/ 291 h 4213"/>
                    <a:gd name="connsiteX43-45529" fmla="*/ 1412 w 2254"/>
                    <a:gd name="connsiteY43-45530" fmla="*/ 331 h 4213"/>
                    <a:gd name="connsiteX44-45531" fmla="*/ 1488 w 2254"/>
                    <a:gd name="connsiteY44-45532" fmla="*/ 562 h 4213"/>
                    <a:gd name="connsiteX45-45533" fmla="*/ 1523 w 2254"/>
                    <a:gd name="connsiteY45-45534" fmla="*/ 586 h 4213"/>
                    <a:gd name="connsiteX46-45535" fmla="*/ 1615 w 2254"/>
                    <a:gd name="connsiteY46-45536" fmla="*/ 578 h 4213"/>
                    <a:gd name="connsiteX47-45537" fmla="*/ 1875 w 2254"/>
                    <a:gd name="connsiteY47-45538" fmla="*/ 490 h 4213"/>
                    <a:gd name="connsiteX48-45539" fmla="*/ 2095 w 2254"/>
                    <a:gd name="connsiteY48-45540" fmla="*/ 479 h 4213"/>
                    <a:gd name="connsiteX49-45541" fmla="*/ 2155 w 2254"/>
                    <a:gd name="connsiteY49-45542" fmla="*/ 648 h 4213"/>
                    <a:gd name="connsiteX50-45543" fmla="*/ 2073 w 2254"/>
                    <a:gd name="connsiteY50-45544" fmla="*/ 944 h 4213"/>
                    <a:gd name="connsiteX51-45545" fmla="*/ 2073 w 2254"/>
                    <a:gd name="connsiteY51-45546" fmla="*/ 1022 h 4213"/>
                    <a:gd name="connsiteX52-45547" fmla="*/ 2142 w 2254"/>
                    <a:gd name="connsiteY52-45548" fmla="*/ 1168 h 4213"/>
                    <a:gd name="connsiteX53-45549" fmla="*/ 2157 w 2254"/>
                    <a:gd name="connsiteY53-45550" fmla="*/ 1427 h 4213"/>
                    <a:gd name="connsiteX54-45551" fmla="*/ 2159 w 2254"/>
                    <a:gd name="connsiteY54-45552" fmla="*/ 1617 h 4213"/>
                    <a:gd name="connsiteX55-45553" fmla="*/ 2092 w 2254"/>
                    <a:gd name="connsiteY55-45554" fmla="*/ 1625 h 4213"/>
                    <a:gd name="connsiteX56-45555" fmla="*/ 2070 w 2254"/>
                    <a:gd name="connsiteY56-45556" fmla="*/ 1507 h 4213"/>
                    <a:gd name="connsiteX57-45557" fmla="*/ 2035 w 2254"/>
                    <a:gd name="connsiteY57-45558" fmla="*/ 1450 h 4213"/>
                    <a:gd name="connsiteX58-45559" fmla="*/ 1945 w 2254"/>
                    <a:gd name="connsiteY58-45560" fmla="*/ 1582 h 4213"/>
                    <a:gd name="connsiteX59-45561" fmla="*/ 1832 w 2254"/>
                    <a:gd name="connsiteY59-45562" fmla="*/ 1776 h 4213"/>
                    <a:gd name="connsiteX60-45563" fmla="*/ 1713 w 2254"/>
                    <a:gd name="connsiteY60-45564" fmla="*/ 1904 h 4213"/>
                    <a:gd name="connsiteX61-45565" fmla="*/ 1706 w 2254"/>
                    <a:gd name="connsiteY61-45566" fmla="*/ 2018 h 4213"/>
                    <a:gd name="connsiteX62-45567" fmla="*/ 1766 w 2254"/>
                    <a:gd name="connsiteY62-45568" fmla="*/ 2115 h 4213"/>
                    <a:gd name="connsiteX63-45569" fmla="*/ 1868 w 2254"/>
                    <a:gd name="connsiteY63-45570" fmla="*/ 2183 h 4213"/>
                    <a:gd name="connsiteX64-45571" fmla="*/ 1945 w 2254"/>
                    <a:gd name="connsiteY64-45572" fmla="*/ 2178 h 4213"/>
                    <a:gd name="connsiteX65-45573" fmla="*/ 1990 w 2254"/>
                    <a:gd name="connsiteY65-45574" fmla="*/ 2104 h 4213"/>
                    <a:gd name="connsiteX66-45575" fmla="*/ 2024 w 2254"/>
                    <a:gd name="connsiteY66-45576" fmla="*/ 2210 h 4213"/>
                    <a:gd name="connsiteX67-45577" fmla="*/ 1912 w 2254"/>
                    <a:gd name="connsiteY67-45578" fmla="*/ 2249 h 4213"/>
                    <a:gd name="connsiteX68-45579" fmla="*/ 1959 w 2254"/>
                    <a:gd name="connsiteY68-45580" fmla="*/ 2362 h 4213"/>
                    <a:gd name="connsiteX69-45581" fmla="*/ 1824 w 2254"/>
                    <a:gd name="connsiteY69-45582" fmla="*/ 2509 h 4213"/>
                    <a:gd name="connsiteX70-45583" fmla="*/ 1783 w 2254"/>
                    <a:gd name="connsiteY70-45584" fmla="*/ 2498 h 4213"/>
                    <a:gd name="connsiteX71-45585" fmla="*/ 1659 w 2254"/>
                    <a:gd name="connsiteY71-45586" fmla="*/ 2413 h 4213"/>
                    <a:gd name="connsiteX72-45587" fmla="*/ 1604 w 2254"/>
                    <a:gd name="connsiteY72-45588" fmla="*/ 2412 h 4213"/>
                    <a:gd name="connsiteX73-45589" fmla="*/ 1569 w 2254"/>
                    <a:gd name="connsiteY73-45590" fmla="*/ 2480 h 4213"/>
                    <a:gd name="connsiteX74-45591" fmla="*/ 1572 w 2254"/>
                    <a:gd name="connsiteY74-45592" fmla="*/ 2562 h 4213"/>
                    <a:gd name="connsiteX75-45593" fmla="*/ 1750 w 2254"/>
                    <a:gd name="connsiteY75-45594" fmla="*/ 2730 h 4213"/>
                    <a:gd name="connsiteX76-45595" fmla="*/ 1749 w 2254"/>
                    <a:gd name="connsiteY76-45596" fmla="*/ 2844 h 4213"/>
                    <a:gd name="connsiteX77-45597" fmla="*/ 1840 w 2254"/>
                    <a:gd name="connsiteY77-45598" fmla="*/ 3060 h 4213"/>
                    <a:gd name="connsiteX78-45599" fmla="*/ 1866 w 2254"/>
                    <a:gd name="connsiteY78-45600" fmla="*/ 3090 h 4213"/>
                    <a:gd name="connsiteX79-45601" fmla="*/ 1910 w 2254"/>
                    <a:gd name="connsiteY79-45602" fmla="*/ 3094 h 4213"/>
                    <a:gd name="connsiteX80-45603" fmla="*/ 1956 w 2254"/>
                    <a:gd name="connsiteY80-45604" fmla="*/ 3010 h 4213"/>
                    <a:gd name="connsiteX81-45605" fmla="*/ 2036 w 2254"/>
                    <a:gd name="connsiteY81-45606" fmla="*/ 2950 h 4213"/>
                    <a:gd name="connsiteX82-45607" fmla="*/ 2131 w 2254"/>
                    <a:gd name="connsiteY82-45608" fmla="*/ 3126 h 4213"/>
                    <a:gd name="connsiteX83-45609" fmla="*/ 2241 w 2254"/>
                    <a:gd name="connsiteY83-45610" fmla="*/ 3312 h 4213"/>
                    <a:gd name="connsiteX84-45611" fmla="*/ 2254 w 2254"/>
                    <a:gd name="connsiteY84-45612" fmla="*/ 3342 h 4213"/>
                    <a:gd name="connsiteX85-45613" fmla="*/ 2243 w 2254"/>
                    <a:gd name="connsiteY85-45614" fmla="*/ 3518 h 4213"/>
                    <a:gd name="connsiteX86-45615" fmla="*/ 2208 w 2254"/>
                    <a:gd name="connsiteY86-45616" fmla="*/ 3554 h 4213"/>
                    <a:gd name="connsiteX87-45617" fmla="*/ 2119 w 2254"/>
                    <a:gd name="connsiteY87-45618" fmla="*/ 3515 h 4213"/>
                    <a:gd name="connsiteX88-45619" fmla="*/ 1885 w 2254"/>
                    <a:gd name="connsiteY88-45620" fmla="*/ 3644 h 4213"/>
                    <a:gd name="connsiteX89-45621" fmla="*/ 1859 w 2254"/>
                    <a:gd name="connsiteY89-45622" fmla="*/ 3666 h 4213"/>
                    <a:gd name="connsiteX90-45623" fmla="*/ 1679 w 2254"/>
                    <a:gd name="connsiteY90-45624" fmla="*/ 3812 h 4213"/>
                    <a:gd name="connsiteX91-45625" fmla="*/ 1538 w 2254"/>
                    <a:gd name="connsiteY91-45626" fmla="*/ 3926 h 4213"/>
                    <a:gd name="connsiteX92-45627" fmla="*/ 1503 w 2254"/>
                    <a:gd name="connsiteY92-45628" fmla="*/ 3965 h 4213"/>
                    <a:gd name="connsiteX93-45629" fmla="*/ 1451 w 2254"/>
                    <a:gd name="connsiteY93-45630" fmla="*/ 3973 h 4213"/>
                    <a:gd name="connsiteX94-45631" fmla="*/ 1394 w 2254"/>
                    <a:gd name="connsiteY94-45632" fmla="*/ 3916 h 4213"/>
                    <a:gd name="connsiteX95-45633" fmla="*/ 1270 w 2254"/>
                    <a:gd name="connsiteY95-45634" fmla="*/ 3808 h 4213"/>
                    <a:gd name="connsiteX96-45635" fmla="*/ 1294 w 2254"/>
                    <a:gd name="connsiteY96-45636" fmla="*/ 4064 h 4213"/>
                    <a:gd name="connsiteX97-45637" fmla="*/ 1303 w 2254"/>
                    <a:gd name="connsiteY97-45638" fmla="*/ 4192 h 4213"/>
                    <a:gd name="connsiteX98-45639" fmla="*/ 1041 w 2254"/>
                    <a:gd name="connsiteY98-45640" fmla="*/ 4166 h 4213"/>
                    <a:gd name="connsiteX99-45641" fmla="*/ 959 w 2254"/>
                    <a:gd name="connsiteY99-45642" fmla="*/ 3987 h 4213"/>
                    <a:gd name="connsiteX100-45643" fmla="*/ 877 w 2254"/>
                    <a:gd name="connsiteY100-45644" fmla="*/ 3802 h 4213"/>
                    <a:gd name="connsiteX101-45645" fmla="*/ 798 w 2254"/>
                    <a:gd name="connsiteY101-45646" fmla="*/ 3734 h 4213"/>
                    <a:gd name="connsiteX0-45647" fmla="*/ 798 w 2254"/>
                    <a:gd name="connsiteY0-45648" fmla="*/ 3734 h 4213"/>
                    <a:gd name="connsiteX1-45649" fmla="*/ 679 w 2254"/>
                    <a:gd name="connsiteY1-45650" fmla="*/ 3800 h 4213"/>
                    <a:gd name="connsiteX2-45651" fmla="*/ 695 w 2254"/>
                    <a:gd name="connsiteY2-45652" fmla="*/ 3662 h 4213"/>
                    <a:gd name="connsiteX3-45653" fmla="*/ 633 w 2254"/>
                    <a:gd name="connsiteY3-45654" fmla="*/ 3500 h 4213"/>
                    <a:gd name="connsiteX4-45655" fmla="*/ 742 w 2254"/>
                    <a:gd name="connsiteY4-45656" fmla="*/ 3280 h 4213"/>
                    <a:gd name="connsiteX5-45657" fmla="*/ 932 w 2254"/>
                    <a:gd name="connsiteY5-45658" fmla="*/ 3195 h 4213"/>
                    <a:gd name="connsiteX6-45659" fmla="*/ 1107 w 2254"/>
                    <a:gd name="connsiteY6-45660" fmla="*/ 3058 h 4213"/>
                    <a:gd name="connsiteX7-45661" fmla="*/ 1112 w 2254"/>
                    <a:gd name="connsiteY7-45662" fmla="*/ 2878 h 4213"/>
                    <a:gd name="connsiteX8-45663" fmla="*/ 1068 w 2254"/>
                    <a:gd name="connsiteY8-45664" fmla="*/ 2333 h 4213"/>
                    <a:gd name="connsiteX9-45665" fmla="*/ 1066 w 2254"/>
                    <a:gd name="connsiteY9-45666" fmla="*/ 2117 h 4213"/>
                    <a:gd name="connsiteX10-45667" fmla="*/ 990 w 2254"/>
                    <a:gd name="connsiteY10-45668" fmla="*/ 2039 h 4213"/>
                    <a:gd name="connsiteX11-45669" fmla="*/ 847 w 2254"/>
                    <a:gd name="connsiteY11-45670" fmla="*/ 1951 h 4213"/>
                    <a:gd name="connsiteX12-45671" fmla="*/ 755 w 2254"/>
                    <a:gd name="connsiteY12-45672" fmla="*/ 1827 h 4213"/>
                    <a:gd name="connsiteX13-45673" fmla="*/ 659 w 2254"/>
                    <a:gd name="connsiteY13-45674" fmla="*/ 1828 h 4213"/>
                    <a:gd name="connsiteX14-45675" fmla="*/ 614 w 2254"/>
                    <a:gd name="connsiteY14-45676" fmla="*/ 1883 h 4213"/>
                    <a:gd name="connsiteX15-45677" fmla="*/ 521 w 2254"/>
                    <a:gd name="connsiteY15-45678" fmla="*/ 1877 h 4213"/>
                    <a:gd name="connsiteX16-45679" fmla="*/ 501 w 2254"/>
                    <a:gd name="connsiteY16-45680" fmla="*/ 1994 h 4213"/>
                    <a:gd name="connsiteX17-45681" fmla="*/ 320 w 2254"/>
                    <a:gd name="connsiteY17-45682" fmla="*/ 1941 h 4213"/>
                    <a:gd name="connsiteX18-45683" fmla="*/ 237 w 2254"/>
                    <a:gd name="connsiteY18-45684" fmla="*/ 1939 h 4213"/>
                    <a:gd name="connsiteX19-45685" fmla="*/ 112 w 2254"/>
                    <a:gd name="connsiteY19-45686" fmla="*/ 2014 h 4213"/>
                    <a:gd name="connsiteX20-45687" fmla="*/ 0 w 2254"/>
                    <a:gd name="connsiteY20-45688" fmla="*/ 1890 h 4213"/>
                    <a:gd name="connsiteX21-45689" fmla="*/ 94 w 2254"/>
                    <a:gd name="connsiteY21-45690" fmla="*/ 1804 h 4213"/>
                    <a:gd name="connsiteX22-45691" fmla="*/ 98 w 2254"/>
                    <a:gd name="connsiteY22-45692" fmla="*/ 1634 h 4213"/>
                    <a:gd name="connsiteX23-45693" fmla="*/ 153 w 2254"/>
                    <a:gd name="connsiteY23-45694" fmla="*/ 1514 h 4213"/>
                    <a:gd name="connsiteX24-45695" fmla="*/ 196 w 2254"/>
                    <a:gd name="connsiteY24-45696" fmla="*/ 1306 h 4213"/>
                    <a:gd name="connsiteX25-45697" fmla="*/ 256 w 2254"/>
                    <a:gd name="connsiteY25-45698" fmla="*/ 1307 h 4213"/>
                    <a:gd name="connsiteX26-45699" fmla="*/ 579 w 2254"/>
                    <a:gd name="connsiteY26-45700" fmla="*/ 1286 h 4213"/>
                    <a:gd name="connsiteX27-45701" fmla="*/ 753 w 2254"/>
                    <a:gd name="connsiteY27-45702" fmla="*/ 1117 h 4213"/>
                    <a:gd name="connsiteX28-45703" fmla="*/ 822 w 2254"/>
                    <a:gd name="connsiteY28-45704" fmla="*/ 748 h 4213"/>
                    <a:gd name="connsiteX29-45705" fmla="*/ 932 w 2254"/>
                    <a:gd name="connsiteY29-45706" fmla="*/ 486 h 4213"/>
                    <a:gd name="connsiteX30-45707" fmla="*/ 930 w 2254"/>
                    <a:gd name="connsiteY30-45708" fmla="*/ 358 h 4213"/>
                    <a:gd name="connsiteX31-45709" fmla="*/ 917 w 2254"/>
                    <a:gd name="connsiteY31-45710" fmla="*/ 328 h 4213"/>
                    <a:gd name="connsiteX32-45711" fmla="*/ 850 w 2254"/>
                    <a:gd name="connsiteY32-45712" fmla="*/ 251 h 4213"/>
                    <a:gd name="connsiteX33-45713" fmla="*/ 790 w 2254"/>
                    <a:gd name="connsiteY33-45714" fmla="*/ 217 h 4213"/>
                    <a:gd name="connsiteX34-45715" fmla="*/ 915 w 2254"/>
                    <a:gd name="connsiteY34-45716" fmla="*/ 56 h 4213"/>
                    <a:gd name="connsiteX35-45717" fmla="*/ 1088 w 2254"/>
                    <a:gd name="connsiteY35-45718" fmla="*/ 2 h 4213"/>
                    <a:gd name="connsiteX36-45719" fmla="*/ 1120 w 2254"/>
                    <a:gd name="connsiteY36-45720" fmla="*/ 49 h 4213"/>
                    <a:gd name="connsiteX37-45721" fmla="*/ 1110 w 2254"/>
                    <a:gd name="connsiteY37-45722" fmla="*/ 133 h 4213"/>
                    <a:gd name="connsiteX38-45723" fmla="*/ 1049 w 2254"/>
                    <a:gd name="connsiteY38-45724" fmla="*/ 243 h 4213"/>
                    <a:gd name="connsiteX39-45725" fmla="*/ 1119 w 2254"/>
                    <a:gd name="connsiteY39-45726" fmla="*/ 301 h 4213"/>
                    <a:gd name="connsiteX40-45727" fmla="*/ 1233 w 2254"/>
                    <a:gd name="connsiteY40-45728" fmla="*/ 366 h 4213"/>
                    <a:gd name="connsiteX41-45729" fmla="*/ 1253 w 2254"/>
                    <a:gd name="connsiteY41-45730" fmla="*/ 255 h 4213"/>
                    <a:gd name="connsiteX42-45731" fmla="*/ 1387 w 2254"/>
                    <a:gd name="connsiteY42-45732" fmla="*/ 291 h 4213"/>
                    <a:gd name="connsiteX43-45733" fmla="*/ 1412 w 2254"/>
                    <a:gd name="connsiteY43-45734" fmla="*/ 331 h 4213"/>
                    <a:gd name="connsiteX44-45735" fmla="*/ 1488 w 2254"/>
                    <a:gd name="connsiteY44-45736" fmla="*/ 562 h 4213"/>
                    <a:gd name="connsiteX45-45737" fmla="*/ 1523 w 2254"/>
                    <a:gd name="connsiteY45-45738" fmla="*/ 586 h 4213"/>
                    <a:gd name="connsiteX46-45739" fmla="*/ 1615 w 2254"/>
                    <a:gd name="connsiteY46-45740" fmla="*/ 578 h 4213"/>
                    <a:gd name="connsiteX47-45741" fmla="*/ 1875 w 2254"/>
                    <a:gd name="connsiteY47-45742" fmla="*/ 490 h 4213"/>
                    <a:gd name="connsiteX48-45743" fmla="*/ 2095 w 2254"/>
                    <a:gd name="connsiteY48-45744" fmla="*/ 479 h 4213"/>
                    <a:gd name="connsiteX49-45745" fmla="*/ 2155 w 2254"/>
                    <a:gd name="connsiteY49-45746" fmla="*/ 648 h 4213"/>
                    <a:gd name="connsiteX50-45747" fmla="*/ 2073 w 2254"/>
                    <a:gd name="connsiteY50-45748" fmla="*/ 944 h 4213"/>
                    <a:gd name="connsiteX51-45749" fmla="*/ 2073 w 2254"/>
                    <a:gd name="connsiteY51-45750" fmla="*/ 1022 h 4213"/>
                    <a:gd name="connsiteX52-45751" fmla="*/ 2142 w 2254"/>
                    <a:gd name="connsiteY52-45752" fmla="*/ 1168 h 4213"/>
                    <a:gd name="connsiteX53-45753" fmla="*/ 2157 w 2254"/>
                    <a:gd name="connsiteY53-45754" fmla="*/ 1427 h 4213"/>
                    <a:gd name="connsiteX54-45755" fmla="*/ 2159 w 2254"/>
                    <a:gd name="connsiteY54-45756" fmla="*/ 1617 h 4213"/>
                    <a:gd name="connsiteX55-45757" fmla="*/ 2092 w 2254"/>
                    <a:gd name="connsiteY55-45758" fmla="*/ 1625 h 4213"/>
                    <a:gd name="connsiteX56-45759" fmla="*/ 2070 w 2254"/>
                    <a:gd name="connsiteY56-45760" fmla="*/ 1507 h 4213"/>
                    <a:gd name="connsiteX57-45761" fmla="*/ 2035 w 2254"/>
                    <a:gd name="connsiteY57-45762" fmla="*/ 1450 h 4213"/>
                    <a:gd name="connsiteX58-45763" fmla="*/ 1945 w 2254"/>
                    <a:gd name="connsiteY58-45764" fmla="*/ 1582 h 4213"/>
                    <a:gd name="connsiteX59-45765" fmla="*/ 1832 w 2254"/>
                    <a:gd name="connsiteY59-45766" fmla="*/ 1776 h 4213"/>
                    <a:gd name="connsiteX60-45767" fmla="*/ 1713 w 2254"/>
                    <a:gd name="connsiteY60-45768" fmla="*/ 1904 h 4213"/>
                    <a:gd name="connsiteX61-45769" fmla="*/ 1706 w 2254"/>
                    <a:gd name="connsiteY61-45770" fmla="*/ 2018 h 4213"/>
                    <a:gd name="connsiteX62-45771" fmla="*/ 1766 w 2254"/>
                    <a:gd name="connsiteY62-45772" fmla="*/ 2115 h 4213"/>
                    <a:gd name="connsiteX63-45773" fmla="*/ 1868 w 2254"/>
                    <a:gd name="connsiteY63-45774" fmla="*/ 2183 h 4213"/>
                    <a:gd name="connsiteX64-45775" fmla="*/ 1945 w 2254"/>
                    <a:gd name="connsiteY64-45776" fmla="*/ 2178 h 4213"/>
                    <a:gd name="connsiteX65-45777" fmla="*/ 1990 w 2254"/>
                    <a:gd name="connsiteY65-45778" fmla="*/ 2104 h 4213"/>
                    <a:gd name="connsiteX66-45779" fmla="*/ 2024 w 2254"/>
                    <a:gd name="connsiteY66-45780" fmla="*/ 2210 h 4213"/>
                    <a:gd name="connsiteX67-45781" fmla="*/ 1912 w 2254"/>
                    <a:gd name="connsiteY67-45782" fmla="*/ 2249 h 4213"/>
                    <a:gd name="connsiteX68-45783" fmla="*/ 1959 w 2254"/>
                    <a:gd name="connsiteY68-45784" fmla="*/ 2362 h 4213"/>
                    <a:gd name="connsiteX69-45785" fmla="*/ 1824 w 2254"/>
                    <a:gd name="connsiteY69-45786" fmla="*/ 2509 h 4213"/>
                    <a:gd name="connsiteX70-45787" fmla="*/ 1783 w 2254"/>
                    <a:gd name="connsiteY70-45788" fmla="*/ 2498 h 4213"/>
                    <a:gd name="connsiteX71-45789" fmla="*/ 1659 w 2254"/>
                    <a:gd name="connsiteY71-45790" fmla="*/ 2413 h 4213"/>
                    <a:gd name="connsiteX72-45791" fmla="*/ 1604 w 2254"/>
                    <a:gd name="connsiteY72-45792" fmla="*/ 2412 h 4213"/>
                    <a:gd name="connsiteX73-45793" fmla="*/ 1569 w 2254"/>
                    <a:gd name="connsiteY73-45794" fmla="*/ 2480 h 4213"/>
                    <a:gd name="connsiteX74-45795" fmla="*/ 1572 w 2254"/>
                    <a:gd name="connsiteY74-45796" fmla="*/ 2562 h 4213"/>
                    <a:gd name="connsiteX75-45797" fmla="*/ 1750 w 2254"/>
                    <a:gd name="connsiteY75-45798" fmla="*/ 2730 h 4213"/>
                    <a:gd name="connsiteX76-45799" fmla="*/ 1749 w 2254"/>
                    <a:gd name="connsiteY76-45800" fmla="*/ 2844 h 4213"/>
                    <a:gd name="connsiteX77-45801" fmla="*/ 1840 w 2254"/>
                    <a:gd name="connsiteY77-45802" fmla="*/ 3060 h 4213"/>
                    <a:gd name="connsiteX78-45803" fmla="*/ 1866 w 2254"/>
                    <a:gd name="connsiteY78-45804" fmla="*/ 3090 h 4213"/>
                    <a:gd name="connsiteX79-45805" fmla="*/ 1910 w 2254"/>
                    <a:gd name="connsiteY79-45806" fmla="*/ 3094 h 4213"/>
                    <a:gd name="connsiteX80-45807" fmla="*/ 1956 w 2254"/>
                    <a:gd name="connsiteY80-45808" fmla="*/ 3010 h 4213"/>
                    <a:gd name="connsiteX81-45809" fmla="*/ 2036 w 2254"/>
                    <a:gd name="connsiteY81-45810" fmla="*/ 2950 h 4213"/>
                    <a:gd name="connsiteX82-45811" fmla="*/ 2131 w 2254"/>
                    <a:gd name="connsiteY82-45812" fmla="*/ 3126 h 4213"/>
                    <a:gd name="connsiteX83-45813" fmla="*/ 2241 w 2254"/>
                    <a:gd name="connsiteY83-45814" fmla="*/ 3312 h 4213"/>
                    <a:gd name="connsiteX84-45815" fmla="*/ 2254 w 2254"/>
                    <a:gd name="connsiteY84-45816" fmla="*/ 3342 h 4213"/>
                    <a:gd name="connsiteX85-45817" fmla="*/ 2243 w 2254"/>
                    <a:gd name="connsiteY85-45818" fmla="*/ 3518 h 4213"/>
                    <a:gd name="connsiteX86-45819" fmla="*/ 2208 w 2254"/>
                    <a:gd name="connsiteY86-45820" fmla="*/ 3554 h 4213"/>
                    <a:gd name="connsiteX87-45821" fmla="*/ 2119 w 2254"/>
                    <a:gd name="connsiteY87-45822" fmla="*/ 3515 h 4213"/>
                    <a:gd name="connsiteX88-45823" fmla="*/ 1885 w 2254"/>
                    <a:gd name="connsiteY88-45824" fmla="*/ 3644 h 4213"/>
                    <a:gd name="connsiteX89-45825" fmla="*/ 1859 w 2254"/>
                    <a:gd name="connsiteY89-45826" fmla="*/ 3666 h 4213"/>
                    <a:gd name="connsiteX90-45827" fmla="*/ 1679 w 2254"/>
                    <a:gd name="connsiteY90-45828" fmla="*/ 3812 h 4213"/>
                    <a:gd name="connsiteX91-45829" fmla="*/ 1538 w 2254"/>
                    <a:gd name="connsiteY91-45830" fmla="*/ 3926 h 4213"/>
                    <a:gd name="connsiteX92-45831" fmla="*/ 1503 w 2254"/>
                    <a:gd name="connsiteY92-45832" fmla="*/ 3965 h 4213"/>
                    <a:gd name="connsiteX93-45833" fmla="*/ 1451 w 2254"/>
                    <a:gd name="connsiteY93-45834" fmla="*/ 3973 h 4213"/>
                    <a:gd name="connsiteX94-45835" fmla="*/ 1394 w 2254"/>
                    <a:gd name="connsiteY94-45836" fmla="*/ 3916 h 4213"/>
                    <a:gd name="connsiteX95-45837" fmla="*/ 1270 w 2254"/>
                    <a:gd name="connsiteY95-45838" fmla="*/ 3808 h 4213"/>
                    <a:gd name="connsiteX96-45839" fmla="*/ 1294 w 2254"/>
                    <a:gd name="connsiteY96-45840" fmla="*/ 4064 h 4213"/>
                    <a:gd name="connsiteX97-45841" fmla="*/ 1303 w 2254"/>
                    <a:gd name="connsiteY97-45842" fmla="*/ 4192 h 4213"/>
                    <a:gd name="connsiteX98-45843" fmla="*/ 1041 w 2254"/>
                    <a:gd name="connsiteY98-45844" fmla="*/ 4166 h 4213"/>
                    <a:gd name="connsiteX99-45845" fmla="*/ 959 w 2254"/>
                    <a:gd name="connsiteY99-45846" fmla="*/ 3987 h 4213"/>
                    <a:gd name="connsiteX100-45847" fmla="*/ 877 w 2254"/>
                    <a:gd name="connsiteY100-45848" fmla="*/ 3802 h 4213"/>
                    <a:gd name="connsiteX101-45849" fmla="*/ 798 w 2254"/>
                    <a:gd name="connsiteY101-45850" fmla="*/ 3734 h 4213"/>
                    <a:gd name="connsiteX0-45851" fmla="*/ 798 w 2254"/>
                    <a:gd name="connsiteY0-45852" fmla="*/ 3734 h 4213"/>
                    <a:gd name="connsiteX1-45853" fmla="*/ 679 w 2254"/>
                    <a:gd name="connsiteY1-45854" fmla="*/ 3800 h 4213"/>
                    <a:gd name="connsiteX2-45855" fmla="*/ 695 w 2254"/>
                    <a:gd name="connsiteY2-45856" fmla="*/ 3662 h 4213"/>
                    <a:gd name="connsiteX3-45857" fmla="*/ 633 w 2254"/>
                    <a:gd name="connsiteY3-45858" fmla="*/ 3500 h 4213"/>
                    <a:gd name="connsiteX4-45859" fmla="*/ 742 w 2254"/>
                    <a:gd name="connsiteY4-45860" fmla="*/ 3280 h 4213"/>
                    <a:gd name="connsiteX5-45861" fmla="*/ 932 w 2254"/>
                    <a:gd name="connsiteY5-45862" fmla="*/ 3195 h 4213"/>
                    <a:gd name="connsiteX6-45863" fmla="*/ 1107 w 2254"/>
                    <a:gd name="connsiteY6-45864" fmla="*/ 3058 h 4213"/>
                    <a:gd name="connsiteX7-45865" fmla="*/ 1112 w 2254"/>
                    <a:gd name="connsiteY7-45866" fmla="*/ 2878 h 4213"/>
                    <a:gd name="connsiteX8-45867" fmla="*/ 1068 w 2254"/>
                    <a:gd name="connsiteY8-45868" fmla="*/ 2333 h 4213"/>
                    <a:gd name="connsiteX9-45869" fmla="*/ 1066 w 2254"/>
                    <a:gd name="connsiteY9-45870" fmla="*/ 2117 h 4213"/>
                    <a:gd name="connsiteX10-45871" fmla="*/ 990 w 2254"/>
                    <a:gd name="connsiteY10-45872" fmla="*/ 2039 h 4213"/>
                    <a:gd name="connsiteX11-45873" fmla="*/ 847 w 2254"/>
                    <a:gd name="connsiteY11-45874" fmla="*/ 1951 h 4213"/>
                    <a:gd name="connsiteX12-45875" fmla="*/ 755 w 2254"/>
                    <a:gd name="connsiteY12-45876" fmla="*/ 1827 h 4213"/>
                    <a:gd name="connsiteX13-45877" fmla="*/ 659 w 2254"/>
                    <a:gd name="connsiteY13-45878" fmla="*/ 1828 h 4213"/>
                    <a:gd name="connsiteX14-45879" fmla="*/ 614 w 2254"/>
                    <a:gd name="connsiteY14-45880" fmla="*/ 1883 h 4213"/>
                    <a:gd name="connsiteX15-45881" fmla="*/ 521 w 2254"/>
                    <a:gd name="connsiteY15-45882" fmla="*/ 1877 h 4213"/>
                    <a:gd name="connsiteX16-45883" fmla="*/ 501 w 2254"/>
                    <a:gd name="connsiteY16-45884" fmla="*/ 1994 h 4213"/>
                    <a:gd name="connsiteX17-45885" fmla="*/ 320 w 2254"/>
                    <a:gd name="connsiteY17-45886" fmla="*/ 1941 h 4213"/>
                    <a:gd name="connsiteX18-45887" fmla="*/ 237 w 2254"/>
                    <a:gd name="connsiteY18-45888" fmla="*/ 1939 h 4213"/>
                    <a:gd name="connsiteX19-45889" fmla="*/ 112 w 2254"/>
                    <a:gd name="connsiteY19-45890" fmla="*/ 2014 h 4213"/>
                    <a:gd name="connsiteX20-45891" fmla="*/ 0 w 2254"/>
                    <a:gd name="connsiteY20-45892" fmla="*/ 1890 h 4213"/>
                    <a:gd name="connsiteX21-45893" fmla="*/ 94 w 2254"/>
                    <a:gd name="connsiteY21-45894" fmla="*/ 1804 h 4213"/>
                    <a:gd name="connsiteX22-45895" fmla="*/ 98 w 2254"/>
                    <a:gd name="connsiteY22-45896" fmla="*/ 1634 h 4213"/>
                    <a:gd name="connsiteX23-45897" fmla="*/ 153 w 2254"/>
                    <a:gd name="connsiteY23-45898" fmla="*/ 1514 h 4213"/>
                    <a:gd name="connsiteX24-45899" fmla="*/ 196 w 2254"/>
                    <a:gd name="connsiteY24-45900" fmla="*/ 1306 h 4213"/>
                    <a:gd name="connsiteX25-45901" fmla="*/ 256 w 2254"/>
                    <a:gd name="connsiteY25-45902" fmla="*/ 1307 h 4213"/>
                    <a:gd name="connsiteX26-45903" fmla="*/ 579 w 2254"/>
                    <a:gd name="connsiteY26-45904" fmla="*/ 1286 h 4213"/>
                    <a:gd name="connsiteX27-45905" fmla="*/ 753 w 2254"/>
                    <a:gd name="connsiteY27-45906" fmla="*/ 1117 h 4213"/>
                    <a:gd name="connsiteX28-45907" fmla="*/ 822 w 2254"/>
                    <a:gd name="connsiteY28-45908" fmla="*/ 748 h 4213"/>
                    <a:gd name="connsiteX29-45909" fmla="*/ 932 w 2254"/>
                    <a:gd name="connsiteY29-45910" fmla="*/ 486 h 4213"/>
                    <a:gd name="connsiteX30-45911" fmla="*/ 930 w 2254"/>
                    <a:gd name="connsiteY30-45912" fmla="*/ 358 h 4213"/>
                    <a:gd name="connsiteX31-45913" fmla="*/ 917 w 2254"/>
                    <a:gd name="connsiteY31-45914" fmla="*/ 328 h 4213"/>
                    <a:gd name="connsiteX32-45915" fmla="*/ 850 w 2254"/>
                    <a:gd name="connsiteY32-45916" fmla="*/ 251 h 4213"/>
                    <a:gd name="connsiteX33-45917" fmla="*/ 790 w 2254"/>
                    <a:gd name="connsiteY33-45918" fmla="*/ 217 h 4213"/>
                    <a:gd name="connsiteX34-45919" fmla="*/ 915 w 2254"/>
                    <a:gd name="connsiteY34-45920" fmla="*/ 56 h 4213"/>
                    <a:gd name="connsiteX35-45921" fmla="*/ 1088 w 2254"/>
                    <a:gd name="connsiteY35-45922" fmla="*/ 2 h 4213"/>
                    <a:gd name="connsiteX36-45923" fmla="*/ 1120 w 2254"/>
                    <a:gd name="connsiteY36-45924" fmla="*/ 49 h 4213"/>
                    <a:gd name="connsiteX37-45925" fmla="*/ 1110 w 2254"/>
                    <a:gd name="connsiteY37-45926" fmla="*/ 133 h 4213"/>
                    <a:gd name="connsiteX38-45927" fmla="*/ 1049 w 2254"/>
                    <a:gd name="connsiteY38-45928" fmla="*/ 243 h 4213"/>
                    <a:gd name="connsiteX39-45929" fmla="*/ 1119 w 2254"/>
                    <a:gd name="connsiteY39-45930" fmla="*/ 301 h 4213"/>
                    <a:gd name="connsiteX40-45931" fmla="*/ 1233 w 2254"/>
                    <a:gd name="connsiteY40-45932" fmla="*/ 366 h 4213"/>
                    <a:gd name="connsiteX41-45933" fmla="*/ 1253 w 2254"/>
                    <a:gd name="connsiteY41-45934" fmla="*/ 255 h 4213"/>
                    <a:gd name="connsiteX42-45935" fmla="*/ 1387 w 2254"/>
                    <a:gd name="connsiteY42-45936" fmla="*/ 291 h 4213"/>
                    <a:gd name="connsiteX43-45937" fmla="*/ 1412 w 2254"/>
                    <a:gd name="connsiteY43-45938" fmla="*/ 331 h 4213"/>
                    <a:gd name="connsiteX44-45939" fmla="*/ 1488 w 2254"/>
                    <a:gd name="connsiteY44-45940" fmla="*/ 562 h 4213"/>
                    <a:gd name="connsiteX45-45941" fmla="*/ 1523 w 2254"/>
                    <a:gd name="connsiteY45-45942" fmla="*/ 586 h 4213"/>
                    <a:gd name="connsiteX46-45943" fmla="*/ 1615 w 2254"/>
                    <a:gd name="connsiteY46-45944" fmla="*/ 578 h 4213"/>
                    <a:gd name="connsiteX47-45945" fmla="*/ 1875 w 2254"/>
                    <a:gd name="connsiteY47-45946" fmla="*/ 490 h 4213"/>
                    <a:gd name="connsiteX48-45947" fmla="*/ 2095 w 2254"/>
                    <a:gd name="connsiteY48-45948" fmla="*/ 479 h 4213"/>
                    <a:gd name="connsiteX49-45949" fmla="*/ 2155 w 2254"/>
                    <a:gd name="connsiteY49-45950" fmla="*/ 648 h 4213"/>
                    <a:gd name="connsiteX50-45951" fmla="*/ 2073 w 2254"/>
                    <a:gd name="connsiteY50-45952" fmla="*/ 944 h 4213"/>
                    <a:gd name="connsiteX51-45953" fmla="*/ 2073 w 2254"/>
                    <a:gd name="connsiteY51-45954" fmla="*/ 1022 h 4213"/>
                    <a:gd name="connsiteX52-45955" fmla="*/ 2142 w 2254"/>
                    <a:gd name="connsiteY52-45956" fmla="*/ 1168 h 4213"/>
                    <a:gd name="connsiteX53-45957" fmla="*/ 2157 w 2254"/>
                    <a:gd name="connsiteY53-45958" fmla="*/ 1427 h 4213"/>
                    <a:gd name="connsiteX54-45959" fmla="*/ 2159 w 2254"/>
                    <a:gd name="connsiteY54-45960" fmla="*/ 1617 h 4213"/>
                    <a:gd name="connsiteX55-45961" fmla="*/ 2092 w 2254"/>
                    <a:gd name="connsiteY55-45962" fmla="*/ 1625 h 4213"/>
                    <a:gd name="connsiteX56-45963" fmla="*/ 2070 w 2254"/>
                    <a:gd name="connsiteY56-45964" fmla="*/ 1507 h 4213"/>
                    <a:gd name="connsiteX57-45965" fmla="*/ 2035 w 2254"/>
                    <a:gd name="connsiteY57-45966" fmla="*/ 1450 h 4213"/>
                    <a:gd name="connsiteX58-45967" fmla="*/ 1945 w 2254"/>
                    <a:gd name="connsiteY58-45968" fmla="*/ 1582 h 4213"/>
                    <a:gd name="connsiteX59-45969" fmla="*/ 1832 w 2254"/>
                    <a:gd name="connsiteY59-45970" fmla="*/ 1776 h 4213"/>
                    <a:gd name="connsiteX60-45971" fmla="*/ 1713 w 2254"/>
                    <a:gd name="connsiteY60-45972" fmla="*/ 1904 h 4213"/>
                    <a:gd name="connsiteX61-45973" fmla="*/ 1706 w 2254"/>
                    <a:gd name="connsiteY61-45974" fmla="*/ 2018 h 4213"/>
                    <a:gd name="connsiteX62-45975" fmla="*/ 1766 w 2254"/>
                    <a:gd name="connsiteY62-45976" fmla="*/ 2115 h 4213"/>
                    <a:gd name="connsiteX63-45977" fmla="*/ 1868 w 2254"/>
                    <a:gd name="connsiteY63-45978" fmla="*/ 2183 h 4213"/>
                    <a:gd name="connsiteX64-45979" fmla="*/ 1945 w 2254"/>
                    <a:gd name="connsiteY64-45980" fmla="*/ 2178 h 4213"/>
                    <a:gd name="connsiteX65-45981" fmla="*/ 1990 w 2254"/>
                    <a:gd name="connsiteY65-45982" fmla="*/ 2104 h 4213"/>
                    <a:gd name="connsiteX66-45983" fmla="*/ 2024 w 2254"/>
                    <a:gd name="connsiteY66-45984" fmla="*/ 2210 h 4213"/>
                    <a:gd name="connsiteX67-45985" fmla="*/ 1912 w 2254"/>
                    <a:gd name="connsiteY67-45986" fmla="*/ 2249 h 4213"/>
                    <a:gd name="connsiteX68-45987" fmla="*/ 1959 w 2254"/>
                    <a:gd name="connsiteY68-45988" fmla="*/ 2362 h 4213"/>
                    <a:gd name="connsiteX69-45989" fmla="*/ 1824 w 2254"/>
                    <a:gd name="connsiteY69-45990" fmla="*/ 2509 h 4213"/>
                    <a:gd name="connsiteX70-45991" fmla="*/ 1783 w 2254"/>
                    <a:gd name="connsiteY70-45992" fmla="*/ 2498 h 4213"/>
                    <a:gd name="connsiteX71-45993" fmla="*/ 1659 w 2254"/>
                    <a:gd name="connsiteY71-45994" fmla="*/ 2413 h 4213"/>
                    <a:gd name="connsiteX72-45995" fmla="*/ 1604 w 2254"/>
                    <a:gd name="connsiteY72-45996" fmla="*/ 2412 h 4213"/>
                    <a:gd name="connsiteX73-45997" fmla="*/ 1569 w 2254"/>
                    <a:gd name="connsiteY73-45998" fmla="*/ 2480 h 4213"/>
                    <a:gd name="connsiteX74-45999" fmla="*/ 1572 w 2254"/>
                    <a:gd name="connsiteY74-46000" fmla="*/ 2562 h 4213"/>
                    <a:gd name="connsiteX75-46001" fmla="*/ 1750 w 2254"/>
                    <a:gd name="connsiteY75-46002" fmla="*/ 2730 h 4213"/>
                    <a:gd name="connsiteX76-46003" fmla="*/ 1749 w 2254"/>
                    <a:gd name="connsiteY76-46004" fmla="*/ 2844 h 4213"/>
                    <a:gd name="connsiteX77-46005" fmla="*/ 1840 w 2254"/>
                    <a:gd name="connsiteY77-46006" fmla="*/ 3060 h 4213"/>
                    <a:gd name="connsiteX78-46007" fmla="*/ 1866 w 2254"/>
                    <a:gd name="connsiteY78-46008" fmla="*/ 3090 h 4213"/>
                    <a:gd name="connsiteX79-46009" fmla="*/ 1910 w 2254"/>
                    <a:gd name="connsiteY79-46010" fmla="*/ 3094 h 4213"/>
                    <a:gd name="connsiteX80-46011" fmla="*/ 1956 w 2254"/>
                    <a:gd name="connsiteY80-46012" fmla="*/ 3010 h 4213"/>
                    <a:gd name="connsiteX81-46013" fmla="*/ 2036 w 2254"/>
                    <a:gd name="connsiteY81-46014" fmla="*/ 2950 h 4213"/>
                    <a:gd name="connsiteX82-46015" fmla="*/ 2131 w 2254"/>
                    <a:gd name="connsiteY82-46016" fmla="*/ 3126 h 4213"/>
                    <a:gd name="connsiteX83-46017" fmla="*/ 2241 w 2254"/>
                    <a:gd name="connsiteY83-46018" fmla="*/ 3312 h 4213"/>
                    <a:gd name="connsiteX84-46019" fmla="*/ 2254 w 2254"/>
                    <a:gd name="connsiteY84-46020" fmla="*/ 3342 h 4213"/>
                    <a:gd name="connsiteX85-46021" fmla="*/ 2243 w 2254"/>
                    <a:gd name="connsiteY85-46022" fmla="*/ 3518 h 4213"/>
                    <a:gd name="connsiteX86-46023" fmla="*/ 2208 w 2254"/>
                    <a:gd name="connsiteY86-46024" fmla="*/ 3554 h 4213"/>
                    <a:gd name="connsiteX87-46025" fmla="*/ 2119 w 2254"/>
                    <a:gd name="connsiteY87-46026" fmla="*/ 3515 h 4213"/>
                    <a:gd name="connsiteX88-46027" fmla="*/ 1885 w 2254"/>
                    <a:gd name="connsiteY88-46028" fmla="*/ 3644 h 4213"/>
                    <a:gd name="connsiteX89-46029" fmla="*/ 1859 w 2254"/>
                    <a:gd name="connsiteY89-46030" fmla="*/ 3666 h 4213"/>
                    <a:gd name="connsiteX90-46031" fmla="*/ 1679 w 2254"/>
                    <a:gd name="connsiteY90-46032" fmla="*/ 3812 h 4213"/>
                    <a:gd name="connsiteX91-46033" fmla="*/ 1538 w 2254"/>
                    <a:gd name="connsiteY91-46034" fmla="*/ 3926 h 4213"/>
                    <a:gd name="connsiteX92-46035" fmla="*/ 1503 w 2254"/>
                    <a:gd name="connsiteY92-46036" fmla="*/ 3965 h 4213"/>
                    <a:gd name="connsiteX93-46037" fmla="*/ 1451 w 2254"/>
                    <a:gd name="connsiteY93-46038" fmla="*/ 3973 h 4213"/>
                    <a:gd name="connsiteX94-46039" fmla="*/ 1394 w 2254"/>
                    <a:gd name="connsiteY94-46040" fmla="*/ 3916 h 4213"/>
                    <a:gd name="connsiteX95-46041" fmla="*/ 1270 w 2254"/>
                    <a:gd name="connsiteY95-46042" fmla="*/ 3808 h 4213"/>
                    <a:gd name="connsiteX96-46043" fmla="*/ 1294 w 2254"/>
                    <a:gd name="connsiteY96-46044" fmla="*/ 4064 h 4213"/>
                    <a:gd name="connsiteX97-46045" fmla="*/ 1303 w 2254"/>
                    <a:gd name="connsiteY97-46046" fmla="*/ 4192 h 4213"/>
                    <a:gd name="connsiteX98-46047" fmla="*/ 1041 w 2254"/>
                    <a:gd name="connsiteY98-46048" fmla="*/ 4166 h 4213"/>
                    <a:gd name="connsiteX99-46049" fmla="*/ 959 w 2254"/>
                    <a:gd name="connsiteY99-46050" fmla="*/ 3987 h 4213"/>
                    <a:gd name="connsiteX100-46051" fmla="*/ 877 w 2254"/>
                    <a:gd name="connsiteY100-46052" fmla="*/ 3802 h 4213"/>
                    <a:gd name="connsiteX101-46053" fmla="*/ 798 w 2254"/>
                    <a:gd name="connsiteY101-46054" fmla="*/ 3734 h 4213"/>
                    <a:gd name="connsiteX0-46055" fmla="*/ 798 w 2254"/>
                    <a:gd name="connsiteY0-46056" fmla="*/ 3734 h 4213"/>
                    <a:gd name="connsiteX1-46057" fmla="*/ 679 w 2254"/>
                    <a:gd name="connsiteY1-46058" fmla="*/ 3800 h 4213"/>
                    <a:gd name="connsiteX2-46059" fmla="*/ 695 w 2254"/>
                    <a:gd name="connsiteY2-46060" fmla="*/ 3662 h 4213"/>
                    <a:gd name="connsiteX3-46061" fmla="*/ 633 w 2254"/>
                    <a:gd name="connsiteY3-46062" fmla="*/ 3500 h 4213"/>
                    <a:gd name="connsiteX4-46063" fmla="*/ 742 w 2254"/>
                    <a:gd name="connsiteY4-46064" fmla="*/ 3280 h 4213"/>
                    <a:gd name="connsiteX5-46065" fmla="*/ 932 w 2254"/>
                    <a:gd name="connsiteY5-46066" fmla="*/ 3195 h 4213"/>
                    <a:gd name="connsiteX6-46067" fmla="*/ 1107 w 2254"/>
                    <a:gd name="connsiteY6-46068" fmla="*/ 3058 h 4213"/>
                    <a:gd name="connsiteX7-46069" fmla="*/ 1107 w 2254"/>
                    <a:gd name="connsiteY7-46070" fmla="*/ 3046 h 4213"/>
                    <a:gd name="connsiteX8-46071" fmla="*/ 1112 w 2254"/>
                    <a:gd name="connsiteY8-46072" fmla="*/ 2878 h 4213"/>
                    <a:gd name="connsiteX9-46073" fmla="*/ 1068 w 2254"/>
                    <a:gd name="connsiteY9-46074" fmla="*/ 2333 h 4213"/>
                    <a:gd name="connsiteX10-46075" fmla="*/ 1066 w 2254"/>
                    <a:gd name="connsiteY10-46076" fmla="*/ 2117 h 4213"/>
                    <a:gd name="connsiteX11-46077" fmla="*/ 990 w 2254"/>
                    <a:gd name="connsiteY11-46078" fmla="*/ 2039 h 4213"/>
                    <a:gd name="connsiteX12-46079" fmla="*/ 847 w 2254"/>
                    <a:gd name="connsiteY12-46080" fmla="*/ 1951 h 4213"/>
                    <a:gd name="connsiteX13-46081" fmla="*/ 755 w 2254"/>
                    <a:gd name="connsiteY13-46082" fmla="*/ 1827 h 4213"/>
                    <a:gd name="connsiteX14-46083" fmla="*/ 659 w 2254"/>
                    <a:gd name="connsiteY14-46084" fmla="*/ 1828 h 4213"/>
                    <a:gd name="connsiteX15-46085" fmla="*/ 614 w 2254"/>
                    <a:gd name="connsiteY15-46086" fmla="*/ 1883 h 4213"/>
                    <a:gd name="connsiteX16-46087" fmla="*/ 521 w 2254"/>
                    <a:gd name="connsiteY16-46088" fmla="*/ 1877 h 4213"/>
                    <a:gd name="connsiteX17-46089" fmla="*/ 501 w 2254"/>
                    <a:gd name="connsiteY17-46090" fmla="*/ 1994 h 4213"/>
                    <a:gd name="connsiteX18-46091" fmla="*/ 320 w 2254"/>
                    <a:gd name="connsiteY18-46092" fmla="*/ 1941 h 4213"/>
                    <a:gd name="connsiteX19-46093" fmla="*/ 237 w 2254"/>
                    <a:gd name="connsiteY19-46094" fmla="*/ 1939 h 4213"/>
                    <a:gd name="connsiteX20-46095" fmla="*/ 112 w 2254"/>
                    <a:gd name="connsiteY20-46096" fmla="*/ 2014 h 4213"/>
                    <a:gd name="connsiteX21-46097" fmla="*/ 0 w 2254"/>
                    <a:gd name="connsiteY21-46098" fmla="*/ 1890 h 4213"/>
                    <a:gd name="connsiteX22-46099" fmla="*/ 94 w 2254"/>
                    <a:gd name="connsiteY22-46100" fmla="*/ 1804 h 4213"/>
                    <a:gd name="connsiteX23-46101" fmla="*/ 98 w 2254"/>
                    <a:gd name="connsiteY23-46102" fmla="*/ 1634 h 4213"/>
                    <a:gd name="connsiteX24-46103" fmla="*/ 153 w 2254"/>
                    <a:gd name="connsiteY24-46104" fmla="*/ 1514 h 4213"/>
                    <a:gd name="connsiteX25-46105" fmla="*/ 196 w 2254"/>
                    <a:gd name="connsiteY25-46106" fmla="*/ 1306 h 4213"/>
                    <a:gd name="connsiteX26-46107" fmla="*/ 256 w 2254"/>
                    <a:gd name="connsiteY26-46108" fmla="*/ 1307 h 4213"/>
                    <a:gd name="connsiteX27-46109" fmla="*/ 579 w 2254"/>
                    <a:gd name="connsiteY27-46110" fmla="*/ 1286 h 4213"/>
                    <a:gd name="connsiteX28-46111" fmla="*/ 753 w 2254"/>
                    <a:gd name="connsiteY28-46112" fmla="*/ 1117 h 4213"/>
                    <a:gd name="connsiteX29-46113" fmla="*/ 822 w 2254"/>
                    <a:gd name="connsiteY29-46114" fmla="*/ 748 h 4213"/>
                    <a:gd name="connsiteX30-46115" fmla="*/ 932 w 2254"/>
                    <a:gd name="connsiteY30-46116" fmla="*/ 486 h 4213"/>
                    <a:gd name="connsiteX31-46117" fmla="*/ 930 w 2254"/>
                    <a:gd name="connsiteY31-46118" fmla="*/ 358 h 4213"/>
                    <a:gd name="connsiteX32-46119" fmla="*/ 917 w 2254"/>
                    <a:gd name="connsiteY32-46120" fmla="*/ 328 h 4213"/>
                    <a:gd name="connsiteX33-46121" fmla="*/ 850 w 2254"/>
                    <a:gd name="connsiteY33-46122" fmla="*/ 251 h 4213"/>
                    <a:gd name="connsiteX34-46123" fmla="*/ 790 w 2254"/>
                    <a:gd name="connsiteY34-46124" fmla="*/ 217 h 4213"/>
                    <a:gd name="connsiteX35-46125" fmla="*/ 915 w 2254"/>
                    <a:gd name="connsiteY35-46126" fmla="*/ 56 h 4213"/>
                    <a:gd name="connsiteX36-46127" fmla="*/ 1088 w 2254"/>
                    <a:gd name="connsiteY36-46128" fmla="*/ 2 h 4213"/>
                    <a:gd name="connsiteX37-46129" fmla="*/ 1120 w 2254"/>
                    <a:gd name="connsiteY37-46130" fmla="*/ 49 h 4213"/>
                    <a:gd name="connsiteX38-46131" fmla="*/ 1110 w 2254"/>
                    <a:gd name="connsiteY38-46132" fmla="*/ 133 h 4213"/>
                    <a:gd name="connsiteX39-46133" fmla="*/ 1049 w 2254"/>
                    <a:gd name="connsiteY39-46134" fmla="*/ 243 h 4213"/>
                    <a:gd name="connsiteX40-46135" fmla="*/ 1119 w 2254"/>
                    <a:gd name="connsiteY40-46136" fmla="*/ 301 h 4213"/>
                    <a:gd name="connsiteX41-46137" fmla="*/ 1233 w 2254"/>
                    <a:gd name="connsiteY41-46138" fmla="*/ 366 h 4213"/>
                    <a:gd name="connsiteX42-46139" fmla="*/ 1253 w 2254"/>
                    <a:gd name="connsiteY42-46140" fmla="*/ 255 h 4213"/>
                    <a:gd name="connsiteX43-46141" fmla="*/ 1387 w 2254"/>
                    <a:gd name="connsiteY43-46142" fmla="*/ 291 h 4213"/>
                    <a:gd name="connsiteX44-46143" fmla="*/ 1412 w 2254"/>
                    <a:gd name="connsiteY44-46144" fmla="*/ 331 h 4213"/>
                    <a:gd name="connsiteX45-46145" fmla="*/ 1488 w 2254"/>
                    <a:gd name="connsiteY45-46146" fmla="*/ 562 h 4213"/>
                    <a:gd name="connsiteX46-46147" fmla="*/ 1523 w 2254"/>
                    <a:gd name="connsiteY46-46148" fmla="*/ 586 h 4213"/>
                    <a:gd name="connsiteX47-46149" fmla="*/ 1615 w 2254"/>
                    <a:gd name="connsiteY47-46150" fmla="*/ 578 h 4213"/>
                    <a:gd name="connsiteX48-46151" fmla="*/ 1875 w 2254"/>
                    <a:gd name="connsiteY48-46152" fmla="*/ 490 h 4213"/>
                    <a:gd name="connsiteX49-46153" fmla="*/ 2095 w 2254"/>
                    <a:gd name="connsiteY49-46154" fmla="*/ 479 h 4213"/>
                    <a:gd name="connsiteX50-46155" fmla="*/ 2155 w 2254"/>
                    <a:gd name="connsiteY50-46156" fmla="*/ 648 h 4213"/>
                    <a:gd name="connsiteX51-46157" fmla="*/ 2073 w 2254"/>
                    <a:gd name="connsiteY51-46158" fmla="*/ 944 h 4213"/>
                    <a:gd name="connsiteX52-46159" fmla="*/ 2073 w 2254"/>
                    <a:gd name="connsiteY52-46160" fmla="*/ 1022 h 4213"/>
                    <a:gd name="connsiteX53-46161" fmla="*/ 2142 w 2254"/>
                    <a:gd name="connsiteY53-46162" fmla="*/ 1168 h 4213"/>
                    <a:gd name="connsiteX54-46163" fmla="*/ 2157 w 2254"/>
                    <a:gd name="connsiteY54-46164" fmla="*/ 1427 h 4213"/>
                    <a:gd name="connsiteX55-46165" fmla="*/ 2159 w 2254"/>
                    <a:gd name="connsiteY55-46166" fmla="*/ 1617 h 4213"/>
                    <a:gd name="connsiteX56-46167" fmla="*/ 2092 w 2254"/>
                    <a:gd name="connsiteY56-46168" fmla="*/ 1625 h 4213"/>
                    <a:gd name="connsiteX57-46169" fmla="*/ 2070 w 2254"/>
                    <a:gd name="connsiteY57-46170" fmla="*/ 1507 h 4213"/>
                    <a:gd name="connsiteX58-46171" fmla="*/ 2035 w 2254"/>
                    <a:gd name="connsiteY58-46172" fmla="*/ 1450 h 4213"/>
                    <a:gd name="connsiteX59-46173" fmla="*/ 1945 w 2254"/>
                    <a:gd name="connsiteY59-46174" fmla="*/ 1582 h 4213"/>
                    <a:gd name="connsiteX60-46175" fmla="*/ 1832 w 2254"/>
                    <a:gd name="connsiteY60-46176" fmla="*/ 1776 h 4213"/>
                    <a:gd name="connsiteX61-46177" fmla="*/ 1713 w 2254"/>
                    <a:gd name="connsiteY61-46178" fmla="*/ 1904 h 4213"/>
                    <a:gd name="connsiteX62-46179" fmla="*/ 1706 w 2254"/>
                    <a:gd name="connsiteY62-46180" fmla="*/ 2018 h 4213"/>
                    <a:gd name="connsiteX63-46181" fmla="*/ 1766 w 2254"/>
                    <a:gd name="connsiteY63-46182" fmla="*/ 2115 h 4213"/>
                    <a:gd name="connsiteX64-46183" fmla="*/ 1868 w 2254"/>
                    <a:gd name="connsiteY64-46184" fmla="*/ 2183 h 4213"/>
                    <a:gd name="connsiteX65-46185" fmla="*/ 1945 w 2254"/>
                    <a:gd name="connsiteY65-46186" fmla="*/ 2178 h 4213"/>
                    <a:gd name="connsiteX66-46187" fmla="*/ 1990 w 2254"/>
                    <a:gd name="connsiteY66-46188" fmla="*/ 2104 h 4213"/>
                    <a:gd name="connsiteX67-46189" fmla="*/ 2024 w 2254"/>
                    <a:gd name="connsiteY67-46190" fmla="*/ 2210 h 4213"/>
                    <a:gd name="connsiteX68-46191" fmla="*/ 1912 w 2254"/>
                    <a:gd name="connsiteY68-46192" fmla="*/ 2249 h 4213"/>
                    <a:gd name="connsiteX69-46193" fmla="*/ 1959 w 2254"/>
                    <a:gd name="connsiteY69-46194" fmla="*/ 2362 h 4213"/>
                    <a:gd name="connsiteX70-46195" fmla="*/ 1824 w 2254"/>
                    <a:gd name="connsiteY70-46196" fmla="*/ 2509 h 4213"/>
                    <a:gd name="connsiteX71-46197" fmla="*/ 1783 w 2254"/>
                    <a:gd name="connsiteY71-46198" fmla="*/ 2498 h 4213"/>
                    <a:gd name="connsiteX72-46199" fmla="*/ 1659 w 2254"/>
                    <a:gd name="connsiteY72-46200" fmla="*/ 2413 h 4213"/>
                    <a:gd name="connsiteX73-46201" fmla="*/ 1604 w 2254"/>
                    <a:gd name="connsiteY73-46202" fmla="*/ 2412 h 4213"/>
                    <a:gd name="connsiteX74-46203" fmla="*/ 1569 w 2254"/>
                    <a:gd name="connsiteY74-46204" fmla="*/ 2480 h 4213"/>
                    <a:gd name="connsiteX75-46205" fmla="*/ 1572 w 2254"/>
                    <a:gd name="connsiteY75-46206" fmla="*/ 2562 h 4213"/>
                    <a:gd name="connsiteX76-46207" fmla="*/ 1750 w 2254"/>
                    <a:gd name="connsiteY76-46208" fmla="*/ 2730 h 4213"/>
                    <a:gd name="connsiteX77-46209" fmla="*/ 1749 w 2254"/>
                    <a:gd name="connsiteY77-46210" fmla="*/ 2844 h 4213"/>
                    <a:gd name="connsiteX78-46211" fmla="*/ 1840 w 2254"/>
                    <a:gd name="connsiteY78-46212" fmla="*/ 3060 h 4213"/>
                    <a:gd name="connsiteX79-46213" fmla="*/ 1866 w 2254"/>
                    <a:gd name="connsiteY79-46214" fmla="*/ 3090 h 4213"/>
                    <a:gd name="connsiteX80-46215" fmla="*/ 1910 w 2254"/>
                    <a:gd name="connsiteY80-46216" fmla="*/ 3094 h 4213"/>
                    <a:gd name="connsiteX81-46217" fmla="*/ 1956 w 2254"/>
                    <a:gd name="connsiteY81-46218" fmla="*/ 3010 h 4213"/>
                    <a:gd name="connsiteX82-46219" fmla="*/ 2036 w 2254"/>
                    <a:gd name="connsiteY82-46220" fmla="*/ 2950 h 4213"/>
                    <a:gd name="connsiteX83-46221" fmla="*/ 2131 w 2254"/>
                    <a:gd name="connsiteY83-46222" fmla="*/ 3126 h 4213"/>
                    <a:gd name="connsiteX84-46223" fmla="*/ 2241 w 2254"/>
                    <a:gd name="connsiteY84-46224" fmla="*/ 3312 h 4213"/>
                    <a:gd name="connsiteX85-46225" fmla="*/ 2254 w 2254"/>
                    <a:gd name="connsiteY85-46226" fmla="*/ 3342 h 4213"/>
                    <a:gd name="connsiteX86-46227" fmla="*/ 2243 w 2254"/>
                    <a:gd name="connsiteY86-46228" fmla="*/ 3518 h 4213"/>
                    <a:gd name="connsiteX87-46229" fmla="*/ 2208 w 2254"/>
                    <a:gd name="connsiteY87-46230" fmla="*/ 3554 h 4213"/>
                    <a:gd name="connsiteX88-46231" fmla="*/ 2119 w 2254"/>
                    <a:gd name="connsiteY88-46232" fmla="*/ 3515 h 4213"/>
                    <a:gd name="connsiteX89-46233" fmla="*/ 1885 w 2254"/>
                    <a:gd name="connsiteY89-46234" fmla="*/ 3644 h 4213"/>
                    <a:gd name="connsiteX90-46235" fmla="*/ 1859 w 2254"/>
                    <a:gd name="connsiteY90-46236" fmla="*/ 3666 h 4213"/>
                    <a:gd name="connsiteX91-46237" fmla="*/ 1679 w 2254"/>
                    <a:gd name="connsiteY91-46238" fmla="*/ 3812 h 4213"/>
                    <a:gd name="connsiteX92-46239" fmla="*/ 1538 w 2254"/>
                    <a:gd name="connsiteY92-46240" fmla="*/ 3926 h 4213"/>
                    <a:gd name="connsiteX93-46241" fmla="*/ 1503 w 2254"/>
                    <a:gd name="connsiteY93-46242" fmla="*/ 3965 h 4213"/>
                    <a:gd name="connsiteX94-46243" fmla="*/ 1451 w 2254"/>
                    <a:gd name="connsiteY94-46244" fmla="*/ 3973 h 4213"/>
                    <a:gd name="connsiteX95-46245" fmla="*/ 1394 w 2254"/>
                    <a:gd name="connsiteY95-46246" fmla="*/ 3916 h 4213"/>
                    <a:gd name="connsiteX96-46247" fmla="*/ 1270 w 2254"/>
                    <a:gd name="connsiteY96-46248" fmla="*/ 3808 h 4213"/>
                    <a:gd name="connsiteX97-46249" fmla="*/ 1294 w 2254"/>
                    <a:gd name="connsiteY97-46250" fmla="*/ 4064 h 4213"/>
                    <a:gd name="connsiteX98-46251" fmla="*/ 1303 w 2254"/>
                    <a:gd name="connsiteY98-46252" fmla="*/ 4192 h 4213"/>
                    <a:gd name="connsiteX99-46253" fmla="*/ 1041 w 2254"/>
                    <a:gd name="connsiteY99-46254" fmla="*/ 4166 h 4213"/>
                    <a:gd name="connsiteX100-46255" fmla="*/ 959 w 2254"/>
                    <a:gd name="connsiteY100-46256" fmla="*/ 3987 h 4213"/>
                    <a:gd name="connsiteX101-46257" fmla="*/ 877 w 2254"/>
                    <a:gd name="connsiteY101-46258" fmla="*/ 3802 h 4213"/>
                    <a:gd name="connsiteX102-46259" fmla="*/ 798 w 2254"/>
                    <a:gd name="connsiteY102-46260" fmla="*/ 3734 h 4213"/>
                    <a:gd name="connsiteX0-46261" fmla="*/ 798 w 2254"/>
                    <a:gd name="connsiteY0-46262" fmla="*/ 3734 h 4213"/>
                    <a:gd name="connsiteX1-46263" fmla="*/ 679 w 2254"/>
                    <a:gd name="connsiteY1-46264" fmla="*/ 3800 h 4213"/>
                    <a:gd name="connsiteX2-46265" fmla="*/ 695 w 2254"/>
                    <a:gd name="connsiteY2-46266" fmla="*/ 3662 h 4213"/>
                    <a:gd name="connsiteX3-46267" fmla="*/ 633 w 2254"/>
                    <a:gd name="connsiteY3-46268" fmla="*/ 3500 h 4213"/>
                    <a:gd name="connsiteX4-46269" fmla="*/ 742 w 2254"/>
                    <a:gd name="connsiteY4-46270" fmla="*/ 3280 h 4213"/>
                    <a:gd name="connsiteX5-46271" fmla="*/ 932 w 2254"/>
                    <a:gd name="connsiteY5-46272" fmla="*/ 3195 h 4213"/>
                    <a:gd name="connsiteX6-46273" fmla="*/ 1107 w 2254"/>
                    <a:gd name="connsiteY6-46274" fmla="*/ 3058 h 4213"/>
                    <a:gd name="connsiteX7-46275" fmla="*/ 1107 w 2254"/>
                    <a:gd name="connsiteY7-46276" fmla="*/ 3046 h 4213"/>
                    <a:gd name="connsiteX8-46277" fmla="*/ 1112 w 2254"/>
                    <a:gd name="connsiteY8-46278" fmla="*/ 2878 h 4213"/>
                    <a:gd name="connsiteX9-46279" fmla="*/ 1068 w 2254"/>
                    <a:gd name="connsiteY9-46280" fmla="*/ 2333 h 4213"/>
                    <a:gd name="connsiteX10-46281" fmla="*/ 1066 w 2254"/>
                    <a:gd name="connsiteY10-46282" fmla="*/ 2117 h 4213"/>
                    <a:gd name="connsiteX11-46283" fmla="*/ 990 w 2254"/>
                    <a:gd name="connsiteY11-46284" fmla="*/ 2039 h 4213"/>
                    <a:gd name="connsiteX12-46285" fmla="*/ 847 w 2254"/>
                    <a:gd name="connsiteY12-46286" fmla="*/ 1951 h 4213"/>
                    <a:gd name="connsiteX13-46287" fmla="*/ 755 w 2254"/>
                    <a:gd name="connsiteY13-46288" fmla="*/ 1827 h 4213"/>
                    <a:gd name="connsiteX14-46289" fmla="*/ 659 w 2254"/>
                    <a:gd name="connsiteY14-46290" fmla="*/ 1828 h 4213"/>
                    <a:gd name="connsiteX15-46291" fmla="*/ 614 w 2254"/>
                    <a:gd name="connsiteY15-46292" fmla="*/ 1883 h 4213"/>
                    <a:gd name="connsiteX16-46293" fmla="*/ 521 w 2254"/>
                    <a:gd name="connsiteY16-46294" fmla="*/ 1877 h 4213"/>
                    <a:gd name="connsiteX17-46295" fmla="*/ 501 w 2254"/>
                    <a:gd name="connsiteY17-46296" fmla="*/ 1994 h 4213"/>
                    <a:gd name="connsiteX18-46297" fmla="*/ 320 w 2254"/>
                    <a:gd name="connsiteY18-46298" fmla="*/ 1941 h 4213"/>
                    <a:gd name="connsiteX19-46299" fmla="*/ 237 w 2254"/>
                    <a:gd name="connsiteY19-46300" fmla="*/ 1939 h 4213"/>
                    <a:gd name="connsiteX20-46301" fmla="*/ 112 w 2254"/>
                    <a:gd name="connsiteY20-46302" fmla="*/ 2014 h 4213"/>
                    <a:gd name="connsiteX21-46303" fmla="*/ 0 w 2254"/>
                    <a:gd name="connsiteY21-46304" fmla="*/ 1890 h 4213"/>
                    <a:gd name="connsiteX22-46305" fmla="*/ 94 w 2254"/>
                    <a:gd name="connsiteY22-46306" fmla="*/ 1804 h 4213"/>
                    <a:gd name="connsiteX23-46307" fmla="*/ 98 w 2254"/>
                    <a:gd name="connsiteY23-46308" fmla="*/ 1634 h 4213"/>
                    <a:gd name="connsiteX24-46309" fmla="*/ 153 w 2254"/>
                    <a:gd name="connsiteY24-46310" fmla="*/ 1514 h 4213"/>
                    <a:gd name="connsiteX25-46311" fmla="*/ 196 w 2254"/>
                    <a:gd name="connsiteY25-46312" fmla="*/ 1306 h 4213"/>
                    <a:gd name="connsiteX26-46313" fmla="*/ 256 w 2254"/>
                    <a:gd name="connsiteY26-46314" fmla="*/ 1307 h 4213"/>
                    <a:gd name="connsiteX27-46315" fmla="*/ 579 w 2254"/>
                    <a:gd name="connsiteY27-46316" fmla="*/ 1286 h 4213"/>
                    <a:gd name="connsiteX28-46317" fmla="*/ 753 w 2254"/>
                    <a:gd name="connsiteY28-46318" fmla="*/ 1117 h 4213"/>
                    <a:gd name="connsiteX29-46319" fmla="*/ 822 w 2254"/>
                    <a:gd name="connsiteY29-46320" fmla="*/ 748 h 4213"/>
                    <a:gd name="connsiteX30-46321" fmla="*/ 932 w 2254"/>
                    <a:gd name="connsiteY30-46322" fmla="*/ 486 h 4213"/>
                    <a:gd name="connsiteX31-46323" fmla="*/ 930 w 2254"/>
                    <a:gd name="connsiteY31-46324" fmla="*/ 358 h 4213"/>
                    <a:gd name="connsiteX32-46325" fmla="*/ 917 w 2254"/>
                    <a:gd name="connsiteY32-46326" fmla="*/ 328 h 4213"/>
                    <a:gd name="connsiteX33-46327" fmla="*/ 850 w 2254"/>
                    <a:gd name="connsiteY33-46328" fmla="*/ 251 h 4213"/>
                    <a:gd name="connsiteX34-46329" fmla="*/ 790 w 2254"/>
                    <a:gd name="connsiteY34-46330" fmla="*/ 217 h 4213"/>
                    <a:gd name="connsiteX35-46331" fmla="*/ 915 w 2254"/>
                    <a:gd name="connsiteY35-46332" fmla="*/ 56 h 4213"/>
                    <a:gd name="connsiteX36-46333" fmla="*/ 1088 w 2254"/>
                    <a:gd name="connsiteY36-46334" fmla="*/ 2 h 4213"/>
                    <a:gd name="connsiteX37-46335" fmla="*/ 1120 w 2254"/>
                    <a:gd name="connsiteY37-46336" fmla="*/ 49 h 4213"/>
                    <a:gd name="connsiteX38-46337" fmla="*/ 1110 w 2254"/>
                    <a:gd name="connsiteY38-46338" fmla="*/ 133 h 4213"/>
                    <a:gd name="connsiteX39-46339" fmla="*/ 1049 w 2254"/>
                    <a:gd name="connsiteY39-46340" fmla="*/ 243 h 4213"/>
                    <a:gd name="connsiteX40-46341" fmla="*/ 1119 w 2254"/>
                    <a:gd name="connsiteY40-46342" fmla="*/ 301 h 4213"/>
                    <a:gd name="connsiteX41-46343" fmla="*/ 1233 w 2254"/>
                    <a:gd name="connsiteY41-46344" fmla="*/ 366 h 4213"/>
                    <a:gd name="connsiteX42-46345" fmla="*/ 1253 w 2254"/>
                    <a:gd name="connsiteY42-46346" fmla="*/ 255 h 4213"/>
                    <a:gd name="connsiteX43-46347" fmla="*/ 1387 w 2254"/>
                    <a:gd name="connsiteY43-46348" fmla="*/ 291 h 4213"/>
                    <a:gd name="connsiteX44-46349" fmla="*/ 1412 w 2254"/>
                    <a:gd name="connsiteY44-46350" fmla="*/ 331 h 4213"/>
                    <a:gd name="connsiteX45-46351" fmla="*/ 1488 w 2254"/>
                    <a:gd name="connsiteY45-46352" fmla="*/ 562 h 4213"/>
                    <a:gd name="connsiteX46-46353" fmla="*/ 1523 w 2254"/>
                    <a:gd name="connsiteY46-46354" fmla="*/ 586 h 4213"/>
                    <a:gd name="connsiteX47-46355" fmla="*/ 1615 w 2254"/>
                    <a:gd name="connsiteY47-46356" fmla="*/ 578 h 4213"/>
                    <a:gd name="connsiteX48-46357" fmla="*/ 1875 w 2254"/>
                    <a:gd name="connsiteY48-46358" fmla="*/ 490 h 4213"/>
                    <a:gd name="connsiteX49-46359" fmla="*/ 2095 w 2254"/>
                    <a:gd name="connsiteY49-46360" fmla="*/ 479 h 4213"/>
                    <a:gd name="connsiteX50-46361" fmla="*/ 2155 w 2254"/>
                    <a:gd name="connsiteY50-46362" fmla="*/ 648 h 4213"/>
                    <a:gd name="connsiteX51-46363" fmla="*/ 2073 w 2254"/>
                    <a:gd name="connsiteY51-46364" fmla="*/ 944 h 4213"/>
                    <a:gd name="connsiteX52-46365" fmla="*/ 2073 w 2254"/>
                    <a:gd name="connsiteY52-46366" fmla="*/ 1022 h 4213"/>
                    <a:gd name="connsiteX53-46367" fmla="*/ 2142 w 2254"/>
                    <a:gd name="connsiteY53-46368" fmla="*/ 1168 h 4213"/>
                    <a:gd name="connsiteX54-46369" fmla="*/ 2157 w 2254"/>
                    <a:gd name="connsiteY54-46370" fmla="*/ 1427 h 4213"/>
                    <a:gd name="connsiteX55-46371" fmla="*/ 2159 w 2254"/>
                    <a:gd name="connsiteY55-46372" fmla="*/ 1617 h 4213"/>
                    <a:gd name="connsiteX56-46373" fmla="*/ 2092 w 2254"/>
                    <a:gd name="connsiteY56-46374" fmla="*/ 1625 h 4213"/>
                    <a:gd name="connsiteX57-46375" fmla="*/ 2070 w 2254"/>
                    <a:gd name="connsiteY57-46376" fmla="*/ 1507 h 4213"/>
                    <a:gd name="connsiteX58-46377" fmla="*/ 2035 w 2254"/>
                    <a:gd name="connsiteY58-46378" fmla="*/ 1450 h 4213"/>
                    <a:gd name="connsiteX59-46379" fmla="*/ 1945 w 2254"/>
                    <a:gd name="connsiteY59-46380" fmla="*/ 1582 h 4213"/>
                    <a:gd name="connsiteX60-46381" fmla="*/ 1832 w 2254"/>
                    <a:gd name="connsiteY60-46382" fmla="*/ 1776 h 4213"/>
                    <a:gd name="connsiteX61-46383" fmla="*/ 1713 w 2254"/>
                    <a:gd name="connsiteY61-46384" fmla="*/ 1904 h 4213"/>
                    <a:gd name="connsiteX62-46385" fmla="*/ 1706 w 2254"/>
                    <a:gd name="connsiteY62-46386" fmla="*/ 2018 h 4213"/>
                    <a:gd name="connsiteX63-46387" fmla="*/ 1766 w 2254"/>
                    <a:gd name="connsiteY63-46388" fmla="*/ 2115 h 4213"/>
                    <a:gd name="connsiteX64-46389" fmla="*/ 1868 w 2254"/>
                    <a:gd name="connsiteY64-46390" fmla="*/ 2183 h 4213"/>
                    <a:gd name="connsiteX65-46391" fmla="*/ 1945 w 2254"/>
                    <a:gd name="connsiteY65-46392" fmla="*/ 2178 h 4213"/>
                    <a:gd name="connsiteX66-46393" fmla="*/ 1990 w 2254"/>
                    <a:gd name="connsiteY66-46394" fmla="*/ 2104 h 4213"/>
                    <a:gd name="connsiteX67-46395" fmla="*/ 2024 w 2254"/>
                    <a:gd name="connsiteY67-46396" fmla="*/ 2210 h 4213"/>
                    <a:gd name="connsiteX68-46397" fmla="*/ 1912 w 2254"/>
                    <a:gd name="connsiteY68-46398" fmla="*/ 2249 h 4213"/>
                    <a:gd name="connsiteX69-46399" fmla="*/ 1959 w 2254"/>
                    <a:gd name="connsiteY69-46400" fmla="*/ 2362 h 4213"/>
                    <a:gd name="connsiteX70-46401" fmla="*/ 1824 w 2254"/>
                    <a:gd name="connsiteY70-46402" fmla="*/ 2509 h 4213"/>
                    <a:gd name="connsiteX71-46403" fmla="*/ 1783 w 2254"/>
                    <a:gd name="connsiteY71-46404" fmla="*/ 2498 h 4213"/>
                    <a:gd name="connsiteX72-46405" fmla="*/ 1659 w 2254"/>
                    <a:gd name="connsiteY72-46406" fmla="*/ 2413 h 4213"/>
                    <a:gd name="connsiteX73-46407" fmla="*/ 1604 w 2254"/>
                    <a:gd name="connsiteY73-46408" fmla="*/ 2412 h 4213"/>
                    <a:gd name="connsiteX74-46409" fmla="*/ 1569 w 2254"/>
                    <a:gd name="connsiteY74-46410" fmla="*/ 2480 h 4213"/>
                    <a:gd name="connsiteX75-46411" fmla="*/ 1572 w 2254"/>
                    <a:gd name="connsiteY75-46412" fmla="*/ 2562 h 4213"/>
                    <a:gd name="connsiteX76-46413" fmla="*/ 1750 w 2254"/>
                    <a:gd name="connsiteY76-46414" fmla="*/ 2730 h 4213"/>
                    <a:gd name="connsiteX77-46415" fmla="*/ 1749 w 2254"/>
                    <a:gd name="connsiteY77-46416" fmla="*/ 2844 h 4213"/>
                    <a:gd name="connsiteX78-46417" fmla="*/ 1840 w 2254"/>
                    <a:gd name="connsiteY78-46418" fmla="*/ 3060 h 4213"/>
                    <a:gd name="connsiteX79-46419" fmla="*/ 1866 w 2254"/>
                    <a:gd name="connsiteY79-46420" fmla="*/ 3090 h 4213"/>
                    <a:gd name="connsiteX80-46421" fmla="*/ 1910 w 2254"/>
                    <a:gd name="connsiteY80-46422" fmla="*/ 3094 h 4213"/>
                    <a:gd name="connsiteX81-46423" fmla="*/ 1956 w 2254"/>
                    <a:gd name="connsiteY81-46424" fmla="*/ 3010 h 4213"/>
                    <a:gd name="connsiteX82-46425" fmla="*/ 2036 w 2254"/>
                    <a:gd name="connsiteY82-46426" fmla="*/ 2950 h 4213"/>
                    <a:gd name="connsiteX83-46427" fmla="*/ 2131 w 2254"/>
                    <a:gd name="connsiteY83-46428" fmla="*/ 3126 h 4213"/>
                    <a:gd name="connsiteX84-46429" fmla="*/ 2241 w 2254"/>
                    <a:gd name="connsiteY84-46430" fmla="*/ 3312 h 4213"/>
                    <a:gd name="connsiteX85-46431" fmla="*/ 2254 w 2254"/>
                    <a:gd name="connsiteY85-46432" fmla="*/ 3342 h 4213"/>
                    <a:gd name="connsiteX86-46433" fmla="*/ 2243 w 2254"/>
                    <a:gd name="connsiteY86-46434" fmla="*/ 3518 h 4213"/>
                    <a:gd name="connsiteX87-46435" fmla="*/ 2208 w 2254"/>
                    <a:gd name="connsiteY87-46436" fmla="*/ 3554 h 4213"/>
                    <a:gd name="connsiteX88-46437" fmla="*/ 2119 w 2254"/>
                    <a:gd name="connsiteY88-46438" fmla="*/ 3515 h 4213"/>
                    <a:gd name="connsiteX89-46439" fmla="*/ 1885 w 2254"/>
                    <a:gd name="connsiteY89-46440" fmla="*/ 3644 h 4213"/>
                    <a:gd name="connsiteX90-46441" fmla="*/ 1859 w 2254"/>
                    <a:gd name="connsiteY90-46442" fmla="*/ 3666 h 4213"/>
                    <a:gd name="connsiteX91-46443" fmla="*/ 1679 w 2254"/>
                    <a:gd name="connsiteY91-46444" fmla="*/ 3812 h 4213"/>
                    <a:gd name="connsiteX92-46445" fmla="*/ 1538 w 2254"/>
                    <a:gd name="connsiteY92-46446" fmla="*/ 3926 h 4213"/>
                    <a:gd name="connsiteX93-46447" fmla="*/ 1503 w 2254"/>
                    <a:gd name="connsiteY93-46448" fmla="*/ 3965 h 4213"/>
                    <a:gd name="connsiteX94-46449" fmla="*/ 1451 w 2254"/>
                    <a:gd name="connsiteY94-46450" fmla="*/ 3973 h 4213"/>
                    <a:gd name="connsiteX95-46451" fmla="*/ 1394 w 2254"/>
                    <a:gd name="connsiteY95-46452" fmla="*/ 3916 h 4213"/>
                    <a:gd name="connsiteX96-46453" fmla="*/ 1270 w 2254"/>
                    <a:gd name="connsiteY96-46454" fmla="*/ 3808 h 4213"/>
                    <a:gd name="connsiteX97-46455" fmla="*/ 1294 w 2254"/>
                    <a:gd name="connsiteY97-46456" fmla="*/ 4064 h 4213"/>
                    <a:gd name="connsiteX98-46457" fmla="*/ 1303 w 2254"/>
                    <a:gd name="connsiteY98-46458" fmla="*/ 4192 h 4213"/>
                    <a:gd name="connsiteX99-46459" fmla="*/ 1041 w 2254"/>
                    <a:gd name="connsiteY99-46460" fmla="*/ 4166 h 4213"/>
                    <a:gd name="connsiteX100-46461" fmla="*/ 959 w 2254"/>
                    <a:gd name="connsiteY100-46462" fmla="*/ 3987 h 4213"/>
                    <a:gd name="connsiteX101-46463" fmla="*/ 877 w 2254"/>
                    <a:gd name="connsiteY101-46464" fmla="*/ 3802 h 4213"/>
                    <a:gd name="connsiteX102-46465" fmla="*/ 798 w 2254"/>
                    <a:gd name="connsiteY102-46466" fmla="*/ 3734 h 4213"/>
                    <a:gd name="connsiteX0-46467" fmla="*/ 798 w 2254"/>
                    <a:gd name="connsiteY0-46468" fmla="*/ 3734 h 4213"/>
                    <a:gd name="connsiteX1-46469" fmla="*/ 679 w 2254"/>
                    <a:gd name="connsiteY1-46470" fmla="*/ 3800 h 4213"/>
                    <a:gd name="connsiteX2-46471" fmla="*/ 695 w 2254"/>
                    <a:gd name="connsiteY2-46472" fmla="*/ 3662 h 4213"/>
                    <a:gd name="connsiteX3-46473" fmla="*/ 633 w 2254"/>
                    <a:gd name="connsiteY3-46474" fmla="*/ 3500 h 4213"/>
                    <a:gd name="connsiteX4-46475" fmla="*/ 742 w 2254"/>
                    <a:gd name="connsiteY4-46476" fmla="*/ 3280 h 4213"/>
                    <a:gd name="connsiteX5-46477" fmla="*/ 932 w 2254"/>
                    <a:gd name="connsiteY5-46478" fmla="*/ 3195 h 4213"/>
                    <a:gd name="connsiteX6-46479" fmla="*/ 1107 w 2254"/>
                    <a:gd name="connsiteY6-46480" fmla="*/ 3058 h 4213"/>
                    <a:gd name="connsiteX7-46481" fmla="*/ 1112 w 2254"/>
                    <a:gd name="connsiteY7-46482" fmla="*/ 2878 h 4213"/>
                    <a:gd name="connsiteX8-46483" fmla="*/ 1068 w 2254"/>
                    <a:gd name="connsiteY8-46484" fmla="*/ 2333 h 4213"/>
                    <a:gd name="connsiteX9-46485" fmla="*/ 1066 w 2254"/>
                    <a:gd name="connsiteY9-46486" fmla="*/ 2117 h 4213"/>
                    <a:gd name="connsiteX10-46487" fmla="*/ 990 w 2254"/>
                    <a:gd name="connsiteY10-46488" fmla="*/ 2039 h 4213"/>
                    <a:gd name="connsiteX11-46489" fmla="*/ 847 w 2254"/>
                    <a:gd name="connsiteY11-46490" fmla="*/ 1951 h 4213"/>
                    <a:gd name="connsiteX12-46491" fmla="*/ 755 w 2254"/>
                    <a:gd name="connsiteY12-46492" fmla="*/ 1827 h 4213"/>
                    <a:gd name="connsiteX13-46493" fmla="*/ 659 w 2254"/>
                    <a:gd name="connsiteY13-46494" fmla="*/ 1828 h 4213"/>
                    <a:gd name="connsiteX14-46495" fmla="*/ 614 w 2254"/>
                    <a:gd name="connsiteY14-46496" fmla="*/ 1883 h 4213"/>
                    <a:gd name="connsiteX15-46497" fmla="*/ 521 w 2254"/>
                    <a:gd name="connsiteY15-46498" fmla="*/ 1877 h 4213"/>
                    <a:gd name="connsiteX16-46499" fmla="*/ 501 w 2254"/>
                    <a:gd name="connsiteY16-46500" fmla="*/ 1994 h 4213"/>
                    <a:gd name="connsiteX17-46501" fmla="*/ 320 w 2254"/>
                    <a:gd name="connsiteY17-46502" fmla="*/ 1941 h 4213"/>
                    <a:gd name="connsiteX18-46503" fmla="*/ 237 w 2254"/>
                    <a:gd name="connsiteY18-46504" fmla="*/ 1939 h 4213"/>
                    <a:gd name="connsiteX19-46505" fmla="*/ 112 w 2254"/>
                    <a:gd name="connsiteY19-46506" fmla="*/ 2014 h 4213"/>
                    <a:gd name="connsiteX20-46507" fmla="*/ 0 w 2254"/>
                    <a:gd name="connsiteY20-46508" fmla="*/ 1890 h 4213"/>
                    <a:gd name="connsiteX21-46509" fmla="*/ 94 w 2254"/>
                    <a:gd name="connsiteY21-46510" fmla="*/ 1804 h 4213"/>
                    <a:gd name="connsiteX22-46511" fmla="*/ 98 w 2254"/>
                    <a:gd name="connsiteY22-46512" fmla="*/ 1634 h 4213"/>
                    <a:gd name="connsiteX23-46513" fmla="*/ 153 w 2254"/>
                    <a:gd name="connsiteY23-46514" fmla="*/ 1514 h 4213"/>
                    <a:gd name="connsiteX24-46515" fmla="*/ 196 w 2254"/>
                    <a:gd name="connsiteY24-46516" fmla="*/ 1306 h 4213"/>
                    <a:gd name="connsiteX25-46517" fmla="*/ 256 w 2254"/>
                    <a:gd name="connsiteY25-46518" fmla="*/ 1307 h 4213"/>
                    <a:gd name="connsiteX26-46519" fmla="*/ 579 w 2254"/>
                    <a:gd name="connsiteY26-46520" fmla="*/ 1286 h 4213"/>
                    <a:gd name="connsiteX27-46521" fmla="*/ 753 w 2254"/>
                    <a:gd name="connsiteY27-46522" fmla="*/ 1117 h 4213"/>
                    <a:gd name="connsiteX28-46523" fmla="*/ 822 w 2254"/>
                    <a:gd name="connsiteY28-46524" fmla="*/ 748 h 4213"/>
                    <a:gd name="connsiteX29-46525" fmla="*/ 932 w 2254"/>
                    <a:gd name="connsiteY29-46526" fmla="*/ 486 h 4213"/>
                    <a:gd name="connsiteX30-46527" fmla="*/ 930 w 2254"/>
                    <a:gd name="connsiteY30-46528" fmla="*/ 358 h 4213"/>
                    <a:gd name="connsiteX31-46529" fmla="*/ 917 w 2254"/>
                    <a:gd name="connsiteY31-46530" fmla="*/ 328 h 4213"/>
                    <a:gd name="connsiteX32-46531" fmla="*/ 850 w 2254"/>
                    <a:gd name="connsiteY32-46532" fmla="*/ 251 h 4213"/>
                    <a:gd name="connsiteX33-46533" fmla="*/ 790 w 2254"/>
                    <a:gd name="connsiteY33-46534" fmla="*/ 217 h 4213"/>
                    <a:gd name="connsiteX34-46535" fmla="*/ 915 w 2254"/>
                    <a:gd name="connsiteY34-46536" fmla="*/ 56 h 4213"/>
                    <a:gd name="connsiteX35-46537" fmla="*/ 1088 w 2254"/>
                    <a:gd name="connsiteY35-46538" fmla="*/ 2 h 4213"/>
                    <a:gd name="connsiteX36-46539" fmla="*/ 1120 w 2254"/>
                    <a:gd name="connsiteY36-46540" fmla="*/ 49 h 4213"/>
                    <a:gd name="connsiteX37-46541" fmla="*/ 1110 w 2254"/>
                    <a:gd name="connsiteY37-46542" fmla="*/ 133 h 4213"/>
                    <a:gd name="connsiteX38-46543" fmla="*/ 1049 w 2254"/>
                    <a:gd name="connsiteY38-46544" fmla="*/ 243 h 4213"/>
                    <a:gd name="connsiteX39-46545" fmla="*/ 1119 w 2254"/>
                    <a:gd name="connsiteY39-46546" fmla="*/ 301 h 4213"/>
                    <a:gd name="connsiteX40-46547" fmla="*/ 1233 w 2254"/>
                    <a:gd name="connsiteY40-46548" fmla="*/ 366 h 4213"/>
                    <a:gd name="connsiteX41-46549" fmla="*/ 1253 w 2254"/>
                    <a:gd name="connsiteY41-46550" fmla="*/ 255 h 4213"/>
                    <a:gd name="connsiteX42-46551" fmla="*/ 1387 w 2254"/>
                    <a:gd name="connsiteY42-46552" fmla="*/ 291 h 4213"/>
                    <a:gd name="connsiteX43-46553" fmla="*/ 1412 w 2254"/>
                    <a:gd name="connsiteY43-46554" fmla="*/ 331 h 4213"/>
                    <a:gd name="connsiteX44-46555" fmla="*/ 1488 w 2254"/>
                    <a:gd name="connsiteY44-46556" fmla="*/ 562 h 4213"/>
                    <a:gd name="connsiteX45-46557" fmla="*/ 1523 w 2254"/>
                    <a:gd name="connsiteY45-46558" fmla="*/ 586 h 4213"/>
                    <a:gd name="connsiteX46-46559" fmla="*/ 1615 w 2254"/>
                    <a:gd name="connsiteY46-46560" fmla="*/ 578 h 4213"/>
                    <a:gd name="connsiteX47-46561" fmla="*/ 1875 w 2254"/>
                    <a:gd name="connsiteY47-46562" fmla="*/ 490 h 4213"/>
                    <a:gd name="connsiteX48-46563" fmla="*/ 2095 w 2254"/>
                    <a:gd name="connsiteY48-46564" fmla="*/ 479 h 4213"/>
                    <a:gd name="connsiteX49-46565" fmla="*/ 2155 w 2254"/>
                    <a:gd name="connsiteY49-46566" fmla="*/ 648 h 4213"/>
                    <a:gd name="connsiteX50-46567" fmla="*/ 2073 w 2254"/>
                    <a:gd name="connsiteY50-46568" fmla="*/ 944 h 4213"/>
                    <a:gd name="connsiteX51-46569" fmla="*/ 2073 w 2254"/>
                    <a:gd name="connsiteY51-46570" fmla="*/ 1022 h 4213"/>
                    <a:gd name="connsiteX52-46571" fmla="*/ 2142 w 2254"/>
                    <a:gd name="connsiteY52-46572" fmla="*/ 1168 h 4213"/>
                    <a:gd name="connsiteX53-46573" fmla="*/ 2157 w 2254"/>
                    <a:gd name="connsiteY53-46574" fmla="*/ 1427 h 4213"/>
                    <a:gd name="connsiteX54-46575" fmla="*/ 2159 w 2254"/>
                    <a:gd name="connsiteY54-46576" fmla="*/ 1617 h 4213"/>
                    <a:gd name="connsiteX55-46577" fmla="*/ 2092 w 2254"/>
                    <a:gd name="connsiteY55-46578" fmla="*/ 1625 h 4213"/>
                    <a:gd name="connsiteX56-46579" fmla="*/ 2070 w 2254"/>
                    <a:gd name="connsiteY56-46580" fmla="*/ 1507 h 4213"/>
                    <a:gd name="connsiteX57-46581" fmla="*/ 2035 w 2254"/>
                    <a:gd name="connsiteY57-46582" fmla="*/ 1450 h 4213"/>
                    <a:gd name="connsiteX58-46583" fmla="*/ 1945 w 2254"/>
                    <a:gd name="connsiteY58-46584" fmla="*/ 1582 h 4213"/>
                    <a:gd name="connsiteX59-46585" fmla="*/ 1832 w 2254"/>
                    <a:gd name="connsiteY59-46586" fmla="*/ 1776 h 4213"/>
                    <a:gd name="connsiteX60-46587" fmla="*/ 1713 w 2254"/>
                    <a:gd name="connsiteY60-46588" fmla="*/ 1904 h 4213"/>
                    <a:gd name="connsiteX61-46589" fmla="*/ 1706 w 2254"/>
                    <a:gd name="connsiteY61-46590" fmla="*/ 2018 h 4213"/>
                    <a:gd name="connsiteX62-46591" fmla="*/ 1766 w 2254"/>
                    <a:gd name="connsiteY62-46592" fmla="*/ 2115 h 4213"/>
                    <a:gd name="connsiteX63-46593" fmla="*/ 1868 w 2254"/>
                    <a:gd name="connsiteY63-46594" fmla="*/ 2183 h 4213"/>
                    <a:gd name="connsiteX64-46595" fmla="*/ 1945 w 2254"/>
                    <a:gd name="connsiteY64-46596" fmla="*/ 2178 h 4213"/>
                    <a:gd name="connsiteX65-46597" fmla="*/ 1990 w 2254"/>
                    <a:gd name="connsiteY65-46598" fmla="*/ 2104 h 4213"/>
                    <a:gd name="connsiteX66-46599" fmla="*/ 2024 w 2254"/>
                    <a:gd name="connsiteY66-46600" fmla="*/ 2210 h 4213"/>
                    <a:gd name="connsiteX67-46601" fmla="*/ 1912 w 2254"/>
                    <a:gd name="connsiteY67-46602" fmla="*/ 2249 h 4213"/>
                    <a:gd name="connsiteX68-46603" fmla="*/ 1959 w 2254"/>
                    <a:gd name="connsiteY68-46604" fmla="*/ 2362 h 4213"/>
                    <a:gd name="connsiteX69-46605" fmla="*/ 1824 w 2254"/>
                    <a:gd name="connsiteY69-46606" fmla="*/ 2509 h 4213"/>
                    <a:gd name="connsiteX70-46607" fmla="*/ 1783 w 2254"/>
                    <a:gd name="connsiteY70-46608" fmla="*/ 2498 h 4213"/>
                    <a:gd name="connsiteX71-46609" fmla="*/ 1659 w 2254"/>
                    <a:gd name="connsiteY71-46610" fmla="*/ 2413 h 4213"/>
                    <a:gd name="connsiteX72-46611" fmla="*/ 1604 w 2254"/>
                    <a:gd name="connsiteY72-46612" fmla="*/ 2412 h 4213"/>
                    <a:gd name="connsiteX73-46613" fmla="*/ 1569 w 2254"/>
                    <a:gd name="connsiteY73-46614" fmla="*/ 2480 h 4213"/>
                    <a:gd name="connsiteX74-46615" fmla="*/ 1572 w 2254"/>
                    <a:gd name="connsiteY74-46616" fmla="*/ 2562 h 4213"/>
                    <a:gd name="connsiteX75-46617" fmla="*/ 1750 w 2254"/>
                    <a:gd name="connsiteY75-46618" fmla="*/ 2730 h 4213"/>
                    <a:gd name="connsiteX76-46619" fmla="*/ 1749 w 2254"/>
                    <a:gd name="connsiteY76-46620" fmla="*/ 2844 h 4213"/>
                    <a:gd name="connsiteX77-46621" fmla="*/ 1840 w 2254"/>
                    <a:gd name="connsiteY77-46622" fmla="*/ 3060 h 4213"/>
                    <a:gd name="connsiteX78-46623" fmla="*/ 1866 w 2254"/>
                    <a:gd name="connsiteY78-46624" fmla="*/ 3090 h 4213"/>
                    <a:gd name="connsiteX79-46625" fmla="*/ 1910 w 2254"/>
                    <a:gd name="connsiteY79-46626" fmla="*/ 3094 h 4213"/>
                    <a:gd name="connsiteX80-46627" fmla="*/ 1956 w 2254"/>
                    <a:gd name="connsiteY80-46628" fmla="*/ 3010 h 4213"/>
                    <a:gd name="connsiteX81-46629" fmla="*/ 2036 w 2254"/>
                    <a:gd name="connsiteY81-46630" fmla="*/ 2950 h 4213"/>
                    <a:gd name="connsiteX82-46631" fmla="*/ 2131 w 2254"/>
                    <a:gd name="connsiteY82-46632" fmla="*/ 3126 h 4213"/>
                    <a:gd name="connsiteX83-46633" fmla="*/ 2241 w 2254"/>
                    <a:gd name="connsiteY83-46634" fmla="*/ 3312 h 4213"/>
                    <a:gd name="connsiteX84-46635" fmla="*/ 2254 w 2254"/>
                    <a:gd name="connsiteY84-46636" fmla="*/ 3342 h 4213"/>
                    <a:gd name="connsiteX85-46637" fmla="*/ 2243 w 2254"/>
                    <a:gd name="connsiteY85-46638" fmla="*/ 3518 h 4213"/>
                    <a:gd name="connsiteX86-46639" fmla="*/ 2208 w 2254"/>
                    <a:gd name="connsiteY86-46640" fmla="*/ 3554 h 4213"/>
                    <a:gd name="connsiteX87-46641" fmla="*/ 2119 w 2254"/>
                    <a:gd name="connsiteY87-46642" fmla="*/ 3515 h 4213"/>
                    <a:gd name="connsiteX88-46643" fmla="*/ 1885 w 2254"/>
                    <a:gd name="connsiteY88-46644" fmla="*/ 3644 h 4213"/>
                    <a:gd name="connsiteX89-46645" fmla="*/ 1859 w 2254"/>
                    <a:gd name="connsiteY89-46646" fmla="*/ 3666 h 4213"/>
                    <a:gd name="connsiteX90-46647" fmla="*/ 1679 w 2254"/>
                    <a:gd name="connsiteY90-46648" fmla="*/ 3812 h 4213"/>
                    <a:gd name="connsiteX91-46649" fmla="*/ 1538 w 2254"/>
                    <a:gd name="connsiteY91-46650" fmla="*/ 3926 h 4213"/>
                    <a:gd name="connsiteX92-46651" fmla="*/ 1503 w 2254"/>
                    <a:gd name="connsiteY92-46652" fmla="*/ 3965 h 4213"/>
                    <a:gd name="connsiteX93-46653" fmla="*/ 1451 w 2254"/>
                    <a:gd name="connsiteY93-46654" fmla="*/ 3973 h 4213"/>
                    <a:gd name="connsiteX94-46655" fmla="*/ 1394 w 2254"/>
                    <a:gd name="connsiteY94-46656" fmla="*/ 3916 h 4213"/>
                    <a:gd name="connsiteX95-46657" fmla="*/ 1270 w 2254"/>
                    <a:gd name="connsiteY95-46658" fmla="*/ 3808 h 4213"/>
                    <a:gd name="connsiteX96-46659" fmla="*/ 1294 w 2254"/>
                    <a:gd name="connsiteY96-46660" fmla="*/ 4064 h 4213"/>
                    <a:gd name="connsiteX97-46661" fmla="*/ 1303 w 2254"/>
                    <a:gd name="connsiteY97-46662" fmla="*/ 4192 h 4213"/>
                    <a:gd name="connsiteX98-46663" fmla="*/ 1041 w 2254"/>
                    <a:gd name="connsiteY98-46664" fmla="*/ 4166 h 4213"/>
                    <a:gd name="connsiteX99-46665" fmla="*/ 959 w 2254"/>
                    <a:gd name="connsiteY99-46666" fmla="*/ 3987 h 4213"/>
                    <a:gd name="connsiteX100-46667" fmla="*/ 877 w 2254"/>
                    <a:gd name="connsiteY100-46668" fmla="*/ 3802 h 4213"/>
                    <a:gd name="connsiteX101-46669" fmla="*/ 798 w 2254"/>
                    <a:gd name="connsiteY101-46670" fmla="*/ 3734 h 4213"/>
                    <a:gd name="connsiteX0-46671" fmla="*/ 798 w 2254"/>
                    <a:gd name="connsiteY0-46672" fmla="*/ 3734 h 4213"/>
                    <a:gd name="connsiteX1-46673" fmla="*/ 679 w 2254"/>
                    <a:gd name="connsiteY1-46674" fmla="*/ 3800 h 4213"/>
                    <a:gd name="connsiteX2-46675" fmla="*/ 695 w 2254"/>
                    <a:gd name="connsiteY2-46676" fmla="*/ 3662 h 4213"/>
                    <a:gd name="connsiteX3-46677" fmla="*/ 633 w 2254"/>
                    <a:gd name="connsiteY3-46678" fmla="*/ 3500 h 4213"/>
                    <a:gd name="connsiteX4-46679" fmla="*/ 742 w 2254"/>
                    <a:gd name="connsiteY4-46680" fmla="*/ 3280 h 4213"/>
                    <a:gd name="connsiteX5-46681" fmla="*/ 932 w 2254"/>
                    <a:gd name="connsiteY5-46682" fmla="*/ 3195 h 4213"/>
                    <a:gd name="connsiteX6-46683" fmla="*/ 1107 w 2254"/>
                    <a:gd name="connsiteY6-46684" fmla="*/ 3058 h 4213"/>
                    <a:gd name="connsiteX7-46685" fmla="*/ 1112 w 2254"/>
                    <a:gd name="connsiteY7-46686" fmla="*/ 2878 h 4213"/>
                    <a:gd name="connsiteX8-46687" fmla="*/ 1068 w 2254"/>
                    <a:gd name="connsiteY8-46688" fmla="*/ 2333 h 4213"/>
                    <a:gd name="connsiteX9-46689" fmla="*/ 1066 w 2254"/>
                    <a:gd name="connsiteY9-46690" fmla="*/ 2117 h 4213"/>
                    <a:gd name="connsiteX10-46691" fmla="*/ 990 w 2254"/>
                    <a:gd name="connsiteY10-46692" fmla="*/ 2039 h 4213"/>
                    <a:gd name="connsiteX11-46693" fmla="*/ 847 w 2254"/>
                    <a:gd name="connsiteY11-46694" fmla="*/ 1951 h 4213"/>
                    <a:gd name="connsiteX12-46695" fmla="*/ 755 w 2254"/>
                    <a:gd name="connsiteY12-46696" fmla="*/ 1827 h 4213"/>
                    <a:gd name="connsiteX13-46697" fmla="*/ 659 w 2254"/>
                    <a:gd name="connsiteY13-46698" fmla="*/ 1828 h 4213"/>
                    <a:gd name="connsiteX14-46699" fmla="*/ 614 w 2254"/>
                    <a:gd name="connsiteY14-46700" fmla="*/ 1883 h 4213"/>
                    <a:gd name="connsiteX15-46701" fmla="*/ 521 w 2254"/>
                    <a:gd name="connsiteY15-46702" fmla="*/ 1877 h 4213"/>
                    <a:gd name="connsiteX16-46703" fmla="*/ 501 w 2254"/>
                    <a:gd name="connsiteY16-46704" fmla="*/ 1994 h 4213"/>
                    <a:gd name="connsiteX17-46705" fmla="*/ 320 w 2254"/>
                    <a:gd name="connsiteY17-46706" fmla="*/ 1941 h 4213"/>
                    <a:gd name="connsiteX18-46707" fmla="*/ 237 w 2254"/>
                    <a:gd name="connsiteY18-46708" fmla="*/ 1939 h 4213"/>
                    <a:gd name="connsiteX19-46709" fmla="*/ 112 w 2254"/>
                    <a:gd name="connsiteY19-46710" fmla="*/ 2014 h 4213"/>
                    <a:gd name="connsiteX20-46711" fmla="*/ 0 w 2254"/>
                    <a:gd name="connsiteY20-46712" fmla="*/ 1890 h 4213"/>
                    <a:gd name="connsiteX21-46713" fmla="*/ 94 w 2254"/>
                    <a:gd name="connsiteY21-46714" fmla="*/ 1804 h 4213"/>
                    <a:gd name="connsiteX22-46715" fmla="*/ 98 w 2254"/>
                    <a:gd name="connsiteY22-46716" fmla="*/ 1634 h 4213"/>
                    <a:gd name="connsiteX23-46717" fmla="*/ 153 w 2254"/>
                    <a:gd name="connsiteY23-46718" fmla="*/ 1514 h 4213"/>
                    <a:gd name="connsiteX24-46719" fmla="*/ 196 w 2254"/>
                    <a:gd name="connsiteY24-46720" fmla="*/ 1306 h 4213"/>
                    <a:gd name="connsiteX25-46721" fmla="*/ 256 w 2254"/>
                    <a:gd name="connsiteY25-46722" fmla="*/ 1307 h 4213"/>
                    <a:gd name="connsiteX26-46723" fmla="*/ 579 w 2254"/>
                    <a:gd name="connsiteY26-46724" fmla="*/ 1286 h 4213"/>
                    <a:gd name="connsiteX27-46725" fmla="*/ 753 w 2254"/>
                    <a:gd name="connsiteY27-46726" fmla="*/ 1117 h 4213"/>
                    <a:gd name="connsiteX28-46727" fmla="*/ 822 w 2254"/>
                    <a:gd name="connsiteY28-46728" fmla="*/ 748 h 4213"/>
                    <a:gd name="connsiteX29-46729" fmla="*/ 932 w 2254"/>
                    <a:gd name="connsiteY29-46730" fmla="*/ 486 h 4213"/>
                    <a:gd name="connsiteX30-46731" fmla="*/ 930 w 2254"/>
                    <a:gd name="connsiteY30-46732" fmla="*/ 358 h 4213"/>
                    <a:gd name="connsiteX31-46733" fmla="*/ 917 w 2254"/>
                    <a:gd name="connsiteY31-46734" fmla="*/ 328 h 4213"/>
                    <a:gd name="connsiteX32-46735" fmla="*/ 850 w 2254"/>
                    <a:gd name="connsiteY32-46736" fmla="*/ 251 h 4213"/>
                    <a:gd name="connsiteX33-46737" fmla="*/ 790 w 2254"/>
                    <a:gd name="connsiteY33-46738" fmla="*/ 217 h 4213"/>
                    <a:gd name="connsiteX34-46739" fmla="*/ 915 w 2254"/>
                    <a:gd name="connsiteY34-46740" fmla="*/ 56 h 4213"/>
                    <a:gd name="connsiteX35-46741" fmla="*/ 1088 w 2254"/>
                    <a:gd name="connsiteY35-46742" fmla="*/ 2 h 4213"/>
                    <a:gd name="connsiteX36-46743" fmla="*/ 1120 w 2254"/>
                    <a:gd name="connsiteY36-46744" fmla="*/ 49 h 4213"/>
                    <a:gd name="connsiteX37-46745" fmla="*/ 1110 w 2254"/>
                    <a:gd name="connsiteY37-46746" fmla="*/ 133 h 4213"/>
                    <a:gd name="connsiteX38-46747" fmla="*/ 1049 w 2254"/>
                    <a:gd name="connsiteY38-46748" fmla="*/ 243 h 4213"/>
                    <a:gd name="connsiteX39-46749" fmla="*/ 1119 w 2254"/>
                    <a:gd name="connsiteY39-46750" fmla="*/ 301 h 4213"/>
                    <a:gd name="connsiteX40-46751" fmla="*/ 1233 w 2254"/>
                    <a:gd name="connsiteY40-46752" fmla="*/ 366 h 4213"/>
                    <a:gd name="connsiteX41-46753" fmla="*/ 1253 w 2254"/>
                    <a:gd name="connsiteY41-46754" fmla="*/ 255 h 4213"/>
                    <a:gd name="connsiteX42-46755" fmla="*/ 1387 w 2254"/>
                    <a:gd name="connsiteY42-46756" fmla="*/ 291 h 4213"/>
                    <a:gd name="connsiteX43-46757" fmla="*/ 1412 w 2254"/>
                    <a:gd name="connsiteY43-46758" fmla="*/ 331 h 4213"/>
                    <a:gd name="connsiteX44-46759" fmla="*/ 1488 w 2254"/>
                    <a:gd name="connsiteY44-46760" fmla="*/ 562 h 4213"/>
                    <a:gd name="connsiteX45-46761" fmla="*/ 1523 w 2254"/>
                    <a:gd name="connsiteY45-46762" fmla="*/ 586 h 4213"/>
                    <a:gd name="connsiteX46-46763" fmla="*/ 1615 w 2254"/>
                    <a:gd name="connsiteY46-46764" fmla="*/ 578 h 4213"/>
                    <a:gd name="connsiteX47-46765" fmla="*/ 1875 w 2254"/>
                    <a:gd name="connsiteY47-46766" fmla="*/ 490 h 4213"/>
                    <a:gd name="connsiteX48-46767" fmla="*/ 2095 w 2254"/>
                    <a:gd name="connsiteY48-46768" fmla="*/ 479 h 4213"/>
                    <a:gd name="connsiteX49-46769" fmla="*/ 2155 w 2254"/>
                    <a:gd name="connsiteY49-46770" fmla="*/ 648 h 4213"/>
                    <a:gd name="connsiteX50-46771" fmla="*/ 2073 w 2254"/>
                    <a:gd name="connsiteY50-46772" fmla="*/ 944 h 4213"/>
                    <a:gd name="connsiteX51-46773" fmla="*/ 2073 w 2254"/>
                    <a:gd name="connsiteY51-46774" fmla="*/ 1022 h 4213"/>
                    <a:gd name="connsiteX52-46775" fmla="*/ 2142 w 2254"/>
                    <a:gd name="connsiteY52-46776" fmla="*/ 1168 h 4213"/>
                    <a:gd name="connsiteX53-46777" fmla="*/ 2157 w 2254"/>
                    <a:gd name="connsiteY53-46778" fmla="*/ 1427 h 4213"/>
                    <a:gd name="connsiteX54-46779" fmla="*/ 2159 w 2254"/>
                    <a:gd name="connsiteY54-46780" fmla="*/ 1617 h 4213"/>
                    <a:gd name="connsiteX55-46781" fmla="*/ 2092 w 2254"/>
                    <a:gd name="connsiteY55-46782" fmla="*/ 1625 h 4213"/>
                    <a:gd name="connsiteX56-46783" fmla="*/ 2070 w 2254"/>
                    <a:gd name="connsiteY56-46784" fmla="*/ 1507 h 4213"/>
                    <a:gd name="connsiteX57-46785" fmla="*/ 2035 w 2254"/>
                    <a:gd name="connsiteY57-46786" fmla="*/ 1450 h 4213"/>
                    <a:gd name="connsiteX58-46787" fmla="*/ 1945 w 2254"/>
                    <a:gd name="connsiteY58-46788" fmla="*/ 1582 h 4213"/>
                    <a:gd name="connsiteX59-46789" fmla="*/ 1832 w 2254"/>
                    <a:gd name="connsiteY59-46790" fmla="*/ 1776 h 4213"/>
                    <a:gd name="connsiteX60-46791" fmla="*/ 1713 w 2254"/>
                    <a:gd name="connsiteY60-46792" fmla="*/ 1904 h 4213"/>
                    <a:gd name="connsiteX61-46793" fmla="*/ 1706 w 2254"/>
                    <a:gd name="connsiteY61-46794" fmla="*/ 2018 h 4213"/>
                    <a:gd name="connsiteX62-46795" fmla="*/ 1766 w 2254"/>
                    <a:gd name="connsiteY62-46796" fmla="*/ 2115 h 4213"/>
                    <a:gd name="connsiteX63-46797" fmla="*/ 1868 w 2254"/>
                    <a:gd name="connsiteY63-46798" fmla="*/ 2183 h 4213"/>
                    <a:gd name="connsiteX64-46799" fmla="*/ 1945 w 2254"/>
                    <a:gd name="connsiteY64-46800" fmla="*/ 2178 h 4213"/>
                    <a:gd name="connsiteX65-46801" fmla="*/ 1990 w 2254"/>
                    <a:gd name="connsiteY65-46802" fmla="*/ 2104 h 4213"/>
                    <a:gd name="connsiteX66-46803" fmla="*/ 2024 w 2254"/>
                    <a:gd name="connsiteY66-46804" fmla="*/ 2210 h 4213"/>
                    <a:gd name="connsiteX67-46805" fmla="*/ 1912 w 2254"/>
                    <a:gd name="connsiteY67-46806" fmla="*/ 2249 h 4213"/>
                    <a:gd name="connsiteX68-46807" fmla="*/ 1959 w 2254"/>
                    <a:gd name="connsiteY68-46808" fmla="*/ 2362 h 4213"/>
                    <a:gd name="connsiteX69-46809" fmla="*/ 1824 w 2254"/>
                    <a:gd name="connsiteY69-46810" fmla="*/ 2509 h 4213"/>
                    <a:gd name="connsiteX70-46811" fmla="*/ 1783 w 2254"/>
                    <a:gd name="connsiteY70-46812" fmla="*/ 2498 h 4213"/>
                    <a:gd name="connsiteX71-46813" fmla="*/ 1659 w 2254"/>
                    <a:gd name="connsiteY71-46814" fmla="*/ 2413 h 4213"/>
                    <a:gd name="connsiteX72-46815" fmla="*/ 1604 w 2254"/>
                    <a:gd name="connsiteY72-46816" fmla="*/ 2412 h 4213"/>
                    <a:gd name="connsiteX73-46817" fmla="*/ 1569 w 2254"/>
                    <a:gd name="connsiteY73-46818" fmla="*/ 2480 h 4213"/>
                    <a:gd name="connsiteX74-46819" fmla="*/ 1572 w 2254"/>
                    <a:gd name="connsiteY74-46820" fmla="*/ 2562 h 4213"/>
                    <a:gd name="connsiteX75-46821" fmla="*/ 1750 w 2254"/>
                    <a:gd name="connsiteY75-46822" fmla="*/ 2730 h 4213"/>
                    <a:gd name="connsiteX76-46823" fmla="*/ 1749 w 2254"/>
                    <a:gd name="connsiteY76-46824" fmla="*/ 2844 h 4213"/>
                    <a:gd name="connsiteX77-46825" fmla="*/ 1840 w 2254"/>
                    <a:gd name="connsiteY77-46826" fmla="*/ 3060 h 4213"/>
                    <a:gd name="connsiteX78-46827" fmla="*/ 1866 w 2254"/>
                    <a:gd name="connsiteY78-46828" fmla="*/ 3090 h 4213"/>
                    <a:gd name="connsiteX79-46829" fmla="*/ 1910 w 2254"/>
                    <a:gd name="connsiteY79-46830" fmla="*/ 3094 h 4213"/>
                    <a:gd name="connsiteX80-46831" fmla="*/ 1956 w 2254"/>
                    <a:gd name="connsiteY80-46832" fmla="*/ 3010 h 4213"/>
                    <a:gd name="connsiteX81-46833" fmla="*/ 2036 w 2254"/>
                    <a:gd name="connsiteY81-46834" fmla="*/ 2950 h 4213"/>
                    <a:gd name="connsiteX82-46835" fmla="*/ 2131 w 2254"/>
                    <a:gd name="connsiteY82-46836" fmla="*/ 3126 h 4213"/>
                    <a:gd name="connsiteX83-46837" fmla="*/ 2241 w 2254"/>
                    <a:gd name="connsiteY83-46838" fmla="*/ 3312 h 4213"/>
                    <a:gd name="connsiteX84-46839" fmla="*/ 2254 w 2254"/>
                    <a:gd name="connsiteY84-46840" fmla="*/ 3342 h 4213"/>
                    <a:gd name="connsiteX85-46841" fmla="*/ 2243 w 2254"/>
                    <a:gd name="connsiteY85-46842" fmla="*/ 3518 h 4213"/>
                    <a:gd name="connsiteX86-46843" fmla="*/ 2208 w 2254"/>
                    <a:gd name="connsiteY86-46844" fmla="*/ 3554 h 4213"/>
                    <a:gd name="connsiteX87-46845" fmla="*/ 2119 w 2254"/>
                    <a:gd name="connsiteY87-46846" fmla="*/ 3515 h 4213"/>
                    <a:gd name="connsiteX88-46847" fmla="*/ 1885 w 2254"/>
                    <a:gd name="connsiteY88-46848" fmla="*/ 3644 h 4213"/>
                    <a:gd name="connsiteX89-46849" fmla="*/ 1859 w 2254"/>
                    <a:gd name="connsiteY89-46850" fmla="*/ 3666 h 4213"/>
                    <a:gd name="connsiteX90-46851" fmla="*/ 1679 w 2254"/>
                    <a:gd name="connsiteY90-46852" fmla="*/ 3812 h 4213"/>
                    <a:gd name="connsiteX91-46853" fmla="*/ 1538 w 2254"/>
                    <a:gd name="connsiteY91-46854" fmla="*/ 3926 h 4213"/>
                    <a:gd name="connsiteX92-46855" fmla="*/ 1503 w 2254"/>
                    <a:gd name="connsiteY92-46856" fmla="*/ 3965 h 4213"/>
                    <a:gd name="connsiteX93-46857" fmla="*/ 1451 w 2254"/>
                    <a:gd name="connsiteY93-46858" fmla="*/ 3973 h 4213"/>
                    <a:gd name="connsiteX94-46859" fmla="*/ 1394 w 2254"/>
                    <a:gd name="connsiteY94-46860" fmla="*/ 3916 h 4213"/>
                    <a:gd name="connsiteX95-46861" fmla="*/ 1270 w 2254"/>
                    <a:gd name="connsiteY95-46862" fmla="*/ 3808 h 4213"/>
                    <a:gd name="connsiteX96-46863" fmla="*/ 1294 w 2254"/>
                    <a:gd name="connsiteY96-46864" fmla="*/ 4064 h 4213"/>
                    <a:gd name="connsiteX97-46865" fmla="*/ 1303 w 2254"/>
                    <a:gd name="connsiteY97-46866" fmla="*/ 4192 h 4213"/>
                    <a:gd name="connsiteX98-46867" fmla="*/ 1041 w 2254"/>
                    <a:gd name="connsiteY98-46868" fmla="*/ 4166 h 4213"/>
                    <a:gd name="connsiteX99-46869" fmla="*/ 959 w 2254"/>
                    <a:gd name="connsiteY99-46870" fmla="*/ 3987 h 4213"/>
                    <a:gd name="connsiteX100-46871" fmla="*/ 877 w 2254"/>
                    <a:gd name="connsiteY100-46872" fmla="*/ 3802 h 4213"/>
                    <a:gd name="connsiteX101-46873" fmla="*/ 798 w 2254"/>
                    <a:gd name="connsiteY101-46874" fmla="*/ 3734 h 4213"/>
                    <a:gd name="connsiteX0-46875" fmla="*/ 798 w 2254"/>
                    <a:gd name="connsiteY0-46876" fmla="*/ 3734 h 4213"/>
                    <a:gd name="connsiteX1-46877" fmla="*/ 679 w 2254"/>
                    <a:gd name="connsiteY1-46878" fmla="*/ 3800 h 4213"/>
                    <a:gd name="connsiteX2-46879" fmla="*/ 695 w 2254"/>
                    <a:gd name="connsiteY2-46880" fmla="*/ 3662 h 4213"/>
                    <a:gd name="connsiteX3-46881" fmla="*/ 633 w 2254"/>
                    <a:gd name="connsiteY3-46882" fmla="*/ 3500 h 4213"/>
                    <a:gd name="connsiteX4-46883" fmla="*/ 742 w 2254"/>
                    <a:gd name="connsiteY4-46884" fmla="*/ 3280 h 4213"/>
                    <a:gd name="connsiteX5-46885" fmla="*/ 932 w 2254"/>
                    <a:gd name="connsiteY5-46886" fmla="*/ 3195 h 4213"/>
                    <a:gd name="connsiteX6-46887" fmla="*/ 1107 w 2254"/>
                    <a:gd name="connsiteY6-46888" fmla="*/ 3058 h 4213"/>
                    <a:gd name="connsiteX7-46889" fmla="*/ 1112 w 2254"/>
                    <a:gd name="connsiteY7-46890" fmla="*/ 2878 h 4213"/>
                    <a:gd name="connsiteX8-46891" fmla="*/ 1068 w 2254"/>
                    <a:gd name="connsiteY8-46892" fmla="*/ 2333 h 4213"/>
                    <a:gd name="connsiteX9-46893" fmla="*/ 1066 w 2254"/>
                    <a:gd name="connsiteY9-46894" fmla="*/ 2117 h 4213"/>
                    <a:gd name="connsiteX10-46895" fmla="*/ 990 w 2254"/>
                    <a:gd name="connsiteY10-46896" fmla="*/ 2039 h 4213"/>
                    <a:gd name="connsiteX11-46897" fmla="*/ 847 w 2254"/>
                    <a:gd name="connsiteY11-46898" fmla="*/ 1951 h 4213"/>
                    <a:gd name="connsiteX12-46899" fmla="*/ 755 w 2254"/>
                    <a:gd name="connsiteY12-46900" fmla="*/ 1827 h 4213"/>
                    <a:gd name="connsiteX13-46901" fmla="*/ 659 w 2254"/>
                    <a:gd name="connsiteY13-46902" fmla="*/ 1828 h 4213"/>
                    <a:gd name="connsiteX14-46903" fmla="*/ 614 w 2254"/>
                    <a:gd name="connsiteY14-46904" fmla="*/ 1883 h 4213"/>
                    <a:gd name="connsiteX15-46905" fmla="*/ 521 w 2254"/>
                    <a:gd name="connsiteY15-46906" fmla="*/ 1877 h 4213"/>
                    <a:gd name="connsiteX16-46907" fmla="*/ 501 w 2254"/>
                    <a:gd name="connsiteY16-46908" fmla="*/ 1994 h 4213"/>
                    <a:gd name="connsiteX17-46909" fmla="*/ 320 w 2254"/>
                    <a:gd name="connsiteY17-46910" fmla="*/ 1941 h 4213"/>
                    <a:gd name="connsiteX18-46911" fmla="*/ 237 w 2254"/>
                    <a:gd name="connsiteY18-46912" fmla="*/ 1939 h 4213"/>
                    <a:gd name="connsiteX19-46913" fmla="*/ 112 w 2254"/>
                    <a:gd name="connsiteY19-46914" fmla="*/ 2014 h 4213"/>
                    <a:gd name="connsiteX20-46915" fmla="*/ 0 w 2254"/>
                    <a:gd name="connsiteY20-46916" fmla="*/ 1890 h 4213"/>
                    <a:gd name="connsiteX21-46917" fmla="*/ 94 w 2254"/>
                    <a:gd name="connsiteY21-46918" fmla="*/ 1804 h 4213"/>
                    <a:gd name="connsiteX22-46919" fmla="*/ 98 w 2254"/>
                    <a:gd name="connsiteY22-46920" fmla="*/ 1634 h 4213"/>
                    <a:gd name="connsiteX23-46921" fmla="*/ 153 w 2254"/>
                    <a:gd name="connsiteY23-46922" fmla="*/ 1514 h 4213"/>
                    <a:gd name="connsiteX24-46923" fmla="*/ 196 w 2254"/>
                    <a:gd name="connsiteY24-46924" fmla="*/ 1306 h 4213"/>
                    <a:gd name="connsiteX25-46925" fmla="*/ 256 w 2254"/>
                    <a:gd name="connsiteY25-46926" fmla="*/ 1307 h 4213"/>
                    <a:gd name="connsiteX26-46927" fmla="*/ 579 w 2254"/>
                    <a:gd name="connsiteY26-46928" fmla="*/ 1286 h 4213"/>
                    <a:gd name="connsiteX27-46929" fmla="*/ 753 w 2254"/>
                    <a:gd name="connsiteY27-46930" fmla="*/ 1117 h 4213"/>
                    <a:gd name="connsiteX28-46931" fmla="*/ 822 w 2254"/>
                    <a:gd name="connsiteY28-46932" fmla="*/ 748 h 4213"/>
                    <a:gd name="connsiteX29-46933" fmla="*/ 932 w 2254"/>
                    <a:gd name="connsiteY29-46934" fmla="*/ 486 h 4213"/>
                    <a:gd name="connsiteX30-46935" fmla="*/ 930 w 2254"/>
                    <a:gd name="connsiteY30-46936" fmla="*/ 358 h 4213"/>
                    <a:gd name="connsiteX31-46937" fmla="*/ 917 w 2254"/>
                    <a:gd name="connsiteY31-46938" fmla="*/ 328 h 4213"/>
                    <a:gd name="connsiteX32-46939" fmla="*/ 850 w 2254"/>
                    <a:gd name="connsiteY32-46940" fmla="*/ 251 h 4213"/>
                    <a:gd name="connsiteX33-46941" fmla="*/ 790 w 2254"/>
                    <a:gd name="connsiteY33-46942" fmla="*/ 217 h 4213"/>
                    <a:gd name="connsiteX34-46943" fmla="*/ 915 w 2254"/>
                    <a:gd name="connsiteY34-46944" fmla="*/ 56 h 4213"/>
                    <a:gd name="connsiteX35-46945" fmla="*/ 1088 w 2254"/>
                    <a:gd name="connsiteY35-46946" fmla="*/ 2 h 4213"/>
                    <a:gd name="connsiteX36-46947" fmla="*/ 1120 w 2254"/>
                    <a:gd name="connsiteY36-46948" fmla="*/ 49 h 4213"/>
                    <a:gd name="connsiteX37-46949" fmla="*/ 1110 w 2254"/>
                    <a:gd name="connsiteY37-46950" fmla="*/ 133 h 4213"/>
                    <a:gd name="connsiteX38-46951" fmla="*/ 1049 w 2254"/>
                    <a:gd name="connsiteY38-46952" fmla="*/ 243 h 4213"/>
                    <a:gd name="connsiteX39-46953" fmla="*/ 1119 w 2254"/>
                    <a:gd name="connsiteY39-46954" fmla="*/ 301 h 4213"/>
                    <a:gd name="connsiteX40-46955" fmla="*/ 1233 w 2254"/>
                    <a:gd name="connsiteY40-46956" fmla="*/ 366 h 4213"/>
                    <a:gd name="connsiteX41-46957" fmla="*/ 1253 w 2254"/>
                    <a:gd name="connsiteY41-46958" fmla="*/ 255 h 4213"/>
                    <a:gd name="connsiteX42-46959" fmla="*/ 1387 w 2254"/>
                    <a:gd name="connsiteY42-46960" fmla="*/ 291 h 4213"/>
                    <a:gd name="connsiteX43-46961" fmla="*/ 1412 w 2254"/>
                    <a:gd name="connsiteY43-46962" fmla="*/ 331 h 4213"/>
                    <a:gd name="connsiteX44-46963" fmla="*/ 1488 w 2254"/>
                    <a:gd name="connsiteY44-46964" fmla="*/ 562 h 4213"/>
                    <a:gd name="connsiteX45-46965" fmla="*/ 1523 w 2254"/>
                    <a:gd name="connsiteY45-46966" fmla="*/ 586 h 4213"/>
                    <a:gd name="connsiteX46-46967" fmla="*/ 1615 w 2254"/>
                    <a:gd name="connsiteY46-46968" fmla="*/ 578 h 4213"/>
                    <a:gd name="connsiteX47-46969" fmla="*/ 1875 w 2254"/>
                    <a:gd name="connsiteY47-46970" fmla="*/ 490 h 4213"/>
                    <a:gd name="connsiteX48-46971" fmla="*/ 2095 w 2254"/>
                    <a:gd name="connsiteY48-46972" fmla="*/ 479 h 4213"/>
                    <a:gd name="connsiteX49-46973" fmla="*/ 2155 w 2254"/>
                    <a:gd name="connsiteY49-46974" fmla="*/ 648 h 4213"/>
                    <a:gd name="connsiteX50-46975" fmla="*/ 2073 w 2254"/>
                    <a:gd name="connsiteY50-46976" fmla="*/ 944 h 4213"/>
                    <a:gd name="connsiteX51-46977" fmla="*/ 2073 w 2254"/>
                    <a:gd name="connsiteY51-46978" fmla="*/ 1022 h 4213"/>
                    <a:gd name="connsiteX52-46979" fmla="*/ 2142 w 2254"/>
                    <a:gd name="connsiteY52-46980" fmla="*/ 1168 h 4213"/>
                    <a:gd name="connsiteX53-46981" fmla="*/ 2157 w 2254"/>
                    <a:gd name="connsiteY53-46982" fmla="*/ 1427 h 4213"/>
                    <a:gd name="connsiteX54-46983" fmla="*/ 2159 w 2254"/>
                    <a:gd name="connsiteY54-46984" fmla="*/ 1617 h 4213"/>
                    <a:gd name="connsiteX55-46985" fmla="*/ 2092 w 2254"/>
                    <a:gd name="connsiteY55-46986" fmla="*/ 1625 h 4213"/>
                    <a:gd name="connsiteX56-46987" fmla="*/ 2070 w 2254"/>
                    <a:gd name="connsiteY56-46988" fmla="*/ 1507 h 4213"/>
                    <a:gd name="connsiteX57-46989" fmla="*/ 2035 w 2254"/>
                    <a:gd name="connsiteY57-46990" fmla="*/ 1450 h 4213"/>
                    <a:gd name="connsiteX58-46991" fmla="*/ 1945 w 2254"/>
                    <a:gd name="connsiteY58-46992" fmla="*/ 1582 h 4213"/>
                    <a:gd name="connsiteX59-46993" fmla="*/ 1832 w 2254"/>
                    <a:gd name="connsiteY59-46994" fmla="*/ 1776 h 4213"/>
                    <a:gd name="connsiteX60-46995" fmla="*/ 1713 w 2254"/>
                    <a:gd name="connsiteY60-46996" fmla="*/ 1904 h 4213"/>
                    <a:gd name="connsiteX61-46997" fmla="*/ 1706 w 2254"/>
                    <a:gd name="connsiteY61-46998" fmla="*/ 2018 h 4213"/>
                    <a:gd name="connsiteX62-46999" fmla="*/ 1766 w 2254"/>
                    <a:gd name="connsiteY62-47000" fmla="*/ 2115 h 4213"/>
                    <a:gd name="connsiteX63-47001" fmla="*/ 1868 w 2254"/>
                    <a:gd name="connsiteY63-47002" fmla="*/ 2183 h 4213"/>
                    <a:gd name="connsiteX64-47003" fmla="*/ 1945 w 2254"/>
                    <a:gd name="connsiteY64-47004" fmla="*/ 2178 h 4213"/>
                    <a:gd name="connsiteX65-47005" fmla="*/ 1990 w 2254"/>
                    <a:gd name="connsiteY65-47006" fmla="*/ 2104 h 4213"/>
                    <a:gd name="connsiteX66-47007" fmla="*/ 2024 w 2254"/>
                    <a:gd name="connsiteY66-47008" fmla="*/ 2210 h 4213"/>
                    <a:gd name="connsiteX67-47009" fmla="*/ 1912 w 2254"/>
                    <a:gd name="connsiteY67-47010" fmla="*/ 2249 h 4213"/>
                    <a:gd name="connsiteX68-47011" fmla="*/ 1959 w 2254"/>
                    <a:gd name="connsiteY68-47012" fmla="*/ 2362 h 4213"/>
                    <a:gd name="connsiteX69-47013" fmla="*/ 1824 w 2254"/>
                    <a:gd name="connsiteY69-47014" fmla="*/ 2509 h 4213"/>
                    <a:gd name="connsiteX70-47015" fmla="*/ 1783 w 2254"/>
                    <a:gd name="connsiteY70-47016" fmla="*/ 2498 h 4213"/>
                    <a:gd name="connsiteX71-47017" fmla="*/ 1659 w 2254"/>
                    <a:gd name="connsiteY71-47018" fmla="*/ 2413 h 4213"/>
                    <a:gd name="connsiteX72-47019" fmla="*/ 1604 w 2254"/>
                    <a:gd name="connsiteY72-47020" fmla="*/ 2412 h 4213"/>
                    <a:gd name="connsiteX73-47021" fmla="*/ 1569 w 2254"/>
                    <a:gd name="connsiteY73-47022" fmla="*/ 2480 h 4213"/>
                    <a:gd name="connsiteX74-47023" fmla="*/ 1572 w 2254"/>
                    <a:gd name="connsiteY74-47024" fmla="*/ 2562 h 4213"/>
                    <a:gd name="connsiteX75-47025" fmla="*/ 1750 w 2254"/>
                    <a:gd name="connsiteY75-47026" fmla="*/ 2730 h 4213"/>
                    <a:gd name="connsiteX76-47027" fmla="*/ 1749 w 2254"/>
                    <a:gd name="connsiteY76-47028" fmla="*/ 2844 h 4213"/>
                    <a:gd name="connsiteX77-47029" fmla="*/ 1840 w 2254"/>
                    <a:gd name="connsiteY77-47030" fmla="*/ 3060 h 4213"/>
                    <a:gd name="connsiteX78-47031" fmla="*/ 1866 w 2254"/>
                    <a:gd name="connsiteY78-47032" fmla="*/ 3090 h 4213"/>
                    <a:gd name="connsiteX79-47033" fmla="*/ 1910 w 2254"/>
                    <a:gd name="connsiteY79-47034" fmla="*/ 3094 h 4213"/>
                    <a:gd name="connsiteX80-47035" fmla="*/ 1956 w 2254"/>
                    <a:gd name="connsiteY80-47036" fmla="*/ 3010 h 4213"/>
                    <a:gd name="connsiteX81-47037" fmla="*/ 2036 w 2254"/>
                    <a:gd name="connsiteY81-47038" fmla="*/ 2950 h 4213"/>
                    <a:gd name="connsiteX82-47039" fmla="*/ 2131 w 2254"/>
                    <a:gd name="connsiteY82-47040" fmla="*/ 3126 h 4213"/>
                    <a:gd name="connsiteX83-47041" fmla="*/ 2241 w 2254"/>
                    <a:gd name="connsiteY83-47042" fmla="*/ 3312 h 4213"/>
                    <a:gd name="connsiteX84-47043" fmla="*/ 2254 w 2254"/>
                    <a:gd name="connsiteY84-47044" fmla="*/ 3342 h 4213"/>
                    <a:gd name="connsiteX85-47045" fmla="*/ 2243 w 2254"/>
                    <a:gd name="connsiteY85-47046" fmla="*/ 3518 h 4213"/>
                    <a:gd name="connsiteX86-47047" fmla="*/ 2208 w 2254"/>
                    <a:gd name="connsiteY86-47048" fmla="*/ 3554 h 4213"/>
                    <a:gd name="connsiteX87-47049" fmla="*/ 2119 w 2254"/>
                    <a:gd name="connsiteY87-47050" fmla="*/ 3515 h 4213"/>
                    <a:gd name="connsiteX88-47051" fmla="*/ 1885 w 2254"/>
                    <a:gd name="connsiteY88-47052" fmla="*/ 3644 h 4213"/>
                    <a:gd name="connsiteX89-47053" fmla="*/ 1859 w 2254"/>
                    <a:gd name="connsiteY89-47054" fmla="*/ 3666 h 4213"/>
                    <a:gd name="connsiteX90-47055" fmla="*/ 1679 w 2254"/>
                    <a:gd name="connsiteY90-47056" fmla="*/ 3812 h 4213"/>
                    <a:gd name="connsiteX91-47057" fmla="*/ 1538 w 2254"/>
                    <a:gd name="connsiteY91-47058" fmla="*/ 3926 h 4213"/>
                    <a:gd name="connsiteX92-47059" fmla="*/ 1503 w 2254"/>
                    <a:gd name="connsiteY92-47060" fmla="*/ 3965 h 4213"/>
                    <a:gd name="connsiteX93-47061" fmla="*/ 1451 w 2254"/>
                    <a:gd name="connsiteY93-47062" fmla="*/ 3973 h 4213"/>
                    <a:gd name="connsiteX94-47063" fmla="*/ 1394 w 2254"/>
                    <a:gd name="connsiteY94-47064" fmla="*/ 3916 h 4213"/>
                    <a:gd name="connsiteX95-47065" fmla="*/ 1270 w 2254"/>
                    <a:gd name="connsiteY95-47066" fmla="*/ 3808 h 4213"/>
                    <a:gd name="connsiteX96-47067" fmla="*/ 1294 w 2254"/>
                    <a:gd name="connsiteY96-47068" fmla="*/ 4064 h 4213"/>
                    <a:gd name="connsiteX97-47069" fmla="*/ 1303 w 2254"/>
                    <a:gd name="connsiteY97-47070" fmla="*/ 4192 h 4213"/>
                    <a:gd name="connsiteX98-47071" fmla="*/ 1041 w 2254"/>
                    <a:gd name="connsiteY98-47072" fmla="*/ 4166 h 4213"/>
                    <a:gd name="connsiteX99-47073" fmla="*/ 959 w 2254"/>
                    <a:gd name="connsiteY99-47074" fmla="*/ 3987 h 4213"/>
                    <a:gd name="connsiteX100-47075" fmla="*/ 877 w 2254"/>
                    <a:gd name="connsiteY100-47076" fmla="*/ 3802 h 4213"/>
                    <a:gd name="connsiteX101-47077" fmla="*/ 798 w 2254"/>
                    <a:gd name="connsiteY101-47078" fmla="*/ 3734 h 4213"/>
                    <a:gd name="connsiteX0-47079" fmla="*/ 798 w 2254"/>
                    <a:gd name="connsiteY0-47080" fmla="*/ 3734 h 4213"/>
                    <a:gd name="connsiteX1-47081" fmla="*/ 679 w 2254"/>
                    <a:gd name="connsiteY1-47082" fmla="*/ 3800 h 4213"/>
                    <a:gd name="connsiteX2-47083" fmla="*/ 695 w 2254"/>
                    <a:gd name="connsiteY2-47084" fmla="*/ 3662 h 4213"/>
                    <a:gd name="connsiteX3-47085" fmla="*/ 633 w 2254"/>
                    <a:gd name="connsiteY3-47086" fmla="*/ 3500 h 4213"/>
                    <a:gd name="connsiteX4-47087" fmla="*/ 742 w 2254"/>
                    <a:gd name="connsiteY4-47088" fmla="*/ 3280 h 4213"/>
                    <a:gd name="connsiteX5-47089" fmla="*/ 932 w 2254"/>
                    <a:gd name="connsiteY5-47090" fmla="*/ 3195 h 4213"/>
                    <a:gd name="connsiteX6-47091" fmla="*/ 1107 w 2254"/>
                    <a:gd name="connsiteY6-47092" fmla="*/ 3058 h 4213"/>
                    <a:gd name="connsiteX7-47093" fmla="*/ 1112 w 2254"/>
                    <a:gd name="connsiteY7-47094" fmla="*/ 2878 h 4213"/>
                    <a:gd name="connsiteX8-47095" fmla="*/ 1071 w 2254"/>
                    <a:gd name="connsiteY8-47096" fmla="*/ 2615 h 4213"/>
                    <a:gd name="connsiteX9-47097" fmla="*/ 1068 w 2254"/>
                    <a:gd name="connsiteY9-47098" fmla="*/ 2333 h 4213"/>
                    <a:gd name="connsiteX10-47099" fmla="*/ 1066 w 2254"/>
                    <a:gd name="connsiteY10-47100" fmla="*/ 2117 h 4213"/>
                    <a:gd name="connsiteX11-47101" fmla="*/ 990 w 2254"/>
                    <a:gd name="connsiteY11-47102" fmla="*/ 2039 h 4213"/>
                    <a:gd name="connsiteX12-47103" fmla="*/ 847 w 2254"/>
                    <a:gd name="connsiteY12-47104" fmla="*/ 1951 h 4213"/>
                    <a:gd name="connsiteX13-47105" fmla="*/ 755 w 2254"/>
                    <a:gd name="connsiteY13-47106" fmla="*/ 1827 h 4213"/>
                    <a:gd name="connsiteX14-47107" fmla="*/ 659 w 2254"/>
                    <a:gd name="connsiteY14-47108" fmla="*/ 1828 h 4213"/>
                    <a:gd name="connsiteX15-47109" fmla="*/ 614 w 2254"/>
                    <a:gd name="connsiteY15-47110" fmla="*/ 1883 h 4213"/>
                    <a:gd name="connsiteX16-47111" fmla="*/ 521 w 2254"/>
                    <a:gd name="connsiteY16-47112" fmla="*/ 1877 h 4213"/>
                    <a:gd name="connsiteX17-47113" fmla="*/ 501 w 2254"/>
                    <a:gd name="connsiteY17-47114" fmla="*/ 1994 h 4213"/>
                    <a:gd name="connsiteX18-47115" fmla="*/ 320 w 2254"/>
                    <a:gd name="connsiteY18-47116" fmla="*/ 1941 h 4213"/>
                    <a:gd name="connsiteX19-47117" fmla="*/ 237 w 2254"/>
                    <a:gd name="connsiteY19-47118" fmla="*/ 1939 h 4213"/>
                    <a:gd name="connsiteX20-47119" fmla="*/ 112 w 2254"/>
                    <a:gd name="connsiteY20-47120" fmla="*/ 2014 h 4213"/>
                    <a:gd name="connsiteX21-47121" fmla="*/ 0 w 2254"/>
                    <a:gd name="connsiteY21-47122" fmla="*/ 1890 h 4213"/>
                    <a:gd name="connsiteX22-47123" fmla="*/ 94 w 2254"/>
                    <a:gd name="connsiteY22-47124" fmla="*/ 1804 h 4213"/>
                    <a:gd name="connsiteX23-47125" fmla="*/ 98 w 2254"/>
                    <a:gd name="connsiteY23-47126" fmla="*/ 1634 h 4213"/>
                    <a:gd name="connsiteX24-47127" fmla="*/ 153 w 2254"/>
                    <a:gd name="connsiteY24-47128" fmla="*/ 1514 h 4213"/>
                    <a:gd name="connsiteX25-47129" fmla="*/ 196 w 2254"/>
                    <a:gd name="connsiteY25-47130" fmla="*/ 1306 h 4213"/>
                    <a:gd name="connsiteX26-47131" fmla="*/ 256 w 2254"/>
                    <a:gd name="connsiteY26-47132" fmla="*/ 1307 h 4213"/>
                    <a:gd name="connsiteX27-47133" fmla="*/ 579 w 2254"/>
                    <a:gd name="connsiteY27-47134" fmla="*/ 1286 h 4213"/>
                    <a:gd name="connsiteX28-47135" fmla="*/ 753 w 2254"/>
                    <a:gd name="connsiteY28-47136" fmla="*/ 1117 h 4213"/>
                    <a:gd name="connsiteX29-47137" fmla="*/ 822 w 2254"/>
                    <a:gd name="connsiteY29-47138" fmla="*/ 748 h 4213"/>
                    <a:gd name="connsiteX30-47139" fmla="*/ 932 w 2254"/>
                    <a:gd name="connsiteY30-47140" fmla="*/ 486 h 4213"/>
                    <a:gd name="connsiteX31-47141" fmla="*/ 930 w 2254"/>
                    <a:gd name="connsiteY31-47142" fmla="*/ 358 h 4213"/>
                    <a:gd name="connsiteX32-47143" fmla="*/ 917 w 2254"/>
                    <a:gd name="connsiteY32-47144" fmla="*/ 328 h 4213"/>
                    <a:gd name="connsiteX33-47145" fmla="*/ 850 w 2254"/>
                    <a:gd name="connsiteY33-47146" fmla="*/ 251 h 4213"/>
                    <a:gd name="connsiteX34-47147" fmla="*/ 790 w 2254"/>
                    <a:gd name="connsiteY34-47148" fmla="*/ 217 h 4213"/>
                    <a:gd name="connsiteX35-47149" fmla="*/ 915 w 2254"/>
                    <a:gd name="connsiteY35-47150" fmla="*/ 56 h 4213"/>
                    <a:gd name="connsiteX36-47151" fmla="*/ 1088 w 2254"/>
                    <a:gd name="connsiteY36-47152" fmla="*/ 2 h 4213"/>
                    <a:gd name="connsiteX37-47153" fmla="*/ 1120 w 2254"/>
                    <a:gd name="connsiteY37-47154" fmla="*/ 49 h 4213"/>
                    <a:gd name="connsiteX38-47155" fmla="*/ 1110 w 2254"/>
                    <a:gd name="connsiteY38-47156" fmla="*/ 133 h 4213"/>
                    <a:gd name="connsiteX39-47157" fmla="*/ 1049 w 2254"/>
                    <a:gd name="connsiteY39-47158" fmla="*/ 243 h 4213"/>
                    <a:gd name="connsiteX40-47159" fmla="*/ 1119 w 2254"/>
                    <a:gd name="connsiteY40-47160" fmla="*/ 301 h 4213"/>
                    <a:gd name="connsiteX41-47161" fmla="*/ 1233 w 2254"/>
                    <a:gd name="connsiteY41-47162" fmla="*/ 366 h 4213"/>
                    <a:gd name="connsiteX42-47163" fmla="*/ 1253 w 2254"/>
                    <a:gd name="connsiteY42-47164" fmla="*/ 255 h 4213"/>
                    <a:gd name="connsiteX43-47165" fmla="*/ 1387 w 2254"/>
                    <a:gd name="connsiteY43-47166" fmla="*/ 291 h 4213"/>
                    <a:gd name="connsiteX44-47167" fmla="*/ 1412 w 2254"/>
                    <a:gd name="connsiteY44-47168" fmla="*/ 331 h 4213"/>
                    <a:gd name="connsiteX45-47169" fmla="*/ 1488 w 2254"/>
                    <a:gd name="connsiteY45-47170" fmla="*/ 562 h 4213"/>
                    <a:gd name="connsiteX46-47171" fmla="*/ 1523 w 2254"/>
                    <a:gd name="connsiteY46-47172" fmla="*/ 586 h 4213"/>
                    <a:gd name="connsiteX47-47173" fmla="*/ 1615 w 2254"/>
                    <a:gd name="connsiteY47-47174" fmla="*/ 578 h 4213"/>
                    <a:gd name="connsiteX48-47175" fmla="*/ 1875 w 2254"/>
                    <a:gd name="connsiteY48-47176" fmla="*/ 490 h 4213"/>
                    <a:gd name="connsiteX49-47177" fmla="*/ 2095 w 2254"/>
                    <a:gd name="connsiteY49-47178" fmla="*/ 479 h 4213"/>
                    <a:gd name="connsiteX50-47179" fmla="*/ 2155 w 2254"/>
                    <a:gd name="connsiteY50-47180" fmla="*/ 648 h 4213"/>
                    <a:gd name="connsiteX51-47181" fmla="*/ 2073 w 2254"/>
                    <a:gd name="connsiteY51-47182" fmla="*/ 944 h 4213"/>
                    <a:gd name="connsiteX52-47183" fmla="*/ 2073 w 2254"/>
                    <a:gd name="connsiteY52-47184" fmla="*/ 1022 h 4213"/>
                    <a:gd name="connsiteX53-47185" fmla="*/ 2142 w 2254"/>
                    <a:gd name="connsiteY53-47186" fmla="*/ 1168 h 4213"/>
                    <a:gd name="connsiteX54-47187" fmla="*/ 2157 w 2254"/>
                    <a:gd name="connsiteY54-47188" fmla="*/ 1427 h 4213"/>
                    <a:gd name="connsiteX55-47189" fmla="*/ 2159 w 2254"/>
                    <a:gd name="connsiteY55-47190" fmla="*/ 1617 h 4213"/>
                    <a:gd name="connsiteX56-47191" fmla="*/ 2092 w 2254"/>
                    <a:gd name="connsiteY56-47192" fmla="*/ 1625 h 4213"/>
                    <a:gd name="connsiteX57-47193" fmla="*/ 2070 w 2254"/>
                    <a:gd name="connsiteY57-47194" fmla="*/ 1507 h 4213"/>
                    <a:gd name="connsiteX58-47195" fmla="*/ 2035 w 2254"/>
                    <a:gd name="connsiteY58-47196" fmla="*/ 1450 h 4213"/>
                    <a:gd name="connsiteX59-47197" fmla="*/ 1945 w 2254"/>
                    <a:gd name="connsiteY59-47198" fmla="*/ 1582 h 4213"/>
                    <a:gd name="connsiteX60-47199" fmla="*/ 1832 w 2254"/>
                    <a:gd name="connsiteY60-47200" fmla="*/ 1776 h 4213"/>
                    <a:gd name="connsiteX61-47201" fmla="*/ 1713 w 2254"/>
                    <a:gd name="connsiteY61-47202" fmla="*/ 1904 h 4213"/>
                    <a:gd name="connsiteX62-47203" fmla="*/ 1706 w 2254"/>
                    <a:gd name="connsiteY62-47204" fmla="*/ 2018 h 4213"/>
                    <a:gd name="connsiteX63-47205" fmla="*/ 1766 w 2254"/>
                    <a:gd name="connsiteY63-47206" fmla="*/ 2115 h 4213"/>
                    <a:gd name="connsiteX64-47207" fmla="*/ 1868 w 2254"/>
                    <a:gd name="connsiteY64-47208" fmla="*/ 2183 h 4213"/>
                    <a:gd name="connsiteX65-47209" fmla="*/ 1945 w 2254"/>
                    <a:gd name="connsiteY65-47210" fmla="*/ 2178 h 4213"/>
                    <a:gd name="connsiteX66-47211" fmla="*/ 1990 w 2254"/>
                    <a:gd name="connsiteY66-47212" fmla="*/ 2104 h 4213"/>
                    <a:gd name="connsiteX67-47213" fmla="*/ 2024 w 2254"/>
                    <a:gd name="connsiteY67-47214" fmla="*/ 2210 h 4213"/>
                    <a:gd name="connsiteX68-47215" fmla="*/ 1912 w 2254"/>
                    <a:gd name="connsiteY68-47216" fmla="*/ 2249 h 4213"/>
                    <a:gd name="connsiteX69-47217" fmla="*/ 1959 w 2254"/>
                    <a:gd name="connsiteY69-47218" fmla="*/ 2362 h 4213"/>
                    <a:gd name="connsiteX70-47219" fmla="*/ 1824 w 2254"/>
                    <a:gd name="connsiteY70-47220" fmla="*/ 2509 h 4213"/>
                    <a:gd name="connsiteX71-47221" fmla="*/ 1783 w 2254"/>
                    <a:gd name="connsiteY71-47222" fmla="*/ 2498 h 4213"/>
                    <a:gd name="connsiteX72-47223" fmla="*/ 1659 w 2254"/>
                    <a:gd name="connsiteY72-47224" fmla="*/ 2413 h 4213"/>
                    <a:gd name="connsiteX73-47225" fmla="*/ 1604 w 2254"/>
                    <a:gd name="connsiteY73-47226" fmla="*/ 2412 h 4213"/>
                    <a:gd name="connsiteX74-47227" fmla="*/ 1569 w 2254"/>
                    <a:gd name="connsiteY74-47228" fmla="*/ 2480 h 4213"/>
                    <a:gd name="connsiteX75-47229" fmla="*/ 1572 w 2254"/>
                    <a:gd name="connsiteY75-47230" fmla="*/ 2562 h 4213"/>
                    <a:gd name="connsiteX76-47231" fmla="*/ 1750 w 2254"/>
                    <a:gd name="connsiteY76-47232" fmla="*/ 2730 h 4213"/>
                    <a:gd name="connsiteX77-47233" fmla="*/ 1749 w 2254"/>
                    <a:gd name="connsiteY77-47234" fmla="*/ 2844 h 4213"/>
                    <a:gd name="connsiteX78-47235" fmla="*/ 1840 w 2254"/>
                    <a:gd name="connsiteY78-47236" fmla="*/ 3060 h 4213"/>
                    <a:gd name="connsiteX79-47237" fmla="*/ 1866 w 2254"/>
                    <a:gd name="connsiteY79-47238" fmla="*/ 3090 h 4213"/>
                    <a:gd name="connsiteX80-47239" fmla="*/ 1910 w 2254"/>
                    <a:gd name="connsiteY80-47240" fmla="*/ 3094 h 4213"/>
                    <a:gd name="connsiteX81-47241" fmla="*/ 1956 w 2254"/>
                    <a:gd name="connsiteY81-47242" fmla="*/ 3010 h 4213"/>
                    <a:gd name="connsiteX82-47243" fmla="*/ 2036 w 2254"/>
                    <a:gd name="connsiteY82-47244" fmla="*/ 2950 h 4213"/>
                    <a:gd name="connsiteX83-47245" fmla="*/ 2131 w 2254"/>
                    <a:gd name="connsiteY83-47246" fmla="*/ 3126 h 4213"/>
                    <a:gd name="connsiteX84-47247" fmla="*/ 2241 w 2254"/>
                    <a:gd name="connsiteY84-47248" fmla="*/ 3312 h 4213"/>
                    <a:gd name="connsiteX85-47249" fmla="*/ 2254 w 2254"/>
                    <a:gd name="connsiteY85-47250" fmla="*/ 3342 h 4213"/>
                    <a:gd name="connsiteX86-47251" fmla="*/ 2243 w 2254"/>
                    <a:gd name="connsiteY86-47252" fmla="*/ 3518 h 4213"/>
                    <a:gd name="connsiteX87-47253" fmla="*/ 2208 w 2254"/>
                    <a:gd name="connsiteY87-47254" fmla="*/ 3554 h 4213"/>
                    <a:gd name="connsiteX88-47255" fmla="*/ 2119 w 2254"/>
                    <a:gd name="connsiteY88-47256" fmla="*/ 3515 h 4213"/>
                    <a:gd name="connsiteX89-47257" fmla="*/ 1885 w 2254"/>
                    <a:gd name="connsiteY89-47258" fmla="*/ 3644 h 4213"/>
                    <a:gd name="connsiteX90-47259" fmla="*/ 1859 w 2254"/>
                    <a:gd name="connsiteY90-47260" fmla="*/ 3666 h 4213"/>
                    <a:gd name="connsiteX91-47261" fmla="*/ 1679 w 2254"/>
                    <a:gd name="connsiteY91-47262" fmla="*/ 3812 h 4213"/>
                    <a:gd name="connsiteX92-47263" fmla="*/ 1538 w 2254"/>
                    <a:gd name="connsiteY92-47264" fmla="*/ 3926 h 4213"/>
                    <a:gd name="connsiteX93-47265" fmla="*/ 1503 w 2254"/>
                    <a:gd name="connsiteY93-47266" fmla="*/ 3965 h 4213"/>
                    <a:gd name="connsiteX94-47267" fmla="*/ 1451 w 2254"/>
                    <a:gd name="connsiteY94-47268" fmla="*/ 3973 h 4213"/>
                    <a:gd name="connsiteX95-47269" fmla="*/ 1394 w 2254"/>
                    <a:gd name="connsiteY95-47270" fmla="*/ 3916 h 4213"/>
                    <a:gd name="connsiteX96-47271" fmla="*/ 1270 w 2254"/>
                    <a:gd name="connsiteY96-47272" fmla="*/ 3808 h 4213"/>
                    <a:gd name="connsiteX97-47273" fmla="*/ 1294 w 2254"/>
                    <a:gd name="connsiteY97-47274" fmla="*/ 4064 h 4213"/>
                    <a:gd name="connsiteX98-47275" fmla="*/ 1303 w 2254"/>
                    <a:gd name="connsiteY98-47276" fmla="*/ 4192 h 4213"/>
                    <a:gd name="connsiteX99-47277" fmla="*/ 1041 w 2254"/>
                    <a:gd name="connsiteY99-47278" fmla="*/ 4166 h 4213"/>
                    <a:gd name="connsiteX100-47279" fmla="*/ 959 w 2254"/>
                    <a:gd name="connsiteY100-47280" fmla="*/ 3987 h 4213"/>
                    <a:gd name="connsiteX101-47281" fmla="*/ 877 w 2254"/>
                    <a:gd name="connsiteY101-47282" fmla="*/ 3802 h 4213"/>
                    <a:gd name="connsiteX102-47283" fmla="*/ 798 w 2254"/>
                    <a:gd name="connsiteY102-47284" fmla="*/ 3734 h 4213"/>
                    <a:gd name="connsiteX0-47285" fmla="*/ 798 w 2254"/>
                    <a:gd name="connsiteY0-47286" fmla="*/ 3734 h 4213"/>
                    <a:gd name="connsiteX1-47287" fmla="*/ 679 w 2254"/>
                    <a:gd name="connsiteY1-47288" fmla="*/ 3800 h 4213"/>
                    <a:gd name="connsiteX2-47289" fmla="*/ 695 w 2254"/>
                    <a:gd name="connsiteY2-47290" fmla="*/ 3662 h 4213"/>
                    <a:gd name="connsiteX3-47291" fmla="*/ 633 w 2254"/>
                    <a:gd name="connsiteY3-47292" fmla="*/ 3500 h 4213"/>
                    <a:gd name="connsiteX4-47293" fmla="*/ 742 w 2254"/>
                    <a:gd name="connsiteY4-47294" fmla="*/ 3280 h 4213"/>
                    <a:gd name="connsiteX5-47295" fmla="*/ 932 w 2254"/>
                    <a:gd name="connsiteY5-47296" fmla="*/ 3195 h 4213"/>
                    <a:gd name="connsiteX6-47297" fmla="*/ 1107 w 2254"/>
                    <a:gd name="connsiteY6-47298" fmla="*/ 3058 h 4213"/>
                    <a:gd name="connsiteX7-47299" fmla="*/ 1112 w 2254"/>
                    <a:gd name="connsiteY7-47300" fmla="*/ 2878 h 4213"/>
                    <a:gd name="connsiteX8-47301" fmla="*/ 1215 w 2254"/>
                    <a:gd name="connsiteY8-47302" fmla="*/ 2615 h 4213"/>
                    <a:gd name="connsiteX9-47303" fmla="*/ 1068 w 2254"/>
                    <a:gd name="connsiteY9-47304" fmla="*/ 2333 h 4213"/>
                    <a:gd name="connsiteX10-47305" fmla="*/ 1066 w 2254"/>
                    <a:gd name="connsiteY10-47306" fmla="*/ 2117 h 4213"/>
                    <a:gd name="connsiteX11-47307" fmla="*/ 990 w 2254"/>
                    <a:gd name="connsiteY11-47308" fmla="*/ 2039 h 4213"/>
                    <a:gd name="connsiteX12-47309" fmla="*/ 847 w 2254"/>
                    <a:gd name="connsiteY12-47310" fmla="*/ 1951 h 4213"/>
                    <a:gd name="connsiteX13-47311" fmla="*/ 755 w 2254"/>
                    <a:gd name="connsiteY13-47312" fmla="*/ 1827 h 4213"/>
                    <a:gd name="connsiteX14-47313" fmla="*/ 659 w 2254"/>
                    <a:gd name="connsiteY14-47314" fmla="*/ 1828 h 4213"/>
                    <a:gd name="connsiteX15-47315" fmla="*/ 614 w 2254"/>
                    <a:gd name="connsiteY15-47316" fmla="*/ 1883 h 4213"/>
                    <a:gd name="connsiteX16-47317" fmla="*/ 521 w 2254"/>
                    <a:gd name="connsiteY16-47318" fmla="*/ 1877 h 4213"/>
                    <a:gd name="connsiteX17-47319" fmla="*/ 501 w 2254"/>
                    <a:gd name="connsiteY17-47320" fmla="*/ 1994 h 4213"/>
                    <a:gd name="connsiteX18-47321" fmla="*/ 320 w 2254"/>
                    <a:gd name="connsiteY18-47322" fmla="*/ 1941 h 4213"/>
                    <a:gd name="connsiteX19-47323" fmla="*/ 237 w 2254"/>
                    <a:gd name="connsiteY19-47324" fmla="*/ 1939 h 4213"/>
                    <a:gd name="connsiteX20-47325" fmla="*/ 112 w 2254"/>
                    <a:gd name="connsiteY20-47326" fmla="*/ 2014 h 4213"/>
                    <a:gd name="connsiteX21-47327" fmla="*/ 0 w 2254"/>
                    <a:gd name="connsiteY21-47328" fmla="*/ 1890 h 4213"/>
                    <a:gd name="connsiteX22-47329" fmla="*/ 94 w 2254"/>
                    <a:gd name="connsiteY22-47330" fmla="*/ 1804 h 4213"/>
                    <a:gd name="connsiteX23-47331" fmla="*/ 98 w 2254"/>
                    <a:gd name="connsiteY23-47332" fmla="*/ 1634 h 4213"/>
                    <a:gd name="connsiteX24-47333" fmla="*/ 153 w 2254"/>
                    <a:gd name="connsiteY24-47334" fmla="*/ 1514 h 4213"/>
                    <a:gd name="connsiteX25-47335" fmla="*/ 196 w 2254"/>
                    <a:gd name="connsiteY25-47336" fmla="*/ 1306 h 4213"/>
                    <a:gd name="connsiteX26-47337" fmla="*/ 256 w 2254"/>
                    <a:gd name="connsiteY26-47338" fmla="*/ 1307 h 4213"/>
                    <a:gd name="connsiteX27-47339" fmla="*/ 579 w 2254"/>
                    <a:gd name="connsiteY27-47340" fmla="*/ 1286 h 4213"/>
                    <a:gd name="connsiteX28-47341" fmla="*/ 753 w 2254"/>
                    <a:gd name="connsiteY28-47342" fmla="*/ 1117 h 4213"/>
                    <a:gd name="connsiteX29-47343" fmla="*/ 822 w 2254"/>
                    <a:gd name="connsiteY29-47344" fmla="*/ 748 h 4213"/>
                    <a:gd name="connsiteX30-47345" fmla="*/ 932 w 2254"/>
                    <a:gd name="connsiteY30-47346" fmla="*/ 486 h 4213"/>
                    <a:gd name="connsiteX31-47347" fmla="*/ 930 w 2254"/>
                    <a:gd name="connsiteY31-47348" fmla="*/ 358 h 4213"/>
                    <a:gd name="connsiteX32-47349" fmla="*/ 917 w 2254"/>
                    <a:gd name="connsiteY32-47350" fmla="*/ 328 h 4213"/>
                    <a:gd name="connsiteX33-47351" fmla="*/ 850 w 2254"/>
                    <a:gd name="connsiteY33-47352" fmla="*/ 251 h 4213"/>
                    <a:gd name="connsiteX34-47353" fmla="*/ 790 w 2254"/>
                    <a:gd name="connsiteY34-47354" fmla="*/ 217 h 4213"/>
                    <a:gd name="connsiteX35-47355" fmla="*/ 915 w 2254"/>
                    <a:gd name="connsiteY35-47356" fmla="*/ 56 h 4213"/>
                    <a:gd name="connsiteX36-47357" fmla="*/ 1088 w 2254"/>
                    <a:gd name="connsiteY36-47358" fmla="*/ 2 h 4213"/>
                    <a:gd name="connsiteX37-47359" fmla="*/ 1120 w 2254"/>
                    <a:gd name="connsiteY37-47360" fmla="*/ 49 h 4213"/>
                    <a:gd name="connsiteX38-47361" fmla="*/ 1110 w 2254"/>
                    <a:gd name="connsiteY38-47362" fmla="*/ 133 h 4213"/>
                    <a:gd name="connsiteX39-47363" fmla="*/ 1049 w 2254"/>
                    <a:gd name="connsiteY39-47364" fmla="*/ 243 h 4213"/>
                    <a:gd name="connsiteX40-47365" fmla="*/ 1119 w 2254"/>
                    <a:gd name="connsiteY40-47366" fmla="*/ 301 h 4213"/>
                    <a:gd name="connsiteX41-47367" fmla="*/ 1233 w 2254"/>
                    <a:gd name="connsiteY41-47368" fmla="*/ 366 h 4213"/>
                    <a:gd name="connsiteX42-47369" fmla="*/ 1253 w 2254"/>
                    <a:gd name="connsiteY42-47370" fmla="*/ 255 h 4213"/>
                    <a:gd name="connsiteX43-47371" fmla="*/ 1387 w 2254"/>
                    <a:gd name="connsiteY43-47372" fmla="*/ 291 h 4213"/>
                    <a:gd name="connsiteX44-47373" fmla="*/ 1412 w 2254"/>
                    <a:gd name="connsiteY44-47374" fmla="*/ 331 h 4213"/>
                    <a:gd name="connsiteX45-47375" fmla="*/ 1488 w 2254"/>
                    <a:gd name="connsiteY45-47376" fmla="*/ 562 h 4213"/>
                    <a:gd name="connsiteX46-47377" fmla="*/ 1523 w 2254"/>
                    <a:gd name="connsiteY46-47378" fmla="*/ 586 h 4213"/>
                    <a:gd name="connsiteX47-47379" fmla="*/ 1615 w 2254"/>
                    <a:gd name="connsiteY47-47380" fmla="*/ 578 h 4213"/>
                    <a:gd name="connsiteX48-47381" fmla="*/ 1875 w 2254"/>
                    <a:gd name="connsiteY48-47382" fmla="*/ 490 h 4213"/>
                    <a:gd name="connsiteX49-47383" fmla="*/ 2095 w 2254"/>
                    <a:gd name="connsiteY49-47384" fmla="*/ 479 h 4213"/>
                    <a:gd name="connsiteX50-47385" fmla="*/ 2155 w 2254"/>
                    <a:gd name="connsiteY50-47386" fmla="*/ 648 h 4213"/>
                    <a:gd name="connsiteX51-47387" fmla="*/ 2073 w 2254"/>
                    <a:gd name="connsiteY51-47388" fmla="*/ 944 h 4213"/>
                    <a:gd name="connsiteX52-47389" fmla="*/ 2073 w 2254"/>
                    <a:gd name="connsiteY52-47390" fmla="*/ 1022 h 4213"/>
                    <a:gd name="connsiteX53-47391" fmla="*/ 2142 w 2254"/>
                    <a:gd name="connsiteY53-47392" fmla="*/ 1168 h 4213"/>
                    <a:gd name="connsiteX54-47393" fmla="*/ 2157 w 2254"/>
                    <a:gd name="connsiteY54-47394" fmla="*/ 1427 h 4213"/>
                    <a:gd name="connsiteX55-47395" fmla="*/ 2159 w 2254"/>
                    <a:gd name="connsiteY55-47396" fmla="*/ 1617 h 4213"/>
                    <a:gd name="connsiteX56-47397" fmla="*/ 2092 w 2254"/>
                    <a:gd name="connsiteY56-47398" fmla="*/ 1625 h 4213"/>
                    <a:gd name="connsiteX57-47399" fmla="*/ 2070 w 2254"/>
                    <a:gd name="connsiteY57-47400" fmla="*/ 1507 h 4213"/>
                    <a:gd name="connsiteX58-47401" fmla="*/ 2035 w 2254"/>
                    <a:gd name="connsiteY58-47402" fmla="*/ 1450 h 4213"/>
                    <a:gd name="connsiteX59-47403" fmla="*/ 1945 w 2254"/>
                    <a:gd name="connsiteY59-47404" fmla="*/ 1582 h 4213"/>
                    <a:gd name="connsiteX60-47405" fmla="*/ 1832 w 2254"/>
                    <a:gd name="connsiteY60-47406" fmla="*/ 1776 h 4213"/>
                    <a:gd name="connsiteX61-47407" fmla="*/ 1713 w 2254"/>
                    <a:gd name="connsiteY61-47408" fmla="*/ 1904 h 4213"/>
                    <a:gd name="connsiteX62-47409" fmla="*/ 1706 w 2254"/>
                    <a:gd name="connsiteY62-47410" fmla="*/ 2018 h 4213"/>
                    <a:gd name="connsiteX63-47411" fmla="*/ 1766 w 2254"/>
                    <a:gd name="connsiteY63-47412" fmla="*/ 2115 h 4213"/>
                    <a:gd name="connsiteX64-47413" fmla="*/ 1868 w 2254"/>
                    <a:gd name="connsiteY64-47414" fmla="*/ 2183 h 4213"/>
                    <a:gd name="connsiteX65-47415" fmla="*/ 1945 w 2254"/>
                    <a:gd name="connsiteY65-47416" fmla="*/ 2178 h 4213"/>
                    <a:gd name="connsiteX66-47417" fmla="*/ 1990 w 2254"/>
                    <a:gd name="connsiteY66-47418" fmla="*/ 2104 h 4213"/>
                    <a:gd name="connsiteX67-47419" fmla="*/ 2024 w 2254"/>
                    <a:gd name="connsiteY67-47420" fmla="*/ 2210 h 4213"/>
                    <a:gd name="connsiteX68-47421" fmla="*/ 1912 w 2254"/>
                    <a:gd name="connsiteY68-47422" fmla="*/ 2249 h 4213"/>
                    <a:gd name="connsiteX69-47423" fmla="*/ 1959 w 2254"/>
                    <a:gd name="connsiteY69-47424" fmla="*/ 2362 h 4213"/>
                    <a:gd name="connsiteX70-47425" fmla="*/ 1824 w 2254"/>
                    <a:gd name="connsiteY70-47426" fmla="*/ 2509 h 4213"/>
                    <a:gd name="connsiteX71-47427" fmla="*/ 1783 w 2254"/>
                    <a:gd name="connsiteY71-47428" fmla="*/ 2498 h 4213"/>
                    <a:gd name="connsiteX72-47429" fmla="*/ 1659 w 2254"/>
                    <a:gd name="connsiteY72-47430" fmla="*/ 2413 h 4213"/>
                    <a:gd name="connsiteX73-47431" fmla="*/ 1604 w 2254"/>
                    <a:gd name="connsiteY73-47432" fmla="*/ 2412 h 4213"/>
                    <a:gd name="connsiteX74-47433" fmla="*/ 1569 w 2254"/>
                    <a:gd name="connsiteY74-47434" fmla="*/ 2480 h 4213"/>
                    <a:gd name="connsiteX75-47435" fmla="*/ 1572 w 2254"/>
                    <a:gd name="connsiteY75-47436" fmla="*/ 2562 h 4213"/>
                    <a:gd name="connsiteX76-47437" fmla="*/ 1750 w 2254"/>
                    <a:gd name="connsiteY76-47438" fmla="*/ 2730 h 4213"/>
                    <a:gd name="connsiteX77-47439" fmla="*/ 1749 w 2254"/>
                    <a:gd name="connsiteY77-47440" fmla="*/ 2844 h 4213"/>
                    <a:gd name="connsiteX78-47441" fmla="*/ 1840 w 2254"/>
                    <a:gd name="connsiteY78-47442" fmla="*/ 3060 h 4213"/>
                    <a:gd name="connsiteX79-47443" fmla="*/ 1866 w 2254"/>
                    <a:gd name="connsiteY79-47444" fmla="*/ 3090 h 4213"/>
                    <a:gd name="connsiteX80-47445" fmla="*/ 1910 w 2254"/>
                    <a:gd name="connsiteY80-47446" fmla="*/ 3094 h 4213"/>
                    <a:gd name="connsiteX81-47447" fmla="*/ 1956 w 2254"/>
                    <a:gd name="connsiteY81-47448" fmla="*/ 3010 h 4213"/>
                    <a:gd name="connsiteX82-47449" fmla="*/ 2036 w 2254"/>
                    <a:gd name="connsiteY82-47450" fmla="*/ 2950 h 4213"/>
                    <a:gd name="connsiteX83-47451" fmla="*/ 2131 w 2254"/>
                    <a:gd name="connsiteY83-47452" fmla="*/ 3126 h 4213"/>
                    <a:gd name="connsiteX84-47453" fmla="*/ 2241 w 2254"/>
                    <a:gd name="connsiteY84-47454" fmla="*/ 3312 h 4213"/>
                    <a:gd name="connsiteX85-47455" fmla="*/ 2254 w 2254"/>
                    <a:gd name="connsiteY85-47456" fmla="*/ 3342 h 4213"/>
                    <a:gd name="connsiteX86-47457" fmla="*/ 2243 w 2254"/>
                    <a:gd name="connsiteY86-47458" fmla="*/ 3518 h 4213"/>
                    <a:gd name="connsiteX87-47459" fmla="*/ 2208 w 2254"/>
                    <a:gd name="connsiteY87-47460" fmla="*/ 3554 h 4213"/>
                    <a:gd name="connsiteX88-47461" fmla="*/ 2119 w 2254"/>
                    <a:gd name="connsiteY88-47462" fmla="*/ 3515 h 4213"/>
                    <a:gd name="connsiteX89-47463" fmla="*/ 1885 w 2254"/>
                    <a:gd name="connsiteY89-47464" fmla="*/ 3644 h 4213"/>
                    <a:gd name="connsiteX90-47465" fmla="*/ 1859 w 2254"/>
                    <a:gd name="connsiteY90-47466" fmla="*/ 3666 h 4213"/>
                    <a:gd name="connsiteX91-47467" fmla="*/ 1679 w 2254"/>
                    <a:gd name="connsiteY91-47468" fmla="*/ 3812 h 4213"/>
                    <a:gd name="connsiteX92-47469" fmla="*/ 1538 w 2254"/>
                    <a:gd name="connsiteY92-47470" fmla="*/ 3926 h 4213"/>
                    <a:gd name="connsiteX93-47471" fmla="*/ 1503 w 2254"/>
                    <a:gd name="connsiteY93-47472" fmla="*/ 3965 h 4213"/>
                    <a:gd name="connsiteX94-47473" fmla="*/ 1451 w 2254"/>
                    <a:gd name="connsiteY94-47474" fmla="*/ 3973 h 4213"/>
                    <a:gd name="connsiteX95-47475" fmla="*/ 1394 w 2254"/>
                    <a:gd name="connsiteY95-47476" fmla="*/ 3916 h 4213"/>
                    <a:gd name="connsiteX96-47477" fmla="*/ 1270 w 2254"/>
                    <a:gd name="connsiteY96-47478" fmla="*/ 3808 h 4213"/>
                    <a:gd name="connsiteX97-47479" fmla="*/ 1294 w 2254"/>
                    <a:gd name="connsiteY97-47480" fmla="*/ 4064 h 4213"/>
                    <a:gd name="connsiteX98-47481" fmla="*/ 1303 w 2254"/>
                    <a:gd name="connsiteY98-47482" fmla="*/ 4192 h 4213"/>
                    <a:gd name="connsiteX99-47483" fmla="*/ 1041 w 2254"/>
                    <a:gd name="connsiteY99-47484" fmla="*/ 4166 h 4213"/>
                    <a:gd name="connsiteX100-47485" fmla="*/ 959 w 2254"/>
                    <a:gd name="connsiteY100-47486" fmla="*/ 3987 h 4213"/>
                    <a:gd name="connsiteX101-47487" fmla="*/ 877 w 2254"/>
                    <a:gd name="connsiteY101-47488" fmla="*/ 3802 h 4213"/>
                    <a:gd name="connsiteX102-47489" fmla="*/ 798 w 2254"/>
                    <a:gd name="connsiteY102-47490" fmla="*/ 3734 h 4213"/>
                    <a:gd name="connsiteX0-47491" fmla="*/ 798 w 2254"/>
                    <a:gd name="connsiteY0-47492" fmla="*/ 3734 h 4213"/>
                    <a:gd name="connsiteX1-47493" fmla="*/ 679 w 2254"/>
                    <a:gd name="connsiteY1-47494" fmla="*/ 3800 h 4213"/>
                    <a:gd name="connsiteX2-47495" fmla="*/ 695 w 2254"/>
                    <a:gd name="connsiteY2-47496" fmla="*/ 3662 h 4213"/>
                    <a:gd name="connsiteX3-47497" fmla="*/ 633 w 2254"/>
                    <a:gd name="connsiteY3-47498" fmla="*/ 3500 h 4213"/>
                    <a:gd name="connsiteX4-47499" fmla="*/ 742 w 2254"/>
                    <a:gd name="connsiteY4-47500" fmla="*/ 3280 h 4213"/>
                    <a:gd name="connsiteX5-47501" fmla="*/ 932 w 2254"/>
                    <a:gd name="connsiteY5-47502" fmla="*/ 3195 h 4213"/>
                    <a:gd name="connsiteX6-47503" fmla="*/ 1107 w 2254"/>
                    <a:gd name="connsiteY6-47504" fmla="*/ 3058 h 4213"/>
                    <a:gd name="connsiteX7-47505" fmla="*/ 1112 w 2254"/>
                    <a:gd name="connsiteY7-47506" fmla="*/ 2878 h 4213"/>
                    <a:gd name="connsiteX8-47507" fmla="*/ 1215 w 2254"/>
                    <a:gd name="connsiteY8-47508" fmla="*/ 2615 h 4213"/>
                    <a:gd name="connsiteX9-47509" fmla="*/ 1117 w 2254"/>
                    <a:gd name="connsiteY9-47510" fmla="*/ 2441 h 4213"/>
                    <a:gd name="connsiteX10-47511" fmla="*/ 1068 w 2254"/>
                    <a:gd name="connsiteY10-47512" fmla="*/ 2333 h 4213"/>
                    <a:gd name="connsiteX11-47513" fmla="*/ 1066 w 2254"/>
                    <a:gd name="connsiteY11-47514" fmla="*/ 2117 h 4213"/>
                    <a:gd name="connsiteX12-47515" fmla="*/ 990 w 2254"/>
                    <a:gd name="connsiteY12-47516" fmla="*/ 2039 h 4213"/>
                    <a:gd name="connsiteX13-47517" fmla="*/ 847 w 2254"/>
                    <a:gd name="connsiteY13-47518" fmla="*/ 1951 h 4213"/>
                    <a:gd name="connsiteX14-47519" fmla="*/ 755 w 2254"/>
                    <a:gd name="connsiteY14-47520" fmla="*/ 1827 h 4213"/>
                    <a:gd name="connsiteX15-47521" fmla="*/ 659 w 2254"/>
                    <a:gd name="connsiteY15-47522" fmla="*/ 1828 h 4213"/>
                    <a:gd name="connsiteX16-47523" fmla="*/ 614 w 2254"/>
                    <a:gd name="connsiteY16-47524" fmla="*/ 1883 h 4213"/>
                    <a:gd name="connsiteX17-47525" fmla="*/ 521 w 2254"/>
                    <a:gd name="connsiteY17-47526" fmla="*/ 1877 h 4213"/>
                    <a:gd name="connsiteX18-47527" fmla="*/ 501 w 2254"/>
                    <a:gd name="connsiteY18-47528" fmla="*/ 1994 h 4213"/>
                    <a:gd name="connsiteX19-47529" fmla="*/ 320 w 2254"/>
                    <a:gd name="connsiteY19-47530" fmla="*/ 1941 h 4213"/>
                    <a:gd name="connsiteX20-47531" fmla="*/ 237 w 2254"/>
                    <a:gd name="connsiteY20-47532" fmla="*/ 1939 h 4213"/>
                    <a:gd name="connsiteX21-47533" fmla="*/ 112 w 2254"/>
                    <a:gd name="connsiteY21-47534" fmla="*/ 2014 h 4213"/>
                    <a:gd name="connsiteX22-47535" fmla="*/ 0 w 2254"/>
                    <a:gd name="connsiteY22-47536" fmla="*/ 1890 h 4213"/>
                    <a:gd name="connsiteX23-47537" fmla="*/ 94 w 2254"/>
                    <a:gd name="connsiteY23-47538" fmla="*/ 1804 h 4213"/>
                    <a:gd name="connsiteX24-47539" fmla="*/ 98 w 2254"/>
                    <a:gd name="connsiteY24-47540" fmla="*/ 1634 h 4213"/>
                    <a:gd name="connsiteX25-47541" fmla="*/ 153 w 2254"/>
                    <a:gd name="connsiteY25-47542" fmla="*/ 1514 h 4213"/>
                    <a:gd name="connsiteX26-47543" fmla="*/ 196 w 2254"/>
                    <a:gd name="connsiteY26-47544" fmla="*/ 1306 h 4213"/>
                    <a:gd name="connsiteX27-47545" fmla="*/ 256 w 2254"/>
                    <a:gd name="connsiteY27-47546" fmla="*/ 1307 h 4213"/>
                    <a:gd name="connsiteX28-47547" fmla="*/ 579 w 2254"/>
                    <a:gd name="connsiteY28-47548" fmla="*/ 1286 h 4213"/>
                    <a:gd name="connsiteX29-47549" fmla="*/ 753 w 2254"/>
                    <a:gd name="connsiteY29-47550" fmla="*/ 1117 h 4213"/>
                    <a:gd name="connsiteX30-47551" fmla="*/ 822 w 2254"/>
                    <a:gd name="connsiteY30-47552" fmla="*/ 748 h 4213"/>
                    <a:gd name="connsiteX31-47553" fmla="*/ 932 w 2254"/>
                    <a:gd name="connsiteY31-47554" fmla="*/ 486 h 4213"/>
                    <a:gd name="connsiteX32-47555" fmla="*/ 930 w 2254"/>
                    <a:gd name="connsiteY32-47556" fmla="*/ 358 h 4213"/>
                    <a:gd name="connsiteX33-47557" fmla="*/ 917 w 2254"/>
                    <a:gd name="connsiteY33-47558" fmla="*/ 328 h 4213"/>
                    <a:gd name="connsiteX34-47559" fmla="*/ 850 w 2254"/>
                    <a:gd name="connsiteY34-47560" fmla="*/ 251 h 4213"/>
                    <a:gd name="connsiteX35-47561" fmla="*/ 790 w 2254"/>
                    <a:gd name="connsiteY35-47562" fmla="*/ 217 h 4213"/>
                    <a:gd name="connsiteX36-47563" fmla="*/ 915 w 2254"/>
                    <a:gd name="connsiteY36-47564" fmla="*/ 56 h 4213"/>
                    <a:gd name="connsiteX37-47565" fmla="*/ 1088 w 2254"/>
                    <a:gd name="connsiteY37-47566" fmla="*/ 2 h 4213"/>
                    <a:gd name="connsiteX38-47567" fmla="*/ 1120 w 2254"/>
                    <a:gd name="connsiteY38-47568" fmla="*/ 49 h 4213"/>
                    <a:gd name="connsiteX39-47569" fmla="*/ 1110 w 2254"/>
                    <a:gd name="connsiteY39-47570" fmla="*/ 133 h 4213"/>
                    <a:gd name="connsiteX40-47571" fmla="*/ 1049 w 2254"/>
                    <a:gd name="connsiteY40-47572" fmla="*/ 243 h 4213"/>
                    <a:gd name="connsiteX41-47573" fmla="*/ 1119 w 2254"/>
                    <a:gd name="connsiteY41-47574" fmla="*/ 301 h 4213"/>
                    <a:gd name="connsiteX42-47575" fmla="*/ 1233 w 2254"/>
                    <a:gd name="connsiteY42-47576" fmla="*/ 366 h 4213"/>
                    <a:gd name="connsiteX43-47577" fmla="*/ 1253 w 2254"/>
                    <a:gd name="connsiteY43-47578" fmla="*/ 255 h 4213"/>
                    <a:gd name="connsiteX44-47579" fmla="*/ 1387 w 2254"/>
                    <a:gd name="connsiteY44-47580" fmla="*/ 291 h 4213"/>
                    <a:gd name="connsiteX45-47581" fmla="*/ 1412 w 2254"/>
                    <a:gd name="connsiteY45-47582" fmla="*/ 331 h 4213"/>
                    <a:gd name="connsiteX46-47583" fmla="*/ 1488 w 2254"/>
                    <a:gd name="connsiteY46-47584" fmla="*/ 562 h 4213"/>
                    <a:gd name="connsiteX47-47585" fmla="*/ 1523 w 2254"/>
                    <a:gd name="connsiteY47-47586" fmla="*/ 586 h 4213"/>
                    <a:gd name="connsiteX48-47587" fmla="*/ 1615 w 2254"/>
                    <a:gd name="connsiteY48-47588" fmla="*/ 578 h 4213"/>
                    <a:gd name="connsiteX49-47589" fmla="*/ 1875 w 2254"/>
                    <a:gd name="connsiteY49-47590" fmla="*/ 490 h 4213"/>
                    <a:gd name="connsiteX50-47591" fmla="*/ 2095 w 2254"/>
                    <a:gd name="connsiteY50-47592" fmla="*/ 479 h 4213"/>
                    <a:gd name="connsiteX51-47593" fmla="*/ 2155 w 2254"/>
                    <a:gd name="connsiteY51-47594" fmla="*/ 648 h 4213"/>
                    <a:gd name="connsiteX52-47595" fmla="*/ 2073 w 2254"/>
                    <a:gd name="connsiteY52-47596" fmla="*/ 944 h 4213"/>
                    <a:gd name="connsiteX53-47597" fmla="*/ 2073 w 2254"/>
                    <a:gd name="connsiteY53-47598" fmla="*/ 1022 h 4213"/>
                    <a:gd name="connsiteX54-47599" fmla="*/ 2142 w 2254"/>
                    <a:gd name="connsiteY54-47600" fmla="*/ 1168 h 4213"/>
                    <a:gd name="connsiteX55-47601" fmla="*/ 2157 w 2254"/>
                    <a:gd name="connsiteY55-47602" fmla="*/ 1427 h 4213"/>
                    <a:gd name="connsiteX56-47603" fmla="*/ 2159 w 2254"/>
                    <a:gd name="connsiteY56-47604" fmla="*/ 1617 h 4213"/>
                    <a:gd name="connsiteX57-47605" fmla="*/ 2092 w 2254"/>
                    <a:gd name="connsiteY57-47606" fmla="*/ 1625 h 4213"/>
                    <a:gd name="connsiteX58-47607" fmla="*/ 2070 w 2254"/>
                    <a:gd name="connsiteY58-47608" fmla="*/ 1507 h 4213"/>
                    <a:gd name="connsiteX59-47609" fmla="*/ 2035 w 2254"/>
                    <a:gd name="connsiteY59-47610" fmla="*/ 1450 h 4213"/>
                    <a:gd name="connsiteX60-47611" fmla="*/ 1945 w 2254"/>
                    <a:gd name="connsiteY60-47612" fmla="*/ 1582 h 4213"/>
                    <a:gd name="connsiteX61-47613" fmla="*/ 1832 w 2254"/>
                    <a:gd name="connsiteY61-47614" fmla="*/ 1776 h 4213"/>
                    <a:gd name="connsiteX62-47615" fmla="*/ 1713 w 2254"/>
                    <a:gd name="connsiteY62-47616" fmla="*/ 1904 h 4213"/>
                    <a:gd name="connsiteX63-47617" fmla="*/ 1706 w 2254"/>
                    <a:gd name="connsiteY63-47618" fmla="*/ 2018 h 4213"/>
                    <a:gd name="connsiteX64-47619" fmla="*/ 1766 w 2254"/>
                    <a:gd name="connsiteY64-47620" fmla="*/ 2115 h 4213"/>
                    <a:gd name="connsiteX65-47621" fmla="*/ 1868 w 2254"/>
                    <a:gd name="connsiteY65-47622" fmla="*/ 2183 h 4213"/>
                    <a:gd name="connsiteX66-47623" fmla="*/ 1945 w 2254"/>
                    <a:gd name="connsiteY66-47624" fmla="*/ 2178 h 4213"/>
                    <a:gd name="connsiteX67-47625" fmla="*/ 1990 w 2254"/>
                    <a:gd name="connsiteY67-47626" fmla="*/ 2104 h 4213"/>
                    <a:gd name="connsiteX68-47627" fmla="*/ 2024 w 2254"/>
                    <a:gd name="connsiteY68-47628" fmla="*/ 2210 h 4213"/>
                    <a:gd name="connsiteX69-47629" fmla="*/ 1912 w 2254"/>
                    <a:gd name="connsiteY69-47630" fmla="*/ 2249 h 4213"/>
                    <a:gd name="connsiteX70-47631" fmla="*/ 1959 w 2254"/>
                    <a:gd name="connsiteY70-47632" fmla="*/ 2362 h 4213"/>
                    <a:gd name="connsiteX71-47633" fmla="*/ 1824 w 2254"/>
                    <a:gd name="connsiteY71-47634" fmla="*/ 2509 h 4213"/>
                    <a:gd name="connsiteX72-47635" fmla="*/ 1783 w 2254"/>
                    <a:gd name="connsiteY72-47636" fmla="*/ 2498 h 4213"/>
                    <a:gd name="connsiteX73-47637" fmla="*/ 1659 w 2254"/>
                    <a:gd name="connsiteY73-47638" fmla="*/ 2413 h 4213"/>
                    <a:gd name="connsiteX74-47639" fmla="*/ 1604 w 2254"/>
                    <a:gd name="connsiteY74-47640" fmla="*/ 2412 h 4213"/>
                    <a:gd name="connsiteX75-47641" fmla="*/ 1569 w 2254"/>
                    <a:gd name="connsiteY75-47642" fmla="*/ 2480 h 4213"/>
                    <a:gd name="connsiteX76-47643" fmla="*/ 1572 w 2254"/>
                    <a:gd name="connsiteY76-47644" fmla="*/ 2562 h 4213"/>
                    <a:gd name="connsiteX77-47645" fmla="*/ 1750 w 2254"/>
                    <a:gd name="connsiteY77-47646" fmla="*/ 2730 h 4213"/>
                    <a:gd name="connsiteX78-47647" fmla="*/ 1749 w 2254"/>
                    <a:gd name="connsiteY78-47648" fmla="*/ 2844 h 4213"/>
                    <a:gd name="connsiteX79-47649" fmla="*/ 1840 w 2254"/>
                    <a:gd name="connsiteY79-47650" fmla="*/ 3060 h 4213"/>
                    <a:gd name="connsiteX80-47651" fmla="*/ 1866 w 2254"/>
                    <a:gd name="connsiteY80-47652" fmla="*/ 3090 h 4213"/>
                    <a:gd name="connsiteX81-47653" fmla="*/ 1910 w 2254"/>
                    <a:gd name="connsiteY81-47654" fmla="*/ 3094 h 4213"/>
                    <a:gd name="connsiteX82-47655" fmla="*/ 1956 w 2254"/>
                    <a:gd name="connsiteY82-47656" fmla="*/ 3010 h 4213"/>
                    <a:gd name="connsiteX83-47657" fmla="*/ 2036 w 2254"/>
                    <a:gd name="connsiteY83-47658" fmla="*/ 2950 h 4213"/>
                    <a:gd name="connsiteX84-47659" fmla="*/ 2131 w 2254"/>
                    <a:gd name="connsiteY84-47660" fmla="*/ 3126 h 4213"/>
                    <a:gd name="connsiteX85-47661" fmla="*/ 2241 w 2254"/>
                    <a:gd name="connsiteY85-47662" fmla="*/ 3312 h 4213"/>
                    <a:gd name="connsiteX86-47663" fmla="*/ 2254 w 2254"/>
                    <a:gd name="connsiteY86-47664" fmla="*/ 3342 h 4213"/>
                    <a:gd name="connsiteX87-47665" fmla="*/ 2243 w 2254"/>
                    <a:gd name="connsiteY87-47666" fmla="*/ 3518 h 4213"/>
                    <a:gd name="connsiteX88-47667" fmla="*/ 2208 w 2254"/>
                    <a:gd name="connsiteY88-47668" fmla="*/ 3554 h 4213"/>
                    <a:gd name="connsiteX89-47669" fmla="*/ 2119 w 2254"/>
                    <a:gd name="connsiteY89-47670" fmla="*/ 3515 h 4213"/>
                    <a:gd name="connsiteX90-47671" fmla="*/ 1885 w 2254"/>
                    <a:gd name="connsiteY90-47672" fmla="*/ 3644 h 4213"/>
                    <a:gd name="connsiteX91-47673" fmla="*/ 1859 w 2254"/>
                    <a:gd name="connsiteY91-47674" fmla="*/ 3666 h 4213"/>
                    <a:gd name="connsiteX92-47675" fmla="*/ 1679 w 2254"/>
                    <a:gd name="connsiteY92-47676" fmla="*/ 3812 h 4213"/>
                    <a:gd name="connsiteX93-47677" fmla="*/ 1538 w 2254"/>
                    <a:gd name="connsiteY93-47678" fmla="*/ 3926 h 4213"/>
                    <a:gd name="connsiteX94-47679" fmla="*/ 1503 w 2254"/>
                    <a:gd name="connsiteY94-47680" fmla="*/ 3965 h 4213"/>
                    <a:gd name="connsiteX95-47681" fmla="*/ 1451 w 2254"/>
                    <a:gd name="connsiteY95-47682" fmla="*/ 3973 h 4213"/>
                    <a:gd name="connsiteX96-47683" fmla="*/ 1394 w 2254"/>
                    <a:gd name="connsiteY96-47684" fmla="*/ 3916 h 4213"/>
                    <a:gd name="connsiteX97-47685" fmla="*/ 1270 w 2254"/>
                    <a:gd name="connsiteY97-47686" fmla="*/ 3808 h 4213"/>
                    <a:gd name="connsiteX98-47687" fmla="*/ 1294 w 2254"/>
                    <a:gd name="connsiteY98-47688" fmla="*/ 4064 h 4213"/>
                    <a:gd name="connsiteX99-47689" fmla="*/ 1303 w 2254"/>
                    <a:gd name="connsiteY99-47690" fmla="*/ 4192 h 4213"/>
                    <a:gd name="connsiteX100-47691" fmla="*/ 1041 w 2254"/>
                    <a:gd name="connsiteY100-47692" fmla="*/ 4166 h 4213"/>
                    <a:gd name="connsiteX101-47693" fmla="*/ 959 w 2254"/>
                    <a:gd name="connsiteY101-47694" fmla="*/ 3987 h 4213"/>
                    <a:gd name="connsiteX102-47695" fmla="*/ 877 w 2254"/>
                    <a:gd name="connsiteY102-47696" fmla="*/ 3802 h 4213"/>
                    <a:gd name="connsiteX103-47697" fmla="*/ 798 w 2254"/>
                    <a:gd name="connsiteY103-47698" fmla="*/ 3734 h 4213"/>
                    <a:gd name="connsiteX0-47699" fmla="*/ 798 w 2254"/>
                    <a:gd name="connsiteY0-47700" fmla="*/ 3734 h 4213"/>
                    <a:gd name="connsiteX1-47701" fmla="*/ 679 w 2254"/>
                    <a:gd name="connsiteY1-47702" fmla="*/ 3800 h 4213"/>
                    <a:gd name="connsiteX2-47703" fmla="*/ 695 w 2254"/>
                    <a:gd name="connsiteY2-47704" fmla="*/ 3662 h 4213"/>
                    <a:gd name="connsiteX3-47705" fmla="*/ 633 w 2254"/>
                    <a:gd name="connsiteY3-47706" fmla="*/ 3500 h 4213"/>
                    <a:gd name="connsiteX4-47707" fmla="*/ 742 w 2254"/>
                    <a:gd name="connsiteY4-47708" fmla="*/ 3280 h 4213"/>
                    <a:gd name="connsiteX5-47709" fmla="*/ 932 w 2254"/>
                    <a:gd name="connsiteY5-47710" fmla="*/ 3195 h 4213"/>
                    <a:gd name="connsiteX6-47711" fmla="*/ 1107 w 2254"/>
                    <a:gd name="connsiteY6-47712" fmla="*/ 3058 h 4213"/>
                    <a:gd name="connsiteX7-47713" fmla="*/ 1112 w 2254"/>
                    <a:gd name="connsiteY7-47714" fmla="*/ 2878 h 4213"/>
                    <a:gd name="connsiteX8-47715" fmla="*/ 1215 w 2254"/>
                    <a:gd name="connsiteY8-47716" fmla="*/ 2615 h 4213"/>
                    <a:gd name="connsiteX9-47717" fmla="*/ 1117 w 2254"/>
                    <a:gd name="connsiteY9-47718" fmla="*/ 2441 h 4213"/>
                    <a:gd name="connsiteX10-47719" fmla="*/ 1184 w 2254"/>
                    <a:gd name="connsiteY10-47720" fmla="*/ 2346 h 4213"/>
                    <a:gd name="connsiteX11-47721" fmla="*/ 1068 w 2254"/>
                    <a:gd name="connsiteY11-47722" fmla="*/ 2333 h 4213"/>
                    <a:gd name="connsiteX12-47723" fmla="*/ 1066 w 2254"/>
                    <a:gd name="connsiteY12-47724" fmla="*/ 2117 h 4213"/>
                    <a:gd name="connsiteX13-47725" fmla="*/ 990 w 2254"/>
                    <a:gd name="connsiteY13-47726" fmla="*/ 2039 h 4213"/>
                    <a:gd name="connsiteX14-47727" fmla="*/ 847 w 2254"/>
                    <a:gd name="connsiteY14-47728" fmla="*/ 1951 h 4213"/>
                    <a:gd name="connsiteX15-47729" fmla="*/ 755 w 2254"/>
                    <a:gd name="connsiteY15-47730" fmla="*/ 1827 h 4213"/>
                    <a:gd name="connsiteX16-47731" fmla="*/ 659 w 2254"/>
                    <a:gd name="connsiteY16-47732" fmla="*/ 1828 h 4213"/>
                    <a:gd name="connsiteX17-47733" fmla="*/ 614 w 2254"/>
                    <a:gd name="connsiteY17-47734" fmla="*/ 1883 h 4213"/>
                    <a:gd name="connsiteX18-47735" fmla="*/ 521 w 2254"/>
                    <a:gd name="connsiteY18-47736" fmla="*/ 1877 h 4213"/>
                    <a:gd name="connsiteX19-47737" fmla="*/ 501 w 2254"/>
                    <a:gd name="connsiteY19-47738" fmla="*/ 1994 h 4213"/>
                    <a:gd name="connsiteX20-47739" fmla="*/ 320 w 2254"/>
                    <a:gd name="connsiteY20-47740" fmla="*/ 1941 h 4213"/>
                    <a:gd name="connsiteX21-47741" fmla="*/ 237 w 2254"/>
                    <a:gd name="connsiteY21-47742" fmla="*/ 1939 h 4213"/>
                    <a:gd name="connsiteX22-47743" fmla="*/ 112 w 2254"/>
                    <a:gd name="connsiteY22-47744" fmla="*/ 2014 h 4213"/>
                    <a:gd name="connsiteX23-47745" fmla="*/ 0 w 2254"/>
                    <a:gd name="connsiteY23-47746" fmla="*/ 1890 h 4213"/>
                    <a:gd name="connsiteX24-47747" fmla="*/ 94 w 2254"/>
                    <a:gd name="connsiteY24-47748" fmla="*/ 1804 h 4213"/>
                    <a:gd name="connsiteX25-47749" fmla="*/ 98 w 2254"/>
                    <a:gd name="connsiteY25-47750" fmla="*/ 1634 h 4213"/>
                    <a:gd name="connsiteX26-47751" fmla="*/ 153 w 2254"/>
                    <a:gd name="connsiteY26-47752" fmla="*/ 1514 h 4213"/>
                    <a:gd name="connsiteX27-47753" fmla="*/ 196 w 2254"/>
                    <a:gd name="connsiteY27-47754" fmla="*/ 1306 h 4213"/>
                    <a:gd name="connsiteX28-47755" fmla="*/ 256 w 2254"/>
                    <a:gd name="connsiteY28-47756" fmla="*/ 1307 h 4213"/>
                    <a:gd name="connsiteX29-47757" fmla="*/ 579 w 2254"/>
                    <a:gd name="connsiteY29-47758" fmla="*/ 1286 h 4213"/>
                    <a:gd name="connsiteX30-47759" fmla="*/ 753 w 2254"/>
                    <a:gd name="connsiteY30-47760" fmla="*/ 1117 h 4213"/>
                    <a:gd name="connsiteX31-47761" fmla="*/ 822 w 2254"/>
                    <a:gd name="connsiteY31-47762" fmla="*/ 748 h 4213"/>
                    <a:gd name="connsiteX32-47763" fmla="*/ 932 w 2254"/>
                    <a:gd name="connsiteY32-47764" fmla="*/ 486 h 4213"/>
                    <a:gd name="connsiteX33-47765" fmla="*/ 930 w 2254"/>
                    <a:gd name="connsiteY33-47766" fmla="*/ 358 h 4213"/>
                    <a:gd name="connsiteX34-47767" fmla="*/ 917 w 2254"/>
                    <a:gd name="connsiteY34-47768" fmla="*/ 328 h 4213"/>
                    <a:gd name="connsiteX35-47769" fmla="*/ 850 w 2254"/>
                    <a:gd name="connsiteY35-47770" fmla="*/ 251 h 4213"/>
                    <a:gd name="connsiteX36-47771" fmla="*/ 790 w 2254"/>
                    <a:gd name="connsiteY36-47772" fmla="*/ 217 h 4213"/>
                    <a:gd name="connsiteX37-47773" fmla="*/ 915 w 2254"/>
                    <a:gd name="connsiteY37-47774" fmla="*/ 56 h 4213"/>
                    <a:gd name="connsiteX38-47775" fmla="*/ 1088 w 2254"/>
                    <a:gd name="connsiteY38-47776" fmla="*/ 2 h 4213"/>
                    <a:gd name="connsiteX39-47777" fmla="*/ 1120 w 2254"/>
                    <a:gd name="connsiteY39-47778" fmla="*/ 49 h 4213"/>
                    <a:gd name="connsiteX40-47779" fmla="*/ 1110 w 2254"/>
                    <a:gd name="connsiteY40-47780" fmla="*/ 133 h 4213"/>
                    <a:gd name="connsiteX41-47781" fmla="*/ 1049 w 2254"/>
                    <a:gd name="connsiteY41-47782" fmla="*/ 243 h 4213"/>
                    <a:gd name="connsiteX42-47783" fmla="*/ 1119 w 2254"/>
                    <a:gd name="connsiteY42-47784" fmla="*/ 301 h 4213"/>
                    <a:gd name="connsiteX43-47785" fmla="*/ 1233 w 2254"/>
                    <a:gd name="connsiteY43-47786" fmla="*/ 366 h 4213"/>
                    <a:gd name="connsiteX44-47787" fmla="*/ 1253 w 2254"/>
                    <a:gd name="connsiteY44-47788" fmla="*/ 255 h 4213"/>
                    <a:gd name="connsiteX45-47789" fmla="*/ 1387 w 2254"/>
                    <a:gd name="connsiteY45-47790" fmla="*/ 291 h 4213"/>
                    <a:gd name="connsiteX46-47791" fmla="*/ 1412 w 2254"/>
                    <a:gd name="connsiteY46-47792" fmla="*/ 331 h 4213"/>
                    <a:gd name="connsiteX47-47793" fmla="*/ 1488 w 2254"/>
                    <a:gd name="connsiteY47-47794" fmla="*/ 562 h 4213"/>
                    <a:gd name="connsiteX48-47795" fmla="*/ 1523 w 2254"/>
                    <a:gd name="connsiteY48-47796" fmla="*/ 586 h 4213"/>
                    <a:gd name="connsiteX49-47797" fmla="*/ 1615 w 2254"/>
                    <a:gd name="connsiteY49-47798" fmla="*/ 578 h 4213"/>
                    <a:gd name="connsiteX50-47799" fmla="*/ 1875 w 2254"/>
                    <a:gd name="connsiteY50-47800" fmla="*/ 490 h 4213"/>
                    <a:gd name="connsiteX51-47801" fmla="*/ 2095 w 2254"/>
                    <a:gd name="connsiteY51-47802" fmla="*/ 479 h 4213"/>
                    <a:gd name="connsiteX52-47803" fmla="*/ 2155 w 2254"/>
                    <a:gd name="connsiteY52-47804" fmla="*/ 648 h 4213"/>
                    <a:gd name="connsiteX53-47805" fmla="*/ 2073 w 2254"/>
                    <a:gd name="connsiteY53-47806" fmla="*/ 944 h 4213"/>
                    <a:gd name="connsiteX54-47807" fmla="*/ 2073 w 2254"/>
                    <a:gd name="connsiteY54-47808" fmla="*/ 1022 h 4213"/>
                    <a:gd name="connsiteX55-47809" fmla="*/ 2142 w 2254"/>
                    <a:gd name="connsiteY55-47810" fmla="*/ 1168 h 4213"/>
                    <a:gd name="connsiteX56-47811" fmla="*/ 2157 w 2254"/>
                    <a:gd name="connsiteY56-47812" fmla="*/ 1427 h 4213"/>
                    <a:gd name="connsiteX57-47813" fmla="*/ 2159 w 2254"/>
                    <a:gd name="connsiteY57-47814" fmla="*/ 1617 h 4213"/>
                    <a:gd name="connsiteX58-47815" fmla="*/ 2092 w 2254"/>
                    <a:gd name="connsiteY58-47816" fmla="*/ 1625 h 4213"/>
                    <a:gd name="connsiteX59-47817" fmla="*/ 2070 w 2254"/>
                    <a:gd name="connsiteY59-47818" fmla="*/ 1507 h 4213"/>
                    <a:gd name="connsiteX60-47819" fmla="*/ 2035 w 2254"/>
                    <a:gd name="connsiteY60-47820" fmla="*/ 1450 h 4213"/>
                    <a:gd name="connsiteX61-47821" fmla="*/ 1945 w 2254"/>
                    <a:gd name="connsiteY61-47822" fmla="*/ 1582 h 4213"/>
                    <a:gd name="connsiteX62-47823" fmla="*/ 1832 w 2254"/>
                    <a:gd name="connsiteY62-47824" fmla="*/ 1776 h 4213"/>
                    <a:gd name="connsiteX63-47825" fmla="*/ 1713 w 2254"/>
                    <a:gd name="connsiteY63-47826" fmla="*/ 1904 h 4213"/>
                    <a:gd name="connsiteX64-47827" fmla="*/ 1706 w 2254"/>
                    <a:gd name="connsiteY64-47828" fmla="*/ 2018 h 4213"/>
                    <a:gd name="connsiteX65-47829" fmla="*/ 1766 w 2254"/>
                    <a:gd name="connsiteY65-47830" fmla="*/ 2115 h 4213"/>
                    <a:gd name="connsiteX66-47831" fmla="*/ 1868 w 2254"/>
                    <a:gd name="connsiteY66-47832" fmla="*/ 2183 h 4213"/>
                    <a:gd name="connsiteX67-47833" fmla="*/ 1945 w 2254"/>
                    <a:gd name="connsiteY67-47834" fmla="*/ 2178 h 4213"/>
                    <a:gd name="connsiteX68-47835" fmla="*/ 1990 w 2254"/>
                    <a:gd name="connsiteY68-47836" fmla="*/ 2104 h 4213"/>
                    <a:gd name="connsiteX69-47837" fmla="*/ 2024 w 2254"/>
                    <a:gd name="connsiteY69-47838" fmla="*/ 2210 h 4213"/>
                    <a:gd name="connsiteX70-47839" fmla="*/ 1912 w 2254"/>
                    <a:gd name="connsiteY70-47840" fmla="*/ 2249 h 4213"/>
                    <a:gd name="connsiteX71-47841" fmla="*/ 1959 w 2254"/>
                    <a:gd name="connsiteY71-47842" fmla="*/ 2362 h 4213"/>
                    <a:gd name="connsiteX72-47843" fmla="*/ 1824 w 2254"/>
                    <a:gd name="connsiteY72-47844" fmla="*/ 2509 h 4213"/>
                    <a:gd name="connsiteX73-47845" fmla="*/ 1783 w 2254"/>
                    <a:gd name="connsiteY73-47846" fmla="*/ 2498 h 4213"/>
                    <a:gd name="connsiteX74-47847" fmla="*/ 1659 w 2254"/>
                    <a:gd name="connsiteY74-47848" fmla="*/ 2413 h 4213"/>
                    <a:gd name="connsiteX75-47849" fmla="*/ 1604 w 2254"/>
                    <a:gd name="connsiteY75-47850" fmla="*/ 2412 h 4213"/>
                    <a:gd name="connsiteX76-47851" fmla="*/ 1569 w 2254"/>
                    <a:gd name="connsiteY76-47852" fmla="*/ 2480 h 4213"/>
                    <a:gd name="connsiteX77-47853" fmla="*/ 1572 w 2254"/>
                    <a:gd name="connsiteY77-47854" fmla="*/ 2562 h 4213"/>
                    <a:gd name="connsiteX78-47855" fmla="*/ 1750 w 2254"/>
                    <a:gd name="connsiteY78-47856" fmla="*/ 2730 h 4213"/>
                    <a:gd name="connsiteX79-47857" fmla="*/ 1749 w 2254"/>
                    <a:gd name="connsiteY79-47858" fmla="*/ 2844 h 4213"/>
                    <a:gd name="connsiteX80-47859" fmla="*/ 1840 w 2254"/>
                    <a:gd name="connsiteY80-47860" fmla="*/ 3060 h 4213"/>
                    <a:gd name="connsiteX81-47861" fmla="*/ 1866 w 2254"/>
                    <a:gd name="connsiteY81-47862" fmla="*/ 3090 h 4213"/>
                    <a:gd name="connsiteX82-47863" fmla="*/ 1910 w 2254"/>
                    <a:gd name="connsiteY82-47864" fmla="*/ 3094 h 4213"/>
                    <a:gd name="connsiteX83-47865" fmla="*/ 1956 w 2254"/>
                    <a:gd name="connsiteY83-47866" fmla="*/ 3010 h 4213"/>
                    <a:gd name="connsiteX84-47867" fmla="*/ 2036 w 2254"/>
                    <a:gd name="connsiteY84-47868" fmla="*/ 2950 h 4213"/>
                    <a:gd name="connsiteX85-47869" fmla="*/ 2131 w 2254"/>
                    <a:gd name="connsiteY85-47870" fmla="*/ 3126 h 4213"/>
                    <a:gd name="connsiteX86-47871" fmla="*/ 2241 w 2254"/>
                    <a:gd name="connsiteY86-47872" fmla="*/ 3312 h 4213"/>
                    <a:gd name="connsiteX87-47873" fmla="*/ 2254 w 2254"/>
                    <a:gd name="connsiteY87-47874" fmla="*/ 3342 h 4213"/>
                    <a:gd name="connsiteX88-47875" fmla="*/ 2243 w 2254"/>
                    <a:gd name="connsiteY88-47876" fmla="*/ 3518 h 4213"/>
                    <a:gd name="connsiteX89-47877" fmla="*/ 2208 w 2254"/>
                    <a:gd name="connsiteY89-47878" fmla="*/ 3554 h 4213"/>
                    <a:gd name="connsiteX90-47879" fmla="*/ 2119 w 2254"/>
                    <a:gd name="connsiteY90-47880" fmla="*/ 3515 h 4213"/>
                    <a:gd name="connsiteX91-47881" fmla="*/ 1885 w 2254"/>
                    <a:gd name="connsiteY91-47882" fmla="*/ 3644 h 4213"/>
                    <a:gd name="connsiteX92-47883" fmla="*/ 1859 w 2254"/>
                    <a:gd name="connsiteY92-47884" fmla="*/ 3666 h 4213"/>
                    <a:gd name="connsiteX93-47885" fmla="*/ 1679 w 2254"/>
                    <a:gd name="connsiteY93-47886" fmla="*/ 3812 h 4213"/>
                    <a:gd name="connsiteX94-47887" fmla="*/ 1538 w 2254"/>
                    <a:gd name="connsiteY94-47888" fmla="*/ 3926 h 4213"/>
                    <a:gd name="connsiteX95-47889" fmla="*/ 1503 w 2254"/>
                    <a:gd name="connsiteY95-47890" fmla="*/ 3965 h 4213"/>
                    <a:gd name="connsiteX96-47891" fmla="*/ 1451 w 2254"/>
                    <a:gd name="connsiteY96-47892" fmla="*/ 3973 h 4213"/>
                    <a:gd name="connsiteX97-47893" fmla="*/ 1394 w 2254"/>
                    <a:gd name="connsiteY97-47894" fmla="*/ 3916 h 4213"/>
                    <a:gd name="connsiteX98-47895" fmla="*/ 1270 w 2254"/>
                    <a:gd name="connsiteY98-47896" fmla="*/ 3808 h 4213"/>
                    <a:gd name="connsiteX99-47897" fmla="*/ 1294 w 2254"/>
                    <a:gd name="connsiteY99-47898" fmla="*/ 4064 h 4213"/>
                    <a:gd name="connsiteX100-47899" fmla="*/ 1303 w 2254"/>
                    <a:gd name="connsiteY100-47900" fmla="*/ 4192 h 4213"/>
                    <a:gd name="connsiteX101-47901" fmla="*/ 1041 w 2254"/>
                    <a:gd name="connsiteY101-47902" fmla="*/ 4166 h 4213"/>
                    <a:gd name="connsiteX102-47903" fmla="*/ 959 w 2254"/>
                    <a:gd name="connsiteY102-47904" fmla="*/ 3987 h 4213"/>
                    <a:gd name="connsiteX103-47905" fmla="*/ 877 w 2254"/>
                    <a:gd name="connsiteY103-47906" fmla="*/ 3802 h 4213"/>
                    <a:gd name="connsiteX104-47907" fmla="*/ 798 w 2254"/>
                    <a:gd name="connsiteY104-47908" fmla="*/ 3734 h 4213"/>
                    <a:gd name="connsiteX0-47909" fmla="*/ 798 w 2254"/>
                    <a:gd name="connsiteY0-47910" fmla="*/ 3734 h 4213"/>
                    <a:gd name="connsiteX1-47911" fmla="*/ 679 w 2254"/>
                    <a:gd name="connsiteY1-47912" fmla="*/ 3800 h 4213"/>
                    <a:gd name="connsiteX2-47913" fmla="*/ 695 w 2254"/>
                    <a:gd name="connsiteY2-47914" fmla="*/ 3662 h 4213"/>
                    <a:gd name="connsiteX3-47915" fmla="*/ 633 w 2254"/>
                    <a:gd name="connsiteY3-47916" fmla="*/ 3500 h 4213"/>
                    <a:gd name="connsiteX4-47917" fmla="*/ 742 w 2254"/>
                    <a:gd name="connsiteY4-47918" fmla="*/ 3280 h 4213"/>
                    <a:gd name="connsiteX5-47919" fmla="*/ 932 w 2254"/>
                    <a:gd name="connsiteY5-47920" fmla="*/ 3195 h 4213"/>
                    <a:gd name="connsiteX6-47921" fmla="*/ 1107 w 2254"/>
                    <a:gd name="connsiteY6-47922" fmla="*/ 3058 h 4213"/>
                    <a:gd name="connsiteX7-47923" fmla="*/ 1112 w 2254"/>
                    <a:gd name="connsiteY7-47924" fmla="*/ 2878 h 4213"/>
                    <a:gd name="connsiteX8-47925" fmla="*/ 1215 w 2254"/>
                    <a:gd name="connsiteY8-47926" fmla="*/ 2615 h 4213"/>
                    <a:gd name="connsiteX9-47927" fmla="*/ 1184 w 2254"/>
                    <a:gd name="connsiteY9-47928" fmla="*/ 2346 h 4213"/>
                    <a:gd name="connsiteX10-47929" fmla="*/ 1068 w 2254"/>
                    <a:gd name="connsiteY10-47930" fmla="*/ 2333 h 4213"/>
                    <a:gd name="connsiteX11-47931" fmla="*/ 1066 w 2254"/>
                    <a:gd name="connsiteY11-47932" fmla="*/ 2117 h 4213"/>
                    <a:gd name="connsiteX12-47933" fmla="*/ 990 w 2254"/>
                    <a:gd name="connsiteY12-47934" fmla="*/ 2039 h 4213"/>
                    <a:gd name="connsiteX13-47935" fmla="*/ 847 w 2254"/>
                    <a:gd name="connsiteY13-47936" fmla="*/ 1951 h 4213"/>
                    <a:gd name="connsiteX14-47937" fmla="*/ 755 w 2254"/>
                    <a:gd name="connsiteY14-47938" fmla="*/ 1827 h 4213"/>
                    <a:gd name="connsiteX15-47939" fmla="*/ 659 w 2254"/>
                    <a:gd name="connsiteY15-47940" fmla="*/ 1828 h 4213"/>
                    <a:gd name="connsiteX16-47941" fmla="*/ 614 w 2254"/>
                    <a:gd name="connsiteY16-47942" fmla="*/ 1883 h 4213"/>
                    <a:gd name="connsiteX17-47943" fmla="*/ 521 w 2254"/>
                    <a:gd name="connsiteY17-47944" fmla="*/ 1877 h 4213"/>
                    <a:gd name="connsiteX18-47945" fmla="*/ 501 w 2254"/>
                    <a:gd name="connsiteY18-47946" fmla="*/ 1994 h 4213"/>
                    <a:gd name="connsiteX19-47947" fmla="*/ 320 w 2254"/>
                    <a:gd name="connsiteY19-47948" fmla="*/ 1941 h 4213"/>
                    <a:gd name="connsiteX20-47949" fmla="*/ 237 w 2254"/>
                    <a:gd name="connsiteY20-47950" fmla="*/ 1939 h 4213"/>
                    <a:gd name="connsiteX21-47951" fmla="*/ 112 w 2254"/>
                    <a:gd name="connsiteY21-47952" fmla="*/ 2014 h 4213"/>
                    <a:gd name="connsiteX22-47953" fmla="*/ 0 w 2254"/>
                    <a:gd name="connsiteY22-47954" fmla="*/ 1890 h 4213"/>
                    <a:gd name="connsiteX23-47955" fmla="*/ 94 w 2254"/>
                    <a:gd name="connsiteY23-47956" fmla="*/ 1804 h 4213"/>
                    <a:gd name="connsiteX24-47957" fmla="*/ 98 w 2254"/>
                    <a:gd name="connsiteY24-47958" fmla="*/ 1634 h 4213"/>
                    <a:gd name="connsiteX25-47959" fmla="*/ 153 w 2254"/>
                    <a:gd name="connsiteY25-47960" fmla="*/ 1514 h 4213"/>
                    <a:gd name="connsiteX26-47961" fmla="*/ 196 w 2254"/>
                    <a:gd name="connsiteY26-47962" fmla="*/ 1306 h 4213"/>
                    <a:gd name="connsiteX27-47963" fmla="*/ 256 w 2254"/>
                    <a:gd name="connsiteY27-47964" fmla="*/ 1307 h 4213"/>
                    <a:gd name="connsiteX28-47965" fmla="*/ 579 w 2254"/>
                    <a:gd name="connsiteY28-47966" fmla="*/ 1286 h 4213"/>
                    <a:gd name="connsiteX29-47967" fmla="*/ 753 w 2254"/>
                    <a:gd name="connsiteY29-47968" fmla="*/ 1117 h 4213"/>
                    <a:gd name="connsiteX30-47969" fmla="*/ 822 w 2254"/>
                    <a:gd name="connsiteY30-47970" fmla="*/ 748 h 4213"/>
                    <a:gd name="connsiteX31-47971" fmla="*/ 932 w 2254"/>
                    <a:gd name="connsiteY31-47972" fmla="*/ 486 h 4213"/>
                    <a:gd name="connsiteX32-47973" fmla="*/ 930 w 2254"/>
                    <a:gd name="connsiteY32-47974" fmla="*/ 358 h 4213"/>
                    <a:gd name="connsiteX33-47975" fmla="*/ 917 w 2254"/>
                    <a:gd name="connsiteY33-47976" fmla="*/ 328 h 4213"/>
                    <a:gd name="connsiteX34-47977" fmla="*/ 850 w 2254"/>
                    <a:gd name="connsiteY34-47978" fmla="*/ 251 h 4213"/>
                    <a:gd name="connsiteX35-47979" fmla="*/ 790 w 2254"/>
                    <a:gd name="connsiteY35-47980" fmla="*/ 217 h 4213"/>
                    <a:gd name="connsiteX36-47981" fmla="*/ 915 w 2254"/>
                    <a:gd name="connsiteY36-47982" fmla="*/ 56 h 4213"/>
                    <a:gd name="connsiteX37-47983" fmla="*/ 1088 w 2254"/>
                    <a:gd name="connsiteY37-47984" fmla="*/ 2 h 4213"/>
                    <a:gd name="connsiteX38-47985" fmla="*/ 1120 w 2254"/>
                    <a:gd name="connsiteY38-47986" fmla="*/ 49 h 4213"/>
                    <a:gd name="connsiteX39-47987" fmla="*/ 1110 w 2254"/>
                    <a:gd name="connsiteY39-47988" fmla="*/ 133 h 4213"/>
                    <a:gd name="connsiteX40-47989" fmla="*/ 1049 w 2254"/>
                    <a:gd name="connsiteY40-47990" fmla="*/ 243 h 4213"/>
                    <a:gd name="connsiteX41-47991" fmla="*/ 1119 w 2254"/>
                    <a:gd name="connsiteY41-47992" fmla="*/ 301 h 4213"/>
                    <a:gd name="connsiteX42-47993" fmla="*/ 1233 w 2254"/>
                    <a:gd name="connsiteY42-47994" fmla="*/ 366 h 4213"/>
                    <a:gd name="connsiteX43-47995" fmla="*/ 1253 w 2254"/>
                    <a:gd name="connsiteY43-47996" fmla="*/ 255 h 4213"/>
                    <a:gd name="connsiteX44-47997" fmla="*/ 1387 w 2254"/>
                    <a:gd name="connsiteY44-47998" fmla="*/ 291 h 4213"/>
                    <a:gd name="connsiteX45-47999" fmla="*/ 1412 w 2254"/>
                    <a:gd name="connsiteY45-48000" fmla="*/ 331 h 4213"/>
                    <a:gd name="connsiteX46-48001" fmla="*/ 1488 w 2254"/>
                    <a:gd name="connsiteY46-48002" fmla="*/ 562 h 4213"/>
                    <a:gd name="connsiteX47-48003" fmla="*/ 1523 w 2254"/>
                    <a:gd name="connsiteY47-48004" fmla="*/ 586 h 4213"/>
                    <a:gd name="connsiteX48-48005" fmla="*/ 1615 w 2254"/>
                    <a:gd name="connsiteY48-48006" fmla="*/ 578 h 4213"/>
                    <a:gd name="connsiteX49-48007" fmla="*/ 1875 w 2254"/>
                    <a:gd name="connsiteY49-48008" fmla="*/ 490 h 4213"/>
                    <a:gd name="connsiteX50-48009" fmla="*/ 2095 w 2254"/>
                    <a:gd name="connsiteY50-48010" fmla="*/ 479 h 4213"/>
                    <a:gd name="connsiteX51-48011" fmla="*/ 2155 w 2254"/>
                    <a:gd name="connsiteY51-48012" fmla="*/ 648 h 4213"/>
                    <a:gd name="connsiteX52-48013" fmla="*/ 2073 w 2254"/>
                    <a:gd name="connsiteY52-48014" fmla="*/ 944 h 4213"/>
                    <a:gd name="connsiteX53-48015" fmla="*/ 2073 w 2254"/>
                    <a:gd name="connsiteY53-48016" fmla="*/ 1022 h 4213"/>
                    <a:gd name="connsiteX54-48017" fmla="*/ 2142 w 2254"/>
                    <a:gd name="connsiteY54-48018" fmla="*/ 1168 h 4213"/>
                    <a:gd name="connsiteX55-48019" fmla="*/ 2157 w 2254"/>
                    <a:gd name="connsiteY55-48020" fmla="*/ 1427 h 4213"/>
                    <a:gd name="connsiteX56-48021" fmla="*/ 2159 w 2254"/>
                    <a:gd name="connsiteY56-48022" fmla="*/ 1617 h 4213"/>
                    <a:gd name="connsiteX57-48023" fmla="*/ 2092 w 2254"/>
                    <a:gd name="connsiteY57-48024" fmla="*/ 1625 h 4213"/>
                    <a:gd name="connsiteX58-48025" fmla="*/ 2070 w 2254"/>
                    <a:gd name="connsiteY58-48026" fmla="*/ 1507 h 4213"/>
                    <a:gd name="connsiteX59-48027" fmla="*/ 2035 w 2254"/>
                    <a:gd name="connsiteY59-48028" fmla="*/ 1450 h 4213"/>
                    <a:gd name="connsiteX60-48029" fmla="*/ 1945 w 2254"/>
                    <a:gd name="connsiteY60-48030" fmla="*/ 1582 h 4213"/>
                    <a:gd name="connsiteX61-48031" fmla="*/ 1832 w 2254"/>
                    <a:gd name="connsiteY61-48032" fmla="*/ 1776 h 4213"/>
                    <a:gd name="connsiteX62-48033" fmla="*/ 1713 w 2254"/>
                    <a:gd name="connsiteY62-48034" fmla="*/ 1904 h 4213"/>
                    <a:gd name="connsiteX63-48035" fmla="*/ 1706 w 2254"/>
                    <a:gd name="connsiteY63-48036" fmla="*/ 2018 h 4213"/>
                    <a:gd name="connsiteX64-48037" fmla="*/ 1766 w 2254"/>
                    <a:gd name="connsiteY64-48038" fmla="*/ 2115 h 4213"/>
                    <a:gd name="connsiteX65-48039" fmla="*/ 1868 w 2254"/>
                    <a:gd name="connsiteY65-48040" fmla="*/ 2183 h 4213"/>
                    <a:gd name="connsiteX66-48041" fmla="*/ 1945 w 2254"/>
                    <a:gd name="connsiteY66-48042" fmla="*/ 2178 h 4213"/>
                    <a:gd name="connsiteX67-48043" fmla="*/ 1990 w 2254"/>
                    <a:gd name="connsiteY67-48044" fmla="*/ 2104 h 4213"/>
                    <a:gd name="connsiteX68-48045" fmla="*/ 2024 w 2254"/>
                    <a:gd name="connsiteY68-48046" fmla="*/ 2210 h 4213"/>
                    <a:gd name="connsiteX69-48047" fmla="*/ 1912 w 2254"/>
                    <a:gd name="connsiteY69-48048" fmla="*/ 2249 h 4213"/>
                    <a:gd name="connsiteX70-48049" fmla="*/ 1959 w 2254"/>
                    <a:gd name="connsiteY70-48050" fmla="*/ 2362 h 4213"/>
                    <a:gd name="connsiteX71-48051" fmla="*/ 1824 w 2254"/>
                    <a:gd name="connsiteY71-48052" fmla="*/ 2509 h 4213"/>
                    <a:gd name="connsiteX72-48053" fmla="*/ 1783 w 2254"/>
                    <a:gd name="connsiteY72-48054" fmla="*/ 2498 h 4213"/>
                    <a:gd name="connsiteX73-48055" fmla="*/ 1659 w 2254"/>
                    <a:gd name="connsiteY73-48056" fmla="*/ 2413 h 4213"/>
                    <a:gd name="connsiteX74-48057" fmla="*/ 1604 w 2254"/>
                    <a:gd name="connsiteY74-48058" fmla="*/ 2412 h 4213"/>
                    <a:gd name="connsiteX75-48059" fmla="*/ 1569 w 2254"/>
                    <a:gd name="connsiteY75-48060" fmla="*/ 2480 h 4213"/>
                    <a:gd name="connsiteX76-48061" fmla="*/ 1572 w 2254"/>
                    <a:gd name="connsiteY76-48062" fmla="*/ 2562 h 4213"/>
                    <a:gd name="connsiteX77-48063" fmla="*/ 1750 w 2254"/>
                    <a:gd name="connsiteY77-48064" fmla="*/ 2730 h 4213"/>
                    <a:gd name="connsiteX78-48065" fmla="*/ 1749 w 2254"/>
                    <a:gd name="connsiteY78-48066" fmla="*/ 2844 h 4213"/>
                    <a:gd name="connsiteX79-48067" fmla="*/ 1840 w 2254"/>
                    <a:gd name="connsiteY79-48068" fmla="*/ 3060 h 4213"/>
                    <a:gd name="connsiteX80-48069" fmla="*/ 1866 w 2254"/>
                    <a:gd name="connsiteY80-48070" fmla="*/ 3090 h 4213"/>
                    <a:gd name="connsiteX81-48071" fmla="*/ 1910 w 2254"/>
                    <a:gd name="connsiteY81-48072" fmla="*/ 3094 h 4213"/>
                    <a:gd name="connsiteX82-48073" fmla="*/ 1956 w 2254"/>
                    <a:gd name="connsiteY82-48074" fmla="*/ 3010 h 4213"/>
                    <a:gd name="connsiteX83-48075" fmla="*/ 2036 w 2254"/>
                    <a:gd name="connsiteY83-48076" fmla="*/ 2950 h 4213"/>
                    <a:gd name="connsiteX84-48077" fmla="*/ 2131 w 2254"/>
                    <a:gd name="connsiteY84-48078" fmla="*/ 3126 h 4213"/>
                    <a:gd name="connsiteX85-48079" fmla="*/ 2241 w 2254"/>
                    <a:gd name="connsiteY85-48080" fmla="*/ 3312 h 4213"/>
                    <a:gd name="connsiteX86-48081" fmla="*/ 2254 w 2254"/>
                    <a:gd name="connsiteY86-48082" fmla="*/ 3342 h 4213"/>
                    <a:gd name="connsiteX87-48083" fmla="*/ 2243 w 2254"/>
                    <a:gd name="connsiteY87-48084" fmla="*/ 3518 h 4213"/>
                    <a:gd name="connsiteX88-48085" fmla="*/ 2208 w 2254"/>
                    <a:gd name="connsiteY88-48086" fmla="*/ 3554 h 4213"/>
                    <a:gd name="connsiteX89-48087" fmla="*/ 2119 w 2254"/>
                    <a:gd name="connsiteY89-48088" fmla="*/ 3515 h 4213"/>
                    <a:gd name="connsiteX90-48089" fmla="*/ 1885 w 2254"/>
                    <a:gd name="connsiteY90-48090" fmla="*/ 3644 h 4213"/>
                    <a:gd name="connsiteX91-48091" fmla="*/ 1859 w 2254"/>
                    <a:gd name="connsiteY91-48092" fmla="*/ 3666 h 4213"/>
                    <a:gd name="connsiteX92-48093" fmla="*/ 1679 w 2254"/>
                    <a:gd name="connsiteY92-48094" fmla="*/ 3812 h 4213"/>
                    <a:gd name="connsiteX93-48095" fmla="*/ 1538 w 2254"/>
                    <a:gd name="connsiteY93-48096" fmla="*/ 3926 h 4213"/>
                    <a:gd name="connsiteX94-48097" fmla="*/ 1503 w 2254"/>
                    <a:gd name="connsiteY94-48098" fmla="*/ 3965 h 4213"/>
                    <a:gd name="connsiteX95-48099" fmla="*/ 1451 w 2254"/>
                    <a:gd name="connsiteY95-48100" fmla="*/ 3973 h 4213"/>
                    <a:gd name="connsiteX96-48101" fmla="*/ 1394 w 2254"/>
                    <a:gd name="connsiteY96-48102" fmla="*/ 3916 h 4213"/>
                    <a:gd name="connsiteX97-48103" fmla="*/ 1270 w 2254"/>
                    <a:gd name="connsiteY97-48104" fmla="*/ 3808 h 4213"/>
                    <a:gd name="connsiteX98-48105" fmla="*/ 1294 w 2254"/>
                    <a:gd name="connsiteY98-48106" fmla="*/ 4064 h 4213"/>
                    <a:gd name="connsiteX99-48107" fmla="*/ 1303 w 2254"/>
                    <a:gd name="connsiteY99-48108" fmla="*/ 4192 h 4213"/>
                    <a:gd name="connsiteX100-48109" fmla="*/ 1041 w 2254"/>
                    <a:gd name="connsiteY100-48110" fmla="*/ 4166 h 4213"/>
                    <a:gd name="connsiteX101-48111" fmla="*/ 959 w 2254"/>
                    <a:gd name="connsiteY101-48112" fmla="*/ 3987 h 4213"/>
                    <a:gd name="connsiteX102-48113" fmla="*/ 877 w 2254"/>
                    <a:gd name="connsiteY102-48114" fmla="*/ 3802 h 4213"/>
                    <a:gd name="connsiteX103-48115" fmla="*/ 798 w 2254"/>
                    <a:gd name="connsiteY103-48116" fmla="*/ 3734 h 4213"/>
                    <a:gd name="connsiteX0-48117" fmla="*/ 798 w 2254"/>
                    <a:gd name="connsiteY0-48118" fmla="*/ 3734 h 4213"/>
                    <a:gd name="connsiteX1-48119" fmla="*/ 679 w 2254"/>
                    <a:gd name="connsiteY1-48120" fmla="*/ 3800 h 4213"/>
                    <a:gd name="connsiteX2-48121" fmla="*/ 695 w 2254"/>
                    <a:gd name="connsiteY2-48122" fmla="*/ 3662 h 4213"/>
                    <a:gd name="connsiteX3-48123" fmla="*/ 633 w 2254"/>
                    <a:gd name="connsiteY3-48124" fmla="*/ 3500 h 4213"/>
                    <a:gd name="connsiteX4-48125" fmla="*/ 742 w 2254"/>
                    <a:gd name="connsiteY4-48126" fmla="*/ 3280 h 4213"/>
                    <a:gd name="connsiteX5-48127" fmla="*/ 932 w 2254"/>
                    <a:gd name="connsiteY5-48128" fmla="*/ 3195 h 4213"/>
                    <a:gd name="connsiteX6-48129" fmla="*/ 1107 w 2254"/>
                    <a:gd name="connsiteY6-48130" fmla="*/ 3058 h 4213"/>
                    <a:gd name="connsiteX7-48131" fmla="*/ 1112 w 2254"/>
                    <a:gd name="connsiteY7-48132" fmla="*/ 2878 h 4213"/>
                    <a:gd name="connsiteX8-48133" fmla="*/ 1215 w 2254"/>
                    <a:gd name="connsiteY8-48134" fmla="*/ 2615 h 4213"/>
                    <a:gd name="connsiteX9-48135" fmla="*/ 1184 w 2254"/>
                    <a:gd name="connsiteY9-48136" fmla="*/ 2346 h 4213"/>
                    <a:gd name="connsiteX10-48137" fmla="*/ 1068 w 2254"/>
                    <a:gd name="connsiteY10-48138" fmla="*/ 2333 h 4213"/>
                    <a:gd name="connsiteX11-48139" fmla="*/ 1066 w 2254"/>
                    <a:gd name="connsiteY11-48140" fmla="*/ 2117 h 4213"/>
                    <a:gd name="connsiteX12-48141" fmla="*/ 990 w 2254"/>
                    <a:gd name="connsiteY12-48142" fmla="*/ 2039 h 4213"/>
                    <a:gd name="connsiteX13-48143" fmla="*/ 847 w 2254"/>
                    <a:gd name="connsiteY13-48144" fmla="*/ 1951 h 4213"/>
                    <a:gd name="connsiteX14-48145" fmla="*/ 755 w 2254"/>
                    <a:gd name="connsiteY14-48146" fmla="*/ 1827 h 4213"/>
                    <a:gd name="connsiteX15-48147" fmla="*/ 659 w 2254"/>
                    <a:gd name="connsiteY15-48148" fmla="*/ 1828 h 4213"/>
                    <a:gd name="connsiteX16-48149" fmla="*/ 614 w 2254"/>
                    <a:gd name="connsiteY16-48150" fmla="*/ 1883 h 4213"/>
                    <a:gd name="connsiteX17-48151" fmla="*/ 521 w 2254"/>
                    <a:gd name="connsiteY17-48152" fmla="*/ 1877 h 4213"/>
                    <a:gd name="connsiteX18-48153" fmla="*/ 501 w 2254"/>
                    <a:gd name="connsiteY18-48154" fmla="*/ 1994 h 4213"/>
                    <a:gd name="connsiteX19-48155" fmla="*/ 320 w 2254"/>
                    <a:gd name="connsiteY19-48156" fmla="*/ 1941 h 4213"/>
                    <a:gd name="connsiteX20-48157" fmla="*/ 237 w 2254"/>
                    <a:gd name="connsiteY20-48158" fmla="*/ 1939 h 4213"/>
                    <a:gd name="connsiteX21-48159" fmla="*/ 112 w 2254"/>
                    <a:gd name="connsiteY21-48160" fmla="*/ 2014 h 4213"/>
                    <a:gd name="connsiteX22-48161" fmla="*/ 0 w 2254"/>
                    <a:gd name="connsiteY22-48162" fmla="*/ 1890 h 4213"/>
                    <a:gd name="connsiteX23-48163" fmla="*/ 94 w 2254"/>
                    <a:gd name="connsiteY23-48164" fmla="*/ 1804 h 4213"/>
                    <a:gd name="connsiteX24-48165" fmla="*/ 98 w 2254"/>
                    <a:gd name="connsiteY24-48166" fmla="*/ 1634 h 4213"/>
                    <a:gd name="connsiteX25-48167" fmla="*/ 153 w 2254"/>
                    <a:gd name="connsiteY25-48168" fmla="*/ 1514 h 4213"/>
                    <a:gd name="connsiteX26-48169" fmla="*/ 196 w 2254"/>
                    <a:gd name="connsiteY26-48170" fmla="*/ 1306 h 4213"/>
                    <a:gd name="connsiteX27-48171" fmla="*/ 256 w 2254"/>
                    <a:gd name="connsiteY27-48172" fmla="*/ 1307 h 4213"/>
                    <a:gd name="connsiteX28-48173" fmla="*/ 579 w 2254"/>
                    <a:gd name="connsiteY28-48174" fmla="*/ 1286 h 4213"/>
                    <a:gd name="connsiteX29-48175" fmla="*/ 753 w 2254"/>
                    <a:gd name="connsiteY29-48176" fmla="*/ 1117 h 4213"/>
                    <a:gd name="connsiteX30-48177" fmla="*/ 822 w 2254"/>
                    <a:gd name="connsiteY30-48178" fmla="*/ 748 h 4213"/>
                    <a:gd name="connsiteX31-48179" fmla="*/ 932 w 2254"/>
                    <a:gd name="connsiteY31-48180" fmla="*/ 486 h 4213"/>
                    <a:gd name="connsiteX32-48181" fmla="*/ 930 w 2254"/>
                    <a:gd name="connsiteY32-48182" fmla="*/ 358 h 4213"/>
                    <a:gd name="connsiteX33-48183" fmla="*/ 917 w 2254"/>
                    <a:gd name="connsiteY33-48184" fmla="*/ 328 h 4213"/>
                    <a:gd name="connsiteX34-48185" fmla="*/ 850 w 2254"/>
                    <a:gd name="connsiteY34-48186" fmla="*/ 251 h 4213"/>
                    <a:gd name="connsiteX35-48187" fmla="*/ 790 w 2254"/>
                    <a:gd name="connsiteY35-48188" fmla="*/ 217 h 4213"/>
                    <a:gd name="connsiteX36-48189" fmla="*/ 915 w 2254"/>
                    <a:gd name="connsiteY36-48190" fmla="*/ 56 h 4213"/>
                    <a:gd name="connsiteX37-48191" fmla="*/ 1088 w 2254"/>
                    <a:gd name="connsiteY37-48192" fmla="*/ 2 h 4213"/>
                    <a:gd name="connsiteX38-48193" fmla="*/ 1120 w 2254"/>
                    <a:gd name="connsiteY38-48194" fmla="*/ 49 h 4213"/>
                    <a:gd name="connsiteX39-48195" fmla="*/ 1110 w 2254"/>
                    <a:gd name="connsiteY39-48196" fmla="*/ 133 h 4213"/>
                    <a:gd name="connsiteX40-48197" fmla="*/ 1049 w 2254"/>
                    <a:gd name="connsiteY40-48198" fmla="*/ 243 h 4213"/>
                    <a:gd name="connsiteX41-48199" fmla="*/ 1119 w 2254"/>
                    <a:gd name="connsiteY41-48200" fmla="*/ 301 h 4213"/>
                    <a:gd name="connsiteX42-48201" fmla="*/ 1233 w 2254"/>
                    <a:gd name="connsiteY42-48202" fmla="*/ 366 h 4213"/>
                    <a:gd name="connsiteX43-48203" fmla="*/ 1253 w 2254"/>
                    <a:gd name="connsiteY43-48204" fmla="*/ 255 h 4213"/>
                    <a:gd name="connsiteX44-48205" fmla="*/ 1387 w 2254"/>
                    <a:gd name="connsiteY44-48206" fmla="*/ 291 h 4213"/>
                    <a:gd name="connsiteX45-48207" fmla="*/ 1412 w 2254"/>
                    <a:gd name="connsiteY45-48208" fmla="*/ 331 h 4213"/>
                    <a:gd name="connsiteX46-48209" fmla="*/ 1488 w 2254"/>
                    <a:gd name="connsiteY46-48210" fmla="*/ 562 h 4213"/>
                    <a:gd name="connsiteX47-48211" fmla="*/ 1523 w 2254"/>
                    <a:gd name="connsiteY47-48212" fmla="*/ 586 h 4213"/>
                    <a:gd name="connsiteX48-48213" fmla="*/ 1615 w 2254"/>
                    <a:gd name="connsiteY48-48214" fmla="*/ 578 h 4213"/>
                    <a:gd name="connsiteX49-48215" fmla="*/ 1875 w 2254"/>
                    <a:gd name="connsiteY49-48216" fmla="*/ 490 h 4213"/>
                    <a:gd name="connsiteX50-48217" fmla="*/ 2095 w 2254"/>
                    <a:gd name="connsiteY50-48218" fmla="*/ 479 h 4213"/>
                    <a:gd name="connsiteX51-48219" fmla="*/ 2155 w 2254"/>
                    <a:gd name="connsiteY51-48220" fmla="*/ 648 h 4213"/>
                    <a:gd name="connsiteX52-48221" fmla="*/ 2073 w 2254"/>
                    <a:gd name="connsiteY52-48222" fmla="*/ 944 h 4213"/>
                    <a:gd name="connsiteX53-48223" fmla="*/ 2073 w 2254"/>
                    <a:gd name="connsiteY53-48224" fmla="*/ 1022 h 4213"/>
                    <a:gd name="connsiteX54-48225" fmla="*/ 2142 w 2254"/>
                    <a:gd name="connsiteY54-48226" fmla="*/ 1168 h 4213"/>
                    <a:gd name="connsiteX55-48227" fmla="*/ 2157 w 2254"/>
                    <a:gd name="connsiteY55-48228" fmla="*/ 1427 h 4213"/>
                    <a:gd name="connsiteX56-48229" fmla="*/ 2159 w 2254"/>
                    <a:gd name="connsiteY56-48230" fmla="*/ 1617 h 4213"/>
                    <a:gd name="connsiteX57-48231" fmla="*/ 2092 w 2254"/>
                    <a:gd name="connsiteY57-48232" fmla="*/ 1625 h 4213"/>
                    <a:gd name="connsiteX58-48233" fmla="*/ 2070 w 2254"/>
                    <a:gd name="connsiteY58-48234" fmla="*/ 1507 h 4213"/>
                    <a:gd name="connsiteX59-48235" fmla="*/ 2035 w 2254"/>
                    <a:gd name="connsiteY59-48236" fmla="*/ 1450 h 4213"/>
                    <a:gd name="connsiteX60-48237" fmla="*/ 1945 w 2254"/>
                    <a:gd name="connsiteY60-48238" fmla="*/ 1582 h 4213"/>
                    <a:gd name="connsiteX61-48239" fmla="*/ 1832 w 2254"/>
                    <a:gd name="connsiteY61-48240" fmla="*/ 1776 h 4213"/>
                    <a:gd name="connsiteX62-48241" fmla="*/ 1713 w 2254"/>
                    <a:gd name="connsiteY62-48242" fmla="*/ 1904 h 4213"/>
                    <a:gd name="connsiteX63-48243" fmla="*/ 1706 w 2254"/>
                    <a:gd name="connsiteY63-48244" fmla="*/ 2018 h 4213"/>
                    <a:gd name="connsiteX64-48245" fmla="*/ 1766 w 2254"/>
                    <a:gd name="connsiteY64-48246" fmla="*/ 2115 h 4213"/>
                    <a:gd name="connsiteX65-48247" fmla="*/ 1868 w 2254"/>
                    <a:gd name="connsiteY65-48248" fmla="*/ 2183 h 4213"/>
                    <a:gd name="connsiteX66-48249" fmla="*/ 1945 w 2254"/>
                    <a:gd name="connsiteY66-48250" fmla="*/ 2178 h 4213"/>
                    <a:gd name="connsiteX67-48251" fmla="*/ 1990 w 2254"/>
                    <a:gd name="connsiteY67-48252" fmla="*/ 2104 h 4213"/>
                    <a:gd name="connsiteX68-48253" fmla="*/ 2024 w 2254"/>
                    <a:gd name="connsiteY68-48254" fmla="*/ 2210 h 4213"/>
                    <a:gd name="connsiteX69-48255" fmla="*/ 1912 w 2254"/>
                    <a:gd name="connsiteY69-48256" fmla="*/ 2249 h 4213"/>
                    <a:gd name="connsiteX70-48257" fmla="*/ 1959 w 2254"/>
                    <a:gd name="connsiteY70-48258" fmla="*/ 2362 h 4213"/>
                    <a:gd name="connsiteX71-48259" fmla="*/ 1824 w 2254"/>
                    <a:gd name="connsiteY71-48260" fmla="*/ 2509 h 4213"/>
                    <a:gd name="connsiteX72-48261" fmla="*/ 1783 w 2254"/>
                    <a:gd name="connsiteY72-48262" fmla="*/ 2498 h 4213"/>
                    <a:gd name="connsiteX73-48263" fmla="*/ 1659 w 2254"/>
                    <a:gd name="connsiteY73-48264" fmla="*/ 2413 h 4213"/>
                    <a:gd name="connsiteX74-48265" fmla="*/ 1604 w 2254"/>
                    <a:gd name="connsiteY74-48266" fmla="*/ 2412 h 4213"/>
                    <a:gd name="connsiteX75-48267" fmla="*/ 1569 w 2254"/>
                    <a:gd name="connsiteY75-48268" fmla="*/ 2480 h 4213"/>
                    <a:gd name="connsiteX76-48269" fmla="*/ 1572 w 2254"/>
                    <a:gd name="connsiteY76-48270" fmla="*/ 2562 h 4213"/>
                    <a:gd name="connsiteX77-48271" fmla="*/ 1750 w 2254"/>
                    <a:gd name="connsiteY77-48272" fmla="*/ 2730 h 4213"/>
                    <a:gd name="connsiteX78-48273" fmla="*/ 1749 w 2254"/>
                    <a:gd name="connsiteY78-48274" fmla="*/ 2844 h 4213"/>
                    <a:gd name="connsiteX79-48275" fmla="*/ 1840 w 2254"/>
                    <a:gd name="connsiteY79-48276" fmla="*/ 3060 h 4213"/>
                    <a:gd name="connsiteX80-48277" fmla="*/ 1866 w 2254"/>
                    <a:gd name="connsiteY80-48278" fmla="*/ 3090 h 4213"/>
                    <a:gd name="connsiteX81-48279" fmla="*/ 1910 w 2254"/>
                    <a:gd name="connsiteY81-48280" fmla="*/ 3094 h 4213"/>
                    <a:gd name="connsiteX82-48281" fmla="*/ 1956 w 2254"/>
                    <a:gd name="connsiteY82-48282" fmla="*/ 3010 h 4213"/>
                    <a:gd name="connsiteX83-48283" fmla="*/ 2036 w 2254"/>
                    <a:gd name="connsiteY83-48284" fmla="*/ 2950 h 4213"/>
                    <a:gd name="connsiteX84-48285" fmla="*/ 2131 w 2254"/>
                    <a:gd name="connsiteY84-48286" fmla="*/ 3126 h 4213"/>
                    <a:gd name="connsiteX85-48287" fmla="*/ 2241 w 2254"/>
                    <a:gd name="connsiteY85-48288" fmla="*/ 3312 h 4213"/>
                    <a:gd name="connsiteX86-48289" fmla="*/ 2254 w 2254"/>
                    <a:gd name="connsiteY86-48290" fmla="*/ 3342 h 4213"/>
                    <a:gd name="connsiteX87-48291" fmla="*/ 2243 w 2254"/>
                    <a:gd name="connsiteY87-48292" fmla="*/ 3518 h 4213"/>
                    <a:gd name="connsiteX88-48293" fmla="*/ 2208 w 2254"/>
                    <a:gd name="connsiteY88-48294" fmla="*/ 3554 h 4213"/>
                    <a:gd name="connsiteX89-48295" fmla="*/ 2119 w 2254"/>
                    <a:gd name="connsiteY89-48296" fmla="*/ 3515 h 4213"/>
                    <a:gd name="connsiteX90-48297" fmla="*/ 1885 w 2254"/>
                    <a:gd name="connsiteY90-48298" fmla="*/ 3644 h 4213"/>
                    <a:gd name="connsiteX91-48299" fmla="*/ 1859 w 2254"/>
                    <a:gd name="connsiteY91-48300" fmla="*/ 3666 h 4213"/>
                    <a:gd name="connsiteX92-48301" fmla="*/ 1679 w 2254"/>
                    <a:gd name="connsiteY92-48302" fmla="*/ 3812 h 4213"/>
                    <a:gd name="connsiteX93-48303" fmla="*/ 1538 w 2254"/>
                    <a:gd name="connsiteY93-48304" fmla="*/ 3926 h 4213"/>
                    <a:gd name="connsiteX94-48305" fmla="*/ 1503 w 2254"/>
                    <a:gd name="connsiteY94-48306" fmla="*/ 3965 h 4213"/>
                    <a:gd name="connsiteX95-48307" fmla="*/ 1451 w 2254"/>
                    <a:gd name="connsiteY95-48308" fmla="*/ 3973 h 4213"/>
                    <a:gd name="connsiteX96-48309" fmla="*/ 1394 w 2254"/>
                    <a:gd name="connsiteY96-48310" fmla="*/ 3916 h 4213"/>
                    <a:gd name="connsiteX97-48311" fmla="*/ 1270 w 2254"/>
                    <a:gd name="connsiteY97-48312" fmla="*/ 3808 h 4213"/>
                    <a:gd name="connsiteX98-48313" fmla="*/ 1294 w 2254"/>
                    <a:gd name="connsiteY98-48314" fmla="*/ 4064 h 4213"/>
                    <a:gd name="connsiteX99-48315" fmla="*/ 1303 w 2254"/>
                    <a:gd name="connsiteY99-48316" fmla="*/ 4192 h 4213"/>
                    <a:gd name="connsiteX100-48317" fmla="*/ 1041 w 2254"/>
                    <a:gd name="connsiteY100-48318" fmla="*/ 4166 h 4213"/>
                    <a:gd name="connsiteX101-48319" fmla="*/ 959 w 2254"/>
                    <a:gd name="connsiteY101-48320" fmla="*/ 3987 h 4213"/>
                    <a:gd name="connsiteX102-48321" fmla="*/ 877 w 2254"/>
                    <a:gd name="connsiteY102-48322" fmla="*/ 3802 h 4213"/>
                    <a:gd name="connsiteX103-48323" fmla="*/ 798 w 2254"/>
                    <a:gd name="connsiteY103-48324" fmla="*/ 3734 h 4213"/>
                    <a:gd name="connsiteX0-48325" fmla="*/ 798 w 2254"/>
                    <a:gd name="connsiteY0-48326" fmla="*/ 3734 h 4213"/>
                    <a:gd name="connsiteX1-48327" fmla="*/ 679 w 2254"/>
                    <a:gd name="connsiteY1-48328" fmla="*/ 3800 h 4213"/>
                    <a:gd name="connsiteX2-48329" fmla="*/ 695 w 2254"/>
                    <a:gd name="connsiteY2-48330" fmla="*/ 3662 h 4213"/>
                    <a:gd name="connsiteX3-48331" fmla="*/ 633 w 2254"/>
                    <a:gd name="connsiteY3-48332" fmla="*/ 3500 h 4213"/>
                    <a:gd name="connsiteX4-48333" fmla="*/ 742 w 2254"/>
                    <a:gd name="connsiteY4-48334" fmla="*/ 3280 h 4213"/>
                    <a:gd name="connsiteX5-48335" fmla="*/ 932 w 2254"/>
                    <a:gd name="connsiteY5-48336" fmla="*/ 3195 h 4213"/>
                    <a:gd name="connsiteX6-48337" fmla="*/ 1107 w 2254"/>
                    <a:gd name="connsiteY6-48338" fmla="*/ 3058 h 4213"/>
                    <a:gd name="connsiteX7-48339" fmla="*/ 1112 w 2254"/>
                    <a:gd name="connsiteY7-48340" fmla="*/ 2878 h 4213"/>
                    <a:gd name="connsiteX8-48341" fmla="*/ 1215 w 2254"/>
                    <a:gd name="connsiteY8-48342" fmla="*/ 2615 h 4213"/>
                    <a:gd name="connsiteX9-48343" fmla="*/ 1184 w 2254"/>
                    <a:gd name="connsiteY9-48344" fmla="*/ 2346 h 4213"/>
                    <a:gd name="connsiteX10-48345" fmla="*/ 1068 w 2254"/>
                    <a:gd name="connsiteY10-48346" fmla="*/ 2333 h 4213"/>
                    <a:gd name="connsiteX11-48347" fmla="*/ 1066 w 2254"/>
                    <a:gd name="connsiteY11-48348" fmla="*/ 2117 h 4213"/>
                    <a:gd name="connsiteX12-48349" fmla="*/ 990 w 2254"/>
                    <a:gd name="connsiteY12-48350" fmla="*/ 2039 h 4213"/>
                    <a:gd name="connsiteX13-48351" fmla="*/ 847 w 2254"/>
                    <a:gd name="connsiteY13-48352" fmla="*/ 1951 h 4213"/>
                    <a:gd name="connsiteX14-48353" fmla="*/ 755 w 2254"/>
                    <a:gd name="connsiteY14-48354" fmla="*/ 1827 h 4213"/>
                    <a:gd name="connsiteX15-48355" fmla="*/ 659 w 2254"/>
                    <a:gd name="connsiteY15-48356" fmla="*/ 1828 h 4213"/>
                    <a:gd name="connsiteX16-48357" fmla="*/ 614 w 2254"/>
                    <a:gd name="connsiteY16-48358" fmla="*/ 1883 h 4213"/>
                    <a:gd name="connsiteX17-48359" fmla="*/ 521 w 2254"/>
                    <a:gd name="connsiteY17-48360" fmla="*/ 1877 h 4213"/>
                    <a:gd name="connsiteX18-48361" fmla="*/ 501 w 2254"/>
                    <a:gd name="connsiteY18-48362" fmla="*/ 1994 h 4213"/>
                    <a:gd name="connsiteX19-48363" fmla="*/ 320 w 2254"/>
                    <a:gd name="connsiteY19-48364" fmla="*/ 1941 h 4213"/>
                    <a:gd name="connsiteX20-48365" fmla="*/ 237 w 2254"/>
                    <a:gd name="connsiteY20-48366" fmla="*/ 1939 h 4213"/>
                    <a:gd name="connsiteX21-48367" fmla="*/ 112 w 2254"/>
                    <a:gd name="connsiteY21-48368" fmla="*/ 2014 h 4213"/>
                    <a:gd name="connsiteX22-48369" fmla="*/ 0 w 2254"/>
                    <a:gd name="connsiteY22-48370" fmla="*/ 1890 h 4213"/>
                    <a:gd name="connsiteX23-48371" fmla="*/ 94 w 2254"/>
                    <a:gd name="connsiteY23-48372" fmla="*/ 1804 h 4213"/>
                    <a:gd name="connsiteX24-48373" fmla="*/ 98 w 2254"/>
                    <a:gd name="connsiteY24-48374" fmla="*/ 1634 h 4213"/>
                    <a:gd name="connsiteX25-48375" fmla="*/ 153 w 2254"/>
                    <a:gd name="connsiteY25-48376" fmla="*/ 1514 h 4213"/>
                    <a:gd name="connsiteX26-48377" fmla="*/ 196 w 2254"/>
                    <a:gd name="connsiteY26-48378" fmla="*/ 1306 h 4213"/>
                    <a:gd name="connsiteX27-48379" fmla="*/ 256 w 2254"/>
                    <a:gd name="connsiteY27-48380" fmla="*/ 1307 h 4213"/>
                    <a:gd name="connsiteX28-48381" fmla="*/ 579 w 2254"/>
                    <a:gd name="connsiteY28-48382" fmla="*/ 1286 h 4213"/>
                    <a:gd name="connsiteX29-48383" fmla="*/ 753 w 2254"/>
                    <a:gd name="connsiteY29-48384" fmla="*/ 1117 h 4213"/>
                    <a:gd name="connsiteX30-48385" fmla="*/ 822 w 2254"/>
                    <a:gd name="connsiteY30-48386" fmla="*/ 748 h 4213"/>
                    <a:gd name="connsiteX31-48387" fmla="*/ 932 w 2254"/>
                    <a:gd name="connsiteY31-48388" fmla="*/ 486 h 4213"/>
                    <a:gd name="connsiteX32-48389" fmla="*/ 930 w 2254"/>
                    <a:gd name="connsiteY32-48390" fmla="*/ 358 h 4213"/>
                    <a:gd name="connsiteX33-48391" fmla="*/ 917 w 2254"/>
                    <a:gd name="connsiteY33-48392" fmla="*/ 328 h 4213"/>
                    <a:gd name="connsiteX34-48393" fmla="*/ 850 w 2254"/>
                    <a:gd name="connsiteY34-48394" fmla="*/ 251 h 4213"/>
                    <a:gd name="connsiteX35-48395" fmla="*/ 790 w 2254"/>
                    <a:gd name="connsiteY35-48396" fmla="*/ 217 h 4213"/>
                    <a:gd name="connsiteX36-48397" fmla="*/ 915 w 2254"/>
                    <a:gd name="connsiteY36-48398" fmla="*/ 56 h 4213"/>
                    <a:gd name="connsiteX37-48399" fmla="*/ 1088 w 2254"/>
                    <a:gd name="connsiteY37-48400" fmla="*/ 2 h 4213"/>
                    <a:gd name="connsiteX38-48401" fmla="*/ 1120 w 2254"/>
                    <a:gd name="connsiteY38-48402" fmla="*/ 49 h 4213"/>
                    <a:gd name="connsiteX39-48403" fmla="*/ 1110 w 2254"/>
                    <a:gd name="connsiteY39-48404" fmla="*/ 133 h 4213"/>
                    <a:gd name="connsiteX40-48405" fmla="*/ 1049 w 2254"/>
                    <a:gd name="connsiteY40-48406" fmla="*/ 243 h 4213"/>
                    <a:gd name="connsiteX41-48407" fmla="*/ 1119 w 2254"/>
                    <a:gd name="connsiteY41-48408" fmla="*/ 301 h 4213"/>
                    <a:gd name="connsiteX42-48409" fmla="*/ 1233 w 2254"/>
                    <a:gd name="connsiteY42-48410" fmla="*/ 366 h 4213"/>
                    <a:gd name="connsiteX43-48411" fmla="*/ 1253 w 2254"/>
                    <a:gd name="connsiteY43-48412" fmla="*/ 255 h 4213"/>
                    <a:gd name="connsiteX44-48413" fmla="*/ 1387 w 2254"/>
                    <a:gd name="connsiteY44-48414" fmla="*/ 291 h 4213"/>
                    <a:gd name="connsiteX45-48415" fmla="*/ 1412 w 2254"/>
                    <a:gd name="connsiteY45-48416" fmla="*/ 331 h 4213"/>
                    <a:gd name="connsiteX46-48417" fmla="*/ 1488 w 2254"/>
                    <a:gd name="connsiteY46-48418" fmla="*/ 562 h 4213"/>
                    <a:gd name="connsiteX47-48419" fmla="*/ 1523 w 2254"/>
                    <a:gd name="connsiteY47-48420" fmla="*/ 586 h 4213"/>
                    <a:gd name="connsiteX48-48421" fmla="*/ 1615 w 2254"/>
                    <a:gd name="connsiteY48-48422" fmla="*/ 578 h 4213"/>
                    <a:gd name="connsiteX49-48423" fmla="*/ 1875 w 2254"/>
                    <a:gd name="connsiteY49-48424" fmla="*/ 490 h 4213"/>
                    <a:gd name="connsiteX50-48425" fmla="*/ 2095 w 2254"/>
                    <a:gd name="connsiteY50-48426" fmla="*/ 479 h 4213"/>
                    <a:gd name="connsiteX51-48427" fmla="*/ 2155 w 2254"/>
                    <a:gd name="connsiteY51-48428" fmla="*/ 648 h 4213"/>
                    <a:gd name="connsiteX52-48429" fmla="*/ 2073 w 2254"/>
                    <a:gd name="connsiteY52-48430" fmla="*/ 944 h 4213"/>
                    <a:gd name="connsiteX53-48431" fmla="*/ 2073 w 2254"/>
                    <a:gd name="connsiteY53-48432" fmla="*/ 1022 h 4213"/>
                    <a:gd name="connsiteX54-48433" fmla="*/ 2142 w 2254"/>
                    <a:gd name="connsiteY54-48434" fmla="*/ 1168 h 4213"/>
                    <a:gd name="connsiteX55-48435" fmla="*/ 2157 w 2254"/>
                    <a:gd name="connsiteY55-48436" fmla="*/ 1427 h 4213"/>
                    <a:gd name="connsiteX56-48437" fmla="*/ 2159 w 2254"/>
                    <a:gd name="connsiteY56-48438" fmla="*/ 1617 h 4213"/>
                    <a:gd name="connsiteX57-48439" fmla="*/ 2092 w 2254"/>
                    <a:gd name="connsiteY57-48440" fmla="*/ 1625 h 4213"/>
                    <a:gd name="connsiteX58-48441" fmla="*/ 2070 w 2254"/>
                    <a:gd name="connsiteY58-48442" fmla="*/ 1507 h 4213"/>
                    <a:gd name="connsiteX59-48443" fmla="*/ 2035 w 2254"/>
                    <a:gd name="connsiteY59-48444" fmla="*/ 1450 h 4213"/>
                    <a:gd name="connsiteX60-48445" fmla="*/ 1945 w 2254"/>
                    <a:gd name="connsiteY60-48446" fmla="*/ 1582 h 4213"/>
                    <a:gd name="connsiteX61-48447" fmla="*/ 1832 w 2254"/>
                    <a:gd name="connsiteY61-48448" fmla="*/ 1776 h 4213"/>
                    <a:gd name="connsiteX62-48449" fmla="*/ 1713 w 2254"/>
                    <a:gd name="connsiteY62-48450" fmla="*/ 1904 h 4213"/>
                    <a:gd name="connsiteX63-48451" fmla="*/ 1706 w 2254"/>
                    <a:gd name="connsiteY63-48452" fmla="*/ 2018 h 4213"/>
                    <a:gd name="connsiteX64-48453" fmla="*/ 1766 w 2254"/>
                    <a:gd name="connsiteY64-48454" fmla="*/ 2115 h 4213"/>
                    <a:gd name="connsiteX65-48455" fmla="*/ 1868 w 2254"/>
                    <a:gd name="connsiteY65-48456" fmla="*/ 2183 h 4213"/>
                    <a:gd name="connsiteX66-48457" fmla="*/ 1945 w 2254"/>
                    <a:gd name="connsiteY66-48458" fmla="*/ 2178 h 4213"/>
                    <a:gd name="connsiteX67-48459" fmla="*/ 1990 w 2254"/>
                    <a:gd name="connsiteY67-48460" fmla="*/ 2104 h 4213"/>
                    <a:gd name="connsiteX68-48461" fmla="*/ 2024 w 2254"/>
                    <a:gd name="connsiteY68-48462" fmla="*/ 2210 h 4213"/>
                    <a:gd name="connsiteX69-48463" fmla="*/ 1912 w 2254"/>
                    <a:gd name="connsiteY69-48464" fmla="*/ 2249 h 4213"/>
                    <a:gd name="connsiteX70-48465" fmla="*/ 1959 w 2254"/>
                    <a:gd name="connsiteY70-48466" fmla="*/ 2362 h 4213"/>
                    <a:gd name="connsiteX71-48467" fmla="*/ 1824 w 2254"/>
                    <a:gd name="connsiteY71-48468" fmla="*/ 2509 h 4213"/>
                    <a:gd name="connsiteX72-48469" fmla="*/ 1783 w 2254"/>
                    <a:gd name="connsiteY72-48470" fmla="*/ 2498 h 4213"/>
                    <a:gd name="connsiteX73-48471" fmla="*/ 1659 w 2254"/>
                    <a:gd name="connsiteY73-48472" fmla="*/ 2413 h 4213"/>
                    <a:gd name="connsiteX74-48473" fmla="*/ 1604 w 2254"/>
                    <a:gd name="connsiteY74-48474" fmla="*/ 2412 h 4213"/>
                    <a:gd name="connsiteX75-48475" fmla="*/ 1569 w 2254"/>
                    <a:gd name="connsiteY75-48476" fmla="*/ 2480 h 4213"/>
                    <a:gd name="connsiteX76-48477" fmla="*/ 1572 w 2254"/>
                    <a:gd name="connsiteY76-48478" fmla="*/ 2562 h 4213"/>
                    <a:gd name="connsiteX77-48479" fmla="*/ 1750 w 2254"/>
                    <a:gd name="connsiteY77-48480" fmla="*/ 2730 h 4213"/>
                    <a:gd name="connsiteX78-48481" fmla="*/ 1749 w 2254"/>
                    <a:gd name="connsiteY78-48482" fmla="*/ 2844 h 4213"/>
                    <a:gd name="connsiteX79-48483" fmla="*/ 1840 w 2254"/>
                    <a:gd name="connsiteY79-48484" fmla="*/ 3060 h 4213"/>
                    <a:gd name="connsiteX80-48485" fmla="*/ 1866 w 2254"/>
                    <a:gd name="connsiteY80-48486" fmla="*/ 3090 h 4213"/>
                    <a:gd name="connsiteX81-48487" fmla="*/ 1910 w 2254"/>
                    <a:gd name="connsiteY81-48488" fmla="*/ 3094 h 4213"/>
                    <a:gd name="connsiteX82-48489" fmla="*/ 1956 w 2254"/>
                    <a:gd name="connsiteY82-48490" fmla="*/ 3010 h 4213"/>
                    <a:gd name="connsiteX83-48491" fmla="*/ 2036 w 2254"/>
                    <a:gd name="connsiteY83-48492" fmla="*/ 2950 h 4213"/>
                    <a:gd name="connsiteX84-48493" fmla="*/ 2131 w 2254"/>
                    <a:gd name="connsiteY84-48494" fmla="*/ 3126 h 4213"/>
                    <a:gd name="connsiteX85-48495" fmla="*/ 2241 w 2254"/>
                    <a:gd name="connsiteY85-48496" fmla="*/ 3312 h 4213"/>
                    <a:gd name="connsiteX86-48497" fmla="*/ 2254 w 2254"/>
                    <a:gd name="connsiteY86-48498" fmla="*/ 3342 h 4213"/>
                    <a:gd name="connsiteX87-48499" fmla="*/ 2243 w 2254"/>
                    <a:gd name="connsiteY87-48500" fmla="*/ 3518 h 4213"/>
                    <a:gd name="connsiteX88-48501" fmla="*/ 2208 w 2254"/>
                    <a:gd name="connsiteY88-48502" fmla="*/ 3554 h 4213"/>
                    <a:gd name="connsiteX89-48503" fmla="*/ 2119 w 2254"/>
                    <a:gd name="connsiteY89-48504" fmla="*/ 3515 h 4213"/>
                    <a:gd name="connsiteX90-48505" fmla="*/ 1885 w 2254"/>
                    <a:gd name="connsiteY90-48506" fmla="*/ 3644 h 4213"/>
                    <a:gd name="connsiteX91-48507" fmla="*/ 1859 w 2254"/>
                    <a:gd name="connsiteY91-48508" fmla="*/ 3666 h 4213"/>
                    <a:gd name="connsiteX92-48509" fmla="*/ 1679 w 2254"/>
                    <a:gd name="connsiteY92-48510" fmla="*/ 3812 h 4213"/>
                    <a:gd name="connsiteX93-48511" fmla="*/ 1538 w 2254"/>
                    <a:gd name="connsiteY93-48512" fmla="*/ 3926 h 4213"/>
                    <a:gd name="connsiteX94-48513" fmla="*/ 1503 w 2254"/>
                    <a:gd name="connsiteY94-48514" fmla="*/ 3965 h 4213"/>
                    <a:gd name="connsiteX95-48515" fmla="*/ 1451 w 2254"/>
                    <a:gd name="connsiteY95-48516" fmla="*/ 3973 h 4213"/>
                    <a:gd name="connsiteX96-48517" fmla="*/ 1394 w 2254"/>
                    <a:gd name="connsiteY96-48518" fmla="*/ 3916 h 4213"/>
                    <a:gd name="connsiteX97-48519" fmla="*/ 1270 w 2254"/>
                    <a:gd name="connsiteY97-48520" fmla="*/ 3808 h 4213"/>
                    <a:gd name="connsiteX98-48521" fmla="*/ 1294 w 2254"/>
                    <a:gd name="connsiteY98-48522" fmla="*/ 4064 h 4213"/>
                    <a:gd name="connsiteX99-48523" fmla="*/ 1303 w 2254"/>
                    <a:gd name="connsiteY99-48524" fmla="*/ 4192 h 4213"/>
                    <a:gd name="connsiteX100-48525" fmla="*/ 1041 w 2254"/>
                    <a:gd name="connsiteY100-48526" fmla="*/ 4166 h 4213"/>
                    <a:gd name="connsiteX101-48527" fmla="*/ 959 w 2254"/>
                    <a:gd name="connsiteY101-48528" fmla="*/ 3987 h 4213"/>
                    <a:gd name="connsiteX102-48529" fmla="*/ 877 w 2254"/>
                    <a:gd name="connsiteY102-48530" fmla="*/ 3802 h 4213"/>
                    <a:gd name="connsiteX103-48531" fmla="*/ 798 w 2254"/>
                    <a:gd name="connsiteY103-48532" fmla="*/ 3734 h 4213"/>
                    <a:gd name="connsiteX0-48533" fmla="*/ 798 w 2254"/>
                    <a:gd name="connsiteY0-48534" fmla="*/ 3734 h 4213"/>
                    <a:gd name="connsiteX1-48535" fmla="*/ 679 w 2254"/>
                    <a:gd name="connsiteY1-48536" fmla="*/ 3800 h 4213"/>
                    <a:gd name="connsiteX2-48537" fmla="*/ 695 w 2254"/>
                    <a:gd name="connsiteY2-48538" fmla="*/ 3662 h 4213"/>
                    <a:gd name="connsiteX3-48539" fmla="*/ 633 w 2254"/>
                    <a:gd name="connsiteY3-48540" fmla="*/ 3500 h 4213"/>
                    <a:gd name="connsiteX4-48541" fmla="*/ 742 w 2254"/>
                    <a:gd name="connsiteY4-48542" fmla="*/ 3280 h 4213"/>
                    <a:gd name="connsiteX5-48543" fmla="*/ 932 w 2254"/>
                    <a:gd name="connsiteY5-48544" fmla="*/ 3195 h 4213"/>
                    <a:gd name="connsiteX6-48545" fmla="*/ 1107 w 2254"/>
                    <a:gd name="connsiteY6-48546" fmla="*/ 3058 h 4213"/>
                    <a:gd name="connsiteX7-48547" fmla="*/ 1112 w 2254"/>
                    <a:gd name="connsiteY7-48548" fmla="*/ 2878 h 4213"/>
                    <a:gd name="connsiteX8-48549" fmla="*/ 1123 w 2254"/>
                    <a:gd name="connsiteY8-48550" fmla="*/ 2878 h 4213"/>
                    <a:gd name="connsiteX9-48551" fmla="*/ 1215 w 2254"/>
                    <a:gd name="connsiteY9-48552" fmla="*/ 2615 h 4213"/>
                    <a:gd name="connsiteX10-48553" fmla="*/ 1184 w 2254"/>
                    <a:gd name="connsiteY10-48554" fmla="*/ 2346 h 4213"/>
                    <a:gd name="connsiteX11-48555" fmla="*/ 1068 w 2254"/>
                    <a:gd name="connsiteY11-48556" fmla="*/ 2333 h 4213"/>
                    <a:gd name="connsiteX12-48557" fmla="*/ 1066 w 2254"/>
                    <a:gd name="connsiteY12-48558" fmla="*/ 2117 h 4213"/>
                    <a:gd name="connsiteX13-48559" fmla="*/ 990 w 2254"/>
                    <a:gd name="connsiteY13-48560" fmla="*/ 2039 h 4213"/>
                    <a:gd name="connsiteX14-48561" fmla="*/ 847 w 2254"/>
                    <a:gd name="connsiteY14-48562" fmla="*/ 1951 h 4213"/>
                    <a:gd name="connsiteX15-48563" fmla="*/ 755 w 2254"/>
                    <a:gd name="connsiteY15-48564" fmla="*/ 1827 h 4213"/>
                    <a:gd name="connsiteX16-48565" fmla="*/ 659 w 2254"/>
                    <a:gd name="connsiteY16-48566" fmla="*/ 1828 h 4213"/>
                    <a:gd name="connsiteX17-48567" fmla="*/ 614 w 2254"/>
                    <a:gd name="connsiteY17-48568" fmla="*/ 1883 h 4213"/>
                    <a:gd name="connsiteX18-48569" fmla="*/ 521 w 2254"/>
                    <a:gd name="connsiteY18-48570" fmla="*/ 1877 h 4213"/>
                    <a:gd name="connsiteX19-48571" fmla="*/ 501 w 2254"/>
                    <a:gd name="connsiteY19-48572" fmla="*/ 1994 h 4213"/>
                    <a:gd name="connsiteX20-48573" fmla="*/ 320 w 2254"/>
                    <a:gd name="connsiteY20-48574" fmla="*/ 1941 h 4213"/>
                    <a:gd name="connsiteX21-48575" fmla="*/ 237 w 2254"/>
                    <a:gd name="connsiteY21-48576" fmla="*/ 1939 h 4213"/>
                    <a:gd name="connsiteX22-48577" fmla="*/ 112 w 2254"/>
                    <a:gd name="connsiteY22-48578" fmla="*/ 2014 h 4213"/>
                    <a:gd name="connsiteX23-48579" fmla="*/ 0 w 2254"/>
                    <a:gd name="connsiteY23-48580" fmla="*/ 1890 h 4213"/>
                    <a:gd name="connsiteX24-48581" fmla="*/ 94 w 2254"/>
                    <a:gd name="connsiteY24-48582" fmla="*/ 1804 h 4213"/>
                    <a:gd name="connsiteX25-48583" fmla="*/ 98 w 2254"/>
                    <a:gd name="connsiteY25-48584" fmla="*/ 1634 h 4213"/>
                    <a:gd name="connsiteX26-48585" fmla="*/ 153 w 2254"/>
                    <a:gd name="connsiteY26-48586" fmla="*/ 1514 h 4213"/>
                    <a:gd name="connsiteX27-48587" fmla="*/ 196 w 2254"/>
                    <a:gd name="connsiteY27-48588" fmla="*/ 1306 h 4213"/>
                    <a:gd name="connsiteX28-48589" fmla="*/ 256 w 2254"/>
                    <a:gd name="connsiteY28-48590" fmla="*/ 1307 h 4213"/>
                    <a:gd name="connsiteX29-48591" fmla="*/ 579 w 2254"/>
                    <a:gd name="connsiteY29-48592" fmla="*/ 1286 h 4213"/>
                    <a:gd name="connsiteX30-48593" fmla="*/ 753 w 2254"/>
                    <a:gd name="connsiteY30-48594" fmla="*/ 1117 h 4213"/>
                    <a:gd name="connsiteX31-48595" fmla="*/ 822 w 2254"/>
                    <a:gd name="connsiteY31-48596" fmla="*/ 748 h 4213"/>
                    <a:gd name="connsiteX32-48597" fmla="*/ 932 w 2254"/>
                    <a:gd name="connsiteY32-48598" fmla="*/ 486 h 4213"/>
                    <a:gd name="connsiteX33-48599" fmla="*/ 930 w 2254"/>
                    <a:gd name="connsiteY33-48600" fmla="*/ 358 h 4213"/>
                    <a:gd name="connsiteX34-48601" fmla="*/ 917 w 2254"/>
                    <a:gd name="connsiteY34-48602" fmla="*/ 328 h 4213"/>
                    <a:gd name="connsiteX35-48603" fmla="*/ 850 w 2254"/>
                    <a:gd name="connsiteY35-48604" fmla="*/ 251 h 4213"/>
                    <a:gd name="connsiteX36-48605" fmla="*/ 790 w 2254"/>
                    <a:gd name="connsiteY36-48606" fmla="*/ 217 h 4213"/>
                    <a:gd name="connsiteX37-48607" fmla="*/ 915 w 2254"/>
                    <a:gd name="connsiteY37-48608" fmla="*/ 56 h 4213"/>
                    <a:gd name="connsiteX38-48609" fmla="*/ 1088 w 2254"/>
                    <a:gd name="connsiteY38-48610" fmla="*/ 2 h 4213"/>
                    <a:gd name="connsiteX39-48611" fmla="*/ 1120 w 2254"/>
                    <a:gd name="connsiteY39-48612" fmla="*/ 49 h 4213"/>
                    <a:gd name="connsiteX40-48613" fmla="*/ 1110 w 2254"/>
                    <a:gd name="connsiteY40-48614" fmla="*/ 133 h 4213"/>
                    <a:gd name="connsiteX41-48615" fmla="*/ 1049 w 2254"/>
                    <a:gd name="connsiteY41-48616" fmla="*/ 243 h 4213"/>
                    <a:gd name="connsiteX42-48617" fmla="*/ 1119 w 2254"/>
                    <a:gd name="connsiteY42-48618" fmla="*/ 301 h 4213"/>
                    <a:gd name="connsiteX43-48619" fmla="*/ 1233 w 2254"/>
                    <a:gd name="connsiteY43-48620" fmla="*/ 366 h 4213"/>
                    <a:gd name="connsiteX44-48621" fmla="*/ 1253 w 2254"/>
                    <a:gd name="connsiteY44-48622" fmla="*/ 255 h 4213"/>
                    <a:gd name="connsiteX45-48623" fmla="*/ 1387 w 2254"/>
                    <a:gd name="connsiteY45-48624" fmla="*/ 291 h 4213"/>
                    <a:gd name="connsiteX46-48625" fmla="*/ 1412 w 2254"/>
                    <a:gd name="connsiteY46-48626" fmla="*/ 331 h 4213"/>
                    <a:gd name="connsiteX47-48627" fmla="*/ 1488 w 2254"/>
                    <a:gd name="connsiteY47-48628" fmla="*/ 562 h 4213"/>
                    <a:gd name="connsiteX48-48629" fmla="*/ 1523 w 2254"/>
                    <a:gd name="connsiteY48-48630" fmla="*/ 586 h 4213"/>
                    <a:gd name="connsiteX49-48631" fmla="*/ 1615 w 2254"/>
                    <a:gd name="connsiteY49-48632" fmla="*/ 578 h 4213"/>
                    <a:gd name="connsiteX50-48633" fmla="*/ 1875 w 2254"/>
                    <a:gd name="connsiteY50-48634" fmla="*/ 490 h 4213"/>
                    <a:gd name="connsiteX51-48635" fmla="*/ 2095 w 2254"/>
                    <a:gd name="connsiteY51-48636" fmla="*/ 479 h 4213"/>
                    <a:gd name="connsiteX52-48637" fmla="*/ 2155 w 2254"/>
                    <a:gd name="connsiteY52-48638" fmla="*/ 648 h 4213"/>
                    <a:gd name="connsiteX53-48639" fmla="*/ 2073 w 2254"/>
                    <a:gd name="connsiteY53-48640" fmla="*/ 944 h 4213"/>
                    <a:gd name="connsiteX54-48641" fmla="*/ 2073 w 2254"/>
                    <a:gd name="connsiteY54-48642" fmla="*/ 1022 h 4213"/>
                    <a:gd name="connsiteX55-48643" fmla="*/ 2142 w 2254"/>
                    <a:gd name="connsiteY55-48644" fmla="*/ 1168 h 4213"/>
                    <a:gd name="connsiteX56-48645" fmla="*/ 2157 w 2254"/>
                    <a:gd name="connsiteY56-48646" fmla="*/ 1427 h 4213"/>
                    <a:gd name="connsiteX57-48647" fmla="*/ 2159 w 2254"/>
                    <a:gd name="connsiteY57-48648" fmla="*/ 1617 h 4213"/>
                    <a:gd name="connsiteX58-48649" fmla="*/ 2092 w 2254"/>
                    <a:gd name="connsiteY58-48650" fmla="*/ 1625 h 4213"/>
                    <a:gd name="connsiteX59-48651" fmla="*/ 2070 w 2254"/>
                    <a:gd name="connsiteY59-48652" fmla="*/ 1507 h 4213"/>
                    <a:gd name="connsiteX60-48653" fmla="*/ 2035 w 2254"/>
                    <a:gd name="connsiteY60-48654" fmla="*/ 1450 h 4213"/>
                    <a:gd name="connsiteX61-48655" fmla="*/ 1945 w 2254"/>
                    <a:gd name="connsiteY61-48656" fmla="*/ 1582 h 4213"/>
                    <a:gd name="connsiteX62-48657" fmla="*/ 1832 w 2254"/>
                    <a:gd name="connsiteY62-48658" fmla="*/ 1776 h 4213"/>
                    <a:gd name="connsiteX63-48659" fmla="*/ 1713 w 2254"/>
                    <a:gd name="connsiteY63-48660" fmla="*/ 1904 h 4213"/>
                    <a:gd name="connsiteX64-48661" fmla="*/ 1706 w 2254"/>
                    <a:gd name="connsiteY64-48662" fmla="*/ 2018 h 4213"/>
                    <a:gd name="connsiteX65-48663" fmla="*/ 1766 w 2254"/>
                    <a:gd name="connsiteY65-48664" fmla="*/ 2115 h 4213"/>
                    <a:gd name="connsiteX66-48665" fmla="*/ 1868 w 2254"/>
                    <a:gd name="connsiteY66-48666" fmla="*/ 2183 h 4213"/>
                    <a:gd name="connsiteX67-48667" fmla="*/ 1945 w 2254"/>
                    <a:gd name="connsiteY67-48668" fmla="*/ 2178 h 4213"/>
                    <a:gd name="connsiteX68-48669" fmla="*/ 1990 w 2254"/>
                    <a:gd name="connsiteY68-48670" fmla="*/ 2104 h 4213"/>
                    <a:gd name="connsiteX69-48671" fmla="*/ 2024 w 2254"/>
                    <a:gd name="connsiteY69-48672" fmla="*/ 2210 h 4213"/>
                    <a:gd name="connsiteX70-48673" fmla="*/ 1912 w 2254"/>
                    <a:gd name="connsiteY70-48674" fmla="*/ 2249 h 4213"/>
                    <a:gd name="connsiteX71-48675" fmla="*/ 1959 w 2254"/>
                    <a:gd name="connsiteY71-48676" fmla="*/ 2362 h 4213"/>
                    <a:gd name="connsiteX72-48677" fmla="*/ 1824 w 2254"/>
                    <a:gd name="connsiteY72-48678" fmla="*/ 2509 h 4213"/>
                    <a:gd name="connsiteX73-48679" fmla="*/ 1783 w 2254"/>
                    <a:gd name="connsiteY73-48680" fmla="*/ 2498 h 4213"/>
                    <a:gd name="connsiteX74-48681" fmla="*/ 1659 w 2254"/>
                    <a:gd name="connsiteY74-48682" fmla="*/ 2413 h 4213"/>
                    <a:gd name="connsiteX75-48683" fmla="*/ 1604 w 2254"/>
                    <a:gd name="connsiteY75-48684" fmla="*/ 2412 h 4213"/>
                    <a:gd name="connsiteX76-48685" fmla="*/ 1569 w 2254"/>
                    <a:gd name="connsiteY76-48686" fmla="*/ 2480 h 4213"/>
                    <a:gd name="connsiteX77-48687" fmla="*/ 1572 w 2254"/>
                    <a:gd name="connsiteY77-48688" fmla="*/ 2562 h 4213"/>
                    <a:gd name="connsiteX78-48689" fmla="*/ 1750 w 2254"/>
                    <a:gd name="connsiteY78-48690" fmla="*/ 2730 h 4213"/>
                    <a:gd name="connsiteX79-48691" fmla="*/ 1749 w 2254"/>
                    <a:gd name="connsiteY79-48692" fmla="*/ 2844 h 4213"/>
                    <a:gd name="connsiteX80-48693" fmla="*/ 1840 w 2254"/>
                    <a:gd name="connsiteY80-48694" fmla="*/ 3060 h 4213"/>
                    <a:gd name="connsiteX81-48695" fmla="*/ 1866 w 2254"/>
                    <a:gd name="connsiteY81-48696" fmla="*/ 3090 h 4213"/>
                    <a:gd name="connsiteX82-48697" fmla="*/ 1910 w 2254"/>
                    <a:gd name="connsiteY82-48698" fmla="*/ 3094 h 4213"/>
                    <a:gd name="connsiteX83-48699" fmla="*/ 1956 w 2254"/>
                    <a:gd name="connsiteY83-48700" fmla="*/ 3010 h 4213"/>
                    <a:gd name="connsiteX84-48701" fmla="*/ 2036 w 2254"/>
                    <a:gd name="connsiteY84-48702" fmla="*/ 2950 h 4213"/>
                    <a:gd name="connsiteX85-48703" fmla="*/ 2131 w 2254"/>
                    <a:gd name="connsiteY85-48704" fmla="*/ 3126 h 4213"/>
                    <a:gd name="connsiteX86-48705" fmla="*/ 2241 w 2254"/>
                    <a:gd name="connsiteY86-48706" fmla="*/ 3312 h 4213"/>
                    <a:gd name="connsiteX87-48707" fmla="*/ 2254 w 2254"/>
                    <a:gd name="connsiteY87-48708" fmla="*/ 3342 h 4213"/>
                    <a:gd name="connsiteX88-48709" fmla="*/ 2243 w 2254"/>
                    <a:gd name="connsiteY88-48710" fmla="*/ 3518 h 4213"/>
                    <a:gd name="connsiteX89-48711" fmla="*/ 2208 w 2254"/>
                    <a:gd name="connsiteY89-48712" fmla="*/ 3554 h 4213"/>
                    <a:gd name="connsiteX90-48713" fmla="*/ 2119 w 2254"/>
                    <a:gd name="connsiteY90-48714" fmla="*/ 3515 h 4213"/>
                    <a:gd name="connsiteX91-48715" fmla="*/ 1885 w 2254"/>
                    <a:gd name="connsiteY91-48716" fmla="*/ 3644 h 4213"/>
                    <a:gd name="connsiteX92-48717" fmla="*/ 1859 w 2254"/>
                    <a:gd name="connsiteY92-48718" fmla="*/ 3666 h 4213"/>
                    <a:gd name="connsiteX93-48719" fmla="*/ 1679 w 2254"/>
                    <a:gd name="connsiteY93-48720" fmla="*/ 3812 h 4213"/>
                    <a:gd name="connsiteX94-48721" fmla="*/ 1538 w 2254"/>
                    <a:gd name="connsiteY94-48722" fmla="*/ 3926 h 4213"/>
                    <a:gd name="connsiteX95-48723" fmla="*/ 1503 w 2254"/>
                    <a:gd name="connsiteY95-48724" fmla="*/ 3965 h 4213"/>
                    <a:gd name="connsiteX96-48725" fmla="*/ 1451 w 2254"/>
                    <a:gd name="connsiteY96-48726" fmla="*/ 3973 h 4213"/>
                    <a:gd name="connsiteX97-48727" fmla="*/ 1394 w 2254"/>
                    <a:gd name="connsiteY97-48728" fmla="*/ 3916 h 4213"/>
                    <a:gd name="connsiteX98-48729" fmla="*/ 1270 w 2254"/>
                    <a:gd name="connsiteY98-48730" fmla="*/ 3808 h 4213"/>
                    <a:gd name="connsiteX99-48731" fmla="*/ 1294 w 2254"/>
                    <a:gd name="connsiteY99-48732" fmla="*/ 4064 h 4213"/>
                    <a:gd name="connsiteX100-48733" fmla="*/ 1303 w 2254"/>
                    <a:gd name="connsiteY100-48734" fmla="*/ 4192 h 4213"/>
                    <a:gd name="connsiteX101-48735" fmla="*/ 1041 w 2254"/>
                    <a:gd name="connsiteY101-48736" fmla="*/ 4166 h 4213"/>
                    <a:gd name="connsiteX102-48737" fmla="*/ 959 w 2254"/>
                    <a:gd name="connsiteY102-48738" fmla="*/ 3987 h 4213"/>
                    <a:gd name="connsiteX103-48739" fmla="*/ 877 w 2254"/>
                    <a:gd name="connsiteY103-48740" fmla="*/ 3802 h 4213"/>
                    <a:gd name="connsiteX104-48741" fmla="*/ 798 w 2254"/>
                    <a:gd name="connsiteY104-48742" fmla="*/ 3734 h 4213"/>
                    <a:gd name="connsiteX0-48743" fmla="*/ 798 w 2254"/>
                    <a:gd name="connsiteY0-48744" fmla="*/ 3734 h 4213"/>
                    <a:gd name="connsiteX1-48745" fmla="*/ 679 w 2254"/>
                    <a:gd name="connsiteY1-48746" fmla="*/ 3800 h 4213"/>
                    <a:gd name="connsiteX2-48747" fmla="*/ 695 w 2254"/>
                    <a:gd name="connsiteY2-48748" fmla="*/ 3662 h 4213"/>
                    <a:gd name="connsiteX3-48749" fmla="*/ 633 w 2254"/>
                    <a:gd name="connsiteY3-48750" fmla="*/ 3500 h 4213"/>
                    <a:gd name="connsiteX4-48751" fmla="*/ 742 w 2254"/>
                    <a:gd name="connsiteY4-48752" fmla="*/ 3280 h 4213"/>
                    <a:gd name="connsiteX5-48753" fmla="*/ 932 w 2254"/>
                    <a:gd name="connsiteY5-48754" fmla="*/ 3195 h 4213"/>
                    <a:gd name="connsiteX6-48755" fmla="*/ 1107 w 2254"/>
                    <a:gd name="connsiteY6-48756" fmla="*/ 3058 h 4213"/>
                    <a:gd name="connsiteX7-48757" fmla="*/ 1112 w 2254"/>
                    <a:gd name="connsiteY7-48758" fmla="*/ 2878 h 4213"/>
                    <a:gd name="connsiteX8-48759" fmla="*/ 1195 w 2254"/>
                    <a:gd name="connsiteY8-48760" fmla="*/ 2878 h 4213"/>
                    <a:gd name="connsiteX9-48761" fmla="*/ 1215 w 2254"/>
                    <a:gd name="connsiteY9-48762" fmla="*/ 2615 h 4213"/>
                    <a:gd name="connsiteX10-48763" fmla="*/ 1184 w 2254"/>
                    <a:gd name="connsiteY10-48764" fmla="*/ 2346 h 4213"/>
                    <a:gd name="connsiteX11-48765" fmla="*/ 1068 w 2254"/>
                    <a:gd name="connsiteY11-48766" fmla="*/ 2333 h 4213"/>
                    <a:gd name="connsiteX12-48767" fmla="*/ 1066 w 2254"/>
                    <a:gd name="connsiteY12-48768" fmla="*/ 2117 h 4213"/>
                    <a:gd name="connsiteX13-48769" fmla="*/ 990 w 2254"/>
                    <a:gd name="connsiteY13-48770" fmla="*/ 2039 h 4213"/>
                    <a:gd name="connsiteX14-48771" fmla="*/ 847 w 2254"/>
                    <a:gd name="connsiteY14-48772" fmla="*/ 1951 h 4213"/>
                    <a:gd name="connsiteX15-48773" fmla="*/ 755 w 2254"/>
                    <a:gd name="connsiteY15-48774" fmla="*/ 1827 h 4213"/>
                    <a:gd name="connsiteX16-48775" fmla="*/ 659 w 2254"/>
                    <a:gd name="connsiteY16-48776" fmla="*/ 1828 h 4213"/>
                    <a:gd name="connsiteX17-48777" fmla="*/ 614 w 2254"/>
                    <a:gd name="connsiteY17-48778" fmla="*/ 1883 h 4213"/>
                    <a:gd name="connsiteX18-48779" fmla="*/ 521 w 2254"/>
                    <a:gd name="connsiteY18-48780" fmla="*/ 1877 h 4213"/>
                    <a:gd name="connsiteX19-48781" fmla="*/ 501 w 2254"/>
                    <a:gd name="connsiteY19-48782" fmla="*/ 1994 h 4213"/>
                    <a:gd name="connsiteX20-48783" fmla="*/ 320 w 2254"/>
                    <a:gd name="connsiteY20-48784" fmla="*/ 1941 h 4213"/>
                    <a:gd name="connsiteX21-48785" fmla="*/ 237 w 2254"/>
                    <a:gd name="connsiteY21-48786" fmla="*/ 1939 h 4213"/>
                    <a:gd name="connsiteX22-48787" fmla="*/ 112 w 2254"/>
                    <a:gd name="connsiteY22-48788" fmla="*/ 2014 h 4213"/>
                    <a:gd name="connsiteX23-48789" fmla="*/ 0 w 2254"/>
                    <a:gd name="connsiteY23-48790" fmla="*/ 1890 h 4213"/>
                    <a:gd name="connsiteX24-48791" fmla="*/ 94 w 2254"/>
                    <a:gd name="connsiteY24-48792" fmla="*/ 1804 h 4213"/>
                    <a:gd name="connsiteX25-48793" fmla="*/ 98 w 2254"/>
                    <a:gd name="connsiteY25-48794" fmla="*/ 1634 h 4213"/>
                    <a:gd name="connsiteX26-48795" fmla="*/ 153 w 2254"/>
                    <a:gd name="connsiteY26-48796" fmla="*/ 1514 h 4213"/>
                    <a:gd name="connsiteX27-48797" fmla="*/ 196 w 2254"/>
                    <a:gd name="connsiteY27-48798" fmla="*/ 1306 h 4213"/>
                    <a:gd name="connsiteX28-48799" fmla="*/ 256 w 2254"/>
                    <a:gd name="connsiteY28-48800" fmla="*/ 1307 h 4213"/>
                    <a:gd name="connsiteX29-48801" fmla="*/ 579 w 2254"/>
                    <a:gd name="connsiteY29-48802" fmla="*/ 1286 h 4213"/>
                    <a:gd name="connsiteX30-48803" fmla="*/ 753 w 2254"/>
                    <a:gd name="connsiteY30-48804" fmla="*/ 1117 h 4213"/>
                    <a:gd name="connsiteX31-48805" fmla="*/ 822 w 2254"/>
                    <a:gd name="connsiteY31-48806" fmla="*/ 748 h 4213"/>
                    <a:gd name="connsiteX32-48807" fmla="*/ 932 w 2254"/>
                    <a:gd name="connsiteY32-48808" fmla="*/ 486 h 4213"/>
                    <a:gd name="connsiteX33-48809" fmla="*/ 930 w 2254"/>
                    <a:gd name="connsiteY33-48810" fmla="*/ 358 h 4213"/>
                    <a:gd name="connsiteX34-48811" fmla="*/ 917 w 2254"/>
                    <a:gd name="connsiteY34-48812" fmla="*/ 328 h 4213"/>
                    <a:gd name="connsiteX35-48813" fmla="*/ 850 w 2254"/>
                    <a:gd name="connsiteY35-48814" fmla="*/ 251 h 4213"/>
                    <a:gd name="connsiteX36-48815" fmla="*/ 790 w 2254"/>
                    <a:gd name="connsiteY36-48816" fmla="*/ 217 h 4213"/>
                    <a:gd name="connsiteX37-48817" fmla="*/ 915 w 2254"/>
                    <a:gd name="connsiteY37-48818" fmla="*/ 56 h 4213"/>
                    <a:gd name="connsiteX38-48819" fmla="*/ 1088 w 2254"/>
                    <a:gd name="connsiteY38-48820" fmla="*/ 2 h 4213"/>
                    <a:gd name="connsiteX39-48821" fmla="*/ 1120 w 2254"/>
                    <a:gd name="connsiteY39-48822" fmla="*/ 49 h 4213"/>
                    <a:gd name="connsiteX40-48823" fmla="*/ 1110 w 2254"/>
                    <a:gd name="connsiteY40-48824" fmla="*/ 133 h 4213"/>
                    <a:gd name="connsiteX41-48825" fmla="*/ 1049 w 2254"/>
                    <a:gd name="connsiteY41-48826" fmla="*/ 243 h 4213"/>
                    <a:gd name="connsiteX42-48827" fmla="*/ 1119 w 2254"/>
                    <a:gd name="connsiteY42-48828" fmla="*/ 301 h 4213"/>
                    <a:gd name="connsiteX43-48829" fmla="*/ 1233 w 2254"/>
                    <a:gd name="connsiteY43-48830" fmla="*/ 366 h 4213"/>
                    <a:gd name="connsiteX44-48831" fmla="*/ 1253 w 2254"/>
                    <a:gd name="connsiteY44-48832" fmla="*/ 255 h 4213"/>
                    <a:gd name="connsiteX45-48833" fmla="*/ 1387 w 2254"/>
                    <a:gd name="connsiteY45-48834" fmla="*/ 291 h 4213"/>
                    <a:gd name="connsiteX46-48835" fmla="*/ 1412 w 2254"/>
                    <a:gd name="connsiteY46-48836" fmla="*/ 331 h 4213"/>
                    <a:gd name="connsiteX47-48837" fmla="*/ 1488 w 2254"/>
                    <a:gd name="connsiteY47-48838" fmla="*/ 562 h 4213"/>
                    <a:gd name="connsiteX48-48839" fmla="*/ 1523 w 2254"/>
                    <a:gd name="connsiteY48-48840" fmla="*/ 586 h 4213"/>
                    <a:gd name="connsiteX49-48841" fmla="*/ 1615 w 2254"/>
                    <a:gd name="connsiteY49-48842" fmla="*/ 578 h 4213"/>
                    <a:gd name="connsiteX50-48843" fmla="*/ 1875 w 2254"/>
                    <a:gd name="connsiteY50-48844" fmla="*/ 490 h 4213"/>
                    <a:gd name="connsiteX51-48845" fmla="*/ 2095 w 2254"/>
                    <a:gd name="connsiteY51-48846" fmla="*/ 479 h 4213"/>
                    <a:gd name="connsiteX52-48847" fmla="*/ 2155 w 2254"/>
                    <a:gd name="connsiteY52-48848" fmla="*/ 648 h 4213"/>
                    <a:gd name="connsiteX53-48849" fmla="*/ 2073 w 2254"/>
                    <a:gd name="connsiteY53-48850" fmla="*/ 944 h 4213"/>
                    <a:gd name="connsiteX54-48851" fmla="*/ 2073 w 2254"/>
                    <a:gd name="connsiteY54-48852" fmla="*/ 1022 h 4213"/>
                    <a:gd name="connsiteX55-48853" fmla="*/ 2142 w 2254"/>
                    <a:gd name="connsiteY55-48854" fmla="*/ 1168 h 4213"/>
                    <a:gd name="connsiteX56-48855" fmla="*/ 2157 w 2254"/>
                    <a:gd name="connsiteY56-48856" fmla="*/ 1427 h 4213"/>
                    <a:gd name="connsiteX57-48857" fmla="*/ 2159 w 2254"/>
                    <a:gd name="connsiteY57-48858" fmla="*/ 1617 h 4213"/>
                    <a:gd name="connsiteX58-48859" fmla="*/ 2092 w 2254"/>
                    <a:gd name="connsiteY58-48860" fmla="*/ 1625 h 4213"/>
                    <a:gd name="connsiteX59-48861" fmla="*/ 2070 w 2254"/>
                    <a:gd name="connsiteY59-48862" fmla="*/ 1507 h 4213"/>
                    <a:gd name="connsiteX60-48863" fmla="*/ 2035 w 2254"/>
                    <a:gd name="connsiteY60-48864" fmla="*/ 1450 h 4213"/>
                    <a:gd name="connsiteX61-48865" fmla="*/ 1945 w 2254"/>
                    <a:gd name="connsiteY61-48866" fmla="*/ 1582 h 4213"/>
                    <a:gd name="connsiteX62-48867" fmla="*/ 1832 w 2254"/>
                    <a:gd name="connsiteY62-48868" fmla="*/ 1776 h 4213"/>
                    <a:gd name="connsiteX63-48869" fmla="*/ 1713 w 2254"/>
                    <a:gd name="connsiteY63-48870" fmla="*/ 1904 h 4213"/>
                    <a:gd name="connsiteX64-48871" fmla="*/ 1706 w 2254"/>
                    <a:gd name="connsiteY64-48872" fmla="*/ 2018 h 4213"/>
                    <a:gd name="connsiteX65-48873" fmla="*/ 1766 w 2254"/>
                    <a:gd name="connsiteY65-48874" fmla="*/ 2115 h 4213"/>
                    <a:gd name="connsiteX66-48875" fmla="*/ 1868 w 2254"/>
                    <a:gd name="connsiteY66-48876" fmla="*/ 2183 h 4213"/>
                    <a:gd name="connsiteX67-48877" fmla="*/ 1945 w 2254"/>
                    <a:gd name="connsiteY67-48878" fmla="*/ 2178 h 4213"/>
                    <a:gd name="connsiteX68-48879" fmla="*/ 1990 w 2254"/>
                    <a:gd name="connsiteY68-48880" fmla="*/ 2104 h 4213"/>
                    <a:gd name="connsiteX69-48881" fmla="*/ 2024 w 2254"/>
                    <a:gd name="connsiteY69-48882" fmla="*/ 2210 h 4213"/>
                    <a:gd name="connsiteX70-48883" fmla="*/ 1912 w 2254"/>
                    <a:gd name="connsiteY70-48884" fmla="*/ 2249 h 4213"/>
                    <a:gd name="connsiteX71-48885" fmla="*/ 1959 w 2254"/>
                    <a:gd name="connsiteY71-48886" fmla="*/ 2362 h 4213"/>
                    <a:gd name="connsiteX72-48887" fmla="*/ 1824 w 2254"/>
                    <a:gd name="connsiteY72-48888" fmla="*/ 2509 h 4213"/>
                    <a:gd name="connsiteX73-48889" fmla="*/ 1783 w 2254"/>
                    <a:gd name="connsiteY73-48890" fmla="*/ 2498 h 4213"/>
                    <a:gd name="connsiteX74-48891" fmla="*/ 1659 w 2254"/>
                    <a:gd name="connsiteY74-48892" fmla="*/ 2413 h 4213"/>
                    <a:gd name="connsiteX75-48893" fmla="*/ 1604 w 2254"/>
                    <a:gd name="connsiteY75-48894" fmla="*/ 2412 h 4213"/>
                    <a:gd name="connsiteX76-48895" fmla="*/ 1569 w 2254"/>
                    <a:gd name="connsiteY76-48896" fmla="*/ 2480 h 4213"/>
                    <a:gd name="connsiteX77-48897" fmla="*/ 1572 w 2254"/>
                    <a:gd name="connsiteY77-48898" fmla="*/ 2562 h 4213"/>
                    <a:gd name="connsiteX78-48899" fmla="*/ 1750 w 2254"/>
                    <a:gd name="connsiteY78-48900" fmla="*/ 2730 h 4213"/>
                    <a:gd name="connsiteX79-48901" fmla="*/ 1749 w 2254"/>
                    <a:gd name="connsiteY79-48902" fmla="*/ 2844 h 4213"/>
                    <a:gd name="connsiteX80-48903" fmla="*/ 1840 w 2254"/>
                    <a:gd name="connsiteY80-48904" fmla="*/ 3060 h 4213"/>
                    <a:gd name="connsiteX81-48905" fmla="*/ 1866 w 2254"/>
                    <a:gd name="connsiteY81-48906" fmla="*/ 3090 h 4213"/>
                    <a:gd name="connsiteX82-48907" fmla="*/ 1910 w 2254"/>
                    <a:gd name="connsiteY82-48908" fmla="*/ 3094 h 4213"/>
                    <a:gd name="connsiteX83-48909" fmla="*/ 1956 w 2254"/>
                    <a:gd name="connsiteY83-48910" fmla="*/ 3010 h 4213"/>
                    <a:gd name="connsiteX84-48911" fmla="*/ 2036 w 2254"/>
                    <a:gd name="connsiteY84-48912" fmla="*/ 2950 h 4213"/>
                    <a:gd name="connsiteX85-48913" fmla="*/ 2131 w 2254"/>
                    <a:gd name="connsiteY85-48914" fmla="*/ 3126 h 4213"/>
                    <a:gd name="connsiteX86-48915" fmla="*/ 2241 w 2254"/>
                    <a:gd name="connsiteY86-48916" fmla="*/ 3312 h 4213"/>
                    <a:gd name="connsiteX87-48917" fmla="*/ 2254 w 2254"/>
                    <a:gd name="connsiteY87-48918" fmla="*/ 3342 h 4213"/>
                    <a:gd name="connsiteX88-48919" fmla="*/ 2243 w 2254"/>
                    <a:gd name="connsiteY88-48920" fmla="*/ 3518 h 4213"/>
                    <a:gd name="connsiteX89-48921" fmla="*/ 2208 w 2254"/>
                    <a:gd name="connsiteY89-48922" fmla="*/ 3554 h 4213"/>
                    <a:gd name="connsiteX90-48923" fmla="*/ 2119 w 2254"/>
                    <a:gd name="connsiteY90-48924" fmla="*/ 3515 h 4213"/>
                    <a:gd name="connsiteX91-48925" fmla="*/ 1885 w 2254"/>
                    <a:gd name="connsiteY91-48926" fmla="*/ 3644 h 4213"/>
                    <a:gd name="connsiteX92-48927" fmla="*/ 1859 w 2254"/>
                    <a:gd name="connsiteY92-48928" fmla="*/ 3666 h 4213"/>
                    <a:gd name="connsiteX93-48929" fmla="*/ 1679 w 2254"/>
                    <a:gd name="connsiteY93-48930" fmla="*/ 3812 h 4213"/>
                    <a:gd name="connsiteX94-48931" fmla="*/ 1538 w 2254"/>
                    <a:gd name="connsiteY94-48932" fmla="*/ 3926 h 4213"/>
                    <a:gd name="connsiteX95-48933" fmla="*/ 1503 w 2254"/>
                    <a:gd name="connsiteY95-48934" fmla="*/ 3965 h 4213"/>
                    <a:gd name="connsiteX96-48935" fmla="*/ 1451 w 2254"/>
                    <a:gd name="connsiteY96-48936" fmla="*/ 3973 h 4213"/>
                    <a:gd name="connsiteX97-48937" fmla="*/ 1394 w 2254"/>
                    <a:gd name="connsiteY97-48938" fmla="*/ 3916 h 4213"/>
                    <a:gd name="connsiteX98-48939" fmla="*/ 1270 w 2254"/>
                    <a:gd name="connsiteY98-48940" fmla="*/ 3808 h 4213"/>
                    <a:gd name="connsiteX99-48941" fmla="*/ 1294 w 2254"/>
                    <a:gd name="connsiteY99-48942" fmla="*/ 4064 h 4213"/>
                    <a:gd name="connsiteX100-48943" fmla="*/ 1303 w 2254"/>
                    <a:gd name="connsiteY100-48944" fmla="*/ 4192 h 4213"/>
                    <a:gd name="connsiteX101-48945" fmla="*/ 1041 w 2254"/>
                    <a:gd name="connsiteY101-48946" fmla="*/ 4166 h 4213"/>
                    <a:gd name="connsiteX102-48947" fmla="*/ 959 w 2254"/>
                    <a:gd name="connsiteY102-48948" fmla="*/ 3987 h 4213"/>
                    <a:gd name="connsiteX103-48949" fmla="*/ 877 w 2254"/>
                    <a:gd name="connsiteY103-48950" fmla="*/ 3802 h 4213"/>
                    <a:gd name="connsiteX104-48951" fmla="*/ 798 w 2254"/>
                    <a:gd name="connsiteY104-48952" fmla="*/ 3734 h 4213"/>
                    <a:gd name="connsiteX0-48953" fmla="*/ 798 w 2254"/>
                    <a:gd name="connsiteY0-48954" fmla="*/ 3734 h 4213"/>
                    <a:gd name="connsiteX1-48955" fmla="*/ 679 w 2254"/>
                    <a:gd name="connsiteY1-48956" fmla="*/ 3800 h 4213"/>
                    <a:gd name="connsiteX2-48957" fmla="*/ 695 w 2254"/>
                    <a:gd name="connsiteY2-48958" fmla="*/ 3662 h 4213"/>
                    <a:gd name="connsiteX3-48959" fmla="*/ 633 w 2254"/>
                    <a:gd name="connsiteY3-48960" fmla="*/ 3500 h 4213"/>
                    <a:gd name="connsiteX4-48961" fmla="*/ 742 w 2254"/>
                    <a:gd name="connsiteY4-48962" fmla="*/ 3280 h 4213"/>
                    <a:gd name="connsiteX5-48963" fmla="*/ 932 w 2254"/>
                    <a:gd name="connsiteY5-48964" fmla="*/ 3195 h 4213"/>
                    <a:gd name="connsiteX6-48965" fmla="*/ 1107 w 2254"/>
                    <a:gd name="connsiteY6-48966" fmla="*/ 3058 h 4213"/>
                    <a:gd name="connsiteX7-48967" fmla="*/ 1112 w 2254"/>
                    <a:gd name="connsiteY7-48968" fmla="*/ 2878 h 4213"/>
                    <a:gd name="connsiteX8-48969" fmla="*/ 1215 w 2254"/>
                    <a:gd name="connsiteY8-48970" fmla="*/ 2615 h 4213"/>
                    <a:gd name="connsiteX9-48971" fmla="*/ 1184 w 2254"/>
                    <a:gd name="connsiteY9-48972" fmla="*/ 2346 h 4213"/>
                    <a:gd name="connsiteX10-48973" fmla="*/ 1068 w 2254"/>
                    <a:gd name="connsiteY10-48974" fmla="*/ 2333 h 4213"/>
                    <a:gd name="connsiteX11-48975" fmla="*/ 1066 w 2254"/>
                    <a:gd name="connsiteY11-48976" fmla="*/ 2117 h 4213"/>
                    <a:gd name="connsiteX12-48977" fmla="*/ 990 w 2254"/>
                    <a:gd name="connsiteY12-48978" fmla="*/ 2039 h 4213"/>
                    <a:gd name="connsiteX13-48979" fmla="*/ 847 w 2254"/>
                    <a:gd name="connsiteY13-48980" fmla="*/ 1951 h 4213"/>
                    <a:gd name="connsiteX14-48981" fmla="*/ 755 w 2254"/>
                    <a:gd name="connsiteY14-48982" fmla="*/ 1827 h 4213"/>
                    <a:gd name="connsiteX15-48983" fmla="*/ 659 w 2254"/>
                    <a:gd name="connsiteY15-48984" fmla="*/ 1828 h 4213"/>
                    <a:gd name="connsiteX16-48985" fmla="*/ 614 w 2254"/>
                    <a:gd name="connsiteY16-48986" fmla="*/ 1883 h 4213"/>
                    <a:gd name="connsiteX17-48987" fmla="*/ 521 w 2254"/>
                    <a:gd name="connsiteY17-48988" fmla="*/ 1877 h 4213"/>
                    <a:gd name="connsiteX18-48989" fmla="*/ 501 w 2254"/>
                    <a:gd name="connsiteY18-48990" fmla="*/ 1994 h 4213"/>
                    <a:gd name="connsiteX19-48991" fmla="*/ 320 w 2254"/>
                    <a:gd name="connsiteY19-48992" fmla="*/ 1941 h 4213"/>
                    <a:gd name="connsiteX20-48993" fmla="*/ 237 w 2254"/>
                    <a:gd name="connsiteY20-48994" fmla="*/ 1939 h 4213"/>
                    <a:gd name="connsiteX21-48995" fmla="*/ 112 w 2254"/>
                    <a:gd name="connsiteY21-48996" fmla="*/ 2014 h 4213"/>
                    <a:gd name="connsiteX22-48997" fmla="*/ 0 w 2254"/>
                    <a:gd name="connsiteY22-48998" fmla="*/ 1890 h 4213"/>
                    <a:gd name="connsiteX23-48999" fmla="*/ 94 w 2254"/>
                    <a:gd name="connsiteY23-49000" fmla="*/ 1804 h 4213"/>
                    <a:gd name="connsiteX24-49001" fmla="*/ 98 w 2254"/>
                    <a:gd name="connsiteY24-49002" fmla="*/ 1634 h 4213"/>
                    <a:gd name="connsiteX25-49003" fmla="*/ 153 w 2254"/>
                    <a:gd name="connsiteY25-49004" fmla="*/ 1514 h 4213"/>
                    <a:gd name="connsiteX26-49005" fmla="*/ 196 w 2254"/>
                    <a:gd name="connsiteY26-49006" fmla="*/ 1306 h 4213"/>
                    <a:gd name="connsiteX27-49007" fmla="*/ 256 w 2254"/>
                    <a:gd name="connsiteY27-49008" fmla="*/ 1307 h 4213"/>
                    <a:gd name="connsiteX28-49009" fmla="*/ 579 w 2254"/>
                    <a:gd name="connsiteY28-49010" fmla="*/ 1286 h 4213"/>
                    <a:gd name="connsiteX29-49011" fmla="*/ 753 w 2254"/>
                    <a:gd name="connsiteY29-49012" fmla="*/ 1117 h 4213"/>
                    <a:gd name="connsiteX30-49013" fmla="*/ 822 w 2254"/>
                    <a:gd name="connsiteY30-49014" fmla="*/ 748 h 4213"/>
                    <a:gd name="connsiteX31-49015" fmla="*/ 932 w 2254"/>
                    <a:gd name="connsiteY31-49016" fmla="*/ 486 h 4213"/>
                    <a:gd name="connsiteX32-49017" fmla="*/ 930 w 2254"/>
                    <a:gd name="connsiteY32-49018" fmla="*/ 358 h 4213"/>
                    <a:gd name="connsiteX33-49019" fmla="*/ 917 w 2254"/>
                    <a:gd name="connsiteY33-49020" fmla="*/ 328 h 4213"/>
                    <a:gd name="connsiteX34-49021" fmla="*/ 850 w 2254"/>
                    <a:gd name="connsiteY34-49022" fmla="*/ 251 h 4213"/>
                    <a:gd name="connsiteX35-49023" fmla="*/ 790 w 2254"/>
                    <a:gd name="connsiteY35-49024" fmla="*/ 217 h 4213"/>
                    <a:gd name="connsiteX36-49025" fmla="*/ 915 w 2254"/>
                    <a:gd name="connsiteY36-49026" fmla="*/ 56 h 4213"/>
                    <a:gd name="connsiteX37-49027" fmla="*/ 1088 w 2254"/>
                    <a:gd name="connsiteY37-49028" fmla="*/ 2 h 4213"/>
                    <a:gd name="connsiteX38-49029" fmla="*/ 1120 w 2254"/>
                    <a:gd name="connsiteY38-49030" fmla="*/ 49 h 4213"/>
                    <a:gd name="connsiteX39-49031" fmla="*/ 1110 w 2254"/>
                    <a:gd name="connsiteY39-49032" fmla="*/ 133 h 4213"/>
                    <a:gd name="connsiteX40-49033" fmla="*/ 1049 w 2254"/>
                    <a:gd name="connsiteY40-49034" fmla="*/ 243 h 4213"/>
                    <a:gd name="connsiteX41-49035" fmla="*/ 1119 w 2254"/>
                    <a:gd name="connsiteY41-49036" fmla="*/ 301 h 4213"/>
                    <a:gd name="connsiteX42-49037" fmla="*/ 1233 w 2254"/>
                    <a:gd name="connsiteY42-49038" fmla="*/ 366 h 4213"/>
                    <a:gd name="connsiteX43-49039" fmla="*/ 1253 w 2254"/>
                    <a:gd name="connsiteY43-49040" fmla="*/ 255 h 4213"/>
                    <a:gd name="connsiteX44-49041" fmla="*/ 1387 w 2254"/>
                    <a:gd name="connsiteY44-49042" fmla="*/ 291 h 4213"/>
                    <a:gd name="connsiteX45-49043" fmla="*/ 1412 w 2254"/>
                    <a:gd name="connsiteY45-49044" fmla="*/ 331 h 4213"/>
                    <a:gd name="connsiteX46-49045" fmla="*/ 1488 w 2254"/>
                    <a:gd name="connsiteY46-49046" fmla="*/ 562 h 4213"/>
                    <a:gd name="connsiteX47-49047" fmla="*/ 1523 w 2254"/>
                    <a:gd name="connsiteY47-49048" fmla="*/ 586 h 4213"/>
                    <a:gd name="connsiteX48-49049" fmla="*/ 1615 w 2254"/>
                    <a:gd name="connsiteY48-49050" fmla="*/ 578 h 4213"/>
                    <a:gd name="connsiteX49-49051" fmla="*/ 1875 w 2254"/>
                    <a:gd name="connsiteY49-49052" fmla="*/ 490 h 4213"/>
                    <a:gd name="connsiteX50-49053" fmla="*/ 2095 w 2254"/>
                    <a:gd name="connsiteY50-49054" fmla="*/ 479 h 4213"/>
                    <a:gd name="connsiteX51-49055" fmla="*/ 2155 w 2254"/>
                    <a:gd name="connsiteY51-49056" fmla="*/ 648 h 4213"/>
                    <a:gd name="connsiteX52-49057" fmla="*/ 2073 w 2254"/>
                    <a:gd name="connsiteY52-49058" fmla="*/ 944 h 4213"/>
                    <a:gd name="connsiteX53-49059" fmla="*/ 2073 w 2254"/>
                    <a:gd name="connsiteY53-49060" fmla="*/ 1022 h 4213"/>
                    <a:gd name="connsiteX54-49061" fmla="*/ 2142 w 2254"/>
                    <a:gd name="connsiteY54-49062" fmla="*/ 1168 h 4213"/>
                    <a:gd name="connsiteX55-49063" fmla="*/ 2157 w 2254"/>
                    <a:gd name="connsiteY55-49064" fmla="*/ 1427 h 4213"/>
                    <a:gd name="connsiteX56-49065" fmla="*/ 2159 w 2254"/>
                    <a:gd name="connsiteY56-49066" fmla="*/ 1617 h 4213"/>
                    <a:gd name="connsiteX57-49067" fmla="*/ 2092 w 2254"/>
                    <a:gd name="connsiteY57-49068" fmla="*/ 1625 h 4213"/>
                    <a:gd name="connsiteX58-49069" fmla="*/ 2070 w 2254"/>
                    <a:gd name="connsiteY58-49070" fmla="*/ 1507 h 4213"/>
                    <a:gd name="connsiteX59-49071" fmla="*/ 2035 w 2254"/>
                    <a:gd name="connsiteY59-49072" fmla="*/ 1450 h 4213"/>
                    <a:gd name="connsiteX60-49073" fmla="*/ 1945 w 2254"/>
                    <a:gd name="connsiteY60-49074" fmla="*/ 1582 h 4213"/>
                    <a:gd name="connsiteX61-49075" fmla="*/ 1832 w 2254"/>
                    <a:gd name="connsiteY61-49076" fmla="*/ 1776 h 4213"/>
                    <a:gd name="connsiteX62-49077" fmla="*/ 1713 w 2254"/>
                    <a:gd name="connsiteY62-49078" fmla="*/ 1904 h 4213"/>
                    <a:gd name="connsiteX63-49079" fmla="*/ 1706 w 2254"/>
                    <a:gd name="connsiteY63-49080" fmla="*/ 2018 h 4213"/>
                    <a:gd name="connsiteX64-49081" fmla="*/ 1766 w 2254"/>
                    <a:gd name="connsiteY64-49082" fmla="*/ 2115 h 4213"/>
                    <a:gd name="connsiteX65-49083" fmla="*/ 1868 w 2254"/>
                    <a:gd name="connsiteY65-49084" fmla="*/ 2183 h 4213"/>
                    <a:gd name="connsiteX66-49085" fmla="*/ 1945 w 2254"/>
                    <a:gd name="connsiteY66-49086" fmla="*/ 2178 h 4213"/>
                    <a:gd name="connsiteX67-49087" fmla="*/ 1990 w 2254"/>
                    <a:gd name="connsiteY67-49088" fmla="*/ 2104 h 4213"/>
                    <a:gd name="connsiteX68-49089" fmla="*/ 2024 w 2254"/>
                    <a:gd name="connsiteY68-49090" fmla="*/ 2210 h 4213"/>
                    <a:gd name="connsiteX69-49091" fmla="*/ 1912 w 2254"/>
                    <a:gd name="connsiteY69-49092" fmla="*/ 2249 h 4213"/>
                    <a:gd name="connsiteX70-49093" fmla="*/ 1959 w 2254"/>
                    <a:gd name="connsiteY70-49094" fmla="*/ 2362 h 4213"/>
                    <a:gd name="connsiteX71-49095" fmla="*/ 1824 w 2254"/>
                    <a:gd name="connsiteY71-49096" fmla="*/ 2509 h 4213"/>
                    <a:gd name="connsiteX72-49097" fmla="*/ 1783 w 2254"/>
                    <a:gd name="connsiteY72-49098" fmla="*/ 2498 h 4213"/>
                    <a:gd name="connsiteX73-49099" fmla="*/ 1659 w 2254"/>
                    <a:gd name="connsiteY73-49100" fmla="*/ 2413 h 4213"/>
                    <a:gd name="connsiteX74-49101" fmla="*/ 1604 w 2254"/>
                    <a:gd name="connsiteY74-49102" fmla="*/ 2412 h 4213"/>
                    <a:gd name="connsiteX75-49103" fmla="*/ 1569 w 2254"/>
                    <a:gd name="connsiteY75-49104" fmla="*/ 2480 h 4213"/>
                    <a:gd name="connsiteX76-49105" fmla="*/ 1572 w 2254"/>
                    <a:gd name="connsiteY76-49106" fmla="*/ 2562 h 4213"/>
                    <a:gd name="connsiteX77-49107" fmla="*/ 1750 w 2254"/>
                    <a:gd name="connsiteY77-49108" fmla="*/ 2730 h 4213"/>
                    <a:gd name="connsiteX78-49109" fmla="*/ 1749 w 2254"/>
                    <a:gd name="connsiteY78-49110" fmla="*/ 2844 h 4213"/>
                    <a:gd name="connsiteX79-49111" fmla="*/ 1840 w 2254"/>
                    <a:gd name="connsiteY79-49112" fmla="*/ 3060 h 4213"/>
                    <a:gd name="connsiteX80-49113" fmla="*/ 1866 w 2254"/>
                    <a:gd name="connsiteY80-49114" fmla="*/ 3090 h 4213"/>
                    <a:gd name="connsiteX81-49115" fmla="*/ 1910 w 2254"/>
                    <a:gd name="connsiteY81-49116" fmla="*/ 3094 h 4213"/>
                    <a:gd name="connsiteX82-49117" fmla="*/ 1956 w 2254"/>
                    <a:gd name="connsiteY82-49118" fmla="*/ 3010 h 4213"/>
                    <a:gd name="connsiteX83-49119" fmla="*/ 2036 w 2254"/>
                    <a:gd name="connsiteY83-49120" fmla="*/ 2950 h 4213"/>
                    <a:gd name="connsiteX84-49121" fmla="*/ 2131 w 2254"/>
                    <a:gd name="connsiteY84-49122" fmla="*/ 3126 h 4213"/>
                    <a:gd name="connsiteX85-49123" fmla="*/ 2241 w 2254"/>
                    <a:gd name="connsiteY85-49124" fmla="*/ 3312 h 4213"/>
                    <a:gd name="connsiteX86-49125" fmla="*/ 2254 w 2254"/>
                    <a:gd name="connsiteY86-49126" fmla="*/ 3342 h 4213"/>
                    <a:gd name="connsiteX87-49127" fmla="*/ 2243 w 2254"/>
                    <a:gd name="connsiteY87-49128" fmla="*/ 3518 h 4213"/>
                    <a:gd name="connsiteX88-49129" fmla="*/ 2208 w 2254"/>
                    <a:gd name="connsiteY88-49130" fmla="*/ 3554 h 4213"/>
                    <a:gd name="connsiteX89-49131" fmla="*/ 2119 w 2254"/>
                    <a:gd name="connsiteY89-49132" fmla="*/ 3515 h 4213"/>
                    <a:gd name="connsiteX90-49133" fmla="*/ 1885 w 2254"/>
                    <a:gd name="connsiteY90-49134" fmla="*/ 3644 h 4213"/>
                    <a:gd name="connsiteX91-49135" fmla="*/ 1859 w 2254"/>
                    <a:gd name="connsiteY91-49136" fmla="*/ 3666 h 4213"/>
                    <a:gd name="connsiteX92-49137" fmla="*/ 1679 w 2254"/>
                    <a:gd name="connsiteY92-49138" fmla="*/ 3812 h 4213"/>
                    <a:gd name="connsiteX93-49139" fmla="*/ 1538 w 2254"/>
                    <a:gd name="connsiteY93-49140" fmla="*/ 3926 h 4213"/>
                    <a:gd name="connsiteX94-49141" fmla="*/ 1503 w 2254"/>
                    <a:gd name="connsiteY94-49142" fmla="*/ 3965 h 4213"/>
                    <a:gd name="connsiteX95-49143" fmla="*/ 1451 w 2254"/>
                    <a:gd name="connsiteY95-49144" fmla="*/ 3973 h 4213"/>
                    <a:gd name="connsiteX96-49145" fmla="*/ 1394 w 2254"/>
                    <a:gd name="connsiteY96-49146" fmla="*/ 3916 h 4213"/>
                    <a:gd name="connsiteX97-49147" fmla="*/ 1270 w 2254"/>
                    <a:gd name="connsiteY97-49148" fmla="*/ 3808 h 4213"/>
                    <a:gd name="connsiteX98-49149" fmla="*/ 1294 w 2254"/>
                    <a:gd name="connsiteY98-49150" fmla="*/ 4064 h 4213"/>
                    <a:gd name="connsiteX99-49151" fmla="*/ 1303 w 2254"/>
                    <a:gd name="connsiteY99-49152" fmla="*/ 4192 h 4213"/>
                    <a:gd name="connsiteX100-49153" fmla="*/ 1041 w 2254"/>
                    <a:gd name="connsiteY100-49154" fmla="*/ 4166 h 4213"/>
                    <a:gd name="connsiteX101-49155" fmla="*/ 959 w 2254"/>
                    <a:gd name="connsiteY101-49156" fmla="*/ 3987 h 4213"/>
                    <a:gd name="connsiteX102-49157" fmla="*/ 877 w 2254"/>
                    <a:gd name="connsiteY102-49158" fmla="*/ 3802 h 4213"/>
                    <a:gd name="connsiteX103-49159" fmla="*/ 798 w 2254"/>
                    <a:gd name="connsiteY103-49160" fmla="*/ 3734 h 4213"/>
                    <a:gd name="connsiteX0-49161" fmla="*/ 798 w 2254"/>
                    <a:gd name="connsiteY0-49162" fmla="*/ 3734 h 4213"/>
                    <a:gd name="connsiteX1-49163" fmla="*/ 679 w 2254"/>
                    <a:gd name="connsiteY1-49164" fmla="*/ 3800 h 4213"/>
                    <a:gd name="connsiteX2-49165" fmla="*/ 695 w 2254"/>
                    <a:gd name="connsiteY2-49166" fmla="*/ 3662 h 4213"/>
                    <a:gd name="connsiteX3-49167" fmla="*/ 633 w 2254"/>
                    <a:gd name="connsiteY3-49168" fmla="*/ 3500 h 4213"/>
                    <a:gd name="connsiteX4-49169" fmla="*/ 742 w 2254"/>
                    <a:gd name="connsiteY4-49170" fmla="*/ 3280 h 4213"/>
                    <a:gd name="connsiteX5-49171" fmla="*/ 932 w 2254"/>
                    <a:gd name="connsiteY5-49172" fmla="*/ 3195 h 4213"/>
                    <a:gd name="connsiteX6-49173" fmla="*/ 1107 w 2254"/>
                    <a:gd name="connsiteY6-49174" fmla="*/ 3058 h 4213"/>
                    <a:gd name="connsiteX7-49175" fmla="*/ 1112 w 2254"/>
                    <a:gd name="connsiteY7-49176" fmla="*/ 2878 h 4213"/>
                    <a:gd name="connsiteX8-49177" fmla="*/ 1215 w 2254"/>
                    <a:gd name="connsiteY8-49178" fmla="*/ 2615 h 4213"/>
                    <a:gd name="connsiteX9-49179" fmla="*/ 1184 w 2254"/>
                    <a:gd name="connsiteY9-49180" fmla="*/ 2346 h 4213"/>
                    <a:gd name="connsiteX10-49181" fmla="*/ 1068 w 2254"/>
                    <a:gd name="connsiteY10-49182" fmla="*/ 2333 h 4213"/>
                    <a:gd name="connsiteX11-49183" fmla="*/ 1066 w 2254"/>
                    <a:gd name="connsiteY11-49184" fmla="*/ 2117 h 4213"/>
                    <a:gd name="connsiteX12-49185" fmla="*/ 990 w 2254"/>
                    <a:gd name="connsiteY12-49186" fmla="*/ 2039 h 4213"/>
                    <a:gd name="connsiteX13-49187" fmla="*/ 847 w 2254"/>
                    <a:gd name="connsiteY13-49188" fmla="*/ 1951 h 4213"/>
                    <a:gd name="connsiteX14-49189" fmla="*/ 755 w 2254"/>
                    <a:gd name="connsiteY14-49190" fmla="*/ 1827 h 4213"/>
                    <a:gd name="connsiteX15-49191" fmla="*/ 659 w 2254"/>
                    <a:gd name="connsiteY15-49192" fmla="*/ 1828 h 4213"/>
                    <a:gd name="connsiteX16-49193" fmla="*/ 614 w 2254"/>
                    <a:gd name="connsiteY16-49194" fmla="*/ 1883 h 4213"/>
                    <a:gd name="connsiteX17-49195" fmla="*/ 521 w 2254"/>
                    <a:gd name="connsiteY17-49196" fmla="*/ 1877 h 4213"/>
                    <a:gd name="connsiteX18-49197" fmla="*/ 501 w 2254"/>
                    <a:gd name="connsiteY18-49198" fmla="*/ 1994 h 4213"/>
                    <a:gd name="connsiteX19-49199" fmla="*/ 320 w 2254"/>
                    <a:gd name="connsiteY19-49200" fmla="*/ 1941 h 4213"/>
                    <a:gd name="connsiteX20-49201" fmla="*/ 237 w 2254"/>
                    <a:gd name="connsiteY20-49202" fmla="*/ 1939 h 4213"/>
                    <a:gd name="connsiteX21-49203" fmla="*/ 112 w 2254"/>
                    <a:gd name="connsiteY21-49204" fmla="*/ 2014 h 4213"/>
                    <a:gd name="connsiteX22-49205" fmla="*/ 0 w 2254"/>
                    <a:gd name="connsiteY22-49206" fmla="*/ 1890 h 4213"/>
                    <a:gd name="connsiteX23-49207" fmla="*/ 94 w 2254"/>
                    <a:gd name="connsiteY23-49208" fmla="*/ 1804 h 4213"/>
                    <a:gd name="connsiteX24-49209" fmla="*/ 98 w 2254"/>
                    <a:gd name="connsiteY24-49210" fmla="*/ 1634 h 4213"/>
                    <a:gd name="connsiteX25-49211" fmla="*/ 153 w 2254"/>
                    <a:gd name="connsiteY25-49212" fmla="*/ 1514 h 4213"/>
                    <a:gd name="connsiteX26-49213" fmla="*/ 196 w 2254"/>
                    <a:gd name="connsiteY26-49214" fmla="*/ 1306 h 4213"/>
                    <a:gd name="connsiteX27-49215" fmla="*/ 256 w 2254"/>
                    <a:gd name="connsiteY27-49216" fmla="*/ 1307 h 4213"/>
                    <a:gd name="connsiteX28-49217" fmla="*/ 579 w 2254"/>
                    <a:gd name="connsiteY28-49218" fmla="*/ 1286 h 4213"/>
                    <a:gd name="connsiteX29-49219" fmla="*/ 753 w 2254"/>
                    <a:gd name="connsiteY29-49220" fmla="*/ 1117 h 4213"/>
                    <a:gd name="connsiteX30-49221" fmla="*/ 822 w 2254"/>
                    <a:gd name="connsiteY30-49222" fmla="*/ 748 h 4213"/>
                    <a:gd name="connsiteX31-49223" fmla="*/ 932 w 2254"/>
                    <a:gd name="connsiteY31-49224" fmla="*/ 486 h 4213"/>
                    <a:gd name="connsiteX32-49225" fmla="*/ 930 w 2254"/>
                    <a:gd name="connsiteY32-49226" fmla="*/ 358 h 4213"/>
                    <a:gd name="connsiteX33-49227" fmla="*/ 917 w 2254"/>
                    <a:gd name="connsiteY33-49228" fmla="*/ 328 h 4213"/>
                    <a:gd name="connsiteX34-49229" fmla="*/ 850 w 2254"/>
                    <a:gd name="connsiteY34-49230" fmla="*/ 251 h 4213"/>
                    <a:gd name="connsiteX35-49231" fmla="*/ 790 w 2254"/>
                    <a:gd name="connsiteY35-49232" fmla="*/ 217 h 4213"/>
                    <a:gd name="connsiteX36-49233" fmla="*/ 915 w 2254"/>
                    <a:gd name="connsiteY36-49234" fmla="*/ 56 h 4213"/>
                    <a:gd name="connsiteX37-49235" fmla="*/ 1088 w 2254"/>
                    <a:gd name="connsiteY37-49236" fmla="*/ 2 h 4213"/>
                    <a:gd name="connsiteX38-49237" fmla="*/ 1120 w 2254"/>
                    <a:gd name="connsiteY38-49238" fmla="*/ 49 h 4213"/>
                    <a:gd name="connsiteX39-49239" fmla="*/ 1110 w 2254"/>
                    <a:gd name="connsiteY39-49240" fmla="*/ 133 h 4213"/>
                    <a:gd name="connsiteX40-49241" fmla="*/ 1049 w 2254"/>
                    <a:gd name="connsiteY40-49242" fmla="*/ 243 h 4213"/>
                    <a:gd name="connsiteX41-49243" fmla="*/ 1119 w 2254"/>
                    <a:gd name="connsiteY41-49244" fmla="*/ 301 h 4213"/>
                    <a:gd name="connsiteX42-49245" fmla="*/ 1233 w 2254"/>
                    <a:gd name="connsiteY42-49246" fmla="*/ 366 h 4213"/>
                    <a:gd name="connsiteX43-49247" fmla="*/ 1253 w 2254"/>
                    <a:gd name="connsiteY43-49248" fmla="*/ 255 h 4213"/>
                    <a:gd name="connsiteX44-49249" fmla="*/ 1387 w 2254"/>
                    <a:gd name="connsiteY44-49250" fmla="*/ 291 h 4213"/>
                    <a:gd name="connsiteX45-49251" fmla="*/ 1412 w 2254"/>
                    <a:gd name="connsiteY45-49252" fmla="*/ 331 h 4213"/>
                    <a:gd name="connsiteX46-49253" fmla="*/ 1488 w 2254"/>
                    <a:gd name="connsiteY46-49254" fmla="*/ 562 h 4213"/>
                    <a:gd name="connsiteX47-49255" fmla="*/ 1523 w 2254"/>
                    <a:gd name="connsiteY47-49256" fmla="*/ 586 h 4213"/>
                    <a:gd name="connsiteX48-49257" fmla="*/ 1615 w 2254"/>
                    <a:gd name="connsiteY48-49258" fmla="*/ 578 h 4213"/>
                    <a:gd name="connsiteX49-49259" fmla="*/ 1875 w 2254"/>
                    <a:gd name="connsiteY49-49260" fmla="*/ 490 h 4213"/>
                    <a:gd name="connsiteX50-49261" fmla="*/ 2095 w 2254"/>
                    <a:gd name="connsiteY50-49262" fmla="*/ 479 h 4213"/>
                    <a:gd name="connsiteX51-49263" fmla="*/ 2155 w 2254"/>
                    <a:gd name="connsiteY51-49264" fmla="*/ 648 h 4213"/>
                    <a:gd name="connsiteX52-49265" fmla="*/ 2073 w 2254"/>
                    <a:gd name="connsiteY52-49266" fmla="*/ 944 h 4213"/>
                    <a:gd name="connsiteX53-49267" fmla="*/ 2073 w 2254"/>
                    <a:gd name="connsiteY53-49268" fmla="*/ 1022 h 4213"/>
                    <a:gd name="connsiteX54-49269" fmla="*/ 2142 w 2254"/>
                    <a:gd name="connsiteY54-49270" fmla="*/ 1168 h 4213"/>
                    <a:gd name="connsiteX55-49271" fmla="*/ 2157 w 2254"/>
                    <a:gd name="connsiteY55-49272" fmla="*/ 1427 h 4213"/>
                    <a:gd name="connsiteX56-49273" fmla="*/ 2159 w 2254"/>
                    <a:gd name="connsiteY56-49274" fmla="*/ 1617 h 4213"/>
                    <a:gd name="connsiteX57-49275" fmla="*/ 2092 w 2254"/>
                    <a:gd name="connsiteY57-49276" fmla="*/ 1625 h 4213"/>
                    <a:gd name="connsiteX58-49277" fmla="*/ 2070 w 2254"/>
                    <a:gd name="connsiteY58-49278" fmla="*/ 1507 h 4213"/>
                    <a:gd name="connsiteX59-49279" fmla="*/ 2035 w 2254"/>
                    <a:gd name="connsiteY59-49280" fmla="*/ 1450 h 4213"/>
                    <a:gd name="connsiteX60-49281" fmla="*/ 1945 w 2254"/>
                    <a:gd name="connsiteY60-49282" fmla="*/ 1582 h 4213"/>
                    <a:gd name="connsiteX61-49283" fmla="*/ 1832 w 2254"/>
                    <a:gd name="connsiteY61-49284" fmla="*/ 1776 h 4213"/>
                    <a:gd name="connsiteX62-49285" fmla="*/ 1713 w 2254"/>
                    <a:gd name="connsiteY62-49286" fmla="*/ 1904 h 4213"/>
                    <a:gd name="connsiteX63-49287" fmla="*/ 1706 w 2254"/>
                    <a:gd name="connsiteY63-49288" fmla="*/ 2018 h 4213"/>
                    <a:gd name="connsiteX64-49289" fmla="*/ 1766 w 2254"/>
                    <a:gd name="connsiteY64-49290" fmla="*/ 2115 h 4213"/>
                    <a:gd name="connsiteX65-49291" fmla="*/ 1868 w 2254"/>
                    <a:gd name="connsiteY65-49292" fmla="*/ 2183 h 4213"/>
                    <a:gd name="connsiteX66-49293" fmla="*/ 1945 w 2254"/>
                    <a:gd name="connsiteY66-49294" fmla="*/ 2178 h 4213"/>
                    <a:gd name="connsiteX67-49295" fmla="*/ 1990 w 2254"/>
                    <a:gd name="connsiteY67-49296" fmla="*/ 2104 h 4213"/>
                    <a:gd name="connsiteX68-49297" fmla="*/ 2024 w 2254"/>
                    <a:gd name="connsiteY68-49298" fmla="*/ 2210 h 4213"/>
                    <a:gd name="connsiteX69-49299" fmla="*/ 1912 w 2254"/>
                    <a:gd name="connsiteY69-49300" fmla="*/ 2249 h 4213"/>
                    <a:gd name="connsiteX70-49301" fmla="*/ 1959 w 2254"/>
                    <a:gd name="connsiteY70-49302" fmla="*/ 2362 h 4213"/>
                    <a:gd name="connsiteX71-49303" fmla="*/ 1824 w 2254"/>
                    <a:gd name="connsiteY71-49304" fmla="*/ 2509 h 4213"/>
                    <a:gd name="connsiteX72-49305" fmla="*/ 1783 w 2254"/>
                    <a:gd name="connsiteY72-49306" fmla="*/ 2498 h 4213"/>
                    <a:gd name="connsiteX73-49307" fmla="*/ 1659 w 2254"/>
                    <a:gd name="connsiteY73-49308" fmla="*/ 2413 h 4213"/>
                    <a:gd name="connsiteX74-49309" fmla="*/ 1604 w 2254"/>
                    <a:gd name="connsiteY74-49310" fmla="*/ 2412 h 4213"/>
                    <a:gd name="connsiteX75-49311" fmla="*/ 1569 w 2254"/>
                    <a:gd name="connsiteY75-49312" fmla="*/ 2480 h 4213"/>
                    <a:gd name="connsiteX76-49313" fmla="*/ 1572 w 2254"/>
                    <a:gd name="connsiteY76-49314" fmla="*/ 2562 h 4213"/>
                    <a:gd name="connsiteX77-49315" fmla="*/ 1750 w 2254"/>
                    <a:gd name="connsiteY77-49316" fmla="*/ 2730 h 4213"/>
                    <a:gd name="connsiteX78-49317" fmla="*/ 1749 w 2254"/>
                    <a:gd name="connsiteY78-49318" fmla="*/ 2844 h 4213"/>
                    <a:gd name="connsiteX79-49319" fmla="*/ 1840 w 2254"/>
                    <a:gd name="connsiteY79-49320" fmla="*/ 3060 h 4213"/>
                    <a:gd name="connsiteX80-49321" fmla="*/ 1866 w 2254"/>
                    <a:gd name="connsiteY80-49322" fmla="*/ 3090 h 4213"/>
                    <a:gd name="connsiteX81-49323" fmla="*/ 1910 w 2254"/>
                    <a:gd name="connsiteY81-49324" fmla="*/ 3094 h 4213"/>
                    <a:gd name="connsiteX82-49325" fmla="*/ 1956 w 2254"/>
                    <a:gd name="connsiteY82-49326" fmla="*/ 3010 h 4213"/>
                    <a:gd name="connsiteX83-49327" fmla="*/ 2036 w 2254"/>
                    <a:gd name="connsiteY83-49328" fmla="*/ 2950 h 4213"/>
                    <a:gd name="connsiteX84-49329" fmla="*/ 2131 w 2254"/>
                    <a:gd name="connsiteY84-49330" fmla="*/ 3126 h 4213"/>
                    <a:gd name="connsiteX85-49331" fmla="*/ 2241 w 2254"/>
                    <a:gd name="connsiteY85-49332" fmla="*/ 3312 h 4213"/>
                    <a:gd name="connsiteX86-49333" fmla="*/ 2254 w 2254"/>
                    <a:gd name="connsiteY86-49334" fmla="*/ 3342 h 4213"/>
                    <a:gd name="connsiteX87-49335" fmla="*/ 2243 w 2254"/>
                    <a:gd name="connsiteY87-49336" fmla="*/ 3518 h 4213"/>
                    <a:gd name="connsiteX88-49337" fmla="*/ 2208 w 2254"/>
                    <a:gd name="connsiteY88-49338" fmla="*/ 3554 h 4213"/>
                    <a:gd name="connsiteX89-49339" fmla="*/ 2119 w 2254"/>
                    <a:gd name="connsiteY89-49340" fmla="*/ 3515 h 4213"/>
                    <a:gd name="connsiteX90-49341" fmla="*/ 1885 w 2254"/>
                    <a:gd name="connsiteY90-49342" fmla="*/ 3644 h 4213"/>
                    <a:gd name="connsiteX91-49343" fmla="*/ 1859 w 2254"/>
                    <a:gd name="connsiteY91-49344" fmla="*/ 3666 h 4213"/>
                    <a:gd name="connsiteX92-49345" fmla="*/ 1679 w 2254"/>
                    <a:gd name="connsiteY92-49346" fmla="*/ 3812 h 4213"/>
                    <a:gd name="connsiteX93-49347" fmla="*/ 1538 w 2254"/>
                    <a:gd name="connsiteY93-49348" fmla="*/ 3926 h 4213"/>
                    <a:gd name="connsiteX94-49349" fmla="*/ 1503 w 2254"/>
                    <a:gd name="connsiteY94-49350" fmla="*/ 3965 h 4213"/>
                    <a:gd name="connsiteX95-49351" fmla="*/ 1451 w 2254"/>
                    <a:gd name="connsiteY95-49352" fmla="*/ 3973 h 4213"/>
                    <a:gd name="connsiteX96-49353" fmla="*/ 1394 w 2254"/>
                    <a:gd name="connsiteY96-49354" fmla="*/ 3916 h 4213"/>
                    <a:gd name="connsiteX97-49355" fmla="*/ 1270 w 2254"/>
                    <a:gd name="connsiteY97-49356" fmla="*/ 3808 h 4213"/>
                    <a:gd name="connsiteX98-49357" fmla="*/ 1294 w 2254"/>
                    <a:gd name="connsiteY98-49358" fmla="*/ 4064 h 4213"/>
                    <a:gd name="connsiteX99-49359" fmla="*/ 1303 w 2254"/>
                    <a:gd name="connsiteY99-49360" fmla="*/ 4192 h 4213"/>
                    <a:gd name="connsiteX100-49361" fmla="*/ 1041 w 2254"/>
                    <a:gd name="connsiteY100-49362" fmla="*/ 4166 h 4213"/>
                    <a:gd name="connsiteX101-49363" fmla="*/ 959 w 2254"/>
                    <a:gd name="connsiteY101-49364" fmla="*/ 3987 h 4213"/>
                    <a:gd name="connsiteX102-49365" fmla="*/ 877 w 2254"/>
                    <a:gd name="connsiteY102-49366" fmla="*/ 3802 h 4213"/>
                    <a:gd name="connsiteX103-49367" fmla="*/ 798 w 2254"/>
                    <a:gd name="connsiteY103-49368" fmla="*/ 3734 h 4213"/>
                    <a:gd name="connsiteX0-49369" fmla="*/ 798 w 2254"/>
                    <a:gd name="connsiteY0-49370" fmla="*/ 3734 h 4213"/>
                    <a:gd name="connsiteX1-49371" fmla="*/ 679 w 2254"/>
                    <a:gd name="connsiteY1-49372" fmla="*/ 3800 h 4213"/>
                    <a:gd name="connsiteX2-49373" fmla="*/ 695 w 2254"/>
                    <a:gd name="connsiteY2-49374" fmla="*/ 3662 h 4213"/>
                    <a:gd name="connsiteX3-49375" fmla="*/ 633 w 2254"/>
                    <a:gd name="connsiteY3-49376" fmla="*/ 3500 h 4213"/>
                    <a:gd name="connsiteX4-49377" fmla="*/ 742 w 2254"/>
                    <a:gd name="connsiteY4-49378" fmla="*/ 3280 h 4213"/>
                    <a:gd name="connsiteX5-49379" fmla="*/ 932 w 2254"/>
                    <a:gd name="connsiteY5-49380" fmla="*/ 3195 h 4213"/>
                    <a:gd name="connsiteX6-49381" fmla="*/ 1107 w 2254"/>
                    <a:gd name="connsiteY6-49382" fmla="*/ 3058 h 4213"/>
                    <a:gd name="connsiteX7-49383" fmla="*/ 1112 w 2254"/>
                    <a:gd name="connsiteY7-49384" fmla="*/ 2878 h 4213"/>
                    <a:gd name="connsiteX8-49385" fmla="*/ 1215 w 2254"/>
                    <a:gd name="connsiteY8-49386" fmla="*/ 2615 h 4213"/>
                    <a:gd name="connsiteX9-49387" fmla="*/ 1184 w 2254"/>
                    <a:gd name="connsiteY9-49388" fmla="*/ 2346 h 4213"/>
                    <a:gd name="connsiteX10-49389" fmla="*/ 1068 w 2254"/>
                    <a:gd name="connsiteY10-49390" fmla="*/ 2333 h 4213"/>
                    <a:gd name="connsiteX11-49391" fmla="*/ 1066 w 2254"/>
                    <a:gd name="connsiteY11-49392" fmla="*/ 2117 h 4213"/>
                    <a:gd name="connsiteX12-49393" fmla="*/ 990 w 2254"/>
                    <a:gd name="connsiteY12-49394" fmla="*/ 2039 h 4213"/>
                    <a:gd name="connsiteX13-49395" fmla="*/ 847 w 2254"/>
                    <a:gd name="connsiteY13-49396" fmla="*/ 1951 h 4213"/>
                    <a:gd name="connsiteX14-49397" fmla="*/ 755 w 2254"/>
                    <a:gd name="connsiteY14-49398" fmla="*/ 1827 h 4213"/>
                    <a:gd name="connsiteX15-49399" fmla="*/ 659 w 2254"/>
                    <a:gd name="connsiteY15-49400" fmla="*/ 1828 h 4213"/>
                    <a:gd name="connsiteX16-49401" fmla="*/ 614 w 2254"/>
                    <a:gd name="connsiteY16-49402" fmla="*/ 1883 h 4213"/>
                    <a:gd name="connsiteX17-49403" fmla="*/ 521 w 2254"/>
                    <a:gd name="connsiteY17-49404" fmla="*/ 1877 h 4213"/>
                    <a:gd name="connsiteX18-49405" fmla="*/ 501 w 2254"/>
                    <a:gd name="connsiteY18-49406" fmla="*/ 1994 h 4213"/>
                    <a:gd name="connsiteX19-49407" fmla="*/ 320 w 2254"/>
                    <a:gd name="connsiteY19-49408" fmla="*/ 1941 h 4213"/>
                    <a:gd name="connsiteX20-49409" fmla="*/ 237 w 2254"/>
                    <a:gd name="connsiteY20-49410" fmla="*/ 1939 h 4213"/>
                    <a:gd name="connsiteX21-49411" fmla="*/ 112 w 2254"/>
                    <a:gd name="connsiteY21-49412" fmla="*/ 2014 h 4213"/>
                    <a:gd name="connsiteX22-49413" fmla="*/ 0 w 2254"/>
                    <a:gd name="connsiteY22-49414" fmla="*/ 1890 h 4213"/>
                    <a:gd name="connsiteX23-49415" fmla="*/ 94 w 2254"/>
                    <a:gd name="connsiteY23-49416" fmla="*/ 1804 h 4213"/>
                    <a:gd name="connsiteX24-49417" fmla="*/ 98 w 2254"/>
                    <a:gd name="connsiteY24-49418" fmla="*/ 1634 h 4213"/>
                    <a:gd name="connsiteX25-49419" fmla="*/ 153 w 2254"/>
                    <a:gd name="connsiteY25-49420" fmla="*/ 1514 h 4213"/>
                    <a:gd name="connsiteX26-49421" fmla="*/ 196 w 2254"/>
                    <a:gd name="connsiteY26-49422" fmla="*/ 1306 h 4213"/>
                    <a:gd name="connsiteX27-49423" fmla="*/ 256 w 2254"/>
                    <a:gd name="connsiteY27-49424" fmla="*/ 1307 h 4213"/>
                    <a:gd name="connsiteX28-49425" fmla="*/ 579 w 2254"/>
                    <a:gd name="connsiteY28-49426" fmla="*/ 1286 h 4213"/>
                    <a:gd name="connsiteX29-49427" fmla="*/ 753 w 2254"/>
                    <a:gd name="connsiteY29-49428" fmla="*/ 1117 h 4213"/>
                    <a:gd name="connsiteX30-49429" fmla="*/ 822 w 2254"/>
                    <a:gd name="connsiteY30-49430" fmla="*/ 748 h 4213"/>
                    <a:gd name="connsiteX31-49431" fmla="*/ 932 w 2254"/>
                    <a:gd name="connsiteY31-49432" fmla="*/ 486 h 4213"/>
                    <a:gd name="connsiteX32-49433" fmla="*/ 930 w 2254"/>
                    <a:gd name="connsiteY32-49434" fmla="*/ 358 h 4213"/>
                    <a:gd name="connsiteX33-49435" fmla="*/ 917 w 2254"/>
                    <a:gd name="connsiteY33-49436" fmla="*/ 328 h 4213"/>
                    <a:gd name="connsiteX34-49437" fmla="*/ 850 w 2254"/>
                    <a:gd name="connsiteY34-49438" fmla="*/ 251 h 4213"/>
                    <a:gd name="connsiteX35-49439" fmla="*/ 790 w 2254"/>
                    <a:gd name="connsiteY35-49440" fmla="*/ 217 h 4213"/>
                    <a:gd name="connsiteX36-49441" fmla="*/ 915 w 2254"/>
                    <a:gd name="connsiteY36-49442" fmla="*/ 56 h 4213"/>
                    <a:gd name="connsiteX37-49443" fmla="*/ 1088 w 2254"/>
                    <a:gd name="connsiteY37-49444" fmla="*/ 2 h 4213"/>
                    <a:gd name="connsiteX38-49445" fmla="*/ 1120 w 2254"/>
                    <a:gd name="connsiteY38-49446" fmla="*/ 49 h 4213"/>
                    <a:gd name="connsiteX39-49447" fmla="*/ 1110 w 2254"/>
                    <a:gd name="connsiteY39-49448" fmla="*/ 133 h 4213"/>
                    <a:gd name="connsiteX40-49449" fmla="*/ 1049 w 2254"/>
                    <a:gd name="connsiteY40-49450" fmla="*/ 243 h 4213"/>
                    <a:gd name="connsiteX41-49451" fmla="*/ 1119 w 2254"/>
                    <a:gd name="connsiteY41-49452" fmla="*/ 301 h 4213"/>
                    <a:gd name="connsiteX42-49453" fmla="*/ 1233 w 2254"/>
                    <a:gd name="connsiteY42-49454" fmla="*/ 366 h 4213"/>
                    <a:gd name="connsiteX43-49455" fmla="*/ 1253 w 2254"/>
                    <a:gd name="connsiteY43-49456" fmla="*/ 255 h 4213"/>
                    <a:gd name="connsiteX44-49457" fmla="*/ 1387 w 2254"/>
                    <a:gd name="connsiteY44-49458" fmla="*/ 291 h 4213"/>
                    <a:gd name="connsiteX45-49459" fmla="*/ 1412 w 2254"/>
                    <a:gd name="connsiteY45-49460" fmla="*/ 331 h 4213"/>
                    <a:gd name="connsiteX46-49461" fmla="*/ 1488 w 2254"/>
                    <a:gd name="connsiteY46-49462" fmla="*/ 562 h 4213"/>
                    <a:gd name="connsiteX47-49463" fmla="*/ 1523 w 2254"/>
                    <a:gd name="connsiteY47-49464" fmla="*/ 586 h 4213"/>
                    <a:gd name="connsiteX48-49465" fmla="*/ 1615 w 2254"/>
                    <a:gd name="connsiteY48-49466" fmla="*/ 578 h 4213"/>
                    <a:gd name="connsiteX49-49467" fmla="*/ 1875 w 2254"/>
                    <a:gd name="connsiteY49-49468" fmla="*/ 490 h 4213"/>
                    <a:gd name="connsiteX50-49469" fmla="*/ 2095 w 2254"/>
                    <a:gd name="connsiteY50-49470" fmla="*/ 479 h 4213"/>
                    <a:gd name="connsiteX51-49471" fmla="*/ 2155 w 2254"/>
                    <a:gd name="connsiteY51-49472" fmla="*/ 648 h 4213"/>
                    <a:gd name="connsiteX52-49473" fmla="*/ 2073 w 2254"/>
                    <a:gd name="connsiteY52-49474" fmla="*/ 944 h 4213"/>
                    <a:gd name="connsiteX53-49475" fmla="*/ 2073 w 2254"/>
                    <a:gd name="connsiteY53-49476" fmla="*/ 1022 h 4213"/>
                    <a:gd name="connsiteX54-49477" fmla="*/ 2142 w 2254"/>
                    <a:gd name="connsiteY54-49478" fmla="*/ 1168 h 4213"/>
                    <a:gd name="connsiteX55-49479" fmla="*/ 2157 w 2254"/>
                    <a:gd name="connsiteY55-49480" fmla="*/ 1427 h 4213"/>
                    <a:gd name="connsiteX56-49481" fmla="*/ 2159 w 2254"/>
                    <a:gd name="connsiteY56-49482" fmla="*/ 1617 h 4213"/>
                    <a:gd name="connsiteX57-49483" fmla="*/ 2092 w 2254"/>
                    <a:gd name="connsiteY57-49484" fmla="*/ 1625 h 4213"/>
                    <a:gd name="connsiteX58-49485" fmla="*/ 2070 w 2254"/>
                    <a:gd name="connsiteY58-49486" fmla="*/ 1507 h 4213"/>
                    <a:gd name="connsiteX59-49487" fmla="*/ 2035 w 2254"/>
                    <a:gd name="connsiteY59-49488" fmla="*/ 1450 h 4213"/>
                    <a:gd name="connsiteX60-49489" fmla="*/ 1945 w 2254"/>
                    <a:gd name="connsiteY60-49490" fmla="*/ 1582 h 4213"/>
                    <a:gd name="connsiteX61-49491" fmla="*/ 1832 w 2254"/>
                    <a:gd name="connsiteY61-49492" fmla="*/ 1776 h 4213"/>
                    <a:gd name="connsiteX62-49493" fmla="*/ 1713 w 2254"/>
                    <a:gd name="connsiteY62-49494" fmla="*/ 1904 h 4213"/>
                    <a:gd name="connsiteX63-49495" fmla="*/ 1706 w 2254"/>
                    <a:gd name="connsiteY63-49496" fmla="*/ 2018 h 4213"/>
                    <a:gd name="connsiteX64-49497" fmla="*/ 1766 w 2254"/>
                    <a:gd name="connsiteY64-49498" fmla="*/ 2115 h 4213"/>
                    <a:gd name="connsiteX65-49499" fmla="*/ 1868 w 2254"/>
                    <a:gd name="connsiteY65-49500" fmla="*/ 2183 h 4213"/>
                    <a:gd name="connsiteX66-49501" fmla="*/ 1945 w 2254"/>
                    <a:gd name="connsiteY66-49502" fmla="*/ 2178 h 4213"/>
                    <a:gd name="connsiteX67-49503" fmla="*/ 1990 w 2254"/>
                    <a:gd name="connsiteY67-49504" fmla="*/ 2104 h 4213"/>
                    <a:gd name="connsiteX68-49505" fmla="*/ 2024 w 2254"/>
                    <a:gd name="connsiteY68-49506" fmla="*/ 2210 h 4213"/>
                    <a:gd name="connsiteX69-49507" fmla="*/ 1912 w 2254"/>
                    <a:gd name="connsiteY69-49508" fmla="*/ 2249 h 4213"/>
                    <a:gd name="connsiteX70-49509" fmla="*/ 1959 w 2254"/>
                    <a:gd name="connsiteY70-49510" fmla="*/ 2362 h 4213"/>
                    <a:gd name="connsiteX71-49511" fmla="*/ 1824 w 2254"/>
                    <a:gd name="connsiteY71-49512" fmla="*/ 2509 h 4213"/>
                    <a:gd name="connsiteX72-49513" fmla="*/ 1783 w 2254"/>
                    <a:gd name="connsiteY72-49514" fmla="*/ 2498 h 4213"/>
                    <a:gd name="connsiteX73-49515" fmla="*/ 1659 w 2254"/>
                    <a:gd name="connsiteY73-49516" fmla="*/ 2413 h 4213"/>
                    <a:gd name="connsiteX74-49517" fmla="*/ 1604 w 2254"/>
                    <a:gd name="connsiteY74-49518" fmla="*/ 2412 h 4213"/>
                    <a:gd name="connsiteX75-49519" fmla="*/ 1569 w 2254"/>
                    <a:gd name="connsiteY75-49520" fmla="*/ 2480 h 4213"/>
                    <a:gd name="connsiteX76-49521" fmla="*/ 1572 w 2254"/>
                    <a:gd name="connsiteY76-49522" fmla="*/ 2562 h 4213"/>
                    <a:gd name="connsiteX77-49523" fmla="*/ 1750 w 2254"/>
                    <a:gd name="connsiteY77-49524" fmla="*/ 2730 h 4213"/>
                    <a:gd name="connsiteX78-49525" fmla="*/ 1749 w 2254"/>
                    <a:gd name="connsiteY78-49526" fmla="*/ 2844 h 4213"/>
                    <a:gd name="connsiteX79-49527" fmla="*/ 1840 w 2254"/>
                    <a:gd name="connsiteY79-49528" fmla="*/ 3060 h 4213"/>
                    <a:gd name="connsiteX80-49529" fmla="*/ 1866 w 2254"/>
                    <a:gd name="connsiteY80-49530" fmla="*/ 3090 h 4213"/>
                    <a:gd name="connsiteX81-49531" fmla="*/ 1910 w 2254"/>
                    <a:gd name="connsiteY81-49532" fmla="*/ 3094 h 4213"/>
                    <a:gd name="connsiteX82-49533" fmla="*/ 1956 w 2254"/>
                    <a:gd name="connsiteY82-49534" fmla="*/ 3010 h 4213"/>
                    <a:gd name="connsiteX83-49535" fmla="*/ 2036 w 2254"/>
                    <a:gd name="connsiteY83-49536" fmla="*/ 2950 h 4213"/>
                    <a:gd name="connsiteX84-49537" fmla="*/ 2131 w 2254"/>
                    <a:gd name="connsiteY84-49538" fmla="*/ 3126 h 4213"/>
                    <a:gd name="connsiteX85-49539" fmla="*/ 2241 w 2254"/>
                    <a:gd name="connsiteY85-49540" fmla="*/ 3312 h 4213"/>
                    <a:gd name="connsiteX86-49541" fmla="*/ 2254 w 2254"/>
                    <a:gd name="connsiteY86-49542" fmla="*/ 3342 h 4213"/>
                    <a:gd name="connsiteX87-49543" fmla="*/ 2243 w 2254"/>
                    <a:gd name="connsiteY87-49544" fmla="*/ 3518 h 4213"/>
                    <a:gd name="connsiteX88-49545" fmla="*/ 2208 w 2254"/>
                    <a:gd name="connsiteY88-49546" fmla="*/ 3554 h 4213"/>
                    <a:gd name="connsiteX89-49547" fmla="*/ 2119 w 2254"/>
                    <a:gd name="connsiteY89-49548" fmla="*/ 3515 h 4213"/>
                    <a:gd name="connsiteX90-49549" fmla="*/ 1885 w 2254"/>
                    <a:gd name="connsiteY90-49550" fmla="*/ 3644 h 4213"/>
                    <a:gd name="connsiteX91-49551" fmla="*/ 1859 w 2254"/>
                    <a:gd name="connsiteY91-49552" fmla="*/ 3666 h 4213"/>
                    <a:gd name="connsiteX92-49553" fmla="*/ 1679 w 2254"/>
                    <a:gd name="connsiteY92-49554" fmla="*/ 3812 h 4213"/>
                    <a:gd name="connsiteX93-49555" fmla="*/ 1538 w 2254"/>
                    <a:gd name="connsiteY93-49556" fmla="*/ 3926 h 4213"/>
                    <a:gd name="connsiteX94-49557" fmla="*/ 1503 w 2254"/>
                    <a:gd name="connsiteY94-49558" fmla="*/ 3965 h 4213"/>
                    <a:gd name="connsiteX95-49559" fmla="*/ 1451 w 2254"/>
                    <a:gd name="connsiteY95-49560" fmla="*/ 3973 h 4213"/>
                    <a:gd name="connsiteX96-49561" fmla="*/ 1394 w 2254"/>
                    <a:gd name="connsiteY96-49562" fmla="*/ 3916 h 4213"/>
                    <a:gd name="connsiteX97-49563" fmla="*/ 1270 w 2254"/>
                    <a:gd name="connsiteY97-49564" fmla="*/ 3808 h 4213"/>
                    <a:gd name="connsiteX98-49565" fmla="*/ 1294 w 2254"/>
                    <a:gd name="connsiteY98-49566" fmla="*/ 4064 h 4213"/>
                    <a:gd name="connsiteX99-49567" fmla="*/ 1303 w 2254"/>
                    <a:gd name="connsiteY99-49568" fmla="*/ 4192 h 4213"/>
                    <a:gd name="connsiteX100-49569" fmla="*/ 1041 w 2254"/>
                    <a:gd name="connsiteY100-49570" fmla="*/ 4166 h 4213"/>
                    <a:gd name="connsiteX101-49571" fmla="*/ 959 w 2254"/>
                    <a:gd name="connsiteY101-49572" fmla="*/ 3987 h 4213"/>
                    <a:gd name="connsiteX102-49573" fmla="*/ 877 w 2254"/>
                    <a:gd name="connsiteY102-49574" fmla="*/ 3802 h 4213"/>
                    <a:gd name="connsiteX103-49575" fmla="*/ 798 w 2254"/>
                    <a:gd name="connsiteY103-49576" fmla="*/ 3734 h 4213"/>
                    <a:gd name="connsiteX0-49577" fmla="*/ 798 w 2254"/>
                    <a:gd name="connsiteY0-49578" fmla="*/ 3734 h 4213"/>
                    <a:gd name="connsiteX1-49579" fmla="*/ 679 w 2254"/>
                    <a:gd name="connsiteY1-49580" fmla="*/ 3800 h 4213"/>
                    <a:gd name="connsiteX2-49581" fmla="*/ 695 w 2254"/>
                    <a:gd name="connsiteY2-49582" fmla="*/ 3662 h 4213"/>
                    <a:gd name="connsiteX3-49583" fmla="*/ 633 w 2254"/>
                    <a:gd name="connsiteY3-49584" fmla="*/ 3500 h 4213"/>
                    <a:gd name="connsiteX4-49585" fmla="*/ 742 w 2254"/>
                    <a:gd name="connsiteY4-49586" fmla="*/ 3280 h 4213"/>
                    <a:gd name="connsiteX5-49587" fmla="*/ 932 w 2254"/>
                    <a:gd name="connsiteY5-49588" fmla="*/ 3195 h 4213"/>
                    <a:gd name="connsiteX6-49589" fmla="*/ 1107 w 2254"/>
                    <a:gd name="connsiteY6-49590" fmla="*/ 3058 h 4213"/>
                    <a:gd name="connsiteX7-49591" fmla="*/ 1112 w 2254"/>
                    <a:gd name="connsiteY7-49592" fmla="*/ 2878 h 4213"/>
                    <a:gd name="connsiteX8-49593" fmla="*/ 1215 w 2254"/>
                    <a:gd name="connsiteY8-49594" fmla="*/ 2615 h 4213"/>
                    <a:gd name="connsiteX9-49595" fmla="*/ 1184 w 2254"/>
                    <a:gd name="connsiteY9-49596" fmla="*/ 2346 h 4213"/>
                    <a:gd name="connsiteX10-49597" fmla="*/ 1068 w 2254"/>
                    <a:gd name="connsiteY10-49598" fmla="*/ 2333 h 4213"/>
                    <a:gd name="connsiteX11-49599" fmla="*/ 1066 w 2254"/>
                    <a:gd name="connsiteY11-49600" fmla="*/ 2117 h 4213"/>
                    <a:gd name="connsiteX12-49601" fmla="*/ 990 w 2254"/>
                    <a:gd name="connsiteY12-49602" fmla="*/ 2039 h 4213"/>
                    <a:gd name="connsiteX13-49603" fmla="*/ 847 w 2254"/>
                    <a:gd name="connsiteY13-49604" fmla="*/ 1951 h 4213"/>
                    <a:gd name="connsiteX14-49605" fmla="*/ 755 w 2254"/>
                    <a:gd name="connsiteY14-49606" fmla="*/ 1827 h 4213"/>
                    <a:gd name="connsiteX15-49607" fmla="*/ 659 w 2254"/>
                    <a:gd name="connsiteY15-49608" fmla="*/ 1828 h 4213"/>
                    <a:gd name="connsiteX16-49609" fmla="*/ 614 w 2254"/>
                    <a:gd name="connsiteY16-49610" fmla="*/ 1883 h 4213"/>
                    <a:gd name="connsiteX17-49611" fmla="*/ 521 w 2254"/>
                    <a:gd name="connsiteY17-49612" fmla="*/ 1877 h 4213"/>
                    <a:gd name="connsiteX18-49613" fmla="*/ 501 w 2254"/>
                    <a:gd name="connsiteY18-49614" fmla="*/ 1994 h 4213"/>
                    <a:gd name="connsiteX19-49615" fmla="*/ 320 w 2254"/>
                    <a:gd name="connsiteY19-49616" fmla="*/ 1941 h 4213"/>
                    <a:gd name="connsiteX20-49617" fmla="*/ 237 w 2254"/>
                    <a:gd name="connsiteY20-49618" fmla="*/ 1939 h 4213"/>
                    <a:gd name="connsiteX21-49619" fmla="*/ 112 w 2254"/>
                    <a:gd name="connsiteY21-49620" fmla="*/ 2014 h 4213"/>
                    <a:gd name="connsiteX22-49621" fmla="*/ 0 w 2254"/>
                    <a:gd name="connsiteY22-49622" fmla="*/ 1890 h 4213"/>
                    <a:gd name="connsiteX23-49623" fmla="*/ 94 w 2254"/>
                    <a:gd name="connsiteY23-49624" fmla="*/ 1804 h 4213"/>
                    <a:gd name="connsiteX24-49625" fmla="*/ 98 w 2254"/>
                    <a:gd name="connsiteY24-49626" fmla="*/ 1634 h 4213"/>
                    <a:gd name="connsiteX25-49627" fmla="*/ 153 w 2254"/>
                    <a:gd name="connsiteY25-49628" fmla="*/ 1514 h 4213"/>
                    <a:gd name="connsiteX26-49629" fmla="*/ 196 w 2254"/>
                    <a:gd name="connsiteY26-49630" fmla="*/ 1306 h 4213"/>
                    <a:gd name="connsiteX27-49631" fmla="*/ 256 w 2254"/>
                    <a:gd name="connsiteY27-49632" fmla="*/ 1307 h 4213"/>
                    <a:gd name="connsiteX28-49633" fmla="*/ 579 w 2254"/>
                    <a:gd name="connsiteY28-49634" fmla="*/ 1286 h 4213"/>
                    <a:gd name="connsiteX29-49635" fmla="*/ 753 w 2254"/>
                    <a:gd name="connsiteY29-49636" fmla="*/ 1117 h 4213"/>
                    <a:gd name="connsiteX30-49637" fmla="*/ 822 w 2254"/>
                    <a:gd name="connsiteY30-49638" fmla="*/ 748 h 4213"/>
                    <a:gd name="connsiteX31-49639" fmla="*/ 932 w 2254"/>
                    <a:gd name="connsiteY31-49640" fmla="*/ 486 h 4213"/>
                    <a:gd name="connsiteX32-49641" fmla="*/ 930 w 2254"/>
                    <a:gd name="connsiteY32-49642" fmla="*/ 358 h 4213"/>
                    <a:gd name="connsiteX33-49643" fmla="*/ 917 w 2254"/>
                    <a:gd name="connsiteY33-49644" fmla="*/ 328 h 4213"/>
                    <a:gd name="connsiteX34-49645" fmla="*/ 850 w 2254"/>
                    <a:gd name="connsiteY34-49646" fmla="*/ 251 h 4213"/>
                    <a:gd name="connsiteX35-49647" fmla="*/ 790 w 2254"/>
                    <a:gd name="connsiteY35-49648" fmla="*/ 217 h 4213"/>
                    <a:gd name="connsiteX36-49649" fmla="*/ 915 w 2254"/>
                    <a:gd name="connsiteY36-49650" fmla="*/ 56 h 4213"/>
                    <a:gd name="connsiteX37-49651" fmla="*/ 1088 w 2254"/>
                    <a:gd name="connsiteY37-49652" fmla="*/ 2 h 4213"/>
                    <a:gd name="connsiteX38-49653" fmla="*/ 1120 w 2254"/>
                    <a:gd name="connsiteY38-49654" fmla="*/ 49 h 4213"/>
                    <a:gd name="connsiteX39-49655" fmla="*/ 1110 w 2254"/>
                    <a:gd name="connsiteY39-49656" fmla="*/ 133 h 4213"/>
                    <a:gd name="connsiteX40-49657" fmla="*/ 1049 w 2254"/>
                    <a:gd name="connsiteY40-49658" fmla="*/ 243 h 4213"/>
                    <a:gd name="connsiteX41-49659" fmla="*/ 1119 w 2254"/>
                    <a:gd name="connsiteY41-49660" fmla="*/ 301 h 4213"/>
                    <a:gd name="connsiteX42-49661" fmla="*/ 1233 w 2254"/>
                    <a:gd name="connsiteY42-49662" fmla="*/ 366 h 4213"/>
                    <a:gd name="connsiteX43-49663" fmla="*/ 1253 w 2254"/>
                    <a:gd name="connsiteY43-49664" fmla="*/ 255 h 4213"/>
                    <a:gd name="connsiteX44-49665" fmla="*/ 1387 w 2254"/>
                    <a:gd name="connsiteY44-49666" fmla="*/ 291 h 4213"/>
                    <a:gd name="connsiteX45-49667" fmla="*/ 1412 w 2254"/>
                    <a:gd name="connsiteY45-49668" fmla="*/ 331 h 4213"/>
                    <a:gd name="connsiteX46-49669" fmla="*/ 1488 w 2254"/>
                    <a:gd name="connsiteY46-49670" fmla="*/ 562 h 4213"/>
                    <a:gd name="connsiteX47-49671" fmla="*/ 1523 w 2254"/>
                    <a:gd name="connsiteY47-49672" fmla="*/ 586 h 4213"/>
                    <a:gd name="connsiteX48-49673" fmla="*/ 1615 w 2254"/>
                    <a:gd name="connsiteY48-49674" fmla="*/ 578 h 4213"/>
                    <a:gd name="connsiteX49-49675" fmla="*/ 1875 w 2254"/>
                    <a:gd name="connsiteY49-49676" fmla="*/ 490 h 4213"/>
                    <a:gd name="connsiteX50-49677" fmla="*/ 2095 w 2254"/>
                    <a:gd name="connsiteY50-49678" fmla="*/ 479 h 4213"/>
                    <a:gd name="connsiteX51-49679" fmla="*/ 2155 w 2254"/>
                    <a:gd name="connsiteY51-49680" fmla="*/ 648 h 4213"/>
                    <a:gd name="connsiteX52-49681" fmla="*/ 2073 w 2254"/>
                    <a:gd name="connsiteY52-49682" fmla="*/ 944 h 4213"/>
                    <a:gd name="connsiteX53-49683" fmla="*/ 2073 w 2254"/>
                    <a:gd name="connsiteY53-49684" fmla="*/ 1022 h 4213"/>
                    <a:gd name="connsiteX54-49685" fmla="*/ 2142 w 2254"/>
                    <a:gd name="connsiteY54-49686" fmla="*/ 1168 h 4213"/>
                    <a:gd name="connsiteX55-49687" fmla="*/ 2157 w 2254"/>
                    <a:gd name="connsiteY55-49688" fmla="*/ 1427 h 4213"/>
                    <a:gd name="connsiteX56-49689" fmla="*/ 2159 w 2254"/>
                    <a:gd name="connsiteY56-49690" fmla="*/ 1617 h 4213"/>
                    <a:gd name="connsiteX57-49691" fmla="*/ 2092 w 2254"/>
                    <a:gd name="connsiteY57-49692" fmla="*/ 1625 h 4213"/>
                    <a:gd name="connsiteX58-49693" fmla="*/ 2070 w 2254"/>
                    <a:gd name="connsiteY58-49694" fmla="*/ 1507 h 4213"/>
                    <a:gd name="connsiteX59-49695" fmla="*/ 2035 w 2254"/>
                    <a:gd name="connsiteY59-49696" fmla="*/ 1450 h 4213"/>
                    <a:gd name="connsiteX60-49697" fmla="*/ 1945 w 2254"/>
                    <a:gd name="connsiteY60-49698" fmla="*/ 1582 h 4213"/>
                    <a:gd name="connsiteX61-49699" fmla="*/ 1832 w 2254"/>
                    <a:gd name="connsiteY61-49700" fmla="*/ 1776 h 4213"/>
                    <a:gd name="connsiteX62-49701" fmla="*/ 1713 w 2254"/>
                    <a:gd name="connsiteY62-49702" fmla="*/ 1904 h 4213"/>
                    <a:gd name="connsiteX63-49703" fmla="*/ 1706 w 2254"/>
                    <a:gd name="connsiteY63-49704" fmla="*/ 2018 h 4213"/>
                    <a:gd name="connsiteX64-49705" fmla="*/ 1766 w 2254"/>
                    <a:gd name="connsiteY64-49706" fmla="*/ 2115 h 4213"/>
                    <a:gd name="connsiteX65-49707" fmla="*/ 1868 w 2254"/>
                    <a:gd name="connsiteY65-49708" fmla="*/ 2183 h 4213"/>
                    <a:gd name="connsiteX66-49709" fmla="*/ 1945 w 2254"/>
                    <a:gd name="connsiteY66-49710" fmla="*/ 2178 h 4213"/>
                    <a:gd name="connsiteX67-49711" fmla="*/ 1990 w 2254"/>
                    <a:gd name="connsiteY67-49712" fmla="*/ 2104 h 4213"/>
                    <a:gd name="connsiteX68-49713" fmla="*/ 2024 w 2254"/>
                    <a:gd name="connsiteY68-49714" fmla="*/ 2210 h 4213"/>
                    <a:gd name="connsiteX69-49715" fmla="*/ 1912 w 2254"/>
                    <a:gd name="connsiteY69-49716" fmla="*/ 2249 h 4213"/>
                    <a:gd name="connsiteX70-49717" fmla="*/ 1959 w 2254"/>
                    <a:gd name="connsiteY70-49718" fmla="*/ 2362 h 4213"/>
                    <a:gd name="connsiteX71-49719" fmla="*/ 1824 w 2254"/>
                    <a:gd name="connsiteY71-49720" fmla="*/ 2509 h 4213"/>
                    <a:gd name="connsiteX72-49721" fmla="*/ 1783 w 2254"/>
                    <a:gd name="connsiteY72-49722" fmla="*/ 2498 h 4213"/>
                    <a:gd name="connsiteX73-49723" fmla="*/ 1659 w 2254"/>
                    <a:gd name="connsiteY73-49724" fmla="*/ 2413 h 4213"/>
                    <a:gd name="connsiteX74-49725" fmla="*/ 1604 w 2254"/>
                    <a:gd name="connsiteY74-49726" fmla="*/ 2412 h 4213"/>
                    <a:gd name="connsiteX75-49727" fmla="*/ 1569 w 2254"/>
                    <a:gd name="connsiteY75-49728" fmla="*/ 2480 h 4213"/>
                    <a:gd name="connsiteX76-49729" fmla="*/ 1572 w 2254"/>
                    <a:gd name="connsiteY76-49730" fmla="*/ 2562 h 4213"/>
                    <a:gd name="connsiteX77-49731" fmla="*/ 1750 w 2254"/>
                    <a:gd name="connsiteY77-49732" fmla="*/ 2730 h 4213"/>
                    <a:gd name="connsiteX78-49733" fmla="*/ 1749 w 2254"/>
                    <a:gd name="connsiteY78-49734" fmla="*/ 2844 h 4213"/>
                    <a:gd name="connsiteX79-49735" fmla="*/ 1840 w 2254"/>
                    <a:gd name="connsiteY79-49736" fmla="*/ 3060 h 4213"/>
                    <a:gd name="connsiteX80-49737" fmla="*/ 1866 w 2254"/>
                    <a:gd name="connsiteY80-49738" fmla="*/ 3090 h 4213"/>
                    <a:gd name="connsiteX81-49739" fmla="*/ 1910 w 2254"/>
                    <a:gd name="connsiteY81-49740" fmla="*/ 3094 h 4213"/>
                    <a:gd name="connsiteX82-49741" fmla="*/ 1956 w 2254"/>
                    <a:gd name="connsiteY82-49742" fmla="*/ 3010 h 4213"/>
                    <a:gd name="connsiteX83-49743" fmla="*/ 2036 w 2254"/>
                    <a:gd name="connsiteY83-49744" fmla="*/ 2950 h 4213"/>
                    <a:gd name="connsiteX84-49745" fmla="*/ 2131 w 2254"/>
                    <a:gd name="connsiteY84-49746" fmla="*/ 3126 h 4213"/>
                    <a:gd name="connsiteX85-49747" fmla="*/ 2241 w 2254"/>
                    <a:gd name="connsiteY85-49748" fmla="*/ 3312 h 4213"/>
                    <a:gd name="connsiteX86-49749" fmla="*/ 2254 w 2254"/>
                    <a:gd name="connsiteY86-49750" fmla="*/ 3342 h 4213"/>
                    <a:gd name="connsiteX87-49751" fmla="*/ 2243 w 2254"/>
                    <a:gd name="connsiteY87-49752" fmla="*/ 3518 h 4213"/>
                    <a:gd name="connsiteX88-49753" fmla="*/ 2208 w 2254"/>
                    <a:gd name="connsiteY88-49754" fmla="*/ 3554 h 4213"/>
                    <a:gd name="connsiteX89-49755" fmla="*/ 2119 w 2254"/>
                    <a:gd name="connsiteY89-49756" fmla="*/ 3515 h 4213"/>
                    <a:gd name="connsiteX90-49757" fmla="*/ 1885 w 2254"/>
                    <a:gd name="connsiteY90-49758" fmla="*/ 3644 h 4213"/>
                    <a:gd name="connsiteX91-49759" fmla="*/ 1859 w 2254"/>
                    <a:gd name="connsiteY91-49760" fmla="*/ 3666 h 4213"/>
                    <a:gd name="connsiteX92-49761" fmla="*/ 1679 w 2254"/>
                    <a:gd name="connsiteY92-49762" fmla="*/ 3812 h 4213"/>
                    <a:gd name="connsiteX93-49763" fmla="*/ 1538 w 2254"/>
                    <a:gd name="connsiteY93-49764" fmla="*/ 3926 h 4213"/>
                    <a:gd name="connsiteX94-49765" fmla="*/ 1503 w 2254"/>
                    <a:gd name="connsiteY94-49766" fmla="*/ 3965 h 4213"/>
                    <a:gd name="connsiteX95-49767" fmla="*/ 1451 w 2254"/>
                    <a:gd name="connsiteY95-49768" fmla="*/ 3973 h 4213"/>
                    <a:gd name="connsiteX96-49769" fmla="*/ 1394 w 2254"/>
                    <a:gd name="connsiteY96-49770" fmla="*/ 3916 h 4213"/>
                    <a:gd name="connsiteX97-49771" fmla="*/ 1270 w 2254"/>
                    <a:gd name="connsiteY97-49772" fmla="*/ 3808 h 4213"/>
                    <a:gd name="connsiteX98-49773" fmla="*/ 1294 w 2254"/>
                    <a:gd name="connsiteY98-49774" fmla="*/ 4064 h 4213"/>
                    <a:gd name="connsiteX99-49775" fmla="*/ 1303 w 2254"/>
                    <a:gd name="connsiteY99-49776" fmla="*/ 4192 h 4213"/>
                    <a:gd name="connsiteX100-49777" fmla="*/ 1041 w 2254"/>
                    <a:gd name="connsiteY100-49778" fmla="*/ 4166 h 4213"/>
                    <a:gd name="connsiteX101-49779" fmla="*/ 959 w 2254"/>
                    <a:gd name="connsiteY101-49780" fmla="*/ 3987 h 4213"/>
                    <a:gd name="connsiteX102-49781" fmla="*/ 877 w 2254"/>
                    <a:gd name="connsiteY102-49782" fmla="*/ 3802 h 4213"/>
                    <a:gd name="connsiteX103-49783" fmla="*/ 798 w 2254"/>
                    <a:gd name="connsiteY103-49784" fmla="*/ 3734 h 4213"/>
                    <a:gd name="connsiteX0-49785" fmla="*/ 798 w 2254"/>
                    <a:gd name="connsiteY0-49786" fmla="*/ 3734 h 4213"/>
                    <a:gd name="connsiteX1-49787" fmla="*/ 679 w 2254"/>
                    <a:gd name="connsiteY1-49788" fmla="*/ 3800 h 4213"/>
                    <a:gd name="connsiteX2-49789" fmla="*/ 695 w 2254"/>
                    <a:gd name="connsiteY2-49790" fmla="*/ 3662 h 4213"/>
                    <a:gd name="connsiteX3-49791" fmla="*/ 633 w 2254"/>
                    <a:gd name="connsiteY3-49792" fmla="*/ 3500 h 4213"/>
                    <a:gd name="connsiteX4-49793" fmla="*/ 742 w 2254"/>
                    <a:gd name="connsiteY4-49794" fmla="*/ 3280 h 4213"/>
                    <a:gd name="connsiteX5-49795" fmla="*/ 932 w 2254"/>
                    <a:gd name="connsiteY5-49796" fmla="*/ 3195 h 4213"/>
                    <a:gd name="connsiteX6-49797" fmla="*/ 1107 w 2254"/>
                    <a:gd name="connsiteY6-49798" fmla="*/ 3058 h 4213"/>
                    <a:gd name="connsiteX7-49799" fmla="*/ 1112 w 2254"/>
                    <a:gd name="connsiteY7-49800" fmla="*/ 2878 h 4213"/>
                    <a:gd name="connsiteX8-49801" fmla="*/ 1215 w 2254"/>
                    <a:gd name="connsiteY8-49802" fmla="*/ 2615 h 4213"/>
                    <a:gd name="connsiteX9-49803" fmla="*/ 1184 w 2254"/>
                    <a:gd name="connsiteY9-49804" fmla="*/ 2346 h 4213"/>
                    <a:gd name="connsiteX10-49805" fmla="*/ 1068 w 2254"/>
                    <a:gd name="connsiteY10-49806" fmla="*/ 2333 h 4213"/>
                    <a:gd name="connsiteX11-49807" fmla="*/ 1066 w 2254"/>
                    <a:gd name="connsiteY11-49808" fmla="*/ 2117 h 4213"/>
                    <a:gd name="connsiteX12-49809" fmla="*/ 990 w 2254"/>
                    <a:gd name="connsiteY12-49810" fmla="*/ 2039 h 4213"/>
                    <a:gd name="connsiteX13-49811" fmla="*/ 847 w 2254"/>
                    <a:gd name="connsiteY13-49812" fmla="*/ 1951 h 4213"/>
                    <a:gd name="connsiteX14-49813" fmla="*/ 755 w 2254"/>
                    <a:gd name="connsiteY14-49814" fmla="*/ 1827 h 4213"/>
                    <a:gd name="connsiteX15-49815" fmla="*/ 659 w 2254"/>
                    <a:gd name="connsiteY15-49816" fmla="*/ 1828 h 4213"/>
                    <a:gd name="connsiteX16-49817" fmla="*/ 614 w 2254"/>
                    <a:gd name="connsiteY16-49818" fmla="*/ 1883 h 4213"/>
                    <a:gd name="connsiteX17-49819" fmla="*/ 521 w 2254"/>
                    <a:gd name="connsiteY17-49820" fmla="*/ 1877 h 4213"/>
                    <a:gd name="connsiteX18-49821" fmla="*/ 501 w 2254"/>
                    <a:gd name="connsiteY18-49822" fmla="*/ 1994 h 4213"/>
                    <a:gd name="connsiteX19-49823" fmla="*/ 320 w 2254"/>
                    <a:gd name="connsiteY19-49824" fmla="*/ 1941 h 4213"/>
                    <a:gd name="connsiteX20-49825" fmla="*/ 237 w 2254"/>
                    <a:gd name="connsiteY20-49826" fmla="*/ 1939 h 4213"/>
                    <a:gd name="connsiteX21-49827" fmla="*/ 112 w 2254"/>
                    <a:gd name="connsiteY21-49828" fmla="*/ 2014 h 4213"/>
                    <a:gd name="connsiteX22-49829" fmla="*/ 0 w 2254"/>
                    <a:gd name="connsiteY22-49830" fmla="*/ 1890 h 4213"/>
                    <a:gd name="connsiteX23-49831" fmla="*/ 94 w 2254"/>
                    <a:gd name="connsiteY23-49832" fmla="*/ 1804 h 4213"/>
                    <a:gd name="connsiteX24-49833" fmla="*/ 98 w 2254"/>
                    <a:gd name="connsiteY24-49834" fmla="*/ 1634 h 4213"/>
                    <a:gd name="connsiteX25-49835" fmla="*/ 153 w 2254"/>
                    <a:gd name="connsiteY25-49836" fmla="*/ 1514 h 4213"/>
                    <a:gd name="connsiteX26-49837" fmla="*/ 196 w 2254"/>
                    <a:gd name="connsiteY26-49838" fmla="*/ 1306 h 4213"/>
                    <a:gd name="connsiteX27-49839" fmla="*/ 256 w 2254"/>
                    <a:gd name="connsiteY27-49840" fmla="*/ 1307 h 4213"/>
                    <a:gd name="connsiteX28-49841" fmla="*/ 579 w 2254"/>
                    <a:gd name="connsiteY28-49842" fmla="*/ 1286 h 4213"/>
                    <a:gd name="connsiteX29-49843" fmla="*/ 753 w 2254"/>
                    <a:gd name="connsiteY29-49844" fmla="*/ 1117 h 4213"/>
                    <a:gd name="connsiteX30-49845" fmla="*/ 822 w 2254"/>
                    <a:gd name="connsiteY30-49846" fmla="*/ 748 h 4213"/>
                    <a:gd name="connsiteX31-49847" fmla="*/ 932 w 2254"/>
                    <a:gd name="connsiteY31-49848" fmla="*/ 486 h 4213"/>
                    <a:gd name="connsiteX32-49849" fmla="*/ 930 w 2254"/>
                    <a:gd name="connsiteY32-49850" fmla="*/ 358 h 4213"/>
                    <a:gd name="connsiteX33-49851" fmla="*/ 917 w 2254"/>
                    <a:gd name="connsiteY33-49852" fmla="*/ 328 h 4213"/>
                    <a:gd name="connsiteX34-49853" fmla="*/ 850 w 2254"/>
                    <a:gd name="connsiteY34-49854" fmla="*/ 251 h 4213"/>
                    <a:gd name="connsiteX35-49855" fmla="*/ 790 w 2254"/>
                    <a:gd name="connsiteY35-49856" fmla="*/ 217 h 4213"/>
                    <a:gd name="connsiteX36-49857" fmla="*/ 915 w 2254"/>
                    <a:gd name="connsiteY36-49858" fmla="*/ 56 h 4213"/>
                    <a:gd name="connsiteX37-49859" fmla="*/ 1088 w 2254"/>
                    <a:gd name="connsiteY37-49860" fmla="*/ 2 h 4213"/>
                    <a:gd name="connsiteX38-49861" fmla="*/ 1120 w 2254"/>
                    <a:gd name="connsiteY38-49862" fmla="*/ 49 h 4213"/>
                    <a:gd name="connsiteX39-49863" fmla="*/ 1110 w 2254"/>
                    <a:gd name="connsiteY39-49864" fmla="*/ 133 h 4213"/>
                    <a:gd name="connsiteX40-49865" fmla="*/ 1049 w 2254"/>
                    <a:gd name="connsiteY40-49866" fmla="*/ 243 h 4213"/>
                    <a:gd name="connsiteX41-49867" fmla="*/ 1119 w 2254"/>
                    <a:gd name="connsiteY41-49868" fmla="*/ 301 h 4213"/>
                    <a:gd name="connsiteX42-49869" fmla="*/ 1233 w 2254"/>
                    <a:gd name="connsiteY42-49870" fmla="*/ 366 h 4213"/>
                    <a:gd name="connsiteX43-49871" fmla="*/ 1253 w 2254"/>
                    <a:gd name="connsiteY43-49872" fmla="*/ 255 h 4213"/>
                    <a:gd name="connsiteX44-49873" fmla="*/ 1387 w 2254"/>
                    <a:gd name="connsiteY44-49874" fmla="*/ 291 h 4213"/>
                    <a:gd name="connsiteX45-49875" fmla="*/ 1412 w 2254"/>
                    <a:gd name="connsiteY45-49876" fmla="*/ 331 h 4213"/>
                    <a:gd name="connsiteX46-49877" fmla="*/ 1488 w 2254"/>
                    <a:gd name="connsiteY46-49878" fmla="*/ 562 h 4213"/>
                    <a:gd name="connsiteX47-49879" fmla="*/ 1523 w 2254"/>
                    <a:gd name="connsiteY47-49880" fmla="*/ 586 h 4213"/>
                    <a:gd name="connsiteX48-49881" fmla="*/ 1615 w 2254"/>
                    <a:gd name="connsiteY48-49882" fmla="*/ 578 h 4213"/>
                    <a:gd name="connsiteX49-49883" fmla="*/ 1875 w 2254"/>
                    <a:gd name="connsiteY49-49884" fmla="*/ 490 h 4213"/>
                    <a:gd name="connsiteX50-49885" fmla="*/ 2095 w 2254"/>
                    <a:gd name="connsiteY50-49886" fmla="*/ 479 h 4213"/>
                    <a:gd name="connsiteX51-49887" fmla="*/ 2155 w 2254"/>
                    <a:gd name="connsiteY51-49888" fmla="*/ 648 h 4213"/>
                    <a:gd name="connsiteX52-49889" fmla="*/ 2073 w 2254"/>
                    <a:gd name="connsiteY52-49890" fmla="*/ 944 h 4213"/>
                    <a:gd name="connsiteX53-49891" fmla="*/ 2073 w 2254"/>
                    <a:gd name="connsiteY53-49892" fmla="*/ 1022 h 4213"/>
                    <a:gd name="connsiteX54-49893" fmla="*/ 2142 w 2254"/>
                    <a:gd name="connsiteY54-49894" fmla="*/ 1168 h 4213"/>
                    <a:gd name="connsiteX55-49895" fmla="*/ 2157 w 2254"/>
                    <a:gd name="connsiteY55-49896" fmla="*/ 1427 h 4213"/>
                    <a:gd name="connsiteX56-49897" fmla="*/ 2159 w 2254"/>
                    <a:gd name="connsiteY56-49898" fmla="*/ 1617 h 4213"/>
                    <a:gd name="connsiteX57-49899" fmla="*/ 2092 w 2254"/>
                    <a:gd name="connsiteY57-49900" fmla="*/ 1625 h 4213"/>
                    <a:gd name="connsiteX58-49901" fmla="*/ 2070 w 2254"/>
                    <a:gd name="connsiteY58-49902" fmla="*/ 1507 h 4213"/>
                    <a:gd name="connsiteX59-49903" fmla="*/ 2035 w 2254"/>
                    <a:gd name="connsiteY59-49904" fmla="*/ 1450 h 4213"/>
                    <a:gd name="connsiteX60-49905" fmla="*/ 1945 w 2254"/>
                    <a:gd name="connsiteY60-49906" fmla="*/ 1582 h 4213"/>
                    <a:gd name="connsiteX61-49907" fmla="*/ 1832 w 2254"/>
                    <a:gd name="connsiteY61-49908" fmla="*/ 1776 h 4213"/>
                    <a:gd name="connsiteX62-49909" fmla="*/ 1713 w 2254"/>
                    <a:gd name="connsiteY62-49910" fmla="*/ 1904 h 4213"/>
                    <a:gd name="connsiteX63-49911" fmla="*/ 1706 w 2254"/>
                    <a:gd name="connsiteY63-49912" fmla="*/ 2018 h 4213"/>
                    <a:gd name="connsiteX64-49913" fmla="*/ 1766 w 2254"/>
                    <a:gd name="connsiteY64-49914" fmla="*/ 2115 h 4213"/>
                    <a:gd name="connsiteX65-49915" fmla="*/ 1868 w 2254"/>
                    <a:gd name="connsiteY65-49916" fmla="*/ 2183 h 4213"/>
                    <a:gd name="connsiteX66-49917" fmla="*/ 1945 w 2254"/>
                    <a:gd name="connsiteY66-49918" fmla="*/ 2178 h 4213"/>
                    <a:gd name="connsiteX67-49919" fmla="*/ 1990 w 2254"/>
                    <a:gd name="connsiteY67-49920" fmla="*/ 2104 h 4213"/>
                    <a:gd name="connsiteX68-49921" fmla="*/ 2024 w 2254"/>
                    <a:gd name="connsiteY68-49922" fmla="*/ 2210 h 4213"/>
                    <a:gd name="connsiteX69-49923" fmla="*/ 1912 w 2254"/>
                    <a:gd name="connsiteY69-49924" fmla="*/ 2249 h 4213"/>
                    <a:gd name="connsiteX70-49925" fmla="*/ 1959 w 2254"/>
                    <a:gd name="connsiteY70-49926" fmla="*/ 2362 h 4213"/>
                    <a:gd name="connsiteX71-49927" fmla="*/ 1824 w 2254"/>
                    <a:gd name="connsiteY71-49928" fmla="*/ 2509 h 4213"/>
                    <a:gd name="connsiteX72-49929" fmla="*/ 1783 w 2254"/>
                    <a:gd name="connsiteY72-49930" fmla="*/ 2498 h 4213"/>
                    <a:gd name="connsiteX73-49931" fmla="*/ 1659 w 2254"/>
                    <a:gd name="connsiteY73-49932" fmla="*/ 2413 h 4213"/>
                    <a:gd name="connsiteX74-49933" fmla="*/ 1604 w 2254"/>
                    <a:gd name="connsiteY74-49934" fmla="*/ 2412 h 4213"/>
                    <a:gd name="connsiteX75-49935" fmla="*/ 1569 w 2254"/>
                    <a:gd name="connsiteY75-49936" fmla="*/ 2480 h 4213"/>
                    <a:gd name="connsiteX76-49937" fmla="*/ 1572 w 2254"/>
                    <a:gd name="connsiteY76-49938" fmla="*/ 2562 h 4213"/>
                    <a:gd name="connsiteX77-49939" fmla="*/ 1750 w 2254"/>
                    <a:gd name="connsiteY77-49940" fmla="*/ 2730 h 4213"/>
                    <a:gd name="connsiteX78-49941" fmla="*/ 1749 w 2254"/>
                    <a:gd name="connsiteY78-49942" fmla="*/ 2844 h 4213"/>
                    <a:gd name="connsiteX79-49943" fmla="*/ 1840 w 2254"/>
                    <a:gd name="connsiteY79-49944" fmla="*/ 3060 h 4213"/>
                    <a:gd name="connsiteX80-49945" fmla="*/ 1866 w 2254"/>
                    <a:gd name="connsiteY80-49946" fmla="*/ 3090 h 4213"/>
                    <a:gd name="connsiteX81-49947" fmla="*/ 1910 w 2254"/>
                    <a:gd name="connsiteY81-49948" fmla="*/ 3094 h 4213"/>
                    <a:gd name="connsiteX82-49949" fmla="*/ 1956 w 2254"/>
                    <a:gd name="connsiteY82-49950" fmla="*/ 3010 h 4213"/>
                    <a:gd name="connsiteX83-49951" fmla="*/ 2036 w 2254"/>
                    <a:gd name="connsiteY83-49952" fmla="*/ 2950 h 4213"/>
                    <a:gd name="connsiteX84-49953" fmla="*/ 2131 w 2254"/>
                    <a:gd name="connsiteY84-49954" fmla="*/ 3126 h 4213"/>
                    <a:gd name="connsiteX85-49955" fmla="*/ 2241 w 2254"/>
                    <a:gd name="connsiteY85-49956" fmla="*/ 3312 h 4213"/>
                    <a:gd name="connsiteX86-49957" fmla="*/ 2254 w 2254"/>
                    <a:gd name="connsiteY86-49958" fmla="*/ 3342 h 4213"/>
                    <a:gd name="connsiteX87-49959" fmla="*/ 2243 w 2254"/>
                    <a:gd name="connsiteY87-49960" fmla="*/ 3518 h 4213"/>
                    <a:gd name="connsiteX88-49961" fmla="*/ 2208 w 2254"/>
                    <a:gd name="connsiteY88-49962" fmla="*/ 3554 h 4213"/>
                    <a:gd name="connsiteX89-49963" fmla="*/ 2119 w 2254"/>
                    <a:gd name="connsiteY89-49964" fmla="*/ 3515 h 4213"/>
                    <a:gd name="connsiteX90-49965" fmla="*/ 1885 w 2254"/>
                    <a:gd name="connsiteY90-49966" fmla="*/ 3644 h 4213"/>
                    <a:gd name="connsiteX91-49967" fmla="*/ 1859 w 2254"/>
                    <a:gd name="connsiteY91-49968" fmla="*/ 3666 h 4213"/>
                    <a:gd name="connsiteX92-49969" fmla="*/ 1679 w 2254"/>
                    <a:gd name="connsiteY92-49970" fmla="*/ 3812 h 4213"/>
                    <a:gd name="connsiteX93-49971" fmla="*/ 1538 w 2254"/>
                    <a:gd name="connsiteY93-49972" fmla="*/ 3926 h 4213"/>
                    <a:gd name="connsiteX94-49973" fmla="*/ 1503 w 2254"/>
                    <a:gd name="connsiteY94-49974" fmla="*/ 3965 h 4213"/>
                    <a:gd name="connsiteX95-49975" fmla="*/ 1451 w 2254"/>
                    <a:gd name="connsiteY95-49976" fmla="*/ 3973 h 4213"/>
                    <a:gd name="connsiteX96-49977" fmla="*/ 1394 w 2254"/>
                    <a:gd name="connsiteY96-49978" fmla="*/ 3916 h 4213"/>
                    <a:gd name="connsiteX97-49979" fmla="*/ 1270 w 2254"/>
                    <a:gd name="connsiteY97-49980" fmla="*/ 3808 h 4213"/>
                    <a:gd name="connsiteX98-49981" fmla="*/ 1294 w 2254"/>
                    <a:gd name="connsiteY98-49982" fmla="*/ 4064 h 4213"/>
                    <a:gd name="connsiteX99-49983" fmla="*/ 1303 w 2254"/>
                    <a:gd name="connsiteY99-49984" fmla="*/ 4192 h 4213"/>
                    <a:gd name="connsiteX100-49985" fmla="*/ 1041 w 2254"/>
                    <a:gd name="connsiteY100-49986" fmla="*/ 4166 h 4213"/>
                    <a:gd name="connsiteX101-49987" fmla="*/ 959 w 2254"/>
                    <a:gd name="connsiteY101-49988" fmla="*/ 3987 h 4213"/>
                    <a:gd name="connsiteX102-49989" fmla="*/ 877 w 2254"/>
                    <a:gd name="connsiteY102-49990" fmla="*/ 3802 h 4213"/>
                    <a:gd name="connsiteX103-49991" fmla="*/ 798 w 2254"/>
                    <a:gd name="connsiteY103-49992" fmla="*/ 3734 h 4213"/>
                    <a:gd name="connsiteX0-49993" fmla="*/ 798 w 2254"/>
                    <a:gd name="connsiteY0-49994" fmla="*/ 3734 h 4213"/>
                    <a:gd name="connsiteX1-49995" fmla="*/ 679 w 2254"/>
                    <a:gd name="connsiteY1-49996" fmla="*/ 3800 h 4213"/>
                    <a:gd name="connsiteX2-49997" fmla="*/ 695 w 2254"/>
                    <a:gd name="connsiteY2-49998" fmla="*/ 3662 h 4213"/>
                    <a:gd name="connsiteX3-49999" fmla="*/ 633 w 2254"/>
                    <a:gd name="connsiteY3-50000" fmla="*/ 3500 h 4213"/>
                    <a:gd name="connsiteX4-50001" fmla="*/ 742 w 2254"/>
                    <a:gd name="connsiteY4-50002" fmla="*/ 3280 h 4213"/>
                    <a:gd name="connsiteX5-50003" fmla="*/ 932 w 2254"/>
                    <a:gd name="connsiteY5-50004" fmla="*/ 3195 h 4213"/>
                    <a:gd name="connsiteX6-50005" fmla="*/ 1107 w 2254"/>
                    <a:gd name="connsiteY6-50006" fmla="*/ 3058 h 4213"/>
                    <a:gd name="connsiteX7-50007" fmla="*/ 1112 w 2254"/>
                    <a:gd name="connsiteY7-50008" fmla="*/ 2878 h 4213"/>
                    <a:gd name="connsiteX8-50009" fmla="*/ 1215 w 2254"/>
                    <a:gd name="connsiteY8-50010" fmla="*/ 2615 h 4213"/>
                    <a:gd name="connsiteX9-50011" fmla="*/ 1184 w 2254"/>
                    <a:gd name="connsiteY9-50012" fmla="*/ 2346 h 4213"/>
                    <a:gd name="connsiteX10-50013" fmla="*/ 1068 w 2254"/>
                    <a:gd name="connsiteY10-50014" fmla="*/ 2333 h 4213"/>
                    <a:gd name="connsiteX11-50015" fmla="*/ 1066 w 2254"/>
                    <a:gd name="connsiteY11-50016" fmla="*/ 2117 h 4213"/>
                    <a:gd name="connsiteX12-50017" fmla="*/ 990 w 2254"/>
                    <a:gd name="connsiteY12-50018" fmla="*/ 2039 h 4213"/>
                    <a:gd name="connsiteX13-50019" fmla="*/ 847 w 2254"/>
                    <a:gd name="connsiteY13-50020" fmla="*/ 1951 h 4213"/>
                    <a:gd name="connsiteX14-50021" fmla="*/ 755 w 2254"/>
                    <a:gd name="connsiteY14-50022" fmla="*/ 1827 h 4213"/>
                    <a:gd name="connsiteX15-50023" fmla="*/ 659 w 2254"/>
                    <a:gd name="connsiteY15-50024" fmla="*/ 1828 h 4213"/>
                    <a:gd name="connsiteX16-50025" fmla="*/ 614 w 2254"/>
                    <a:gd name="connsiteY16-50026" fmla="*/ 1883 h 4213"/>
                    <a:gd name="connsiteX17-50027" fmla="*/ 521 w 2254"/>
                    <a:gd name="connsiteY17-50028" fmla="*/ 1877 h 4213"/>
                    <a:gd name="connsiteX18-50029" fmla="*/ 501 w 2254"/>
                    <a:gd name="connsiteY18-50030" fmla="*/ 1994 h 4213"/>
                    <a:gd name="connsiteX19-50031" fmla="*/ 320 w 2254"/>
                    <a:gd name="connsiteY19-50032" fmla="*/ 1941 h 4213"/>
                    <a:gd name="connsiteX20-50033" fmla="*/ 237 w 2254"/>
                    <a:gd name="connsiteY20-50034" fmla="*/ 1939 h 4213"/>
                    <a:gd name="connsiteX21-50035" fmla="*/ 112 w 2254"/>
                    <a:gd name="connsiteY21-50036" fmla="*/ 2014 h 4213"/>
                    <a:gd name="connsiteX22-50037" fmla="*/ 0 w 2254"/>
                    <a:gd name="connsiteY22-50038" fmla="*/ 1890 h 4213"/>
                    <a:gd name="connsiteX23-50039" fmla="*/ 94 w 2254"/>
                    <a:gd name="connsiteY23-50040" fmla="*/ 1804 h 4213"/>
                    <a:gd name="connsiteX24-50041" fmla="*/ 98 w 2254"/>
                    <a:gd name="connsiteY24-50042" fmla="*/ 1634 h 4213"/>
                    <a:gd name="connsiteX25-50043" fmla="*/ 153 w 2254"/>
                    <a:gd name="connsiteY25-50044" fmla="*/ 1514 h 4213"/>
                    <a:gd name="connsiteX26-50045" fmla="*/ 196 w 2254"/>
                    <a:gd name="connsiteY26-50046" fmla="*/ 1306 h 4213"/>
                    <a:gd name="connsiteX27-50047" fmla="*/ 256 w 2254"/>
                    <a:gd name="connsiteY27-50048" fmla="*/ 1307 h 4213"/>
                    <a:gd name="connsiteX28-50049" fmla="*/ 579 w 2254"/>
                    <a:gd name="connsiteY28-50050" fmla="*/ 1286 h 4213"/>
                    <a:gd name="connsiteX29-50051" fmla="*/ 753 w 2254"/>
                    <a:gd name="connsiteY29-50052" fmla="*/ 1117 h 4213"/>
                    <a:gd name="connsiteX30-50053" fmla="*/ 822 w 2254"/>
                    <a:gd name="connsiteY30-50054" fmla="*/ 748 h 4213"/>
                    <a:gd name="connsiteX31-50055" fmla="*/ 932 w 2254"/>
                    <a:gd name="connsiteY31-50056" fmla="*/ 486 h 4213"/>
                    <a:gd name="connsiteX32-50057" fmla="*/ 930 w 2254"/>
                    <a:gd name="connsiteY32-50058" fmla="*/ 358 h 4213"/>
                    <a:gd name="connsiteX33-50059" fmla="*/ 917 w 2254"/>
                    <a:gd name="connsiteY33-50060" fmla="*/ 328 h 4213"/>
                    <a:gd name="connsiteX34-50061" fmla="*/ 850 w 2254"/>
                    <a:gd name="connsiteY34-50062" fmla="*/ 251 h 4213"/>
                    <a:gd name="connsiteX35-50063" fmla="*/ 790 w 2254"/>
                    <a:gd name="connsiteY35-50064" fmla="*/ 217 h 4213"/>
                    <a:gd name="connsiteX36-50065" fmla="*/ 915 w 2254"/>
                    <a:gd name="connsiteY36-50066" fmla="*/ 56 h 4213"/>
                    <a:gd name="connsiteX37-50067" fmla="*/ 1088 w 2254"/>
                    <a:gd name="connsiteY37-50068" fmla="*/ 2 h 4213"/>
                    <a:gd name="connsiteX38-50069" fmla="*/ 1120 w 2254"/>
                    <a:gd name="connsiteY38-50070" fmla="*/ 49 h 4213"/>
                    <a:gd name="connsiteX39-50071" fmla="*/ 1110 w 2254"/>
                    <a:gd name="connsiteY39-50072" fmla="*/ 133 h 4213"/>
                    <a:gd name="connsiteX40-50073" fmla="*/ 1049 w 2254"/>
                    <a:gd name="connsiteY40-50074" fmla="*/ 243 h 4213"/>
                    <a:gd name="connsiteX41-50075" fmla="*/ 1119 w 2254"/>
                    <a:gd name="connsiteY41-50076" fmla="*/ 301 h 4213"/>
                    <a:gd name="connsiteX42-50077" fmla="*/ 1233 w 2254"/>
                    <a:gd name="connsiteY42-50078" fmla="*/ 366 h 4213"/>
                    <a:gd name="connsiteX43-50079" fmla="*/ 1253 w 2254"/>
                    <a:gd name="connsiteY43-50080" fmla="*/ 255 h 4213"/>
                    <a:gd name="connsiteX44-50081" fmla="*/ 1387 w 2254"/>
                    <a:gd name="connsiteY44-50082" fmla="*/ 291 h 4213"/>
                    <a:gd name="connsiteX45-50083" fmla="*/ 1412 w 2254"/>
                    <a:gd name="connsiteY45-50084" fmla="*/ 331 h 4213"/>
                    <a:gd name="connsiteX46-50085" fmla="*/ 1488 w 2254"/>
                    <a:gd name="connsiteY46-50086" fmla="*/ 562 h 4213"/>
                    <a:gd name="connsiteX47-50087" fmla="*/ 1523 w 2254"/>
                    <a:gd name="connsiteY47-50088" fmla="*/ 586 h 4213"/>
                    <a:gd name="connsiteX48-50089" fmla="*/ 1615 w 2254"/>
                    <a:gd name="connsiteY48-50090" fmla="*/ 578 h 4213"/>
                    <a:gd name="connsiteX49-50091" fmla="*/ 1875 w 2254"/>
                    <a:gd name="connsiteY49-50092" fmla="*/ 490 h 4213"/>
                    <a:gd name="connsiteX50-50093" fmla="*/ 2095 w 2254"/>
                    <a:gd name="connsiteY50-50094" fmla="*/ 479 h 4213"/>
                    <a:gd name="connsiteX51-50095" fmla="*/ 2155 w 2254"/>
                    <a:gd name="connsiteY51-50096" fmla="*/ 648 h 4213"/>
                    <a:gd name="connsiteX52-50097" fmla="*/ 2073 w 2254"/>
                    <a:gd name="connsiteY52-50098" fmla="*/ 944 h 4213"/>
                    <a:gd name="connsiteX53-50099" fmla="*/ 2073 w 2254"/>
                    <a:gd name="connsiteY53-50100" fmla="*/ 1022 h 4213"/>
                    <a:gd name="connsiteX54-50101" fmla="*/ 2142 w 2254"/>
                    <a:gd name="connsiteY54-50102" fmla="*/ 1168 h 4213"/>
                    <a:gd name="connsiteX55-50103" fmla="*/ 2157 w 2254"/>
                    <a:gd name="connsiteY55-50104" fmla="*/ 1427 h 4213"/>
                    <a:gd name="connsiteX56-50105" fmla="*/ 2159 w 2254"/>
                    <a:gd name="connsiteY56-50106" fmla="*/ 1617 h 4213"/>
                    <a:gd name="connsiteX57-50107" fmla="*/ 2092 w 2254"/>
                    <a:gd name="connsiteY57-50108" fmla="*/ 1625 h 4213"/>
                    <a:gd name="connsiteX58-50109" fmla="*/ 2070 w 2254"/>
                    <a:gd name="connsiteY58-50110" fmla="*/ 1507 h 4213"/>
                    <a:gd name="connsiteX59-50111" fmla="*/ 2035 w 2254"/>
                    <a:gd name="connsiteY59-50112" fmla="*/ 1450 h 4213"/>
                    <a:gd name="connsiteX60-50113" fmla="*/ 1945 w 2254"/>
                    <a:gd name="connsiteY60-50114" fmla="*/ 1582 h 4213"/>
                    <a:gd name="connsiteX61-50115" fmla="*/ 1832 w 2254"/>
                    <a:gd name="connsiteY61-50116" fmla="*/ 1776 h 4213"/>
                    <a:gd name="connsiteX62-50117" fmla="*/ 1713 w 2254"/>
                    <a:gd name="connsiteY62-50118" fmla="*/ 1904 h 4213"/>
                    <a:gd name="connsiteX63-50119" fmla="*/ 1706 w 2254"/>
                    <a:gd name="connsiteY63-50120" fmla="*/ 2018 h 4213"/>
                    <a:gd name="connsiteX64-50121" fmla="*/ 1766 w 2254"/>
                    <a:gd name="connsiteY64-50122" fmla="*/ 2115 h 4213"/>
                    <a:gd name="connsiteX65-50123" fmla="*/ 1868 w 2254"/>
                    <a:gd name="connsiteY65-50124" fmla="*/ 2183 h 4213"/>
                    <a:gd name="connsiteX66-50125" fmla="*/ 1945 w 2254"/>
                    <a:gd name="connsiteY66-50126" fmla="*/ 2178 h 4213"/>
                    <a:gd name="connsiteX67-50127" fmla="*/ 1990 w 2254"/>
                    <a:gd name="connsiteY67-50128" fmla="*/ 2104 h 4213"/>
                    <a:gd name="connsiteX68-50129" fmla="*/ 2024 w 2254"/>
                    <a:gd name="connsiteY68-50130" fmla="*/ 2210 h 4213"/>
                    <a:gd name="connsiteX69-50131" fmla="*/ 1912 w 2254"/>
                    <a:gd name="connsiteY69-50132" fmla="*/ 2249 h 4213"/>
                    <a:gd name="connsiteX70-50133" fmla="*/ 1959 w 2254"/>
                    <a:gd name="connsiteY70-50134" fmla="*/ 2362 h 4213"/>
                    <a:gd name="connsiteX71-50135" fmla="*/ 1824 w 2254"/>
                    <a:gd name="connsiteY71-50136" fmla="*/ 2509 h 4213"/>
                    <a:gd name="connsiteX72-50137" fmla="*/ 1783 w 2254"/>
                    <a:gd name="connsiteY72-50138" fmla="*/ 2498 h 4213"/>
                    <a:gd name="connsiteX73-50139" fmla="*/ 1659 w 2254"/>
                    <a:gd name="connsiteY73-50140" fmla="*/ 2413 h 4213"/>
                    <a:gd name="connsiteX74-50141" fmla="*/ 1604 w 2254"/>
                    <a:gd name="connsiteY74-50142" fmla="*/ 2412 h 4213"/>
                    <a:gd name="connsiteX75-50143" fmla="*/ 1569 w 2254"/>
                    <a:gd name="connsiteY75-50144" fmla="*/ 2480 h 4213"/>
                    <a:gd name="connsiteX76-50145" fmla="*/ 1572 w 2254"/>
                    <a:gd name="connsiteY76-50146" fmla="*/ 2562 h 4213"/>
                    <a:gd name="connsiteX77-50147" fmla="*/ 1750 w 2254"/>
                    <a:gd name="connsiteY77-50148" fmla="*/ 2730 h 4213"/>
                    <a:gd name="connsiteX78-50149" fmla="*/ 1749 w 2254"/>
                    <a:gd name="connsiteY78-50150" fmla="*/ 2844 h 4213"/>
                    <a:gd name="connsiteX79-50151" fmla="*/ 1840 w 2254"/>
                    <a:gd name="connsiteY79-50152" fmla="*/ 3060 h 4213"/>
                    <a:gd name="connsiteX80-50153" fmla="*/ 1866 w 2254"/>
                    <a:gd name="connsiteY80-50154" fmla="*/ 3090 h 4213"/>
                    <a:gd name="connsiteX81-50155" fmla="*/ 1910 w 2254"/>
                    <a:gd name="connsiteY81-50156" fmla="*/ 3094 h 4213"/>
                    <a:gd name="connsiteX82-50157" fmla="*/ 1956 w 2254"/>
                    <a:gd name="connsiteY82-50158" fmla="*/ 3010 h 4213"/>
                    <a:gd name="connsiteX83-50159" fmla="*/ 2036 w 2254"/>
                    <a:gd name="connsiteY83-50160" fmla="*/ 2950 h 4213"/>
                    <a:gd name="connsiteX84-50161" fmla="*/ 2131 w 2254"/>
                    <a:gd name="connsiteY84-50162" fmla="*/ 3126 h 4213"/>
                    <a:gd name="connsiteX85-50163" fmla="*/ 2241 w 2254"/>
                    <a:gd name="connsiteY85-50164" fmla="*/ 3312 h 4213"/>
                    <a:gd name="connsiteX86-50165" fmla="*/ 2254 w 2254"/>
                    <a:gd name="connsiteY86-50166" fmla="*/ 3342 h 4213"/>
                    <a:gd name="connsiteX87-50167" fmla="*/ 2243 w 2254"/>
                    <a:gd name="connsiteY87-50168" fmla="*/ 3518 h 4213"/>
                    <a:gd name="connsiteX88-50169" fmla="*/ 2208 w 2254"/>
                    <a:gd name="connsiteY88-50170" fmla="*/ 3554 h 4213"/>
                    <a:gd name="connsiteX89-50171" fmla="*/ 2119 w 2254"/>
                    <a:gd name="connsiteY89-50172" fmla="*/ 3515 h 4213"/>
                    <a:gd name="connsiteX90-50173" fmla="*/ 1885 w 2254"/>
                    <a:gd name="connsiteY90-50174" fmla="*/ 3644 h 4213"/>
                    <a:gd name="connsiteX91-50175" fmla="*/ 1859 w 2254"/>
                    <a:gd name="connsiteY91-50176" fmla="*/ 3666 h 4213"/>
                    <a:gd name="connsiteX92-50177" fmla="*/ 1679 w 2254"/>
                    <a:gd name="connsiteY92-50178" fmla="*/ 3812 h 4213"/>
                    <a:gd name="connsiteX93-50179" fmla="*/ 1538 w 2254"/>
                    <a:gd name="connsiteY93-50180" fmla="*/ 3926 h 4213"/>
                    <a:gd name="connsiteX94-50181" fmla="*/ 1503 w 2254"/>
                    <a:gd name="connsiteY94-50182" fmla="*/ 3965 h 4213"/>
                    <a:gd name="connsiteX95-50183" fmla="*/ 1451 w 2254"/>
                    <a:gd name="connsiteY95-50184" fmla="*/ 3973 h 4213"/>
                    <a:gd name="connsiteX96-50185" fmla="*/ 1394 w 2254"/>
                    <a:gd name="connsiteY96-50186" fmla="*/ 3916 h 4213"/>
                    <a:gd name="connsiteX97-50187" fmla="*/ 1270 w 2254"/>
                    <a:gd name="connsiteY97-50188" fmla="*/ 3808 h 4213"/>
                    <a:gd name="connsiteX98-50189" fmla="*/ 1294 w 2254"/>
                    <a:gd name="connsiteY98-50190" fmla="*/ 4064 h 4213"/>
                    <a:gd name="connsiteX99-50191" fmla="*/ 1303 w 2254"/>
                    <a:gd name="connsiteY99-50192" fmla="*/ 4192 h 4213"/>
                    <a:gd name="connsiteX100-50193" fmla="*/ 1041 w 2254"/>
                    <a:gd name="connsiteY100-50194" fmla="*/ 4166 h 4213"/>
                    <a:gd name="connsiteX101-50195" fmla="*/ 959 w 2254"/>
                    <a:gd name="connsiteY101-50196" fmla="*/ 3987 h 4213"/>
                    <a:gd name="connsiteX102-50197" fmla="*/ 877 w 2254"/>
                    <a:gd name="connsiteY102-50198" fmla="*/ 3802 h 4213"/>
                    <a:gd name="connsiteX103-50199" fmla="*/ 798 w 2254"/>
                    <a:gd name="connsiteY103-50200" fmla="*/ 3734 h 4213"/>
                    <a:gd name="connsiteX0-50201" fmla="*/ 798 w 2254"/>
                    <a:gd name="connsiteY0-50202" fmla="*/ 3734 h 4213"/>
                    <a:gd name="connsiteX1-50203" fmla="*/ 679 w 2254"/>
                    <a:gd name="connsiteY1-50204" fmla="*/ 3800 h 4213"/>
                    <a:gd name="connsiteX2-50205" fmla="*/ 695 w 2254"/>
                    <a:gd name="connsiteY2-50206" fmla="*/ 3662 h 4213"/>
                    <a:gd name="connsiteX3-50207" fmla="*/ 633 w 2254"/>
                    <a:gd name="connsiteY3-50208" fmla="*/ 3500 h 4213"/>
                    <a:gd name="connsiteX4-50209" fmla="*/ 742 w 2254"/>
                    <a:gd name="connsiteY4-50210" fmla="*/ 3280 h 4213"/>
                    <a:gd name="connsiteX5-50211" fmla="*/ 932 w 2254"/>
                    <a:gd name="connsiteY5-50212" fmla="*/ 3195 h 4213"/>
                    <a:gd name="connsiteX6-50213" fmla="*/ 1107 w 2254"/>
                    <a:gd name="connsiteY6-50214" fmla="*/ 3058 h 4213"/>
                    <a:gd name="connsiteX7-50215" fmla="*/ 1112 w 2254"/>
                    <a:gd name="connsiteY7-50216" fmla="*/ 2878 h 4213"/>
                    <a:gd name="connsiteX8-50217" fmla="*/ 1215 w 2254"/>
                    <a:gd name="connsiteY8-50218" fmla="*/ 2615 h 4213"/>
                    <a:gd name="connsiteX9-50219" fmla="*/ 1184 w 2254"/>
                    <a:gd name="connsiteY9-50220" fmla="*/ 2346 h 4213"/>
                    <a:gd name="connsiteX10-50221" fmla="*/ 1068 w 2254"/>
                    <a:gd name="connsiteY10-50222" fmla="*/ 2333 h 4213"/>
                    <a:gd name="connsiteX11-50223" fmla="*/ 1066 w 2254"/>
                    <a:gd name="connsiteY11-50224" fmla="*/ 2117 h 4213"/>
                    <a:gd name="connsiteX12-50225" fmla="*/ 990 w 2254"/>
                    <a:gd name="connsiteY12-50226" fmla="*/ 2039 h 4213"/>
                    <a:gd name="connsiteX13-50227" fmla="*/ 847 w 2254"/>
                    <a:gd name="connsiteY13-50228" fmla="*/ 1951 h 4213"/>
                    <a:gd name="connsiteX14-50229" fmla="*/ 755 w 2254"/>
                    <a:gd name="connsiteY14-50230" fmla="*/ 1827 h 4213"/>
                    <a:gd name="connsiteX15-50231" fmla="*/ 659 w 2254"/>
                    <a:gd name="connsiteY15-50232" fmla="*/ 1828 h 4213"/>
                    <a:gd name="connsiteX16-50233" fmla="*/ 614 w 2254"/>
                    <a:gd name="connsiteY16-50234" fmla="*/ 1883 h 4213"/>
                    <a:gd name="connsiteX17-50235" fmla="*/ 521 w 2254"/>
                    <a:gd name="connsiteY17-50236" fmla="*/ 1877 h 4213"/>
                    <a:gd name="connsiteX18-50237" fmla="*/ 501 w 2254"/>
                    <a:gd name="connsiteY18-50238" fmla="*/ 1994 h 4213"/>
                    <a:gd name="connsiteX19-50239" fmla="*/ 320 w 2254"/>
                    <a:gd name="connsiteY19-50240" fmla="*/ 1941 h 4213"/>
                    <a:gd name="connsiteX20-50241" fmla="*/ 237 w 2254"/>
                    <a:gd name="connsiteY20-50242" fmla="*/ 1939 h 4213"/>
                    <a:gd name="connsiteX21-50243" fmla="*/ 112 w 2254"/>
                    <a:gd name="connsiteY21-50244" fmla="*/ 2014 h 4213"/>
                    <a:gd name="connsiteX22-50245" fmla="*/ 0 w 2254"/>
                    <a:gd name="connsiteY22-50246" fmla="*/ 1890 h 4213"/>
                    <a:gd name="connsiteX23-50247" fmla="*/ 94 w 2254"/>
                    <a:gd name="connsiteY23-50248" fmla="*/ 1804 h 4213"/>
                    <a:gd name="connsiteX24-50249" fmla="*/ 98 w 2254"/>
                    <a:gd name="connsiteY24-50250" fmla="*/ 1634 h 4213"/>
                    <a:gd name="connsiteX25-50251" fmla="*/ 153 w 2254"/>
                    <a:gd name="connsiteY25-50252" fmla="*/ 1514 h 4213"/>
                    <a:gd name="connsiteX26-50253" fmla="*/ 196 w 2254"/>
                    <a:gd name="connsiteY26-50254" fmla="*/ 1306 h 4213"/>
                    <a:gd name="connsiteX27-50255" fmla="*/ 256 w 2254"/>
                    <a:gd name="connsiteY27-50256" fmla="*/ 1307 h 4213"/>
                    <a:gd name="connsiteX28-50257" fmla="*/ 579 w 2254"/>
                    <a:gd name="connsiteY28-50258" fmla="*/ 1286 h 4213"/>
                    <a:gd name="connsiteX29-50259" fmla="*/ 753 w 2254"/>
                    <a:gd name="connsiteY29-50260" fmla="*/ 1117 h 4213"/>
                    <a:gd name="connsiteX30-50261" fmla="*/ 822 w 2254"/>
                    <a:gd name="connsiteY30-50262" fmla="*/ 748 h 4213"/>
                    <a:gd name="connsiteX31-50263" fmla="*/ 932 w 2254"/>
                    <a:gd name="connsiteY31-50264" fmla="*/ 486 h 4213"/>
                    <a:gd name="connsiteX32-50265" fmla="*/ 930 w 2254"/>
                    <a:gd name="connsiteY32-50266" fmla="*/ 358 h 4213"/>
                    <a:gd name="connsiteX33-50267" fmla="*/ 917 w 2254"/>
                    <a:gd name="connsiteY33-50268" fmla="*/ 328 h 4213"/>
                    <a:gd name="connsiteX34-50269" fmla="*/ 850 w 2254"/>
                    <a:gd name="connsiteY34-50270" fmla="*/ 251 h 4213"/>
                    <a:gd name="connsiteX35-50271" fmla="*/ 790 w 2254"/>
                    <a:gd name="connsiteY35-50272" fmla="*/ 217 h 4213"/>
                    <a:gd name="connsiteX36-50273" fmla="*/ 915 w 2254"/>
                    <a:gd name="connsiteY36-50274" fmla="*/ 56 h 4213"/>
                    <a:gd name="connsiteX37-50275" fmla="*/ 1088 w 2254"/>
                    <a:gd name="connsiteY37-50276" fmla="*/ 2 h 4213"/>
                    <a:gd name="connsiteX38-50277" fmla="*/ 1120 w 2254"/>
                    <a:gd name="connsiteY38-50278" fmla="*/ 49 h 4213"/>
                    <a:gd name="connsiteX39-50279" fmla="*/ 1110 w 2254"/>
                    <a:gd name="connsiteY39-50280" fmla="*/ 133 h 4213"/>
                    <a:gd name="connsiteX40-50281" fmla="*/ 1049 w 2254"/>
                    <a:gd name="connsiteY40-50282" fmla="*/ 243 h 4213"/>
                    <a:gd name="connsiteX41-50283" fmla="*/ 1119 w 2254"/>
                    <a:gd name="connsiteY41-50284" fmla="*/ 301 h 4213"/>
                    <a:gd name="connsiteX42-50285" fmla="*/ 1233 w 2254"/>
                    <a:gd name="connsiteY42-50286" fmla="*/ 366 h 4213"/>
                    <a:gd name="connsiteX43-50287" fmla="*/ 1253 w 2254"/>
                    <a:gd name="connsiteY43-50288" fmla="*/ 255 h 4213"/>
                    <a:gd name="connsiteX44-50289" fmla="*/ 1387 w 2254"/>
                    <a:gd name="connsiteY44-50290" fmla="*/ 291 h 4213"/>
                    <a:gd name="connsiteX45-50291" fmla="*/ 1412 w 2254"/>
                    <a:gd name="connsiteY45-50292" fmla="*/ 331 h 4213"/>
                    <a:gd name="connsiteX46-50293" fmla="*/ 1488 w 2254"/>
                    <a:gd name="connsiteY46-50294" fmla="*/ 562 h 4213"/>
                    <a:gd name="connsiteX47-50295" fmla="*/ 1523 w 2254"/>
                    <a:gd name="connsiteY47-50296" fmla="*/ 586 h 4213"/>
                    <a:gd name="connsiteX48-50297" fmla="*/ 1615 w 2254"/>
                    <a:gd name="connsiteY48-50298" fmla="*/ 578 h 4213"/>
                    <a:gd name="connsiteX49-50299" fmla="*/ 1875 w 2254"/>
                    <a:gd name="connsiteY49-50300" fmla="*/ 490 h 4213"/>
                    <a:gd name="connsiteX50-50301" fmla="*/ 2095 w 2254"/>
                    <a:gd name="connsiteY50-50302" fmla="*/ 479 h 4213"/>
                    <a:gd name="connsiteX51-50303" fmla="*/ 2155 w 2254"/>
                    <a:gd name="connsiteY51-50304" fmla="*/ 648 h 4213"/>
                    <a:gd name="connsiteX52-50305" fmla="*/ 2073 w 2254"/>
                    <a:gd name="connsiteY52-50306" fmla="*/ 944 h 4213"/>
                    <a:gd name="connsiteX53-50307" fmla="*/ 2073 w 2254"/>
                    <a:gd name="connsiteY53-50308" fmla="*/ 1022 h 4213"/>
                    <a:gd name="connsiteX54-50309" fmla="*/ 2142 w 2254"/>
                    <a:gd name="connsiteY54-50310" fmla="*/ 1168 h 4213"/>
                    <a:gd name="connsiteX55-50311" fmla="*/ 2157 w 2254"/>
                    <a:gd name="connsiteY55-50312" fmla="*/ 1427 h 4213"/>
                    <a:gd name="connsiteX56-50313" fmla="*/ 2159 w 2254"/>
                    <a:gd name="connsiteY56-50314" fmla="*/ 1617 h 4213"/>
                    <a:gd name="connsiteX57-50315" fmla="*/ 2092 w 2254"/>
                    <a:gd name="connsiteY57-50316" fmla="*/ 1625 h 4213"/>
                    <a:gd name="connsiteX58-50317" fmla="*/ 2070 w 2254"/>
                    <a:gd name="connsiteY58-50318" fmla="*/ 1507 h 4213"/>
                    <a:gd name="connsiteX59-50319" fmla="*/ 2035 w 2254"/>
                    <a:gd name="connsiteY59-50320" fmla="*/ 1450 h 4213"/>
                    <a:gd name="connsiteX60-50321" fmla="*/ 1945 w 2254"/>
                    <a:gd name="connsiteY60-50322" fmla="*/ 1582 h 4213"/>
                    <a:gd name="connsiteX61-50323" fmla="*/ 1832 w 2254"/>
                    <a:gd name="connsiteY61-50324" fmla="*/ 1776 h 4213"/>
                    <a:gd name="connsiteX62-50325" fmla="*/ 1713 w 2254"/>
                    <a:gd name="connsiteY62-50326" fmla="*/ 1904 h 4213"/>
                    <a:gd name="connsiteX63-50327" fmla="*/ 1706 w 2254"/>
                    <a:gd name="connsiteY63-50328" fmla="*/ 2018 h 4213"/>
                    <a:gd name="connsiteX64-50329" fmla="*/ 1766 w 2254"/>
                    <a:gd name="connsiteY64-50330" fmla="*/ 2115 h 4213"/>
                    <a:gd name="connsiteX65-50331" fmla="*/ 1868 w 2254"/>
                    <a:gd name="connsiteY65-50332" fmla="*/ 2183 h 4213"/>
                    <a:gd name="connsiteX66-50333" fmla="*/ 1945 w 2254"/>
                    <a:gd name="connsiteY66-50334" fmla="*/ 2178 h 4213"/>
                    <a:gd name="connsiteX67-50335" fmla="*/ 1990 w 2254"/>
                    <a:gd name="connsiteY67-50336" fmla="*/ 2104 h 4213"/>
                    <a:gd name="connsiteX68-50337" fmla="*/ 2024 w 2254"/>
                    <a:gd name="connsiteY68-50338" fmla="*/ 2210 h 4213"/>
                    <a:gd name="connsiteX69-50339" fmla="*/ 1912 w 2254"/>
                    <a:gd name="connsiteY69-50340" fmla="*/ 2249 h 4213"/>
                    <a:gd name="connsiteX70-50341" fmla="*/ 1959 w 2254"/>
                    <a:gd name="connsiteY70-50342" fmla="*/ 2362 h 4213"/>
                    <a:gd name="connsiteX71-50343" fmla="*/ 1824 w 2254"/>
                    <a:gd name="connsiteY71-50344" fmla="*/ 2509 h 4213"/>
                    <a:gd name="connsiteX72-50345" fmla="*/ 1783 w 2254"/>
                    <a:gd name="connsiteY72-50346" fmla="*/ 2498 h 4213"/>
                    <a:gd name="connsiteX73-50347" fmla="*/ 1659 w 2254"/>
                    <a:gd name="connsiteY73-50348" fmla="*/ 2413 h 4213"/>
                    <a:gd name="connsiteX74-50349" fmla="*/ 1604 w 2254"/>
                    <a:gd name="connsiteY74-50350" fmla="*/ 2412 h 4213"/>
                    <a:gd name="connsiteX75-50351" fmla="*/ 1569 w 2254"/>
                    <a:gd name="connsiteY75-50352" fmla="*/ 2480 h 4213"/>
                    <a:gd name="connsiteX76-50353" fmla="*/ 1572 w 2254"/>
                    <a:gd name="connsiteY76-50354" fmla="*/ 2562 h 4213"/>
                    <a:gd name="connsiteX77-50355" fmla="*/ 1750 w 2254"/>
                    <a:gd name="connsiteY77-50356" fmla="*/ 2730 h 4213"/>
                    <a:gd name="connsiteX78-50357" fmla="*/ 1749 w 2254"/>
                    <a:gd name="connsiteY78-50358" fmla="*/ 2844 h 4213"/>
                    <a:gd name="connsiteX79-50359" fmla="*/ 1840 w 2254"/>
                    <a:gd name="connsiteY79-50360" fmla="*/ 3060 h 4213"/>
                    <a:gd name="connsiteX80-50361" fmla="*/ 1866 w 2254"/>
                    <a:gd name="connsiteY80-50362" fmla="*/ 3090 h 4213"/>
                    <a:gd name="connsiteX81-50363" fmla="*/ 1910 w 2254"/>
                    <a:gd name="connsiteY81-50364" fmla="*/ 3094 h 4213"/>
                    <a:gd name="connsiteX82-50365" fmla="*/ 1956 w 2254"/>
                    <a:gd name="connsiteY82-50366" fmla="*/ 3010 h 4213"/>
                    <a:gd name="connsiteX83-50367" fmla="*/ 2036 w 2254"/>
                    <a:gd name="connsiteY83-50368" fmla="*/ 2950 h 4213"/>
                    <a:gd name="connsiteX84-50369" fmla="*/ 2131 w 2254"/>
                    <a:gd name="connsiteY84-50370" fmla="*/ 3126 h 4213"/>
                    <a:gd name="connsiteX85-50371" fmla="*/ 2241 w 2254"/>
                    <a:gd name="connsiteY85-50372" fmla="*/ 3312 h 4213"/>
                    <a:gd name="connsiteX86-50373" fmla="*/ 2254 w 2254"/>
                    <a:gd name="connsiteY86-50374" fmla="*/ 3342 h 4213"/>
                    <a:gd name="connsiteX87-50375" fmla="*/ 2243 w 2254"/>
                    <a:gd name="connsiteY87-50376" fmla="*/ 3518 h 4213"/>
                    <a:gd name="connsiteX88-50377" fmla="*/ 2208 w 2254"/>
                    <a:gd name="connsiteY88-50378" fmla="*/ 3554 h 4213"/>
                    <a:gd name="connsiteX89-50379" fmla="*/ 2119 w 2254"/>
                    <a:gd name="connsiteY89-50380" fmla="*/ 3515 h 4213"/>
                    <a:gd name="connsiteX90-50381" fmla="*/ 1885 w 2254"/>
                    <a:gd name="connsiteY90-50382" fmla="*/ 3644 h 4213"/>
                    <a:gd name="connsiteX91-50383" fmla="*/ 1859 w 2254"/>
                    <a:gd name="connsiteY91-50384" fmla="*/ 3666 h 4213"/>
                    <a:gd name="connsiteX92-50385" fmla="*/ 1679 w 2254"/>
                    <a:gd name="connsiteY92-50386" fmla="*/ 3812 h 4213"/>
                    <a:gd name="connsiteX93-50387" fmla="*/ 1538 w 2254"/>
                    <a:gd name="connsiteY93-50388" fmla="*/ 3926 h 4213"/>
                    <a:gd name="connsiteX94-50389" fmla="*/ 1503 w 2254"/>
                    <a:gd name="connsiteY94-50390" fmla="*/ 3965 h 4213"/>
                    <a:gd name="connsiteX95-50391" fmla="*/ 1451 w 2254"/>
                    <a:gd name="connsiteY95-50392" fmla="*/ 3973 h 4213"/>
                    <a:gd name="connsiteX96-50393" fmla="*/ 1394 w 2254"/>
                    <a:gd name="connsiteY96-50394" fmla="*/ 3916 h 4213"/>
                    <a:gd name="connsiteX97-50395" fmla="*/ 1270 w 2254"/>
                    <a:gd name="connsiteY97-50396" fmla="*/ 3808 h 4213"/>
                    <a:gd name="connsiteX98-50397" fmla="*/ 1294 w 2254"/>
                    <a:gd name="connsiteY98-50398" fmla="*/ 4064 h 4213"/>
                    <a:gd name="connsiteX99-50399" fmla="*/ 1303 w 2254"/>
                    <a:gd name="connsiteY99-50400" fmla="*/ 4192 h 4213"/>
                    <a:gd name="connsiteX100-50401" fmla="*/ 1041 w 2254"/>
                    <a:gd name="connsiteY100-50402" fmla="*/ 4166 h 4213"/>
                    <a:gd name="connsiteX101-50403" fmla="*/ 959 w 2254"/>
                    <a:gd name="connsiteY101-50404" fmla="*/ 3987 h 4213"/>
                    <a:gd name="connsiteX102-50405" fmla="*/ 877 w 2254"/>
                    <a:gd name="connsiteY102-50406" fmla="*/ 3802 h 4213"/>
                    <a:gd name="connsiteX103-50407" fmla="*/ 798 w 2254"/>
                    <a:gd name="connsiteY103-50408" fmla="*/ 3734 h 4213"/>
                    <a:gd name="connsiteX0-50409" fmla="*/ 798 w 2254"/>
                    <a:gd name="connsiteY0-50410" fmla="*/ 3734 h 4213"/>
                    <a:gd name="connsiteX1-50411" fmla="*/ 679 w 2254"/>
                    <a:gd name="connsiteY1-50412" fmla="*/ 3800 h 4213"/>
                    <a:gd name="connsiteX2-50413" fmla="*/ 695 w 2254"/>
                    <a:gd name="connsiteY2-50414" fmla="*/ 3662 h 4213"/>
                    <a:gd name="connsiteX3-50415" fmla="*/ 633 w 2254"/>
                    <a:gd name="connsiteY3-50416" fmla="*/ 3500 h 4213"/>
                    <a:gd name="connsiteX4-50417" fmla="*/ 742 w 2254"/>
                    <a:gd name="connsiteY4-50418" fmla="*/ 3280 h 4213"/>
                    <a:gd name="connsiteX5-50419" fmla="*/ 932 w 2254"/>
                    <a:gd name="connsiteY5-50420" fmla="*/ 3195 h 4213"/>
                    <a:gd name="connsiteX6-50421" fmla="*/ 1107 w 2254"/>
                    <a:gd name="connsiteY6-50422" fmla="*/ 3058 h 4213"/>
                    <a:gd name="connsiteX7-50423" fmla="*/ 1112 w 2254"/>
                    <a:gd name="connsiteY7-50424" fmla="*/ 2878 h 4213"/>
                    <a:gd name="connsiteX8-50425" fmla="*/ 1215 w 2254"/>
                    <a:gd name="connsiteY8-50426" fmla="*/ 2615 h 4213"/>
                    <a:gd name="connsiteX9-50427" fmla="*/ 1184 w 2254"/>
                    <a:gd name="connsiteY9-50428" fmla="*/ 2346 h 4213"/>
                    <a:gd name="connsiteX10-50429" fmla="*/ 1068 w 2254"/>
                    <a:gd name="connsiteY10-50430" fmla="*/ 2333 h 4213"/>
                    <a:gd name="connsiteX11-50431" fmla="*/ 1066 w 2254"/>
                    <a:gd name="connsiteY11-50432" fmla="*/ 2117 h 4213"/>
                    <a:gd name="connsiteX12-50433" fmla="*/ 990 w 2254"/>
                    <a:gd name="connsiteY12-50434" fmla="*/ 2039 h 4213"/>
                    <a:gd name="connsiteX13-50435" fmla="*/ 847 w 2254"/>
                    <a:gd name="connsiteY13-50436" fmla="*/ 1951 h 4213"/>
                    <a:gd name="connsiteX14-50437" fmla="*/ 755 w 2254"/>
                    <a:gd name="connsiteY14-50438" fmla="*/ 1827 h 4213"/>
                    <a:gd name="connsiteX15-50439" fmla="*/ 659 w 2254"/>
                    <a:gd name="connsiteY15-50440" fmla="*/ 1828 h 4213"/>
                    <a:gd name="connsiteX16-50441" fmla="*/ 614 w 2254"/>
                    <a:gd name="connsiteY16-50442" fmla="*/ 1883 h 4213"/>
                    <a:gd name="connsiteX17-50443" fmla="*/ 521 w 2254"/>
                    <a:gd name="connsiteY17-50444" fmla="*/ 1877 h 4213"/>
                    <a:gd name="connsiteX18-50445" fmla="*/ 501 w 2254"/>
                    <a:gd name="connsiteY18-50446" fmla="*/ 1994 h 4213"/>
                    <a:gd name="connsiteX19-50447" fmla="*/ 320 w 2254"/>
                    <a:gd name="connsiteY19-50448" fmla="*/ 1941 h 4213"/>
                    <a:gd name="connsiteX20-50449" fmla="*/ 237 w 2254"/>
                    <a:gd name="connsiteY20-50450" fmla="*/ 1939 h 4213"/>
                    <a:gd name="connsiteX21-50451" fmla="*/ 112 w 2254"/>
                    <a:gd name="connsiteY21-50452" fmla="*/ 2014 h 4213"/>
                    <a:gd name="connsiteX22-50453" fmla="*/ 0 w 2254"/>
                    <a:gd name="connsiteY22-50454" fmla="*/ 1890 h 4213"/>
                    <a:gd name="connsiteX23-50455" fmla="*/ 94 w 2254"/>
                    <a:gd name="connsiteY23-50456" fmla="*/ 1804 h 4213"/>
                    <a:gd name="connsiteX24-50457" fmla="*/ 98 w 2254"/>
                    <a:gd name="connsiteY24-50458" fmla="*/ 1634 h 4213"/>
                    <a:gd name="connsiteX25-50459" fmla="*/ 153 w 2254"/>
                    <a:gd name="connsiteY25-50460" fmla="*/ 1514 h 4213"/>
                    <a:gd name="connsiteX26-50461" fmla="*/ 196 w 2254"/>
                    <a:gd name="connsiteY26-50462" fmla="*/ 1306 h 4213"/>
                    <a:gd name="connsiteX27-50463" fmla="*/ 256 w 2254"/>
                    <a:gd name="connsiteY27-50464" fmla="*/ 1307 h 4213"/>
                    <a:gd name="connsiteX28-50465" fmla="*/ 579 w 2254"/>
                    <a:gd name="connsiteY28-50466" fmla="*/ 1286 h 4213"/>
                    <a:gd name="connsiteX29-50467" fmla="*/ 753 w 2254"/>
                    <a:gd name="connsiteY29-50468" fmla="*/ 1117 h 4213"/>
                    <a:gd name="connsiteX30-50469" fmla="*/ 822 w 2254"/>
                    <a:gd name="connsiteY30-50470" fmla="*/ 748 h 4213"/>
                    <a:gd name="connsiteX31-50471" fmla="*/ 932 w 2254"/>
                    <a:gd name="connsiteY31-50472" fmla="*/ 486 h 4213"/>
                    <a:gd name="connsiteX32-50473" fmla="*/ 930 w 2254"/>
                    <a:gd name="connsiteY32-50474" fmla="*/ 358 h 4213"/>
                    <a:gd name="connsiteX33-50475" fmla="*/ 917 w 2254"/>
                    <a:gd name="connsiteY33-50476" fmla="*/ 328 h 4213"/>
                    <a:gd name="connsiteX34-50477" fmla="*/ 850 w 2254"/>
                    <a:gd name="connsiteY34-50478" fmla="*/ 251 h 4213"/>
                    <a:gd name="connsiteX35-50479" fmla="*/ 790 w 2254"/>
                    <a:gd name="connsiteY35-50480" fmla="*/ 217 h 4213"/>
                    <a:gd name="connsiteX36-50481" fmla="*/ 915 w 2254"/>
                    <a:gd name="connsiteY36-50482" fmla="*/ 56 h 4213"/>
                    <a:gd name="connsiteX37-50483" fmla="*/ 1088 w 2254"/>
                    <a:gd name="connsiteY37-50484" fmla="*/ 2 h 4213"/>
                    <a:gd name="connsiteX38-50485" fmla="*/ 1120 w 2254"/>
                    <a:gd name="connsiteY38-50486" fmla="*/ 49 h 4213"/>
                    <a:gd name="connsiteX39-50487" fmla="*/ 1110 w 2254"/>
                    <a:gd name="connsiteY39-50488" fmla="*/ 133 h 4213"/>
                    <a:gd name="connsiteX40-50489" fmla="*/ 1049 w 2254"/>
                    <a:gd name="connsiteY40-50490" fmla="*/ 243 h 4213"/>
                    <a:gd name="connsiteX41-50491" fmla="*/ 1119 w 2254"/>
                    <a:gd name="connsiteY41-50492" fmla="*/ 301 h 4213"/>
                    <a:gd name="connsiteX42-50493" fmla="*/ 1233 w 2254"/>
                    <a:gd name="connsiteY42-50494" fmla="*/ 366 h 4213"/>
                    <a:gd name="connsiteX43-50495" fmla="*/ 1253 w 2254"/>
                    <a:gd name="connsiteY43-50496" fmla="*/ 255 h 4213"/>
                    <a:gd name="connsiteX44-50497" fmla="*/ 1387 w 2254"/>
                    <a:gd name="connsiteY44-50498" fmla="*/ 291 h 4213"/>
                    <a:gd name="connsiteX45-50499" fmla="*/ 1412 w 2254"/>
                    <a:gd name="connsiteY45-50500" fmla="*/ 331 h 4213"/>
                    <a:gd name="connsiteX46-50501" fmla="*/ 1488 w 2254"/>
                    <a:gd name="connsiteY46-50502" fmla="*/ 562 h 4213"/>
                    <a:gd name="connsiteX47-50503" fmla="*/ 1523 w 2254"/>
                    <a:gd name="connsiteY47-50504" fmla="*/ 586 h 4213"/>
                    <a:gd name="connsiteX48-50505" fmla="*/ 1615 w 2254"/>
                    <a:gd name="connsiteY48-50506" fmla="*/ 578 h 4213"/>
                    <a:gd name="connsiteX49-50507" fmla="*/ 1875 w 2254"/>
                    <a:gd name="connsiteY49-50508" fmla="*/ 490 h 4213"/>
                    <a:gd name="connsiteX50-50509" fmla="*/ 2095 w 2254"/>
                    <a:gd name="connsiteY50-50510" fmla="*/ 479 h 4213"/>
                    <a:gd name="connsiteX51-50511" fmla="*/ 2155 w 2254"/>
                    <a:gd name="connsiteY51-50512" fmla="*/ 648 h 4213"/>
                    <a:gd name="connsiteX52-50513" fmla="*/ 2073 w 2254"/>
                    <a:gd name="connsiteY52-50514" fmla="*/ 944 h 4213"/>
                    <a:gd name="connsiteX53-50515" fmla="*/ 2073 w 2254"/>
                    <a:gd name="connsiteY53-50516" fmla="*/ 1022 h 4213"/>
                    <a:gd name="connsiteX54-50517" fmla="*/ 2142 w 2254"/>
                    <a:gd name="connsiteY54-50518" fmla="*/ 1168 h 4213"/>
                    <a:gd name="connsiteX55-50519" fmla="*/ 2157 w 2254"/>
                    <a:gd name="connsiteY55-50520" fmla="*/ 1427 h 4213"/>
                    <a:gd name="connsiteX56-50521" fmla="*/ 2159 w 2254"/>
                    <a:gd name="connsiteY56-50522" fmla="*/ 1617 h 4213"/>
                    <a:gd name="connsiteX57-50523" fmla="*/ 2092 w 2254"/>
                    <a:gd name="connsiteY57-50524" fmla="*/ 1625 h 4213"/>
                    <a:gd name="connsiteX58-50525" fmla="*/ 2070 w 2254"/>
                    <a:gd name="connsiteY58-50526" fmla="*/ 1507 h 4213"/>
                    <a:gd name="connsiteX59-50527" fmla="*/ 2035 w 2254"/>
                    <a:gd name="connsiteY59-50528" fmla="*/ 1450 h 4213"/>
                    <a:gd name="connsiteX60-50529" fmla="*/ 1945 w 2254"/>
                    <a:gd name="connsiteY60-50530" fmla="*/ 1582 h 4213"/>
                    <a:gd name="connsiteX61-50531" fmla="*/ 1832 w 2254"/>
                    <a:gd name="connsiteY61-50532" fmla="*/ 1776 h 4213"/>
                    <a:gd name="connsiteX62-50533" fmla="*/ 1713 w 2254"/>
                    <a:gd name="connsiteY62-50534" fmla="*/ 1904 h 4213"/>
                    <a:gd name="connsiteX63-50535" fmla="*/ 1706 w 2254"/>
                    <a:gd name="connsiteY63-50536" fmla="*/ 2018 h 4213"/>
                    <a:gd name="connsiteX64-50537" fmla="*/ 1766 w 2254"/>
                    <a:gd name="connsiteY64-50538" fmla="*/ 2115 h 4213"/>
                    <a:gd name="connsiteX65-50539" fmla="*/ 1868 w 2254"/>
                    <a:gd name="connsiteY65-50540" fmla="*/ 2183 h 4213"/>
                    <a:gd name="connsiteX66-50541" fmla="*/ 1945 w 2254"/>
                    <a:gd name="connsiteY66-50542" fmla="*/ 2178 h 4213"/>
                    <a:gd name="connsiteX67-50543" fmla="*/ 1990 w 2254"/>
                    <a:gd name="connsiteY67-50544" fmla="*/ 2104 h 4213"/>
                    <a:gd name="connsiteX68-50545" fmla="*/ 2024 w 2254"/>
                    <a:gd name="connsiteY68-50546" fmla="*/ 2210 h 4213"/>
                    <a:gd name="connsiteX69-50547" fmla="*/ 1912 w 2254"/>
                    <a:gd name="connsiteY69-50548" fmla="*/ 2249 h 4213"/>
                    <a:gd name="connsiteX70-50549" fmla="*/ 1959 w 2254"/>
                    <a:gd name="connsiteY70-50550" fmla="*/ 2362 h 4213"/>
                    <a:gd name="connsiteX71-50551" fmla="*/ 1824 w 2254"/>
                    <a:gd name="connsiteY71-50552" fmla="*/ 2509 h 4213"/>
                    <a:gd name="connsiteX72-50553" fmla="*/ 1783 w 2254"/>
                    <a:gd name="connsiteY72-50554" fmla="*/ 2498 h 4213"/>
                    <a:gd name="connsiteX73-50555" fmla="*/ 1659 w 2254"/>
                    <a:gd name="connsiteY73-50556" fmla="*/ 2413 h 4213"/>
                    <a:gd name="connsiteX74-50557" fmla="*/ 1604 w 2254"/>
                    <a:gd name="connsiteY74-50558" fmla="*/ 2412 h 4213"/>
                    <a:gd name="connsiteX75-50559" fmla="*/ 1569 w 2254"/>
                    <a:gd name="connsiteY75-50560" fmla="*/ 2480 h 4213"/>
                    <a:gd name="connsiteX76-50561" fmla="*/ 1572 w 2254"/>
                    <a:gd name="connsiteY76-50562" fmla="*/ 2562 h 4213"/>
                    <a:gd name="connsiteX77-50563" fmla="*/ 1750 w 2254"/>
                    <a:gd name="connsiteY77-50564" fmla="*/ 2730 h 4213"/>
                    <a:gd name="connsiteX78-50565" fmla="*/ 1749 w 2254"/>
                    <a:gd name="connsiteY78-50566" fmla="*/ 2844 h 4213"/>
                    <a:gd name="connsiteX79-50567" fmla="*/ 1840 w 2254"/>
                    <a:gd name="connsiteY79-50568" fmla="*/ 3060 h 4213"/>
                    <a:gd name="connsiteX80-50569" fmla="*/ 1866 w 2254"/>
                    <a:gd name="connsiteY80-50570" fmla="*/ 3090 h 4213"/>
                    <a:gd name="connsiteX81-50571" fmla="*/ 1910 w 2254"/>
                    <a:gd name="connsiteY81-50572" fmla="*/ 3094 h 4213"/>
                    <a:gd name="connsiteX82-50573" fmla="*/ 1956 w 2254"/>
                    <a:gd name="connsiteY82-50574" fmla="*/ 3010 h 4213"/>
                    <a:gd name="connsiteX83-50575" fmla="*/ 2036 w 2254"/>
                    <a:gd name="connsiteY83-50576" fmla="*/ 2950 h 4213"/>
                    <a:gd name="connsiteX84-50577" fmla="*/ 2131 w 2254"/>
                    <a:gd name="connsiteY84-50578" fmla="*/ 3126 h 4213"/>
                    <a:gd name="connsiteX85-50579" fmla="*/ 2241 w 2254"/>
                    <a:gd name="connsiteY85-50580" fmla="*/ 3312 h 4213"/>
                    <a:gd name="connsiteX86-50581" fmla="*/ 2254 w 2254"/>
                    <a:gd name="connsiteY86-50582" fmla="*/ 3342 h 4213"/>
                    <a:gd name="connsiteX87-50583" fmla="*/ 2243 w 2254"/>
                    <a:gd name="connsiteY87-50584" fmla="*/ 3518 h 4213"/>
                    <a:gd name="connsiteX88-50585" fmla="*/ 2208 w 2254"/>
                    <a:gd name="connsiteY88-50586" fmla="*/ 3554 h 4213"/>
                    <a:gd name="connsiteX89-50587" fmla="*/ 2119 w 2254"/>
                    <a:gd name="connsiteY89-50588" fmla="*/ 3515 h 4213"/>
                    <a:gd name="connsiteX90-50589" fmla="*/ 1885 w 2254"/>
                    <a:gd name="connsiteY90-50590" fmla="*/ 3644 h 4213"/>
                    <a:gd name="connsiteX91-50591" fmla="*/ 1859 w 2254"/>
                    <a:gd name="connsiteY91-50592" fmla="*/ 3666 h 4213"/>
                    <a:gd name="connsiteX92-50593" fmla="*/ 1679 w 2254"/>
                    <a:gd name="connsiteY92-50594" fmla="*/ 3812 h 4213"/>
                    <a:gd name="connsiteX93-50595" fmla="*/ 1538 w 2254"/>
                    <a:gd name="connsiteY93-50596" fmla="*/ 3926 h 4213"/>
                    <a:gd name="connsiteX94-50597" fmla="*/ 1503 w 2254"/>
                    <a:gd name="connsiteY94-50598" fmla="*/ 3965 h 4213"/>
                    <a:gd name="connsiteX95-50599" fmla="*/ 1451 w 2254"/>
                    <a:gd name="connsiteY95-50600" fmla="*/ 3973 h 4213"/>
                    <a:gd name="connsiteX96-50601" fmla="*/ 1394 w 2254"/>
                    <a:gd name="connsiteY96-50602" fmla="*/ 3916 h 4213"/>
                    <a:gd name="connsiteX97-50603" fmla="*/ 1270 w 2254"/>
                    <a:gd name="connsiteY97-50604" fmla="*/ 3808 h 4213"/>
                    <a:gd name="connsiteX98-50605" fmla="*/ 1294 w 2254"/>
                    <a:gd name="connsiteY98-50606" fmla="*/ 4064 h 4213"/>
                    <a:gd name="connsiteX99-50607" fmla="*/ 1303 w 2254"/>
                    <a:gd name="connsiteY99-50608" fmla="*/ 4192 h 4213"/>
                    <a:gd name="connsiteX100-50609" fmla="*/ 1041 w 2254"/>
                    <a:gd name="connsiteY100-50610" fmla="*/ 4166 h 4213"/>
                    <a:gd name="connsiteX101-50611" fmla="*/ 959 w 2254"/>
                    <a:gd name="connsiteY101-50612" fmla="*/ 3987 h 4213"/>
                    <a:gd name="connsiteX102-50613" fmla="*/ 877 w 2254"/>
                    <a:gd name="connsiteY102-50614" fmla="*/ 3802 h 4213"/>
                    <a:gd name="connsiteX103-50615" fmla="*/ 798 w 2254"/>
                    <a:gd name="connsiteY103-50616" fmla="*/ 3734 h 4213"/>
                    <a:gd name="connsiteX0-50617" fmla="*/ 798 w 2254"/>
                    <a:gd name="connsiteY0-50618" fmla="*/ 3734 h 4213"/>
                    <a:gd name="connsiteX1-50619" fmla="*/ 679 w 2254"/>
                    <a:gd name="connsiteY1-50620" fmla="*/ 3800 h 4213"/>
                    <a:gd name="connsiteX2-50621" fmla="*/ 695 w 2254"/>
                    <a:gd name="connsiteY2-50622" fmla="*/ 3662 h 4213"/>
                    <a:gd name="connsiteX3-50623" fmla="*/ 633 w 2254"/>
                    <a:gd name="connsiteY3-50624" fmla="*/ 3500 h 4213"/>
                    <a:gd name="connsiteX4-50625" fmla="*/ 742 w 2254"/>
                    <a:gd name="connsiteY4-50626" fmla="*/ 3280 h 4213"/>
                    <a:gd name="connsiteX5-50627" fmla="*/ 932 w 2254"/>
                    <a:gd name="connsiteY5-50628" fmla="*/ 3195 h 4213"/>
                    <a:gd name="connsiteX6-50629" fmla="*/ 1107 w 2254"/>
                    <a:gd name="connsiteY6-50630" fmla="*/ 3058 h 4213"/>
                    <a:gd name="connsiteX7-50631" fmla="*/ 1112 w 2254"/>
                    <a:gd name="connsiteY7-50632" fmla="*/ 2878 h 4213"/>
                    <a:gd name="connsiteX8-50633" fmla="*/ 1215 w 2254"/>
                    <a:gd name="connsiteY8-50634" fmla="*/ 2615 h 4213"/>
                    <a:gd name="connsiteX9-50635" fmla="*/ 1184 w 2254"/>
                    <a:gd name="connsiteY9-50636" fmla="*/ 2346 h 4213"/>
                    <a:gd name="connsiteX10-50637" fmla="*/ 1068 w 2254"/>
                    <a:gd name="connsiteY10-50638" fmla="*/ 2333 h 4213"/>
                    <a:gd name="connsiteX11-50639" fmla="*/ 1066 w 2254"/>
                    <a:gd name="connsiteY11-50640" fmla="*/ 2117 h 4213"/>
                    <a:gd name="connsiteX12-50641" fmla="*/ 990 w 2254"/>
                    <a:gd name="connsiteY12-50642" fmla="*/ 2039 h 4213"/>
                    <a:gd name="connsiteX13-50643" fmla="*/ 847 w 2254"/>
                    <a:gd name="connsiteY13-50644" fmla="*/ 1951 h 4213"/>
                    <a:gd name="connsiteX14-50645" fmla="*/ 755 w 2254"/>
                    <a:gd name="connsiteY14-50646" fmla="*/ 1827 h 4213"/>
                    <a:gd name="connsiteX15-50647" fmla="*/ 659 w 2254"/>
                    <a:gd name="connsiteY15-50648" fmla="*/ 1828 h 4213"/>
                    <a:gd name="connsiteX16-50649" fmla="*/ 614 w 2254"/>
                    <a:gd name="connsiteY16-50650" fmla="*/ 1883 h 4213"/>
                    <a:gd name="connsiteX17-50651" fmla="*/ 521 w 2254"/>
                    <a:gd name="connsiteY17-50652" fmla="*/ 1877 h 4213"/>
                    <a:gd name="connsiteX18-50653" fmla="*/ 501 w 2254"/>
                    <a:gd name="connsiteY18-50654" fmla="*/ 1994 h 4213"/>
                    <a:gd name="connsiteX19-50655" fmla="*/ 320 w 2254"/>
                    <a:gd name="connsiteY19-50656" fmla="*/ 1941 h 4213"/>
                    <a:gd name="connsiteX20-50657" fmla="*/ 237 w 2254"/>
                    <a:gd name="connsiteY20-50658" fmla="*/ 1939 h 4213"/>
                    <a:gd name="connsiteX21-50659" fmla="*/ 112 w 2254"/>
                    <a:gd name="connsiteY21-50660" fmla="*/ 2014 h 4213"/>
                    <a:gd name="connsiteX22-50661" fmla="*/ 0 w 2254"/>
                    <a:gd name="connsiteY22-50662" fmla="*/ 1890 h 4213"/>
                    <a:gd name="connsiteX23-50663" fmla="*/ 94 w 2254"/>
                    <a:gd name="connsiteY23-50664" fmla="*/ 1804 h 4213"/>
                    <a:gd name="connsiteX24-50665" fmla="*/ 98 w 2254"/>
                    <a:gd name="connsiteY24-50666" fmla="*/ 1634 h 4213"/>
                    <a:gd name="connsiteX25-50667" fmla="*/ 153 w 2254"/>
                    <a:gd name="connsiteY25-50668" fmla="*/ 1514 h 4213"/>
                    <a:gd name="connsiteX26-50669" fmla="*/ 196 w 2254"/>
                    <a:gd name="connsiteY26-50670" fmla="*/ 1306 h 4213"/>
                    <a:gd name="connsiteX27-50671" fmla="*/ 256 w 2254"/>
                    <a:gd name="connsiteY27-50672" fmla="*/ 1307 h 4213"/>
                    <a:gd name="connsiteX28-50673" fmla="*/ 579 w 2254"/>
                    <a:gd name="connsiteY28-50674" fmla="*/ 1286 h 4213"/>
                    <a:gd name="connsiteX29-50675" fmla="*/ 753 w 2254"/>
                    <a:gd name="connsiteY29-50676" fmla="*/ 1117 h 4213"/>
                    <a:gd name="connsiteX30-50677" fmla="*/ 822 w 2254"/>
                    <a:gd name="connsiteY30-50678" fmla="*/ 748 h 4213"/>
                    <a:gd name="connsiteX31-50679" fmla="*/ 932 w 2254"/>
                    <a:gd name="connsiteY31-50680" fmla="*/ 486 h 4213"/>
                    <a:gd name="connsiteX32-50681" fmla="*/ 930 w 2254"/>
                    <a:gd name="connsiteY32-50682" fmla="*/ 358 h 4213"/>
                    <a:gd name="connsiteX33-50683" fmla="*/ 917 w 2254"/>
                    <a:gd name="connsiteY33-50684" fmla="*/ 328 h 4213"/>
                    <a:gd name="connsiteX34-50685" fmla="*/ 850 w 2254"/>
                    <a:gd name="connsiteY34-50686" fmla="*/ 251 h 4213"/>
                    <a:gd name="connsiteX35-50687" fmla="*/ 790 w 2254"/>
                    <a:gd name="connsiteY35-50688" fmla="*/ 217 h 4213"/>
                    <a:gd name="connsiteX36-50689" fmla="*/ 915 w 2254"/>
                    <a:gd name="connsiteY36-50690" fmla="*/ 56 h 4213"/>
                    <a:gd name="connsiteX37-50691" fmla="*/ 1088 w 2254"/>
                    <a:gd name="connsiteY37-50692" fmla="*/ 2 h 4213"/>
                    <a:gd name="connsiteX38-50693" fmla="*/ 1120 w 2254"/>
                    <a:gd name="connsiteY38-50694" fmla="*/ 49 h 4213"/>
                    <a:gd name="connsiteX39-50695" fmla="*/ 1110 w 2254"/>
                    <a:gd name="connsiteY39-50696" fmla="*/ 133 h 4213"/>
                    <a:gd name="connsiteX40-50697" fmla="*/ 1049 w 2254"/>
                    <a:gd name="connsiteY40-50698" fmla="*/ 243 h 4213"/>
                    <a:gd name="connsiteX41-50699" fmla="*/ 1119 w 2254"/>
                    <a:gd name="connsiteY41-50700" fmla="*/ 301 h 4213"/>
                    <a:gd name="connsiteX42-50701" fmla="*/ 1233 w 2254"/>
                    <a:gd name="connsiteY42-50702" fmla="*/ 366 h 4213"/>
                    <a:gd name="connsiteX43-50703" fmla="*/ 1253 w 2254"/>
                    <a:gd name="connsiteY43-50704" fmla="*/ 255 h 4213"/>
                    <a:gd name="connsiteX44-50705" fmla="*/ 1387 w 2254"/>
                    <a:gd name="connsiteY44-50706" fmla="*/ 291 h 4213"/>
                    <a:gd name="connsiteX45-50707" fmla="*/ 1412 w 2254"/>
                    <a:gd name="connsiteY45-50708" fmla="*/ 331 h 4213"/>
                    <a:gd name="connsiteX46-50709" fmla="*/ 1488 w 2254"/>
                    <a:gd name="connsiteY46-50710" fmla="*/ 562 h 4213"/>
                    <a:gd name="connsiteX47-50711" fmla="*/ 1523 w 2254"/>
                    <a:gd name="connsiteY47-50712" fmla="*/ 586 h 4213"/>
                    <a:gd name="connsiteX48-50713" fmla="*/ 1615 w 2254"/>
                    <a:gd name="connsiteY48-50714" fmla="*/ 578 h 4213"/>
                    <a:gd name="connsiteX49-50715" fmla="*/ 1875 w 2254"/>
                    <a:gd name="connsiteY49-50716" fmla="*/ 490 h 4213"/>
                    <a:gd name="connsiteX50-50717" fmla="*/ 2095 w 2254"/>
                    <a:gd name="connsiteY50-50718" fmla="*/ 479 h 4213"/>
                    <a:gd name="connsiteX51-50719" fmla="*/ 2155 w 2254"/>
                    <a:gd name="connsiteY51-50720" fmla="*/ 648 h 4213"/>
                    <a:gd name="connsiteX52-50721" fmla="*/ 2073 w 2254"/>
                    <a:gd name="connsiteY52-50722" fmla="*/ 944 h 4213"/>
                    <a:gd name="connsiteX53-50723" fmla="*/ 2073 w 2254"/>
                    <a:gd name="connsiteY53-50724" fmla="*/ 1022 h 4213"/>
                    <a:gd name="connsiteX54-50725" fmla="*/ 2142 w 2254"/>
                    <a:gd name="connsiteY54-50726" fmla="*/ 1168 h 4213"/>
                    <a:gd name="connsiteX55-50727" fmla="*/ 2157 w 2254"/>
                    <a:gd name="connsiteY55-50728" fmla="*/ 1427 h 4213"/>
                    <a:gd name="connsiteX56-50729" fmla="*/ 2159 w 2254"/>
                    <a:gd name="connsiteY56-50730" fmla="*/ 1617 h 4213"/>
                    <a:gd name="connsiteX57-50731" fmla="*/ 2092 w 2254"/>
                    <a:gd name="connsiteY57-50732" fmla="*/ 1625 h 4213"/>
                    <a:gd name="connsiteX58-50733" fmla="*/ 2070 w 2254"/>
                    <a:gd name="connsiteY58-50734" fmla="*/ 1507 h 4213"/>
                    <a:gd name="connsiteX59-50735" fmla="*/ 2035 w 2254"/>
                    <a:gd name="connsiteY59-50736" fmla="*/ 1450 h 4213"/>
                    <a:gd name="connsiteX60-50737" fmla="*/ 1945 w 2254"/>
                    <a:gd name="connsiteY60-50738" fmla="*/ 1582 h 4213"/>
                    <a:gd name="connsiteX61-50739" fmla="*/ 1832 w 2254"/>
                    <a:gd name="connsiteY61-50740" fmla="*/ 1776 h 4213"/>
                    <a:gd name="connsiteX62-50741" fmla="*/ 1713 w 2254"/>
                    <a:gd name="connsiteY62-50742" fmla="*/ 1904 h 4213"/>
                    <a:gd name="connsiteX63-50743" fmla="*/ 1706 w 2254"/>
                    <a:gd name="connsiteY63-50744" fmla="*/ 2018 h 4213"/>
                    <a:gd name="connsiteX64-50745" fmla="*/ 1766 w 2254"/>
                    <a:gd name="connsiteY64-50746" fmla="*/ 2115 h 4213"/>
                    <a:gd name="connsiteX65-50747" fmla="*/ 1868 w 2254"/>
                    <a:gd name="connsiteY65-50748" fmla="*/ 2183 h 4213"/>
                    <a:gd name="connsiteX66-50749" fmla="*/ 1945 w 2254"/>
                    <a:gd name="connsiteY66-50750" fmla="*/ 2178 h 4213"/>
                    <a:gd name="connsiteX67-50751" fmla="*/ 1990 w 2254"/>
                    <a:gd name="connsiteY67-50752" fmla="*/ 2104 h 4213"/>
                    <a:gd name="connsiteX68-50753" fmla="*/ 2024 w 2254"/>
                    <a:gd name="connsiteY68-50754" fmla="*/ 2210 h 4213"/>
                    <a:gd name="connsiteX69-50755" fmla="*/ 1912 w 2254"/>
                    <a:gd name="connsiteY69-50756" fmla="*/ 2249 h 4213"/>
                    <a:gd name="connsiteX70-50757" fmla="*/ 1959 w 2254"/>
                    <a:gd name="connsiteY70-50758" fmla="*/ 2362 h 4213"/>
                    <a:gd name="connsiteX71-50759" fmla="*/ 1824 w 2254"/>
                    <a:gd name="connsiteY71-50760" fmla="*/ 2509 h 4213"/>
                    <a:gd name="connsiteX72-50761" fmla="*/ 1783 w 2254"/>
                    <a:gd name="connsiteY72-50762" fmla="*/ 2498 h 4213"/>
                    <a:gd name="connsiteX73-50763" fmla="*/ 1659 w 2254"/>
                    <a:gd name="connsiteY73-50764" fmla="*/ 2413 h 4213"/>
                    <a:gd name="connsiteX74-50765" fmla="*/ 1604 w 2254"/>
                    <a:gd name="connsiteY74-50766" fmla="*/ 2412 h 4213"/>
                    <a:gd name="connsiteX75-50767" fmla="*/ 1569 w 2254"/>
                    <a:gd name="connsiteY75-50768" fmla="*/ 2480 h 4213"/>
                    <a:gd name="connsiteX76-50769" fmla="*/ 1572 w 2254"/>
                    <a:gd name="connsiteY76-50770" fmla="*/ 2562 h 4213"/>
                    <a:gd name="connsiteX77-50771" fmla="*/ 1750 w 2254"/>
                    <a:gd name="connsiteY77-50772" fmla="*/ 2730 h 4213"/>
                    <a:gd name="connsiteX78-50773" fmla="*/ 1749 w 2254"/>
                    <a:gd name="connsiteY78-50774" fmla="*/ 2844 h 4213"/>
                    <a:gd name="connsiteX79-50775" fmla="*/ 1840 w 2254"/>
                    <a:gd name="connsiteY79-50776" fmla="*/ 3060 h 4213"/>
                    <a:gd name="connsiteX80-50777" fmla="*/ 1866 w 2254"/>
                    <a:gd name="connsiteY80-50778" fmla="*/ 3090 h 4213"/>
                    <a:gd name="connsiteX81-50779" fmla="*/ 1910 w 2254"/>
                    <a:gd name="connsiteY81-50780" fmla="*/ 3094 h 4213"/>
                    <a:gd name="connsiteX82-50781" fmla="*/ 1956 w 2254"/>
                    <a:gd name="connsiteY82-50782" fmla="*/ 3010 h 4213"/>
                    <a:gd name="connsiteX83-50783" fmla="*/ 2036 w 2254"/>
                    <a:gd name="connsiteY83-50784" fmla="*/ 2950 h 4213"/>
                    <a:gd name="connsiteX84-50785" fmla="*/ 2131 w 2254"/>
                    <a:gd name="connsiteY84-50786" fmla="*/ 3126 h 4213"/>
                    <a:gd name="connsiteX85-50787" fmla="*/ 2241 w 2254"/>
                    <a:gd name="connsiteY85-50788" fmla="*/ 3312 h 4213"/>
                    <a:gd name="connsiteX86-50789" fmla="*/ 2254 w 2254"/>
                    <a:gd name="connsiteY86-50790" fmla="*/ 3342 h 4213"/>
                    <a:gd name="connsiteX87-50791" fmla="*/ 2243 w 2254"/>
                    <a:gd name="connsiteY87-50792" fmla="*/ 3518 h 4213"/>
                    <a:gd name="connsiteX88-50793" fmla="*/ 2208 w 2254"/>
                    <a:gd name="connsiteY88-50794" fmla="*/ 3554 h 4213"/>
                    <a:gd name="connsiteX89-50795" fmla="*/ 2119 w 2254"/>
                    <a:gd name="connsiteY89-50796" fmla="*/ 3515 h 4213"/>
                    <a:gd name="connsiteX90-50797" fmla="*/ 1885 w 2254"/>
                    <a:gd name="connsiteY90-50798" fmla="*/ 3644 h 4213"/>
                    <a:gd name="connsiteX91-50799" fmla="*/ 1859 w 2254"/>
                    <a:gd name="connsiteY91-50800" fmla="*/ 3666 h 4213"/>
                    <a:gd name="connsiteX92-50801" fmla="*/ 1679 w 2254"/>
                    <a:gd name="connsiteY92-50802" fmla="*/ 3812 h 4213"/>
                    <a:gd name="connsiteX93-50803" fmla="*/ 1538 w 2254"/>
                    <a:gd name="connsiteY93-50804" fmla="*/ 3926 h 4213"/>
                    <a:gd name="connsiteX94-50805" fmla="*/ 1503 w 2254"/>
                    <a:gd name="connsiteY94-50806" fmla="*/ 3965 h 4213"/>
                    <a:gd name="connsiteX95-50807" fmla="*/ 1451 w 2254"/>
                    <a:gd name="connsiteY95-50808" fmla="*/ 3973 h 4213"/>
                    <a:gd name="connsiteX96-50809" fmla="*/ 1394 w 2254"/>
                    <a:gd name="connsiteY96-50810" fmla="*/ 3916 h 4213"/>
                    <a:gd name="connsiteX97-50811" fmla="*/ 1270 w 2254"/>
                    <a:gd name="connsiteY97-50812" fmla="*/ 3808 h 4213"/>
                    <a:gd name="connsiteX98-50813" fmla="*/ 1294 w 2254"/>
                    <a:gd name="connsiteY98-50814" fmla="*/ 4064 h 4213"/>
                    <a:gd name="connsiteX99-50815" fmla="*/ 1303 w 2254"/>
                    <a:gd name="connsiteY99-50816" fmla="*/ 4192 h 4213"/>
                    <a:gd name="connsiteX100-50817" fmla="*/ 1041 w 2254"/>
                    <a:gd name="connsiteY100-50818" fmla="*/ 4166 h 4213"/>
                    <a:gd name="connsiteX101-50819" fmla="*/ 959 w 2254"/>
                    <a:gd name="connsiteY101-50820" fmla="*/ 3987 h 4213"/>
                    <a:gd name="connsiteX102-50821" fmla="*/ 877 w 2254"/>
                    <a:gd name="connsiteY102-50822" fmla="*/ 3802 h 4213"/>
                    <a:gd name="connsiteX103-50823" fmla="*/ 798 w 2254"/>
                    <a:gd name="connsiteY103-50824" fmla="*/ 3734 h 4213"/>
                    <a:gd name="connsiteX0-50825" fmla="*/ 798 w 2254"/>
                    <a:gd name="connsiteY0-50826" fmla="*/ 3734 h 4213"/>
                    <a:gd name="connsiteX1-50827" fmla="*/ 679 w 2254"/>
                    <a:gd name="connsiteY1-50828" fmla="*/ 3800 h 4213"/>
                    <a:gd name="connsiteX2-50829" fmla="*/ 695 w 2254"/>
                    <a:gd name="connsiteY2-50830" fmla="*/ 3662 h 4213"/>
                    <a:gd name="connsiteX3-50831" fmla="*/ 633 w 2254"/>
                    <a:gd name="connsiteY3-50832" fmla="*/ 3500 h 4213"/>
                    <a:gd name="connsiteX4-50833" fmla="*/ 742 w 2254"/>
                    <a:gd name="connsiteY4-50834" fmla="*/ 3280 h 4213"/>
                    <a:gd name="connsiteX5-50835" fmla="*/ 932 w 2254"/>
                    <a:gd name="connsiteY5-50836" fmla="*/ 3195 h 4213"/>
                    <a:gd name="connsiteX6-50837" fmla="*/ 1107 w 2254"/>
                    <a:gd name="connsiteY6-50838" fmla="*/ 3058 h 4213"/>
                    <a:gd name="connsiteX7-50839" fmla="*/ 1184 w 2254"/>
                    <a:gd name="connsiteY7-50840" fmla="*/ 2878 h 4213"/>
                    <a:gd name="connsiteX8-50841" fmla="*/ 1215 w 2254"/>
                    <a:gd name="connsiteY8-50842" fmla="*/ 2615 h 4213"/>
                    <a:gd name="connsiteX9-50843" fmla="*/ 1184 w 2254"/>
                    <a:gd name="connsiteY9-50844" fmla="*/ 2346 h 4213"/>
                    <a:gd name="connsiteX10-50845" fmla="*/ 1068 w 2254"/>
                    <a:gd name="connsiteY10-50846" fmla="*/ 2333 h 4213"/>
                    <a:gd name="connsiteX11-50847" fmla="*/ 1066 w 2254"/>
                    <a:gd name="connsiteY11-50848" fmla="*/ 2117 h 4213"/>
                    <a:gd name="connsiteX12-50849" fmla="*/ 990 w 2254"/>
                    <a:gd name="connsiteY12-50850" fmla="*/ 2039 h 4213"/>
                    <a:gd name="connsiteX13-50851" fmla="*/ 847 w 2254"/>
                    <a:gd name="connsiteY13-50852" fmla="*/ 1951 h 4213"/>
                    <a:gd name="connsiteX14-50853" fmla="*/ 755 w 2254"/>
                    <a:gd name="connsiteY14-50854" fmla="*/ 1827 h 4213"/>
                    <a:gd name="connsiteX15-50855" fmla="*/ 659 w 2254"/>
                    <a:gd name="connsiteY15-50856" fmla="*/ 1828 h 4213"/>
                    <a:gd name="connsiteX16-50857" fmla="*/ 614 w 2254"/>
                    <a:gd name="connsiteY16-50858" fmla="*/ 1883 h 4213"/>
                    <a:gd name="connsiteX17-50859" fmla="*/ 521 w 2254"/>
                    <a:gd name="connsiteY17-50860" fmla="*/ 1877 h 4213"/>
                    <a:gd name="connsiteX18-50861" fmla="*/ 501 w 2254"/>
                    <a:gd name="connsiteY18-50862" fmla="*/ 1994 h 4213"/>
                    <a:gd name="connsiteX19-50863" fmla="*/ 320 w 2254"/>
                    <a:gd name="connsiteY19-50864" fmla="*/ 1941 h 4213"/>
                    <a:gd name="connsiteX20-50865" fmla="*/ 237 w 2254"/>
                    <a:gd name="connsiteY20-50866" fmla="*/ 1939 h 4213"/>
                    <a:gd name="connsiteX21-50867" fmla="*/ 112 w 2254"/>
                    <a:gd name="connsiteY21-50868" fmla="*/ 2014 h 4213"/>
                    <a:gd name="connsiteX22-50869" fmla="*/ 0 w 2254"/>
                    <a:gd name="connsiteY22-50870" fmla="*/ 1890 h 4213"/>
                    <a:gd name="connsiteX23-50871" fmla="*/ 94 w 2254"/>
                    <a:gd name="connsiteY23-50872" fmla="*/ 1804 h 4213"/>
                    <a:gd name="connsiteX24-50873" fmla="*/ 98 w 2254"/>
                    <a:gd name="connsiteY24-50874" fmla="*/ 1634 h 4213"/>
                    <a:gd name="connsiteX25-50875" fmla="*/ 153 w 2254"/>
                    <a:gd name="connsiteY25-50876" fmla="*/ 1514 h 4213"/>
                    <a:gd name="connsiteX26-50877" fmla="*/ 196 w 2254"/>
                    <a:gd name="connsiteY26-50878" fmla="*/ 1306 h 4213"/>
                    <a:gd name="connsiteX27-50879" fmla="*/ 256 w 2254"/>
                    <a:gd name="connsiteY27-50880" fmla="*/ 1307 h 4213"/>
                    <a:gd name="connsiteX28-50881" fmla="*/ 579 w 2254"/>
                    <a:gd name="connsiteY28-50882" fmla="*/ 1286 h 4213"/>
                    <a:gd name="connsiteX29-50883" fmla="*/ 753 w 2254"/>
                    <a:gd name="connsiteY29-50884" fmla="*/ 1117 h 4213"/>
                    <a:gd name="connsiteX30-50885" fmla="*/ 822 w 2254"/>
                    <a:gd name="connsiteY30-50886" fmla="*/ 748 h 4213"/>
                    <a:gd name="connsiteX31-50887" fmla="*/ 932 w 2254"/>
                    <a:gd name="connsiteY31-50888" fmla="*/ 486 h 4213"/>
                    <a:gd name="connsiteX32-50889" fmla="*/ 930 w 2254"/>
                    <a:gd name="connsiteY32-50890" fmla="*/ 358 h 4213"/>
                    <a:gd name="connsiteX33-50891" fmla="*/ 917 w 2254"/>
                    <a:gd name="connsiteY33-50892" fmla="*/ 328 h 4213"/>
                    <a:gd name="connsiteX34-50893" fmla="*/ 850 w 2254"/>
                    <a:gd name="connsiteY34-50894" fmla="*/ 251 h 4213"/>
                    <a:gd name="connsiteX35-50895" fmla="*/ 790 w 2254"/>
                    <a:gd name="connsiteY35-50896" fmla="*/ 217 h 4213"/>
                    <a:gd name="connsiteX36-50897" fmla="*/ 915 w 2254"/>
                    <a:gd name="connsiteY36-50898" fmla="*/ 56 h 4213"/>
                    <a:gd name="connsiteX37-50899" fmla="*/ 1088 w 2254"/>
                    <a:gd name="connsiteY37-50900" fmla="*/ 2 h 4213"/>
                    <a:gd name="connsiteX38-50901" fmla="*/ 1120 w 2254"/>
                    <a:gd name="connsiteY38-50902" fmla="*/ 49 h 4213"/>
                    <a:gd name="connsiteX39-50903" fmla="*/ 1110 w 2254"/>
                    <a:gd name="connsiteY39-50904" fmla="*/ 133 h 4213"/>
                    <a:gd name="connsiteX40-50905" fmla="*/ 1049 w 2254"/>
                    <a:gd name="connsiteY40-50906" fmla="*/ 243 h 4213"/>
                    <a:gd name="connsiteX41-50907" fmla="*/ 1119 w 2254"/>
                    <a:gd name="connsiteY41-50908" fmla="*/ 301 h 4213"/>
                    <a:gd name="connsiteX42-50909" fmla="*/ 1233 w 2254"/>
                    <a:gd name="connsiteY42-50910" fmla="*/ 366 h 4213"/>
                    <a:gd name="connsiteX43-50911" fmla="*/ 1253 w 2254"/>
                    <a:gd name="connsiteY43-50912" fmla="*/ 255 h 4213"/>
                    <a:gd name="connsiteX44-50913" fmla="*/ 1387 w 2254"/>
                    <a:gd name="connsiteY44-50914" fmla="*/ 291 h 4213"/>
                    <a:gd name="connsiteX45-50915" fmla="*/ 1412 w 2254"/>
                    <a:gd name="connsiteY45-50916" fmla="*/ 331 h 4213"/>
                    <a:gd name="connsiteX46-50917" fmla="*/ 1488 w 2254"/>
                    <a:gd name="connsiteY46-50918" fmla="*/ 562 h 4213"/>
                    <a:gd name="connsiteX47-50919" fmla="*/ 1523 w 2254"/>
                    <a:gd name="connsiteY47-50920" fmla="*/ 586 h 4213"/>
                    <a:gd name="connsiteX48-50921" fmla="*/ 1615 w 2254"/>
                    <a:gd name="connsiteY48-50922" fmla="*/ 578 h 4213"/>
                    <a:gd name="connsiteX49-50923" fmla="*/ 1875 w 2254"/>
                    <a:gd name="connsiteY49-50924" fmla="*/ 490 h 4213"/>
                    <a:gd name="connsiteX50-50925" fmla="*/ 2095 w 2254"/>
                    <a:gd name="connsiteY50-50926" fmla="*/ 479 h 4213"/>
                    <a:gd name="connsiteX51-50927" fmla="*/ 2155 w 2254"/>
                    <a:gd name="connsiteY51-50928" fmla="*/ 648 h 4213"/>
                    <a:gd name="connsiteX52-50929" fmla="*/ 2073 w 2254"/>
                    <a:gd name="connsiteY52-50930" fmla="*/ 944 h 4213"/>
                    <a:gd name="connsiteX53-50931" fmla="*/ 2073 w 2254"/>
                    <a:gd name="connsiteY53-50932" fmla="*/ 1022 h 4213"/>
                    <a:gd name="connsiteX54-50933" fmla="*/ 2142 w 2254"/>
                    <a:gd name="connsiteY54-50934" fmla="*/ 1168 h 4213"/>
                    <a:gd name="connsiteX55-50935" fmla="*/ 2157 w 2254"/>
                    <a:gd name="connsiteY55-50936" fmla="*/ 1427 h 4213"/>
                    <a:gd name="connsiteX56-50937" fmla="*/ 2159 w 2254"/>
                    <a:gd name="connsiteY56-50938" fmla="*/ 1617 h 4213"/>
                    <a:gd name="connsiteX57-50939" fmla="*/ 2092 w 2254"/>
                    <a:gd name="connsiteY57-50940" fmla="*/ 1625 h 4213"/>
                    <a:gd name="connsiteX58-50941" fmla="*/ 2070 w 2254"/>
                    <a:gd name="connsiteY58-50942" fmla="*/ 1507 h 4213"/>
                    <a:gd name="connsiteX59-50943" fmla="*/ 2035 w 2254"/>
                    <a:gd name="connsiteY59-50944" fmla="*/ 1450 h 4213"/>
                    <a:gd name="connsiteX60-50945" fmla="*/ 1945 w 2254"/>
                    <a:gd name="connsiteY60-50946" fmla="*/ 1582 h 4213"/>
                    <a:gd name="connsiteX61-50947" fmla="*/ 1832 w 2254"/>
                    <a:gd name="connsiteY61-50948" fmla="*/ 1776 h 4213"/>
                    <a:gd name="connsiteX62-50949" fmla="*/ 1713 w 2254"/>
                    <a:gd name="connsiteY62-50950" fmla="*/ 1904 h 4213"/>
                    <a:gd name="connsiteX63-50951" fmla="*/ 1706 w 2254"/>
                    <a:gd name="connsiteY63-50952" fmla="*/ 2018 h 4213"/>
                    <a:gd name="connsiteX64-50953" fmla="*/ 1766 w 2254"/>
                    <a:gd name="connsiteY64-50954" fmla="*/ 2115 h 4213"/>
                    <a:gd name="connsiteX65-50955" fmla="*/ 1868 w 2254"/>
                    <a:gd name="connsiteY65-50956" fmla="*/ 2183 h 4213"/>
                    <a:gd name="connsiteX66-50957" fmla="*/ 1945 w 2254"/>
                    <a:gd name="connsiteY66-50958" fmla="*/ 2178 h 4213"/>
                    <a:gd name="connsiteX67-50959" fmla="*/ 1990 w 2254"/>
                    <a:gd name="connsiteY67-50960" fmla="*/ 2104 h 4213"/>
                    <a:gd name="connsiteX68-50961" fmla="*/ 2024 w 2254"/>
                    <a:gd name="connsiteY68-50962" fmla="*/ 2210 h 4213"/>
                    <a:gd name="connsiteX69-50963" fmla="*/ 1912 w 2254"/>
                    <a:gd name="connsiteY69-50964" fmla="*/ 2249 h 4213"/>
                    <a:gd name="connsiteX70-50965" fmla="*/ 1959 w 2254"/>
                    <a:gd name="connsiteY70-50966" fmla="*/ 2362 h 4213"/>
                    <a:gd name="connsiteX71-50967" fmla="*/ 1824 w 2254"/>
                    <a:gd name="connsiteY71-50968" fmla="*/ 2509 h 4213"/>
                    <a:gd name="connsiteX72-50969" fmla="*/ 1783 w 2254"/>
                    <a:gd name="connsiteY72-50970" fmla="*/ 2498 h 4213"/>
                    <a:gd name="connsiteX73-50971" fmla="*/ 1659 w 2254"/>
                    <a:gd name="connsiteY73-50972" fmla="*/ 2413 h 4213"/>
                    <a:gd name="connsiteX74-50973" fmla="*/ 1604 w 2254"/>
                    <a:gd name="connsiteY74-50974" fmla="*/ 2412 h 4213"/>
                    <a:gd name="connsiteX75-50975" fmla="*/ 1569 w 2254"/>
                    <a:gd name="connsiteY75-50976" fmla="*/ 2480 h 4213"/>
                    <a:gd name="connsiteX76-50977" fmla="*/ 1572 w 2254"/>
                    <a:gd name="connsiteY76-50978" fmla="*/ 2562 h 4213"/>
                    <a:gd name="connsiteX77-50979" fmla="*/ 1750 w 2254"/>
                    <a:gd name="connsiteY77-50980" fmla="*/ 2730 h 4213"/>
                    <a:gd name="connsiteX78-50981" fmla="*/ 1749 w 2254"/>
                    <a:gd name="connsiteY78-50982" fmla="*/ 2844 h 4213"/>
                    <a:gd name="connsiteX79-50983" fmla="*/ 1840 w 2254"/>
                    <a:gd name="connsiteY79-50984" fmla="*/ 3060 h 4213"/>
                    <a:gd name="connsiteX80-50985" fmla="*/ 1866 w 2254"/>
                    <a:gd name="connsiteY80-50986" fmla="*/ 3090 h 4213"/>
                    <a:gd name="connsiteX81-50987" fmla="*/ 1910 w 2254"/>
                    <a:gd name="connsiteY81-50988" fmla="*/ 3094 h 4213"/>
                    <a:gd name="connsiteX82-50989" fmla="*/ 1956 w 2254"/>
                    <a:gd name="connsiteY82-50990" fmla="*/ 3010 h 4213"/>
                    <a:gd name="connsiteX83-50991" fmla="*/ 2036 w 2254"/>
                    <a:gd name="connsiteY83-50992" fmla="*/ 2950 h 4213"/>
                    <a:gd name="connsiteX84-50993" fmla="*/ 2131 w 2254"/>
                    <a:gd name="connsiteY84-50994" fmla="*/ 3126 h 4213"/>
                    <a:gd name="connsiteX85-50995" fmla="*/ 2241 w 2254"/>
                    <a:gd name="connsiteY85-50996" fmla="*/ 3312 h 4213"/>
                    <a:gd name="connsiteX86-50997" fmla="*/ 2254 w 2254"/>
                    <a:gd name="connsiteY86-50998" fmla="*/ 3342 h 4213"/>
                    <a:gd name="connsiteX87-50999" fmla="*/ 2243 w 2254"/>
                    <a:gd name="connsiteY87-51000" fmla="*/ 3518 h 4213"/>
                    <a:gd name="connsiteX88-51001" fmla="*/ 2208 w 2254"/>
                    <a:gd name="connsiteY88-51002" fmla="*/ 3554 h 4213"/>
                    <a:gd name="connsiteX89-51003" fmla="*/ 2119 w 2254"/>
                    <a:gd name="connsiteY89-51004" fmla="*/ 3515 h 4213"/>
                    <a:gd name="connsiteX90-51005" fmla="*/ 1885 w 2254"/>
                    <a:gd name="connsiteY90-51006" fmla="*/ 3644 h 4213"/>
                    <a:gd name="connsiteX91-51007" fmla="*/ 1859 w 2254"/>
                    <a:gd name="connsiteY91-51008" fmla="*/ 3666 h 4213"/>
                    <a:gd name="connsiteX92-51009" fmla="*/ 1679 w 2254"/>
                    <a:gd name="connsiteY92-51010" fmla="*/ 3812 h 4213"/>
                    <a:gd name="connsiteX93-51011" fmla="*/ 1538 w 2254"/>
                    <a:gd name="connsiteY93-51012" fmla="*/ 3926 h 4213"/>
                    <a:gd name="connsiteX94-51013" fmla="*/ 1503 w 2254"/>
                    <a:gd name="connsiteY94-51014" fmla="*/ 3965 h 4213"/>
                    <a:gd name="connsiteX95-51015" fmla="*/ 1451 w 2254"/>
                    <a:gd name="connsiteY95-51016" fmla="*/ 3973 h 4213"/>
                    <a:gd name="connsiteX96-51017" fmla="*/ 1394 w 2254"/>
                    <a:gd name="connsiteY96-51018" fmla="*/ 3916 h 4213"/>
                    <a:gd name="connsiteX97-51019" fmla="*/ 1270 w 2254"/>
                    <a:gd name="connsiteY97-51020" fmla="*/ 3808 h 4213"/>
                    <a:gd name="connsiteX98-51021" fmla="*/ 1294 w 2254"/>
                    <a:gd name="connsiteY98-51022" fmla="*/ 4064 h 4213"/>
                    <a:gd name="connsiteX99-51023" fmla="*/ 1303 w 2254"/>
                    <a:gd name="connsiteY99-51024" fmla="*/ 4192 h 4213"/>
                    <a:gd name="connsiteX100-51025" fmla="*/ 1041 w 2254"/>
                    <a:gd name="connsiteY100-51026" fmla="*/ 4166 h 4213"/>
                    <a:gd name="connsiteX101-51027" fmla="*/ 959 w 2254"/>
                    <a:gd name="connsiteY101-51028" fmla="*/ 3987 h 4213"/>
                    <a:gd name="connsiteX102-51029" fmla="*/ 877 w 2254"/>
                    <a:gd name="connsiteY102-51030" fmla="*/ 3802 h 4213"/>
                    <a:gd name="connsiteX103-51031" fmla="*/ 798 w 2254"/>
                    <a:gd name="connsiteY103-51032" fmla="*/ 3734 h 4213"/>
                    <a:gd name="connsiteX0-51033" fmla="*/ 798 w 2254"/>
                    <a:gd name="connsiteY0-51034" fmla="*/ 3734 h 4213"/>
                    <a:gd name="connsiteX1-51035" fmla="*/ 679 w 2254"/>
                    <a:gd name="connsiteY1-51036" fmla="*/ 3800 h 4213"/>
                    <a:gd name="connsiteX2-51037" fmla="*/ 695 w 2254"/>
                    <a:gd name="connsiteY2-51038" fmla="*/ 3662 h 4213"/>
                    <a:gd name="connsiteX3-51039" fmla="*/ 633 w 2254"/>
                    <a:gd name="connsiteY3-51040" fmla="*/ 3500 h 4213"/>
                    <a:gd name="connsiteX4-51041" fmla="*/ 742 w 2254"/>
                    <a:gd name="connsiteY4-51042" fmla="*/ 3280 h 4213"/>
                    <a:gd name="connsiteX5-51043" fmla="*/ 932 w 2254"/>
                    <a:gd name="connsiteY5-51044" fmla="*/ 3195 h 4213"/>
                    <a:gd name="connsiteX6-51045" fmla="*/ 1107 w 2254"/>
                    <a:gd name="connsiteY6-51046" fmla="*/ 3058 h 4213"/>
                    <a:gd name="connsiteX7-51047" fmla="*/ 1215 w 2254"/>
                    <a:gd name="connsiteY7-51048" fmla="*/ 2615 h 4213"/>
                    <a:gd name="connsiteX8-51049" fmla="*/ 1184 w 2254"/>
                    <a:gd name="connsiteY8-51050" fmla="*/ 2346 h 4213"/>
                    <a:gd name="connsiteX9-51051" fmla="*/ 1068 w 2254"/>
                    <a:gd name="connsiteY9-51052" fmla="*/ 2333 h 4213"/>
                    <a:gd name="connsiteX10-51053" fmla="*/ 1066 w 2254"/>
                    <a:gd name="connsiteY10-51054" fmla="*/ 2117 h 4213"/>
                    <a:gd name="connsiteX11-51055" fmla="*/ 990 w 2254"/>
                    <a:gd name="connsiteY11-51056" fmla="*/ 2039 h 4213"/>
                    <a:gd name="connsiteX12-51057" fmla="*/ 847 w 2254"/>
                    <a:gd name="connsiteY12-51058" fmla="*/ 1951 h 4213"/>
                    <a:gd name="connsiteX13-51059" fmla="*/ 755 w 2254"/>
                    <a:gd name="connsiteY13-51060" fmla="*/ 1827 h 4213"/>
                    <a:gd name="connsiteX14-51061" fmla="*/ 659 w 2254"/>
                    <a:gd name="connsiteY14-51062" fmla="*/ 1828 h 4213"/>
                    <a:gd name="connsiteX15-51063" fmla="*/ 614 w 2254"/>
                    <a:gd name="connsiteY15-51064" fmla="*/ 1883 h 4213"/>
                    <a:gd name="connsiteX16-51065" fmla="*/ 521 w 2254"/>
                    <a:gd name="connsiteY16-51066" fmla="*/ 1877 h 4213"/>
                    <a:gd name="connsiteX17-51067" fmla="*/ 501 w 2254"/>
                    <a:gd name="connsiteY17-51068" fmla="*/ 1994 h 4213"/>
                    <a:gd name="connsiteX18-51069" fmla="*/ 320 w 2254"/>
                    <a:gd name="connsiteY18-51070" fmla="*/ 1941 h 4213"/>
                    <a:gd name="connsiteX19-51071" fmla="*/ 237 w 2254"/>
                    <a:gd name="connsiteY19-51072" fmla="*/ 1939 h 4213"/>
                    <a:gd name="connsiteX20-51073" fmla="*/ 112 w 2254"/>
                    <a:gd name="connsiteY20-51074" fmla="*/ 2014 h 4213"/>
                    <a:gd name="connsiteX21-51075" fmla="*/ 0 w 2254"/>
                    <a:gd name="connsiteY21-51076" fmla="*/ 1890 h 4213"/>
                    <a:gd name="connsiteX22-51077" fmla="*/ 94 w 2254"/>
                    <a:gd name="connsiteY22-51078" fmla="*/ 1804 h 4213"/>
                    <a:gd name="connsiteX23-51079" fmla="*/ 98 w 2254"/>
                    <a:gd name="connsiteY23-51080" fmla="*/ 1634 h 4213"/>
                    <a:gd name="connsiteX24-51081" fmla="*/ 153 w 2254"/>
                    <a:gd name="connsiteY24-51082" fmla="*/ 1514 h 4213"/>
                    <a:gd name="connsiteX25-51083" fmla="*/ 196 w 2254"/>
                    <a:gd name="connsiteY25-51084" fmla="*/ 1306 h 4213"/>
                    <a:gd name="connsiteX26-51085" fmla="*/ 256 w 2254"/>
                    <a:gd name="connsiteY26-51086" fmla="*/ 1307 h 4213"/>
                    <a:gd name="connsiteX27-51087" fmla="*/ 579 w 2254"/>
                    <a:gd name="connsiteY27-51088" fmla="*/ 1286 h 4213"/>
                    <a:gd name="connsiteX28-51089" fmla="*/ 753 w 2254"/>
                    <a:gd name="connsiteY28-51090" fmla="*/ 1117 h 4213"/>
                    <a:gd name="connsiteX29-51091" fmla="*/ 822 w 2254"/>
                    <a:gd name="connsiteY29-51092" fmla="*/ 748 h 4213"/>
                    <a:gd name="connsiteX30-51093" fmla="*/ 932 w 2254"/>
                    <a:gd name="connsiteY30-51094" fmla="*/ 486 h 4213"/>
                    <a:gd name="connsiteX31-51095" fmla="*/ 930 w 2254"/>
                    <a:gd name="connsiteY31-51096" fmla="*/ 358 h 4213"/>
                    <a:gd name="connsiteX32-51097" fmla="*/ 917 w 2254"/>
                    <a:gd name="connsiteY32-51098" fmla="*/ 328 h 4213"/>
                    <a:gd name="connsiteX33-51099" fmla="*/ 850 w 2254"/>
                    <a:gd name="connsiteY33-51100" fmla="*/ 251 h 4213"/>
                    <a:gd name="connsiteX34-51101" fmla="*/ 790 w 2254"/>
                    <a:gd name="connsiteY34-51102" fmla="*/ 217 h 4213"/>
                    <a:gd name="connsiteX35-51103" fmla="*/ 915 w 2254"/>
                    <a:gd name="connsiteY35-51104" fmla="*/ 56 h 4213"/>
                    <a:gd name="connsiteX36-51105" fmla="*/ 1088 w 2254"/>
                    <a:gd name="connsiteY36-51106" fmla="*/ 2 h 4213"/>
                    <a:gd name="connsiteX37-51107" fmla="*/ 1120 w 2254"/>
                    <a:gd name="connsiteY37-51108" fmla="*/ 49 h 4213"/>
                    <a:gd name="connsiteX38-51109" fmla="*/ 1110 w 2254"/>
                    <a:gd name="connsiteY38-51110" fmla="*/ 133 h 4213"/>
                    <a:gd name="connsiteX39-51111" fmla="*/ 1049 w 2254"/>
                    <a:gd name="connsiteY39-51112" fmla="*/ 243 h 4213"/>
                    <a:gd name="connsiteX40-51113" fmla="*/ 1119 w 2254"/>
                    <a:gd name="connsiteY40-51114" fmla="*/ 301 h 4213"/>
                    <a:gd name="connsiteX41-51115" fmla="*/ 1233 w 2254"/>
                    <a:gd name="connsiteY41-51116" fmla="*/ 366 h 4213"/>
                    <a:gd name="connsiteX42-51117" fmla="*/ 1253 w 2254"/>
                    <a:gd name="connsiteY42-51118" fmla="*/ 255 h 4213"/>
                    <a:gd name="connsiteX43-51119" fmla="*/ 1387 w 2254"/>
                    <a:gd name="connsiteY43-51120" fmla="*/ 291 h 4213"/>
                    <a:gd name="connsiteX44-51121" fmla="*/ 1412 w 2254"/>
                    <a:gd name="connsiteY44-51122" fmla="*/ 331 h 4213"/>
                    <a:gd name="connsiteX45-51123" fmla="*/ 1488 w 2254"/>
                    <a:gd name="connsiteY45-51124" fmla="*/ 562 h 4213"/>
                    <a:gd name="connsiteX46-51125" fmla="*/ 1523 w 2254"/>
                    <a:gd name="connsiteY46-51126" fmla="*/ 586 h 4213"/>
                    <a:gd name="connsiteX47-51127" fmla="*/ 1615 w 2254"/>
                    <a:gd name="connsiteY47-51128" fmla="*/ 578 h 4213"/>
                    <a:gd name="connsiteX48-51129" fmla="*/ 1875 w 2254"/>
                    <a:gd name="connsiteY48-51130" fmla="*/ 490 h 4213"/>
                    <a:gd name="connsiteX49-51131" fmla="*/ 2095 w 2254"/>
                    <a:gd name="connsiteY49-51132" fmla="*/ 479 h 4213"/>
                    <a:gd name="connsiteX50-51133" fmla="*/ 2155 w 2254"/>
                    <a:gd name="connsiteY50-51134" fmla="*/ 648 h 4213"/>
                    <a:gd name="connsiteX51-51135" fmla="*/ 2073 w 2254"/>
                    <a:gd name="connsiteY51-51136" fmla="*/ 944 h 4213"/>
                    <a:gd name="connsiteX52-51137" fmla="*/ 2073 w 2254"/>
                    <a:gd name="connsiteY52-51138" fmla="*/ 1022 h 4213"/>
                    <a:gd name="connsiteX53-51139" fmla="*/ 2142 w 2254"/>
                    <a:gd name="connsiteY53-51140" fmla="*/ 1168 h 4213"/>
                    <a:gd name="connsiteX54-51141" fmla="*/ 2157 w 2254"/>
                    <a:gd name="connsiteY54-51142" fmla="*/ 1427 h 4213"/>
                    <a:gd name="connsiteX55-51143" fmla="*/ 2159 w 2254"/>
                    <a:gd name="connsiteY55-51144" fmla="*/ 1617 h 4213"/>
                    <a:gd name="connsiteX56-51145" fmla="*/ 2092 w 2254"/>
                    <a:gd name="connsiteY56-51146" fmla="*/ 1625 h 4213"/>
                    <a:gd name="connsiteX57-51147" fmla="*/ 2070 w 2254"/>
                    <a:gd name="connsiteY57-51148" fmla="*/ 1507 h 4213"/>
                    <a:gd name="connsiteX58-51149" fmla="*/ 2035 w 2254"/>
                    <a:gd name="connsiteY58-51150" fmla="*/ 1450 h 4213"/>
                    <a:gd name="connsiteX59-51151" fmla="*/ 1945 w 2254"/>
                    <a:gd name="connsiteY59-51152" fmla="*/ 1582 h 4213"/>
                    <a:gd name="connsiteX60-51153" fmla="*/ 1832 w 2254"/>
                    <a:gd name="connsiteY60-51154" fmla="*/ 1776 h 4213"/>
                    <a:gd name="connsiteX61-51155" fmla="*/ 1713 w 2254"/>
                    <a:gd name="connsiteY61-51156" fmla="*/ 1904 h 4213"/>
                    <a:gd name="connsiteX62-51157" fmla="*/ 1706 w 2254"/>
                    <a:gd name="connsiteY62-51158" fmla="*/ 2018 h 4213"/>
                    <a:gd name="connsiteX63-51159" fmla="*/ 1766 w 2254"/>
                    <a:gd name="connsiteY63-51160" fmla="*/ 2115 h 4213"/>
                    <a:gd name="connsiteX64-51161" fmla="*/ 1868 w 2254"/>
                    <a:gd name="connsiteY64-51162" fmla="*/ 2183 h 4213"/>
                    <a:gd name="connsiteX65-51163" fmla="*/ 1945 w 2254"/>
                    <a:gd name="connsiteY65-51164" fmla="*/ 2178 h 4213"/>
                    <a:gd name="connsiteX66-51165" fmla="*/ 1990 w 2254"/>
                    <a:gd name="connsiteY66-51166" fmla="*/ 2104 h 4213"/>
                    <a:gd name="connsiteX67-51167" fmla="*/ 2024 w 2254"/>
                    <a:gd name="connsiteY67-51168" fmla="*/ 2210 h 4213"/>
                    <a:gd name="connsiteX68-51169" fmla="*/ 1912 w 2254"/>
                    <a:gd name="connsiteY68-51170" fmla="*/ 2249 h 4213"/>
                    <a:gd name="connsiteX69-51171" fmla="*/ 1959 w 2254"/>
                    <a:gd name="connsiteY69-51172" fmla="*/ 2362 h 4213"/>
                    <a:gd name="connsiteX70-51173" fmla="*/ 1824 w 2254"/>
                    <a:gd name="connsiteY70-51174" fmla="*/ 2509 h 4213"/>
                    <a:gd name="connsiteX71-51175" fmla="*/ 1783 w 2254"/>
                    <a:gd name="connsiteY71-51176" fmla="*/ 2498 h 4213"/>
                    <a:gd name="connsiteX72-51177" fmla="*/ 1659 w 2254"/>
                    <a:gd name="connsiteY72-51178" fmla="*/ 2413 h 4213"/>
                    <a:gd name="connsiteX73-51179" fmla="*/ 1604 w 2254"/>
                    <a:gd name="connsiteY73-51180" fmla="*/ 2412 h 4213"/>
                    <a:gd name="connsiteX74-51181" fmla="*/ 1569 w 2254"/>
                    <a:gd name="connsiteY74-51182" fmla="*/ 2480 h 4213"/>
                    <a:gd name="connsiteX75-51183" fmla="*/ 1572 w 2254"/>
                    <a:gd name="connsiteY75-51184" fmla="*/ 2562 h 4213"/>
                    <a:gd name="connsiteX76-51185" fmla="*/ 1750 w 2254"/>
                    <a:gd name="connsiteY76-51186" fmla="*/ 2730 h 4213"/>
                    <a:gd name="connsiteX77-51187" fmla="*/ 1749 w 2254"/>
                    <a:gd name="connsiteY77-51188" fmla="*/ 2844 h 4213"/>
                    <a:gd name="connsiteX78-51189" fmla="*/ 1840 w 2254"/>
                    <a:gd name="connsiteY78-51190" fmla="*/ 3060 h 4213"/>
                    <a:gd name="connsiteX79-51191" fmla="*/ 1866 w 2254"/>
                    <a:gd name="connsiteY79-51192" fmla="*/ 3090 h 4213"/>
                    <a:gd name="connsiteX80-51193" fmla="*/ 1910 w 2254"/>
                    <a:gd name="connsiteY80-51194" fmla="*/ 3094 h 4213"/>
                    <a:gd name="connsiteX81-51195" fmla="*/ 1956 w 2254"/>
                    <a:gd name="connsiteY81-51196" fmla="*/ 3010 h 4213"/>
                    <a:gd name="connsiteX82-51197" fmla="*/ 2036 w 2254"/>
                    <a:gd name="connsiteY82-51198" fmla="*/ 2950 h 4213"/>
                    <a:gd name="connsiteX83-51199" fmla="*/ 2131 w 2254"/>
                    <a:gd name="connsiteY83-51200" fmla="*/ 3126 h 4213"/>
                    <a:gd name="connsiteX84-51201" fmla="*/ 2241 w 2254"/>
                    <a:gd name="connsiteY84-51202" fmla="*/ 3312 h 4213"/>
                    <a:gd name="connsiteX85-51203" fmla="*/ 2254 w 2254"/>
                    <a:gd name="connsiteY85-51204" fmla="*/ 3342 h 4213"/>
                    <a:gd name="connsiteX86-51205" fmla="*/ 2243 w 2254"/>
                    <a:gd name="connsiteY86-51206" fmla="*/ 3518 h 4213"/>
                    <a:gd name="connsiteX87-51207" fmla="*/ 2208 w 2254"/>
                    <a:gd name="connsiteY87-51208" fmla="*/ 3554 h 4213"/>
                    <a:gd name="connsiteX88-51209" fmla="*/ 2119 w 2254"/>
                    <a:gd name="connsiteY88-51210" fmla="*/ 3515 h 4213"/>
                    <a:gd name="connsiteX89-51211" fmla="*/ 1885 w 2254"/>
                    <a:gd name="connsiteY89-51212" fmla="*/ 3644 h 4213"/>
                    <a:gd name="connsiteX90-51213" fmla="*/ 1859 w 2254"/>
                    <a:gd name="connsiteY90-51214" fmla="*/ 3666 h 4213"/>
                    <a:gd name="connsiteX91-51215" fmla="*/ 1679 w 2254"/>
                    <a:gd name="connsiteY91-51216" fmla="*/ 3812 h 4213"/>
                    <a:gd name="connsiteX92-51217" fmla="*/ 1538 w 2254"/>
                    <a:gd name="connsiteY92-51218" fmla="*/ 3926 h 4213"/>
                    <a:gd name="connsiteX93-51219" fmla="*/ 1503 w 2254"/>
                    <a:gd name="connsiteY93-51220" fmla="*/ 3965 h 4213"/>
                    <a:gd name="connsiteX94-51221" fmla="*/ 1451 w 2254"/>
                    <a:gd name="connsiteY94-51222" fmla="*/ 3973 h 4213"/>
                    <a:gd name="connsiteX95-51223" fmla="*/ 1394 w 2254"/>
                    <a:gd name="connsiteY95-51224" fmla="*/ 3916 h 4213"/>
                    <a:gd name="connsiteX96-51225" fmla="*/ 1270 w 2254"/>
                    <a:gd name="connsiteY96-51226" fmla="*/ 3808 h 4213"/>
                    <a:gd name="connsiteX97-51227" fmla="*/ 1294 w 2254"/>
                    <a:gd name="connsiteY97-51228" fmla="*/ 4064 h 4213"/>
                    <a:gd name="connsiteX98-51229" fmla="*/ 1303 w 2254"/>
                    <a:gd name="connsiteY98-51230" fmla="*/ 4192 h 4213"/>
                    <a:gd name="connsiteX99-51231" fmla="*/ 1041 w 2254"/>
                    <a:gd name="connsiteY99-51232" fmla="*/ 4166 h 4213"/>
                    <a:gd name="connsiteX100-51233" fmla="*/ 959 w 2254"/>
                    <a:gd name="connsiteY100-51234" fmla="*/ 3987 h 4213"/>
                    <a:gd name="connsiteX101-51235" fmla="*/ 877 w 2254"/>
                    <a:gd name="connsiteY101-51236" fmla="*/ 3802 h 4213"/>
                    <a:gd name="connsiteX102-51237" fmla="*/ 798 w 2254"/>
                    <a:gd name="connsiteY102-51238" fmla="*/ 3734 h 4213"/>
                    <a:gd name="connsiteX0-51239" fmla="*/ 798 w 2254"/>
                    <a:gd name="connsiteY0-51240" fmla="*/ 3734 h 4213"/>
                    <a:gd name="connsiteX1-51241" fmla="*/ 679 w 2254"/>
                    <a:gd name="connsiteY1-51242" fmla="*/ 3800 h 4213"/>
                    <a:gd name="connsiteX2-51243" fmla="*/ 695 w 2254"/>
                    <a:gd name="connsiteY2-51244" fmla="*/ 3662 h 4213"/>
                    <a:gd name="connsiteX3-51245" fmla="*/ 633 w 2254"/>
                    <a:gd name="connsiteY3-51246" fmla="*/ 3500 h 4213"/>
                    <a:gd name="connsiteX4-51247" fmla="*/ 742 w 2254"/>
                    <a:gd name="connsiteY4-51248" fmla="*/ 3280 h 4213"/>
                    <a:gd name="connsiteX5-51249" fmla="*/ 932 w 2254"/>
                    <a:gd name="connsiteY5-51250" fmla="*/ 3195 h 4213"/>
                    <a:gd name="connsiteX6-51251" fmla="*/ 1107 w 2254"/>
                    <a:gd name="connsiteY6-51252" fmla="*/ 3058 h 4213"/>
                    <a:gd name="connsiteX7-51253" fmla="*/ 1159 w 2254"/>
                    <a:gd name="connsiteY7-51254" fmla="*/ 2932 h 4213"/>
                    <a:gd name="connsiteX8-51255" fmla="*/ 1215 w 2254"/>
                    <a:gd name="connsiteY8-51256" fmla="*/ 2615 h 4213"/>
                    <a:gd name="connsiteX9-51257" fmla="*/ 1184 w 2254"/>
                    <a:gd name="connsiteY9-51258" fmla="*/ 2346 h 4213"/>
                    <a:gd name="connsiteX10-51259" fmla="*/ 1068 w 2254"/>
                    <a:gd name="connsiteY10-51260" fmla="*/ 2333 h 4213"/>
                    <a:gd name="connsiteX11-51261" fmla="*/ 1066 w 2254"/>
                    <a:gd name="connsiteY11-51262" fmla="*/ 2117 h 4213"/>
                    <a:gd name="connsiteX12-51263" fmla="*/ 990 w 2254"/>
                    <a:gd name="connsiteY12-51264" fmla="*/ 2039 h 4213"/>
                    <a:gd name="connsiteX13-51265" fmla="*/ 847 w 2254"/>
                    <a:gd name="connsiteY13-51266" fmla="*/ 1951 h 4213"/>
                    <a:gd name="connsiteX14-51267" fmla="*/ 755 w 2254"/>
                    <a:gd name="connsiteY14-51268" fmla="*/ 1827 h 4213"/>
                    <a:gd name="connsiteX15-51269" fmla="*/ 659 w 2254"/>
                    <a:gd name="connsiteY15-51270" fmla="*/ 1828 h 4213"/>
                    <a:gd name="connsiteX16-51271" fmla="*/ 614 w 2254"/>
                    <a:gd name="connsiteY16-51272" fmla="*/ 1883 h 4213"/>
                    <a:gd name="connsiteX17-51273" fmla="*/ 521 w 2254"/>
                    <a:gd name="connsiteY17-51274" fmla="*/ 1877 h 4213"/>
                    <a:gd name="connsiteX18-51275" fmla="*/ 501 w 2254"/>
                    <a:gd name="connsiteY18-51276" fmla="*/ 1994 h 4213"/>
                    <a:gd name="connsiteX19-51277" fmla="*/ 320 w 2254"/>
                    <a:gd name="connsiteY19-51278" fmla="*/ 1941 h 4213"/>
                    <a:gd name="connsiteX20-51279" fmla="*/ 237 w 2254"/>
                    <a:gd name="connsiteY20-51280" fmla="*/ 1939 h 4213"/>
                    <a:gd name="connsiteX21-51281" fmla="*/ 112 w 2254"/>
                    <a:gd name="connsiteY21-51282" fmla="*/ 2014 h 4213"/>
                    <a:gd name="connsiteX22-51283" fmla="*/ 0 w 2254"/>
                    <a:gd name="connsiteY22-51284" fmla="*/ 1890 h 4213"/>
                    <a:gd name="connsiteX23-51285" fmla="*/ 94 w 2254"/>
                    <a:gd name="connsiteY23-51286" fmla="*/ 1804 h 4213"/>
                    <a:gd name="connsiteX24-51287" fmla="*/ 98 w 2254"/>
                    <a:gd name="connsiteY24-51288" fmla="*/ 1634 h 4213"/>
                    <a:gd name="connsiteX25-51289" fmla="*/ 153 w 2254"/>
                    <a:gd name="connsiteY25-51290" fmla="*/ 1514 h 4213"/>
                    <a:gd name="connsiteX26-51291" fmla="*/ 196 w 2254"/>
                    <a:gd name="connsiteY26-51292" fmla="*/ 1306 h 4213"/>
                    <a:gd name="connsiteX27-51293" fmla="*/ 256 w 2254"/>
                    <a:gd name="connsiteY27-51294" fmla="*/ 1307 h 4213"/>
                    <a:gd name="connsiteX28-51295" fmla="*/ 579 w 2254"/>
                    <a:gd name="connsiteY28-51296" fmla="*/ 1286 h 4213"/>
                    <a:gd name="connsiteX29-51297" fmla="*/ 753 w 2254"/>
                    <a:gd name="connsiteY29-51298" fmla="*/ 1117 h 4213"/>
                    <a:gd name="connsiteX30-51299" fmla="*/ 822 w 2254"/>
                    <a:gd name="connsiteY30-51300" fmla="*/ 748 h 4213"/>
                    <a:gd name="connsiteX31-51301" fmla="*/ 932 w 2254"/>
                    <a:gd name="connsiteY31-51302" fmla="*/ 486 h 4213"/>
                    <a:gd name="connsiteX32-51303" fmla="*/ 930 w 2254"/>
                    <a:gd name="connsiteY32-51304" fmla="*/ 358 h 4213"/>
                    <a:gd name="connsiteX33-51305" fmla="*/ 917 w 2254"/>
                    <a:gd name="connsiteY33-51306" fmla="*/ 328 h 4213"/>
                    <a:gd name="connsiteX34-51307" fmla="*/ 850 w 2254"/>
                    <a:gd name="connsiteY34-51308" fmla="*/ 251 h 4213"/>
                    <a:gd name="connsiteX35-51309" fmla="*/ 790 w 2254"/>
                    <a:gd name="connsiteY35-51310" fmla="*/ 217 h 4213"/>
                    <a:gd name="connsiteX36-51311" fmla="*/ 915 w 2254"/>
                    <a:gd name="connsiteY36-51312" fmla="*/ 56 h 4213"/>
                    <a:gd name="connsiteX37-51313" fmla="*/ 1088 w 2254"/>
                    <a:gd name="connsiteY37-51314" fmla="*/ 2 h 4213"/>
                    <a:gd name="connsiteX38-51315" fmla="*/ 1120 w 2254"/>
                    <a:gd name="connsiteY38-51316" fmla="*/ 49 h 4213"/>
                    <a:gd name="connsiteX39-51317" fmla="*/ 1110 w 2254"/>
                    <a:gd name="connsiteY39-51318" fmla="*/ 133 h 4213"/>
                    <a:gd name="connsiteX40-51319" fmla="*/ 1049 w 2254"/>
                    <a:gd name="connsiteY40-51320" fmla="*/ 243 h 4213"/>
                    <a:gd name="connsiteX41-51321" fmla="*/ 1119 w 2254"/>
                    <a:gd name="connsiteY41-51322" fmla="*/ 301 h 4213"/>
                    <a:gd name="connsiteX42-51323" fmla="*/ 1233 w 2254"/>
                    <a:gd name="connsiteY42-51324" fmla="*/ 366 h 4213"/>
                    <a:gd name="connsiteX43-51325" fmla="*/ 1253 w 2254"/>
                    <a:gd name="connsiteY43-51326" fmla="*/ 255 h 4213"/>
                    <a:gd name="connsiteX44-51327" fmla="*/ 1387 w 2254"/>
                    <a:gd name="connsiteY44-51328" fmla="*/ 291 h 4213"/>
                    <a:gd name="connsiteX45-51329" fmla="*/ 1412 w 2254"/>
                    <a:gd name="connsiteY45-51330" fmla="*/ 331 h 4213"/>
                    <a:gd name="connsiteX46-51331" fmla="*/ 1488 w 2254"/>
                    <a:gd name="connsiteY46-51332" fmla="*/ 562 h 4213"/>
                    <a:gd name="connsiteX47-51333" fmla="*/ 1523 w 2254"/>
                    <a:gd name="connsiteY47-51334" fmla="*/ 586 h 4213"/>
                    <a:gd name="connsiteX48-51335" fmla="*/ 1615 w 2254"/>
                    <a:gd name="connsiteY48-51336" fmla="*/ 578 h 4213"/>
                    <a:gd name="connsiteX49-51337" fmla="*/ 1875 w 2254"/>
                    <a:gd name="connsiteY49-51338" fmla="*/ 490 h 4213"/>
                    <a:gd name="connsiteX50-51339" fmla="*/ 2095 w 2254"/>
                    <a:gd name="connsiteY50-51340" fmla="*/ 479 h 4213"/>
                    <a:gd name="connsiteX51-51341" fmla="*/ 2155 w 2254"/>
                    <a:gd name="connsiteY51-51342" fmla="*/ 648 h 4213"/>
                    <a:gd name="connsiteX52-51343" fmla="*/ 2073 w 2254"/>
                    <a:gd name="connsiteY52-51344" fmla="*/ 944 h 4213"/>
                    <a:gd name="connsiteX53-51345" fmla="*/ 2073 w 2254"/>
                    <a:gd name="connsiteY53-51346" fmla="*/ 1022 h 4213"/>
                    <a:gd name="connsiteX54-51347" fmla="*/ 2142 w 2254"/>
                    <a:gd name="connsiteY54-51348" fmla="*/ 1168 h 4213"/>
                    <a:gd name="connsiteX55-51349" fmla="*/ 2157 w 2254"/>
                    <a:gd name="connsiteY55-51350" fmla="*/ 1427 h 4213"/>
                    <a:gd name="connsiteX56-51351" fmla="*/ 2159 w 2254"/>
                    <a:gd name="connsiteY56-51352" fmla="*/ 1617 h 4213"/>
                    <a:gd name="connsiteX57-51353" fmla="*/ 2092 w 2254"/>
                    <a:gd name="connsiteY57-51354" fmla="*/ 1625 h 4213"/>
                    <a:gd name="connsiteX58-51355" fmla="*/ 2070 w 2254"/>
                    <a:gd name="connsiteY58-51356" fmla="*/ 1507 h 4213"/>
                    <a:gd name="connsiteX59-51357" fmla="*/ 2035 w 2254"/>
                    <a:gd name="connsiteY59-51358" fmla="*/ 1450 h 4213"/>
                    <a:gd name="connsiteX60-51359" fmla="*/ 1945 w 2254"/>
                    <a:gd name="connsiteY60-51360" fmla="*/ 1582 h 4213"/>
                    <a:gd name="connsiteX61-51361" fmla="*/ 1832 w 2254"/>
                    <a:gd name="connsiteY61-51362" fmla="*/ 1776 h 4213"/>
                    <a:gd name="connsiteX62-51363" fmla="*/ 1713 w 2254"/>
                    <a:gd name="connsiteY62-51364" fmla="*/ 1904 h 4213"/>
                    <a:gd name="connsiteX63-51365" fmla="*/ 1706 w 2254"/>
                    <a:gd name="connsiteY63-51366" fmla="*/ 2018 h 4213"/>
                    <a:gd name="connsiteX64-51367" fmla="*/ 1766 w 2254"/>
                    <a:gd name="connsiteY64-51368" fmla="*/ 2115 h 4213"/>
                    <a:gd name="connsiteX65-51369" fmla="*/ 1868 w 2254"/>
                    <a:gd name="connsiteY65-51370" fmla="*/ 2183 h 4213"/>
                    <a:gd name="connsiteX66-51371" fmla="*/ 1945 w 2254"/>
                    <a:gd name="connsiteY66-51372" fmla="*/ 2178 h 4213"/>
                    <a:gd name="connsiteX67-51373" fmla="*/ 1990 w 2254"/>
                    <a:gd name="connsiteY67-51374" fmla="*/ 2104 h 4213"/>
                    <a:gd name="connsiteX68-51375" fmla="*/ 2024 w 2254"/>
                    <a:gd name="connsiteY68-51376" fmla="*/ 2210 h 4213"/>
                    <a:gd name="connsiteX69-51377" fmla="*/ 1912 w 2254"/>
                    <a:gd name="connsiteY69-51378" fmla="*/ 2249 h 4213"/>
                    <a:gd name="connsiteX70-51379" fmla="*/ 1959 w 2254"/>
                    <a:gd name="connsiteY70-51380" fmla="*/ 2362 h 4213"/>
                    <a:gd name="connsiteX71-51381" fmla="*/ 1824 w 2254"/>
                    <a:gd name="connsiteY71-51382" fmla="*/ 2509 h 4213"/>
                    <a:gd name="connsiteX72-51383" fmla="*/ 1783 w 2254"/>
                    <a:gd name="connsiteY72-51384" fmla="*/ 2498 h 4213"/>
                    <a:gd name="connsiteX73-51385" fmla="*/ 1659 w 2254"/>
                    <a:gd name="connsiteY73-51386" fmla="*/ 2413 h 4213"/>
                    <a:gd name="connsiteX74-51387" fmla="*/ 1604 w 2254"/>
                    <a:gd name="connsiteY74-51388" fmla="*/ 2412 h 4213"/>
                    <a:gd name="connsiteX75-51389" fmla="*/ 1569 w 2254"/>
                    <a:gd name="connsiteY75-51390" fmla="*/ 2480 h 4213"/>
                    <a:gd name="connsiteX76-51391" fmla="*/ 1572 w 2254"/>
                    <a:gd name="connsiteY76-51392" fmla="*/ 2562 h 4213"/>
                    <a:gd name="connsiteX77-51393" fmla="*/ 1750 w 2254"/>
                    <a:gd name="connsiteY77-51394" fmla="*/ 2730 h 4213"/>
                    <a:gd name="connsiteX78-51395" fmla="*/ 1749 w 2254"/>
                    <a:gd name="connsiteY78-51396" fmla="*/ 2844 h 4213"/>
                    <a:gd name="connsiteX79-51397" fmla="*/ 1840 w 2254"/>
                    <a:gd name="connsiteY79-51398" fmla="*/ 3060 h 4213"/>
                    <a:gd name="connsiteX80-51399" fmla="*/ 1866 w 2254"/>
                    <a:gd name="connsiteY80-51400" fmla="*/ 3090 h 4213"/>
                    <a:gd name="connsiteX81-51401" fmla="*/ 1910 w 2254"/>
                    <a:gd name="connsiteY81-51402" fmla="*/ 3094 h 4213"/>
                    <a:gd name="connsiteX82-51403" fmla="*/ 1956 w 2254"/>
                    <a:gd name="connsiteY82-51404" fmla="*/ 3010 h 4213"/>
                    <a:gd name="connsiteX83-51405" fmla="*/ 2036 w 2254"/>
                    <a:gd name="connsiteY83-51406" fmla="*/ 2950 h 4213"/>
                    <a:gd name="connsiteX84-51407" fmla="*/ 2131 w 2254"/>
                    <a:gd name="connsiteY84-51408" fmla="*/ 3126 h 4213"/>
                    <a:gd name="connsiteX85-51409" fmla="*/ 2241 w 2254"/>
                    <a:gd name="connsiteY85-51410" fmla="*/ 3312 h 4213"/>
                    <a:gd name="connsiteX86-51411" fmla="*/ 2254 w 2254"/>
                    <a:gd name="connsiteY86-51412" fmla="*/ 3342 h 4213"/>
                    <a:gd name="connsiteX87-51413" fmla="*/ 2243 w 2254"/>
                    <a:gd name="connsiteY87-51414" fmla="*/ 3518 h 4213"/>
                    <a:gd name="connsiteX88-51415" fmla="*/ 2208 w 2254"/>
                    <a:gd name="connsiteY88-51416" fmla="*/ 3554 h 4213"/>
                    <a:gd name="connsiteX89-51417" fmla="*/ 2119 w 2254"/>
                    <a:gd name="connsiteY89-51418" fmla="*/ 3515 h 4213"/>
                    <a:gd name="connsiteX90-51419" fmla="*/ 1885 w 2254"/>
                    <a:gd name="connsiteY90-51420" fmla="*/ 3644 h 4213"/>
                    <a:gd name="connsiteX91-51421" fmla="*/ 1859 w 2254"/>
                    <a:gd name="connsiteY91-51422" fmla="*/ 3666 h 4213"/>
                    <a:gd name="connsiteX92-51423" fmla="*/ 1679 w 2254"/>
                    <a:gd name="connsiteY92-51424" fmla="*/ 3812 h 4213"/>
                    <a:gd name="connsiteX93-51425" fmla="*/ 1538 w 2254"/>
                    <a:gd name="connsiteY93-51426" fmla="*/ 3926 h 4213"/>
                    <a:gd name="connsiteX94-51427" fmla="*/ 1503 w 2254"/>
                    <a:gd name="connsiteY94-51428" fmla="*/ 3965 h 4213"/>
                    <a:gd name="connsiteX95-51429" fmla="*/ 1451 w 2254"/>
                    <a:gd name="connsiteY95-51430" fmla="*/ 3973 h 4213"/>
                    <a:gd name="connsiteX96-51431" fmla="*/ 1394 w 2254"/>
                    <a:gd name="connsiteY96-51432" fmla="*/ 3916 h 4213"/>
                    <a:gd name="connsiteX97-51433" fmla="*/ 1270 w 2254"/>
                    <a:gd name="connsiteY97-51434" fmla="*/ 3808 h 4213"/>
                    <a:gd name="connsiteX98-51435" fmla="*/ 1294 w 2254"/>
                    <a:gd name="connsiteY98-51436" fmla="*/ 4064 h 4213"/>
                    <a:gd name="connsiteX99-51437" fmla="*/ 1303 w 2254"/>
                    <a:gd name="connsiteY99-51438" fmla="*/ 4192 h 4213"/>
                    <a:gd name="connsiteX100-51439" fmla="*/ 1041 w 2254"/>
                    <a:gd name="connsiteY100-51440" fmla="*/ 4166 h 4213"/>
                    <a:gd name="connsiteX101-51441" fmla="*/ 959 w 2254"/>
                    <a:gd name="connsiteY101-51442" fmla="*/ 3987 h 4213"/>
                    <a:gd name="connsiteX102-51443" fmla="*/ 877 w 2254"/>
                    <a:gd name="connsiteY102-51444" fmla="*/ 3802 h 4213"/>
                    <a:gd name="connsiteX103-51445" fmla="*/ 798 w 2254"/>
                    <a:gd name="connsiteY103-51446" fmla="*/ 3734 h 4213"/>
                    <a:gd name="connsiteX0-51447" fmla="*/ 798 w 2254"/>
                    <a:gd name="connsiteY0-51448" fmla="*/ 3734 h 4213"/>
                    <a:gd name="connsiteX1-51449" fmla="*/ 679 w 2254"/>
                    <a:gd name="connsiteY1-51450" fmla="*/ 3800 h 4213"/>
                    <a:gd name="connsiteX2-51451" fmla="*/ 695 w 2254"/>
                    <a:gd name="connsiteY2-51452" fmla="*/ 3662 h 4213"/>
                    <a:gd name="connsiteX3-51453" fmla="*/ 633 w 2254"/>
                    <a:gd name="connsiteY3-51454" fmla="*/ 3500 h 4213"/>
                    <a:gd name="connsiteX4-51455" fmla="*/ 742 w 2254"/>
                    <a:gd name="connsiteY4-51456" fmla="*/ 3280 h 4213"/>
                    <a:gd name="connsiteX5-51457" fmla="*/ 932 w 2254"/>
                    <a:gd name="connsiteY5-51458" fmla="*/ 3195 h 4213"/>
                    <a:gd name="connsiteX6-51459" fmla="*/ 1107 w 2254"/>
                    <a:gd name="connsiteY6-51460" fmla="*/ 3058 h 4213"/>
                    <a:gd name="connsiteX7-51461" fmla="*/ 1159 w 2254"/>
                    <a:gd name="connsiteY7-51462" fmla="*/ 2932 h 4213"/>
                    <a:gd name="connsiteX8-51463" fmla="*/ 1169 w 2254"/>
                    <a:gd name="connsiteY8-51464" fmla="*/ 2932 h 4213"/>
                    <a:gd name="connsiteX9-51465" fmla="*/ 1215 w 2254"/>
                    <a:gd name="connsiteY9-51466" fmla="*/ 2615 h 4213"/>
                    <a:gd name="connsiteX10-51467" fmla="*/ 1184 w 2254"/>
                    <a:gd name="connsiteY10-51468" fmla="*/ 2346 h 4213"/>
                    <a:gd name="connsiteX11-51469" fmla="*/ 1068 w 2254"/>
                    <a:gd name="connsiteY11-51470" fmla="*/ 2333 h 4213"/>
                    <a:gd name="connsiteX12-51471" fmla="*/ 1066 w 2254"/>
                    <a:gd name="connsiteY12-51472" fmla="*/ 2117 h 4213"/>
                    <a:gd name="connsiteX13-51473" fmla="*/ 990 w 2254"/>
                    <a:gd name="connsiteY13-51474" fmla="*/ 2039 h 4213"/>
                    <a:gd name="connsiteX14-51475" fmla="*/ 847 w 2254"/>
                    <a:gd name="connsiteY14-51476" fmla="*/ 1951 h 4213"/>
                    <a:gd name="connsiteX15-51477" fmla="*/ 755 w 2254"/>
                    <a:gd name="connsiteY15-51478" fmla="*/ 1827 h 4213"/>
                    <a:gd name="connsiteX16-51479" fmla="*/ 659 w 2254"/>
                    <a:gd name="connsiteY16-51480" fmla="*/ 1828 h 4213"/>
                    <a:gd name="connsiteX17-51481" fmla="*/ 614 w 2254"/>
                    <a:gd name="connsiteY17-51482" fmla="*/ 1883 h 4213"/>
                    <a:gd name="connsiteX18-51483" fmla="*/ 521 w 2254"/>
                    <a:gd name="connsiteY18-51484" fmla="*/ 1877 h 4213"/>
                    <a:gd name="connsiteX19-51485" fmla="*/ 501 w 2254"/>
                    <a:gd name="connsiteY19-51486" fmla="*/ 1994 h 4213"/>
                    <a:gd name="connsiteX20-51487" fmla="*/ 320 w 2254"/>
                    <a:gd name="connsiteY20-51488" fmla="*/ 1941 h 4213"/>
                    <a:gd name="connsiteX21-51489" fmla="*/ 237 w 2254"/>
                    <a:gd name="connsiteY21-51490" fmla="*/ 1939 h 4213"/>
                    <a:gd name="connsiteX22-51491" fmla="*/ 112 w 2254"/>
                    <a:gd name="connsiteY22-51492" fmla="*/ 2014 h 4213"/>
                    <a:gd name="connsiteX23-51493" fmla="*/ 0 w 2254"/>
                    <a:gd name="connsiteY23-51494" fmla="*/ 1890 h 4213"/>
                    <a:gd name="connsiteX24-51495" fmla="*/ 94 w 2254"/>
                    <a:gd name="connsiteY24-51496" fmla="*/ 1804 h 4213"/>
                    <a:gd name="connsiteX25-51497" fmla="*/ 98 w 2254"/>
                    <a:gd name="connsiteY25-51498" fmla="*/ 1634 h 4213"/>
                    <a:gd name="connsiteX26-51499" fmla="*/ 153 w 2254"/>
                    <a:gd name="connsiteY26-51500" fmla="*/ 1514 h 4213"/>
                    <a:gd name="connsiteX27-51501" fmla="*/ 196 w 2254"/>
                    <a:gd name="connsiteY27-51502" fmla="*/ 1306 h 4213"/>
                    <a:gd name="connsiteX28-51503" fmla="*/ 256 w 2254"/>
                    <a:gd name="connsiteY28-51504" fmla="*/ 1307 h 4213"/>
                    <a:gd name="connsiteX29-51505" fmla="*/ 579 w 2254"/>
                    <a:gd name="connsiteY29-51506" fmla="*/ 1286 h 4213"/>
                    <a:gd name="connsiteX30-51507" fmla="*/ 753 w 2254"/>
                    <a:gd name="connsiteY30-51508" fmla="*/ 1117 h 4213"/>
                    <a:gd name="connsiteX31-51509" fmla="*/ 822 w 2254"/>
                    <a:gd name="connsiteY31-51510" fmla="*/ 748 h 4213"/>
                    <a:gd name="connsiteX32-51511" fmla="*/ 932 w 2254"/>
                    <a:gd name="connsiteY32-51512" fmla="*/ 486 h 4213"/>
                    <a:gd name="connsiteX33-51513" fmla="*/ 930 w 2254"/>
                    <a:gd name="connsiteY33-51514" fmla="*/ 358 h 4213"/>
                    <a:gd name="connsiteX34-51515" fmla="*/ 917 w 2254"/>
                    <a:gd name="connsiteY34-51516" fmla="*/ 328 h 4213"/>
                    <a:gd name="connsiteX35-51517" fmla="*/ 850 w 2254"/>
                    <a:gd name="connsiteY35-51518" fmla="*/ 251 h 4213"/>
                    <a:gd name="connsiteX36-51519" fmla="*/ 790 w 2254"/>
                    <a:gd name="connsiteY36-51520" fmla="*/ 217 h 4213"/>
                    <a:gd name="connsiteX37-51521" fmla="*/ 915 w 2254"/>
                    <a:gd name="connsiteY37-51522" fmla="*/ 56 h 4213"/>
                    <a:gd name="connsiteX38-51523" fmla="*/ 1088 w 2254"/>
                    <a:gd name="connsiteY38-51524" fmla="*/ 2 h 4213"/>
                    <a:gd name="connsiteX39-51525" fmla="*/ 1120 w 2254"/>
                    <a:gd name="connsiteY39-51526" fmla="*/ 49 h 4213"/>
                    <a:gd name="connsiteX40-51527" fmla="*/ 1110 w 2254"/>
                    <a:gd name="connsiteY40-51528" fmla="*/ 133 h 4213"/>
                    <a:gd name="connsiteX41-51529" fmla="*/ 1049 w 2254"/>
                    <a:gd name="connsiteY41-51530" fmla="*/ 243 h 4213"/>
                    <a:gd name="connsiteX42-51531" fmla="*/ 1119 w 2254"/>
                    <a:gd name="connsiteY42-51532" fmla="*/ 301 h 4213"/>
                    <a:gd name="connsiteX43-51533" fmla="*/ 1233 w 2254"/>
                    <a:gd name="connsiteY43-51534" fmla="*/ 366 h 4213"/>
                    <a:gd name="connsiteX44-51535" fmla="*/ 1253 w 2254"/>
                    <a:gd name="connsiteY44-51536" fmla="*/ 255 h 4213"/>
                    <a:gd name="connsiteX45-51537" fmla="*/ 1387 w 2254"/>
                    <a:gd name="connsiteY45-51538" fmla="*/ 291 h 4213"/>
                    <a:gd name="connsiteX46-51539" fmla="*/ 1412 w 2254"/>
                    <a:gd name="connsiteY46-51540" fmla="*/ 331 h 4213"/>
                    <a:gd name="connsiteX47-51541" fmla="*/ 1488 w 2254"/>
                    <a:gd name="connsiteY47-51542" fmla="*/ 562 h 4213"/>
                    <a:gd name="connsiteX48-51543" fmla="*/ 1523 w 2254"/>
                    <a:gd name="connsiteY48-51544" fmla="*/ 586 h 4213"/>
                    <a:gd name="connsiteX49-51545" fmla="*/ 1615 w 2254"/>
                    <a:gd name="connsiteY49-51546" fmla="*/ 578 h 4213"/>
                    <a:gd name="connsiteX50-51547" fmla="*/ 1875 w 2254"/>
                    <a:gd name="connsiteY50-51548" fmla="*/ 490 h 4213"/>
                    <a:gd name="connsiteX51-51549" fmla="*/ 2095 w 2254"/>
                    <a:gd name="connsiteY51-51550" fmla="*/ 479 h 4213"/>
                    <a:gd name="connsiteX52-51551" fmla="*/ 2155 w 2254"/>
                    <a:gd name="connsiteY52-51552" fmla="*/ 648 h 4213"/>
                    <a:gd name="connsiteX53-51553" fmla="*/ 2073 w 2254"/>
                    <a:gd name="connsiteY53-51554" fmla="*/ 944 h 4213"/>
                    <a:gd name="connsiteX54-51555" fmla="*/ 2073 w 2254"/>
                    <a:gd name="connsiteY54-51556" fmla="*/ 1022 h 4213"/>
                    <a:gd name="connsiteX55-51557" fmla="*/ 2142 w 2254"/>
                    <a:gd name="connsiteY55-51558" fmla="*/ 1168 h 4213"/>
                    <a:gd name="connsiteX56-51559" fmla="*/ 2157 w 2254"/>
                    <a:gd name="connsiteY56-51560" fmla="*/ 1427 h 4213"/>
                    <a:gd name="connsiteX57-51561" fmla="*/ 2159 w 2254"/>
                    <a:gd name="connsiteY57-51562" fmla="*/ 1617 h 4213"/>
                    <a:gd name="connsiteX58-51563" fmla="*/ 2092 w 2254"/>
                    <a:gd name="connsiteY58-51564" fmla="*/ 1625 h 4213"/>
                    <a:gd name="connsiteX59-51565" fmla="*/ 2070 w 2254"/>
                    <a:gd name="connsiteY59-51566" fmla="*/ 1507 h 4213"/>
                    <a:gd name="connsiteX60-51567" fmla="*/ 2035 w 2254"/>
                    <a:gd name="connsiteY60-51568" fmla="*/ 1450 h 4213"/>
                    <a:gd name="connsiteX61-51569" fmla="*/ 1945 w 2254"/>
                    <a:gd name="connsiteY61-51570" fmla="*/ 1582 h 4213"/>
                    <a:gd name="connsiteX62-51571" fmla="*/ 1832 w 2254"/>
                    <a:gd name="connsiteY62-51572" fmla="*/ 1776 h 4213"/>
                    <a:gd name="connsiteX63-51573" fmla="*/ 1713 w 2254"/>
                    <a:gd name="connsiteY63-51574" fmla="*/ 1904 h 4213"/>
                    <a:gd name="connsiteX64-51575" fmla="*/ 1706 w 2254"/>
                    <a:gd name="connsiteY64-51576" fmla="*/ 2018 h 4213"/>
                    <a:gd name="connsiteX65-51577" fmla="*/ 1766 w 2254"/>
                    <a:gd name="connsiteY65-51578" fmla="*/ 2115 h 4213"/>
                    <a:gd name="connsiteX66-51579" fmla="*/ 1868 w 2254"/>
                    <a:gd name="connsiteY66-51580" fmla="*/ 2183 h 4213"/>
                    <a:gd name="connsiteX67-51581" fmla="*/ 1945 w 2254"/>
                    <a:gd name="connsiteY67-51582" fmla="*/ 2178 h 4213"/>
                    <a:gd name="connsiteX68-51583" fmla="*/ 1990 w 2254"/>
                    <a:gd name="connsiteY68-51584" fmla="*/ 2104 h 4213"/>
                    <a:gd name="connsiteX69-51585" fmla="*/ 2024 w 2254"/>
                    <a:gd name="connsiteY69-51586" fmla="*/ 2210 h 4213"/>
                    <a:gd name="connsiteX70-51587" fmla="*/ 1912 w 2254"/>
                    <a:gd name="connsiteY70-51588" fmla="*/ 2249 h 4213"/>
                    <a:gd name="connsiteX71-51589" fmla="*/ 1959 w 2254"/>
                    <a:gd name="connsiteY71-51590" fmla="*/ 2362 h 4213"/>
                    <a:gd name="connsiteX72-51591" fmla="*/ 1824 w 2254"/>
                    <a:gd name="connsiteY72-51592" fmla="*/ 2509 h 4213"/>
                    <a:gd name="connsiteX73-51593" fmla="*/ 1783 w 2254"/>
                    <a:gd name="connsiteY73-51594" fmla="*/ 2498 h 4213"/>
                    <a:gd name="connsiteX74-51595" fmla="*/ 1659 w 2254"/>
                    <a:gd name="connsiteY74-51596" fmla="*/ 2413 h 4213"/>
                    <a:gd name="connsiteX75-51597" fmla="*/ 1604 w 2254"/>
                    <a:gd name="connsiteY75-51598" fmla="*/ 2412 h 4213"/>
                    <a:gd name="connsiteX76-51599" fmla="*/ 1569 w 2254"/>
                    <a:gd name="connsiteY76-51600" fmla="*/ 2480 h 4213"/>
                    <a:gd name="connsiteX77-51601" fmla="*/ 1572 w 2254"/>
                    <a:gd name="connsiteY77-51602" fmla="*/ 2562 h 4213"/>
                    <a:gd name="connsiteX78-51603" fmla="*/ 1750 w 2254"/>
                    <a:gd name="connsiteY78-51604" fmla="*/ 2730 h 4213"/>
                    <a:gd name="connsiteX79-51605" fmla="*/ 1749 w 2254"/>
                    <a:gd name="connsiteY79-51606" fmla="*/ 2844 h 4213"/>
                    <a:gd name="connsiteX80-51607" fmla="*/ 1840 w 2254"/>
                    <a:gd name="connsiteY80-51608" fmla="*/ 3060 h 4213"/>
                    <a:gd name="connsiteX81-51609" fmla="*/ 1866 w 2254"/>
                    <a:gd name="connsiteY81-51610" fmla="*/ 3090 h 4213"/>
                    <a:gd name="connsiteX82-51611" fmla="*/ 1910 w 2254"/>
                    <a:gd name="connsiteY82-51612" fmla="*/ 3094 h 4213"/>
                    <a:gd name="connsiteX83-51613" fmla="*/ 1956 w 2254"/>
                    <a:gd name="connsiteY83-51614" fmla="*/ 3010 h 4213"/>
                    <a:gd name="connsiteX84-51615" fmla="*/ 2036 w 2254"/>
                    <a:gd name="connsiteY84-51616" fmla="*/ 2950 h 4213"/>
                    <a:gd name="connsiteX85-51617" fmla="*/ 2131 w 2254"/>
                    <a:gd name="connsiteY85-51618" fmla="*/ 3126 h 4213"/>
                    <a:gd name="connsiteX86-51619" fmla="*/ 2241 w 2254"/>
                    <a:gd name="connsiteY86-51620" fmla="*/ 3312 h 4213"/>
                    <a:gd name="connsiteX87-51621" fmla="*/ 2254 w 2254"/>
                    <a:gd name="connsiteY87-51622" fmla="*/ 3342 h 4213"/>
                    <a:gd name="connsiteX88-51623" fmla="*/ 2243 w 2254"/>
                    <a:gd name="connsiteY88-51624" fmla="*/ 3518 h 4213"/>
                    <a:gd name="connsiteX89-51625" fmla="*/ 2208 w 2254"/>
                    <a:gd name="connsiteY89-51626" fmla="*/ 3554 h 4213"/>
                    <a:gd name="connsiteX90-51627" fmla="*/ 2119 w 2254"/>
                    <a:gd name="connsiteY90-51628" fmla="*/ 3515 h 4213"/>
                    <a:gd name="connsiteX91-51629" fmla="*/ 1885 w 2254"/>
                    <a:gd name="connsiteY91-51630" fmla="*/ 3644 h 4213"/>
                    <a:gd name="connsiteX92-51631" fmla="*/ 1859 w 2254"/>
                    <a:gd name="connsiteY92-51632" fmla="*/ 3666 h 4213"/>
                    <a:gd name="connsiteX93-51633" fmla="*/ 1679 w 2254"/>
                    <a:gd name="connsiteY93-51634" fmla="*/ 3812 h 4213"/>
                    <a:gd name="connsiteX94-51635" fmla="*/ 1538 w 2254"/>
                    <a:gd name="connsiteY94-51636" fmla="*/ 3926 h 4213"/>
                    <a:gd name="connsiteX95-51637" fmla="*/ 1503 w 2254"/>
                    <a:gd name="connsiteY95-51638" fmla="*/ 3965 h 4213"/>
                    <a:gd name="connsiteX96-51639" fmla="*/ 1451 w 2254"/>
                    <a:gd name="connsiteY96-51640" fmla="*/ 3973 h 4213"/>
                    <a:gd name="connsiteX97-51641" fmla="*/ 1394 w 2254"/>
                    <a:gd name="connsiteY97-51642" fmla="*/ 3916 h 4213"/>
                    <a:gd name="connsiteX98-51643" fmla="*/ 1270 w 2254"/>
                    <a:gd name="connsiteY98-51644" fmla="*/ 3808 h 4213"/>
                    <a:gd name="connsiteX99-51645" fmla="*/ 1294 w 2254"/>
                    <a:gd name="connsiteY99-51646" fmla="*/ 4064 h 4213"/>
                    <a:gd name="connsiteX100-51647" fmla="*/ 1303 w 2254"/>
                    <a:gd name="connsiteY100-51648" fmla="*/ 4192 h 4213"/>
                    <a:gd name="connsiteX101-51649" fmla="*/ 1041 w 2254"/>
                    <a:gd name="connsiteY101-51650" fmla="*/ 4166 h 4213"/>
                    <a:gd name="connsiteX102-51651" fmla="*/ 959 w 2254"/>
                    <a:gd name="connsiteY102-51652" fmla="*/ 3987 h 4213"/>
                    <a:gd name="connsiteX103-51653" fmla="*/ 877 w 2254"/>
                    <a:gd name="connsiteY103-51654" fmla="*/ 3802 h 4213"/>
                    <a:gd name="connsiteX104-51655" fmla="*/ 798 w 2254"/>
                    <a:gd name="connsiteY104-51656" fmla="*/ 3734 h 4213"/>
                    <a:gd name="connsiteX0-51657" fmla="*/ 798 w 2254"/>
                    <a:gd name="connsiteY0-51658" fmla="*/ 3734 h 4213"/>
                    <a:gd name="connsiteX1-51659" fmla="*/ 679 w 2254"/>
                    <a:gd name="connsiteY1-51660" fmla="*/ 3800 h 4213"/>
                    <a:gd name="connsiteX2-51661" fmla="*/ 695 w 2254"/>
                    <a:gd name="connsiteY2-51662" fmla="*/ 3662 h 4213"/>
                    <a:gd name="connsiteX3-51663" fmla="*/ 633 w 2254"/>
                    <a:gd name="connsiteY3-51664" fmla="*/ 3500 h 4213"/>
                    <a:gd name="connsiteX4-51665" fmla="*/ 742 w 2254"/>
                    <a:gd name="connsiteY4-51666" fmla="*/ 3280 h 4213"/>
                    <a:gd name="connsiteX5-51667" fmla="*/ 932 w 2254"/>
                    <a:gd name="connsiteY5-51668" fmla="*/ 3195 h 4213"/>
                    <a:gd name="connsiteX6-51669" fmla="*/ 1107 w 2254"/>
                    <a:gd name="connsiteY6-51670" fmla="*/ 3058 h 4213"/>
                    <a:gd name="connsiteX7-51671" fmla="*/ 1159 w 2254"/>
                    <a:gd name="connsiteY7-51672" fmla="*/ 2932 h 4213"/>
                    <a:gd name="connsiteX8-51673" fmla="*/ 1169 w 2254"/>
                    <a:gd name="connsiteY8-51674" fmla="*/ 2932 h 4213"/>
                    <a:gd name="connsiteX9-51675" fmla="*/ 1215 w 2254"/>
                    <a:gd name="connsiteY9-51676" fmla="*/ 2615 h 4213"/>
                    <a:gd name="connsiteX10-51677" fmla="*/ 1184 w 2254"/>
                    <a:gd name="connsiteY10-51678" fmla="*/ 2346 h 4213"/>
                    <a:gd name="connsiteX11-51679" fmla="*/ 1068 w 2254"/>
                    <a:gd name="connsiteY11-51680" fmla="*/ 2333 h 4213"/>
                    <a:gd name="connsiteX12-51681" fmla="*/ 1066 w 2254"/>
                    <a:gd name="connsiteY12-51682" fmla="*/ 2117 h 4213"/>
                    <a:gd name="connsiteX13-51683" fmla="*/ 990 w 2254"/>
                    <a:gd name="connsiteY13-51684" fmla="*/ 2039 h 4213"/>
                    <a:gd name="connsiteX14-51685" fmla="*/ 847 w 2254"/>
                    <a:gd name="connsiteY14-51686" fmla="*/ 1951 h 4213"/>
                    <a:gd name="connsiteX15-51687" fmla="*/ 755 w 2254"/>
                    <a:gd name="connsiteY15-51688" fmla="*/ 1827 h 4213"/>
                    <a:gd name="connsiteX16-51689" fmla="*/ 659 w 2254"/>
                    <a:gd name="connsiteY16-51690" fmla="*/ 1828 h 4213"/>
                    <a:gd name="connsiteX17-51691" fmla="*/ 614 w 2254"/>
                    <a:gd name="connsiteY17-51692" fmla="*/ 1883 h 4213"/>
                    <a:gd name="connsiteX18-51693" fmla="*/ 521 w 2254"/>
                    <a:gd name="connsiteY18-51694" fmla="*/ 1877 h 4213"/>
                    <a:gd name="connsiteX19-51695" fmla="*/ 501 w 2254"/>
                    <a:gd name="connsiteY19-51696" fmla="*/ 1994 h 4213"/>
                    <a:gd name="connsiteX20-51697" fmla="*/ 320 w 2254"/>
                    <a:gd name="connsiteY20-51698" fmla="*/ 1941 h 4213"/>
                    <a:gd name="connsiteX21-51699" fmla="*/ 237 w 2254"/>
                    <a:gd name="connsiteY21-51700" fmla="*/ 1939 h 4213"/>
                    <a:gd name="connsiteX22-51701" fmla="*/ 112 w 2254"/>
                    <a:gd name="connsiteY22-51702" fmla="*/ 2014 h 4213"/>
                    <a:gd name="connsiteX23-51703" fmla="*/ 0 w 2254"/>
                    <a:gd name="connsiteY23-51704" fmla="*/ 1890 h 4213"/>
                    <a:gd name="connsiteX24-51705" fmla="*/ 94 w 2254"/>
                    <a:gd name="connsiteY24-51706" fmla="*/ 1804 h 4213"/>
                    <a:gd name="connsiteX25-51707" fmla="*/ 98 w 2254"/>
                    <a:gd name="connsiteY25-51708" fmla="*/ 1634 h 4213"/>
                    <a:gd name="connsiteX26-51709" fmla="*/ 153 w 2254"/>
                    <a:gd name="connsiteY26-51710" fmla="*/ 1514 h 4213"/>
                    <a:gd name="connsiteX27-51711" fmla="*/ 196 w 2254"/>
                    <a:gd name="connsiteY27-51712" fmla="*/ 1306 h 4213"/>
                    <a:gd name="connsiteX28-51713" fmla="*/ 256 w 2254"/>
                    <a:gd name="connsiteY28-51714" fmla="*/ 1307 h 4213"/>
                    <a:gd name="connsiteX29-51715" fmla="*/ 579 w 2254"/>
                    <a:gd name="connsiteY29-51716" fmla="*/ 1286 h 4213"/>
                    <a:gd name="connsiteX30-51717" fmla="*/ 753 w 2254"/>
                    <a:gd name="connsiteY30-51718" fmla="*/ 1117 h 4213"/>
                    <a:gd name="connsiteX31-51719" fmla="*/ 822 w 2254"/>
                    <a:gd name="connsiteY31-51720" fmla="*/ 748 h 4213"/>
                    <a:gd name="connsiteX32-51721" fmla="*/ 932 w 2254"/>
                    <a:gd name="connsiteY32-51722" fmla="*/ 486 h 4213"/>
                    <a:gd name="connsiteX33-51723" fmla="*/ 930 w 2254"/>
                    <a:gd name="connsiteY33-51724" fmla="*/ 358 h 4213"/>
                    <a:gd name="connsiteX34-51725" fmla="*/ 917 w 2254"/>
                    <a:gd name="connsiteY34-51726" fmla="*/ 328 h 4213"/>
                    <a:gd name="connsiteX35-51727" fmla="*/ 850 w 2254"/>
                    <a:gd name="connsiteY35-51728" fmla="*/ 251 h 4213"/>
                    <a:gd name="connsiteX36-51729" fmla="*/ 790 w 2254"/>
                    <a:gd name="connsiteY36-51730" fmla="*/ 217 h 4213"/>
                    <a:gd name="connsiteX37-51731" fmla="*/ 915 w 2254"/>
                    <a:gd name="connsiteY37-51732" fmla="*/ 56 h 4213"/>
                    <a:gd name="connsiteX38-51733" fmla="*/ 1088 w 2254"/>
                    <a:gd name="connsiteY38-51734" fmla="*/ 2 h 4213"/>
                    <a:gd name="connsiteX39-51735" fmla="*/ 1120 w 2254"/>
                    <a:gd name="connsiteY39-51736" fmla="*/ 49 h 4213"/>
                    <a:gd name="connsiteX40-51737" fmla="*/ 1110 w 2254"/>
                    <a:gd name="connsiteY40-51738" fmla="*/ 133 h 4213"/>
                    <a:gd name="connsiteX41-51739" fmla="*/ 1049 w 2254"/>
                    <a:gd name="connsiteY41-51740" fmla="*/ 243 h 4213"/>
                    <a:gd name="connsiteX42-51741" fmla="*/ 1119 w 2254"/>
                    <a:gd name="connsiteY42-51742" fmla="*/ 301 h 4213"/>
                    <a:gd name="connsiteX43-51743" fmla="*/ 1233 w 2254"/>
                    <a:gd name="connsiteY43-51744" fmla="*/ 366 h 4213"/>
                    <a:gd name="connsiteX44-51745" fmla="*/ 1253 w 2254"/>
                    <a:gd name="connsiteY44-51746" fmla="*/ 255 h 4213"/>
                    <a:gd name="connsiteX45-51747" fmla="*/ 1387 w 2254"/>
                    <a:gd name="connsiteY45-51748" fmla="*/ 291 h 4213"/>
                    <a:gd name="connsiteX46-51749" fmla="*/ 1412 w 2254"/>
                    <a:gd name="connsiteY46-51750" fmla="*/ 331 h 4213"/>
                    <a:gd name="connsiteX47-51751" fmla="*/ 1488 w 2254"/>
                    <a:gd name="connsiteY47-51752" fmla="*/ 562 h 4213"/>
                    <a:gd name="connsiteX48-51753" fmla="*/ 1523 w 2254"/>
                    <a:gd name="connsiteY48-51754" fmla="*/ 586 h 4213"/>
                    <a:gd name="connsiteX49-51755" fmla="*/ 1615 w 2254"/>
                    <a:gd name="connsiteY49-51756" fmla="*/ 578 h 4213"/>
                    <a:gd name="connsiteX50-51757" fmla="*/ 1875 w 2254"/>
                    <a:gd name="connsiteY50-51758" fmla="*/ 490 h 4213"/>
                    <a:gd name="connsiteX51-51759" fmla="*/ 2095 w 2254"/>
                    <a:gd name="connsiteY51-51760" fmla="*/ 479 h 4213"/>
                    <a:gd name="connsiteX52-51761" fmla="*/ 2155 w 2254"/>
                    <a:gd name="connsiteY52-51762" fmla="*/ 648 h 4213"/>
                    <a:gd name="connsiteX53-51763" fmla="*/ 2073 w 2254"/>
                    <a:gd name="connsiteY53-51764" fmla="*/ 944 h 4213"/>
                    <a:gd name="connsiteX54-51765" fmla="*/ 2073 w 2254"/>
                    <a:gd name="connsiteY54-51766" fmla="*/ 1022 h 4213"/>
                    <a:gd name="connsiteX55-51767" fmla="*/ 2142 w 2254"/>
                    <a:gd name="connsiteY55-51768" fmla="*/ 1168 h 4213"/>
                    <a:gd name="connsiteX56-51769" fmla="*/ 2157 w 2254"/>
                    <a:gd name="connsiteY56-51770" fmla="*/ 1427 h 4213"/>
                    <a:gd name="connsiteX57-51771" fmla="*/ 2159 w 2254"/>
                    <a:gd name="connsiteY57-51772" fmla="*/ 1617 h 4213"/>
                    <a:gd name="connsiteX58-51773" fmla="*/ 2092 w 2254"/>
                    <a:gd name="connsiteY58-51774" fmla="*/ 1625 h 4213"/>
                    <a:gd name="connsiteX59-51775" fmla="*/ 2070 w 2254"/>
                    <a:gd name="connsiteY59-51776" fmla="*/ 1507 h 4213"/>
                    <a:gd name="connsiteX60-51777" fmla="*/ 2035 w 2254"/>
                    <a:gd name="connsiteY60-51778" fmla="*/ 1450 h 4213"/>
                    <a:gd name="connsiteX61-51779" fmla="*/ 1945 w 2254"/>
                    <a:gd name="connsiteY61-51780" fmla="*/ 1582 h 4213"/>
                    <a:gd name="connsiteX62-51781" fmla="*/ 1832 w 2254"/>
                    <a:gd name="connsiteY62-51782" fmla="*/ 1776 h 4213"/>
                    <a:gd name="connsiteX63-51783" fmla="*/ 1713 w 2254"/>
                    <a:gd name="connsiteY63-51784" fmla="*/ 1904 h 4213"/>
                    <a:gd name="connsiteX64-51785" fmla="*/ 1706 w 2254"/>
                    <a:gd name="connsiteY64-51786" fmla="*/ 2018 h 4213"/>
                    <a:gd name="connsiteX65-51787" fmla="*/ 1766 w 2254"/>
                    <a:gd name="connsiteY65-51788" fmla="*/ 2115 h 4213"/>
                    <a:gd name="connsiteX66-51789" fmla="*/ 1868 w 2254"/>
                    <a:gd name="connsiteY66-51790" fmla="*/ 2183 h 4213"/>
                    <a:gd name="connsiteX67-51791" fmla="*/ 1945 w 2254"/>
                    <a:gd name="connsiteY67-51792" fmla="*/ 2178 h 4213"/>
                    <a:gd name="connsiteX68-51793" fmla="*/ 1990 w 2254"/>
                    <a:gd name="connsiteY68-51794" fmla="*/ 2104 h 4213"/>
                    <a:gd name="connsiteX69-51795" fmla="*/ 2024 w 2254"/>
                    <a:gd name="connsiteY69-51796" fmla="*/ 2210 h 4213"/>
                    <a:gd name="connsiteX70-51797" fmla="*/ 1912 w 2254"/>
                    <a:gd name="connsiteY70-51798" fmla="*/ 2249 h 4213"/>
                    <a:gd name="connsiteX71-51799" fmla="*/ 1959 w 2254"/>
                    <a:gd name="connsiteY71-51800" fmla="*/ 2362 h 4213"/>
                    <a:gd name="connsiteX72-51801" fmla="*/ 1824 w 2254"/>
                    <a:gd name="connsiteY72-51802" fmla="*/ 2509 h 4213"/>
                    <a:gd name="connsiteX73-51803" fmla="*/ 1783 w 2254"/>
                    <a:gd name="connsiteY73-51804" fmla="*/ 2498 h 4213"/>
                    <a:gd name="connsiteX74-51805" fmla="*/ 1659 w 2254"/>
                    <a:gd name="connsiteY74-51806" fmla="*/ 2413 h 4213"/>
                    <a:gd name="connsiteX75-51807" fmla="*/ 1604 w 2254"/>
                    <a:gd name="connsiteY75-51808" fmla="*/ 2412 h 4213"/>
                    <a:gd name="connsiteX76-51809" fmla="*/ 1569 w 2254"/>
                    <a:gd name="connsiteY76-51810" fmla="*/ 2480 h 4213"/>
                    <a:gd name="connsiteX77-51811" fmla="*/ 1572 w 2254"/>
                    <a:gd name="connsiteY77-51812" fmla="*/ 2562 h 4213"/>
                    <a:gd name="connsiteX78-51813" fmla="*/ 1750 w 2254"/>
                    <a:gd name="connsiteY78-51814" fmla="*/ 2730 h 4213"/>
                    <a:gd name="connsiteX79-51815" fmla="*/ 1749 w 2254"/>
                    <a:gd name="connsiteY79-51816" fmla="*/ 2844 h 4213"/>
                    <a:gd name="connsiteX80-51817" fmla="*/ 1840 w 2254"/>
                    <a:gd name="connsiteY80-51818" fmla="*/ 3060 h 4213"/>
                    <a:gd name="connsiteX81-51819" fmla="*/ 1866 w 2254"/>
                    <a:gd name="connsiteY81-51820" fmla="*/ 3090 h 4213"/>
                    <a:gd name="connsiteX82-51821" fmla="*/ 1910 w 2254"/>
                    <a:gd name="connsiteY82-51822" fmla="*/ 3094 h 4213"/>
                    <a:gd name="connsiteX83-51823" fmla="*/ 1956 w 2254"/>
                    <a:gd name="connsiteY83-51824" fmla="*/ 3010 h 4213"/>
                    <a:gd name="connsiteX84-51825" fmla="*/ 2036 w 2254"/>
                    <a:gd name="connsiteY84-51826" fmla="*/ 2950 h 4213"/>
                    <a:gd name="connsiteX85-51827" fmla="*/ 2131 w 2254"/>
                    <a:gd name="connsiteY85-51828" fmla="*/ 3126 h 4213"/>
                    <a:gd name="connsiteX86-51829" fmla="*/ 2241 w 2254"/>
                    <a:gd name="connsiteY86-51830" fmla="*/ 3312 h 4213"/>
                    <a:gd name="connsiteX87-51831" fmla="*/ 2254 w 2254"/>
                    <a:gd name="connsiteY87-51832" fmla="*/ 3342 h 4213"/>
                    <a:gd name="connsiteX88-51833" fmla="*/ 2243 w 2254"/>
                    <a:gd name="connsiteY88-51834" fmla="*/ 3518 h 4213"/>
                    <a:gd name="connsiteX89-51835" fmla="*/ 2208 w 2254"/>
                    <a:gd name="connsiteY89-51836" fmla="*/ 3554 h 4213"/>
                    <a:gd name="connsiteX90-51837" fmla="*/ 2119 w 2254"/>
                    <a:gd name="connsiteY90-51838" fmla="*/ 3515 h 4213"/>
                    <a:gd name="connsiteX91-51839" fmla="*/ 1885 w 2254"/>
                    <a:gd name="connsiteY91-51840" fmla="*/ 3644 h 4213"/>
                    <a:gd name="connsiteX92-51841" fmla="*/ 1859 w 2254"/>
                    <a:gd name="connsiteY92-51842" fmla="*/ 3666 h 4213"/>
                    <a:gd name="connsiteX93-51843" fmla="*/ 1679 w 2254"/>
                    <a:gd name="connsiteY93-51844" fmla="*/ 3812 h 4213"/>
                    <a:gd name="connsiteX94-51845" fmla="*/ 1538 w 2254"/>
                    <a:gd name="connsiteY94-51846" fmla="*/ 3926 h 4213"/>
                    <a:gd name="connsiteX95-51847" fmla="*/ 1503 w 2254"/>
                    <a:gd name="connsiteY95-51848" fmla="*/ 3965 h 4213"/>
                    <a:gd name="connsiteX96-51849" fmla="*/ 1451 w 2254"/>
                    <a:gd name="connsiteY96-51850" fmla="*/ 3973 h 4213"/>
                    <a:gd name="connsiteX97-51851" fmla="*/ 1394 w 2254"/>
                    <a:gd name="connsiteY97-51852" fmla="*/ 3916 h 4213"/>
                    <a:gd name="connsiteX98-51853" fmla="*/ 1270 w 2254"/>
                    <a:gd name="connsiteY98-51854" fmla="*/ 3808 h 4213"/>
                    <a:gd name="connsiteX99-51855" fmla="*/ 1294 w 2254"/>
                    <a:gd name="connsiteY99-51856" fmla="*/ 4064 h 4213"/>
                    <a:gd name="connsiteX100-51857" fmla="*/ 1303 w 2254"/>
                    <a:gd name="connsiteY100-51858" fmla="*/ 4192 h 4213"/>
                    <a:gd name="connsiteX101-51859" fmla="*/ 1041 w 2254"/>
                    <a:gd name="connsiteY101-51860" fmla="*/ 4166 h 4213"/>
                    <a:gd name="connsiteX102-51861" fmla="*/ 959 w 2254"/>
                    <a:gd name="connsiteY102-51862" fmla="*/ 3987 h 4213"/>
                    <a:gd name="connsiteX103-51863" fmla="*/ 877 w 2254"/>
                    <a:gd name="connsiteY103-51864" fmla="*/ 3802 h 4213"/>
                    <a:gd name="connsiteX104-51865" fmla="*/ 798 w 2254"/>
                    <a:gd name="connsiteY104-51866" fmla="*/ 3734 h 4213"/>
                    <a:gd name="connsiteX0-51867" fmla="*/ 798 w 2254"/>
                    <a:gd name="connsiteY0-51868" fmla="*/ 3734 h 4213"/>
                    <a:gd name="connsiteX1-51869" fmla="*/ 679 w 2254"/>
                    <a:gd name="connsiteY1-51870" fmla="*/ 3800 h 4213"/>
                    <a:gd name="connsiteX2-51871" fmla="*/ 695 w 2254"/>
                    <a:gd name="connsiteY2-51872" fmla="*/ 3662 h 4213"/>
                    <a:gd name="connsiteX3-51873" fmla="*/ 633 w 2254"/>
                    <a:gd name="connsiteY3-51874" fmla="*/ 3500 h 4213"/>
                    <a:gd name="connsiteX4-51875" fmla="*/ 742 w 2254"/>
                    <a:gd name="connsiteY4-51876" fmla="*/ 3280 h 4213"/>
                    <a:gd name="connsiteX5-51877" fmla="*/ 932 w 2254"/>
                    <a:gd name="connsiteY5-51878" fmla="*/ 3195 h 4213"/>
                    <a:gd name="connsiteX6-51879" fmla="*/ 1107 w 2254"/>
                    <a:gd name="connsiteY6-51880" fmla="*/ 3058 h 4213"/>
                    <a:gd name="connsiteX7-51881" fmla="*/ 1159 w 2254"/>
                    <a:gd name="connsiteY7-51882" fmla="*/ 2932 h 4213"/>
                    <a:gd name="connsiteX8-51883" fmla="*/ 1169 w 2254"/>
                    <a:gd name="connsiteY8-51884" fmla="*/ 2932 h 4213"/>
                    <a:gd name="connsiteX9-51885" fmla="*/ 1215 w 2254"/>
                    <a:gd name="connsiteY9-51886" fmla="*/ 2615 h 4213"/>
                    <a:gd name="connsiteX10-51887" fmla="*/ 1184 w 2254"/>
                    <a:gd name="connsiteY10-51888" fmla="*/ 2346 h 4213"/>
                    <a:gd name="connsiteX11-51889" fmla="*/ 1068 w 2254"/>
                    <a:gd name="connsiteY11-51890" fmla="*/ 2333 h 4213"/>
                    <a:gd name="connsiteX12-51891" fmla="*/ 1066 w 2254"/>
                    <a:gd name="connsiteY12-51892" fmla="*/ 2117 h 4213"/>
                    <a:gd name="connsiteX13-51893" fmla="*/ 990 w 2254"/>
                    <a:gd name="connsiteY13-51894" fmla="*/ 2039 h 4213"/>
                    <a:gd name="connsiteX14-51895" fmla="*/ 847 w 2254"/>
                    <a:gd name="connsiteY14-51896" fmla="*/ 1951 h 4213"/>
                    <a:gd name="connsiteX15-51897" fmla="*/ 755 w 2254"/>
                    <a:gd name="connsiteY15-51898" fmla="*/ 1827 h 4213"/>
                    <a:gd name="connsiteX16-51899" fmla="*/ 659 w 2254"/>
                    <a:gd name="connsiteY16-51900" fmla="*/ 1828 h 4213"/>
                    <a:gd name="connsiteX17-51901" fmla="*/ 614 w 2254"/>
                    <a:gd name="connsiteY17-51902" fmla="*/ 1883 h 4213"/>
                    <a:gd name="connsiteX18-51903" fmla="*/ 521 w 2254"/>
                    <a:gd name="connsiteY18-51904" fmla="*/ 1877 h 4213"/>
                    <a:gd name="connsiteX19-51905" fmla="*/ 501 w 2254"/>
                    <a:gd name="connsiteY19-51906" fmla="*/ 1994 h 4213"/>
                    <a:gd name="connsiteX20-51907" fmla="*/ 320 w 2254"/>
                    <a:gd name="connsiteY20-51908" fmla="*/ 1941 h 4213"/>
                    <a:gd name="connsiteX21-51909" fmla="*/ 237 w 2254"/>
                    <a:gd name="connsiteY21-51910" fmla="*/ 1939 h 4213"/>
                    <a:gd name="connsiteX22-51911" fmla="*/ 112 w 2254"/>
                    <a:gd name="connsiteY22-51912" fmla="*/ 2014 h 4213"/>
                    <a:gd name="connsiteX23-51913" fmla="*/ 0 w 2254"/>
                    <a:gd name="connsiteY23-51914" fmla="*/ 1890 h 4213"/>
                    <a:gd name="connsiteX24-51915" fmla="*/ 94 w 2254"/>
                    <a:gd name="connsiteY24-51916" fmla="*/ 1804 h 4213"/>
                    <a:gd name="connsiteX25-51917" fmla="*/ 98 w 2254"/>
                    <a:gd name="connsiteY25-51918" fmla="*/ 1634 h 4213"/>
                    <a:gd name="connsiteX26-51919" fmla="*/ 153 w 2254"/>
                    <a:gd name="connsiteY26-51920" fmla="*/ 1514 h 4213"/>
                    <a:gd name="connsiteX27-51921" fmla="*/ 196 w 2254"/>
                    <a:gd name="connsiteY27-51922" fmla="*/ 1306 h 4213"/>
                    <a:gd name="connsiteX28-51923" fmla="*/ 256 w 2254"/>
                    <a:gd name="connsiteY28-51924" fmla="*/ 1307 h 4213"/>
                    <a:gd name="connsiteX29-51925" fmla="*/ 579 w 2254"/>
                    <a:gd name="connsiteY29-51926" fmla="*/ 1286 h 4213"/>
                    <a:gd name="connsiteX30-51927" fmla="*/ 753 w 2254"/>
                    <a:gd name="connsiteY30-51928" fmla="*/ 1117 h 4213"/>
                    <a:gd name="connsiteX31-51929" fmla="*/ 822 w 2254"/>
                    <a:gd name="connsiteY31-51930" fmla="*/ 748 h 4213"/>
                    <a:gd name="connsiteX32-51931" fmla="*/ 932 w 2254"/>
                    <a:gd name="connsiteY32-51932" fmla="*/ 486 h 4213"/>
                    <a:gd name="connsiteX33-51933" fmla="*/ 930 w 2254"/>
                    <a:gd name="connsiteY33-51934" fmla="*/ 358 h 4213"/>
                    <a:gd name="connsiteX34-51935" fmla="*/ 917 w 2254"/>
                    <a:gd name="connsiteY34-51936" fmla="*/ 328 h 4213"/>
                    <a:gd name="connsiteX35-51937" fmla="*/ 850 w 2254"/>
                    <a:gd name="connsiteY35-51938" fmla="*/ 251 h 4213"/>
                    <a:gd name="connsiteX36-51939" fmla="*/ 790 w 2254"/>
                    <a:gd name="connsiteY36-51940" fmla="*/ 217 h 4213"/>
                    <a:gd name="connsiteX37-51941" fmla="*/ 915 w 2254"/>
                    <a:gd name="connsiteY37-51942" fmla="*/ 56 h 4213"/>
                    <a:gd name="connsiteX38-51943" fmla="*/ 1088 w 2254"/>
                    <a:gd name="connsiteY38-51944" fmla="*/ 2 h 4213"/>
                    <a:gd name="connsiteX39-51945" fmla="*/ 1120 w 2254"/>
                    <a:gd name="connsiteY39-51946" fmla="*/ 49 h 4213"/>
                    <a:gd name="connsiteX40-51947" fmla="*/ 1110 w 2254"/>
                    <a:gd name="connsiteY40-51948" fmla="*/ 133 h 4213"/>
                    <a:gd name="connsiteX41-51949" fmla="*/ 1049 w 2254"/>
                    <a:gd name="connsiteY41-51950" fmla="*/ 243 h 4213"/>
                    <a:gd name="connsiteX42-51951" fmla="*/ 1119 w 2254"/>
                    <a:gd name="connsiteY42-51952" fmla="*/ 301 h 4213"/>
                    <a:gd name="connsiteX43-51953" fmla="*/ 1233 w 2254"/>
                    <a:gd name="connsiteY43-51954" fmla="*/ 366 h 4213"/>
                    <a:gd name="connsiteX44-51955" fmla="*/ 1253 w 2254"/>
                    <a:gd name="connsiteY44-51956" fmla="*/ 255 h 4213"/>
                    <a:gd name="connsiteX45-51957" fmla="*/ 1387 w 2254"/>
                    <a:gd name="connsiteY45-51958" fmla="*/ 291 h 4213"/>
                    <a:gd name="connsiteX46-51959" fmla="*/ 1412 w 2254"/>
                    <a:gd name="connsiteY46-51960" fmla="*/ 331 h 4213"/>
                    <a:gd name="connsiteX47-51961" fmla="*/ 1488 w 2254"/>
                    <a:gd name="connsiteY47-51962" fmla="*/ 562 h 4213"/>
                    <a:gd name="connsiteX48-51963" fmla="*/ 1523 w 2254"/>
                    <a:gd name="connsiteY48-51964" fmla="*/ 586 h 4213"/>
                    <a:gd name="connsiteX49-51965" fmla="*/ 1615 w 2254"/>
                    <a:gd name="connsiteY49-51966" fmla="*/ 578 h 4213"/>
                    <a:gd name="connsiteX50-51967" fmla="*/ 1875 w 2254"/>
                    <a:gd name="connsiteY50-51968" fmla="*/ 490 h 4213"/>
                    <a:gd name="connsiteX51-51969" fmla="*/ 2095 w 2254"/>
                    <a:gd name="connsiteY51-51970" fmla="*/ 479 h 4213"/>
                    <a:gd name="connsiteX52-51971" fmla="*/ 2155 w 2254"/>
                    <a:gd name="connsiteY52-51972" fmla="*/ 648 h 4213"/>
                    <a:gd name="connsiteX53-51973" fmla="*/ 2073 w 2254"/>
                    <a:gd name="connsiteY53-51974" fmla="*/ 944 h 4213"/>
                    <a:gd name="connsiteX54-51975" fmla="*/ 2073 w 2254"/>
                    <a:gd name="connsiteY54-51976" fmla="*/ 1022 h 4213"/>
                    <a:gd name="connsiteX55-51977" fmla="*/ 2142 w 2254"/>
                    <a:gd name="connsiteY55-51978" fmla="*/ 1168 h 4213"/>
                    <a:gd name="connsiteX56-51979" fmla="*/ 2157 w 2254"/>
                    <a:gd name="connsiteY56-51980" fmla="*/ 1427 h 4213"/>
                    <a:gd name="connsiteX57-51981" fmla="*/ 2159 w 2254"/>
                    <a:gd name="connsiteY57-51982" fmla="*/ 1617 h 4213"/>
                    <a:gd name="connsiteX58-51983" fmla="*/ 2092 w 2254"/>
                    <a:gd name="connsiteY58-51984" fmla="*/ 1625 h 4213"/>
                    <a:gd name="connsiteX59-51985" fmla="*/ 2070 w 2254"/>
                    <a:gd name="connsiteY59-51986" fmla="*/ 1507 h 4213"/>
                    <a:gd name="connsiteX60-51987" fmla="*/ 2035 w 2254"/>
                    <a:gd name="connsiteY60-51988" fmla="*/ 1450 h 4213"/>
                    <a:gd name="connsiteX61-51989" fmla="*/ 1945 w 2254"/>
                    <a:gd name="connsiteY61-51990" fmla="*/ 1582 h 4213"/>
                    <a:gd name="connsiteX62-51991" fmla="*/ 1832 w 2254"/>
                    <a:gd name="connsiteY62-51992" fmla="*/ 1776 h 4213"/>
                    <a:gd name="connsiteX63-51993" fmla="*/ 1713 w 2254"/>
                    <a:gd name="connsiteY63-51994" fmla="*/ 1904 h 4213"/>
                    <a:gd name="connsiteX64-51995" fmla="*/ 1706 w 2254"/>
                    <a:gd name="connsiteY64-51996" fmla="*/ 2018 h 4213"/>
                    <a:gd name="connsiteX65-51997" fmla="*/ 1766 w 2254"/>
                    <a:gd name="connsiteY65-51998" fmla="*/ 2115 h 4213"/>
                    <a:gd name="connsiteX66-51999" fmla="*/ 1868 w 2254"/>
                    <a:gd name="connsiteY66-52000" fmla="*/ 2183 h 4213"/>
                    <a:gd name="connsiteX67-52001" fmla="*/ 1945 w 2254"/>
                    <a:gd name="connsiteY67-52002" fmla="*/ 2178 h 4213"/>
                    <a:gd name="connsiteX68-52003" fmla="*/ 1990 w 2254"/>
                    <a:gd name="connsiteY68-52004" fmla="*/ 2104 h 4213"/>
                    <a:gd name="connsiteX69-52005" fmla="*/ 2024 w 2254"/>
                    <a:gd name="connsiteY69-52006" fmla="*/ 2210 h 4213"/>
                    <a:gd name="connsiteX70-52007" fmla="*/ 1912 w 2254"/>
                    <a:gd name="connsiteY70-52008" fmla="*/ 2249 h 4213"/>
                    <a:gd name="connsiteX71-52009" fmla="*/ 1959 w 2254"/>
                    <a:gd name="connsiteY71-52010" fmla="*/ 2362 h 4213"/>
                    <a:gd name="connsiteX72-52011" fmla="*/ 1824 w 2254"/>
                    <a:gd name="connsiteY72-52012" fmla="*/ 2509 h 4213"/>
                    <a:gd name="connsiteX73-52013" fmla="*/ 1783 w 2254"/>
                    <a:gd name="connsiteY73-52014" fmla="*/ 2498 h 4213"/>
                    <a:gd name="connsiteX74-52015" fmla="*/ 1659 w 2254"/>
                    <a:gd name="connsiteY74-52016" fmla="*/ 2413 h 4213"/>
                    <a:gd name="connsiteX75-52017" fmla="*/ 1604 w 2254"/>
                    <a:gd name="connsiteY75-52018" fmla="*/ 2412 h 4213"/>
                    <a:gd name="connsiteX76-52019" fmla="*/ 1569 w 2254"/>
                    <a:gd name="connsiteY76-52020" fmla="*/ 2480 h 4213"/>
                    <a:gd name="connsiteX77-52021" fmla="*/ 1572 w 2254"/>
                    <a:gd name="connsiteY77-52022" fmla="*/ 2562 h 4213"/>
                    <a:gd name="connsiteX78-52023" fmla="*/ 1750 w 2254"/>
                    <a:gd name="connsiteY78-52024" fmla="*/ 2730 h 4213"/>
                    <a:gd name="connsiteX79-52025" fmla="*/ 1749 w 2254"/>
                    <a:gd name="connsiteY79-52026" fmla="*/ 2844 h 4213"/>
                    <a:gd name="connsiteX80-52027" fmla="*/ 1840 w 2254"/>
                    <a:gd name="connsiteY80-52028" fmla="*/ 3060 h 4213"/>
                    <a:gd name="connsiteX81-52029" fmla="*/ 1866 w 2254"/>
                    <a:gd name="connsiteY81-52030" fmla="*/ 3090 h 4213"/>
                    <a:gd name="connsiteX82-52031" fmla="*/ 1910 w 2254"/>
                    <a:gd name="connsiteY82-52032" fmla="*/ 3094 h 4213"/>
                    <a:gd name="connsiteX83-52033" fmla="*/ 1956 w 2254"/>
                    <a:gd name="connsiteY83-52034" fmla="*/ 3010 h 4213"/>
                    <a:gd name="connsiteX84-52035" fmla="*/ 2036 w 2254"/>
                    <a:gd name="connsiteY84-52036" fmla="*/ 2950 h 4213"/>
                    <a:gd name="connsiteX85-52037" fmla="*/ 2131 w 2254"/>
                    <a:gd name="connsiteY85-52038" fmla="*/ 3126 h 4213"/>
                    <a:gd name="connsiteX86-52039" fmla="*/ 2241 w 2254"/>
                    <a:gd name="connsiteY86-52040" fmla="*/ 3312 h 4213"/>
                    <a:gd name="connsiteX87-52041" fmla="*/ 2254 w 2254"/>
                    <a:gd name="connsiteY87-52042" fmla="*/ 3342 h 4213"/>
                    <a:gd name="connsiteX88-52043" fmla="*/ 2243 w 2254"/>
                    <a:gd name="connsiteY88-52044" fmla="*/ 3518 h 4213"/>
                    <a:gd name="connsiteX89-52045" fmla="*/ 2208 w 2254"/>
                    <a:gd name="connsiteY89-52046" fmla="*/ 3554 h 4213"/>
                    <a:gd name="connsiteX90-52047" fmla="*/ 2119 w 2254"/>
                    <a:gd name="connsiteY90-52048" fmla="*/ 3515 h 4213"/>
                    <a:gd name="connsiteX91-52049" fmla="*/ 1885 w 2254"/>
                    <a:gd name="connsiteY91-52050" fmla="*/ 3644 h 4213"/>
                    <a:gd name="connsiteX92-52051" fmla="*/ 1859 w 2254"/>
                    <a:gd name="connsiteY92-52052" fmla="*/ 3666 h 4213"/>
                    <a:gd name="connsiteX93-52053" fmla="*/ 1679 w 2254"/>
                    <a:gd name="connsiteY93-52054" fmla="*/ 3812 h 4213"/>
                    <a:gd name="connsiteX94-52055" fmla="*/ 1538 w 2254"/>
                    <a:gd name="connsiteY94-52056" fmla="*/ 3926 h 4213"/>
                    <a:gd name="connsiteX95-52057" fmla="*/ 1503 w 2254"/>
                    <a:gd name="connsiteY95-52058" fmla="*/ 3965 h 4213"/>
                    <a:gd name="connsiteX96-52059" fmla="*/ 1451 w 2254"/>
                    <a:gd name="connsiteY96-52060" fmla="*/ 3973 h 4213"/>
                    <a:gd name="connsiteX97-52061" fmla="*/ 1394 w 2254"/>
                    <a:gd name="connsiteY97-52062" fmla="*/ 3916 h 4213"/>
                    <a:gd name="connsiteX98-52063" fmla="*/ 1270 w 2254"/>
                    <a:gd name="connsiteY98-52064" fmla="*/ 3808 h 4213"/>
                    <a:gd name="connsiteX99-52065" fmla="*/ 1294 w 2254"/>
                    <a:gd name="connsiteY99-52066" fmla="*/ 4064 h 4213"/>
                    <a:gd name="connsiteX100-52067" fmla="*/ 1303 w 2254"/>
                    <a:gd name="connsiteY100-52068" fmla="*/ 4192 h 4213"/>
                    <a:gd name="connsiteX101-52069" fmla="*/ 1041 w 2254"/>
                    <a:gd name="connsiteY101-52070" fmla="*/ 4166 h 4213"/>
                    <a:gd name="connsiteX102-52071" fmla="*/ 959 w 2254"/>
                    <a:gd name="connsiteY102-52072" fmla="*/ 3987 h 4213"/>
                    <a:gd name="connsiteX103-52073" fmla="*/ 877 w 2254"/>
                    <a:gd name="connsiteY103-52074" fmla="*/ 3802 h 4213"/>
                    <a:gd name="connsiteX104-52075" fmla="*/ 798 w 2254"/>
                    <a:gd name="connsiteY104-52076" fmla="*/ 3734 h 4213"/>
                    <a:gd name="connsiteX0-52077" fmla="*/ 798 w 2254"/>
                    <a:gd name="connsiteY0-52078" fmla="*/ 3734 h 4213"/>
                    <a:gd name="connsiteX1-52079" fmla="*/ 679 w 2254"/>
                    <a:gd name="connsiteY1-52080" fmla="*/ 3800 h 4213"/>
                    <a:gd name="connsiteX2-52081" fmla="*/ 695 w 2254"/>
                    <a:gd name="connsiteY2-52082" fmla="*/ 3662 h 4213"/>
                    <a:gd name="connsiteX3-52083" fmla="*/ 633 w 2254"/>
                    <a:gd name="connsiteY3-52084" fmla="*/ 3500 h 4213"/>
                    <a:gd name="connsiteX4-52085" fmla="*/ 742 w 2254"/>
                    <a:gd name="connsiteY4-52086" fmla="*/ 3280 h 4213"/>
                    <a:gd name="connsiteX5-52087" fmla="*/ 932 w 2254"/>
                    <a:gd name="connsiteY5-52088" fmla="*/ 3195 h 4213"/>
                    <a:gd name="connsiteX6-52089" fmla="*/ 1107 w 2254"/>
                    <a:gd name="connsiteY6-52090" fmla="*/ 3058 h 4213"/>
                    <a:gd name="connsiteX7-52091" fmla="*/ 1159 w 2254"/>
                    <a:gd name="connsiteY7-52092" fmla="*/ 2932 h 4213"/>
                    <a:gd name="connsiteX8-52093" fmla="*/ 1215 w 2254"/>
                    <a:gd name="connsiteY8-52094" fmla="*/ 2615 h 4213"/>
                    <a:gd name="connsiteX9-52095" fmla="*/ 1184 w 2254"/>
                    <a:gd name="connsiteY9-52096" fmla="*/ 2346 h 4213"/>
                    <a:gd name="connsiteX10-52097" fmla="*/ 1068 w 2254"/>
                    <a:gd name="connsiteY10-52098" fmla="*/ 2333 h 4213"/>
                    <a:gd name="connsiteX11-52099" fmla="*/ 1066 w 2254"/>
                    <a:gd name="connsiteY11-52100" fmla="*/ 2117 h 4213"/>
                    <a:gd name="connsiteX12-52101" fmla="*/ 990 w 2254"/>
                    <a:gd name="connsiteY12-52102" fmla="*/ 2039 h 4213"/>
                    <a:gd name="connsiteX13-52103" fmla="*/ 847 w 2254"/>
                    <a:gd name="connsiteY13-52104" fmla="*/ 1951 h 4213"/>
                    <a:gd name="connsiteX14-52105" fmla="*/ 755 w 2254"/>
                    <a:gd name="connsiteY14-52106" fmla="*/ 1827 h 4213"/>
                    <a:gd name="connsiteX15-52107" fmla="*/ 659 w 2254"/>
                    <a:gd name="connsiteY15-52108" fmla="*/ 1828 h 4213"/>
                    <a:gd name="connsiteX16-52109" fmla="*/ 614 w 2254"/>
                    <a:gd name="connsiteY16-52110" fmla="*/ 1883 h 4213"/>
                    <a:gd name="connsiteX17-52111" fmla="*/ 521 w 2254"/>
                    <a:gd name="connsiteY17-52112" fmla="*/ 1877 h 4213"/>
                    <a:gd name="connsiteX18-52113" fmla="*/ 501 w 2254"/>
                    <a:gd name="connsiteY18-52114" fmla="*/ 1994 h 4213"/>
                    <a:gd name="connsiteX19-52115" fmla="*/ 320 w 2254"/>
                    <a:gd name="connsiteY19-52116" fmla="*/ 1941 h 4213"/>
                    <a:gd name="connsiteX20-52117" fmla="*/ 237 w 2254"/>
                    <a:gd name="connsiteY20-52118" fmla="*/ 1939 h 4213"/>
                    <a:gd name="connsiteX21-52119" fmla="*/ 112 w 2254"/>
                    <a:gd name="connsiteY21-52120" fmla="*/ 2014 h 4213"/>
                    <a:gd name="connsiteX22-52121" fmla="*/ 0 w 2254"/>
                    <a:gd name="connsiteY22-52122" fmla="*/ 1890 h 4213"/>
                    <a:gd name="connsiteX23-52123" fmla="*/ 94 w 2254"/>
                    <a:gd name="connsiteY23-52124" fmla="*/ 1804 h 4213"/>
                    <a:gd name="connsiteX24-52125" fmla="*/ 98 w 2254"/>
                    <a:gd name="connsiteY24-52126" fmla="*/ 1634 h 4213"/>
                    <a:gd name="connsiteX25-52127" fmla="*/ 153 w 2254"/>
                    <a:gd name="connsiteY25-52128" fmla="*/ 1514 h 4213"/>
                    <a:gd name="connsiteX26-52129" fmla="*/ 196 w 2254"/>
                    <a:gd name="connsiteY26-52130" fmla="*/ 1306 h 4213"/>
                    <a:gd name="connsiteX27-52131" fmla="*/ 256 w 2254"/>
                    <a:gd name="connsiteY27-52132" fmla="*/ 1307 h 4213"/>
                    <a:gd name="connsiteX28-52133" fmla="*/ 579 w 2254"/>
                    <a:gd name="connsiteY28-52134" fmla="*/ 1286 h 4213"/>
                    <a:gd name="connsiteX29-52135" fmla="*/ 753 w 2254"/>
                    <a:gd name="connsiteY29-52136" fmla="*/ 1117 h 4213"/>
                    <a:gd name="connsiteX30-52137" fmla="*/ 822 w 2254"/>
                    <a:gd name="connsiteY30-52138" fmla="*/ 748 h 4213"/>
                    <a:gd name="connsiteX31-52139" fmla="*/ 932 w 2254"/>
                    <a:gd name="connsiteY31-52140" fmla="*/ 486 h 4213"/>
                    <a:gd name="connsiteX32-52141" fmla="*/ 930 w 2254"/>
                    <a:gd name="connsiteY32-52142" fmla="*/ 358 h 4213"/>
                    <a:gd name="connsiteX33-52143" fmla="*/ 917 w 2254"/>
                    <a:gd name="connsiteY33-52144" fmla="*/ 328 h 4213"/>
                    <a:gd name="connsiteX34-52145" fmla="*/ 850 w 2254"/>
                    <a:gd name="connsiteY34-52146" fmla="*/ 251 h 4213"/>
                    <a:gd name="connsiteX35-52147" fmla="*/ 790 w 2254"/>
                    <a:gd name="connsiteY35-52148" fmla="*/ 217 h 4213"/>
                    <a:gd name="connsiteX36-52149" fmla="*/ 915 w 2254"/>
                    <a:gd name="connsiteY36-52150" fmla="*/ 56 h 4213"/>
                    <a:gd name="connsiteX37-52151" fmla="*/ 1088 w 2254"/>
                    <a:gd name="connsiteY37-52152" fmla="*/ 2 h 4213"/>
                    <a:gd name="connsiteX38-52153" fmla="*/ 1120 w 2254"/>
                    <a:gd name="connsiteY38-52154" fmla="*/ 49 h 4213"/>
                    <a:gd name="connsiteX39-52155" fmla="*/ 1110 w 2254"/>
                    <a:gd name="connsiteY39-52156" fmla="*/ 133 h 4213"/>
                    <a:gd name="connsiteX40-52157" fmla="*/ 1049 w 2254"/>
                    <a:gd name="connsiteY40-52158" fmla="*/ 243 h 4213"/>
                    <a:gd name="connsiteX41-52159" fmla="*/ 1119 w 2254"/>
                    <a:gd name="connsiteY41-52160" fmla="*/ 301 h 4213"/>
                    <a:gd name="connsiteX42-52161" fmla="*/ 1233 w 2254"/>
                    <a:gd name="connsiteY42-52162" fmla="*/ 366 h 4213"/>
                    <a:gd name="connsiteX43-52163" fmla="*/ 1253 w 2254"/>
                    <a:gd name="connsiteY43-52164" fmla="*/ 255 h 4213"/>
                    <a:gd name="connsiteX44-52165" fmla="*/ 1387 w 2254"/>
                    <a:gd name="connsiteY44-52166" fmla="*/ 291 h 4213"/>
                    <a:gd name="connsiteX45-52167" fmla="*/ 1412 w 2254"/>
                    <a:gd name="connsiteY45-52168" fmla="*/ 331 h 4213"/>
                    <a:gd name="connsiteX46-52169" fmla="*/ 1488 w 2254"/>
                    <a:gd name="connsiteY46-52170" fmla="*/ 562 h 4213"/>
                    <a:gd name="connsiteX47-52171" fmla="*/ 1523 w 2254"/>
                    <a:gd name="connsiteY47-52172" fmla="*/ 586 h 4213"/>
                    <a:gd name="connsiteX48-52173" fmla="*/ 1615 w 2254"/>
                    <a:gd name="connsiteY48-52174" fmla="*/ 578 h 4213"/>
                    <a:gd name="connsiteX49-52175" fmla="*/ 1875 w 2254"/>
                    <a:gd name="connsiteY49-52176" fmla="*/ 490 h 4213"/>
                    <a:gd name="connsiteX50-52177" fmla="*/ 2095 w 2254"/>
                    <a:gd name="connsiteY50-52178" fmla="*/ 479 h 4213"/>
                    <a:gd name="connsiteX51-52179" fmla="*/ 2155 w 2254"/>
                    <a:gd name="connsiteY51-52180" fmla="*/ 648 h 4213"/>
                    <a:gd name="connsiteX52-52181" fmla="*/ 2073 w 2254"/>
                    <a:gd name="connsiteY52-52182" fmla="*/ 944 h 4213"/>
                    <a:gd name="connsiteX53-52183" fmla="*/ 2073 w 2254"/>
                    <a:gd name="connsiteY53-52184" fmla="*/ 1022 h 4213"/>
                    <a:gd name="connsiteX54-52185" fmla="*/ 2142 w 2254"/>
                    <a:gd name="connsiteY54-52186" fmla="*/ 1168 h 4213"/>
                    <a:gd name="connsiteX55-52187" fmla="*/ 2157 w 2254"/>
                    <a:gd name="connsiteY55-52188" fmla="*/ 1427 h 4213"/>
                    <a:gd name="connsiteX56-52189" fmla="*/ 2159 w 2254"/>
                    <a:gd name="connsiteY56-52190" fmla="*/ 1617 h 4213"/>
                    <a:gd name="connsiteX57-52191" fmla="*/ 2092 w 2254"/>
                    <a:gd name="connsiteY57-52192" fmla="*/ 1625 h 4213"/>
                    <a:gd name="connsiteX58-52193" fmla="*/ 2070 w 2254"/>
                    <a:gd name="connsiteY58-52194" fmla="*/ 1507 h 4213"/>
                    <a:gd name="connsiteX59-52195" fmla="*/ 2035 w 2254"/>
                    <a:gd name="connsiteY59-52196" fmla="*/ 1450 h 4213"/>
                    <a:gd name="connsiteX60-52197" fmla="*/ 1945 w 2254"/>
                    <a:gd name="connsiteY60-52198" fmla="*/ 1582 h 4213"/>
                    <a:gd name="connsiteX61-52199" fmla="*/ 1832 w 2254"/>
                    <a:gd name="connsiteY61-52200" fmla="*/ 1776 h 4213"/>
                    <a:gd name="connsiteX62-52201" fmla="*/ 1713 w 2254"/>
                    <a:gd name="connsiteY62-52202" fmla="*/ 1904 h 4213"/>
                    <a:gd name="connsiteX63-52203" fmla="*/ 1706 w 2254"/>
                    <a:gd name="connsiteY63-52204" fmla="*/ 2018 h 4213"/>
                    <a:gd name="connsiteX64-52205" fmla="*/ 1766 w 2254"/>
                    <a:gd name="connsiteY64-52206" fmla="*/ 2115 h 4213"/>
                    <a:gd name="connsiteX65-52207" fmla="*/ 1868 w 2254"/>
                    <a:gd name="connsiteY65-52208" fmla="*/ 2183 h 4213"/>
                    <a:gd name="connsiteX66-52209" fmla="*/ 1945 w 2254"/>
                    <a:gd name="connsiteY66-52210" fmla="*/ 2178 h 4213"/>
                    <a:gd name="connsiteX67-52211" fmla="*/ 1990 w 2254"/>
                    <a:gd name="connsiteY67-52212" fmla="*/ 2104 h 4213"/>
                    <a:gd name="connsiteX68-52213" fmla="*/ 2024 w 2254"/>
                    <a:gd name="connsiteY68-52214" fmla="*/ 2210 h 4213"/>
                    <a:gd name="connsiteX69-52215" fmla="*/ 1912 w 2254"/>
                    <a:gd name="connsiteY69-52216" fmla="*/ 2249 h 4213"/>
                    <a:gd name="connsiteX70-52217" fmla="*/ 1959 w 2254"/>
                    <a:gd name="connsiteY70-52218" fmla="*/ 2362 h 4213"/>
                    <a:gd name="connsiteX71-52219" fmla="*/ 1824 w 2254"/>
                    <a:gd name="connsiteY71-52220" fmla="*/ 2509 h 4213"/>
                    <a:gd name="connsiteX72-52221" fmla="*/ 1783 w 2254"/>
                    <a:gd name="connsiteY72-52222" fmla="*/ 2498 h 4213"/>
                    <a:gd name="connsiteX73-52223" fmla="*/ 1659 w 2254"/>
                    <a:gd name="connsiteY73-52224" fmla="*/ 2413 h 4213"/>
                    <a:gd name="connsiteX74-52225" fmla="*/ 1604 w 2254"/>
                    <a:gd name="connsiteY74-52226" fmla="*/ 2412 h 4213"/>
                    <a:gd name="connsiteX75-52227" fmla="*/ 1569 w 2254"/>
                    <a:gd name="connsiteY75-52228" fmla="*/ 2480 h 4213"/>
                    <a:gd name="connsiteX76-52229" fmla="*/ 1572 w 2254"/>
                    <a:gd name="connsiteY76-52230" fmla="*/ 2562 h 4213"/>
                    <a:gd name="connsiteX77-52231" fmla="*/ 1750 w 2254"/>
                    <a:gd name="connsiteY77-52232" fmla="*/ 2730 h 4213"/>
                    <a:gd name="connsiteX78-52233" fmla="*/ 1749 w 2254"/>
                    <a:gd name="connsiteY78-52234" fmla="*/ 2844 h 4213"/>
                    <a:gd name="connsiteX79-52235" fmla="*/ 1840 w 2254"/>
                    <a:gd name="connsiteY79-52236" fmla="*/ 3060 h 4213"/>
                    <a:gd name="connsiteX80-52237" fmla="*/ 1866 w 2254"/>
                    <a:gd name="connsiteY80-52238" fmla="*/ 3090 h 4213"/>
                    <a:gd name="connsiteX81-52239" fmla="*/ 1910 w 2254"/>
                    <a:gd name="connsiteY81-52240" fmla="*/ 3094 h 4213"/>
                    <a:gd name="connsiteX82-52241" fmla="*/ 1956 w 2254"/>
                    <a:gd name="connsiteY82-52242" fmla="*/ 3010 h 4213"/>
                    <a:gd name="connsiteX83-52243" fmla="*/ 2036 w 2254"/>
                    <a:gd name="connsiteY83-52244" fmla="*/ 2950 h 4213"/>
                    <a:gd name="connsiteX84-52245" fmla="*/ 2131 w 2254"/>
                    <a:gd name="connsiteY84-52246" fmla="*/ 3126 h 4213"/>
                    <a:gd name="connsiteX85-52247" fmla="*/ 2241 w 2254"/>
                    <a:gd name="connsiteY85-52248" fmla="*/ 3312 h 4213"/>
                    <a:gd name="connsiteX86-52249" fmla="*/ 2254 w 2254"/>
                    <a:gd name="connsiteY86-52250" fmla="*/ 3342 h 4213"/>
                    <a:gd name="connsiteX87-52251" fmla="*/ 2243 w 2254"/>
                    <a:gd name="connsiteY87-52252" fmla="*/ 3518 h 4213"/>
                    <a:gd name="connsiteX88-52253" fmla="*/ 2208 w 2254"/>
                    <a:gd name="connsiteY88-52254" fmla="*/ 3554 h 4213"/>
                    <a:gd name="connsiteX89-52255" fmla="*/ 2119 w 2254"/>
                    <a:gd name="connsiteY89-52256" fmla="*/ 3515 h 4213"/>
                    <a:gd name="connsiteX90-52257" fmla="*/ 1885 w 2254"/>
                    <a:gd name="connsiteY90-52258" fmla="*/ 3644 h 4213"/>
                    <a:gd name="connsiteX91-52259" fmla="*/ 1859 w 2254"/>
                    <a:gd name="connsiteY91-52260" fmla="*/ 3666 h 4213"/>
                    <a:gd name="connsiteX92-52261" fmla="*/ 1679 w 2254"/>
                    <a:gd name="connsiteY92-52262" fmla="*/ 3812 h 4213"/>
                    <a:gd name="connsiteX93-52263" fmla="*/ 1538 w 2254"/>
                    <a:gd name="connsiteY93-52264" fmla="*/ 3926 h 4213"/>
                    <a:gd name="connsiteX94-52265" fmla="*/ 1503 w 2254"/>
                    <a:gd name="connsiteY94-52266" fmla="*/ 3965 h 4213"/>
                    <a:gd name="connsiteX95-52267" fmla="*/ 1451 w 2254"/>
                    <a:gd name="connsiteY95-52268" fmla="*/ 3973 h 4213"/>
                    <a:gd name="connsiteX96-52269" fmla="*/ 1394 w 2254"/>
                    <a:gd name="connsiteY96-52270" fmla="*/ 3916 h 4213"/>
                    <a:gd name="connsiteX97-52271" fmla="*/ 1270 w 2254"/>
                    <a:gd name="connsiteY97-52272" fmla="*/ 3808 h 4213"/>
                    <a:gd name="connsiteX98-52273" fmla="*/ 1294 w 2254"/>
                    <a:gd name="connsiteY98-52274" fmla="*/ 4064 h 4213"/>
                    <a:gd name="connsiteX99-52275" fmla="*/ 1303 w 2254"/>
                    <a:gd name="connsiteY99-52276" fmla="*/ 4192 h 4213"/>
                    <a:gd name="connsiteX100-52277" fmla="*/ 1041 w 2254"/>
                    <a:gd name="connsiteY100-52278" fmla="*/ 4166 h 4213"/>
                    <a:gd name="connsiteX101-52279" fmla="*/ 959 w 2254"/>
                    <a:gd name="connsiteY101-52280" fmla="*/ 3987 h 4213"/>
                    <a:gd name="connsiteX102-52281" fmla="*/ 877 w 2254"/>
                    <a:gd name="connsiteY102-52282" fmla="*/ 3802 h 4213"/>
                    <a:gd name="connsiteX103-52283" fmla="*/ 798 w 2254"/>
                    <a:gd name="connsiteY103-52284" fmla="*/ 3734 h 4213"/>
                    <a:gd name="connsiteX0-52285" fmla="*/ 798 w 2254"/>
                    <a:gd name="connsiteY0-52286" fmla="*/ 3734 h 4213"/>
                    <a:gd name="connsiteX1-52287" fmla="*/ 679 w 2254"/>
                    <a:gd name="connsiteY1-52288" fmla="*/ 3800 h 4213"/>
                    <a:gd name="connsiteX2-52289" fmla="*/ 695 w 2254"/>
                    <a:gd name="connsiteY2-52290" fmla="*/ 3662 h 4213"/>
                    <a:gd name="connsiteX3-52291" fmla="*/ 633 w 2254"/>
                    <a:gd name="connsiteY3-52292" fmla="*/ 3500 h 4213"/>
                    <a:gd name="connsiteX4-52293" fmla="*/ 742 w 2254"/>
                    <a:gd name="connsiteY4-52294" fmla="*/ 3280 h 4213"/>
                    <a:gd name="connsiteX5-52295" fmla="*/ 932 w 2254"/>
                    <a:gd name="connsiteY5-52296" fmla="*/ 3195 h 4213"/>
                    <a:gd name="connsiteX6-52297" fmla="*/ 1107 w 2254"/>
                    <a:gd name="connsiteY6-52298" fmla="*/ 3058 h 4213"/>
                    <a:gd name="connsiteX7-52299" fmla="*/ 1159 w 2254"/>
                    <a:gd name="connsiteY7-52300" fmla="*/ 2932 h 4213"/>
                    <a:gd name="connsiteX8-52301" fmla="*/ 1215 w 2254"/>
                    <a:gd name="connsiteY8-52302" fmla="*/ 2615 h 4213"/>
                    <a:gd name="connsiteX9-52303" fmla="*/ 1184 w 2254"/>
                    <a:gd name="connsiteY9-52304" fmla="*/ 2346 h 4213"/>
                    <a:gd name="connsiteX10-52305" fmla="*/ 1068 w 2254"/>
                    <a:gd name="connsiteY10-52306" fmla="*/ 2333 h 4213"/>
                    <a:gd name="connsiteX11-52307" fmla="*/ 1066 w 2254"/>
                    <a:gd name="connsiteY11-52308" fmla="*/ 2117 h 4213"/>
                    <a:gd name="connsiteX12-52309" fmla="*/ 990 w 2254"/>
                    <a:gd name="connsiteY12-52310" fmla="*/ 2039 h 4213"/>
                    <a:gd name="connsiteX13-52311" fmla="*/ 847 w 2254"/>
                    <a:gd name="connsiteY13-52312" fmla="*/ 1951 h 4213"/>
                    <a:gd name="connsiteX14-52313" fmla="*/ 755 w 2254"/>
                    <a:gd name="connsiteY14-52314" fmla="*/ 1827 h 4213"/>
                    <a:gd name="connsiteX15-52315" fmla="*/ 659 w 2254"/>
                    <a:gd name="connsiteY15-52316" fmla="*/ 1828 h 4213"/>
                    <a:gd name="connsiteX16-52317" fmla="*/ 614 w 2254"/>
                    <a:gd name="connsiteY16-52318" fmla="*/ 1883 h 4213"/>
                    <a:gd name="connsiteX17-52319" fmla="*/ 521 w 2254"/>
                    <a:gd name="connsiteY17-52320" fmla="*/ 1877 h 4213"/>
                    <a:gd name="connsiteX18-52321" fmla="*/ 501 w 2254"/>
                    <a:gd name="connsiteY18-52322" fmla="*/ 1994 h 4213"/>
                    <a:gd name="connsiteX19-52323" fmla="*/ 320 w 2254"/>
                    <a:gd name="connsiteY19-52324" fmla="*/ 1941 h 4213"/>
                    <a:gd name="connsiteX20-52325" fmla="*/ 237 w 2254"/>
                    <a:gd name="connsiteY20-52326" fmla="*/ 1939 h 4213"/>
                    <a:gd name="connsiteX21-52327" fmla="*/ 112 w 2254"/>
                    <a:gd name="connsiteY21-52328" fmla="*/ 2014 h 4213"/>
                    <a:gd name="connsiteX22-52329" fmla="*/ 0 w 2254"/>
                    <a:gd name="connsiteY22-52330" fmla="*/ 1890 h 4213"/>
                    <a:gd name="connsiteX23-52331" fmla="*/ 94 w 2254"/>
                    <a:gd name="connsiteY23-52332" fmla="*/ 1804 h 4213"/>
                    <a:gd name="connsiteX24-52333" fmla="*/ 98 w 2254"/>
                    <a:gd name="connsiteY24-52334" fmla="*/ 1634 h 4213"/>
                    <a:gd name="connsiteX25-52335" fmla="*/ 153 w 2254"/>
                    <a:gd name="connsiteY25-52336" fmla="*/ 1514 h 4213"/>
                    <a:gd name="connsiteX26-52337" fmla="*/ 196 w 2254"/>
                    <a:gd name="connsiteY26-52338" fmla="*/ 1306 h 4213"/>
                    <a:gd name="connsiteX27-52339" fmla="*/ 256 w 2254"/>
                    <a:gd name="connsiteY27-52340" fmla="*/ 1307 h 4213"/>
                    <a:gd name="connsiteX28-52341" fmla="*/ 579 w 2254"/>
                    <a:gd name="connsiteY28-52342" fmla="*/ 1286 h 4213"/>
                    <a:gd name="connsiteX29-52343" fmla="*/ 753 w 2254"/>
                    <a:gd name="connsiteY29-52344" fmla="*/ 1117 h 4213"/>
                    <a:gd name="connsiteX30-52345" fmla="*/ 822 w 2254"/>
                    <a:gd name="connsiteY30-52346" fmla="*/ 748 h 4213"/>
                    <a:gd name="connsiteX31-52347" fmla="*/ 932 w 2254"/>
                    <a:gd name="connsiteY31-52348" fmla="*/ 486 h 4213"/>
                    <a:gd name="connsiteX32-52349" fmla="*/ 930 w 2254"/>
                    <a:gd name="connsiteY32-52350" fmla="*/ 358 h 4213"/>
                    <a:gd name="connsiteX33-52351" fmla="*/ 917 w 2254"/>
                    <a:gd name="connsiteY33-52352" fmla="*/ 328 h 4213"/>
                    <a:gd name="connsiteX34-52353" fmla="*/ 850 w 2254"/>
                    <a:gd name="connsiteY34-52354" fmla="*/ 251 h 4213"/>
                    <a:gd name="connsiteX35-52355" fmla="*/ 790 w 2254"/>
                    <a:gd name="connsiteY35-52356" fmla="*/ 217 h 4213"/>
                    <a:gd name="connsiteX36-52357" fmla="*/ 915 w 2254"/>
                    <a:gd name="connsiteY36-52358" fmla="*/ 56 h 4213"/>
                    <a:gd name="connsiteX37-52359" fmla="*/ 1088 w 2254"/>
                    <a:gd name="connsiteY37-52360" fmla="*/ 2 h 4213"/>
                    <a:gd name="connsiteX38-52361" fmla="*/ 1120 w 2254"/>
                    <a:gd name="connsiteY38-52362" fmla="*/ 49 h 4213"/>
                    <a:gd name="connsiteX39-52363" fmla="*/ 1110 w 2254"/>
                    <a:gd name="connsiteY39-52364" fmla="*/ 133 h 4213"/>
                    <a:gd name="connsiteX40-52365" fmla="*/ 1049 w 2254"/>
                    <a:gd name="connsiteY40-52366" fmla="*/ 243 h 4213"/>
                    <a:gd name="connsiteX41-52367" fmla="*/ 1119 w 2254"/>
                    <a:gd name="connsiteY41-52368" fmla="*/ 301 h 4213"/>
                    <a:gd name="connsiteX42-52369" fmla="*/ 1233 w 2254"/>
                    <a:gd name="connsiteY42-52370" fmla="*/ 366 h 4213"/>
                    <a:gd name="connsiteX43-52371" fmla="*/ 1253 w 2254"/>
                    <a:gd name="connsiteY43-52372" fmla="*/ 255 h 4213"/>
                    <a:gd name="connsiteX44-52373" fmla="*/ 1387 w 2254"/>
                    <a:gd name="connsiteY44-52374" fmla="*/ 291 h 4213"/>
                    <a:gd name="connsiteX45-52375" fmla="*/ 1412 w 2254"/>
                    <a:gd name="connsiteY45-52376" fmla="*/ 331 h 4213"/>
                    <a:gd name="connsiteX46-52377" fmla="*/ 1488 w 2254"/>
                    <a:gd name="connsiteY46-52378" fmla="*/ 562 h 4213"/>
                    <a:gd name="connsiteX47-52379" fmla="*/ 1523 w 2254"/>
                    <a:gd name="connsiteY47-52380" fmla="*/ 586 h 4213"/>
                    <a:gd name="connsiteX48-52381" fmla="*/ 1615 w 2254"/>
                    <a:gd name="connsiteY48-52382" fmla="*/ 578 h 4213"/>
                    <a:gd name="connsiteX49-52383" fmla="*/ 1875 w 2254"/>
                    <a:gd name="connsiteY49-52384" fmla="*/ 490 h 4213"/>
                    <a:gd name="connsiteX50-52385" fmla="*/ 2095 w 2254"/>
                    <a:gd name="connsiteY50-52386" fmla="*/ 479 h 4213"/>
                    <a:gd name="connsiteX51-52387" fmla="*/ 2155 w 2254"/>
                    <a:gd name="connsiteY51-52388" fmla="*/ 648 h 4213"/>
                    <a:gd name="connsiteX52-52389" fmla="*/ 2073 w 2254"/>
                    <a:gd name="connsiteY52-52390" fmla="*/ 944 h 4213"/>
                    <a:gd name="connsiteX53-52391" fmla="*/ 2073 w 2254"/>
                    <a:gd name="connsiteY53-52392" fmla="*/ 1022 h 4213"/>
                    <a:gd name="connsiteX54-52393" fmla="*/ 2142 w 2254"/>
                    <a:gd name="connsiteY54-52394" fmla="*/ 1168 h 4213"/>
                    <a:gd name="connsiteX55-52395" fmla="*/ 2157 w 2254"/>
                    <a:gd name="connsiteY55-52396" fmla="*/ 1427 h 4213"/>
                    <a:gd name="connsiteX56-52397" fmla="*/ 2159 w 2254"/>
                    <a:gd name="connsiteY56-52398" fmla="*/ 1617 h 4213"/>
                    <a:gd name="connsiteX57-52399" fmla="*/ 2092 w 2254"/>
                    <a:gd name="connsiteY57-52400" fmla="*/ 1625 h 4213"/>
                    <a:gd name="connsiteX58-52401" fmla="*/ 2070 w 2254"/>
                    <a:gd name="connsiteY58-52402" fmla="*/ 1507 h 4213"/>
                    <a:gd name="connsiteX59-52403" fmla="*/ 2035 w 2254"/>
                    <a:gd name="connsiteY59-52404" fmla="*/ 1450 h 4213"/>
                    <a:gd name="connsiteX60-52405" fmla="*/ 1945 w 2254"/>
                    <a:gd name="connsiteY60-52406" fmla="*/ 1582 h 4213"/>
                    <a:gd name="connsiteX61-52407" fmla="*/ 1832 w 2254"/>
                    <a:gd name="connsiteY61-52408" fmla="*/ 1776 h 4213"/>
                    <a:gd name="connsiteX62-52409" fmla="*/ 1713 w 2254"/>
                    <a:gd name="connsiteY62-52410" fmla="*/ 1904 h 4213"/>
                    <a:gd name="connsiteX63-52411" fmla="*/ 1706 w 2254"/>
                    <a:gd name="connsiteY63-52412" fmla="*/ 2018 h 4213"/>
                    <a:gd name="connsiteX64-52413" fmla="*/ 1766 w 2254"/>
                    <a:gd name="connsiteY64-52414" fmla="*/ 2115 h 4213"/>
                    <a:gd name="connsiteX65-52415" fmla="*/ 1868 w 2254"/>
                    <a:gd name="connsiteY65-52416" fmla="*/ 2183 h 4213"/>
                    <a:gd name="connsiteX66-52417" fmla="*/ 1945 w 2254"/>
                    <a:gd name="connsiteY66-52418" fmla="*/ 2178 h 4213"/>
                    <a:gd name="connsiteX67-52419" fmla="*/ 1990 w 2254"/>
                    <a:gd name="connsiteY67-52420" fmla="*/ 2104 h 4213"/>
                    <a:gd name="connsiteX68-52421" fmla="*/ 2024 w 2254"/>
                    <a:gd name="connsiteY68-52422" fmla="*/ 2210 h 4213"/>
                    <a:gd name="connsiteX69-52423" fmla="*/ 1912 w 2254"/>
                    <a:gd name="connsiteY69-52424" fmla="*/ 2249 h 4213"/>
                    <a:gd name="connsiteX70-52425" fmla="*/ 1959 w 2254"/>
                    <a:gd name="connsiteY70-52426" fmla="*/ 2362 h 4213"/>
                    <a:gd name="connsiteX71-52427" fmla="*/ 1824 w 2254"/>
                    <a:gd name="connsiteY71-52428" fmla="*/ 2509 h 4213"/>
                    <a:gd name="connsiteX72-52429" fmla="*/ 1783 w 2254"/>
                    <a:gd name="connsiteY72-52430" fmla="*/ 2498 h 4213"/>
                    <a:gd name="connsiteX73-52431" fmla="*/ 1659 w 2254"/>
                    <a:gd name="connsiteY73-52432" fmla="*/ 2413 h 4213"/>
                    <a:gd name="connsiteX74-52433" fmla="*/ 1604 w 2254"/>
                    <a:gd name="connsiteY74-52434" fmla="*/ 2412 h 4213"/>
                    <a:gd name="connsiteX75-52435" fmla="*/ 1569 w 2254"/>
                    <a:gd name="connsiteY75-52436" fmla="*/ 2480 h 4213"/>
                    <a:gd name="connsiteX76-52437" fmla="*/ 1572 w 2254"/>
                    <a:gd name="connsiteY76-52438" fmla="*/ 2562 h 4213"/>
                    <a:gd name="connsiteX77-52439" fmla="*/ 1750 w 2254"/>
                    <a:gd name="connsiteY77-52440" fmla="*/ 2730 h 4213"/>
                    <a:gd name="connsiteX78-52441" fmla="*/ 1749 w 2254"/>
                    <a:gd name="connsiteY78-52442" fmla="*/ 2844 h 4213"/>
                    <a:gd name="connsiteX79-52443" fmla="*/ 1840 w 2254"/>
                    <a:gd name="connsiteY79-52444" fmla="*/ 3060 h 4213"/>
                    <a:gd name="connsiteX80-52445" fmla="*/ 1866 w 2254"/>
                    <a:gd name="connsiteY80-52446" fmla="*/ 3090 h 4213"/>
                    <a:gd name="connsiteX81-52447" fmla="*/ 1910 w 2254"/>
                    <a:gd name="connsiteY81-52448" fmla="*/ 3094 h 4213"/>
                    <a:gd name="connsiteX82-52449" fmla="*/ 1956 w 2254"/>
                    <a:gd name="connsiteY82-52450" fmla="*/ 3010 h 4213"/>
                    <a:gd name="connsiteX83-52451" fmla="*/ 2036 w 2254"/>
                    <a:gd name="connsiteY83-52452" fmla="*/ 2950 h 4213"/>
                    <a:gd name="connsiteX84-52453" fmla="*/ 2131 w 2254"/>
                    <a:gd name="connsiteY84-52454" fmla="*/ 3126 h 4213"/>
                    <a:gd name="connsiteX85-52455" fmla="*/ 2241 w 2254"/>
                    <a:gd name="connsiteY85-52456" fmla="*/ 3312 h 4213"/>
                    <a:gd name="connsiteX86-52457" fmla="*/ 2254 w 2254"/>
                    <a:gd name="connsiteY86-52458" fmla="*/ 3342 h 4213"/>
                    <a:gd name="connsiteX87-52459" fmla="*/ 2243 w 2254"/>
                    <a:gd name="connsiteY87-52460" fmla="*/ 3518 h 4213"/>
                    <a:gd name="connsiteX88-52461" fmla="*/ 2208 w 2254"/>
                    <a:gd name="connsiteY88-52462" fmla="*/ 3554 h 4213"/>
                    <a:gd name="connsiteX89-52463" fmla="*/ 2119 w 2254"/>
                    <a:gd name="connsiteY89-52464" fmla="*/ 3515 h 4213"/>
                    <a:gd name="connsiteX90-52465" fmla="*/ 1885 w 2254"/>
                    <a:gd name="connsiteY90-52466" fmla="*/ 3644 h 4213"/>
                    <a:gd name="connsiteX91-52467" fmla="*/ 1859 w 2254"/>
                    <a:gd name="connsiteY91-52468" fmla="*/ 3666 h 4213"/>
                    <a:gd name="connsiteX92-52469" fmla="*/ 1679 w 2254"/>
                    <a:gd name="connsiteY92-52470" fmla="*/ 3812 h 4213"/>
                    <a:gd name="connsiteX93-52471" fmla="*/ 1538 w 2254"/>
                    <a:gd name="connsiteY93-52472" fmla="*/ 3926 h 4213"/>
                    <a:gd name="connsiteX94-52473" fmla="*/ 1503 w 2254"/>
                    <a:gd name="connsiteY94-52474" fmla="*/ 3965 h 4213"/>
                    <a:gd name="connsiteX95-52475" fmla="*/ 1451 w 2254"/>
                    <a:gd name="connsiteY95-52476" fmla="*/ 3973 h 4213"/>
                    <a:gd name="connsiteX96-52477" fmla="*/ 1394 w 2254"/>
                    <a:gd name="connsiteY96-52478" fmla="*/ 3916 h 4213"/>
                    <a:gd name="connsiteX97-52479" fmla="*/ 1270 w 2254"/>
                    <a:gd name="connsiteY97-52480" fmla="*/ 3808 h 4213"/>
                    <a:gd name="connsiteX98-52481" fmla="*/ 1294 w 2254"/>
                    <a:gd name="connsiteY98-52482" fmla="*/ 4064 h 4213"/>
                    <a:gd name="connsiteX99-52483" fmla="*/ 1303 w 2254"/>
                    <a:gd name="connsiteY99-52484" fmla="*/ 4192 h 4213"/>
                    <a:gd name="connsiteX100-52485" fmla="*/ 1041 w 2254"/>
                    <a:gd name="connsiteY100-52486" fmla="*/ 4166 h 4213"/>
                    <a:gd name="connsiteX101-52487" fmla="*/ 959 w 2254"/>
                    <a:gd name="connsiteY101-52488" fmla="*/ 3987 h 4213"/>
                    <a:gd name="connsiteX102-52489" fmla="*/ 877 w 2254"/>
                    <a:gd name="connsiteY102-52490" fmla="*/ 3802 h 4213"/>
                    <a:gd name="connsiteX103-52491" fmla="*/ 798 w 2254"/>
                    <a:gd name="connsiteY103-52492" fmla="*/ 3734 h 4213"/>
                    <a:gd name="connsiteX0-52493" fmla="*/ 798 w 2254"/>
                    <a:gd name="connsiteY0-52494" fmla="*/ 3734 h 4213"/>
                    <a:gd name="connsiteX1-52495" fmla="*/ 679 w 2254"/>
                    <a:gd name="connsiteY1-52496" fmla="*/ 3800 h 4213"/>
                    <a:gd name="connsiteX2-52497" fmla="*/ 695 w 2254"/>
                    <a:gd name="connsiteY2-52498" fmla="*/ 3662 h 4213"/>
                    <a:gd name="connsiteX3-52499" fmla="*/ 633 w 2254"/>
                    <a:gd name="connsiteY3-52500" fmla="*/ 3500 h 4213"/>
                    <a:gd name="connsiteX4-52501" fmla="*/ 742 w 2254"/>
                    <a:gd name="connsiteY4-52502" fmla="*/ 3280 h 4213"/>
                    <a:gd name="connsiteX5-52503" fmla="*/ 932 w 2254"/>
                    <a:gd name="connsiteY5-52504" fmla="*/ 3195 h 4213"/>
                    <a:gd name="connsiteX6-52505" fmla="*/ 1107 w 2254"/>
                    <a:gd name="connsiteY6-52506" fmla="*/ 3058 h 4213"/>
                    <a:gd name="connsiteX7-52507" fmla="*/ 1159 w 2254"/>
                    <a:gd name="connsiteY7-52508" fmla="*/ 2932 h 4213"/>
                    <a:gd name="connsiteX8-52509" fmla="*/ 1215 w 2254"/>
                    <a:gd name="connsiteY8-52510" fmla="*/ 2615 h 4213"/>
                    <a:gd name="connsiteX9-52511" fmla="*/ 1303 w 2254"/>
                    <a:gd name="connsiteY9-52512" fmla="*/ 2615 h 4213"/>
                    <a:gd name="connsiteX10-52513" fmla="*/ 1184 w 2254"/>
                    <a:gd name="connsiteY10-52514" fmla="*/ 2346 h 4213"/>
                    <a:gd name="connsiteX11-52515" fmla="*/ 1068 w 2254"/>
                    <a:gd name="connsiteY11-52516" fmla="*/ 2333 h 4213"/>
                    <a:gd name="connsiteX12-52517" fmla="*/ 1066 w 2254"/>
                    <a:gd name="connsiteY12-52518" fmla="*/ 2117 h 4213"/>
                    <a:gd name="connsiteX13-52519" fmla="*/ 990 w 2254"/>
                    <a:gd name="connsiteY13-52520" fmla="*/ 2039 h 4213"/>
                    <a:gd name="connsiteX14-52521" fmla="*/ 847 w 2254"/>
                    <a:gd name="connsiteY14-52522" fmla="*/ 1951 h 4213"/>
                    <a:gd name="connsiteX15-52523" fmla="*/ 755 w 2254"/>
                    <a:gd name="connsiteY15-52524" fmla="*/ 1827 h 4213"/>
                    <a:gd name="connsiteX16-52525" fmla="*/ 659 w 2254"/>
                    <a:gd name="connsiteY16-52526" fmla="*/ 1828 h 4213"/>
                    <a:gd name="connsiteX17-52527" fmla="*/ 614 w 2254"/>
                    <a:gd name="connsiteY17-52528" fmla="*/ 1883 h 4213"/>
                    <a:gd name="connsiteX18-52529" fmla="*/ 521 w 2254"/>
                    <a:gd name="connsiteY18-52530" fmla="*/ 1877 h 4213"/>
                    <a:gd name="connsiteX19-52531" fmla="*/ 501 w 2254"/>
                    <a:gd name="connsiteY19-52532" fmla="*/ 1994 h 4213"/>
                    <a:gd name="connsiteX20-52533" fmla="*/ 320 w 2254"/>
                    <a:gd name="connsiteY20-52534" fmla="*/ 1941 h 4213"/>
                    <a:gd name="connsiteX21-52535" fmla="*/ 237 w 2254"/>
                    <a:gd name="connsiteY21-52536" fmla="*/ 1939 h 4213"/>
                    <a:gd name="connsiteX22-52537" fmla="*/ 112 w 2254"/>
                    <a:gd name="connsiteY22-52538" fmla="*/ 2014 h 4213"/>
                    <a:gd name="connsiteX23-52539" fmla="*/ 0 w 2254"/>
                    <a:gd name="connsiteY23-52540" fmla="*/ 1890 h 4213"/>
                    <a:gd name="connsiteX24-52541" fmla="*/ 94 w 2254"/>
                    <a:gd name="connsiteY24-52542" fmla="*/ 1804 h 4213"/>
                    <a:gd name="connsiteX25-52543" fmla="*/ 98 w 2254"/>
                    <a:gd name="connsiteY25-52544" fmla="*/ 1634 h 4213"/>
                    <a:gd name="connsiteX26-52545" fmla="*/ 153 w 2254"/>
                    <a:gd name="connsiteY26-52546" fmla="*/ 1514 h 4213"/>
                    <a:gd name="connsiteX27-52547" fmla="*/ 196 w 2254"/>
                    <a:gd name="connsiteY27-52548" fmla="*/ 1306 h 4213"/>
                    <a:gd name="connsiteX28-52549" fmla="*/ 256 w 2254"/>
                    <a:gd name="connsiteY28-52550" fmla="*/ 1307 h 4213"/>
                    <a:gd name="connsiteX29-52551" fmla="*/ 579 w 2254"/>
                    <a:gd name="connsiteY29-52552" fmla="*/ 1286 h 4213"/>
                    <a:gd name="connsiteX30-52553" fmla="*/ 753 w 2254"/>
                    <a:gd name="connsiteY30-52554" fmla="*/ 1117 h 4213"/>
                    <a:gd name="connsiteX31-52555" fmla="*/ 822 w 2254"/>
                    <a:gd name="connsiteY31-52556" fmla="*/ 748 h 4213"/>
                    <a:gd name="connsiteX32-52557" fmla="*/ 932 w 2254"/>
                    <a:gd name="connsiteY32-52558" fmla="*/ 486 h 4213"/>
                    <a:gd name="connsiteX33-52559" fmla="*/ 930 w 2254"/>
                    <a:gd name="connsiteY33-52560" fmla="*/ 358 h 4213"/>
                    <a:gd name="connsiteX34-52561" fmla="*/ 917 w 2254"/>
                    <a:gd name="connsiteY34-52562" fmla="*/ 328 h 4213"/>
                    <a:gd name="connsiteX35-52563" fmla="*/ 850 w 2254"/>
                    <a:gd name="connsiteY35-52564" fmla="*/ 251 h 4213"/>
                    <a:gd name="connsiteX36-52565" fmla="*/ 790 w 2254"/>
                    <a:gd name="connsiteY36-52566" fmla="*/ 217 h 4213"/>
                    <a:gd name="connsiteX37-52567" fmla="*/ 915 w 2254"/>
                    <a:gd name="connsiteY37-52568" fmla="*/ 56 h 4213"/>
                    <a:gd name="connsiteX38-52569" fmla="*/ 1088 w 2254"/>
                    <a:gd name="connsiteY38-52570" fmla="*/ 2 h 4213"/>
                    <a:gd name="connsiteX39-52571" fmla="*/ 1120 w 2254"/>
                    <a:gd name="connsiteY39-52572" fmla="*/ 49 h 4213"/>
                    <a:gd name="connsiteX40-52573" fmla="*/ 1110 w 2254"/>
                    <a:gd name="connsiteY40-52574" fmla="*/ 133 h 4213"/>
                    <a:gd name="connsiteX41-52575" fmla="*/ 1049 w 2254"/>
                    <a:gd name="connsiteY41-52576" fmla="*/ 243 h 4213"/>
                    <a:gd name="connsiteX42-52577" fmla="*/ 1119 w 2254"/>
                    <a:gd name="connsiteY42-52578" fmla="*/ 301 h 4213"/>
                    <a:gd name="connsiteX43-52579" fmla="*/ 1233 w 2254"/>
                    <a:gd name="connsiteY43-52580" fmla="*/ 366 h 4213"/>
                    <a:gd name="connsiteX44-52581" fmla="*/ 1253 w 2254"/>
                    <a:gd name="connsiteY44-52582" fmla="*/ 255 h 4213"/>
                    <a:gd name="connsiteX45-52583" fmla="*/ 1387 w 2254"/>
                    <a:gd name="connsiteY45-52584" fmla="*/ 291 h 4213"/>
                    <a:gd name="connsiteX46-52585" fmla="*/ 1412 w 2254"/>
                    <a:gd name="connsiteY46-52586" fmla="*/ 331 h 4213"/>
                    <a:gd name="connsiteX47-52587" fmla="*/ 1488 w 2254"/>
                    <a:gd name="connsiteY47-52588" fmla="*/ 562 h 4213"/>
                    <a:gd name="connsiteX48-52589" fmla="*/ 1523 w 2254"/>
                    <a:gd name="connsiteY48-52590" fmla="*/ 586 h 4213"/>
                    <a:gd name="connsiteX49-52591" fmla="*/ 1615 w 2254"/>
                    <a:gd name="connsiteY49-52592" fmla="*/ 578 h 4213"/>
                    <a:gd name="connsiteX50-52593" fmla="*/ 1875 w 2254"/>
                    <a:gd name="connsiteY50-52594" fmla="*/ 490 h 4213"/>
                    <a:gd name="connsiteX51-52595" fmla="*/ 2095 w 2254"/>
                    <a:gd name="connsiteY51-52596" fmla="*/ 479 h 4213"/>
                    <a:gd name="connsiteX52-52597" fmla="*/ 2155 w 2254"/>
                    <a:gd name="connsiteY52-52598" fmla="*/ 648 h 4213"/>
                    <a:gd name="connsiteX53-52599" fmla="*/ 2073 w 2254"/>
                    <a:gd name="connsiteY53-52600" fmla="*/ 944 h 4213"/>
                    <a:gd name="connsiteX54-52601" fmla="*/ 2073 w 2254"/>
                    <a:gd name="connsiteY54-52602" fmla="*/ 1022 h 4213"/>
                    <a:gd name="connsiteX55-52603" fmla="*/ 2142 w 2254"/>
                    <a:gd name="connsiteY55-52604" fmla="*/ 1168 h 4213"/>
                    <a:gd name="connsiteX56-52605" fmla="*/ 2157 w 2254"/>
                    <a:gd name="connsiteY56-52606" fmla="*/ 1427 h 4213"/>
                    <a:gd name="connsiteX57-52607" fmla="*/ 2159 w 2254"/>
                    <a:gd name="connsiteY57-52608" fmla="*/ 1617 h 4213"/>
                    <a:gd name="connsiteX58-52609" fmla="*/ 2092 w 2254"/>
                    <a:gd name="connsiteY58-52610" fmla="*/ 1625 h 4213"/>
                    <a:gd name="connsiteX59-52611" fmla="*/ 2070 w 2254"/>
                    <a:gd name="connsiteY59-52612" fmla="*/ 1507 h 4213"/>
                    <a:gd name="connsiteX60-52613" fmla="*/ 2035 w 2254"/>
                    <a:gd name="connsiteY60-52614" fmla="*/ 1450 h 4213"/>
                    <a:gd name="connsiteX61-52615" fmla="*/ 1945 w 2254"/>
                    <a:gd name="connsiteY61-52616" fmla="*/ 1582 h 4213"/>
                    <a:gd name="connsiteX62-52617" fmla="*/ 1832 w 2254"/>
                    <a:gd name="connsiteY62-52618" fmla="*/ 1776 h 4213"/>
                    <a:gd name="connsiteX63-52619" fmla="*/ 1713 w 2254"/>
                    <a:gd name="connsiteY63-52620" fmla="*/ 1904 h 4213"/>
                    <a:gd name="connsiteX64-52621" fmla="*/ 1706 w 2254"/>
                    <a:gd name="connsiteY64-52622" fmla="*/ 2018 h 4213"/>
                    <a:gd name="connsiteX65-52623" fmla="*/ 1766 w 2254"/>
                    <a:gd name="connsiteY65-52624" fmla="*/ 2115 h 4213"/>
                    <a:gd name="connsiteX66-52625" fmla="*/ 1868 w 2254"/>
                    <a:gd name="connsiteY66-52626" fmla="*/ 2183 h 4213"/>
                    <a:gd name="connsiteX67-52627" fmla="*/ 1945 w 2254"/>
                    <a:gd name="connsiteY67-52628" fmla="*/ 2178 h 4213"/>
                    <a:gd name="connsiteX68-52629" fmla="*/ 1990 w 2254"/>
                    <a:gd name="connsiteY68-52630" fmla="*/ 2104 h 4213"/>
                    <a:gd name="connsiteX69-52631" fmla="*/ 2024 w 2254"/>
                    <a:gd name="connsiteY69-52632" fmla="*/ 2210 h 4213"/>
                    <a:gd name="connsiteX70-52633" fmla="*/ 1912 w 2254"/>
                    <a:gd name="connsiteY70-52634" fmla="*/ 2249 h 4213"/>
                    <a:gd name="connsiteX71-52635" fmla="*/ 1959 w 2254"/>
                    <a:gd name="connsiteY71-52636" fmla="*/ 2362 h 4213"/>
                    <a:gd name="connsiteX72-52637" fmla="*/ 1824 w 2254"/>
                    <a:gd name="connsiteY72-52638" fmla="*/ 2509 h 4213"/>
                    <a:gd name="connsiteX73-52639" fmla="*/ 1783 w 2254"/>
                    <a:gd name="connsiteY73-52640" fmla="*/ 2498 h 4213"/>
                    <a:gd name="connsiteX74-52641" fmla="*/ 1659 w 2254"/>
                    <a:gd name="connsiteY74-52642" fmla="*/ 2413 h 4213"/>
                    <a:gd name="connsiteX75-52643" fmla="*/ 1604 w 2254"/>
                    <a:gd name="connsiteY75-52644" fmla="*/ 2412 h 4213"/>
                    <a:gd name="connsiteX76-52645" fmla="*/ 1569 w 2254"/>
                    <a:gd name="connsiteY76-52646" fmla="*/ 2480 h 4213"/>
                    <a:gd name="connsiteX77-52647" fmla="*/ 1572 w 2254"/>
                    <a:gd name="connsiteY77-52648" fmla="*/ 2562 h 4213"/>
                    <a:gd name="connsiteX78-52649" fmla="*/ 1750 w 2254"/>
                    <a:gd name="connsiteY78-52650" fmla="*/ 2730 h 4213"/>
                    <a:gd name="connsiteX79-52651" fmla="*/ 1749 w 2254"/>
                    <a:gd name="connsiteY79-52652" fmla="*/ 2844 h 4213"/>
                    <a:gd name="connsiteX80-52653" fmla="*/ 1840 w 2254"/>
                    <a:gd name="connsiteY80-52654" fmla="*/ 3060 h 4213"/>
                    <a:gd name="connsiteX81-52655" fmla="*/ 1866 w 2254"/>
                    <a:gd name="connsiteY81-52656" fmla="*/ 3090 h 4213"/>
                    <a:gd name="connsiteX82-52657" fmla="*/ 1910 w 2254"/>
                    <a:gd name="connsiteY82-52658" fmla="*/ 3094 h 4213"/>
                    <a:gd name="connsiteX83-52659" fmla="*/ 1956 w 2254"/>
                    <a:gd name="connsiteY83-52660" fmla="*/ 3010 h 4213"/>
                    <a:gd name="connsiteX84-52661" fmla="*/ 2036 w 2254"/>
                    <a:gd name="connsiteY84-52662" fmla="*/ 2950 h 4213"/>
                    <a:gd name="connsiteX85-52663" fmla="*/ 2131 w 2254"/>
                    <a:gd name="connsiteY85-52664" fmla="*/ 3126 h 4213"/>
                    <a:gd name="connsiteX86-52665" fmla="*/ 2241 w 2254"/>
                    <a:gd name="connsiteY86-52666" fmla="*/ 3312 h 4213"/>
                    <a:gd name="connsiteX87-52667" fmla="*/ 2254 w 2254"/>
                    <a:gd name="connsiteY87-52668" fmla="*/ 3342 h 4213"/>
                    <a:gd name="connsiteX88-52669" fmla="*/ 2243 w 2254"/>
                    <a:gd name="connsiteY88-52670" fmla="*/ 3518 h 4213"/>
                    <a:gd name="connsiteX89-52671" fmla="*/ 2208 w 2254"/>
                    <a:gd name="connsiteY89-52672" fmla="*/ 3554 h 4213"/>
                    <a:gd name="connsiteX90-52673" fmla="*/ 2119 w 2254"/>
                    <a:gd name="connsiteY90-52674" fmla="*/ 3515 h 4213"/>
                    <a:gd name="connsiteX91-52675" fmla="*/ 1885 w 2254"/>
                    <a:gd name="connsiteY91-52676" fmla="*/ 3644 h 4213"/>
                    <a:gd name="connsiteX92-52677" fmla="*/ 1859 w 2254"/>
                    <a:gd name="connsiteY92-52678" fmla="*/ 3666 h 4213"/>
                    <a:gd name="connsiteX93-52679" fmla="*/ 1679 w 2254"/>
                    <a:gd name="connsiteY93-52680" fmla="*/ 3812 h 4213"/>
                    <a:gd name="connsiteX94-52681" fmla="*/ 1538 w 2254"/>
                    <a:gd name="connsiteY94-52682" fmla="*/ 3926 h 4213"/>
                    <a:gd name="connsiteX95-52683" fmla="*/ 1503 w 2254"/>
                    <a:gd name="connsiteY95-52684" fmla="*/ 3965 h 4213"/>
                    <a:gd name="connsiteX96-52685" fmla="*/ 1451 w 2254"/>
                    <a:gd name="connsiteY96-52686" fmla="*/ 3973 h 4213"/>
                    <a:gd name="connsiteX97-52687" fmla="*/ 1394 w 2254"/>
                    <a:gd name="connsiteY97-52688" fmla="*/ 3916 h 4213"/>
                    <a:gd name="connsiteX98-52689" fmla="*/ 1270 w 2254"/>
                    <a:gd name="connsiteY98-52690" fmla="*/ 3808 h 4213"/>
                    <a:gd name="connsiteX99-52691" fmla="*/ 1294 w 2254"/>
                    <a:gd name="connsiteY99-52692" fmla="*/ 4064 h 4213"/>
                    <a:gd name="connsiteX100-52693" fmla="*/ 1303 w 2254"/>
                    <a:gd name="connsiteY100-52694" fmla="*/ 4192 h 4213"/>
                    <a:gd name="connsiteX101-52695" fmla="*/ 1041 w 2254"/>
                    <a:gd name="connsiteY101-52696" fmla="*/ 4166 h 4213"/>
                    <a:gd name="connsiteX102-52697" fmla="*/ 959 w 2254"/>
                    <a:gd name="connsiteY102-52698" fmla="*/ 3987 h 4213"/>
                    <a:gd name="connsiteX103-52699" fmla="*/ 877 w 2254"/>
                    <a:gd name="connsiteY103-52700" fmla="*/ 3802 h 4213"/>
                    <a:gd name="connsiteX104-52701" fmla="*/ 798 w 2254"/>
                    <a:gd name="connsiteY104-52702" fmla="*/ 3734 h 4213"/>
                    <a:gd name="connsiteX0-52703" fmla="*/ 798 w 2254"/>
                    <a:gd name="connsiteY0-52704" fmla="*/ 3734 h 4213"/>
                    <a:gd name="connsiteX1-52705" fmla="*/ 679 w 2254"/>
                    <a:gd name="connsiteY1-52706" fmla="*/ 3800 h 4213"/>
                    <a:gd name="connsiteX2-52707" fmla="*/ 695 w 2254"/>
                    <a:gd name="connsiteY2-52708" fmla="*/ 3662 h 4213"/>
                    <a:gd name="connsiteX3-52709" fmla="*/ 633 w 2254"/>
                    <a:gd name="connsiteY3-52710" fmla="*/ 3500 h 4213"/>
                    <a:gd name="connsiteX4-52711" fmla="*/ 742 w 2254"/>
                    <a:gd name="connsiteY4-52712" fmla="*/ 3280 h 4213"/>
                    <a:gd name="connsiteX5-52713" fmla="*/ 932 w 2254"/>
                    <a:gd name="connsiteY5-52714" fmla="*/ 3195 h 4213"/>
                    <a:gd name="connsiteX6-52715" fmla="*/ 1107 w 2254"/>
                    <a:gd name="connsiteY6-52716" fmla="*/ 3058 h 4213"/>
                    <a:gd name="connsiteX7-52717" fmla="*/ 1159 w 2254"/>
                    <a:gd name="connsiteY7-52718" fmla="*/ 2932 h 4213"/>
                    <a:gd name="connsiteX8-52719" fmla="*/ 1215 w 2254"/>
                    <a:gd name="connsiteY8-52720" fmla="*/ 2615 h 4213"/>
                    <a:gd name="connsiteX9-52721" fmla="*/ 1303 w 2254"/>
                    <a:gd name="connsiteY9-52722" fmla="*/ 2615 h 4213"/>
                    <a:gd name="connsiteX10-52723" fmla="*/ 1184 w 2254"/>
                    <a:gd name="connsiteY10-52724" fmla="*/ 2346 h 4213"/>
                    <a:gd name="connsiteX11-52725" fmla="*/ 1068 w 2254"/>
                    <a:gd name="connsiteY11-52726" fmla="*/ 2333 h 4213"/>
                    <a:gd name="connsiteX12-52727" fmla="*/ 1066 w 2254"/>
                    <a:gd name="connsiteY12-52728" fmla="*/ 2117 h 4213"/>
                    <a:gd name="connsiteX13-52729" fmla="*/ 990 w 2254"/>
                    <a:gd name="connsiteY13-52730" fmla="*/ 2039 h 4213"/>
                    <a:gd name="connsiteX14-52731" fmla="*/ 847 w 2254"/>
                    <a:gd name="connsiteY14-52732" fmla="*/ 1951 h 4213"/>
                    <a:gd name="connsiteX15-52733" fmla="*/ 755 w 2254"/>
                    <a:gd name="connsiteY15-52734" fmla="*/ 1827 h 4213"/>
                    <a:gd name="connsiteX16-52735" fmla="*/ 659 w 2254"/>
                    <a:gd name="connsiteY16-52736" fmla="*/ 1828 h 4213"/>
                    <a:gd name="connsiteX17-52737" fmla="*/ 614 w 2254"/>
                    <a:gd name="connsiteY17-52738" fmla="*/ 1883 h 4213"/>
                    <a:gd name="connsiteX18-52739" fmla="*/ 521 w 2254"/>
                    <a:gd name="connsiteY18-52740" fmla="*/ 1877 h 4213"/>
                    <a:gd name="connsiteX19-52741" fmla="*/ 501 w 2254"/>
                    <a:gd name="connsiteY19-52742" fmla="*/ 1994 h 4213"/>
                    <a:gd name="connsiteX20-52743" fmla="*/ 320 w 2254"/>
                    <a:gd name="connsiteY20-52744" fmla="*/ 1941 h 4213"/>
                    <a:gd name="connsiteX21-52745" fmla="*/ 237 w 2254"/>
                    <a:gd name="connsiteY21-52746" fmla="*/ 1939 h 4213"/>
                    <a:gd name="connsiteX22-52747" fmla="*/ 112 w 2254"/>
                    <a:gd name="connsiteY22-52748" fmla="*/ 2014 h 4213"/>
                    <a:gd name="connsiteX23-52749" fmla="*/ 0 w 2254"/>
                    <a:gd name="connsiteY23-52750" fmla="*/ 1890 h 4213"/>
                    <a:gd name="connsiteX24-52751" fmla="*/ 94 w 2254"/>
                    <a:gd name="connsiteY24-52752" fmla="*/ 1804 h 4213"/>
                    <a:gd name="connsiteX25-52753" fmla="*/ 98 w 2254"/>
                    <a:gd name="connsiteY25-52754" fmla="*/ 1634 h 4213"/>
                    <a:gd name="connsiteX26-52755" fmla="*/ 153 w 2254"/>
                    <a:gd name="connsiteY26-52756" fmla="*/ 1514 h 4213"/>
                    <a:gd name="connsiteX27-52757" fmla="*/ 196 w 2254"/>
                    <a:gd name="connsiteY27-52758" fmla="*/ 1306 h 4213"/>
                    <a:gd name="connsiteX28-52759" fmla="*/ 256 w 2254"/>
                    <a:gd name="connsiteY28-52760" fmla="*/ 1307 h 4213"/>
                    <a:gd name="connsiteX29-52761" fmla="*/ 579 w 2254"/>
                    <a:gd name="connsiteY29-52762" fmla="*/ 1286 h 4213"/>
                    <a:gd name="connsiteX30-52763" fmla="*/ 753 w 2254"/>
                    <a:gd name="connsiteY30-52764" fmla="*/ 1117 h 4213"/>
                    <a:gd name="connsiteX31-52765" fmla="*/ 822 w 2254"/>
                    <a:gd name="connsiteY31-52766" fmla="*/ 748 h 4213"/>
                    <a:gd name="connsiteX32-52767" fmla="*/ 932 w 2254"/>
                    <a:gd name="connsiteY32-52768" fmla="*/ 486 h 4213"/>
                    <a:gd name="connsiteX33-52769" fmla="*/ 930 w 2254"/>
                    <a:gd name="connsiteY33-52770" fmla="*/ 358 h 4213"/>
                    <a:gd name="connsiteX34-52771" fmla="*/ 917 w 2254"/>
                    <a:gd name="connsiteY34-52772" fmla="*/ 328 h 4213"/>
                    <a:gd name="connsiteX35-52773" fmla="*/ 850 w 2254"/>
                    <a:gd name="connsiteY35-52774" fmla="*/ 251 h 4213"/>
                    <a:gd name="connsiteX36-52775" fmla="*/ 790 w 2254"/>
                    <a:gd name="connsiteY36-52776" fmla="*/ 217 h 4213"/>
                    <a:gd name="connsiteX37-52777" fmla="*/ 915 w 2254"/>
                    <a:gd name="connsiteY37-52778" fmla="*/ 56 h 4213"/>
                    <a:gd name="connsiteX38-52779" fmla="*/ 1088 w 2254"/>
                    <a:gd name="connsiteY38-52780" fmla="*/ 2 h 4213"/>
                    <a:gd name="connsiteX39-52781" fmla="*/ 1120 w 2254"/>
                    <a:gd name="connsiteY39-52782" fmla="*/ 49 h 4213"/>
                    <a:gd name="connsiteX40-52783" fmla="*/ 1110 w 2254"/>
                    <a:gd name="connsiteY40-52784" fmla="*/ 133 h 4213"/>
                    <a:gd name="connsiteX41-52785" fmla="*/ 1049 w 2254"/>
                    <a:gd name="connsiteY41-52786" fmla="*/ 243 h 4213"/>
                    <a:gd name="connsiteX42-52787" fmla="*/ 1119 w 2254"/>
                    <a:gd name="connsiteY42-52788" fmla="*/ 301 h 4213"/>
                    <a:gd name="connsiteX43-52789" fmla="*/ 1233 w 2254"/>
                    <a:gd name="connsiteY43-52790" fmla="*/ 366 h 4213"/>
                    <a:gd name="connsiteX44-52791" fmla="*/ 1253 w 2254"/>
                    <a:gd name="connsiteY44-52792" fmla="*/ 255 h 4213"/>
                    <a:gd name="connsiteX45-52793" fmla="*/ 1387 w 2254"/>
                    <a:gd name="connsiteY45-52794" fmla="*/ 291 h 4213"/>
                    <a:gd name="connsiteX46-52795" fmla="*/ 1412 w 2254"/>
                    <a:gd name="connsiteY46-52796" fmla="*/ 331 h 4213"/>
                    <a:gd name="connsiteX47-52797" fmla="*/ 1488 w 2254"/>
                    <a:gd name="connsiteY47-52798" fmla="*/ 562 h 4213"/>
                    <a:gd name="connsiteX48-52799" fmla="*/ 1523 w 2254"/>
                    <a:gd name="connsiteY48-52800" fmla="*/ 586 h 4213"/>
                    <a:gd name="connsiteX49-52801" fmla="*/ 1615 w 2254"/>
                    <a:gd name="connsiteY49-52802" fmla="*/ 578 h 4213"/>
                    <a:gd name="connsiteX50-52803" fmla="*/ 1875 w 2254"/>
                    <a:gd name="connsiteY50-52804" fmla="*/ 490 h 4213"/>
                    <a:gd name="connsiteX51-52805" fmla="*/ 2095 w 2254"/>
                    <a:gd name="connsiteY51-52806" fmla="*/ 479 h 4213"/>
                    <a:gd name="connsiteX52-52807" fmla="*/ 2155 w 2254"/>
                    <a:gd name="connsiteY52-52808" fmla="*/ 648 h 4213"/>
                    <a:gd name="connsiteX53-52809" fmla="*/ 2073 w 2254"/>
                    <a:gd name="connsiteY53-52810" fmla="*/ 944 h 4213"/>
                    <a:gd name="connsiteX54-52811" fmla="*/ 2073 w 2254"/>
                    <a:gd name="connsiteY54-52812" fmla="*/ 1022 h 4213"/>
                    <a:gd name="connsiteX55-52813" fmla="*/ 2142 w 2254"/>
                    <a:gd name="connsiteY55-52814" fmla="*/ 1168 h 4213"/>
                    <a:gd name="connsiteX56-52815" fmla="*/ 2157 w 2254"/>
                    <a:gd name="connsiteY56-52816" fmla="*/ 1427 h 4213"/>
                    <a:gd name="connsiteX57-52817" fmla="*/ 2159 w 2254"/>
                    <a:gd name="connsiteY57-52818" fmla="*/ 1617 h 4213"/>
                    <a:gd name="connsiteX58-52819" fmla="*/ 2092 w 2254"/>
                    <a:gd name="connsiteY58-52820" fmla="*/ 1625 h 4213"/>
                    <a:gd name="connsiteX59-52821" fmla="*/ 2070 w 2254"/>
                    <a:gd name="connsiteY59-52822" fmla="*/ 1507 h 4213"/>
                    <a:gd name="connsiteX60-52823" fmla="*/ 2035 w 2254"/>
                    <a:gd name="connsiteY60-52824" fmla="*/ 1450 h 4213"/>
                    <a:gd name="connsiteX61-52825" fmla="*/ 1945 w 2254"/>
                    <a:gd name="connsiteY61-52826" fmla="*/ 1582 h 4213"/>
                    <a:gd name="connsiteX62-52827" fmla="*/ 1832 w 2254"/>
                    <a:gd name="connsiteY62-52828" fmla="*/ 1776 h 4213"/>
                    <a:gd name="connsiteX63-52829" fmla="*/ 1713 w 2254"/>
                    <a:gd name="connsiteY63-52830" fmla="*/ 1904 h 4213"/>
                    <a:gd name="connsiteX64-52831" fmla="*/ 1706 w 2254"/>
                    <a:gd name="connsiteY64-52832" fmla="*/ 2018 h 4213"/>
                    <a:gd name="connsiteX65-52833" fmla="*/ 1766 w 2254"/>
                    <a:gd name="connsiteY65-52834" fmla="*/ 2115 h 4213"/>
                    <a:gd name="connsiteX66-52835" fmla="*/ 1868 w 2254"/>
                    <a:gd name="connsiteY66-52836" fmla="*/ 2183 h 4213"/>
                    <a:gd name="connsiteX67-52837" fmla="*/ 1945 w 2254"/>
                    <a:gd name="connsiteY67-52838" fmla="*/ 2178 h 4213"/>
                    <a:gd name="connsiteX68-52839" fmla="*/ 1990 w 2254"/>
                    <a:gd name="connsiteY68-52840" fmla="*/ 2104 h 4213"/>
                    <a:gd name="connsiteX69-52841" fmla="*/ 2024 w 2254"/>
                    <a:gd name="connsiteY69-52842" fmla="*/ 2210 h 4213"/>
                    <a:gd name="connsiteX70-52843" fmla="*/ 1912 w 2254"/>
                    <a:gd name="connsiteY70-52844" fmla="*/ 2249 h 4213"/>
                    <a:gd name="connsiteX71-52845" fmla="*/ 1959 w 2254"/>
                    <a:gd name="connsiteY71-52846" fmla="*/ 2362 h 4213"/>
                    <a:gd name="connsiteX72-52847" fmla="*/ 1824 w 2254"/>
                    <a:gd name="connsiteY72-52848" fmla="*/ 2509 h 4213"/>
                    <a:gd name="connsiteX73-52849" fmla="*/ 1783 w 2254"/>
                    <a:gd name="connsiteY73-52850" fmla="*/ 2498 h 4213"/>
                    <a:gd name="connsiteX74-52851" fmla="*/ 1659 w 2254"/>
                    <a:gd name="connsiteY74-52852" fmla="*/ 2413 h 4213"/>
                    <a:gd name="connsiteX75-52853" fmla="*/ 1604 w 2254"/>
                    <a:gd name="connsiteY75-52854" fmla="*/ 2412 h 4213"/>
                    <a:gd name="connsiteX76-52855" fmla="*/ 1569 w 2254"/>
                    <a:gd name="connsiteY76-52856" fmla="*/ 2480 h 4213"/>
                    <a:gd name="connsiteX77-52857" fmla="*/ 1572 w 2254"/>
                    <a:gd name="connsiteY77-52858" fmla="*/ 2562 h 4213"/>
                    <a:gd name="connsiteX78-52859" fmla="*/ 1750 w 2254"/>
                    <a:gd name="connsiteY78-52860" fmla="*/ 2730 h 4213"/>
                    <a:gd name="connsiteX79-52861" fmla="*/ 1749 w 2254"/>
                    <a:gd name="connsiteY79-52862" fmla="*/ 2844 h 4213"/>
                    <a:gd name="connsiteX80-52863" fmla="*/ 1840 w 2254"/>
                    <a:gd name="connsiteY80-52864" fmla="*/ 3060 h 4213"/>
                    <a:gd name="connsiteX81-52865" fmla="*/ 1866 w 2254"/>
                    <a:gd name="connsiteY81-52866" fmla="*/ 3090 h 4213"/>
                    <a:gd name="connsiteX82-52867" fmla="*/ 1910 w 2254"/>
                    <a:gd name="connsiteY82-52868" fmla="*/ 3094 h 4213"/>
                    <a:gd name="connsiteX83-52869" fmla="*/ 1956 w 2254"/>
                    <a:gd name="connsiteY83-52870" fmla="*/ 3010 h 4213"/>
                    <a:gd name="connsiteX84-52871" fmla="*/ 2036 w 2254"/>
                    <a:gd name="connsiteY84-52872" fmla="*/ 2950 h 4213"/>
                    <a:gd name="connsiteX85-52873" fmla="*/ 2131 w 2254"/>
                    <a:gd name="connsiteY85-52874" fmla="*/ 3126 h 4213"/>
                    <a:gd name="connsiteX86-52875" fmla="*/ 2241 w 2254"/>
                    <a:gd name="connsiteY86-52876" fmla="*/ 3312 h 4213"/>
                    <a:gd name="connsiteX87-52877" fmla="*/ 2254 w 2254"/>
                    <a:gd name="connsiteY87-52878" fmla="*/ 3342 h 4213"/>
                    <a:gd name="connsiteX88-52879" fmla="*/ 2243 w 2254"/>
                    <a:gd name="connsiteY88-52880" fmla="*/ 3518 h 4213"/>
                    <a:gd name="connsiteX89-52881" fmla="*/ 2208 w 2254"/>
                    <a:gd name="connsiteY89-52882" fmla="*/ 3554 h 4213"/>
                    <a:gd name="connsiteX90-52883" fmla="*/ 2119 w 2254"/>
                    <a:gd name="connsiteY90-52884" fmla="*/ 3515 h 4213"/>
                    <a:gd name="connsiteX91-52885" fmla="*/ 1885 w 2254"/>
                    <a:gd name="connsiteY91-52886" fmla="*/ 3644 h 4213"/>
                    <a:gd name="connsiteX92-52887" fmla="*/ 1859 w 2254"/>
                    <a:gd name="connsiteY92-52888" fmla="*/ 3666 h 4213"/>
                    <a:gd name="connsiteX93-52889" fmla="*/ 1679 w 2254"/>
                    <a:gd name="connsiteY93-52890" fmla="*/ 3812 h 4213"/>
                    <a:gd name="connsiteX94-52891" fmla="*/ 1538 w 2254"/>
                    <a:gd name="connsiteY94-52892" fmla="*/ 3926 h 4213"/>
                    <a:gd name="connsiteX95-52893" fmla="*/ 1503 w 2254"/>
                    <a:gd name="connsiteY95-52894" fmla="*/ 3965 h 4213"/>
                    <a:gd name="connsiteX96-52895" fmla="*/ 1451 w 2254"/>
                    <a:gd name="connsiteY96-52896" fmla="*/ 3973 h 4213"/>
                    <a:gd name="connsiteX97-52897" fmla="*/ 1394 w 2254"/>
                    <a:gd name="connsiteY97-52898" fmla="*/ 3916 h 4213"/>
                    <a:gd name="connsiteX98-52899" fmla="*/ 1270 w 2254"/>
                    <a:gd name="connsiteY98-52900" fmla="*/ 3808 h 4213"/>
                    <a:gd name="connsiteX99-52901" fmla="*/ 1294 w 2254"/>
                    <a:gd name="connsiteY99-52902" fmla="*/ 4064 h 4213"/>
                    <a:gd name="connsiteX100-52903" fmla="*/ 1303 w 2254"/>
                    <a:gd name="connsiteY100-52904" fmla="*/ 4192 h 4213"/>
                    <a:gd name="connsiteX101-52905" fmla="*/ 1041 w 2254"/>
                    <a:gd name="connsiteY101-52906" fmla="*/ 4166 h 4213"/>
                    <a:gd name="connsiteX102-52907" fmla="*/ 959 w 2254"/>
                    <a:gd name="connsiteY102-52908" fmla="*/ 3987 h 4213"/>
                    <a:gd name="connsiteX103-52909" fmla="*/ 877 w 2254"/>
                    <a:gd name="connsiteY103-52910" fmla="*/ 3802 h 4213"/>
                    <a:gd name="connsiteX104-52911" fmla="*/ 798 w 2254"/>
                    <a:gd name="connsiteY104-52912" fmla="*/ 3734 h 4213"/>
                    <a:gd name="connsiteX0-52913" fmla="*/ 798 w 2254"/>
                    <a:gd name="connsiteY0-52914" fmla="*/ 3734 h 4213"/>
                    <a:gd name="connsiteX1-52915" fmla="*/ 679 w 2254"/>
                    <a:gd name="connsiteY1-52916" fmla="*/ 3800 h 4213"/>
                    <a:gd name="connsiteX2-52917" fmla="*/ 695 w 2254"/>
                    <a:gd name="connsiteY2-52918" fmla="*/ 3662 h 4213"/>
                    <a:gd name="connsiteX3-52919" fmla="*/ 633 w 2254"/>
                    <a:gd name="connsiteY3-52920" fmla="*/ 3500 h 4213"/>
                    <a:gd name="connsiteX4-52921" fmla="*/ 742 w 2254"/>
                    <a:gd name="connsiteY4-52922" fmla="*/ 3280 h 4213"/>
                    <a:gd name="connsiteX5-52923" fmla="*/ 932 w 2254"/>
                    <a:gd name="connsiteY5-52924" fmla="*/ 3195 h 4213"/>
                    <a:gd name="connsiteX6-52925" fmla="*/ 1107 w 2254"/>
                    <a:gd name="connsiteY6-52926" fmla="*/ 3058 h 4213"/>
                    <a:gd name="connsiteX7-52927" fmla="*/ 1159 w 2254"/>
                    <a:gd name="connsiteY7-52928" fmla="*/ 2932 h 4213"/>
                    <a:gd name="connsiteX8-52929" fmla="*/ 1215 w 2254"/>
                    <a:gd name="connsiteY8-52930" fmla="*/ 2615 h 4213"/>
                    <a:gd name="connsiteX9-52931" fmla="*/ 1184 w 2254"/>
                    <a:gd name="connsiteY9-52932" fmla="*/ 2346 h 4213"/>
                    <a:gd name="connsiteX10-52933" fmla="*/ 1068 w 2254"/>
                    <a:gd name="connsiteY10-52934" fmla="*/ 2333 h 4213"/>
                    <a:gd name="connsiteX11-52935" fmla="*/ 1066 w 2254"/>
                    <a:gd name="connsiteY11-52936" fmla="*/ 2117 h 4213"/>
                    <a:gd name="connsiteX12-52937" fmla="*/ 990 w 2254"/>
                    <a:gd name="connsiteY12-52938" fmla="*/ 2039 h 4213"/>
                    <a:gd name="connsiteX13-52939" fmla="*/ 847 w 2254"/>
                    <a:gd name="connsiteY13-52940" fmla="*/ 1951 h 4213"/>
                    <a:gd name="connsiteX14-52941" fmla="*/ 755 w 2254"/>
                    <a:gd name="connsiteY14-52942" fmla="*/ 1827 h 4213"/>
                    <a:gd name="connsiteX15-52943" fmla="*/ 659 w 2254"/>
                    <a:gd name="connsiteY15-52944" fmla="*/ 1828 h 4213"/>
                    <a:gd name="connsiteX16-52945" fmla="*/ 614 w 2254"/>
                    <a:gd name="connsiteY16-52946" fmla="*/ 1883 h 4213"/>
                    <a:gd name="connsiteX17-52947" fmla="*/ 521 w 2254"/>
                    <a:gd name="connsiteY17-52948" fmla="*/ 1877 h 4213"/>
                    <a:gd name="connsiteX18-52949" fmla="*/ 501 w 2254"/>
                    <a:gd name="connsiteY18-52950" fmla="*/ 1994 h 4213"/>
                    <a:gd name="connsiteX19-52951" fmla="*/ 320 w 2254"/>
                    <a:gd name="connsiteY19-52952" fmla="*/ 1941 h 4213"/>
                    <a:gd name="connsiteX20-52953" fmla="*/ 237 w 2254"/>
                    <a:gd name="connsiteY20-52954" fmla="*/ 1939 h 4213"/>
                    <a:gd name="connsiteX21-52955" fmla="*/ 112 w 2254"/>
                    <a:gd name="connsiteY21-52956" fmla="*/ 2014 h 4213"/>
                    <a:gd name="connsiteX22-52957" fmla="*/ 0 w 2254"/>
                    <a:gd name="connsiteY22-52958" fmla="*/ 1890 h 4213"/>
                    <a:gd name="connsiteX23-52959" fmla="*/ 94 w 2254"/>
                    <a:gd name="connsiteY23-52960" fmla="*/ 1804 h 4213"/>
                    <a:gd name="connsiteX24-52961" fmla="*/ 98 w 2254"/>
                    <a:gd name="connsiteY24-52962" fmla="*/ 1634 h 4213"/>
                    <a:gd name="connsiteX25-52963" fmla="*/ 153 w 2254"/>
                    <a:gd name="connsiteY25-52964" fmla="*/ 1514 h 4213"/>
                    <a:gd name="connsiteX26-52965" fmla="*/ 196 w 2254"/>
                    <a:gd name="connsiteY26-52966" fmla="*/ 1306 h 4213"/>
                    <a:gd name="connsiteX27-52967" fmla="*/ 256 w 2254"/>
                    <a:gd name="connsiteY27-52968" fmla="*/ 1307 h 4213"/>
                    <a:gd name="connsiteX28-52969" fmla="*/ 579 w 2254"/>
                    <a:gd name="connsiteY28-52970" fmla="*/ 1286 h 4213"/>
                    <a:gd name="connsiteX29-52971" fmla="*/ 753 w 2254"/>
                    <a:gd name="connsiteY29-52972" fmla="*/ 1117 h 4213"/>
                    <a:gd name="connsiteX30-52973" fmla="*/ 822 w 2254"/>
                    <a:gd name="connsiteY30-52974" fmla="*/ 748 h 4213"/>
                    <a:gd name="connsiteX31-52975" fmla="*/ 932 w 2254"/>
                    <a:gd name="connsiteY31-52976" fmla="*/ 486 h 4213"/>
                    <a:gd name="connsiteX32-52977" fmla="*/ 930 w 2254"/>
                    <a:gd name="connsiteY32-52978" fmla="*/ 358 h 4213"/>
                    <a:gd name="connsiteX33-52979" fmla="*/ 917 w 2254"/>
                    <a:gd name="connsiteY33-52980" fmla="*/ 328 h 4213"/>
                    <a:gd name="connsiteX34-52981" fmla="*/ 850 w 2254"/>
                    <a:gd name="connsiteY34-52982" fmla="*/ 251 h 4213"/>
                    <a:gd name="connsiteX35-52983" fmla="*/ 790 w 2254"/>
                    <a:gd name="connsiteY35-52984" fmla="*/ 217 h 4213"/>
                    <a:gd name="connsiteX36-52985" fmla="*/ 915 w 2254"/>
                    <a:gd name="connsiteY36-52986" fmla="*/ 56 h 4213"/>
                    <a:gd name="connsiteX37-52987" fmla="*/ 1088 w 2254"/>
                    <a:gd name="connsiteY37-52988" fmla="*/ 2 h 4213"/>
                    <a:gd name="connsiteX38-52989" fmla="*/ 1120 w 2254"/>
                    <a:gd name="connsiteY38-52990" fmla="*/ 49 h 4213"/>
                    <a:gd name="connsiteX39-52991" fmla="*/ 1110 w 2254"/>
                    <a:gd name="connsiteY39-52992" fmla="*/ 133 h 4213"/>
                    <a:gd name="connsiteX40-52993" fmla="*/ 1049 w 2254"/>
                    <a:gd name="connsiteY40-52994" fmla="*/ 243 h 4213"/>
                    <a:gd name="connsiteX41-52995" fmla="*/ 1119 w 2254"/>
                    <a:gd name="connsiteY41-52996" fmla="*/ 301 h 4213"/>
                    <a:gd name="connsiteX42-52997" fmla="*/ 1233 w 2254"/>
                    <a:gd name="connsiteY42-52998" fmla="*/ 366 h 4213"/>
                    <a:gd name="connsiteX43-52999" fmla="*/ 1253 w 2254"/>
                    <a:gd name="connsiteY43-53000" fmla="*/ 255 h 4213"/>
                    <a:gd name="connsiteX44-53001" fmla="*/ 1387 w 2254"/>
                    <a:gd name="connsiteY44-53002" fmla="*/ 291 h 4213"/>
                    <a:gd name="connsiteX45-53003" fmla="*/ 1412 w 2254"/>
                    <a:gd name="connsiteY45-53004" fmla="*/ 331 h 4213"/>
                    <a:gd name="connsiteX46-53005" fmla="*/ 1488 w 2254"/>
                    <a:gd name="connsiteY46-53006" fmla="*/ 562 h 4213"/>
                    <a:gd name="connsiteX47-53007" fmla="*/ 1523 w 2254"/>
                    <a:gd name="connsiteY47-53008" fmla="*/ 586 h 4213"/>
                    <a:gd name="connsiteX48-53009" fmla="*/ 1615 w 2254"/>
                    <a:gd name="connsiteY48-53010" fmla="*/ 578 h 4213"/>
                    <a:gd name="connsiteX49-53011" fmla="*/ 1875 w 2254"/>
                    <a:gd name="connsiteY49-53012" fmla="*/ 490 h 4213"/>
                    <a:gd name="connsiteX50-53013" fmla="*/ 2095 w 2254"/>
                    <a:gd name="connsiteY50-53014" fmla="*/ 479 h 4213"/>
                    <a:gd name="connsiteX51-53015" fmla="*/ 2155 w 2254"/>
                    <a:gd name="connsiteY51-53016" fmla="*/ 648 h 4213"/>
                    <a:gd name="connsiteX52-53017" fmla="*/ 2073 w 2254"/>
                    <a:gd name="connsiteY52-53018" fmla="*/ 944 h 4213"/>
                    <a:gd name="connsiteX53-53019" fmla="*/ 2073 w 2254"/>
                    <a:gd name="connsiteY53-53020" fmla="*/ 1022 h 4213"/>
                    <a:gd name="connsiteX54-53021" fmla="*/ 2142 w 2254"/>
                    <a:gd name="connsiteY54-53022" fmla="*/ 1168 h 4213"/>
                    <a:gd name="connsiteX55-53023" fmla="*/ 2157 w 2254"/>
                    <a:gd name="connsiteY55-53024" fmla="*/ 1427 h 4213"/>
                    <a:gd name="connsiteX56-53025" fmla="*/ 2159 w 2254"/>
                    <a:gd name="connsiteY56-53026" fmla="*/ 1617 h 4213"/>
                    <a:gd name="connsiteX57-53027" fmla="*/ 2092 w 2254"/>
                    <a:gd name="connsiteY57-53028" fmla="*/ 1625 h 4213"/>
                    <a:gd name="connsiteX58-53029" fmla="*/ 2070 w 2254"/>
                    <a:gd name="connsiteY58-53030" fmla="*/ 1507 h 4213"/>
                    <a:gd name="connsiteX59-53031" fmla="*/ 2035 w 2254"/>
                    <a:gd name="connsiteY59-53032" fmla="*/ 1450 h 4213"/>
                    <a:gd name="connsiteX60-53033" fmla="*/ 1945 w 2254"/>
                    <a:gd name="connsiteY60-53034" fmla="*/ 1582 h 4213"/>
                    <a:gd name="connsiteX61-53035" fmla="*/ 1832 w 2254"/>
                    <a:gd name="connsiteY61-53036" fmla="*/ 1776 h 4213"/>
                    <a:gd name="connsiteX62-53037" fmla="*/ 1713 w 2254"/>
                    <a:gd name="connsiteY62-53038" fmla="*/ 1904 h 4213"/>
                    <a:gd name="connsiteX63-53039" fmla="*/ 1706 w 2254"/>
                    <a:gd name="connsiteY63-53040" fmla="*/ 2018 h 4213"/>
                    <a:gd name="connsiteX64-53041" fmla="*/ 1766 w 2254"/>
                    <a:gd name="connsiteY64-53042" fmla="*/ 2115 h 4213"/>
                    <a:gd name="connsiteX65-53043" fmla="*/ 1868 w 2254"/>
                    <a:gd name="connsiteY65-53044" fmla="*/ 2183 h 4213"/>
                    <a:gd name="connsiteX66-53045" fmla="*/ 1945 w 2254"/>
                    <a:gd name="connsiteY66-53046" fmla="*/ 2178 h 4213"/>
                    <a:gd name="connsiteX67-53047" fmla="*/ 1990 w 2254"/>
                    <a:gd name="connsiteY67-53048" fmla="*/ 2104 h 4213"/>
                    <a:gd name="connsiteX68-53049" fmla="*/ 2024 w 2254"/>
                    <a:gd name="connsiteY68-53050" fmla="*/ 2210 h 4213"/>
                    <a:gd name="connsiteX69-53051" fmla="*/ 1912 w 2254"/>
                    <a:gd name="connsiteY69-53052" fmla="*/ 2249 h 4213"/>
                    <a:gd name="connsiteX70-53053" fmla="*/ 1959 w 2254"/>
                    <a:gd name="connsiteY70-53054" fmla="*/ 2362 h 4213"/>
                    <a:gd name="connsiteX71-53055" fmla="*/ 1824 w 2254"/>
                    <a:gd name="connsiteY71-53056" fmla="*/ 2509 h 4213"/>
                    <a:gd name="connsiteX72-53057" fmla="*/ 1783 w 2254"/>
                    <a:gd name="connsiteY72-53058" fmla="*/ 2498 h 4213"/>
                    <a:gd name="connsiteX73-53059" fmla="*/ 1659 w 2254"/>
                    <a:gd name="connsiteY73-53060" fmla="*/ 2413 h 4213"/>
                    <a:gd name="connsiteX74-53061" fmla="*/ 1604 w 2254"/>
                    <a:gd name="connsiteY74-53062" fmla="*/ 2412 h 4213"/>
                    <a:gd name="connsiteX75-53063" fmla="*/ 1569 w 2254"/>
                    <a:gd name="connsiteY75-53064" fmla="*/ 2480 h 4213"/>
                    <a:gd name="connsiteX76-53065" fmla="*/ 1572 w 2254"/>
                    <a:gd name="connsiteY76-53066" fmla="*/ 2562 h 4213"/>
                    <a:gd name="connsiteX77-53067" fmla="*/ 1750 w 2254"/>
                    <a:gd name="connsiteY77-53068" fmla="*/ 2730 h 4213"/>
                    <a:gd name="connsiteX78-53069" fmla="*/ 1749 w 2254"/>
                    <a:gd name="connsiteY78-53070" fmla="*/ 2844 h 4213"/>
                    <a:gd name="connsiteX79-53071" fmla="*/ 1840 w 2254"/>
                    <a:gd name="connsiteY79-53072" fmla="*/ 3060 h 4213"/>
                    <a:gd name="connsiteX80-53073" fmla="*/ 1866 w 2254"/>
                    <a:gd name="connsiteY80-53074" fmla="*/ 3090 h 4213"/>
                    <a:gd name="connsiteX81-53075" fmla="*/ 1910 w 2254"/>
                    <a:gd name="connsiteY81-53076" fmla="*/ 3094 h 4213"/>
                    <a:gd name="connsiteX82-53077" fmla="*/ 1956 w 2254"/>
                    <a:gd name="connsiteY82-53078" fmla="*/ 3010 h 4213"/>
                    <a:gd name="connsiteX83-53079" fmla="*/ 2036 w 2254"/>
                    <a:gd name="connsiteY83-53080" fmla="*/ 2950 h 4213"/>
                    <a:gd name="connsiteX84-53081" fmla="*/ 2131 w 2254"/>
                    <a:gd name="connsiteY84-53082" fmla="*/ 3126 h 4213"/>
                    <a:gd name="connsiteX85-53083" fmla="*/ 2241 w 2254"/>
                    <a:gd name="connsiteY85-53084" fmla="*/ 3312 h 4213"/>
                    <a:gd name="connsiteX86-53085" fmla="*/ 2254 w 2254"/>
                    <a:gd name="connsiteY86-53086" fmla="*/ 3342 h 4213"/>
                    <a:gd name="connsiteX87-53087" fmla="*/ 2243 w 2254"/>
                    <a:gd name="connsiteY87-53088" fmla="*/ 3518 h 4213"/>
                    <a:gd name="connsiteX88-53089" fmla="*/ 2208 w 2254"/>
                    <a:gd name="connsiteY88-53090" fmla="*/ 3554 h 4213"/>
                    <a:gd name="connsiteX89-53091" fmla="*/ 2119 w 2254"/>
                    <a:gd name="connsiteY89-53092" fmla="*/ 3515 h 4213"/>
                    <a:gd name="connsiteX90-53093" fmla="*/ 1885 w 2254"/>
                    <a:gd name="connsiteY90-53094" fmla="*/ 3644 h 4213"/>
                    <a:gd name="connsiteX91-53095" fmla="*/ 1859 w 2254"/>
                    <a:gd name="connsiteY91-53096" fmla="*/ 3666 h 4213"/>
                    <a:gd name="connsiteX92-53097" fmla="*/ 1679 w 2254"/>
                    <a:gd name="connsiteY92-53098" fmla="*/ 3812 h 4213"/>
                    <a:gd name="connsiteX93-53099" fmla="*/ 1538 w 2254"/>
                    <a:gd name="connsiteY93-53100" fmla="*/ 3926 h 4213"/>
                    <a:gd name="connsiteX94-53101" fmla="*/ 1503 w 2254"/>
                    <a:gd name="connsiteY94-53102" fmla="*/ 3965 h 4213"/>
                    <a:gd name="connsiteX95-53103" fmla="*/ 1451 w 2254"/>
                    <a:gd name="connsiteY95-53104" fmla="*/ 3973 h 4213"/>
                    <a:gd name="connsiteX96-53105" fmla="*/ 1394 w 2254"/>
                    <a:gd name="connsiteY96-53106" fmla="*/ 3916 h 4213"/>
                    <a:gd name="connsiteX97-53107" fmla="*/ 1270 w 2254"/>
                    <a:gd name="connsiteY97-53108" fmla="*/ 3808 h 4213"/>
                    <a:gd name="connsiteX98-53109" fmla="*/ 1294 w 2254"/>
                    <a:gd name="connsiteY98-53110" fmla="*/ 4064 h 4213"/>
                    <a:gd name="connsiteX99-53111" fmla="*/ 1303 w 2254"/>
                    <a:gd name="connsiteY99-53112" fmla="*/ 4192 h 4213"/>
                    <a:gd name="connsiteX100-53113" fmla="*/ 1041 w 2254"/>
                    <a:gd name="connsiteY100-53114" fmla="*/ 4166 h 4213"/>
                    <a:gd name="connsiteX101-53115" fmla="*/ 959 w 2254"/>
                    <a:gd name="connsiteY101-53116" fmla="*/ 3987 h 4213"/>
                    <a:gd name="connsiteX102-53117" fmla="*/ 877 w 2254"/>
                    <a:gd name="connsiteY102-53118" fmla="*/ 3802 h 4213"/>
                    <a:gd name="connsiteX103-53119" fmla="*/ 798 w 2254"/>
                    <a:gd name="connsiteY103-53120" fmla="*/ 3734 h 4213"/>
                    <a:gd name="connsiteX0-53121" fmla="*/ 798 w 2254"/>
                    <a:gd name="connsiteY0-53122" fmla="*/ 3734 h 4213"/>
                    <a:gd name="connsiteX1-53123" fmla="*/ 679 w 2254"/>
                    <a:gd name="connsiteY1-53124" fmla="*/ 3800 h 4213"/>
                    <a:gd name="connsiteX2-53125" fmla="*/ 695 w 2254"/>
                    <a:gd name="connsiteY2-53126" fmla="*/ 3662 h 4213"/>
                    <a:gd name="connsiteX3-53127" fmla="*/ 633 w 2254"/>
                    <a:gd name="connsiteY3-53128" fmla="*/ 3500 h 4213"/>
                    <a:gd name="connsiteX4-53129" fmla="*/ 742 w 2254"/>
                    <a:gd name="connsiteY4-53130" fmla="*/ 3280 h 4213"/>
                    <a:gd name="connsiteX5-53131" fmla="*/ 932 w 2254"/>
                    <a:gd name="connsiteY5-53132" fmla="*/ 3195 h 4213"/>
                    <a:gd name="connsiteX6-53133" fmla="*/ 1107 w 2254"/>
                    <a:gd name="connsiteY6-53134" fmla="*/ 3058 h 4213"/>
                    <a:gd name="connsiteX7-53135" fmla="*/ 1159 w 2254"/>
                    <a:gd name="connsiteY7-53136" fmla="*/ 2932 h 4213"/>
                    <a:gd name="connsiteX8-53137" fmla="*/ 1169 w 2254"/>
                    <a:gd name="connsiteY8-53138" fmla="*/ 2932 h 4213"/>
                    <a:gd name="connsiteX9-53139" fmla="*/ 1215 w 2254"/>
                    <a:gd name="connsiteY9-53140" fmla="*/ 2615 h 4213"/>
                    <a:gd name="connsiteX10-53141" fmla="*/ 1184 w 2254"/>
                    <a:gd name="connsiteY10-53142" fmla="*/ 2346 h 4213"/>
                    <a:gd name="connsiteX11-53143" fmla="*/ 1068 w 2254"/>
                    <a:gd name="connsiteY11-53144" fmla="*/ 2333 h 4213"/>
                    <a:gd name="connsiteX12-53145" fmla="*/ 1066 w 2254"/>
                    <a:gd name="connsiteY12-53146" fmla="*/ 2117 h 4213"/>
                    <a:gd name="connsiteX13-53147" fmla="*/ 990 w 2254"/>
                    <a:gd name="connsiteY13-53148" fmla="*/ 2039 h 4213"/>
                    <a:gd name="connsiteX14-53149" fmla="*/ 847 w 2254"/>
                    <a:gd name="connsiteY14-53150" fmla="*/ 1951 h 4213"/>
                    <a:gd name="connsiteX15-53151" fmla="*/ 755 w 2254"/>
                    <a:gd name="connsiteY15-53152" fmla="*/ 1827 h 4213"/>
                    <a:gd name="connsiteX16-53153" fmla="*/ 659 w 2254"/>
                    <a:gd name="connsiteY16-53154" fmla="*/ 1828 h 4213"/>
                    <a:gd name="connsiteX17-53155" fmla="*/ 614 w 2254"/>
                    <a:gd name="connsiteY17-53156" fmla="*/ 1883 h 4213"/>
                    <a:gd name="connsiteX18-53157" fmla="*/ 521 w 2254"/>
                    <a:gd name="connsiteY18-53158" fmla="*/ 1877 h 4213"/>
                    <a:gd name="connsiteX19-53159" fmla="*/ 501 w 2254"/>
                    <a:gd name="connsiteY19-53160" fmla="*/ 1994 h 4213"/>
                    <a:gd name="connsiteX20-53161" fmla="*/ 320 w 2254"/>
                    <a:gd name="connsiteY20-53162" fmla="*/ 1941 h 4213"/>
                    <a:gd name="connsiteX21-53163" fmla="*/ 237 w 2254"/>
                    <a:gd name="connsiteY21-53164" fmla="*/ 1939 h 4213"/>
                    <a:gd name="connsiteX22-53165" fmla="*/ 112 w 2254"/>
                    <a:gd name="connsiteY22-53166" fmla="*/ 2014 h 4213"/>
                    <a:gd name="connsiteX23-53167" fmla="*/ 0 w 2254"/>
                    <a:gd name="connsiteY23-53168" fmla="*/ 1890 h 4213"/>
                    <a:gd name="connsiteX24-53169" fmla="*/ 94 w 2254"/>
                    <a:gd name="connsiteY24-53170" fmla="*/ 1804 h 4213"/>
                    <a:gd name="connsiteX25-53171" fmla="*/ 98 w 2254"/>
                    <a:gd name="connsiteY25-53172" fmla="*/ 1634 h 4213"/>
                    <a:gd name="connsiteX26-53173" fmla="*/ 153 w 2254"/>
                    <a:gd name="connsiteY26-53174" fmla="*/ 1514 h 4213"/>
                    <a:gd name="connsiteX27-53175" fmla="*/ 196 w 2254"/>
                    <a:gd name="connsiteY27-53176" fmla="*/ 1306 h 4213"/>
                    <a:gd name="connsiteX28-53177" fmla="*/ 256 w 2254"/>
                    <a:gd name="connsiteY28-53178" fmla="*/ 1307 h 4213"/>
                    <a:gd name="connsiteX29-53179" fmla="*/ 579 w 2254"/>
                    <a:gd name="connsiteY29-53180" fmla="*/ 1286 h 4213"/>
                    <a:gd name="connsiteX30-53181" fmla="*/ 753 w 2254"/>
                    <a:gd name="connsiteY30-53182" fmla="*/ 1117 h 4213"/>
                    <a:gd name="connsiteX31-53183" fmla="*/ 822 w 2254"/>
                    <a:gd name="connsiteY31-53184" fmla="*/ 748 h 4213"/>
                    <a:gd name="connsiteX32-53185" fmla="*/ 932 w 2254"/>
                    <a:gd name="connsiteY32-53186" fmla="*/ 486 h 4213"/>
                    <a:gd name="connsiteX33-53187" fmla="*/ 930 w 2254"/>
                    <a:gd name="connsiteY33-53188" fmla="*/ 358 h 4213"/>
                    <a:gd name="connsiteX34-53189" fmla="*/ 917 w 2254"/>
                    <a:gd name="connsiteY34-53190" fmla="*/ 328 h 4213"/>
                    <a:gd name="connsiteX35-53191" fmla="*/ 850 w 2254"/>
                    <a:gd name="connsiteY35-53192" fmla="*/ 251 h 4213"/>
                    <a:gd name="connsiteX36-53193" fmla="*/ 790 w 2254"/>
                    <a:gd name="connsiteY36-53194" fmla="*/ 217 h 4213"/>
                    <a:gd name="connsiteX37-53195" fmla="*/ 915 w 2254"/>
                    <a:gd name="connsiteY37-53196" fmla="*/ 56 h 4213"/>
                    <a:gd name="connsiteX38-53197" fmla="*/ 1088 w 2254"/>
                    <a:gd name="connsiteY38-53198" fmla="*/ 2 h 4213"/>
                    <a:gd name="connsiteX39-53199" fmla="*/ 1120 w 2254"/>
                    <a:gd name="connsiteY39-53200" fmla="*/ 49 h 4213"/>
                    <a:gd name="connsiteX40-53201" fmla="*/ 1110 w 2254"/>
                    <a:gd name="connsiteY40-53202" fmla="*/ 133 h 4213"/>
                    <a:gd name="connsiteX41-53203" fmla="*/ 1049 w 2254"/>
                    <a:gd name="connsiteY41-53204" fmla="*/ 243 h 4213"/>
                    <a:gd name="connsiteX42-53205" fmla="*/ 1119 w 2254"/>
                    <a:gd name="connsiteY42-53206" fmla="*/ 301 h 4213"/>
                    <a:gd name="connsiteX43-53207" fmla="*/ 1233 w 2254"/>
                    <a:gd name="connsiteY43-53208" fmla="*/ 366 h 4213"/>
                    <a:gd name="connsiteX44-53209" fmla="*/ 1253 w 2254"/>
                    <a:gd name="connsiteY44-53210" fmla="*/ 255 h 4213"/>
                    <a:gd name="connsiteX45-53211" fmla="*/ 1387 w 2254"/>
                    <a:gd name="connsiteY45-53212" fmla="*/ 291 h 4213"/>
                    <a:gd name="connsiteX46-53213" fmla="*/ 1412 w 2254"/>
                    <a:gd name="connsiteY46-53214" fmla="*/ 331 h 4213"/>
                    <a:gd name="connsiteX47-53215" fmla="*/ 1488 w 2254"/>
                    <a:gd name="connsiteY47-53216" fmla="*/ 562 h 4213"/>
                    <a:gd name="connsiteX48-53217" fmla="*/ 1523 w 2254"/>
                    <a:gd name="connsiteY48-53218" fmla="*/ 586 h 4213"/>
                    <a:gd name="connsiteX49-53219" fmla="*/ 1615 w 2254"/>
                    <a:gd name="connsiteY49-53220" fmla="*/ 578 h 4213"/>
                    <a:gd name="connsiteX50-53221" fmla="*/ 1875 w 2254"/>
                    <a:gd name="connsiteY50-53222" fmla="*/ 490 h 4213"/>
                    <a:gd name="connsiteX51-53223" fmla="*/ 2095 w 2254"/>
                    <a:gd name="connsiteY51-53224" fmla="*/ 479 h 4213"/>
                    <a:gd name="connsiteX52-53225" fmla="*/ 2155 w 2254"/>
                    <a:gd name="connsiteY52-53226" fmla="*/ 648 h 4213"/>
                    <a:gd name="connsiteX53-53227" fmla="*/ 2073 w 2254"/>
                    <a:gd name="connsiteY53-53228" fmla="*/ 944 h 4213"/>
                    <a:gd name="connsiteX54-53229" fmla="*/ 2073 w 2254"/>
                    <a:gd name="connsiteY54-53230" fmla="*/ 1022 h 4213"/>
                    <a:gd name="connsiteX55-53231" fmla="*/ 2142 w 2254"/>
                    <a:gd name="connsiteY55-53232" fmla="*/ 1168 h 4213"/>
                    <a:gd name="connsiteX56-53233" fmla="*/ 2157 w 2254"/>
                    <a:gd name="connsiteY56-53234" fmla="*/ 1427 h 4213"/>
                    <a:gd name="connsiteX57-53235" fmla="*/ 2159 w 2254"/>
                    <a:gd name="connsiteY57-53236" fmla="*/ 1617 h 4213"/>
                    <a:gd name="connsiteX58-53237" fmla="*/ 2092 w 2254"/>
                    <a:gd name="connsiteY58-53238" fmla="*/ 1625 h 4213"/>
                    <a:gd name="connsiteX59-53239" fmla="*/ 2070 w 2254"/>
                    <a:gd name="connsiteY59-53240" fmla="*/ 1507 h 4213"/>
                    <a:gd name="connsiteX60-53241" fmla="*/ 2035 w 2254"/>
                    <a:gd name="connsiteY60-53242" fmla="*/ 1450 h 4213"/>
                    <a:gd name="connsiteX61-53243" fmla="*/ 1945 w 2254"/>
                    <a:gd name="connsiteY61-53244" fmla="*/ 1582 h 4213"/>
                    <a:gd name="connsiteX62-53245" fmla="*/ 1832 w 2254"/>
                    <a:gd name="connsiteY62-53246" fmla="*/ 1776 h 4213"/>
                    <a:gd name="connsiteX63-53247" fmla="*/ 1713 w 2254"/>
                    <a:gd name="connsiteY63-53248" fmla="*/ 1904 h 4213"/>
                    <a:gd name="connsiteX64-53249" fmla="*/ 1706 w 2254"/>
                    <a:gd name="connsiteY64-53250" fmla="*/ 2018 h 4213"/>
                    <a:gd name="connsiteX65-53251" fmla="*/ 1766 w 2254"/>
                    <a:gd name="connsiteY65-53252" fmla="*/ 2115 h 4213"/>
                    <a:gd name="connsiteX66-53253" fmla="*/ 1868 w 2254"/>
                    <a:gd name="connsiteY66-53254" fmla="*/ 2183 h 4213"/>
                    <a:gd name="connsiteX67-53255" fmla="*/ 1945 w 2254"/>
                    <a:gd name="connsiteY67-53256" fmla="*/ 2178 h 4213"/>
                    <a:gd name="connsiteX68-53257" fmla="*/ 1990 w 2254"/>
                    <a:gd name="connsiteY68-53258" fmla="*/ 2104 h 4213"/>
                    <a:gd name="connsiteX69-53259" fmla="*/ 2024 w 2254"/>
                    <a:gd name="connsiteY69-53260" fmla="*/ 2210 h 4213"/>
                    <a:gd name="connsiteX70-53261" fmla="*/ 1912 w 2254"/>
                    <a:gd name="connsiteY70-53262" fmla="*/ 2249 h 4213"/>
                    <a:gd name="connsiteX71-53263" fmla="*/ 1959 w 2254"/>
                    <a:gd name="connsiteY71-53264" fmla="*/ 2362 h 4213"/>
                    <a:gd name="connsiteX72-53265" fmla="*/ 1824 w 2254"/>
                    <a:gd name="connsiteY72-53266" fmla="*/ 2509 h 4213"/>
                    <a:gd name="connsiteX73-53267" fmla="*/ 1783 w 2254"/>
                    <a:gd name="connsiteY73-53268" fmla="*/ 2498 h 4213"/>
                    <a:gd name="connsiteX74-53269" fmla="*/ 1659 w 2254"/>
                    <a:gd name="connsiteY74-53270" fmla="*/ 2413 h 4213"/>
                    <a:gd name="connsiteX75-53271" fmla="*/ 1604 w 2254"/>
                    <a:gd name="connsiteY75-53272" fmla="*/ 2412 h 4213"/>
                    <a:gd name="connsiteX76-53273" fmla="*/ 1569 w 2254"/>
                    <a:gd name="connsiteY76-53274" fmla="*/ 2480 h 4213"/>
                    <a:gd name="connsiteX77-53275" fmla="*/ 1572 w 2254"/>
                    <a:gd name="connsiteY77-53276" fmla="*/ 2562 h 4213"/>
                    <a:gd name="connsiteX78-53277" fmla="*/ 1750 w 2254"/>
                    <a:gd name="connsiteY78-53278" fmla="*/ 2730 h 4213"/>
                    <a:gd name="connsiteX79-53279" fmla="*/ 1749 w 2254"/>
                    <a:gd name="connsiteY79-53280" fmla="*/ 2844 h 4213"/>
                    <a:gd name="connsiteX80-53281" fmla="*/ 1840 w 2254"/>
                    <a:gd name="connsiteY80-53282" fmla="*/ 3060 h 4213"/>
                    <a:gd name="connsiteX81-53283" fmla="*/ 1866 w 2254"/>
                    <a:gd name="connsiteY81-53284" fmla="*/ 3090 h 4213"/>
                    <a:gd name="connsiteX82-53285" fmla="*/ 1910 w 2254"/>
                    <a:gd name="connsiteY82-53286" fmla="*/ 3094 h 4213"/>
                    <a:gd name="connsiteX83-53287" fmla="*/ 1956 w 2254"/>
                    <a:gd name="connsiteY83-53288" fmla="*/ 3010 h 4213"/>
                    <a:gd name="connsiteX84-53289" fmla="*/ 2036 w 2254"/>
                    <a:gd name="connsiteY84-53290" fmla="*/ 2950 h 4213"/>
                    <a:gd name="connsiteX85-53291" fmla="*/ 2131 w 2254"/>
                    <a:gd name="connsiteY85-53292" fmla="*/ 3126 h 4213"/>
                    <a:gd name="connsiteX86-53293" fmla="*/ 2241 w 2254"/>
                    <a:gd name="connsiteY86-53294" fmla="*/ 3312 h 4213"/>
                    <a:gd name="connsiteX87-53295" fmla="*/ 2254 w 2254"/>
                    <a:gd name="connsiteY87-53296" fmla="*/ 3342 h 4213"/>
                    <a:gd name="connsiteX88-53297" fmla="*/ 2243 w 2254"/>
                    <a:gd name="connsiteY88-53298" fmla="*/ 3518 h 4213"/>
                    <a:gd name="connsiteX89-53299" fmla="*/ 2208 w 2254"/>
                    <a:gd name="connsiteY89-53300" fmla="*/ 3554 h 4213"/>
                    <a:gd name="connsiteX90-53301" fmla="*/ 2119 w 2254"/>
                    <a:gd name="connsiteY90-53302" fmla="*/ 3515 h 4213"/>
                    <a:gd name="connsiteX91-53303" fmla="*/ 1885 w 2254"/>
                    <a:gd name="connsiteY91-53304" fmla="*/ 3644 h 4213"/>
                    <a:gd name="connsiteX92-53305" fmla="*/ 1859 w 2254"/>
                    <a:gd name="connsiteY92-53306" fmla="*/ 3666 h 4213"/>
                    <a:gd name="connsiteX93-53307" fmla="*/ 1679 w 2254"/>
                    <a:gd name="connsiteY93-53308" fmla="*/ 3812 h 4213"/>
                    <a:gd name="connsiteX94-53309" fmla="*/ 1538 w 2254"/>
                    <a:gd name="connsiteY94-53310" fmla="*/ 3926 h 4213"/>
                    <a:gd name="connsiteX95-53311" fmla="*/ 1503 w 2254"/>
                    <a:gd name="connsiteY95-53312" fmla="*/ 3965 h 4213"/>
                    <a:gd name="connsiteX96-53313" fmla="*/ 1451 w 2254"/>
                    <a:gd name="connsiteY96-53314" fmla="*/ 3973 h 4213"/>
                    <a:gd name="connsiteX97-53315" fmla="*/ 1394 w 2254"/>
                    <a:gd name="connsiteY97-53316" fmla="*/ 3916 h 4213"/>
                    <a:gd name="connsiteX98-53317" fmla="*/ 1270 w 2254"/>
                    <a:gd name="connsiteY98-53318" fmla="*/ 3808 h 4213"/>
                    <a:gd name="connsiteX99-53319" fmla="*/ 1294 w 2254"/>
                    <a:gd name="connsiteY99-53320" fmla="*/ 4064 h 4213"/>
                    <a:gd name="connsiteX100-53321" fmla="*/ 1303 w 2254"/>
                    <a:gd name="connsiteY100-53322" fmla="*/ 4192 h 4213"/>
                    <a:gd name="connsiteX101-53323" fmla="*/ 1041 w 2254"/>
                    <a:gd name="connsiteY101-53324" fmla="*/ 4166 h 4213"/>
                    <a:gd name="connsiteX102-53325" fmla="*/ 959 w 2254"/>
                    <a:gd name="connsiteY102-53326" fmla="*/ 3987 h 4213"/>
                    <a:gd name="connsiteX103-53327" fmla="*/ 877 w 2254"/>
                    <a:gd name="connsiteY103-53328" fmla="*/ 3802 h 4213"/>
                    <a:gd name="connsiteX104-53329" fmla="*/ 798 w 2254"/>
                    <a:gd name="connsiteY104-53330" fmla="*/ 3734 h 4213"/>
                    <a:gd name="connsiteX0-53331" fmla="*/ 798 w 2254"/>
                    <a:gd name="connsiteY0-53332" fmla="*/ 3734 h 4213"/>
                    <a:gd name="connsiteX1-53333" fmla="*/ 679 w 2254"/>
                    <a:gd name="connsiteY1-53334" fmla="*/ 3800 h 4213"/>
                    <a:gd name="connsiteX2-53335" fmla="*/ 695 w 2254"/>
                    <a:gd name="connsiteY2-53336" fmla="*/ 3662 h 4213"/>
                    <a:gd name="connsiteX3-53337" fmla="*/ 633 w 2254"/>
                    <a:gd name="connsiteY3-53338" fmla="*/ 3500 h 4213"/>
                    <a:gd name="connsiteX4-53339" fmla="*/ 742 w 2254"/>
                    <a:gd name="connsiteY4-53340" fmla="*/ 3280 h 4213"/>
                    <a:gd name="connsiteX5-53341" fmla="*/ 932 w 2254"/>
                    <a:gd name="connsiteY5-53342" fmla="*/ 3195 h 4213"/>
                    <a:gd name="connsiteX6-53343" fmla="*/ 1107 w 2254"/>
                    <a:gd name="connsiteY6-53344" fmla="*/ 3058 h 4213"/>
                    <a:gd name="connsiteX7-53345" fmla="*/ 1159 w 2254"/>
                    <a:gd name="connsiteY7-53346" fmla="*/ 2932 h 4213"/>
                    <a:gd name="connsiteX8-53347" fmla="*/ 1169 w 2254"/>
                    <a:gd name="connsiteY8-53348" fmla="*/ 2932 h 4213"/>
                    <a:gd name="connsiteX9-53349" fmla="*/ 1107 w 2254"/>
                    <a:gd name="connsiteY9-53350" fmla="*/ 2860 h 4213"/>
                    <a:gd name="connsiteX10-53351" fmla="*/ 1215 w 2254"/>
                    <a:gd name="connsiteY10-53352" fmla="*/ 2615 h 4213"/>
                    <a:gd name="connsiteX11-53353" fmla="*/ 1184 w 2254"/>
                    <a:gd name="connsiteY11-53354" fmla="*/ 2346 h 4213"/>
                    <a:gd name="connsiteX12-53355" fmla="*/ 1068 w 2254"/>
                    <a:gd name="connsiteY12-53356" fmla="*/ 2333 h 4213"/>
                    <a:gd name="connsiteX13-53357" fmla="*/ 1066 w 2254"/>
                    <a:gd name="connsiteY13-53358" fmla="*/ 2117 h 4213"/>
                    <a:gd name="connsiteX14-53359" fmla="*/ 990 w 2254"/>
                    <a:gd name="connsiteY14-53360" fmla="*/ 2039 h 4213"/>
                    <a:gd name="connsiteX15-53361" fmla="*/ 847 w 2254"/>
                    <a:gd name="connsiteY15-53362" fmla="*/ 1951 h 4213"/>
                    <a:gd name="connsiteX16-53363" fmla="*/ 755 w 2254"/>
                    <a:gd name="connsiteY16-53364" fmla="*/ 1827 h 4213"/>
                    <a:gd name="connsiteX17-53365" fmla="*/ 659 w 2254"/>
                    <a:gd name="connsiteY17-53366" fmla="*/ 1828 h 4213"/>
                    <a:gd name="connsiteX18-53367" fmla="*/ 614 w 2254"/>
                    <a:gd name="connsiteY18-53368" fmla="*/ 1883 h 4213"/>
                    <a:gd name="connsiteX19-53369" fmla="*/ 521 w 2254"/>
                    <a:gd name="connsiteY19-53370" fmla="*/ 1877 h 4213"/>
                    <a:gd name="connsiteX20-53371" fmla="*/ 501 w 2254"/>
                    <a:gd name="connsiteY20-53372" fmla="*/ 1994 h 4213"/>
                    <a:gd name="connsiteX21-53373" fmla="*/ 320 w 2254"/>
                    <a:gd name="connsiteY21-53374" fmla="*/ 1941 h 4213"/>
                    <a:gd name="connsiteX22-53375" fmla="*/ 237 w 2254"/>
                    <a:gd name="connsiteY22-53376" fmla="*/ 1939 h 4213"/>
                    <a:gd name="connsiteX23-53377" fmla="*/ 112 w 2254"/>
                    <a:gd name="connsiteY23-53378" fmla="*/ 2014 h 4213"/>
                    <a:gd name="connsiteX24-53379" fmla="*/ 0 w 2254"/>
                    <a:gd name="connsiteY24-53380" fmla="*/ 1890 h 4213"/>
                    <a:gd name="connsiteX25-53381" fmla="*/ 94 w 2254"/>
                    <a:gd name="connsiteY25-53382" fmla="*/ 1804 h 4213"/>
                    <a:gd name="connsiteX26-53383" fmla="*/ 98 w 2254"/>
                    <a:gd name="connsiteY26-53384" fmla="*/ 1634 h 4213"/>
                    <a:gd name="connsiteX27-53385" fmla="*/ 153 w 2254"/>
                    <a:gd name="connsiteY27-53386" fmla="*/ 1514 h 4213"/>
                    <a:gd name="connsiteX28-53387" fmla="*/ 196 w 2254"/>
                    <a:gd name="connsiteY28-53388" fmla="*/ 1306 h 4213"/>
                    <a:gd name="connsiteX29-53389" fmla="*/ 256 w 2254"/>
                    <a:gd name="connsiteY29-53390" fmla="*/ 1307 h 4213"/>
                    <a:gd name="connsiteX30-53391" fmla="*/ 579 w 2254"/>
                    <a:gd name="connsiteY30-53392" fmla="*/ 1286 h 4213"/>
                    <a:gd name="connsiteX31-53393" fmla="*/ 753 w 2254"/>
                    <a:gd name="connsiteY31-53394" fmla="*/ 1117 h 4213"/>
                    <a:gd name="connsiteX32-53395" fmla="*/ 822 w 2254"/>
                    <a:gd name="connsiteY32-53396" fmla="*/ 748 h 4213"/>
                    <a:gd name="connsiteX33-53397" fmla="*/ 932 w 2254"/>
                    <a:gd name="connsiteY33-53398" fmla="*/ 486 h 4213"/>
                    <a:gd name="connsiteX34-53399" fmla="*/ 930 w 2254"/>
                    <a:gd name="connsiteY34-53400" fmla="*/ 358 h 4213"/>
                    <a:gd name="connsiteX35-53401" fmla="*/ 917 w 2254"/>
                    <a:gd name="connsiteY35-53402" fmla="*/ 328 h 4213"/>
                    <a:gd name="connsiteX36-53403" fmla="*/ 850 w 2254"/>
                    <a:gd name="connsiteY36-53404" fmla="*/ 251 h 4213"/>
                    <a:gd name="connsiteX37-53405" fmla="*/ 790 w 2254"/>
                    <a:gd name="connsiteY37-53406" fmla="*/ 217 h 4213"/>
                    <a:gd name="connsiteX38-53407" fmla="*/ 915 w 2254"/>
                    <a:gd name="connsiteY38-53408" fmla="*/ 56 h 4213"/>
                    <a:gd name="connsiteX39-53409" fmla="*/ 1088 w 2254"/>
                    <a:gd name="connsiteY39-53410" fmla="*/ 2 h 4213"/>
                    <a:gd name="connsiteX40-53411" fmla="*/ 1120 w 2254"/>
                    <a:gd name="connsiteY40-53412" fmla="*/ 49 h 4213"/>
                    <a:gd name="connsiteX41-53413" fmla="*/ 1110 w 2254"/>
                    <a:gd name="connsiteY41-53414" fmla="*/ 133 h 4213"/>
                    <a:gd name="connsiteX42-53415" fmla="*/ 1049 w 2254"/>
                    <a:gd name="connsiteY42-53416" fmla="*/ 243 h 4213"/>
                    <a:gd name="connsiteX43-53417" fmla="*/ 1119 w 2254"/>
                    <a:gd name="connsiteY43-53418" fmla="*/ 301 h 4213"/>
                    <a:gd name="connsiteX44-53419" fmla="*/ 1233 w 2254"/>
                    <a:gd name="connsiteY44-53420" fmla="*/ 366 h 4213"/>
                    <a:gd name="connsiteX45-53421" fmla="*/ 1253 w 2254"/>
                    <a:gd name="connsiteY45-53422" fmla="*/ 255 h 4213"/>
                    <a:gd name="connsiteX46-53423" fmla="*/ 1387 w 2254"/>
                    <a:gd name="connsiteY46-53424" fmla="*/ 291 h 4213"/>
                    <a:gd name="connsiteX47-53425" fmla="*/ 1412 w 2254"/>
                    <a:gd name="connsiteY47-53426" fmla="*/ 331 h 4213"/>
                    <a:gd name="connsiteX48-53427" fmla="*/ 1488 w 2254"/>
                    <a:gd name="connsiteY48-53428" fmla="*/ 562 h 4213"/>
                    <a:gd name="connsiteX49-53429" fmla="*/ 1523 w 2254"/>
                    <a:gd name="connsiteY49-53430" fmla="*/ 586 h 4213"/>
                    <a:gd name="connsiteX50-53431" fmla="*/ 1615 w 2254"/>
                    <a:gd name="connsiteY50-53432" fmla="*/ 578 h 4213"/>
                    <a:gd name="connsiteX51-53433" fmla="*/ 1875 w 2254"/>
                    <a:gd name="connsiteY51-53434" fmla="*/ 490 h 4213"/>
                    <a:gd name="connsiteX52-53435" fmla="*/ 2095 w 2254"/>
                    <a:gd name="connsiteY52-53436" fmla="*/ 479 h 4213"/>
                    <a:gd name="connsiteX53-53437" fmla="*/ 2155 w 2254"/>
                    <a:gd name="connsiteY53-53438" fmla="*/ 648 h 4213"/>
                    <a:gd name="connsiteX54-53439" fmla="*/ 2073 w 2254"/>
                    <a:gd name="connsiteY54-53440" fmla="*/ 944 h 4213"/>
                    <a:gd name="connsiteX55-53441" fmla="*/ 2073 w 2254"/>
                    <a:gd name="connsiteY55-53442" fmla="*/ 1022 h 4213"/>
                    <a:gd name="connsiteX56-53443" fmla="*/ 2142 w 2254"/>
                    <a:gd name="connsiteY56-53444" fmla="*/ 1168 h 4213"/>
                    <a:gd name="connsiteX57-53445" fmla="*/ 2157 w 2254"/>
                    <a:gd name="connsiteY57-53446" fmla="*/ 1427 h 4213"/>
                    <a:gd name="connsiteX58-53447" fmla="*/ 2159 w 2254"/>
                    <a:gd name="connsiteY58-53448" fmla="*/ 1617 h 4213"/>
                    <a:gd name="connsiteX59-53449" fmla="*/ 2092 w 2254"/>
                    <a:gd name="connsiteY59-53450" fmla="*/ 1625 h 4213"/>
                    <a:gd name="connsiteX60-53451" fmla="*/ 2070 w 2254"/>
                    <a:gd name="connsiteY60-53452" fmla="*/ 1507 h 4213"/>
                    <a:gd name="connsiteX61-53453" fmla="*/ 2035 w 2254"/>
                    <a:gd name="connsiteY61-53454" fmla="*/ 1450 h 4213"/>
                    <a:gd name="connsiteX62-53455" fmla="*/ 1945 w 2254"/>
                    <a:gd name="connsiteY62-53456" fmla="*/ 1582 h 4213"/>
                    <a:gd name="connsiteX63-53457" fmla="*/ 1832 w 2254"/>
                    <a:gd name="connsiteY63-53458" fmla="*/ 1776 h 4213"/>
                    <a:gd name="connsiteX64-53459" fmla="*/ 1713 w 2254"/>
                    <a:gd name="connsiteY64-53460" fmla="*/ 1904 h 4213"/>
                    <a:gd name="connsiteX65-53461" fmla="*/ 1706 w 2254"/>
                    <a:gd name="connsiteY65-53462" fmla="*/ 2018 h 4213"/>
                    <a:gd name="connsiteX66-53463" fmla="*/ 1766 w 2254"/>
                    <a:gd name="connsiteY66-53464" fmla="*/ 2115 h 4213"/>
                    <a:gd name="connsiteX67-53465" fmla="*/ 1868 w 2254"/>
                    <a:gd name="connsiteY67-53466" fmla="*/ 2183 h 4213"/>
                    <a:gd name="connsiteX68-53467" fmla="*/ 1945 w 2254"/>
                    <a:gd name="connsiteY68-53468" fmla="*/ 2178 h 4213"/>
                    <a:gd name="connsiteX69-53469" fmla="*/ 1990 w 2254"/>
                    <a:gd name="connsiteY69-53470" fmla="*/ 2104 h 4213"/>
                    <a:gd name="connsiteX70-53471" fmla="*/ 2024 w 2254"/>
                    <a:gd name="connsiteY70-53472" fmla="*/ 2210 h 4213"/>
                    <a:gd name="connsiteX71-53473" fmla="*/ 1912 w 2254"/>
                    <a:gd name="connsiteY71-53474" fmla="*/ 2249 h 4213"/>
                    <a:gd name="connsiteX72-53475" fmla="*/ 1959 w 2254"/>
                    <a:gd name="connsiteY72-53476" fmla="*/ 2362 h 4213"/>
                    <a:gd name="connsiteX73-53477" fmla="*/ 1824 w 2254"/>
                    <a:gd name="connsiteY73-53478" fmla="*/ 2509 h 4213"/>
                    <a:gd name="connsiteX74-53479" fmla="*/ 1783 w 2254"/>
                    <a:gd name="connsiteY74-53480" fmla="*/ 2498 h 4213"/>
                    <a:gd name="connsiteX75-53481" fmla="*/ 1659 w 2254"/>
                    <a:gd name="connsiteY75-53482" fmla="*/ 2413 h 4213"/>
                    <a:gd name="connsiteX76-53483" fmla="*/ 1604 w 2254"/>
                    <a:gd name="connsiteY76-53484" fmla="*/ 2412 h 4213"/>
                    <a:gd name="connsiteX77-53485" fmla="*/ 1569 w 2254"/>
                    <a:gd name="connsiteY77-53486" fmla="*/ 2480 h 4213"/>
                    <a:gd name="connsiteX78-53487" fmla="*/ 1572 w 2254"/>
                    <a:gd name="connsiteY78-53488" fmla="*/ 2562 h 4213"/>
                    <a:gd name="connsiteX79-53489" fmla="*/ 1750 w 2254"/>
                    <a:gd name="connsiteY79-53490" fmla="*/ 2730 h 4213"/>
                    <a:gd name="connsiteX80-53491" fmla="*/ 1749 w 2254"/>
                    <a:gd name="connsiteY80-53492" fmla="*/ 2844 h 4213"/>
                    <a:gd name="connsiteX81-53493" fmla="*/ 1840 w 2254"/>
                    <a:gd name="connsiteY81-53494" fmla="*/ 3060 h 4213"/>
                    <a:gd name="connsiteX82-53495" fmla="*/ 1866 w 2254"/>
                    <a:gd name="connsiteY82-53496" fmla="*/ 3090 h 4213"/>
                    <a:gd name="connsiteX83-53497" fmla="*/ 1910 w 2254"/>
                    <a:gd name="connsiteY83-53498" fmla="*/ 3094 h 4213"/>
                    <a:gd name="connsiteX84-53499" fmla="*/ 1956 w 2254"/>
                    <a:gd name="connsiteY84-53500" fmla="*/ 3010 h 4213"/>
                    <a:gd name="connsiteX85-53501" fmla="*/ 2036 w 2254"/>
                    <a:gd name="connsiteY85-53502" fmla="*/ 2950 h 4213"/>
                    <a:gd name="connsiteX86-53503" fmla="*/ 2131 w 2254"/>
                    <a:gd name="connsiteY86-53504" fmla="*/ 3126 h 4213"/>
                    <a:gd name="connsiteX87-53505" fmla="*/ 2241 w 2254"/>
                    <a:gd name="connsiteY87-53506" fmla="*/ 3312 h 4213"/>
                    <a:gd name="connsiteX88-53507" fmla="*/ 2254 w 2254"/>
                    <a:gd name="connsiteY88-53508" fmla="*/ 3342 h 4213"/>
                    <a:gd name="connsiteX89-53509" fmla="*/ 2243 w 2254"/>
                    <a:gd name="connsiteY89-53510" fmla="*/ 3518 h 4213"/>
                    <a:gd name="connsiteX90-53511" fmla="*/ 2208 w 2254"/>
                    <a:gd name="connsiteY90-53512" fmla="*/ 3554 h 4213"/>
                    <a:gd name="connsiteX91-53513" fmla="*/ 2119 w 2254"/>
                    <a:gd name="connsiteY91-53514" fmla="*/ 3515 h 4213"/>
                    <a:gd name="connsiteX92-53515" fmla="*/ 1885 w 2254"/>
                    <a:gd name="connsiteY92-53516" fmla="*/ 3644 h 4213"/>
                    <a:gd name="connsiteX93-53517" fmla="*/ 1859 w 2254"/>
                    <a:gd name="connsiteY93-53518" fmla="*/ 3666 h 4213"/>
                    <a:gd name="connsiteX94-53519" fmla="*/ 1679 w 2254"/>
                    <a:gd name="connsiteY94-53520" fmla="*/ 3812 h 4213"/>
                    <a:gd name="connsiteX95-53521" fmla="*/ 1538 w 2254"/>
                    <a:gd name="connsiteY95-53522" fmla="*/ 3926 h 4213"/>
                    <a:gd name="connsiteX96-53523" fmla="*/ 1503 w 2254"/>
                    <a:gd name="connsiteY96-53524" fmla="*/ 3965 h 4213"/>
                    <a:gd name="connsiteX97-53525" fmla="*/ 1451 w 2254"/>
                    <a:gd name="connsiteY97-53526" fmla="*/ 3973 h 4213"/>
                    <a:gd name="connsiteX98-53527" fmla="*/ 1394 w 2254"/>
                    <a:gd name="connsiteY98-53528" fmla="*/ 3916 h 4213"/>
                    <a:gd name="connsiteX99-53529" fmla="*/ 1270 w 2254"/>
                    <a:gd name="connsiteY99-53530" fmla="*/ 3808 h 4213"/>
                    <a:gd name="connsiteX100-53531" fmla="*/ 1294 w 2254"/>
                    <a:gd name="connsiteY100-53532" fmla="*/ 4064 h 4213"/>
                    <a:gd name="connsiteX101-53533" fmla="*/ 1303 w 2254"/>
                    <a:gd name="connsiteY101-53534" fmla="*/ 4192 h 4213"/>
                    <a:gd name="connsiteX102-53535" fmla="*/ 1041 w 2254"/>
                    <a:gd name="connsiteY102-53536" fmla="*/ 4166 h 4213"/>
                    <a:gd name="connsiteX103-53537" fmla="*/ 959 w 2254"/>
                    <a:gd name="connsiteY103-53538" fmla="*/ 3987 h 4213"/>
                    <a:gd name="connsiteX104-53539" fmla="*/ 877 w 2254"/>
                    <a:gd name="connsiteY104-53540" fmla="*/ 3802 h 4213"/>
                    <a:gd name="connsiteX105-53541" fmla="*/ 798 w 2254"/>
                    <a:gd name="connsiteY105-53542" fmla="*/ 3734 h 4213"/>
                    <a:gd name="connsiteX0-53543" fmla="*/ 798 w 2254"/>
                    <a:gd name="connsiteY0-53544" fmla="*/ 3734 h 4213"/>
                    <a:gd name="connsiteX1-53545" fmla="*/ 679 w 2254"/>
                    <a:gd name="connsiteY1-53546" fmla="*/ 3800 h 4213"/>
                    <a:gd name="connsiteX2-53547" fmla="*/ 695 w 2254"/>
                    <a:gd name="connsiteY2-53548" fmla="*/ 3662 h 4213"/>
                    <a:gd name="connsiteX3-53549" fmla="*/ 633 w 2254"/>
                    <a:gd name="connsiteY3-53550" fmla="*/ 3500 h 4213"/>
                    <a:gd name="connsiteX4-53551" fmla="*/ 742 w 2254"/>
                    <a:gd name="connsiteY4-53552" fmla="*/ 3280 h 4213"/>
                    <a:gd name="connsiteX5-53553" fmla="*/ 932 w 2254"/>
                    <a:gd name="connsiteY5-53554" fmla="*/ 3195 h 4213"/>
                    <a:gd name="connsiteX6-53555" fmla="*/ 1107 w 2254"/>
                    <a:gd name="connsiteY6-53556" fmla="*/ 3058 h 4213"/>
                    <a:gd name="connsiteX7-53557" fmla="*/ 1159 w 2254"/>
                    <a:gd name="connsiteY7-53558" fmla="*/ 2932 h 4213"/>
                    <a:gd name="connsiteX8-53559" fmla="*/ 1169 w 2254"/>
                    <a:gd name="connsiteY8-53560" fmla="*/ 2932 h 4213"/>
                    <a:gd name="connsiteX9-53561" fmla="*/ 1107 w 2254"/>
                    <a:gd name="connsiteY9-53562" fmla="*/ 2860 h 4213"/>
                    <a:gd name="connsiteX10-53563" fmla="*/ 1215 w 2254"/>
                    <a:gd name="connsiteY10-53564" fmla="*/ 2615 h 4213"/>
                    <a:gd name="connsiteX11-53565" fmla="*/ 1184 w 2254"/>
                    <a:gd name="connsiteY11-53566" fmla="*/ 2346 h 4213"/>
                    <a:gd name="connsiteX12-53567" fmla="*/ 1068 w 2254"/>
                    <a:gd name="connsiteY12-53568" fmla="*/ 2333 h 4213"/>
                    <a:gd name="connsiteX13-53569" fmla="*/ 1066 w 2254"/>
                    <a:gd name="connsiteY13-53570" fmla="*/ 2117 h 4213"/>
                    <a:gd name="connsiteX14-53571" fmla="*/ 990 w 2254"/>
                    <a:gd name="connsiteY14-53572" fmla="*/ 2039 h 4213"/>
                    <a:gd name="connsiteX15-53573" fmla="*/ 847 w 2254"/>
                    <a:gd name="connsiteY15-53574" fmla="*/ 1951 h 4213"/>
                    <a:gd name="connsiteX16-53575" fmla="*/ 755 w 2254"/>
                    <a:gd name="connsiteY16-53576" fmla="*/ 1827 h 4213"/>
                    <a:gd name="connsiteX17-53577" fmla="*/ 659 w 2254"/>
                    <a:gd name="connsiteY17-53578" fmla="*/ 1828 h 4213"/>
                    <a:gd name="connsiteX18-53579" fmla="*/ 614 w 2254"/>
                    <a:gd name="connsiteY18-53580" fmla="*/ 1883 h 4213"/>
                    <a:gd name="connsiteX19-53581" fmla="*/ 521 w 2254"/>
                    <a:gd name="connsiteY19-53582" fmla="*/ 1877 h 4213"/>
                    <a:gd name="connsiteX20-53583" fmla="*/ 501 w 2254"/>
                    <a:gd name="connsiteY20-53584" fmla="*/ 1994 h 4213"/>
                    <a:gd name="connsiteX21-53585" fmla="*/ 320 w 2254"/>
                    <a:gd name="connsiteY21-53586" fmla="*/ 1941 h 4213"/>
                    <a:gd name="connsiteX22-53587" fmla="*/ 237 w 2254"/>
                    <a:gd name="connsiteY22-53588" fmla="*/ 1939 h 4213"/>
                    <a:gd name="connsiteX23-53589" fmla="*/ 112 w 2254"/>
                    <a:gd name="connsiteY23-53590" fmla="*/ 2014 h 4213"/>
                    <a:gd name="connsiteX24-53591" fmla="*/ 0 w 2254"/>
                    <a:gd name="connsiteY24-53592" fmla="*/ 1890 h 4213"/>
                    <a:gd name="connsiteX25-53593" fmla="*/ 94 w 2254"/>
                    <a:gd name="connsiteY25-53594" fmla="*/ 1804 h 4213"/>
                    <a:gd name="connsiteX26-53595" fmla="*/ 98 w 2254"/>
                    <a:gd name="connsiteY26-53596" fmla="*/ 1634 h 4213"/>
                    <a:gd name="connsiteX27-53597" fmla="*/ 153 w 2254"/>
                    <a:gd name="connsiteY27-53598" fmla="*/ 1514 h 4213"/>
                    <a:gd name="connsiteX28-53599" fmla="*/ 196 w 2254"/>
                    <a:gd name="connsiteY28-53600" fmla="*/ 1306 h 4213"/>
                    <a:gd name="connsiteX29-53601" fmla="*/ 256 w 2254"/>
                    <a:gd name="connsiteY29-53602" fmla="*/ 1307 h 4213"/>
                    <a:gd name="connsiteX30-53603" fmla="*/ 579 w 2254"/>
                    <a:gd name="connsiteY30-53604" fmla="*/ 1286 h 4213"/>
                    <a:gd name="connsiteX31-53605" fmla="*/ 753 w 2254"/>
                    <a:gd name="connsiteY31-53606" fmla="*/ 1117 h 4213"/>
                    <a:gd name="connsiteX32-53607" fmla="*/ 822 w 2254"/>
                    <a:gd name="connsiteY32-53608" fmla="*/ 748 h 4213"/>
                    <a:gd name="connsiteX33-53609" fmla="*/ 932 w 2254"/>
                    <a:gd name="connsiteY33-53610" fmla="*/ 486 h 4213"/>
                    <a:gd name="connsiteX34-53611" fmla="*/ 930 w 2254"/>
                    <a:gd name="connsiteY34-53612" fmla="*/ 358 h 4213"/>
                    <a:gd name="connsiteX35-53613" fmla="*/ 917 w 2254"/>
                    <a:gd name="connsiteY35-53614" fmla="*/ 328 h 4213"/>
                    <a:gd name="connsiteX36-53615" fmla="*/ 850 w 2254"/>
                    <a:gd name="connsiteY36-53616" fmla="*/ 251 h 4213"/>
                    <a:gd name="connsiteX37-53617" fmla="*/ 790 w 2254"/>
                    <a:gd name="connsiteY37-53618" fmla="*/ 217 h 4213"/>
                    <a:gd name="connsiteX38-53619" fmla="*/ 915 w 2254"/>
                    <a:gd name="connsiteY38-53620" fmla="*/ 56 h 4213"/>
                    <a:gd name="connsiteX39-53621" fmla="*/ 1088 w 2254"/>
                    <a:gd name="connsiteY39-53622" fmla="*/ 2 h 4213"/>
                    <a:gd name="connsiteX40-53623" fmla="*/ 1120 w 2254"/>
                    <a:gd name="connsiteY40-53624" fmla="*/ 49 h 4213"/>
                    <a:gd name="connsiteX41-53625" fmla="*/ 1110 w 2254"/>
                    <a:gd name="connsiteY41-53626" fmla="*/ 133 h 4213"/>
                    <a:gd name="connsiteX42-53627" fmla="*/ 1049 w 2254"/>
                    <a:gd name="connsiteY42-53628" fmla="*/ 243 h 4213"/>
                    <a:gd name="connsiteX43-53629" fmla="*/ 1119 w 2254"/>
                    <a:gd name="connsiteY43-53630" fmla="*/ 301 h 4213"/>
                    <a:gd name="connsiteX44-53631" fmla="*/ 1233 w 2254"/>
                    <a:gd name="connsiteY44-53632" fmla="*/ 366 h 4213"/>
                    <a:gd name="connsiteX45-53633" fmla="*/ 1253 w 2254"/>
                    <a:gd name="connsiteY45-53634" fmla="*/ 255 h 4213"/>
                    <a:gd name="connsiteX46-53635" fmla="*/ 1387 w 2254"/>
                    <a:gd name="connsiteY46-53636" fmla="*/ 291 h 4213"/>
                    <a:gd name="connsiteX47-53637" fmla="*/ 1412 w 2254"/>
                    <a:gd name="connsiteY47-53638" fmla="*/ 331 h 4213"/>
                    <a:gd name="connsiteX48-53639" fmla="*/ 1488 w 2254"/>
                    <a:gd name="connsiteY48-53640" fmla="*/ 562 h 4213"/>
                    <a:gd name="connsiteX49-53641" fmla="*/ 1523 w 2254"/>
                    <a:gd name="connsiteY49-53642" fmla="*/ 586 h 4213"/>
                    <a:gd name="connsiteX50-53643" fmla="*/ 1615 w 2254"/>
                    <a:gd name="connsiteY50-53644" fmla="*/ 578 h 4213"/>
                    <a:gd name="connsiteX51-53645" fmla="*/ 1875 w 2254"/>
                    <a:gd name="connsiteY51-53646" fmla="*/ 490 h 4213"/>
                    <a:gd name="connsiteX52-53647" fmla="*/ 2095 w 2254"/>
                    <a:gd name="connsiteY52-53648" fmla="*/ 479 h 4213"/>
                    <a:gd name="connsiteX53-53649" fmla="*/ 2155 w 2254"/>
                    <a:gd name="connsiteY53-53650" fmla="*/ 648 h 4213"/>
                    <a:gd name="connsiteX54-53651" fmla="*/ 2073 w 2254"/>
                    <a:gd name="connsiteY54-53652" fmla="*/ 944 h 4213"/>
                    <a:gd name="connsiteX55-53653" fmla="*/ 2073 w 2254"/>
                    <a:gd name="connsiteY55-53654" fmla="*/ 1022 h 4213"/>
                    <a:gd name="connsiteX56-53655" fmla="*/ 2142 w 2254"/>
                    <a:gd name="connsiteY56-53656" fmla="*/ 1168 h 4213"/>
                    <a:gd name="connsiteX57-53657" fmla="*/ 2157 w 2254"/>
                    <a:gd name="connsiteY57-53658" fmla="*/ 1427 h 4213"/>
                    <a:gd name="connsiteX58-53659" fmla="*/ 2159 w 2254"/>
                    <a:gd name="connsiteY58-53660" fmla="*/ 1617 h 4213"/>
                    <a:gd name="connsiteX59-53661" fmla="*/ 2092 w 2254"/>
                    <a:gd name="connsiteY59-53662" fmla="*/ 1625 h 4213"/>
                    <a:gd name="connsiteX60-53663" fmla="*/ 2070 w 2254"/>
                    <a:gd name="connsiteY60-53664" fmla="*/ 1507 h 4213"/>
                    <a:gd name="connsiteX61-53665" fmla="*/ 2035 w 2254"/>
                    <a:gd name="connsiteY61-53666" fmla="*/ 1450 h 4213"/>
                    <a:gd name="connsiteX62-53667" fmla="*/ 1945 w 2254"/>
                    <a:gd name="connsiteY62-53668" fmla="*/ 1582 h 4213"/>
                    <a:gd name="connsiteX63-53669" fmla="*/ 1832 w 2254"/>
                    <a:gd name="connsiteY63-53670" fmla="*/ 1776 h 4213"/>
                    <a:gd name="connsiteX64-53671" fmla="*/ 1713 w 2254"/>
                    <a:gd name="connsiteY64-53672" fmla="*/ 1904 h 4213"/>
                    <a:gd name="connsiteX65-53673" fmla="*/ 1706 w 2254"/>
                    <a:gd name="connsiteY65-53674" fmla="*/ 2018 h 4213"/>
                    <a:gd name="connsiteX66-53675" fmla="*/ 1766 w 2254"/>
                    <a:gd name="connsiteY66-53676" fmla="*/ 2115 h 4213"/>
                    <a:gd name="connsiteX67-53677" fmla="*/ 1868 w 2254"/>
                    <a:gd name="connsiteY67-53678" fmla="*/ 2183 h 4213"/>
                    <a:gd name="connsiteX68-53679" fmla="*/ 1945 w 2254"/>
                    <a:gd name="connsiteY68-53680" fmla="*/ 2178 h 4213"/>
                    <a:gd name="connsiteX69-53681" fmla="*/ 1990 w 2254"/>
                    <a:gd name="connsiteY69-53682" fmla="*/ 2104 h 4213"/>
                    <a:gd name="connsiteX70-53683" fmla="*/ 2024 w 2254"/>
                    <a:gd name="connsiteY70-53684" fmla="*/ 2210 h 4213"/>
                    <a:gd name="connsiteX71-53685" fmla="*/ 1912 w 2254"/>
                    <a:gd name="connsiteY71-53686" fmla="*/ 2249 h 4213"/>
                    <a:gd name="connsiteX72-53687" fmla="*/ 1959 w 2254"/>
                    <a:gd name="connsiteY72-53688" fmla="*/ 2362 h 4213"/>
                    <a:gd name="connsiteX73-53689" fmla="*/ 1824 w 2254"/>
                    <a:gd name="connsiteY73-53690" fmla="*/ 2509 h 4213"/>
                    <a:gd name="connsiteX74-53691" fmla="*/ 1783 w 2254"/>
                    <a:gd name="connsiteY74-53692" fmla="*/ 2498 h 4213"/>
                    <a:gd name="connsiteX75-53693" fmla="*/ 1659 w 2254"/>
                    <a:gd name="connsiteY75-53694" fmla="*/ 2413 h 4213"/>
                    <a:gd name="connsiteX76-53695" fmla="*/ 1604 w 2254"/>
                    <a:gd name="connsiteY76-53696" fmla="*/ 2412 h 4213"/>
                    <a:gd name="connsiteX77-53697" fmla="*/ 1569 w 2254"/>
                    <a:gd name="connsiteY77-53698" fmla="*/ 2480 h 4213"/>
                    <a:gd name="connsiteX78-53699" fmla="*/ 1572 w 2254"/>
                    <a:gd name="connsiteY78-53700" fmla="*/ 2562 h 4213"/>
                    <a:gd name="connsiteX79-53701" fmla="*/ 1750 w 2254"/>
                    <a:gd name="connsiteY79-53702" fmla="*/ 2730 h 4213"/>
                    <a:gd name="connsiteX80-53703" fmla="*/ 1749 w 2254"/>
                    <a:gd name="connsiteY80-53704" fmla="*/ 2844 h 4213"/>
                    <a:gd name="connsiteX81-53705" fmla="*/ 1840 w 2254"/>
                    <a:gd name="connsiteY81-53706" fmla="*/ 3060 h 4213"/>
                    <a:gd name="connsiteX82-53707" fmla="*/ 1866 w 2254"/>
                    <a:gd name="connsiteY82-53708" fmla="*/ 3090 h 4213"/>
                    <a:gd name="connsiteX83-53709" fmla="*/ 1910 w 2254"/>
                    <a:gd name="connsiteY83-53710" fmla="*/ 3094 h 4213"/>
                    <a:gd name="connsiteX84-53711" fmla="*/ 1956 w 2254"/>
                    <a:gd name="connsiteY84-53712" fmla="*/ 3010 h 4213"/>
                    <a:gd name="connsiteX85-53713" fmla="*/ 2036 w 2254"/>
                    <a:gd name="connsiteY85-53714" fmla="*/ 2950 h 4213"/>
                    <a:gd name="connsiteX86-53715" fmla="*/ 2131 w 2254"/>
                    <a:gd name="connsiteY86-53716" fmla="*/ 3126 h 4213"/>
                    <a:gd name="connsiteX87-53717" fmla="*/ 2241 w 2254"/>
                    <a:gd name="connsiteY87-53718" fmla="*/ 3312 h 4213"/>
                    <a:gd name="connsiteX88-53719" fmla="*/ 2254 w 2254"/>
                    <a:gd name="connsiteY88-53720" fmla="*/ 3342 h 4213"/>
                    <a:gd name="connsiteX89-53721" fmla="*/ 2243 w 2254"/>
                    <a:gd name="connsiteY89-53722" fmla="*/ 3518 h 4213"/>
                    <a:gd name="connsiteX90-53723" fmla="*/ 2208 w 2254"/>
                    <a:gd name="connsiteY90-53724" fmla="*/ 3554 h 4213"/>
                    <a:gd name="connsiteX91-53725" fmla="*/ 2119 w 2254"/>
                    <a:gd name="connsiteY91-53726" fmla="*/ 3515 h 4213"/>
                    <a:gd name="connsiteX92-53727" fmla="*/ 1885 w 2254"/>
                    <a:gd name="connsiteY92-53728" fmla="*/ 3644 h 4213"/>
                    <a:gd name="connsiteX93-53729" fmla="*/ 1859 w 2254"/>
                    <a:gd name="connsiteY93-53730" fmla="*/ 3666 h 4213"/>
                    <a:gd name="connsiteX94-53731" fmla="*/ 1679 w 2254"/>
                    <a:gd name="connsiteY94-53732" fmla="*/ 3812 h 4213"/>
                    <a:gd name="connsiteX95-53733" fmla="*/ 1538 w 2254"/>
                    <a:gd name="connsiteY95-53734" fmla="*/ 3926 h 4213"/>
                    <a:gd name="connsiteX96-53735" fmla="*/ 1503 w 2254"/>
                    <a:gd name="connsiteY96-53736" fmla="*/ 3965 h 4213"/>
                    <a:gd name="connsiteX97-53737" fmla="*/ 1451 w 2254"/>
                    <a:gd name="connsiteY97-53738" fmla="*/ 3973 h 4213"/>
                    <a:gd name="connsiteX98-53739" fmla="*/ 1394 w 2254"/>
                    <a:gd name="connsiteY98-53740" fmla="*/ 3916 h 4213"/>
                    <a:gd name="connsiteX99-53741" fmla="*/ 1270 w 2254"/>
                    <a:gd name="connsiteY99-53742" fmla="*/ 3808 h 4213"/>
                    <a:gd name="connsiteX100-53743" fmla="*/ 1294 w 2254"/>
                    <a:gd name="connsiteY100-53744" fmla="*/ 4064 h 4213"/>
                    <a:gd name="connsiteX101-53745" fmla="*/ 1303 w 2254"/>
                    <a:gd name="connsiteY101-53746" fmla="*/ 4192 h 4213"/>
                    <a:gd name="connsiteX102-53747" fmla="*/ 1041 w 2254"/>
                    <a:gd name="connsiteY102-53748" fmla="*/ 4166 h 4213"/>
                    <a:gd name="connsiteX103-53749" fmla="*/ 959 w 2254"/>
                    <a:gd name="connsiteY103-53750" fmla="*/ 3987 h 4213"/>
                    <a:gd name="connsiteX104-53751" fmla="*/ 877 w 2254"/>
                    <a:gd name="connsiteY104-53752" fmla="*/ 3802 h 4213"/>
                    <a:gd name="connsiteX105-53753" fmla="*/ 798 w 2254"/>
                    <a:gd name="connsiteY105-53754" fmla="*/ 3734 h 4213"/>
                    <a:gd name="connsiteX0-53755" fmla="*/ 798 w 2254"/>
                    <a:gd name="connsiteY0-53756" fmla="*/ 3734 h 4213"/>
                    <a:gd name="connsiteX1-53757" fmla="*/ 679 w 2254"/>
                    <a:gd name="connsiteY1-53758" fmla="*/ 3800 h 4213"/>
                    <a:gd name="connsiteX2-53759" fmla="*/ 695 w 2254"/>
                    <a:gd name="connsiteY2-53760" fmla="*/ 3662 h 4213"/>
                    <a:gd name="connsiteX3-53761" fmla="*/ 633 w 2254"/>
                    <a:gd name="connsiteY3-53762" fmla="*/ 3500 h 4213"/>
                    <a:gd name="connsiteX4-53763" fmla="*/ 742 w 2254"/>
                    <a:gd name="connsiteY4-53764" fmla="*/ 3280 h 4213"/>
                    <a:gd name="connsiteX5-53765" fmla="*/ 932 w 2254"/>
                    <a:gd name="connsiteY5-53766" fmla="*/ 3195 h 4213"/>
                    <a:gd name="connsiteX6-53767" fmla="*/ 1107 w 2254"/>
                    <a:gd name="connsiteY6-53768" fmla="*/ 3058 h 4213"/>
                    <a:gd name="connsiteX7-53769" fmla="*/ 1159 w 2254"/>
                    <a:gd name="connsiteY7-53770" fmla="*/ 2932 h 4213"/>
                    <a:gd name="connsiteX8-53771" fmla="*/ 1169 w 2254"/>
                    <a:gd name="connsiteY8-53772" fmla="*/ 2932 h 4213"/>
                    <a:gd name="connsiteX9-53773" fmla="*/ 1215 w 2254"/>
                    <a:gd name="connsiteY9-53774" fmla="*/ 2615 h 4213"/>
                    <a:gd name="connsiteX10-53775" fmla="*/ 1184 w 2254"/>
                    <a:gd name="connsiteY10-53776" fmla="*/ 2346 h 4213"/>
                    <a:gd name="connsiteX11-53777" fmla="*/ 1068 w 2254"/>
                    <a:gd name="connsiteY11-53778" fmla="*/ 2333 h 4213"/>
                    <a:gd name="connsiteX12-53779" fmla="*/ 1066 w 2254"/>
                    <a:gd name="connsiteY12-53780" fmla="*/ 2117 h 4213"/>
                    <a:gd name="connsiteX13-53781" fmla="*/ 990 w 2254"/>
                    <a:gd name="connsiteY13-53782" fmla="*/ 2039 h 4213"/>
                    <a:gd name="connsiteX14-53783" fmla="*/ 847 w 2254"/>
                    <a:gd name="connsiteY14-53784" fmla="*/ 1951 h 4213"/>
                    <a:gd name="connsiteX15-53785" fmla="*/ 755 w 2254"/>
                    <a:gd name="connsiteY15-53786" fmla="*/ 1827 h 4213"/>
                    <a:gd name="connsiteX16-53787" fmla="*/ 659 w 2254"/>
                    <a:gd name="connsiteY16-53788" fmla="*/ 1828 h 4213"/>
                    <a:gd name="connsiteX17-53789" fmla="*/ 614 w 2254"/>
                    <a:gd name="connsiteY17-53790" fmla="*/ 1883 h 4213"/>
                    <a:gd name="connsiteX18-53791" fmla="*/ 521 w 2254"/>
                    <a:gd name="connsiteY18-53792" fmla="*/ 1877 h 4213"/>
                    <a:gd name="connsiteX19-53793" fmla="*/ 501 w 2254"/>
                    <a:gd name="connsiteY19-53794" fmla="*/ 1994 h 4213"/>
                    <a:gd name="connsiteX20-53795" fmla="*/ 320 w 2254"/>
                    <a:gd name="connsiteY20-53796" fmla="*/ 1941 h 4213"/>
                    <a:gd name="connsiteX21-53797" fmla="*/ 237 w 2254"/>
                    <a:gd name="connsiteY21-53798" fmla="*/ 1939 h 4213"/>
                    <a:gd name="connsiteX22-53799" fmla="*/ 112 w 2254"/>
                    <a:gd name="connsiteY22-53800" fmla="*/ 2014 h 4213"/>
                    <a:gd name="connsiteX23-53801" fmla="*/ 0 w 2254"/>
                    <a:gd name="connsiteY23-53802" fmla="*/ 1890 h 4213"/>
                    <a:gd name="connsiteX24-53803" fmla="*/ 94 w 2254"/>
                    <a:gd name="connsiteY24-53804" fmla="*/ 1804 h 4213"/>
                    <a:gd name="connsiteX25-53805" fmla="*/ 98 w 2254"/>
                    <a:gd name="connsiteY25-53806" fmla="*/ 1634 h 4213"/>
                    <a:gd name="connsiteX26-53807" fmla="*/ 153 w 2254"/>
                    <a:gd name="connsiteY26-53808" fmla="*/ 1514 h 4213"/>
                    <a:gd name="connsiteX27-53809" fmla="*/ 196 w 2254"/>
                    <a:gd name="connsiteY27-53810" fmla="*/ 1306 h 4213"/>
                    <a:gd name="connsiteX28-53811" fmla="*/ 256 w 2254"/>
                    <a:gd name="connsiteY28-53812" fmla="*/ 1307 h 4213"/>
                    <a:gd name="connsiteX29-53813" fmla="*/ 579 w 2254"/>
                    <a:gd name="connsiteY29-53814" fmla="*/ 1286 h 4213"/>
                    <a:gd name="connsiteX30-53815" fmla="*/ 753 w 2254"/>
                    <a:gd name="connsiteY30-53816" fmla="*/ 1117 h 4213"/>
                    <a:gd name="connsiteX31-53817" fmla="*/ 822 w 2254"/>
                    <a:gd name="connsiteY31-53818" fmla="*/ 748 h 4213"/>
                    <a:gd name="connsiteX32-53819" fmla="*/ 932 w 2254"/>
                    <a:gd name="connsiteY32-53820" fmla="*/ 486 h 4213"/>
                    <a:gd name="connsiteX33-53821" fmla="*/ 930 w 2254"/>
                    <a:gd name="connsiteY33-53822" fmla="*/ 358 h 4213"/>
                    <a:gd name="connsiteX34-53823" fmla="*/ 917 w 2254"/>
                    <a:gd name="connsiteY34-53824" fmla="*/ 328 h 4213"/>
                    <a:gd name="connsiteX35-53825" fmla="*/ 850 w 2254"/>
                    <a:gd name="connsiteY35-53826" fmla="*/ 251 h 4213"/>
                    <a:gd name="connsiteX36-53827" fmla="*/ 790 w 2254"/>
                    <a:gd name="connsiteY36-53828" fmla="*/ 217 h 4213"/>
                    <a:gd name="connsiteX37-53829" fmla="*/ 915 w 2254"/>
                    <a:gd name="connsiteY37-53830" fmla="*/ 56 h 4213"/>
                    <a:gd name="connsiteX38-53831" fmla="*/ 1088 w 2254"/>
                    <a:gd name="connsiteY38-53832" fmla="*/ 2 h 4213"/>
                    <a:gd name="connsiteX39-53833" fmla="*/ 1120 w 2254"/>
                    <a:gd name="connsiteY39-53834" fmla="*/ 49 h 4213"/>
                    <a:gd name="connsiteX40-53835" fmla="*/ 1110 w 2254"/>
                    <a:gd name="connsiteY40-53836" fmla="*/ 133 h 4213"/>
                    <a:gd name="connsiteX41-53837" fmla="*/ 1049 w 2254"/>
                    <a:gd name="connsiteY41-53838" fmla="*/ 243 h 4213"/>
                    <a:gd name="connsiteX42-53839" fmla="*/ 1119 w 2254"/>
                    <a:gd name="connsiteY42-53840" fmla="*/ 301 h 4213"/>
                    <a:gd name="connsiteX43-53841" fmla="*/ 1233 w 2254"/>
                    <a:gd name="connsiteY43-53842" fmla="*/ 366 h 4213"/>
                    <a:gd name="connsiteX44-53843" fmla="*/ 1253 w 2254"/>
                    <a:gd name="connsiteY44-53844" fmla="*/ 255 h 4213"/>
                    <a:gd name="connsiteX45-53845" fmla="*/ 1387 w 2254"/>
                    <a:gd name="connsiteY45-53846" fmla="*/ 291 h 4213"/>
                    <a:gd name="connsiteX46-53847" fmla="*/ 1412 w 2254"/>
                    <a:gd name="connsiteY46-53848" fmla="*/ 331 h 4213"/>
                    <a:gd name="connsiteX47-53849" fmla="*/ 1488 w 2254"/>
                    <a:gd name="connsiteY47-53850" fmla="*/ 562 h 4213"/>
                    <a:gd name="connsiteX48-53851" fmla="*/ 1523 w 2254"/>
                    <a:gd name="connsiteY48-53852" fmla="*/ 586 h 4213"/>
                    <a:gd name="connsiteX49-53853" fmla="*/ 1615 w 2254"/>
                    <a:gd name="connsiteY49-53854" fmla="*/ 578 h 4213"/>
                    <a:gd name="connsiteX50-53855" fmla="*/ 1875 w 2254"/>
                    <a:gd name="connsiteY50-53856" fmla="*/ 490 h 4213"/>
                    <a:gd name="connsiteX51-53857" fmla="*/ 2095 w 2254"/>
                    <a:gd name="connsiteY51-53858" fmla="*/ 479 h 4213"/>
                    <a:gd name="connsiteX52-53859" fmla="*/ 2155 w 2254"/>
                    <a:gd name="connsiteY52-53860" fmla="*/ 648 h 4213"/>
                    <a:gd name="connsiteX53-53861" fmla="*/ 2073 w 2254"/>
                    <a:gd name="connsiteY53-53862" fmla="*/ 944 h 4213"/>
                    <a:gd name="connsiteX54-53863" fmla="*/ 2073 w 2254"/>
                    <a:gd name="connsiteY54-53864" fmla="*/ 1022 h 4213"/>
                    <a:gd name="connsiteX55-53865" fmla="*/ 2142 w 2254"/>
                    <a:gd name="connsiteY55-53866" fmla="*/ 1168 h 4213"/>
                    <a:gd name="connsiteX56-53867" fmla="*/ 2157 w 2254"/>
                    <a:gd name="connsiteY56-53868" fmla="*/ 1427 h 4213"/>
                    <a:gd name="connsiteX57-53869" fmla="*/ 2159 w 2254"/>
                    <a:gd name="connsiteY57-53870" fmla="*/ 1617 h 4213"/>
                    <a:gd name="connsiteX58-53871" fmla="*/ 2092 w 2254"/>
                    <a:gd name="connsiteY58-53872" fmla="*/ 1625 h 4213"/>
                    <a:gd name="connsiteX59-53873" fmla="*/ 2070 w 2254"/>
                    <a:gd name="connsiteY59-53874" fmla="*/ 1507 h 4213"/>
                    <a:gd name="connsiteX60-53875" fmla="*/ 2035 w 2254"/>
                    <a:gd name="connsiteY60-53876" fmla="*/ 1450 h 4213"/>
                    <a:gd name="connsiteX61-53877" fmla="*/ 1945 w 2254"/>
                    <a:gd name="connsiteY61-53878" fmla="*/ 1582 h 4213"/>
                    <a:gd name="connsiteX62-53879" fmla="*/ 1832 w 2254"/>
                    <a:gd name="connsiteY62-53880" fmla="*/ 1776 h 4213"/>
                    <a:gd name="connsiteX63-53881" fmla="*/ 1713 w 2254"/>
                    <a:gd name="connsiteY63-53882" fmla="*/ 1904 h 4213"/>
                    <a:gd name="connsiteX64-53883" fmla="*/ 1706 w 2254"/>
                    <a:gd name="connsiteY64-53884" fmla="*/ 2018 h 4213"/>
                    <a:gd name="connsiteX65-53885" fmla="*/ 1766 w 2254"/>
                    <a:gd name="connsiteY65-53886" fmla="*/ 2115 h 4213"/>
                    <a:gd name="connsiteX66-53887" fmla="*/ 1868 w 2254"/>
                    <a:gd name="connsiteY66-53888" fmla="*/ 2183 h 4213"/>
                    <a:gd name="connsiteX67-53889" fmla="*/ 1945 w 2254"/>
                    <a:gd name="connsiteY67-53890" fmla="*/ 2178 h 4213"/>
                    <a:gd name="connsiteX68-53891" fmla="*/ 1990 w 2254"/>
                    <a:gd name="connsiteY68-53892" fmla="*/ 2104 h 4213"/>
                    <a:gd name="connsiteX69-53893" fmla="*/ 2024 w 2254"/>
                    <a:gd name="connsiteY69-53894" fmla="*/ 2210 h 4213"/>
                    <a:gd name="connsiteX70-53895" fmla="*/ 1912 w 2254"/>
                    <a:gd name="connsiteY70-53896" fmla="*/ 2249 h 4213"/>
                    <a:gd name="connsiteX71-53897" fmla="*/ 1959 w 2254"/>
                    <a:gd name="connsiteY71-53898" fmla="*/ 2362 h 4213"/>
                    <a:gd name="connsiteX72-53899" fmla="*/ 1824 w 2254"/>
                    <a:gd name="connsiteY72-53900" fmla="*/ 2509 h 4213"/>
                    <a:gd name="connsiteX73-53901" fmla="*/ 1783 w 2254"/>
                    <a:gd name="connsiteY73-53902" fmla="*/ 2498 h 4213"/>
                    <a:gd name="connsiteX74-53903" fmla="*/ 1659 w 2254"/>
                    <a:gd name="connsiteY74-53904" fmla="*/ 2413 h 4213"/>
                    <a:gd name="connsiteX75-53905" fmla="*/ 1604 w 2254"/>
                    <a:gd name="connsiteY75-53906" fmla="*/ 2412 h 4213"/>
                    <a:gd name="connsiteX76-53907" fmla="*/ 1569 w 2254"/>
                    <a:gd name="connsiteY76-53908" fmla="*/ 2480 h 4213"/>
                    <a:gd name="connsiteX77-53909" fmla="*/ 1572 w 2254"/>
                    <a:gd name="connsiteY77-53910" fmla="*/ 2562 h 4213"/>
                    <a:gd name="connsiteX78-53911" fmla="*/ 1750 w 2254"/>
                    <a:gd name="connsiteY78-53912" fmla="*/ 2730 h 4213"/>
                    <a:gd name="connsiteX79-53913" fmla="*/ 1749 w 2254"/>
                    <a:gd name="connsiteY79-53914" fmla="*/ 2844 h 4213"/>
                    <a:gd name="connsiteX80-53915" fmla="*/ 1840 w 2254"/>
                    <a:gd name="connsiteY80-53916" fmla="*/ 3060 h 4213"/>
                    <a:gd name="connsiteX81-53917" fmla="*/ 1866 w 2254"/>
                    <a:gd name="connsiteY81-53918" fmla="*/ 3090 h 4213"/>
                    <a:gd name="connsiteX82-53919" fmla="*/ 1910 w 2254"/>
                    <a:gd name="connsiteY82-53920" fmla="*/ 3094 h 4213"/>
                    <a:gd name="connsiteX83-53921" fmla="*/ 1956 w 2254"/>
                    <a:gd name="connsiteY83-53922" fmla="*/ 3010 h 4213"/>
                    <a:gd name="connsiteX84-53923" fmla="*/ 2036 w 2254"/>
                    <a:gd name="connsiteY84-53924" fmla="*/ 2950 h 4213"/>
                    <a:gd name="connsiteX85-53925" fmla="*/ 2131 w 2254"/>
                    <a:gd name="connsiteY85-53926" fmla="*/ 3126 h 4213"/>
                    <a:gd name="connsiteX86-53927" fmla="*/ 2241 w 2254"/>
                    <a:gd name="connsiteY86-53928" fmla="*/ 3312 h 4213"/>
                    <a:gd name="connsiteX87-53929" fmla="*/ 2254 w 2254"/>
                    <a:gd name="connsiteY87-53930" fmla="*/ 3342 h 4213"/>
                    <a:gd name="connsiteX88-53931" fmla="*/ 2243 w 2254"/>
                    <a:gd name="connsiteY88-53932" fmla="*/ 3518 h 4213"/>
                    <a:gd name="connsiteX89-53933" fmla="*/ 2208 w 2254"/>
                    <a:gd name="connsiteY89-53934" fmla="*/ 3554 h 4213"/>
                    <a:gd name="connsiteX90-53935" fmla="*/ 2119 w 2254"/>
                    <a:gd name="connsiteY90-53936" fmla="*/ 3515 h 4213"/>
                    <a:gd name="connsiteX91-53937" fmla="*/ 1885 w 2254"/>
                    <a:gd name="connsiteY91-53938" fmla="*/ 3644 h 4213"/>
                    <a:gd name="connsiteX92-53939" fmla="*/ 1859 w 2254"/>
                    <a:gd name="connsiteY92-53940" fmla="*/ 3666 h 4213"/>
                    <a:gd name="connsiteX93-53941" fmla="*/ 1679 w 2254"/>
                    <a:gd name="connsiteY93-53942" fmla="*/ 3812 h 4213"/>
                    <a:gd name="connsiteX94-53943" fmla="*/ 1538 w 2254"/>
                    <a:gd name="connsiteY94-53944" fmla="*/ 3926 h 4213"/>
                    <a:gd name="connsiteX95-53945" fmla="*/ 1503 w 2254"/>
                    <a:gd name="connsiteY95-53946" fmla="*/ 3965 h 4213"/>
                    <a:gd name="connsiteX96-53947" fmla="*/ 1451 w 2254"/>
                    <a:gd name="connsiteY96-53948" fmla="*/ 3973 h 4213"/>
                    <a:gd name="connsiteX97-53949" fmla="*/ 1394 w 2254"/>
                    <a:gd name="connsiteY97-53950" fmla="*/ 3916 h 4213"/>
                    <a:gd name="connsiteX98-53951" fmla="*/ 1270 w 2254"/>
                    <a:gd name="connsiteY98-53952" fmla="*/ 3808 h 4213"/>
                    <a:gd name="connsiteX99-53953" fmla="*/ 1294 w 2254"/>
                    <a:gd name="connsiteY99-53954" fmla="*/ 4064 h 4213"/>
                    <a:gd name="connsiteX100-53955" fmla="*/ 1303 w 2254"/>
                    <a:gd name="connsiteY100-53956" fmla="*/ 4192 h 4213"/>
                    <a:gd name="connsiteX101-53957" fmla="*/ 1041 w 2254"/>
                    <a:gd name="connsiteY101-53958" fmla="*/ 4166 h 4213"/>
                    <a:gd name="connsiteX102-53959" fmla="*/ 959 w 2254"/>
                    <a:gd name="connsiteY102-53960" fmla="*/ 3987 h 4213"/>
                    <a:gd name="connsiteX103-53961" fmla="*/ 877 w 2254"/>
                    <a:gd name="connsiteY103-53962" fmla="*/ 3802 h 4213"/>
                    <a:gd name="connsiteX104-53963" fmla="*/ 798 w 2254"/>
                    <a:gd name="connsiteY104-53964" fmla="*/ 3734 h 4213"/>
                    <a:gd name="connsiteX0-53965" fmla="*/ 798 w 2254"/>
                    <a:gd name="connsiteY0-53966" fmla="*/ 3734 h 4213"/>
                    <a:gd name="connsiteX1-53967" fmla="*/ 679 w 2254"/>
                    <a:gd name="connsiteY1-53968" fmla="*/ 3800 h 4213"/>
                    <a:gd name="connsiteX2-53969" fmla="*/ 695 w 2254"/>
                    <a:gd name="connsiteY2-53970" fmla="*/ 3662 h 4213"/>
                    <a:gd name="connsiteX3-53971" fmla="*/ 633 w 2254"/>
                    <a:gd name="connsiteY3-53972" fmla="*/ 3500 h 4213"/>
                    <a:gd name="connsiteX4-53973" fmla="*/ 742 w 2254"/>
                    <a:gd name="connsiteY4-53974" fmla="*/ 3280 h 4213"/>
                    <a:gd name="connsiteX5-53975" fmla="*/ 932 w 2254"/>
                    <a:gd name="connsiteY5-53976" fmla="*/ 3195 h 4213"/>
                    <a:gd name="connsiteX6-53977" fmla="*/ 1107 w 2254"/>
                    <a:gd name="connsiteY6-53978" fmla="*/ 3058 h 4213"/>
                    <a:gd name="connsiteX7-53979" fmla="*/ 1159 w 2254"/>
                    <a:gd name="connsiteY7-53980" fmla="*/ 2932 h 4213"/>
                    <a:gd name="connsiteX8-53981" fmla="*/ 1102 w 2254"/>
                    <a:gd name="connsiteY8-53982" fmla="*/ 2932 h 4213"/>
                    <a:gd name="connsiteX9-53983" fmla="*/ 1215 w 2254"/>
                    <a:gd name="connsiteY9-53984" fmla="*/ 2615 h 4213"/>
                    <a:gd name="connsiteX10-53985" fmla="*/ 1184 w 2254"/>
                    <a:gd name="connsiteY10-53986" fmla="*/ 2346 h 4213"/>
                    <a:gd name="connsiteX11-53987" fmla="*/ 1068 w 2254"/>
                    <a:gd name="connsiteY11-53988" fmla="*/ 2333 h 4213"/>
                    <a:gd name="connsiteX12-53989" fmla="*/ 1066 w 2254"/>
                    <a:gd name="connsiteY12-53990" fmla="*/ 2117 h 4213"/>
                    <a:gd name="connsiteX13-53991" fmla="*/ 990 w 2254"/>
                    <a:gd name="connsiteY13-53992" fmla="*/ 2039 h 4213"/>
                    <a:gd name="connsiteX14-53993" fmla="*/ 847 w 2254"/>
                    <a:gd name="connsiteY14-53994" fmla="*/ 1951 h 4213"/>
                    <a:gd name="connsiteX15-53995" fmla="*/ 755 w 2254"/>
                    <a:gd name="connsiteY15-53996" fmla="*/ 1827 h 4213"/>
                    <a:gd name="connsiteX16-53997" fmla="*/ 659 w 2254"/>
                    <a:gd name="connsiteY16-53998" fmla="*/ 1828 h 4213"/>
                    <a:gd name="connsiteX17-53999" fmla="*/ 614 w 2254"/>
                    <a:gd name="connsiteY17-54000" fmla="*/ 1883 h 4213"/>
                    <a:gd name="connsiteX18-54001" fmla="*/ 521 w 2254"/>
                    <a:gd name="connsiteY18-54002" fmla="*/ 1877 h 4213"/>
                    <a:gd name="connsiteX19-54003" fmla="*/ 501 w 2254"/>
                    <a:gd name="connsiteY19-54004" fmla="*/ 1994 h 4213"/>
                    <a:gd name="connsiteX20-54005" fmla="*/ 320 w 2254"/>
                    <a:gd name="connsiteY20-54006" fmla="*/ 1941 h 4213"/>
                    <a:gd name="connsiteX21-54007" fmla="*/ 237 w 2254"/>
                    <a:gd name="connsiteY21-54008" fmla="*/ 1939 h 4213"/>
                    <a:gd name="connsiteX22-54009" fmla="*/ 112 w 2254"/>
                    <a:gd name="connsiteY22-54010" fmla="*/ 2014 h 4213"/>
                    <a:gd name="connsiteX23-54011" fmla="*/ 0 w 2254"/>
                    <a:gd name="connsiteY23-54012" fmla="*/ 1890 h 4213"/>
                    <a:gd name="connsiteX24-54013" fmla="*/ 94 w 2254"/>
                    <a:gd name="connsiteY24-54014" fmla="*/ 1804 h 4213"/>
                    <a:gd name="connsiteX25-54015" fmla="*/ 98 w 2254"/>
                    <a:gd name="connsiteY25-54016" fmla="*/ 1634 h 4213"/>
                    <a:gd name="connsiteX26-54017" fmla="*/ 153 w 2254"/>
                    <a:gd name="connsiteY26-54018" fmla="*/ 1514 h 4213"/>
                    <a:gd name="connsiteX27-54019" fmla="*/ 196 w 2254"/>
                    <a:gd name="connsiteY27-54020" fmla="*/ 1306 h 4213"/>
                    <a:gd name="connsiteX28-54021" fmla="*/ 256 w 2254"/>
                    <a:gd name="connsiteY28-54022" fmla="*/ 1307 h 4213"/>
                    <a:gd name="connsiteX29-54023" fmla="*/ 579 w 2254"/>
                    <a:gd name="connsiteY29-54024" fmla="*/ 1286 h 4213"/>
                    <a:gd name="connsiteX30-54025" fmla="*/ 753 w 2254"/>
                    <a:gd name="connsiteY30-54026" fmla="*/ 1117 h 4213"/>
                    <a:gd name="connsiteX31-54027" fmla="*/ 822 w 2254"/>
                    <a:gd name="connsiteY31-54028" fmla="*/ 748 h 4213"/>
                    <a:gd name="connsiteX32-54029" fmla="*/ 932 w 2254"/>
                    <a:gd name="connsiteY32-54030" fmla="*/ 486 h 4213"/>
                    <a:gd name="connsiteX33-54031" fmla="*/ 930 w 2254"/>
                    <a:gd name="connsiteY33-54032" fmla="*/ 358 h 4213"/>
                    <a:gd name="connsiteX34-54033" fmla="*/ 917 w 2254"/>
                    <a:gd name="connsiteY34-54034" fmla="*/ 328 h 4213"/>
                    <a:gd name="connsiteX35-54035" fmla="*/ 850 w 2254"/>
                    <a:gd name="connsiteY35-54036" fmla="*/ 251 h 4213"/>
                    <a:gd name="connsiteX36-54037" fmla="*/ 790 w 2254"/>
                    <a:gd name="connsiteY36-54038" fmla="*/ 217 h 4213"/>
                    <a:gd name="connsiteX37-54039" fmla="*/ 915 w 2254"/>
                    <a:gd name="connsiteY37-54040" fmla="*/ 56 h 4213"/>
                    <a:gd name="connsiteX38-54041" fmla="*/ 1088 w 2254"/>
                    <a:gd name="connsiteY38-54042" fmla="*/ 2 h 4213"/>
                    <a:gd name="connsiteX39-54043" fmla="*/ 1120 w 2254"/>
                    <a:gd name="connsiteY39-54044" fmla="*/ 49 h 4213"/>
                    <a:gd name="connsiteX40-54045" fmla="*/ 1110 w 2254"/>
                    <a:gd name="connsiteY40-54046" fmla="*/ 133 h 4213"/>
                    <a:gd name="connsiteX41-54047" fmla="*/ 1049 w 2254"/>
                    <a:gd name="connsiteY41-54048" fmla="*/ 243 h 4213"/>
                    <a:gd name="connsiteX42-54049" fmla="*/ 1119 w 2254"/>
                    <a:gd name="connsiteY42-54050" fmla="*/ 301 h 4213"/>
                    <a:gd name="connsiteX43-54051" fmla="*/ 1233 w 2254"/>
                    <a:gd name="connsiteY43-54052" fmla="*/ 366 h 4213"/>
                    <a:gd name="connsiteX44-54053" fmla="*/ 1253 w 2254"/>
                    <a:gd name="connsiteY44-54054" fmla="*/ 255 h 4213"/>
                    <a:gd name="connsiteX45-54055" fmla="*/ 1387 w 2254"/>
                    <a:gd name="connsiteY45-54056" fmla="*/ 291 h 4213"/>
                    <a:gd name="connsiteX46-54057" fmla="*/ 1412 w 2254"/>
                    <a:gd name="connsiteY46-54058" fmla="*/ 331 h 4213"/>
                    <a:gd name="connsiteX47-54059" fmla="*/ 1488 w 2254"/>
                    <a:gd name="connsiteY47-54060" fmla="*/ 562 h 4213"/>
                    <a:gd name="connsiteX48-54061" fmla="*/ 1523 w 2254"/>
                    <a:gd name="connsiteY48-54062" fmla="*/ 586 h 4213"/>
                    <a:gd name="connsiteX49-54063" fmla="*/ 1615 w 2254"/>
                    <a:gd name="connsiteY49-54064" fmla="*/ 578 h 4213"/>
                    <a:gd name="connsiteX50-54065" fmla="*/ 1875 w 2254"/>
                    <a:gd name="connsiteY50-54066" fmla="*/ 490 h 4213"/>
                    <a:gd name="connsiteX51-54067" fmla="*/ 2095 w 2254"/>
                    <a:gd name="connsiteY51-54068" fmla="*/ 479 h 4213"/>
                    <a:gd name="connsiteX52-54069" fmla="*/ 2155 w 2254"/>
                    <a:gd name="connsiteY52-54070" fmla="*/ 648 h 4213"/>
                    <a:gd name="connsiteX53-54071" fmla="*/ 2073 w 2254"/>
                    <a:gd name="connsiteY53-54072" fmla="*/ 944 h 4213"/>
                    <a:gd name="connsiteX54-54073" fmla="*/ 2073 w 2254"/>
                    <a:gd name="connsiteY54-54074" fmla="*/ 1022 h 4213"/>
                    <a:gd name="connsiteX55-54075" fmla="*/ 2142 w 2254"/>
                    <a:gd name="connsiteY55-54076" fmla="*/ 1168 h 4213"/>
                    <a:gd name="connsiteX56-54077" fmla="*/ 2157 w 2254"/>
                    <a:gd name="connsiteY56-54078" fmla="*/ 1427 h 4213"/>
                    <a:gd name="connsiteX57-54079" fmla="*/ 2159 w 2254"/>
                    <a:gd name="connsiteY57-54080" fmla="*/ 1617 h 4213"/>
                    <a:gd name="connsiteX58-54081" fmla="*/ 2092 w 2254"/>
                    <a:gd name="connsiteY58-54082" fmla="*/ 1625 h 4213"/>
                    <a:gd name="connsiteX59-54083" fmla="*/ 2070 w 2254"/>
                    <a:gd name="connsiteY59-54084" fmla="*/ 1507 h 4213"/>
                    <a:gd name="connsiteX60-54085" fmla="*/ 2035 w 2254"/>
                    <a:gd name="connsiteY60-54086" fmla="*/ 1450 h 4213"/>
                    <a:gd name="connsiteX61-54087" fmla="*/ 1945 w 2254"/>
                    <a:gd name="connsiteY61-54088" fmla="*/ 1582 h 4213"/>
                    <a:gd name="connsiteX62-54089" fmla="*/ 1832 w 2254"/>
                    <a:gd name="connsiteY62-54090" fmla="*/ 1776 h 4213"/>
                    <a:gd name="connsiteX63-54091" fmla="*/ 1713 w 2254"/>
                    <a:gd name="connsiteY63-54092" fmla="*/ 1904 h 4213"/>
                    <a:gd name="connsiteX64-54093" fmla="*/ 1706 w 2254"/>
                    <a:gd name="connsiteY64-54094" fmla="*/ 2018 h 4213"/>
                    <a:gd name="connsiteX65-54095" fmla="*/ 1766 w 2254"/>
                    <a:gd name="connsiteY65-54096" fmla="*/ 2115 h 4213"/>
                    <a:gd name="connsiteX66-54097" fmla="*/ 1868 w 2254"/>
                    <a:gd name="connsiteY66-54098" fmla="*/ 2183 h 4213"/>
                    <a:gd name="connsiteX67-54099" fmla="*/ 1945 w 2254"/>
                    <a:gd name="connsiteY67-54100" fmla="*/ 2178 h 4213"/>
                    <a:gd name="connsiteX68-54101" fmla="*/ 1990 w 2254"/>
                    <a:gd name="connsiteY68-54102" fmla="*/ 2104 h 4213"/>
                    <a:gd name="connsiteX69-54103" fmla="*/ 2024 w 2254"/>
                    <a:gd name="connsiteY69-54104" fmla="*/ 2210 h 4213"/>
                    <a:gd name="connsiteX70-54105" fmla="*/ 1912 w 2254"/>
                    <a:gd name="connsiteY70-54106" fmla="*/ 2249 h 4213"/>
                    <a:gd name="connsiteX71-54107" fmla="*/ 1959 w 2254"/>
                    <a:gd name="connsiteY71-54108" fmla="*/ 2362 h 4213"/>
                    <a:gd name="connsiteX72-54109" fmla="*/ 1824 w 2254"/>
                    <a:gd name="connsiteY72-54110" fmla="*/ 2509 h 4213"/>
                    <a:gd name="connsiteX73-54111" fmla="*/ 1783 w 2254"/>
                    <a:gd name="connsiteY73-54112" fmla="*/ 2498 h 4213"/>
                    <a:gd name="connsiteX74-54113" fmla="*/ 1659 w 2254"/>
                    <a:gd name="connsiteY74-54114" fmla="*/ 2413 h 4213"/>
                    <a:gd name="connsiteX75-54115" fmla="*/ 1604 w 2254"/>
                    <a:gd name="connsiteY75-54116" fmla="*/ 2412 h 4213"/>
                    <a:gd name="connsiteX76-54117" fmla="*/ 1569 w 2254"/>
                    <a:gd name="connsiteY76-54118" fmla="*/ 2480 h 4213"/>
                    <a:gd name="connsiteX77-54119" fmla="*/ 1572 w 2254"/>
                    <a:gd name="connsiteY77-54120" fmla="*/ 2562 h 4213"/>
                    <a:gd name="connsiteX78-54121" fmla="*/ 1750 w 2254"/>
                    <a:gd name="connsiteY78-54122" fmla="*/ 2730 h 4213"/>
                    <a:gd name="connsiteX79-54123" fmla="*/ 1749 w 2254"/>
                    <a:gd name="connsiteY79-54124" fmla="*/ 2844 h 4213"/>
                    <a:gd name="connsiteX80-54125" fmla="*/ 1840 w 2254"/>
                    <a:gd name="connsiteY80-54126" fmla="*/ 3060 h 4213"/>
                    <a:gd name="connsiteX81-54127" fmla="*/ 1866 w 2254"/>
                    <a:gd name="connsiteY81-54128" fmla="*/ 3090 h 4213"/>
                    <a:gd name="connsiteX82-54129" fmla="*/ 1910 w 2254"/>
                    <a:gd name="connsiteY82-54130" fmla="*/ 3094 h 4213"/>
                    <a:gd name="connsiteX83-54131" fmla="*/ 1956 w 2254"/>
                    <a:gd name="connsiteY83-54132" fmla="*/ 3010 h 4213"/>
                    <a:gd name="connsiteX84-54133" fmla="*/ 2036 w 2254"/>
                    <a:gd name="connsiteY84-54134" fmla="*/ 2950 h 4213"/>
                    <a:gd name="connsiteX85-54135" fmla="*/ 2131 w 2254"/>
                    <a:gd name="connsiteY85-54136" fmla="*/ 3126 h 4213"/>
                    <a:gd name="connsiteX86-54137" fmla="*/ 2241 w 2254"/>
                    <a:gd name="connsiteY86-54138" fmla="*/ 3312 h 4213"/>
                    <a:gd name="connsiteX87-54139" fmla="*/ 2254 w 2254"/>
                    <a:gd name="connsiteY87-54140" fmla="*/ 3342 h 4213"/>
                    <a:gd name="connsiteX88-54141" fmla="*/ 2243 w 2254"/>
                    <a:gd name="connsiteY88-54142" fmla="*/ 3518 h 4213"/>
                    <a:gd name="connsiteX89-54143" fmla="*/ 2208 w 2254"/>
                    <a:gd name="connsiteY89-54144" fmla="*/ 3554 h 4213"/>
                    <a:gd name="connsiteX90-54145" fmla="*/ 2119 w 2254"/>
                    <a:gd name="connsiteY90-54146" fmla="*/ 3515 h 4213"/>
                    <a:gd name="connsiteX91-54147" fmla="*/ 1885 w 2254"/>
                    <a:gd name="connsiteY91-54148" fmla="*/ 3644 h 4213"/>
                    <a:gd name="connsiteX92-54149" fmla="*/ 1859 w 2254"/>
                    <a:gd name="connsiteY92-54150" fmla="*/ 3666 h 4213"/>
                    <a:gd name="connsiteX93-54151" fmla="*/ 1679 w 2254"/>
                    <a:gd name="connsiteY93-54152" fmla="*/ 3812 h 4213"/>
                    <a:gd name="connsiteX94-54153" fmla="*/ 1538 w 2254"/>
                    <a:gd name="connsiteY94-54154" fmla="*/ 3926 h 4213"/>
                    <a:gd name="connsiteX95-54155" fmla="*/ 1503 w 2254"/>
                    <a:gd name="connsiteY95-54156" fmla="*/ 3965 h 4213"/>
                    <a:gd name="connsiteX96-54157" fmla="*/ 1451 w 2254"/>
                    <a:gd name="connsiteY96-54158" fmla="*/ 3973 h 4213"/>
                    <a:gd name="connsiteX97-54159" fmla="*/ 1394 w 2254"/>
                    <a:gd name="connsiteY97-54160" fmla="*/ 3916 h 4213"/>
                    <a:gd name="connsiteX98-54161" fmla="*/ 1270 w 2254"/>
                    <a:gd name="connsiteY98-54162" fmla="*/ 3808 h 4213"/>
                    <a:gd name="connsiteX99-54163" fmla="*/ 1294 w 2254"/>
                    <a:gd name="connsiteY99-54164" fmla="*/ 4064 h 4213"/>
                    <a:gd name="connsiteX100-54165" fmla="*/ 1303 w 2254"/>
                    <a:gd name="connsiteY100-54166" fmla="*/ 4192 h 4213"/>
                    <a:gd name="connsiteX101-54167" fmla="*/ 1041 w 2254"/>
                    <a:gd name="connsiteY101-54168" fmla="*/ 4166 h 4213"/>
                    <a:gd name="connsiteX102-54169" fmla="*/ 959 w 2254"/>
                    <a:gd name="connsiteY102-54170" fmla="*/ 3987 h 4213"/>
                    <a:gd name="connsiteX103-54171" fmla="*/ 877 w 2254"/>
                    <a:gd name="connsiteY103-54172" fmla="*/ 3802 h 4213"/>
                    <a:gd name="connsiteX104-54173" fmla="*/ 798 w 2254"/>
                    <a:gd name="connsiteY104-54174" fmla="*/ 3734 h 4213"/>
                    <a:gd name="connsiteX0-54175" fmla="*/ 798 w 2254"/>
                    <a:gd name="connsiteY0-54176" fmla="*/ 3734 h 4213"/>
                    <a:gd name="connsiteX1-54177" fmla="*/ 679 w 2254"/>
                    <a:gd name="connsiteY1-54178" fmla="*/ 3800 h 4213"/>
                    <a:gd name="connsiteX2-54179" fmla="*/ 695 w 2254"/>
                    <a:gd name="connsiteY2-54180" fmla="*/ 3662 h 4213"/>
                    <a:gd name="connsiteX3-54181" fmla="*/ 633 w 2254"/>
                    <a:gd name="connsiteY3-54182" fmla="*/ 3500 h 4213"/>
                    <a:gd name="connsiteX4-54183" fmla="*/ 742 w 2254"/>
                    <a:gd name="connsiteY4-54184" fmla="*/ 3280 h 4213"/>
                    <a:gd name="connsiteX5-54185" fmla="*/ 932 w 2254"/>
                    <a:gd name="connsiteY5-54186" fmla="*/ 3195 h 4213"/>
                    <a:gd name="connsiteX6-54187" fmla="*/ 1107 w 2254"/>
                    <a:gd name="connsiteY6-54188" fmla="*/ 3058 h 4213"/>
                    <a:gd name="connsiteX7-54189" fmla="*/ 1159 w 2254"/>
                    <a:gd name="connsiteY7-54190" fmla="*/ 2932 h 4213"/>
                    <a:gd name="connsiteX8-54191" fmla="*/ 1102 w 2254"/>
                    <a:gd name="connsiteY8-54192" fmla="*/ 2932 h 4213"/>
                    <a:gd name="connsiteX9-54193" fmla="*/ 1215 w 2254"/>
                    <a:gd name="connsiteY9-54194" fmla="*/ 2615 h 4213"/>
                    <a:gd name="connsiteX10-54195" fmla="*/ 1184 w 2254"/>
                    <a:gd name="connsiteY10-54196" fmla="*/ 2346 h 4213"/>
                    <a:gd name="connsiteX11-54197" fmla="*/ 1068 w 2254"/>
                    <a:gd name="connsiteY11-54198" fmla="*/ 2333 h 4213"/>
                    <a:gd name="connsiteX12-54199" fmla="*/ 1066 w 2254"/>
                    <a:gd name="connsiteY12-54200" fmla="*/ 2117 h 4213"/>
                    <a:gd name="connsiteX13-54201" fmla="*/ 990 w 2254"/>
                    <a:gd name="connsiteY13-54202" fmla="*/ 2039 h 4213"/>
                    <a:gd name="connsiteX14-54203" fmla="*/ 847 w 2254"/>
                    <a:gd name="connsiteY14-54204" fmla="*/ 1951 h 4213"/>
                    <a:gd name="connsiteX15-54205" fmla="*/ 755 w 2254"/>
                    <a:gd name="connsiteY15-54206" fmla="*/ 1827 h 4213"/>
                    <a:gd name="connsiteX16-54207" fmla="*/ 659 w 2254"/>
                    <a:gd name="connsiteY16-54208" fmla="*/ 1828 h 4213"/>
                    <a:gd name="connsiteX17-54209" fmla="*/ 614 w 2254"/>
                    <a:gd name="connsiteY17-54210" fmla="*/ 1883 h 4213"/>
                    <a:gd name="connsiteX18-54211" fmla="*/ 521 w 2254"/>
                    <a:gd name="connsiteY18-54212" fmla="*/ 1877 h 4213"/>
                    <a:gd name="connsiteX19-54213" fmla="*/ 501 w 2254"/>
                    <a:gd name="connsiteY19-54214" fmla="*/ 1994 h 4213"/>
                    <a:gd name="connsiteX20-54215" fmla="*/ 320 w 2254"/>
                    <a:gd name="connsiteY20-54216" fmla="*/ 1941 h 4213"/>
                    <a:gd name="connsiteX21-54217" fmla="*/ 237 w 2254"/>
                    <a:gd name="connsiteY21-54218" fmla="*/ 1939 h 4213"/>
                    <a:gd name="connsiteX22-54219" fmla="*/ 112 w 2254"/>
                    <a:gd name="connsiteY22-54220" fmla="*/ 2014 h 4213"/>
                    <a:gd name="connsiteX23-54221" fmla="*/ 0 w 2254"/>
                    <a:gd name="connsiteY23-54222" fmla="*/ 1890 h 4213"/>
                    <a:gd name="connsiteX24-54223" fmla="*/ 94 w 2254"/>
                    <a:gd name="connsiteY24-54224" fmla="*/ 1804 h 4213"/>
                    <a:gd name="connsiteX25-54225" fmla="*/ 98 w 2254"/>
                    <a:gd name="connsiteY25-54226" fmla="*/ 1634 h 4213"/>
                    <a:gd name="connsiteX26-54227" fmla="*/ 153 w 2254"/>
                    <a:gd name="connsiteY26-54228" fmla="*/ 1514 h 4213"/>
                    <a:gd name="connsiteX27-54229" fmla="*/ 196 w 2254"/>
                    <a:gd name="connsiteY27-54230" fmla="*/ 1306 h 4213"/>
                    <a:gd name="connsiteX28-54231" fmla="*/ 256 w 2254"/>
                    <a:gd name="connsiteY28-54232" fmla="*/ 1307 h 4213"/>
                    <a:gd name="connsiteX29-54233" fmla="*/ 579 w 2254"/>
                    <a:gd name="connsiteY29-54234" fmla="*/ 1286 h 4213"/>
                    <a:gd name="connsiteX30-54235" fmla="*/ 753 w 2254"/>
                    <a:gd name="connsiteY30-54236" fmla="*/ 1117 h 4213"/>
                    <a:gd name="connsiteX31-54237" fmla="*/ 822 w 2254"/>
                    <a:gd name="connsiteY31-54238" fmla="*/ 748 h 4213"/>
                    <a:gd name="connsiteX32-54239" fmla="*/ 932 w 2254"/>
                    <a:gd name="connsiteY32-54240" fmla="*/ 486 h 4213"/>
                    <a:gd name="connsiteX33-54241" fmla="*/ 930 w 2254"/>
                    <a:gd name="connsiteY33-54242" fmla="*/ 358 h 4213"/>
                    <a:gd name="connsiteX34-54243" fmla="*/ 917 w 2254"/>
                    <a:gd name="connsiteY34-54244" fmla="*/ 328 h 4213"/>
                    <a:gd name="connsiteX35-54245" fmla="*/ 850 w 2254"/>
                    <a:gd name="connsiteY35-54246" fmla="*/ 251 h 4213"/>
                    <a:gd name="connsiteX36-54247" fmla="*/ 790 w 2254"/>
                    <a:gd name="connsiteY36-54248" fmla="*/ 217 h 4213"/>
                    <a:gd name="connsiteX37-54249" fmla="*/ 915 w 2254"/>
                    <a:gd name="connsiteY37-54250" fmla="*/ 56 h 4213"/>
                    <a:gd name="connsiteX38-54251" fmla="*/ 1088 w 2254"/>
                    <a:gd name="connsiteY38-54252" fmla="*/ 2 h 4213"/>
                    <a:gd name="connsiteX39-54253" fmla="*/ 1120 w 2254"/>
                    <a:gd name="connsiteY39-54254" fmla="*/ 49 h 4213"/>
                    <a:gd name="connsiteX40-54255" fmla="*/ 1110 w 2254"/>
                    <a:gd name="connsiteY40-54256" fmla="*/ 133 h 4213"/>
                    <a:gd name="connsiteX41-54257" fmla="*/ 1049 w 2254"/>
                    <a:gd name="connsiteY41-54258" fmla="*/ 243 h 4213"/>
                    <a:gd name="connsiteX42-54259" fmla="*/ 1119 w 2254"/>
                    <a:gd name="connsiteY42-54260" fmla="*/ 301 h 4213"/>
                    <a:gd name="connsiteX43-54261" fmla="*/ 1233 w 2254"/>
                    <a:gd name="connsiteY43-54262" fmla="*/ 366 h 4213"/>
                    <a:gd name="connsiteX44-54263" fmla="*/ 1253 w 2254"/>
                    <a:gd name="connsiteY44-54264" fmla="*/ 255 h 4213"/>
                    <a:gd name="connsiteX45-54265" fmla="*/ 1387 w 2254"/>
                    <a:gd name="connsiteY45-54266" fmla="*/ 291 h 4213"/>
                    <a:gd name="connsiteX46-54267" fmla="*/ 1412 w 2254"/>
                    <a:gd name="connsiteY46-54268" fmla="*/ 331 h 4213"/>
                    <a:gd name="connsiteX47-54269" fmla="*/ 1488 w 2254"/>
                    <a:gd name="connsiteY47-54270" fmla="*/ 562 h 4213"/>
                    <a:gd name="connsiteX48-54271" fmla="*/ 1523 w 2254"/>
                    <a:gd name="connsiteY48-54272" fmla="*/ 586 h 4213"/>
                    <a:gd name="connsiteX49-54273" fmla="*/ 1615 w 2254"/>
                    <a:gd name="connsiteY49-54274" fmla="*/ 578 h 4213"/>
                    <a:gd name="connsiteX50-54275" fmla="*/ 1875 w 2254"/>
                    <a:gd name="connsiteY50-54276" fmla="*/ 490 h 4213"/>
                    <a:gd name="connsiteX51-54277" fmla="*/ 2095 w 2254"/>
                    <a:gd name="connsiteY51-54278" fmla="*/ 479 h 4213"/>
                    <a:gd name="connsiteX52-54279" fmla="*/ 2155 w 2254"/>
                    <a:gd name="connsiteY52-54280" fmla="*/ 648 h 4213"/>
                    <a:gd name="connsiteX53-54281" fmla="*/ 2073 w 2254"/>
                    <a:gd name="connsiteY53-54282" fmla="*/ 944 h 4213"/>
                    <a:gd name="connsiteX54-54283" fmla="*/ 2073 w 2254"/>
                    <a:gd name="connsiteY54-54284" fmla="*/ 1022 h 4213"/>
                    <a:gd name="connsiteX55-54285" fmla="*/ 2142 w 2254"/>
                    <a:gd name="connsiteY55-54286" fmla="*/ 1168 h 4213"/>
                    <a:gd name="connsiteX56-54287" fmla="*/ 2157 w 2254"/>
                    <a:gd name="connsiteY56-54288" fmla="*/ 1427 h 4213"/>
                    <a:gd name="connsiteX57-54289" fmla="*/ 2159 w 2254"/>
                    <a:gd name="connsiteY57-54290" fmla="*/ 1617 h 4213"/>
                    <a:gd name="connsiteX58-54291" fmla="*/ 2092 w 2254"/>
                    <a:gd name="connsiteY58-54292" fmla="*/ 1625 h 4213"/>
                    <a:gd name="connsiteX59-54293" fmla="*/ 2070 w 2254"/>
                    <a:gd name="connsiteY59-54294" fmla="*/ 1507 h 4213"/>
                    <a:gd name="connsiteX60-54295" fmla="*/ 2035 w 2254"/>
                    <a:gd name="connsiteY60-54296" fmla="*/ 1450 h 4213"/>
                    <a:gd name="connsiteX61-54297" fmla="*/ 1945 w 2254"/>
                    <a:gd name="connsiteY61-54298" fmla="*/ 1582 h 4213"/>
                    <a:gd name="connsiteX62-54299" fmla="*/ 1832 w 2254"/>
                    <a:gd name="connsiteY62-54300" fmla="*/ 1776 h 4213"/>
                    <a:gd name="connsiteX63-54301" fmla="*/ 1713 w 2254"/>
                    <a:gd name="connsiteY63-54302" fmla="*/ 1904 h 4213"/>
                    <a:gd name="connsiteX64-54303" fmla="*/ 1706 w 2254"/>
                    <a:gd name="connsiteY64-54304" fmla="*/ 2018 h 4213"/>
                    <a:gd name="connsiteX65-54305" fmla="*/ 1766 w 2254"/>
                    <a:gd name="connsiteY65-54306" fmla="*/ 2115 h 4213"/>
                    <a:gd name="connsiteX66-54307" fmla="*/ 1868 w 2254"/>
                    <a:gd name="connsiteY66-54308" fmla="*/ 2183 h 4213"/>
                    <a:gd name="connsiteX67-54309" fmla="*/ 1945 w 2254"/>
                    <a:gd name="connsiteY67-54310" fmla="*/ 2178 h 4213"/>
                    <a:gd name="connsiteX68-54311" fmla="*/ 1990 w 2254"/>
                    <a:gd name="connsiteY68-54312" fmla="*/ 2104 h 4213"/>
                    <a:gd name="connsiteX69-54313" fmla="*/ 2024 w 2254"/>
                    <a:gd name="connsiteY69-54314" fmla="*/ 2210 h 4213"/>
                    <a:gd name="connsiteX70-54315" fmla="*/ 1912 w 2254"/>
                    <a:gd name="connsiteY70-54316" fmla="*/ 2249 h 4213"/>
                    <a:gd name="connsiteX71-54317" fmla="*/ 1959 w 2254"/>
                    <a:gd name="connsiteY71-54318" fmla="*/ 2362 h 4213"/>
                    <a:gd name="connsiteX72-54319" fmla="*/ 1824 w 2254"/>
                    <a:gd name="connsiteY72-54320" fmla="*/ 2509 h 4213"/>
                    <a:gd name="connsiteX73-54321" fmla="*/ 1783 w 2254"/>
                    <a:gd name="connsiteY73-54322" fmla="*/ 2498 h 4213"/>
                    <a:gd name="connsiteX74-54323" fmla="*/ 1659 w 2254"/>
                    <a:gd name="connsiteY74-54324" fmla="*/ 2413 h 4213"/>
                    <a:gd name="connsiteX75-54325" fmla="*/ 1604 w 2254"/>
                    <a:gd name="connsiteY75-54326" fmla="*/ 2412 h 4213"/>
                    <a:gd name="connsiteX76-54327" fmla="*/ 1569 w 2254"/>
                    <a:gd name="connsiteY76-54328" fmla="*/ 2480 h 4213"/>
                    <a:gd name="connsiteX77-54329" fmla="*/ 1572 w 2254"/>
                    <a:gd name="connsiteY77-54330" fmla="*/ 2562 h 4213"/>
                    <a:gd name="connsiteX78-54331" fmla="*/ 1750 w 2254"/>
                    <a:gd name="connsiteY78-54332" fmla="*/ 2730 h 4213"/>
                    <a:gd name="connsiteX79-54333" fmla="*/ 1749 w 2254"/>
                    <a:gd name="connsiteY79-54334" fmla="*/ 2844 h 4213"/>
                    <a:gd name="connsiteX80-54335" fmla="*/ 1840 w 2254"/>
                    <a:gd name="connsiteY80-54336" fmla="*/ 3060 h 4213"/>
                    <a:gd name="connsiteX81-54337" fmla="*/ 1866 w 2254"/>
                    <a:gd name="connsiteY81-54338" fmla="*/ 3090 h 4213"/>
                    <a:gd name="connsiteX82-54339" fmla="*/ 1910 w 2254"/>
                    <a:gd name="connsiteY82-54340" fmla="*/ 3094 h 4213"/>
                    <a:gd name="connsiteX83-54341" fmla="*/ 1956 w 2254"/>
                    <a:gd name="connsiteY83-54342" fmla="*/ 3010 h 4213"/>
                    <a:gd name="connsiteX84-54343" fmla="*/ 2036 w 2254"/>
                    <a:gd name="connsiteY84-54344" fmla="*/ 2950 h 4213"/>
                    <a:gd name="connsiteX85-54345" fmla="*/ 2131 w 2254"/>
                    <a:gd name="connsiteY85-54346" fmla="*/ 3126 h 4213"/>
                    <a:gd name="connsiteX86-54347" fmla="*/ 2241 w 2254"/>
                    <a:gd name="connsiteY86-54348" fmla="*/ 3312 h 4213"/>
                    <a:gd name="connsiteX87-54349" fmla="*/ 2254 w 2254"/>
                    <a:gd name="connsiteY87-54350" fmla="*/ 3342 h 4213"/>
                    <a:gd name="connsiteX88-54351" fmla="*/ 2243 w 2254"/>
                    <a:gd name="connsiteY88-54352" fmla="*/ 3518 h 4213"/>
                    <a:gd name="connsiteX89-54353" fmla="*/ 2208 w 2254"/>
                    <a:gd name="connsiteY89-54354" fmla="*/ 3554 h 4213"/>
                    <a:gd name="connsiteX90-54355" fmla="*/ 2119 w 2254"/>
                    <a:gd name="connsiteY90-54356" fmla="*/ 3515 h 4213"/>
                    <a:gd name="connsiteX91-54357" fmla="*/ 1885 w 2254"/>
                    <a:gd name="connsiteY91-54358" fmla="*/ 3644 h 4213"/>
                    <a:gd name="connsiteX92-54359" fmla="*/ 1859 w 2254"/>
                    <a:gd name="connsiteY92-54360" fmla="*/ 3666 h 4213"/>
                    <a:gd name="connsiteX93-54361" fmla="*/ 1679 w 2254"/>
                    <a:gd name="connsiteY93-54362" fmla="*/ 3812 h 4213"/>
                    <a:gd name="connsiteX94-54363" fmla="*/ 1538 w 2254"/>
                    <a:gd name="connsiteY94-54364" fmla="*/ 3926 h 4213"/>
                    <a:gd name="connsiteX95-54365" fmla="*/ 1503 w 2254"/>
                    <a:gd name="connsiteY95-54366" fmla="*/ 3965 h 4213"/>
                    <a:gd name="connsiteX96-54367" fmla="*/ 1451 w 2254"/>
                    <a:gd name="connsiteY96-54368" fmla="*/ 3973 h 4213"/>
                    <a:gd name="connsiteX97-54369" fmla="*/ 1394 w 2254"/>
                    <a:gd name="connsiteY97-54370" fmla="*/ 3916 h 4213"/>
                    <a:gd name="connsiteX98-54371" fmla="*/ 1270 w 2254"/>
                    <a:gd name="connsiteY98-54372" fmla="*/ 3808 h 4213"/>
                    <a:gd name="connsiteX99-54373" fmla="*/ 1294 w 2254"/>
                    <a:gd name="connsiteY99-54374" fmla="*/ 4064 h 4213"/>
                    <a:gd name="connsiteX100-54375" fmla="*/ 1303 w 2254"/>
                    <a:gd name="connsiteY100-54376" fmla="*/ 4192 h 4213"/>
                    <a:gd name="connsiteX101-54377" fmla="*/ 1041 w 2254"/>
                    <a:gd name="connsiteY101-54378" fmla="*/ 4166 h 4213"/>
                    <a:gd name="connsiteX102-54379" fmla="*/ 959 w 2254"/>
                    <a:gd name="connsiteY102-54380" fmla="*/ 3987 h 4213"/>
                    <a:gd name="connsiteX103-54381" fmla="*/ 877 w 2254"/>
                    <a:gd name="connsiteY103-54382" fmla="*/ 3802 h 4213"/>
                    <a:gd name="connsiteX104-54383" fmla="*/ 798 w 2254"/>
                    <a:gd name="connsiteY104-54384" fmla="*/ 3734 h 4213"/>
                    <a:gd name="connsiteX0-54385" fmla="*/ 798 w 2254"/>
                    <a:gd name="connsiteY0-54386" fmla="*/ 3734 h 4213"/>
                    <a:gd name="connsiteX1-54387" fmla="*/ 679 w 2254"/>
                    <a:gd name="connsiteY1-54388" fmla="*/ 3800 h 4213"/>
                    <a:gd name="connsiteX2-54389" fmla="*/ 695 w 2254"/>
                    <a:gd name="connsiteY2-54390" fmla="*/ 3662 h 4213"/>
                    <a:gd name="connsiteX3-54391" fmla="*/ 633 w 2254"/>
                    <a:gd name="connsiteY3-54392" fmla="*/ 3500 h 4213"/>
                    <a:gd name="connsiteX4-54393" fmla="*/ 742 w 2254"/>
                    <a:gd name="connsiteY4-54394" fmla="*/ 3280 h 4213"/>
                    <a:gd name="connsiteX5-54395" fmla="*/ 932 w 2254"/>
                    <a:gd name="connsiteY5-54396" fmla="*/ 3195 h 4213"/>
                    <a:gd name="connsiteX6-54397" fmla="*/ 1107 w 2254"/>
                    <a:gd name="connsiteY6-54398" fmla="*/ 3058 h 4213"/>
                    <a:gd name="connsiteX7-54399" fmla="*/ 1092 w 2254"/>
                    <a:gd name="connsiteY7-54400" fmla="*/ 2932 h 4213"/>
                    <a:gd name="connsiteX8-54401" fmla="*/ 1102 w 2254"/>
                    <a:gd name="connsiteY8-54402" fmla="*/ 2932 h 4213"/>
                    <a:gd name="connsiteX9-54403" fmla="*/ 1215 w 2254"/>
                    <a:gd name="connsiteY9-54404" fmla="*/ 2615 h 4213"/>
                    <a:gd name="connsiteX10-54405" fmla="*/ 1184 w 2254"/>
                    <a:gd name="connsiteY10-54406" fmla="*/ 2346 h 4213"/>
                    <a:gd name="connsiteX11-54407" fmla="*/ 1068 w 2254"/>
                    <a:gd name="connsiteY11-54408" fmla="*/ 2333 h 4213"/>
                    <a:gd name="connsiteX12-54409" fmla="*/ 1066 w 2254"/>
                    <a:gd name="connsiteY12-54410" fmla="*/ 2117 h 4213"/>
                    <a:gd name="connsiteX13-54411" fmla="*/ 990 w 2254"/>
                    <a:gd name="connsiteY13-54412" fmla="*/ 2039 h 4213"/>
                    <a:gd name="connsiteX14-54413" fmla="*/ 847 w 2254"/>
                    <a:gd name="connsiteY14-54414" fmla="*/ 1951 h 4213"/>
                    <a:gd name="connsiteX15-54415" fmla="*/ 755 w 2254"/>
                    <a:gd name="connsiteY15-54416" fmla="*/ 1827 h 4213"/>
                    <a:gd name="connsiteX16-54417" fmla="*/ 659 w 2254"/>
                    <a:gd name="connsiteY16-54418" fmla="*/ 1828 h 4213"/>
                    <a:gd name="connsiteX17-54419" fmla="*/ 614 w 2254"/>
                    <a:gd name="connsiteY17-54420" fmla="*/ 1883 h 4213"/>
                    <a:gd name="connsiteX18-54421" fmla="*/ 521 w 2254"/>
                    <a:gd name="connsiteY18-54422" fmla="*/ 1877 h 4213"/>
                    <a:gd name="connsiteX19-54423" fmla="*/ 501 w 2254"/>
                    <a:gd name="connsiteY19-54424" fmla="*/ 1994 h 4213"/>
                    <a:gd name="connsiteX20-54425" fmla="*/ 320 w 2254"/>
                    <a:gd name="connsiteY20-54426" fmla="*/ 1941 h 4213"/>
                    <a:gd name="connsiteX21-54427" fmla="*/ 237 w 2254"/>
                    <a:gd name="connsiteY21-54428" fmla="*/ 1939 h 4213"/>
                    <a:gd name="connsiteX22-54429" fmla="*/ 112 w 2254"/>
                    <a:gd name="connsiteY22-54430" fmla="*/ 2014 h 4213"/>
                    <a:gd name="connsiteX23-54431" fmla="*/ 0 w 2254"/>
                    <a:gd name="connsiteY23-54432" fmla="*/ 1890 h 4213"/>
                    <a:gd name="connsiteX24-54433" fmla="*/ 94 w 2254"/>
                    <a:gd name="connsiteY24-54434" fmla="*/ 1804 h 4213"/>
                    <a:gd name="connsiteX25-54435" fmla="*/ 98 w 2254"/>
                    <a:gd name="connsiteY25-54436" fmla="*/ 1634 h 4213"/>
                    <a:gd name="connsiteX26-54437" fmla="*/ 153 w 2254"/>
                    <a:gd name="connsiteY26-54438" fmla="*/ 1514 h 4213"/>
                    <a:gd name="connsiteX27-54439" fmla="*/ 196 w 2254"/>
                    <a:gd name="connsiteY27-54440" fmla="*/ 1306 h 4213"/>
                    <a:gd name="connsiteX28-54441" fmla="*/ 256 w 2254"/>
                    <a:gd name="connsiteY28-54442" fmla="*/ 1307 h 4213"/>
                    <a:gd name="connsiteX29-54443" fmla="*/ 579 w 2254"/>
                    <a:gd name="connsiteY29-54444" fmla="*/ 1286 h 4213"/>
                    <a:gd name="connsiteX30-54445" fmla="*/ 753 w 2254"/>
                    <a:gd name="connsiteY30-54446" fmla="*/ 1117 h 4213"/>
                    <a:gd name="connsiteX31-54447" fmla="*/ 822 w 2254"/>
                    <a:gd name="connsiteY31-54448" fmla="*/ 748 h 4213"/>
                    <a:gd name="connsiteX32-54449" fmla="*/ 932 w 2254"/>
                    <a:gd name="connsiteY32-54450" fmla="*/ 486 h 4213"/>
                    <a:gd name="connsiteX33-54451" fmla="*/ 930 w 2254"/>
                    <a:gd name="connsiteY33-54452" fmla="*/ 358 h 4213"/>
                    <a:gd name="connsiteX34-54453" fmla="*/ 917 w 2254"/>
                    <a:gd name="connsiteY34-54454" fmla="*/ 328 h 4213"/>
                    <a:gd name="connsiteX35-54455" fmla="*/ 850 w 2254"/>
                    <a:gd name="connsiteY35-54456" fmla="*/ 251 h 4213"/>
                    <a:gd name="connsiteX36-54457" fmla="*/ 790 w 2254"/>
                    <a:gd name="connsiteY36-54458" fmla="*/ 217 h 4213"/>
                    <a:gd name="connsiteX37-54459" fmla="*/ 915 w 2254"/>
                    <a:gd name="connsiteY37-54460" fmla="*/ 56 h 4213"/>
                    <a:gd name="connsiteX38-54461" fmla="*/ 1088 w 2254"/>
                    <a:gd name="connsiteY38-54462" fmla="*/ 2 h 4213"/>
                    <a:gd name="connsiteX39-54463" fmla="*/ 1120 w 2254"/>
                    <a:gd name="connsiteY39-54464" fmla="*/ 49 h 4213"/>
                    <a:gd name="connsiteX40-54465" fmla="*/ 1110 w 2254"/>
                    <a:gd name="connsiteY40-54466" fmla="*/ 133 h 4213"/>
                    <a:gd name="connsiteX41-54467" fmla="*/ 1049 w 2254"/>
                    <a:gd name="connsiteY41-54468" fmla="*/ 243 h 4213"/>
                    <a:gd name="connsiteX42-54469" fmla="*/ 1119 w 2254"/>
                    <a:gd name="connsiteY42-54470" fmla="*/ 301 h 4213"/>
                    <a:gd name="connsiteX43-54471" fmla="*/ 1233 w 2254"/>
                    <a:gd name="connsiteY43-54472" fmla="*/ 366 h 4213"/>
                    <a:gd name="connsiteX44-54473" fmla="*/ 1253 w 2254"/>
                    <a:gd name="connsiteY44-54474" fmla="*/ 255 h 4213"/>
                    <a:gd name="connsiteX45-54475" fmla="*/ 1387 w 2254"/>
                    <a:gd name="connsiteY45-54476" fmla="*/ 291 h 4213"/>
                    <a:gd name="connsiteX46-54477" fmla="*/ 1412 w 2254"/>
                    <a:gd name="connsiteY46-54478" fmla="*/ 331 h 4213"/>
                    <a:gd name="connsiteX47-54479" fmla="*/ 1488 w 2254"/>
                    <a:gd name="connsiteY47-54480" fmla="*/ 562 h 4213"/>
                    <a:gd name="connsiteX48-54481" fmla="*/ 1523 w 2254"/>
                    <a:gd name="connsiteY48-54482" fmla="*/ 586 h 4213"/>
                    <a:gd name="connsiteX49-54483" fmla="*/ 1615 w 2254"/>
                    <a:gd name="connsiteY49-54484" fmla="*/ 578 h 4213"/>
                    <a:gd name="connsiteX50-54485" fmla="*/ 1875 w 2254"/>
                    <a:gd name="connsiteY50-54486" fmla="*/ 490 h 4213"/>
                    <a:gd name="connsiteX51-54487" fmla="*/ 2095 w 2254"/>
                    <a:gd name="connsiteY51-54488" fmla="*/ 479 h 4213"/>
                    <a:gd name="connsiteX52-54489" fmla="*/ 2155 w 2254"/>
                    <a:gd name="connsiteY52-54490" fmla="*/ 648 h 4213"/>
                    <a:gd name="connsiteX53-54491" fmla="*/ 2073 w 2254"/>
                    <a:gd name="connsiteY53-54492" fmla="*/ 944 h 4213"/>
                    <a:gd name="connsiteX54-54493" fmla="*/ 2073 w 2254"/>
                    <a:gd name="connsiteY54-54494" fmla="*/ 1022 h 4213"/>
                    <a:gd name="connsiteX55-54495" fmla="*/ 2142 w 2254"/>
                    <a:gd name="connsiteY55-54496" fmla="*/ 1168 h 4213"/>
                    <a:gd name="connsiteX56-54497" fmla="*/ 2157 w 2254"/>
                    <a:gd name="connsiteY56-54498" fmla="*/ 1427 h 4213"/>
                    <a:gd name="connsiteX57-54499" fmla="*/ 2159 w 2254"/>
                    <a:gd name="connsiteY57-54500" fmla="*/ 1617 h 4213"/>
                    <a:gd name="connsiteX58-54501" fmla="*/ 2092 w 2254"/>
                    <a:gd name="connsiteY58-54502" fmla="*/ 1625 h 4213"/>
                    <a:gd name="connsiteX59-54503" fmla="*/ 2070 w 2254"/>
                    <a:gd name="connsiteY59-54504" fmla="*/ 1507 h 4213"/>
                    <a:gd name="connsiteX60-54505" fmla="*/ 2035 w 2254"/>
                    <a:gd name="connsiteY60-54506" fmla="*/ 1450 h 4213"/>
                    <a:gd name="connsiteX61-54507" fmla="*/ 1945 w 2254"/>
                    <a:gd name="connsiteY61-54508" fmla="*/ 1582 h 4213"/>
                    <a:gd name="connsiteX62-54509" fmla="*/ 1832 w 2254"/>
                    <a:gd name="connsiteY62-54510" fmla="*/ 1776 h 4213"/>
                    <a:gd name="connsiteX63-54511" fmla="*/ 1713 w 2254"/>
                    <a:gd name="connsiteY63-54512" fmla="*/ 1904 h 4213"/>
                    <a:gd name="connsiteX64-54513" fmla="*/ 1706 w 2254"/>
                    <a:gd name="connsiteY64-54514" fmla="*/ 2018 h 4213"/>
                    <a:gd name="connsiteX65-54515" fmla="*/ 1766 w 2254"/>
                    <a:gd name="connsiteY65-54516" fmla="*/ 2115 h 4213"/>
                    <a:gd name="connsiteX66-54517" fmla="*/ 1868 w 2254"/>
                    <a:gd name="connsiteY66-54518" fmla="*/ 2183 h 4213"/>
                    <a:gd name="connsiteX67-54519" fmla="*/ 1945 w 2254"/>
                    <a:gd name="connsiteY67-54520" fmla="*/ 2178 h 4213"/>
                    <a:gd name="connsiteX68-54521" fmla="*/ 1990 w 2254"/>
                    <a:gd name="connsiteY68-54522" fmla="*/ 2104 h 4213"/>
                    <a:gd name="connsiteX69-54523" fmla="*/ 2024 w 2254"/>
                    <a:gd name="connsiteY69-54524" fmla="*/ 2210 h 4213"/>
                    <a:gd name="connsiteX70-54525" fmla="*/ 1912 w 2254"/>
                    <a:gd name="connsiteY70-54526" fmla="*/ 2249 h 4213"/>
                    <a:gd name="connsiteX71-54527" fmla="*/ 1959 w 2254"/>
                    <a:gd name="connsiteY71-54528" fmla="*/ 2362 h 4213"/>
                    <a:gd name="connsiteX72-54529" fmla="*/ 1824 w 2254"/>
                    <a:gd name="connsiteY72-54530" fmla="*/ 2509 h 4213"/>
                    <a:gd name="connsiteX73-54531" fmla="*/ 1783 w 2254"/>
                    <a:gd name="connsiteY73-54532" fmla="*/ 2498 h 4213"/>
                    <a:gd name="connsiteX74-54533" fmla="*/ 1659 w 2254"/>
                    <a:gd name="connsiteY74-54534" fmla="*/ 2413 h 4213"/>
                    <a:gd name="connsiteX75-54535" fmla="*/ 1604 w 2254"/>
                    <a:gd name="connsiteY75-54536" fmla="*/ 2412 h 4213"/>
                    <a:gd name="connsiteX76-54537" fmla="*/ 1569 w 2254"/>
                    <a:gd name="connsiteY76-54538" fmla="*/ 2480 h 4213"/>
                    <a:gd name="connsiteX77-54539" fmla="*/ 1572 w 2254"/>
                    <a:gd name="connsiteY77-54540" fmla="*/ 2562 h 4213"/>
                    <a:gd name="connsiteX78-54541" fmla="*/ 1750 w 2254"/>
                    <a:gd name="connsiteY78-54542" fmla="*/ 2730 h 4213"/>
                    <a:gd name="connsiteX79-54543" fmla="*/ 1749 w 2254"/>
                    <a:gd name="connsiteY79-54544" fmla="*/ 2844 h 4213"/>
                    <a:gd name="connsiteX80-54545" fmla="*/ 1840 w 2254"/>
                    <a:gd name="connsiteY80-54546" fmla="*/ 3060 h 4213"/>
                    <a:gd name="connsiteX81-54547" fmla="*/ 1866 w 2254"/>
                    <a:gd name="connsiteY81-54548" fmla="*/ 3090 h 4213"/>
                    <a:gd name="connsiteX82-54549" fmla="*/ 1910 w 2254"/>
                    <a:gd name="connsiteY82-54550" fmla="*/ 3094 h 4213"/>
                    <a:gd name="connsiteX83-54551" fmla="*/ 1956 w 2254"/>
                    <a:gd name="connsiteY83-54552" fmla="*/ 3010 h 4213"/>
                    <a:gd name="connsiteX84-54553" fmla="*/ 2036 w 2254"/>
                    <a:gd name="connsiteY84-54554" fmla="*/ 2950 h 4213"/>
                    <a:gd name="connsiteX85-54555" fmla="*/ 2131 w 2254"/>
                    <a:gd name="connsiteY85-54556" fmla="*/ 3126 h 4213"/>
                    <a:gd name="connsiteX86-54557" fmla="*/ 2241 w 2254"/>
                    <a:gd name="connsiteY86-54558" fmla="*/ 3312 h 4213"/>
                    <a:gd name="connsiteX87-54559" fmla="*/ 2254 w 2254"/>
                    <a:gd name="connsiteY87-54560" fmla="*/ 3342 h 4213"/>
                    <a:gd name="connsiteX88-54561" fmla="*/ 2243 w 2254"/>
                    <a:gd name="connsiteY88-54562" fmla="*/ 3518 h 4213"/>
                    <a:gd name="connsiteX89-54563" fmla="*/ 2208 w 2254"/>
                    <a:gd name="connsiteY89-54564" fmla="*/ 3554 h 4213"/>
                    <a:gd name="connsiteX90-54565" fmla="*/ 2119 w 2254"/>
                    <a:gd name="connsiteY90-54566" fmla="*/ 3515 h 4213"/>
                    <a:gd name="connsiteX91-54567" fmla="*/ 1885 w 2254"/>
                    <a:gd name="connsiteY91-54568" fmla="*/ 3644 h 4213"/>
                    <a:gd name="connsiteX92-54569" fmla="*/ 1859 w 2254"/>
                    <a:gd name="connsiteY92-54570" fmla="*/ 3666 h 4213"/>
                    <a:gd name="connsiteX93-54571" fmla="*/ 1679 w 2254"/>
                    <a:gd name="connsiteY93-54572" fmla="*/ 3812 h 4213"/>
                    <a:gd name="connsiteX94-54573" fmla="*/ 1538 w 2254"/>
                    <a:gd name="connsiteY94-54574" fmla="*/ 3926 h 4213"/>
                    <a:gd name="connsiteX95-54575" fmla="*/ 1503 w 2254"/>
                    <a:gd name="connsiteY95-54576" fmla="*/ 3965 h 4213"/>
                    <a:gd name="connsiteX96-54577" fmla="*/ 1451 w 2254"/>
                    <a:gd name="connsiteY96-54578" fmla="*/ 3973 h 4213"/>
                    <a:gd name="connsiteX97-54579" fmla="*/ 1394 w 2254"/>
                    <a:gd name="connsiteY97-54580" fmla="*/ 3916 h 4213"/>
                    <a:gd name="connsiteX98-54581" fmla="*/ 1270 w 2254"/>
                    <a:gd name="connsiteY98-54582" fmla="*/ 3808 h 4213"/>
                    <a:gd name="connsiteX99-54583" fmla="*/ 1294 w 2254"/>
                    <a:gd name="connsiteY99-54584" fmla="*/ 4064 h 4213"/>
                    <a:gd name="connsiteX100-54585" fmla="*/ 1303 w 2254"/>
                    <a:gd name="connsiteY100-54586" fmla="*/ 4192 h 4213"/>
                    <a:gd name="connsiteX101-54587" fmla="*/ 1041 w 2254"/>
                    <a:gd name="connsiteY101-54588" fmla="*/ 4166 h 4213"/>
                    <a:gd name="connsiteX102-54589" fmla="*/ 959 w 2254"/>
                    <a:gd name="connsiteY102-54590" fmla="*/ 3987 h 4213"/>
                    <a:gd name="connsiteX103-54591" fmla="*/ 877 w 2254"/>
                    <a:gd name="connsiteY103-54592" fmla="*/ 3802 h 4213"/>
                    <a:gd name="connsiteX104-54593" fmla="*/ 798 w 2254"/>
                    <a:gd name="connsiteY104-54594" fmla="*/ 3734 h 4213"/>
                    <a:gd name="connsiteX0-54595" fmla="*/ 1215 w 2254"/>
                    <a:gd name="connsiteY0-54596" fmla="*/ 2615 h 4213"/>
                    <a:gd name="connsiteX1-54597" fmla="*/ 1184 w 2254"/>
                    <a:gd name="connsiteY1-54598" fmla="*/ 2346 h 4213"/>
                    <a:gd name="connsiteX2-54599" fmla="*/ 1068 w 2254"/>
                    <a:gd name="connsiteY2-54600" fmla="*/ 2333 h 4213"/>
                    <a:gd name="connsiteX3-54601" fmla="*/ 1066 w 2254"/>
                    <a:gd name="connsiteY3-54602" fmla="*/ 2117 h 4213"/>
                    <a:gd name="connsiteX4-54603" fmla="*/ 990 w 2254"/>
                    <a:gd name="connsiteY4-54604" fmla="*/ 2039 h 4213"/>
                    <a:gd name="connsiteX5-54605" fmla="*/ 847 w 2254"/>
                    <a:gd name="connsiteY5-54606" fmla="*/ 1951 h 4213"/>
                    <a:gd name="connsiteX6-54607" fmla="*/ 755 w 2254"/>
                    <a:gd name="connsiteY6-54608" fmla="*/ 1827 h 4213"/>
                    <a:gd name="connsiteX7-54609" fmla="*/ 659 w 2254"/>
                    <a:gd name="connsiteY7-54610" fmla="*/ 1828 h 4213"/>
                    <a:gd name="connsiteX8-54611" fmla="*/ 614 w 2254"/>
                    <a:gd name="connsiteY8-54612" fmla="*/ 1883 h 4213"/>
                    <a:gd name="connsiteX9-54613" fmla="*/ 521 w 2254"/>
                    <a:gd name="connsiteY9-54614" fmla="*/ 1877 h 4213"/>
                    <a:gd name="connsiteX10-54615" fmla="*/ 501 w 2254"/>
                    <a:gd name="connsiteY10-54616" fmla="*/ 1994 h 4213"/>
                    <a:gd name="connsiteX11-54617" fmla="*/ 320 w 2254"/>
                    <a:gd name="connsiteY11-54618" fmla="*/ 1941 h 4213"/>
                    <a:gd name="connsiteX12-54619" fmla="*/ 237 w 2254"/>
                    <a:gd name="connsiteY12-54620" fmla="*/ 1939 h 4213"/>
                    <a:gd name="connsiteX13-54621" fmla="*/ 112 w 2254"/>
                    <a:gd name="connsiteY13-54622" fmla="*/ 2014 h 4213"/>
                    <a:gd name="connsiteX14-54623" fmla="*/ 0 w 2254"/>
                    <a:gd name="connsiteY14-54624" fmla="*/ 1890 h 4213"/>
                    <a:gd name="connsiteX15-54625" fmla="*/ 94 w 2254"/>
                    <a:gd name="connsiteY15-54626" fmla="*/ 1804 h 4213"/>
                    <a:gd name="connsiteX16-54627" fmla="*/ 98 w 2254"/>
                    <a:gd name="connsiteY16-54628" fmla="*/ 1634 h 4213"/>
                    <a:gd name="connsiteX17-54629" fmla="*/ 153 w 2254"/>
                    <a:gd name="connsiteY17-54630" fmla="*/ 1514 h 4213"/>
                    <a:gd name="connsiteX18-54631" fmla="*/ 196 w 2254"/>
                    <a:gd name="connsiteY18-54632" fmla="*/ 1306 h 4213"/>
                    <a:gd name="connsiteX19-54633" fmla="*/ 256 w 2254"/>
                    <a:gd name="connsiteY19-54634" fmla="*/ 1307 h 4213"/>
                    <a:gd name="connsiteX20-54635" fmla="*/ 579 w 2254"/>
                    <a:gd name="connsiteY20-54636" fmla="*/ 1286 h 4213"/>
                    <a:gd name="connsiteX21-54637" fmla="*/ 753 w 2254"/>
                    <a:gd name="connsiteY21-54638" fmla="*/ 1117 h 4213"/>
                    <a:gd name="connsiteX22-54639" fmla="*/ 822 w 2254"/>
                    <a:gd name="connsiteY22-54640" fmla="*/ 748 h 4213"/>
                    <a:gd name="connsiteX23-54641" fmla="*/ 932 w 2254"/>
                    <a:gd name="connsiteY23-54642" fmla="*/ 486 h 4213"/>
                    <a:gd name="connsiteX24-54643" fmla="*/ 930 w 2254"/>
                    <a:gd name="connsiteY24-54644" fmla="*/ 358 h 4213"/>
                    <a:gd name="connsiteX25-54645" fmla="*/ 917 w 2254"/>
                    <a:gd name="connsiteY25-54646" fmla="*/ 328 h 4213"/>
                    <a:gd name="connsiteX26-54647" fmla="*/ 850 w 2254"/>
                    <a:gd name="connsiteY26-54648" fmla="*/ 251 h 4213"/>
                    <a:gd name="connsiteX27-54649" fmla="*/ 790 w 2254"/>
                    <a:gd name="connsiteY27-54650" fmla="*/ 217 h 4213"/>
                    <a:gd name="connsiteX28-54651" fmla="*/ 915 w 2254"/>
                    <a:gd name="connsiteY28-54652" fmla="*/ 56 h 4213"/>
                    <a:gd name="connsiteX29-54653" fmla="*/ 1088 w 2254"/>
                    <a:gd name="connsiteY29-54654" fmla="*/ 2 h 4213"/>
                    <a:gd name="connsiteX30-54655" fmla="*/ 1120 w 2254"/>
                    <a:gd name="connsiteY30-54656" fmla="*/ 49 h 4213"/>
                    <a:gd name="connsiteX31-54657" fmla="*/ 1110 w 2254"/>
                    <a:gd name="connsiteY31-54658" fmla="*/ 133 h 4213"/>
                    <a:gd name="connsiteX32-54659" fmla="*/ 1049 w 2254"/>
                    <a:gd name="connsiteY32-54660" fmla="*/ 243 h 4213"/>
                    <a:gd name="connsiteX33-54661" fmla="*/ 1119 w 2254"/>
                    <a:gd name="connsiteY33-54662" fmla="*/ 301 h 4213"/>
                    <a:gd name="connsiteX34-54663" fmla="*/ 1233 w 2254"/>
                    <a:gd name="connsiteY34-54664" fmla="*/ 366 h 4213"/>
                    <a:gd name="connsiteX35-54665" fmla="*/ 1253 w 2254"/>
                    <a:gd name="connsiteY35-54666" fmla="*/ 255 h 4213"/>
                    <a:gd name="connsiteX36-54667" fmla="*/ 1387 w 2254"/>
                    <a:gd name="connsiteY36-54668" fmla="*/ 291 h 4213"/>
                    <a:gd name="connsiteX37-54669" fmla="*/ 1412 w 2254"/>
                    <a:gd name="connsiteY37-54670" fmla="*/ 331 h 4213"/>
                    <a:gd name="connsiteX38-54671" fmla="*/ 1488 w 2254"/>
                    <a:gd name="connsiteY38-54672" fmla="*/ 562 h 4213"/>
                    <a:gd name="connsiteX39-54673" fmla="*/ 1523 w 2254"/>
                    <a:gd name="connsiteY39-54674" fmla="*/ 586 h 4213"/>
                    <a:gd name="connsiteX40-54675" fmla="*/ 1615 w 2254"/>
                    <a:gd name="connsiteY40-54676" fmla="*/ 578 h 4213"/>
                    <a:gd name="connsiteX41-54677" fmla="*/ 1875 w 2254"/>
                    <a:gd name="connsiteY41-54678" fmla="*/ 490 h 4213"/>
                    <a:gd name="connsiteX42-54679" fmla="*/ 2095 w 2254"/>
                    <a:gd name="connsiteY42-54680" fmla="*/ 479 h 4213"/>
                    <a:gd name="connsiteX43-54681" fmla="*/ 2155 w 2254"/>
                    <a:gd name="connsiteY43-54682" fmla="*/ 648 h 4213"/>
                    <a:gd name="connsiteX44-54683" fmla="*/ 2073 w 2254"/>
                    <a:gd name="connsiteY44-54684" fmla="*/ 944 h 4213"/>
                    <a:gd name="connsiteX45-54685" fmla="*/ 2073 w 2254"/>
                    <a:gd name="connsiteY45-54686" fmla="*/ 1022 h 4213"/>
                    <a:gd name="connsiteX46-54687" fmla="*/ 2142 w 2254"/>
                    <a:gd name="connsiteY46-54688" fmla="*/ 1168 h 4213"/>
                    <a:gd name="connsiteX47-54689" fmla="*/ 2157 w 2254"/>
                    <a:gd name="connsiteY47-54690" fmla="*/ 1427 h 4213"/>
                    <a:gd name="connsiteX48-54691" fmla="*/ 2159 w 2254"/>
                    <a:gd name="connsiteY48-54692" fmla="*/ 1617 h 4213"/>
                    <a:gd name="connsiteX49-54693" fmla="*/ 2092 w 2254"/>
                    <a:gd name="connsiteY49-54694" fmla="*/ 1625 h 4213"/>
                    <a:gd name="connsiteX50-54695" fmla="*/ 2070 w 2254"/>
                    <a:gd name="connsiteY50-54696" fmla="*/ 1507 h 4213"/>
                    <a:gd name="connsiteX51-54697" fmla="*/ 2035 w 2254"/>
                    <a:gd name="connsiteY51-54698" fmla="*/ 1450 h 4213"/>
                    <a:gd name="connsiteX52-54699" fmla="*/ 1945 w 2254"/>
                    <a:gd name="connsiteY52-54700" fmla="*/ 1582 h 4213"/>
                    <a:gd name="connsiteX53-54701" fmla="*/ 1832 w 2254"/>
                    <a:gd name="connsiteY53-54702" fmla="*/ 1776 h 4213"/>
                    <a:gd name="connsiteX54-54703" fmla="*/ 1713 w 2254"/>
                    <a:gd name="connsiteY54-54704" fmla="*/ 1904 h 4213"/>
                    <a:gd name="connsiteX55-54705" fmla="*/ 1706 w 2254"/>
                    <a:gd name="connsiteY55-54706" fmla="*/ 2018 h 4213"/>
                    <a:gd name="connsiteX56-54707" fmla="*/ 1766 w 2254"/>
                    <a:gd name="connsiteY56-54708" fmla="*/ 2115 h 4213"/>
                    <a:gd name="connsiteX57-54709" fmla="*/ 1868 w 2254"/>
                    <a:gd name="connsiteY57-54710" fmla="*/ 2183 h 4213"/>
                    <a:gd name="connsiteX58-54711" fmla="*/ 1945 w 2254"/>
                    <a:gd name="connsiteY58-54712" fmla="*/ 2178 h 4213"/>
                    <a:gd name="connsiteX59-54713" fmla="*/ 1990 w 2254"/>
                    <a:gd name="connsiteY59-54714" fmla="*/ 2104 h 4213"/>
                    <a:gd name="connsiteX60-54715" fmla="*/ 2024 w 2254"/>
                    <a:gd name="connsiteY60-54716" fmla="*/ 2210 h 4213"/>
                    <a:gd name="connsiteX61-54717" fmla="*/ 1912 w 2254"/>
                    <a:gd name="connsiteY61-54718" fmla="*/ 2249 h 4213"/>
                    <a:gd name="connsiteX62-54719" fmla="*/ 1959 w 2254"/>
                    <a:gd name="connsiteY62-54720" fmla="*/ 2362 h 4213"/>
                    <a:gd name="connsiteX63-54721" fmla="*/ 1824 w 2254"/>
                    <a:gd name="connsiteY63-54722" fmla="*/ 2509 h 4213"/>
                    <a:gd name="connsiteX64-54723" fmla="*/ 1783 w 2254"/>
                    <a:gd name="connsiteY64-54724" fmla="*/ 2498 h 4213"/>
                    <a:gd name="connsiteX65-54725" fmla="*/ 1659 w 2254"/>
                    <a:gd name="connsiteY65-54726" fmla="*/ 2413 h 4213"/>
                    <a:gd name="connsiteX66-54727" fmla="*/ 1604 w 2254"/>
                    <a:gd name="connsiteY66-54728" fmla="*/ 2412 h 4213"/>
                    <a:gd name="connsiteX67-54729" fmla="*/ 1569 w 2254"/>
                    <a:gd name="connsiteY67-54730" fmla="*/ 2480 h 4213"/>
                    <a:gd name="connsiteX68-54731" fmla="*/ 1572 w 2254"/>
                    <a:gd name="connsiteY68-54732" fmla="*/ 2562 h 4213"/>
                    <a:gd name="connsiteX69-54733" fmla="*/ 1750 w 2254"/>
                    <a:gd name="connsiteY69-54734" fmla="*/ 2730 h 4213"/>
                    <a:gd name="connsiteX70-54735" fmla="*/ 1749 w 2254"/>
                    <a:gd name="connsiteY70-54736" fmla="*/ 2844 h 4213"/>
                    <a:gd name="connsiteX71-54737" fmla="*/ 1840 w 2254"/>
                    <a:gd name="connsiteY71-54738" fmla="*/ 3060 h 4213"/>
                    <a:gd name="connsiteX72-54739" fmla="*/ 1866 w 2254"/>
                    <a:gd name="connsiteY72-54740" fmla="*/ 3090 h 4213"/>
                    <a:gd name="connsiteX73-54741" fmla="*/ 1910 w 2254"/>
                    <a:gd name="connsiteY73-54742" fmla="*/ 3094 h 4213"/>
                    <a:gd name="connsiteX74-54743" fmla="*/ 1956 w 2254"/>
                    <a:gd name="connsiteY74-54744" fmla="*/ 3010 h 4213"/>
                    <a:gd name="connsiteX75-54745" fmla="*/ 2036 w 2254"/>
                    <a:gd name="connsiteY75-54746" fmla="*/ 2950 h 4213"/>
                    <a:gd name="connsiteX76-54747" fmla="*/ 2131 w 2254"/>
                    <a:gd name="connsiteY76-54748" fmla="*/ 3126 h 4213"/>
                    <a:gd name="connsiteX77-54749" fmla="*/ 2241 w 2254"/>
                    <a:gd name="connsiteY77-54750" fmla="*/ 3312 h 4213"/>
                    <a:gd name="connsiteX78-54751" fmla="*/ 2254 w 2254"/>
                    <a:gd name="connsiteY78-54752" fmla="*/ 3342 h 4213"/>
                    <a:gd name="connsiteX79-54753" fmla="*/ 2243 w 2254"/>
                    <a:gd name="connsiteY79-54754" fmla="*/ 3518 h 4213"/>
                    <a:gd name="connsiteX80-54755" fmla="*/ 2208 w 2254"/>
                    <a:gd name="connsiteY80-54756" fmla="*/ 3554 h 4213"/>
                    <a:gd name="connsiteX81-54757" fmla="*/ 2119 w 2254"/>
                    <a:gd name="connsiteY81-54758" fmla="*/ 3515 h 4213"/>
                    <a:gd name="connsiteX82-54759" fmla="*/ 1885 w 2254"/>
                    <a:gd name="connsiteY82-54760" fmla="*/ 3644 h 4213"/>
                    <a:gd name="connsiteX83-54761" fmla="*/ 1859 w 2254"/>
                    <a:gd name="connsiteY83-54762" fmla="*/ 3666 h 4213"/>
                    <a:gd name="connsiteX84-54763" fmla="*/ 1679 w 2254"/>
                    <a:gd name="connsiteY84-54764" fmla="*/ 3812 h 4213"/>
                    <a:gd name="connsiteX85-54765" fmla="*/ 1538 w 2254"/>
                    <a:gd name="connsiteY85-54766" fmla="*/ 3926 h 4213"/>
                    <a:gd name="connsiteX86-54767" fmla="*/ 1503 w 2254"/>
                    <a:gd name="connsiteY86-54768" fmla="*/ 3965 h 4213"/>
                    <a:gd name="connsiteX87-54769" fmla="*/ 1451 w 2254"/>
                    <a:gd name="connsiteY87-54770" fmla="*/ 3973 h 4213"/>
                    <a:gd name="connsiteX88-54771" fmla="*/ 1394 w 2254"/>
                    <a:gd name="connsiteY88-54772" fmla="*/ 3916 h 4213"/>
                    <a:gd name="connsiteX89-54773" fmla="*/ 1270 w 2254"/>
                    <a:gd name="connsiteY89-54774" fmla="*/ 3808 h 4213"/>
                    <a:gd name="connsiteX90-54775" fmla="*/ 1294 w 2254"/>
                    <a:gd name="connsiteY90-54776" fmla="*/ 4064 h 4213"/>
                    <a:gd name="connsiteX91-54777" fmla="*/ 1303 w 2254"/>
                    <a:gd name="connsiteY91-54778" fmla="*/ 4192 h 4213"/>
                    <a:gd name="connsiteX92-54779" fmla="*/ 1041 w 2254"/>
                    <a:gd name="connsiteY92-54780" fmla="*/ 4166 h 4213"/>
                    <a:gd name="connsiteX93-54781" fmla="*/ 959 w 2254"/>
                    <a:gd name="connsiteY93-54782" fmla="*/ 3987 h 4213"/>
                    <a:gd name="connsiteX94-54783" fmla="*/ 877 w 2254"/>
                    <a:gd name="connsiteY94-54784" fmla="*/ 3802 h 4213"/>
                    <a:gd name="connsiteX95-54785" fmla="*/ 798 w 2254"/>
                    <a:gd name="connsiteY95-54786" fmla="*/ 3734 h 4213"/>
                    <a:gd name="connsiteX96-54787" fmla="*/ 679 w 2254"/>
                    <a:gd name="connsiteY96-54788" fmla="*/ 3800 h 4213"/>
                    <a:gd name="connsiteX97-54789" fmla="*/ 695 w 2254"/>
                    <a:gd name="connsiteY97-54790" fmla="*/ 3662 h 4213"/>
                    <a:gd name="connsiteX98-54791" fmla="*/ 633 w 2254"/>
                    <a:gd name="connsiteY98-54792" fmla="*/ 3500 h 4213"/>
                    <a:gd name="connsiteX99-54793" fmla="*/ 742 w 2254"/>
                    <a:gd name="connsiteY99-54794" fmla="*/ 3280 h 4213"/>
                    <a:gd name="connsiteX100-54795" fmla="*/ 932 w 2254"/>
                    <a:gd name="connsiteY100-54796" fmla="*/ 3195 h 4213"/>
                    <a:gd name="connsiteX101-54797" fmla="*/ 1107 w 2254"/>
                    <a:gd name="connsiteY101-54798" fmla="*/ 3058 h 4213"/>
                    <a:gd name="connsiteX102-54799" fmla="*/ 1092 w 2254"/>
                    <a:gd name="connsiteY102-54800" fmla="*/ 2932 h 4213"/>
                    <a:gd name="connsiteX103-54801" fmla="*/ 1300 w 2254"/>
                    <a:gd name="connsiteY103-54802" fmla="*/ 3162 h 4213"/>
                    <a:gd name="connsiteX0-54803" fmla="*/ 1215 w 2254"/>
                    <a:gd name="connsiteY0-54804" fmla="*/ 2615 h 4213"/>
                    <a:gd name="connsiteX1-54805" fmla="*/ 1184 w 2254"/>
                    <a:gd name="connsiteY1-54806" fmla="*/ 2346 h 4213"/>
                    <a:gd name="connsiteX2-54807" fmla="*/ 1068 w 2254"/>
                    <a:gd name="connsiteY2-54808" fmla="*/ 2333 h 4213"/>
                    <a:gd name="connsiteX3-54809" fmla="*/ 1066 w 2254"/>
                    <a:gd name="connsiteY3-54810" fmla="*/ 2117 h 4213"/>
                    <a:gd name="connsiteX4-54811" fmla="*/ 990 w 2254"/>
                    <a:gd name="connsiteY4-54812" fmla="*/ 2039 h 4213"/>
                    <a:gd name="connsiteX5-54813" fmla="*/ 847 w 2254"/>
                    <a:gd name="connsiteY5-54814" fmla="*/ 1951 h 4213"/>
                    <a:gd name="connsiteX6-54815" fmla="*/ 755 w 2254"/>
                    <a:gd name="connsiteY6-54816" fmla="*/ 1827 h 4213"/>
                    <a:gd name="connsiteX7-54817" fmla="*/ 659 w 2254"/>
                    <a:gd name="connsiteY7-54818" fmla="*/ 1828 h 4213"/>
                    <a:gd name="connsiteX8-54819" fmla="*/ 614 w 2254"/>
                    <a:gd name="connsiteY8-54820" fmla="*/ 1883 h 4213"/>
                    <a:gd name="connsiteX9-54821" fmla="*/ 521 w 2254"/>
                    <a:gd name="connsiteY9-54822" fmla="*/ 1877 h 4213"/>
                    <a:gd name="connsiteX10-54823" fmla="*/ 501 w 2254"/>
                    <a:gd name="connsiteY10-54824" fmla="*/ 1994 h 4213"/>
                    <a:gd name="connsiteX11-54825" fmla="*/ 320 w 2254"/>
                    <a:gd name="connsiteY11-54826" fmla="*/ 1941 h 4213"/>
                    <a:gd name="connsiteX12-54827" fmla="*/ 237 w 2254"/>
                    <a:gd name="connsiteY12-54828" fmla="*/ 1939 h 4213"/>
                    <a:gd name="connsiteX13-54829" fmla="*/ 112 w 2254"/>
                    <a:gd name="connsiteY13-54830" fmla="*/ 2014 h 4213"/>
                    <a:gd name="connsiteX14-54831" fmla="*/ 0 w 2254"/>
                    <a:gd name="connsiteY14-54832" fmla="*/ 1890 h 4213"/>
                    <a:gd name="connsiteX15-54833" fmla="*/ 94 w 2254"/>
                    <a:gd name="connsiteY15-54834" fmla="*/ 1804 h 4213"/>
                    <a:gd name="connsiteX16-54835" fmla="*/ 98 w 2254"/>
                    <a:gd name="connsiteY16-54836" fmla="*/ 1634 h 4213"/>
                    <a:gd name="connsiteX17-54837" fmla="*/ 153 w 2254"/>
                    <a:gd name="connsiteY17-54838" fmla="*/ 1514 h 4213"/>
                    <a:gd name="connsiteX18-54839" fmla="*/ 196 w 2254"/>
                    <a:gd name="connsiteY18-54840" fmla="*/ 1306 h 4213"/>
                    <a:gd name="connsiteX19-54841" fmla="*/ 256 w 2254"/>
                    <a:gd name="connsiteY19-54842" fmla="*/ 1307 h 4213"/>
                    <a:gd name="connsiteX20-54843" fmla="*/ 579 w 2254"/>
                    <a:gd name="connsiteY20-54844" fmla="*/ 1286 h 4213"/>
                    <a:gd name="connsiteX21-54845" fmla="*/ 753 w 2254"/>
                    <a:gd name="connsiteY21-54846" fmla="*/ 1117 h 4213"/>
                    <a:gd name="connsiteX22-54847" fmla="*/ 822 w 2254"/>
                    <a:gd name="connsiteY22-54848" fmla="*/ 748 h 4213"/>
                    <a:gd name="connsiteX23-54849" fmla="*/ 932 w 2254"/>
                    <a:gd name="connsiteY23-54850" fmla="*/ 486 h 4213"/>
                    <a:gd name="connsiteX24-54851" fmla="*/ 930 w 2254"/>
                    <a:gd name="connsiteY24-54852" fmla="*/ 358 h 4213"/>
                    <a:gd name="connsiteX25-54853" fmla="*/ 917 w 2254"/>
                    <a:gd name="connsiteY25-54854" fmla="*/ 328 h 4213"/>
                    <a:gd name="connsiteX26-54855" fmla="*/ 850 w 2254"/>
                    <a:gd name="connsiteY26-54856" fmla="*/ 251 h 4213"/>
                    <a:gd name="connsiteX27-54857" fmla="*/ 790 w 2254"/>
                    <a:gd name="connsiteY27-54858" fmla="*/ 217 h 4213"/>
                    <a:gd name="connsiteX28-54859" fmla="*/ 915 w 2254"/>
                    <a:gd name="connsiteY28-54860" fmla="*/ 56 h 4213"/>
                    <a:gd name="connsiteX29-54861" fmla="*/ 1088 w 2254"/>
                    <a:gd name="connsiteY29-54862" fmla="*/ 2 h 4213"/>
                    <a:gd name="connsiteX30-54863" fmla="*/ 1120 w 2254"/>
                    <a:gd name="connsiteY30-54864" fmla="*/ 49 h 4213"/>
                    <a:gd name="connsiteX31-54865" fmla="*/ 1110 w 2254"/>
                    <a:gd name="connsiteY31-54866" fmla="*/ 133 h 4213"/>
                    <a:gd name="connsiteX32-54867" fmla="*/ 1049 w 2254"/>
                    <a:gd name="connsiteY32-54868" fmla="*/ 243 h 4213"/>
                    <a:gd name="connsiteX33-54869" fmla="*/ 1119 w 2254"/>
                    <a:gd name="connsiteY33-54870" fmla="*/ 301 h 4213"/>
                    <a:gd name="connsiteX34-54871" fmla="*/ 1233 w 2254"/>
                    <a:gd name="connsiteY34-54872" fmla="*/ 366 h 4213"/>
                    <a:gd name="connsiteX35-54873" fmla="*/ 1253 w 2254"/>
                    <a:gd name="connsiteY35-54874" fmla="*/ 255 h 4213"/>
                    <a:gd name="connsiteX36-54875" fmla="*/ 1387 w 2254"/>
                    <a:gd name="connsiteY36-54876" fmla="*/ 291 h 4213"/>
                    <a:gd name="connsiteX37-54877" fmla="*/ 1412 w 2254"/>
                    <a:gd name="connsiteY37-54878" fmla="*/ 331 h 4213"/>
                    <a:gd name="connsiteX38-54879" fmla="*/ 1488 w 2254"/>
                    <a:gd name="connsiteY38-54880" fmla="*/ 562 h 4213"/>
                    <a:gd name="connsiteX39-54881" fmla="*/ 1523 w 2254"/>
                    <a:gd name="connsiteY39-54882" fmla="*/ 586 h 4213"/>
                    <a:gd name="connsiteX40-54883" fmla="*/ 1615 w 2254"/>
                    <a:gd name="connsiteY40-54884" fmla="*/ 578 h 4213"/>
                    <a:gd name="connsiteX41-54885" fmla="*/ 1875 w 2254"/>
                    <a:gd name="connsiteY41-54886" fmla="*/ 490 h 4213"/>
                    <a:gd name="connsiteX42-54887" fmla="*/ 2095 w 2254"/>
                    <a:gd name="connsiteY42-54888" fmla="*/ 479 h 4213"/>
                    <a:gd name="connsiteX43-54889" fmla="*/ 2155 w 2254"/>
                    <a:gd name="connsiteY43-54890" fmla="*/ 648 h 4213"/>
                    <a:gd name="connsiteX44-54891" fmla="*/ 2073 w 2254"/>
                    <a:gd name="connsiteY44-54892" fmla="*/ 944 h 4213"/>
                    <a:gd name="connsiteX45-54893" fmla="*/ 2073 w 2254"/>
                    <a:gd name="connsiteY45-54894" fmla="*/ 1022 h 4213"/>
                    <a:gd name="connsiteX46-54895" fmla="*/ 2142 w 2254"/>
                    <a:gd name="connsiteY46-54896" fmla="*/ 1168 h 4213"/>
                    <a:gd name="connsiteX47-54897" fmla="*/ 2157 w 2254"/>
                    <a:gd name="connsiteY47-54898" fmla="*/ 1427 h 4213"/>
                    <a:gd name="connsiteX48-54899" fmla="*/ 2159 w 2254"/>
                    <a:gd name="connsiteY48-54900" fmla="*/ 1617 h 4213"/>
                    <a:gd name="connsiteX49-54901" fmla="*/ 2092 w 2254"/>
                    <a:gd name="connsiteY49-54902" fmla="*/ 1625 h 4213"/>
                    <a:gd name="connsiteX50-54903" fmla="*/ 2070 w 2254"/>
                    <a:gd name="connsiteY50-54904" fmla="*/ 1507 h 4213"/>
                    <a:gd name="connsiteX51-54905" fmla="*/ 2035 w 2254"/>
                    <a:gd name="connsiteY51-54906" fmla="*/ 1450 h 4213"/>
                    <a:gd name="connsiteX52-54907" fmla="*/ 1945 w 2254"/>
                    <a:gd name="connsiteY52-54908" fmla="*/ 1582 h 4213"/>
                    <a:gd name="connsiteX53-54909" fmla="*/ 1832 w 2254"/>
                    <a:gd name="connsiteY53-54910" fmla="*/ 1776 h 4213"/>
                    <a:gd name="connsiteX54-54911" fmla="*/ 1713 w 2254"/>
                    <a:gd name="connsiteY54-54912" fmla="*/ 1904 h 4213"/>
                    <a:gd name="connsiteX55-54913" fmla="*/ 1706 w 2254"/>
                    <a:gd name="connsiteY55-54914" fmla="*/ 2018 h 4213"/>
                    <a:gd name="connsiteX56-54915" fmla="*/ 1766 w 2254"/>
                    <a:gd name="connsiteY56-54916" fmla="*/ 2115 h 4213"/>
                    <a:gd name="connsiteX57-54917" fmla="*/ 1868 w 2254"/>
                    <a:gd name="connsiteY57-54918" fmla="*/ 2183 h 4213"/>
                    <a:gd name="connsiteX58-54919" fmla="*/ 1945 w 2254"/>
                    <a:gd name="connsiteY58-54920" fmla="*/ 2178 h 4213"/>
                    <a:gd name="connsiteX59-54921" fmla="*/ 1990 w 2254"/>
                    <a:gd name="connsiteY59-54922" fmla="*/ 2104 h 4213"/>
                    <a:gd name="connsiteX60-54923" fmla="*/ 2024 w 2254"/>
                    <a:gd name="connsiteY60-54924" fmla="*/ 2210 h 4213"/>
                    <a:gd name="connsiteX61-54925" fmla="*/ 1912 w 2254"/>
                    <a:gd name="connsiteY61-54926" fmla="*/ 2249 h 4213"/>
                    <a:gd name="connsiteX62-54927" fmla="*/ 1959 w 2254"/>
                    <a:gd name="connsiteY62-54928" fmla="*/ 2362 h 4213"/>
                    <a:gd name="connsiteX63-54929" fmla="*/ 1824 w 2254"/>
                    <a:gd name="connsiteY63-54930" fmla="*/ 2509 h 4213"/>
                    <a:gd name="connsiteX64-54931" fmla="*/ 1783 w 2254"/>
                    <a:gd name="connsiteY64-54932" fmla="*/ 2498 h 4213"/>
                    <a:gd name="connsiteX65-54933" fmla="*/ 1659 w 2254"/>
                    <a:gd name="connsiteY65-54934" fmla="*/ 2413 h 4213"/>
                    <a:gd name="connsiteX66-54935" fmla="*/ 1604 w 2254"/>
                    <a:gd name="connsiteY66-54936" fmla="*/ 2412 h 4213"/>
                    <a:gd name="connsiteX67-54937" fmla="*/ 1569 w 2254"/>
                    <a:gd name="connsiteY67-54938" fmla="*/ 2480 h 4213"/>
                    <a:gd name="connsiteX68-54939" fmla="*/ 1572 w 2254"/>
                    <a:gd name="connsiteY68-54940" fmla="*/ 2562 h 4213"/>
                    <a:gd name="connsiteX69-54941" fmla="*/ 1750 w 2254"/>
                    <a:gd name="connsiteY69-54942" fmla="*/ 2730 h 4213"/>
                    <a:gd name="connsiteX70-54943" fmla="*/ 1749 w 2254"/>
                    <a:gd name="connsiteY70-54944" fmla="*/ 2844 h 4213"/>
                    <a:gd name="connsiteX71-54945" fmla="*/ 1840 w 2254"/>
                    <a:gd name="connsiteY71-54946" fmla="*/ 3060 h 4213"/>
                    <a:gd name="connsiteX72-54947" fmla="*/ 1866 w 2254"/>
                    <a:gd name="connsiteY72-54948" fmla="*/ 3090 h 4213"/>
                    <a:gd name="connsiteX73-54949" fmla="*/ 1910 w 2254"/>
                    <a:gd name="connsiteY73-54950" fmla="*/ 3094 h 4213"/>
                    <a:gd name="connsiteX74-54951" fmla="*/ 1956 w 2254"/>
                    <a:gd name="connsiteY74-54952" fmla="*/ 3010 h 4213"/>
                    <a:gd name="connsiteX75-54953" fmla="*/ 2036 w 2254"/>
                    <a:gd name="connsiteY75-54954" fmla="*/ 2950 h 4213"/>
                    <a:gd name="connsiteX76-54955" fmla="*/ 2131 w 2254"/>
                    <a:gd name="connsiteY76-54956" fmla="*/ 3126 h 4213"/>
                    <a:gd name="connsiteX77-54957" fmla="*/ 2241 w 2254"/>
                    <a:gd name="connsiteY77-54958" fmla="*/ 3312 h 4213"/>
                    <a:gd name="connsiteX78-54959" fmla="*/ 2254 w 2254"/>
                    <a:gd name="connsiteY78-54960" fmla="*/ 3342 h 4213"/>
                    <a:gd name="connsiteX79-54961" fmla="*/ 2243 w 2254"/>
                    <a:gd name="connsiteY79-54962" fmla="*/ 3518 h 4213"/>
                    <a:gd name="connsiteX80-54963" fmla="*/ 2208 w 2254"/>
                    <a:gd name="connsiteY80-54964" fmla="*/ 3554 h 4213"/>
                    <a:gd name="connsiteX81-54965" fmla="*/ 2119 w 2254"/>
                    <a:gd name="connsiteY81-54966" fmla="*/ 3515 h 4213"/>
                    <a:gd name="connsiteX82-54967" fmla="*/ 1885 w 2254"/>
                    <a:gd name="connsiteY82-54968" fmla="*/ 3644 h 4213"/>
                    <a:gd name="connsiteX83-54969" fmla="*/ 1859 w 2254"/>
                    <a:gd name="connsiteY83-54970" fmla="*/ 3666 h 4213"/>
                    <a:gd name="connsiteX84-54971" fmla="*/ 1679 w 2254"/>
                    <a:gd name="connsiteY84-54972" fmla="*/ 3812 h 4213"/>
                    <a:gd name="connsiteX85-54973" fmla="*/ 1538 w 2254"/>
                    <a:gd name="connsiteY85-54974" fmla="*/ 3926 h 4213"/>
                    <a:gd name="connsiteX86-54975" fmla="*/ 1503 w 2254"/>
                    <a:gd name="connsiteY86-54976" fmla="*/ 3965 h 4213"/>
                    <a:gd name="connsiteX87-54977" fmla="*/ 1451 w 2254"/>
                    <a:gd name="connsiteY87-54978" fmla="*/ 3973 h 4213"/>
                    <a:gd name="connsiteX88-54979" fmla="*/ 1394 w 2254"/>
                    <a:gd name="connsiteY88-54980" fmla="*/ 3916 h 4213"/>
                    <a:gd name="connsiteX89-54981" fmla="*/ 1270 w 2254"/>
                    <a:gd name="connsiteY89-54982" fmla="*/ 3808 h 4213"/>
                    <a:gd name="connsiteX90-54983" fmla="*/ 1294 w 2254"/>
                    <a:gd name="connsiteY90-54984" fmla="*/ 4064 h 4213"/>
                    <a:gd name="connsiteX91-54985" fmla="*/ 1303 w 2254"/>
                    <a:gd name="connsiteY91-54986" fmla="*/ 4192 h 4213"/>
                    <a:gd name="connsiteX92-54987" fmla="*/ 1041 w 2254"/>
                    <a:gd name="connsiteY92-54988" fmla="*/ 4166 h 4213"/>
                    <a:gd name="connsiteX93-54989" fmla="*/ 959 w 2254"/>
                    <a:gd name="connsiteY93-54990" fmla="*/ 3987 h 4213"/>
                    <a:gd name="connsiteX94-54991" fmla="*/ 877 w 2254"/>
                    <a:gd name="connsiteY94-54992" fmla="*/ 3802 h 4213"/>
                    <a:gd name="connsiteX95-54993" fmla="*/ 798 w 2254"/>
                    <a:gd name="connsiteY95-54994" fmla="*/ 3734 h 4213"/>
                    <a:gd name="connsiteX96-54995" fmla="*/ 679 w 2254"/>
                    <a:gd name="connsiteY96-54996" fmla="*/ 3800 h 4213"/>
                    <a:gd name="connsiteX97-54997" fmla="*/ 695 w 2254"/>
                    <a:gd name="connsiteY97-54998" fmla="*/ 3662 h 4213"/>
                    <a:gd name="connsiteX98-54999" fmla="*/ 633 w 2254"/>
                    <a:gd name="connsiteY98-55000" fmla="*/ 3500 h 4213"/>
                    <a:gd name="connsiteX99-55001" fmla="*/ 742 w 2254"/>
                    <a:gd name="connsiteY99-55002" fmla="*/ 3280 h 4213"/>
                    <a:gd name="connsiteX100-55003" fmla="*/ 932 w 2254"/>
                    <a:gd name="connsiteY100-55004" fmla="*/ 3195 h 4213"/>
                    <a:gd name="connsiteX101-55005" fmla="*/ 1107 w 2254"/>
                    <a:gd name="connsiteY101-55006" fmla="*/ 3058 h 4213"/>
                    <a:gd name="connsiteX102-55007" fmla="*/ 1092 w 2254"/>
                    <a:gd name="connsiteY102-55008" fmla="*/ 2932 h 4213"/>
                    <a:gd name="connsiteX0-55009" fmla="*/ 1215 w 2254"/>
                    <a:gd name="connsiteY0-55010" fmla="*/ 2615 h 4213"/>
                    <a:gd name="connsiteX1-55011" fmla="*/ 1184 w 2254"/>
                    <a:gd name="connsiteY1-55012" fmla="*/ 2346 h 4213"/>
                    <a:gd name="connsiteX2-55013" fmla="*/ 1068 w 2254"/>
                    <a:gd name="connsiteY2-55014" fmla="*/ 2333 h 4213"/>
                    <a:gd name="connsiteX3-55015" fmla="*/ 1066 w 2254"/>
                    <a:gd name="connsiteY3-55016" fmla="*/ 2117 h 4213"/>
                    <a:gd name="connsiteX4-55017" fmla="*/ 990 w 2254"/>
                    <a:gd name="connsiteY4-55018" fmla="*/ 2039 h 4213"/>
                    <a:gd name="connsiteX5-55019" fmla="*/ 847 w 2254"/>
                    <a:gd name="connsiteY5-55020" fmla="*/ 1951 h 4213"/>
                    <a:gd name="connsiteX6-55021" fmla="*/ 755 w 2254"/>
                    <a:gd name="connsiteY6-55022" fmla="*/ 1827 h 4213"/>
                    <a:gd name="connsiteX7-55023" fmla="*/ 659 w 2254"/>
                    <a:gd name="connsiteY7-55024" fmla="*/ 1828 h 4213"/>
                    <a:gd name="connsiteX8-55025" fmla="*/ 614 w 2254"/>
                    <a:gd name="connsiteY8-55026" fmla="*/ 1883 h 4213"/>
                    <a:gd name="connsiteX9-55027" fmla="*/ 521 w 2254"/>
                    <a:gd name="connsiteY9-55028" fmla="*/ 1877 h 4213"/>
                    <a:gd name="connsiteX10-55029" fmla="*/ 501 w 2254"/>
                    <a:gd name="connsiteY10-55030" fmla="*/ 1994 h 4213"/>
                    <a:gd name="connsiteX11-55031" fmla="*/ 320 w 2254"/>
                    <a:gd name="connsiteY11-55032" fmla="*/ 1941 h 4213"/>
                    <a:gd name="connsiteX12-55033" fmla="*/ 237 w 2254"/>
                    <a:gd name="connsiteY12-55034" fmla="*/ 1939 h 4213"/>
                    <a:gd name="connsiteX13-55035" fmla="*/ 112 w 2254"/>
                    <a:gd name="connsiteY13-55036" fmla="*/ 2014 h 4213"/>
                    <a:gd name="connsiteX14-55037" fmla="*/ 0 w 2254"/>
                    <a:gd name="connsiteY14-55038" fmla="*/ 1890 h 4213"/>
                    <a:gd name="connsiteX15-55039" fmla="*/ 94 w 2254"/>
                    <a:gd name="connsiteY15-55040" fmla="*/ 1804 h 4213"/>
                    <a:gd name="connsiteX16-55041" fmla="*/ 98 w 2254"/>
                    <a:gd name="connsiteY16-55042" fmla="*/ 1634 h 4213"/>
                    <a:gd name="connsiteX17-55043" fmla="*/ 153 w 2254"/>
                    <a:gd name="connsiteY17-55044" fmla="*/ 1514 h 4213"/>
                    <a:gd name="connsiteX18-55045" fmla="*/ 196 w 2254"/>
                    <a:gd name="connsiteY18-55046" fmla="*/ 1306 h 4213"/>
                    <a:gd name="connsiteX19-55047" fmla="*/ 256 w 2254"/>
                    <a:gd name="connsiteY19-55048" fmla="*/ 1307 h 4213"/>
                    <a:gd name="connsiteX20-55049" fmla="*/ 579 w 2254"/>
                    <a:gd name="connsiteY20-55050" fmla="*/ 1286 h 4213"/>
                    <a:gd name="connsiteX21-55051" fmla="*/ 753 w 2254"/>
                    <a:gd name="connsiteY21-55052" fmla="*/ 1117 h 4213"/>
                    <a:gd name="connsiteX22-55053" fmla="*/ 822 w 2254"/>
                    <a:gd name="connsiteY22-55054" fmla="*/ 748 h 4213"/>
                    <a:gd name="connsiteX23-55055" fmla="*/ 932 w 2254"/>
                    <a:gd name="connsiteY23-55056" fmla="*/ 486 h 4213"/>
                    <a:gd name="connsiteX24-55057" fmla="*/ 930 w 2254"/>
                    <a:gd name="connsiteY24-55058" fmla="*/ 358 h 4213"/>
                    <a:gd name="connsiteX25-55059" fmla="*/ 917 w 2254"/>
                    <a:gd name="connsiteY25-55060" fmla="*/ 328 h 4213"/>
                    <a:gd name="connsiteX26-55061" fmla="*/ 850 w 2254"/>
                    <a:gd name="connsiteY26-55062" fmla="*/ 251 h 4213"/>
                    <a:gd name="connsiteX27-55063" fmla="*/ 790 w 2254"/>
                    <a:gd name="connsiteY27-55064" fmla="*/ 217 h 4213"/>
                    <a:gd name="connsiteX28-55065" fmla="*/ 915 w 2254"/>
                    <a:gd name="connsiteY28-55066" fmla="*/ 56 h 4213"/>
                    <a:gd name="connsiteX29-55067" fmla="*/ 1088 w 2254"/>
                    <a:gd name="connsiteY29-55068" fmla="*/ 2 h 4213"/>
                    <a:gd name="connsiteX30-55069" fmla="*/ 1120 w 2254"/>
                    <a:gd name="connsiteY30-55070" fmla="*/ 49 h 4213"/>
                    <a:gd name="connsiteX31-55071" fmla="*/ 1110 w 2254"/>
                    <a:gd name="connsiteY31-55072" fmla="*/ 133 h 4213"/>
                    <a:gd name="connsiteX32-55073" fmla="*/ 1049 w 2254"/>
                    <a:gd name="connsiteY32-55074" fmla="*/ 243 h 4213"/>
                    <a:gd name="connsiteX33-55075" fmla="*/ 1119 w 2254"/>
                    <a:gd name="connsiteY33-55076" fmla="*/ 301 h 4213"/>
                    <a:gd name="connsiteX34-55077" fmla="*/ 1233 w 2254"/>
                    <a:gd name="connsiteY34-55078" fmla="*/ 366 h 4213"/>
                    <a:gd name="connsiteX35-55079" fmla="*/ 1253 w 2254"/>
                    <a:gd name="connsiteY35-55080" fmla="*/ 255 h 4213"/>
                    <a:gd name="connsiteX36-55081" fmla="*/ 1387 w 2254"/>
                    <a:gd name="connsiteY36-55082" fmla="*/ 291 h 4213"/>
                    <a:gd name="connsiteX37-55083" fmla="*/ 1412 w 2254"/>
                    <a:gd name="connsiteY37-55084" fmla="*/ 331 h 4213"/>
                    <a:gd name="connsiteX38-55085" fmla="*/ 1488 w 2254"/>
                    <a:gd name="connsiteY38-55086" fmla="*/ 562 h 4213"/>
                    <a:gd name="connsiteX39-55087" fmla="*/ 1523 w 2254"/>
                    <a:gd name="connsiteY39-55088" fmla="*/ 586 h 4213"/>
                    <a:gd name="connsiteX40-55089" fmla="*/ 1615 w 2254"/>
                    <a:gd name="connsiteY40-55090" fmla="*/ 578 h 4213"/>
                    <a:gd name="connsiteX41-55091" fmla="*/ 1875 w 2254"/>
                    <a:gd name="connsiteY41-55092" fmla="*/ 490 h 4213"/>
                    <a:gd name="connsiteX42-55093" fmla="*/ 2095 w 2254"/>
                    <a:gd name="connsiteY42-55094" fmla="*/ 479 h 4213"/>
                    <a:gd name="connsiteX43-55095" fmla="*/ 2155 w 2254"/>
                    <a:gd name="connsiteY43-55096" fmla="*/ 648 h 4213"/>
                    <a:gd name="connsiteX44-55097" fmla="*/ 2073 w 2254"/>
                    <a:gd name="connsiteY44-55098" fmla="*/ 944 h 4213"/>
                    <a:gd name="connsiteX45-55099" fmla="*/ 2073 w 2254"/>
                    <a:gd name="connsiteY45-55100" fmla="*/ 1022 h 4213"/>
                    <a:gd name="connsiteX46-55101" fmla="*/ 2142 w 2254"/>
                    <a:gd name="connsiteY46-55102" fmla="*/ 1168 h 4213"/>
                    <a:gd name="connsiteX47-55103" fmla="*/ 2157 w 2254"/>
                    <a:gd name="connsiteY47-55104" fmla="*/ 1427 h 4213"/>
                    <a:gd name="connsiteX48-55105" fmla="*/ 2159 w 2254"/>
                    <a:gd name="connsiteY48-55106" fmla="*/ 1617 h 4213"/>
                    <a:gd name="connsiteX49-55107" fmla="*/ 2092 w 2254"/>
                    <a:gd name="connsiteY49-55108" fmla="*/ 1625 h 4213"/>
                    <a:gd name="connsiteX50-55109" fmla="*/ 2070 w 2254"/>
                    <a:gd name="connsiteY50-55110" fmla="*/ 1507 h 4213"/>
                    <a:gd name="connsiteX51-55111" fmla="*/ 2035 w 2254"/>
                    <a:gd name="connsiteY51-55112" fmla="*/ 1450 h 4213"/>
                    <a:gd name="connsiteX52-55113" fmla="*/ 1945 w 2254"/>
                    <a:gd name="connsiteY52-55114" fmla="*/ 1582 h 4213"/>
                    <a:gd name="connsiteX53-55115" fmla="*/ 1832 w 2254"/>
                    <a:gd name="connsiteY53-55116" fmla="*/ 1776 h 4213"/>
                    <a:gd name="connsiteX54-55117" fmla="*/ 1713 w 2254"/>
                    <a:gd name="connsiteY54-55118" fmla="*/ 1904 h 4213"/>
                    <a:gd name="connsiteX55-55119" fmla="*/ 1706 w 2254"/>
                    <a:gd name="connsiteY55-55120" fmla="*/ 2018 h 4213"/>
                    <a:gd name="connsiteX56-55121" fmla="*/ 1766 w 2254"/>
                    <a:gd name="connsiteY56-55122" fmla="*/ 2115 h 4213"/>
                    <a:gd name="connsiteX57-55123" fmla="*/ 1868 w 2254"/>
                    <a:gd name="connsiteY57-55124" fmla="*/ 2183 h 4213"/>
                    <a:gd name="connsiteX58-55125" fmla="*/ 1945 w 2254"/>
                    <a:gd name="connsiteY58-55126" fmla="*/ 2178 h 4213"/>
                    <a:gd name="connsiteX59-55127" fmla="*/ 1990 w 2254"/>
                    <a:gd name="connsiteY59-55128" fmla="*/ 2104 h 4213"/>
                    <a:gd name="connsiteX60-55129" fmla="*/ 2024 w 2254"/>
                    <a:gd name="connsiteY60-55130" fmla="*/ 2210 h 4213"/>
                    <a:gd name="connsiteX61-55131" fmla="*/ 1912 w 2254"/>
                    <a:gd name="connsiteY61-55132" fmla="*/ 2249 h 4213"/>
                    <a:gd name="connsiteX62-55133" fmla="*/ 1959 w 2254"/>
                    <a:gd name="connsiteY62-55134" fmla="*/ 2362 h 4213"/>
                    <a:gd name="connsiteX63-55135" fmla="*/ 1824 w 2254"/>
                    <a:gd name="connsiteY63-55136" fmla="*/ 2509 h 4213"/>
                    <a:gd name="connsiteX64-55137" fmla="*/ 1783 w 2254"/>
                    <a:gd name="connsiteY64-55138" fmla="*/ 2498 h 4213"/>
                    <a:gd name="connsiteX65-55139" fmla="*/ 1659 w 2254"/>
                    <a:gd name="connsiteY65-55140" fmla="*/ 2413 h 4213"/>
                    <a:gd name="connsiteX66-55141" fmla="*/ 1604 w 2254"/>
                    <a:gd name="connsiteY66-55142" fmla="*/ 2412 h 4213"/>
                    <a:gd name="connsiteX67-55143" fmla="*/ 1569 w 2254"/>
                    <a:gd name="connsiteY67-55144" fmla="*/ 2480 h 4213"/>
                    <a:gd name="connsiteX68-55145" fmla="*/ 1572 w 2254"/>
                    <a:gd name="connsiteY68-55146" fmla="*/ 2562 h 4213"/>
                    <a:gd name="connsiteX69-55147" fmla="*/ 1750 w 2254"/>
                    <a:gd name="connsiteY69-55148" fmla="*/ 2730 h 4213"/>
                    <a:gd name="connsiteX70-55149" fmla="*/ 1749 w 2254"/>
                    <a:gd name="connsiteY70-55150" fmla="*/ 2844 h 4213"/>
                    <a:gd name="connsiteX71-55151" fmla="*/ 1840 w 2254"/>
                    <a:gd name="connsiteY71-55152" fmla="*/ 3060 h 4213"/>
                    <a:gd name="connsiteX72-55153" fmla="*/ 1866 w 2254"/>
                    <a:gd name="connsiteY72-55154" fmla="*/ 3090 h 4213"/>
                    <a:gd name="connsiteX73-55155" fmla="*/ 1910 w 2254"/>
                    <a:gd name="connsiteY73-55156" fmla="*/ 3094 h 4213"/>
                    <a:gd name="connsiteX74-55157" fmla="*/ 1956 w 2254"/>
                    <a:gd name="connsiteY74-55158" fmla="*/ 3010 h 4213"/>
                    <a:gd name="connsiteX75-55159" fmla="*/ 2036 w 2254"/>
                    <a:gd name="connsiteY75-55160" fmla="*/ 2950 h 4213"/>
                    <a:gd name="connsiteX76-55161" fmla="*/ 2131 w 2254"/>
                    <a:gd name="connsiteY76-55162" fmla="*/ 3126 h 4213"/>
                    <a:gd name="connsiteX77-55163" fmla="*/ 2241 w 2254"/>
                    <a:gd name="connsiteY77-55164" fmla="*/ 3312 h 4213"/>
                    <a:gd name="connsiteX78-55165" fmla="*/ 2254 w 2254"/>
                    <a:gd name="connsiteY78-55166" fmla="*/ 3342 h 4213"/>
                    <a:gd name="connsiteX79-55167" fmla="*/ 2243 w 2254"/>
                    <a:gd name="connsiteY79-55168" fmla="*/ 3518 h 4213"/>
                    <a:gd name="connsiteX80-55169" fmla="*/ 2208 w 2254"/>
                    <a:gd name="connsiteY80-55170" fmla="*/ 3554 h 4213"/>
                    <a:gd name="connsiteX81-55171" fmla="*/ 2119 w 2254"/>
                    <a:gd name="connsiteY81-55172" fmla="*/ 3515 h 4213"/>
                    <a:gd name="connsiteX82-55173" fmla="*/ 1885 w 2254"/>
                    <a:gd name="connsiteY82-55174" fmla="*/ 3644 h 4213"/>
                    <a:gd name="connsiteX83-55175" fmla="*/ 1859 w 2254"/>
                    <a:gd name="connsiteY83-55176" fmla="*/ 3666 h 4213"/>
                    <a:gd name="connsiteX84-55177" fmla="*/ 1679 w 2254"/>
                    <a:gd name="connsiteY84-55178" fmla="*/ 3812 h 4213"/>
                    <a:gd name="connsiteX85-55179" fmla="*/ 1538 w 2254"/>
                    <a:gd name="connsiteY85-55180" fmla="*/ 3926 h 4213"/>
                    <a:gd name="connsiteX86-55181" fmla="*/ 1503 w 2254"/>
                    <a:gd name="connsiteY86-55182" fmla="*/ 3965 h 4213"/>
                    <a:gd name="connsiteX87-55183" fmla="*/ 1451 w 2254"/>
                    <a:gd name="connsiteY87-55184" fmla="*/ 3973 h 4213"/>
                    <a:gd name="connsiteX88-55185" fmla="*/ 1394 w 2254"/>
                    <a:gd name="connsiteY88-55186" fmla="*/ 3916 h 4213"/>
                    <a:gd name="connsiteX89-55187" fmla="*/ 1270 w 2254"/>
                    <a:gd name="connsiteY89-55188" fmla="*/ 3808 h 4213"/>
                    <a:gd name="connsiteX90-55189" fmla="*/ 1294 w 2254"/>
                    <a:gd name="connsiteY90-55190" fmla="*/ 4064 h 4213"/>
                    <a:gd name="connsiteX91-55191" fmla="*/ 1303 w 2254"/>
                    <a:gd name="connsiteY91-55192" fmla="*/ 4192 h 4213"/>
                    <a:gd name="connsiteX92-55193" fmla="*/ 1041 w 2254"/>
                    <a:gd name="connsiteY92-55194" fmla="*/ 4166 h 4213"/>
                    <a:gd name="connsiteX93-55195" fmla="*/ 959 w 2254"/>
                    <a:gd name="connsiteY93-55196" fmla="*/ 3987 h 4213"/>
                    <a:gd name="connsiteX94-55197" fmla="*/ 877 w 2254"/>
                    <a:gd name="connsiteY94-55198" fmla="*/ 3802 h 4213"/>
                    <a:gd name="connsiteX95-55199" fmla="*/ 798 w 2254"/>
                    <a:gd name="connsiteY95-55200" fmla="*/ 3734 h 4213"/>
                    <a:gd name="connsiteX96-55201" fmla="*/ 679 w 2254"/>
                    <a:gd name="connsiteY96-55202" fmla="*/ 3800 h 4213"/>
                    <a:gd name="connsiteX97-55203" fmla="*/ 695 w 2254"/>
                    <a:gd name="connsiteY97-55204" fmla="*/ 3662 h 4213"/>
                    <a:gd name="connsiteX98-55205" fmla="*/ 633 w 2254"/>
                    <a:gd name="connsiteY98-55206" fmla="*/ 3500 h 4213"/>
                    <a:gd name="connsiteX99-55207" fmla="*/ 742 w 2254"/>
                    <a:gd name="connsiteY99-55208" fmla="*/ 3280 h 4213"/>
                    <a:gd name="connsiteX100-55209" fmla="*/ 932 w 2254"/>
                    <a:gd name="connsiteY100-55210" fmla="*/ 3195 h 4213"/>
                    <a:gd name="connsiteX101-55211" fmla="*/ 1107 w 2254"/>
                    <a:gd name="connsiteY101-55212" fmla="*/ 3058 h 4213"/>
                    <a:gd name="connsiteX102-55213" fmla="*/ 1092 w 2254"/>
                    <a:gd name="connsiteY102-55214" fmla="*/ 2932 h 4213"/>
                    <a:gd name="connsiteX0-55215" fmla="*/ 1215 w 2254"/>
                    <a:gd name="connsiteY0-55216" fmla="*/ 2615 h 4213"/>
                    <a:gd name="connsiteX1-55217" fmla="*/ 1184 w 2254"/>
                    <a:gd name="connsiteY1-55218" fmla="*/ 2346 h 4213"/>
                    <a:gd name="connsiteX2-55219" fmla="*/ 1068 w 2254"/>
                    <a:gd name="connsiteY2-55220" fmla="*/ 2333 h 4213"/>
                    <a:gd name="connsiteX3-55221" fmla="*/ 1066 w 2254"/>
                    <a:gd name="connsiteY3-55222" fmla="*/ 2117 h 4213"/>
                    <a:gd name="connsiteX4-55223" fmla="*/ 990 w 2254"/>
                    <a:gd name="connsiteY4-55224" fmla="*/ 2039 h 4213"/>
                    <a:gd name="connsiteX5-55225" fmla="*/ 847 w 2254"/>
                    <a:gd name="connsiteY5-55226" fmla="*/ 1951 h 4213"/>
                    <a:gd name="connsiteX6-55227" fmla="*/ 755 w 2254"/>
                    <a:gd name="connsiteY6-55228" fmla="*/ 1827 h 4213"/>
                    <a:gd name="connsiteX7-55229" fmla="*/ 659 w 2254"/>
                    <a:gd name="connsiteY7-55230" fmla="*/ 1828 h 4213"/>
                    <a:gd name="connsiteX8-55231" fmla="*/ 614 w 2254"/>
                    <a:gd name="connsiteY8-55232" fmla="*/ 1883 h 4213"/>
                    <a:gd name="connsiteX9-55233" fmla="*/ 521 w 2254"/>
                    <a:gd name="connsiteY9-55234" fmla="*/ 1877 h 4213"/>
                    <a:gd name="connsiteX10-55235" fmla="*/ 501 w 2254"/>
                    <a:gd name="connsiteY10-55236" fmla="*/ 1994 h 4213"/>
                    <a:gd name="connsiteX11-55237" fmla="*/ 320 w 2254"/>
                    <a:gd name="connsiteY11-55238" fmla="*/ 1941 h 4213"/>
                    <a:gd name="connsiteX12-55239" fmla="*/ 237 w 2254"/>
                    <a:gd name="connsiteY12-55240" fmla="*/ 1939 h 4213"/>
                    <a:gd name="connsiteX13-55241" fmla="*/ 112 w 2254"/>
                    <a:gd name="connsiteY13-55242" fmla="*/ 2014 h 4213"/>
                    <a:gd name="connsiteX14-55243" fmla="*/ 0 w 2254"/>
                    <a:gd name="connsiteY14-55244" fmla="*/ 1890 h 4213"/>
                    <a:gd name="connsiteX15-55245" fmla="*/ 94 w 2254"/>
                    <a:gd name="connsiteY15-55246" fmla="*/ 1804 h 4213"/>
                    <a:gd name="connsiteX16-55247" fmla="*/ 98 w 2254"/>
                    <a:gd name="connsiteY16-55248" fmla="*/ 1634 h 4213"/>
                    <a:gd name="connsiteX17-55249" fmla="*/ 153 w 2254"/>
                    <a:gd name="connsiteY17-55250" fmla="*/ 1514 h 4213"/>
                    <a:gd name="connsiteX18-55251" fmla="*/ 196 w 2254"/>
                    <a:gd name="connsiteY18-55252" fmla="*/ 1306 h 4213"/>
                    <a:gd name="connsiteX19-55253" fmla="*/ 256 w 2254"/>
                    <a:gd name="connsiteY19-55254" fmla="*/ 1307 h 4213"/>
                    <a:gd name="connsiteX20-55255" fmla="*/ 579 w 2254"/>
                    <a:gd name="connsiteY20-55256" fmla="*/ 1286 h 4213"/>
                    <a:gd name="connsiteX21-55257" fmla="*/ 753 w 2254"/>
                    <a:gd name="connsiteY21-55258" fmla="*/ 1117 h 4213"/>
                    <a:gd name="connsiteX22-55259" fmla="*/ 822 w 2254"/>
                    <a:gd name="connsiteY22-55260" fmla="*/ 748 h 4213"/>
                    <a:gd name="connsiteX23-55261" fmla="*/ 932 w 2254"/>
                    <a:gd name="connsiteY23-55262" fmla="*/ 486 h 4213"/>
                    <a:gd name="connsiteX24-55263" fmla="*/ 930 w 2254"/>
                    <a:gd name="connsiteY24-55264" fmla="*/ 358 h 4213"/>
                    <a:gd name="connsiteX25-55265" fmla="*/ 917 w 2254"/>
                    <a:gd name="connsiteY25-55266" fmla="*/ 328 h 4213"/>
                    <a:gd name="connsiteX26-55267" fmla="*/ 850 w 2254"/>
                    <a:gd name="connsiteY26-55268" fmla="*/ 251 h 4213"/>
                    <a:gd name="connsiteX27-55269" fmla="*/ 790 w 2254"/>
                    <a:gd name="connsiteY27-55270" fmla="*/ 217 h 4213"/>
                    <a:gd name="connsiteX28-55271" fmla="*/ 915 w 2254"/>
                    <a:gd name="connsiteY28-55272" fmla="*/ 56 h 4213"/>
                    <a:gd name="connsiteX29-55273" fmla="*/ 1088 w 2254"/>
                    <a:gd name="connsiteY29-55274" fmla="*/ 2 h 4213"/>
                    <a:gd name="connsiteX30-55275" fmla="*/ 1120 w 2254"/>
                    <a:gd name="connsiteY30-55276" fmla="*/ 49 h 4213"/>
                    <a:gd name="connsiteX31-55277" fmla="*/ 1110 w 2254"/>
                    <a:gd name="connsiteY31-55278" fmla="*/ 133 h 4213"/>
                    <a:gd name="connsiteX32-55279" fmla="*/ 1049 w 2254"/>
                    <a:gd name="connsiteY32-55280" fmla="*/ 243 h 4213"/>
                    <a:gd name="connsiteX33-55281" fmla="*/ 1119 w 2254"/>
                    <a:gd name="connsiteY33-55282" fmla="*/ 301 h 4213"/>
                    <a:gd name="connsiteX34-55283" fmla="*/ 1233 w 2254"/>
                    <a:gd name="connsiteY34-55284" fmla="*/ 366 h 4213"/>
                    <a:gd name="connsiteX35-55285" fmla="*/ 1253 w 2254"/>
                    <a:gd name="connsiteY35-55286" fmla="*/ 255 h 4213"/>
                    <a:gd name="connsiteX36-55287" fmla="*/ 1387 w 2254"/>
                    <a:gd name="connsiteY36-55288" fmla="*/ 291 h 4213"/>
                    <a:gd name="connsiteX37-55289" fmla="*/ 1412 w 2254"/>
                    <a:gd name="connsiteY37-55290" fmla="*/ 331 h 4213"/>
                    <a:gd name="connsiteX38-55291" fmla="*/ 1488 w 2254"/>
                    <a:gd name="connsiteY38-55292" fmla="*/ 562 h 4213"/>
                    <a:gd name="connsiteX39-55293" fmla="*/ 1523 w 2254"/>
                    <a:gd name="connsiteY39-55294" fmla="*/ 586 h 4213"/>
                    <a:gd name="connsiteX40-55295" fmla="*/ 1615 w 2254"/>
                    <a:gd name="connsiteY40-55296" fmla="*/ 578 h 4213"/>
                    <a:gd name="connsiteX41-55297" fmla="*/ 1875 w 2254"/>
                    <a:gd name="connsiteY41-55298" fmla="*/ 490 h 4213"/>
                    <a:gd name="connsiteX42-55299" fmla="*/ 2095 w 2254"/>
                    <a:gd name="connsiteY42-55300" fmla="*/ 479 h 4213"/>
                    <a:gd name="connsiteX43-55301" fmla="*/ 2155 w 2254"/>
                    <a:gd name="connsiteY43-55302" fmla="*/ 648 h 4213"/>
                    <a:gd name="connsiteX44-55303" fmla="*/ 2073 w 2254"/>
                    <a:gd name="connsiteY44-55304" fmla="*/ 944 h 4213"/>
                    <a:gd name="connsiteX45-55305" fmla="*/ 2073 w 2254"/>
                    <a:gd name="connsiteY45-55306" fmla="*/ 1022 h 4213"/>
                    <a:gd name="connsiteX46-55307" fmla="*/ 2142 w 2254"/>
                    <a:gd name="connsiteY46-55308" fmla="*/ 1168 h 4213"/>
                    <a:gd name="connsiteX47-55309" fmla="*/ 2157 w 2254"/>
                    <a:gd name="connsiteY47-55310" fmla="*/ 1427 h 4213"/>
                    <a:gd name="connsiteX48-55311" fmla="*/ 2159 w 2254"/>
                    <a:gd name="connsiteY48-55312" fmla="*/ 1617 h 4213"/>
                    <a:gd name="connsiteX49-55313" fmla="*/ 2092 w 2254"/>
                    <a:gd name="connsiteY49-55314" fmla="*/ 1625 h 4213"/>
                    <a:gd name="connsiteX50-55315" fmla="*/ 2070 w 2254"/>
                    <a:gd name="connsiteY50-55316" fmla="*/ 1507 h 4213"/>
                    <a:gd name="connsiteX51-55317" fmla="*/ 2035 w 2254"/>
                    <a:gd name="connsiteY51-55318" fmla="*/ 1450 h 4213"/>
                    <a:gd name="connsiteX52-55319" fmla="*/ 1945 w 2254"/>
                    <a:gd name="connsiteY52-55320" fmla="*/ 1582 h 4213"/>
                    <a:gd name="connsiteX53-55321" fmla="*/ 1832 w 2254"/>
                    <a:gd name="connsiteY53-55322" fmla="*/ 1776 h 4213"/>
                    <a:gd name="connsiteX54-55323" fmla="*/ 1713 w 2254"/>
                    <a:gd name="connsiteY54-55324" fmla="*/ 1904 h 4213"/>
                    <a:gd name="connsiteX55-55325" fmla="*/ 1706 w 2254"/>
                    <a:gd name="connsiteY55-55326" fmla="*/ 2018 h 4213"/>
                    <a:gd name="connsiteX56-55327" fmla="*/ 1766 w 2254"/>
                    <a:gd name="connsiteY56-55328" fmla="*/ 2115 h 4213"/>
                    <a:gd name="connsiteX57-55329" fmla="*/ 1868 w 2254"/>
                    <a:gd name="connsiteY57-55330" fmla="*/ 2183 h 4213"/>
                    <a:gd name="connsiteX58-55331" fmla="*/ 1945 w 2254"/>
                    <a:gd name="connsiteY58-55332" fmla="*/ 2178 h 4213"/>
                    <a:gd name="connsiteX59-55333" fmla="*/ 1990 w 2254"/>
                    <a:gd name="connsiteY59-55334" fmla="*/ 2104 h 4213"/>
                    <a:gd name="connsiteX60-55335" fmla="*/ 2024 w 2254"/>
                    <a:gd name="connsiteY60-55336" fmla="*/ 2210 h 4213"/>
                    <a:gd name="connsiteX61-55337" fmla="*/ 1912 w 2254"/>
                    <a:gd name="connsiteY61-55338" fmla="*/ 2249 h 4213"/>
                    <a:gd name="connsiteX62-55339" fmla="*/ 1959 w 2254"/>
                    <a:gd name="connsiteY62-55340" fmla="*/ 2362 h 4213"/>
                    <a:gd name="connsiteX63-55341" fmla="*/ 1824 w 2254"/>
                    <a:gd name="connsiteY63-55342" fmla="*/ 2509 h 4213"/>
                    <a:gd name="connsiteX64-55343" fmla="*/ 1783 w 2254"/>
                    <a:gd name="connsiteY64-55344" fmla="*/ 2498 h 4213"/>
                    <a:gd name="connsiteX65-55345" fmla="*/ 1659 w 2254"/>
                    <a:gd name="connsiteY65-55346" fmla="*/ 2413 h 4213"/>
                    <a:gd name="connsiteX66-55347" fmla="*/ 1604 w 2254"/>
                    <a:gd name="connsiteY66-55348" fmla="*/ 2412 h 4213"/>
                    <a:gd name="connsiteX67-55349" fmla="*/ 1569 w 2254"/>
                    <a:gd name="connsiteY67-55350" fmla="*/ 2480 h 4213"/>
                    <a:gd name="connsiteX68-55351" fmla="*/ 1572 w 2254"/>
                    <a:gd name="connsiteY68-55352" fmla="*/ 2562 h 4213"/>
                    <a:gd name="connsiteX69-55353" fmla="*/ 1750 w 2254"/>
                    <a:gd name="connsiteY69-55354" fmla="*/ 2730 h 4213"/>
                    <a:gd name="connsiteX70-55355" fmla="*/ 1749 w 2254"/>
                    <a:gd name="connsiteY70-55356" fmla="*/ 2844 h 4213"/>
                    <a:gd name="connsiteX71-55357" fmla="*/ 1840 w 2254"/>
                    <a:gd name="connsiteY71-55358" fmla="*/ 3060 h 4213"/>
                    <a:gd name="connsiteX72-55359" fmla="*/ 1866 w 2254"/>
                    <a:gd name="connsiteY72-55360" fmla="*/ 3090 h 4213"/>
                    <a:gd name="connsiteX73-55361" fmla="*/ 1910 w 2254"/>
                    <a:gd name="connsiteY73-55362" fmla="*/ 3094 h 4213"/>
                    <a:gd name="connsiteX74-55363" fmla="*/ 1956 w 2254"/>
                    <a:gd name="connsiteY74-55364" fmla="*/ 3010 h 4213"/>
                    <a:gd name="connsiteX75-55365" fmla="*/ 2036 w 2254"/>
                    <a:gd name="connsiteY75-55366" fmla="*/ 2950 h 4213"/>
                    <a:gd name="connsiteX76-55367" fmla="*/ 2131 w 2254"/>
                    <a:gd name="connsiteY76-55368" fmla="*/ 3126 h 4213"/>
                    <a:gd name="connsiteX77-55369" fmla="*/ 2241 w 2254"/>
                    <a:gd name="connsiteY77-55370" fmla="*/ 3312 h 4213"/>
                    <a:gd name="connsiteX78-55371" fmla="*/ 2254 w 2254"/>
                    <a:gd name="connsiteY78-55372" fmla="*/ 3342 h 4213"/>
                    <a:gd name="connsiteX79-55373" fmla="*/ 2243 w 2254"/>
                    <a:gd name="connsiteY79-55374" fmla="*/ 3518 h 4213"/>
                    <a:gd name="connsiteX80-55375" fmla="*/ 2208 w 2254"/>
                    <a:gd name="connsiteY80-55376" fmla="*/ 3554 h 4213"/>
                    <a:gd name="connsiteX81-55377" fmla="*/ 2119 w 2254"/>
                    <a:gd name="connsiteY81-55378" fmla="*/ 3515 h 4213"/>
                    <a:gd name="connsiteX82-55379" fmla="*/ 1885 w 2254"/>
                    <a:gd name="connsiteY82-55380" fmla="*/ 3644 h 4213"/>
                    <a:gd name="connsiteX83-55381" fmla="*/ 1859 w 2254"/>
                    <a:gd name="connsiteY83-55382" fmla="*/ 3666 h 4213"/>
                    <a:gd name="connsiteX84-55383" fmla="*/ 1679 w 2254"/>
                    <a:gd name="connsiteY84-55384" fmla="*/ 3812 h 4213"/>
                    <a:gd name="connsiteX85-55385" fmla="*/ 1538 w 2254"/>
                    <a:gd name="connsiteY85-55386" fmla="*/ 3926 h 4213"/>
                    <a:gd name="connsiteX86-55387" fmla="*/ 1503 w 2254"/>
                    <a:gd name="connsiteY86-55388" fmla="*/ 3965 h 4213"/>
                    <a:gd name="connsiteX87-55389" fmla="*/ 1451 w 2254"/>
                    <a:gd name="connsiteY87-55390" fmla="*/ 3973 h 4213"/>
                    <a:gd name="connsiteX88-55391" fmla="*/ 1394 w 2254"/>
                    <a:gd name="connsiteY88-55392" fmla="*/ 3916 h 4213"/>
                    <a:gd name="connsiteX89-55393" fmla="*/ 1270 w 2254"/>
                    <a:gd name="connsiteY89-55394" fmla="*/ 3808 h 4213"/>
                    <a:gd name="connsiteX90-55395" fmla="*/ 1294 w 2254"/>
                    <a:gd name="connsiteY90-55396" fmla="*/ 4064 h 4213"/>
                    <a:gd name="connsiteX91-55397" fmla="*/ 1303 w 2254"/>
                    <a:gd name="connsiteY91-55398" fmla="*/ 4192 h 4213"/>
                    <a:gd name="connsiteX92-55399" fmla="*/ 1041 w 2254"/>
                    <a:gd name="connsiteY92-55400" fmla="*/ 4166 h 4213"/>
                    <a:gd name="connsiteX93-55401" fmla="*/ 959 w 2254"/>
                    <a:gd name="connsiteY93-55402" fmla="*/ 3987 h 4213"/>
                    <a:gd name="connsiteX94-55403" fmla="*/ 877 w 2254"/>
                    <a:gd name="connsiteY94-55404" fmla="*/ 3802 h 4213"/>
                    <a:gd name="connsiteX95-55405" fmla="*/ 798 w 2254"/>
                    <a:gd name="connsiteY95-55406" fmla="*/ 3734 h 4213"/>
                    <a:gd name="connsiteX96-55407" fmla="*/ 679 w 2254"/>
                    <a:gd name="connsiteY96-55408" fmla="*/ 3800 h 4213"/>
                    <a:gd name="connsiteX97-55409" fmla="*/ 695 w 2254"/>
                    <a:gd name="connsiteY97-55410" fmla="*/ 3662 h 4213"/>
                    <a:gd name="connsiteX98-55411" fmla="*/ 633 w 2254"/>
                    <a:gd name="connsiteY98-55412" fmla="*/ 3500 h 4213"/>
                    <a:gd name="connsiteX99-55413" fmla="*/ 742 w 2254"/>
                    <a:gd name="connsiteY99-55414" fmla="*/ 3280 h 4213"/>
                    <a:gd name="connsiteX100-55415" fmla="*/ 932 w 2254"/>
                    <a:gd name="connsiteY100-55416" fmla="*/ 3195 h 4213"/>
                    <a:gd name="connsiteX101-55417" fmla="*/ 1107 w 2254"/>
                    <a:gd name="connsiteY101-55418" fmla="*/ 3058 h 4213"/>
                    <a:gd name="connsiteX102-55419" fmla="*/ 1092 w 2254"/>
                    <a:gd name="connsiteY102-55420" fmla="*/ 2932 h 4213"/>
                    <a:gd name="connsiteX0-55421" fmla="*/ 1215 w 2254"/>
                    <a:gd name="connsiteY0-55422" fmla="*/ 2615 h 4213"/>
                    <a:gd name="connsiteX1-55423" fmla="*/ 1184 w 2254"/>
                    <a:gd name="connsiteY1-55424" fmla="*/ 2346 h 4213"/>
                    <a:gd name="connsiteX2-55425" fmla="*/ 1068 w 2254"/>
                    <a:gd name="connsiteY2-55426" fmla="*/ 2333 h 4213"/>
                    <a:gd name="connsiteX3-55427" fmla="*/ 1066 w 2254"/>
                    <a:gd name="connsiteY3-55428" fmla="*/ 2117 h 4213"/>
                    <a:gd name="connsiteX4-55429" fmla="*/ 990 w 2254"/>
                    <a:gd name="connsiteY4-55430" fmla="*/ 2039 h 4213"/>
                    <a:gd name="connsiteX5-55431" fmla="*/ 847 w 2254"/>
                    <a:gd name="connsiteY5-55432" fmla="*/ 1951 h 4213"/>
                    <a:gd name="connsiteX6-55433" fmla="*/ 755 w 2254"/>
                    <a:gd name="connsiteY6-55434" fmla="*/ 1827 h 4213"/>
                    <a:gd name="connsiteX7-55435" fmla="*/ 659 w 2254"/>
                    <a:gd name="connsiteY7-55436" fmla="*/ 1828 h 4213"/>
                    <a:gd name="connsiteX8-55437" fmla="*/ 614 w 2254"/>
                    <a:gd name="connsiteY8-55438" fmla="*/ 1883 h 4213"/>
                    <a:gd name="connsiteX9-55439" fmla="*/ 521 w 2254"/>
                    <a:gd name="connsiteY9-55440" fmla="*/ 1877 h 4213"/>
                    <a:gd name="connsiteX10-55441" fmla="*/ 501 w 2254"/>
                    <a:gd name="connsiteY10-55442" fmla="*/ 1994 h 4213"/>
                    <a:gd name="connsiteX11-55443" fmla="*/ 320 w 2254"/>
                    <a:gd name="connsiteY11-55444" fmla="*/ 1941 h 4213"/>
                    <a:gd name="connsiteX12-55445" fmla="*/ 237 w 2254"/>
                    <a:gd name="connsiteY12-55446" fmla="*/ 1939 h 4213"/>
                    <a:gd name="connsiteX13-55447" fmla="*/ 112 w 2254"/>
                    <a:gd name="connsiteY13-55448" fmla="*/ 2014 h 4213"/>
                    <a:gd name="connsiteX14-55449" fmla="*/ 0 w 2254"/>
                    <a:gd name="connsiteY14-55450" fmla="*/ 1890 h 4213"/>
                    <a:gd name="connsiteX15-55451" fmla="*/ 94 w 2254"/>
                    <a:gd name="connsiteY15-55452" fmla="*/ 1804 h 4213"/>
                    <a:gd name="connsiteX16-55453" fmla="*/ 98 w 2254"/>
                    <a:gd name="connsiteY16-55454" fmla="*/ 1634 h 4213"/>
                    <a:gd name="connsiteX17-55455" fmla="*/ 153 w 2254"/>
                    <a:gd name="connsiteY17-55456" fmla="*/ 1514 h 4213"/>
                    <a:gd name="connsiteX18-55457" fmla="*/ 196 w 2254"/>
                    <a:gd name="connsiteY18-55458" fmla="*/ 1306 h 4213"/>
                    <a:gd name="connsiteX19-55459" fmla="*/ 256 w 2254"/>
                    <a:gd name="connsiteY19-55460" fmla="*/ 1307 h 4213"/>
                    <a:gd name="connsiteX20-55461" fmla="*/ 579 w 2254"/>
                    <a:gd name="connsiteY20-55462" fmla="*/ 1286 h 4213"/>
                    <a:gd name="connsiteX21-55463" fmla="*/ 753 w 2254"/>
                    <a:gd name="connsiteY21-55464" fmla="*/ 1117 h 4213"/>
                    <a:gd name="connsiteX22-55465" fmla="*/ 822 w 2254"/>
                    <a:gd name="connsiteY22-55466" fmla="*/ 748 h 4213"/>
                    <a:gd name="connsiteX23-55467" fmla="*/ 932 w 2254"/>
                    <a:gd name="connsiteY23-55468" fmla="*/ 486 h 4213"/>
                    <a:gd name="connsiteX24-55469" fmla="*/ 930 w 2254"/>
                    <a:gd name="connsiteY24-55470" fmla="*/ 358 h 4213"/>
                    <a:gd name="connsiteX25-55471" fmla="*/ 917 w 2254"/>
                    <a:gd name="connsiteY25-55472" fmla="*/ 328 h 4213"/>
                    <a:gd name="connsiteX26-55473" fmla="*/ 850 w 2254"/>
                    <a:gd name="connsiteY26-55474" fmla="*/ 251 h 4213"/>
                    <a:gd name="connsiteX27-55475" fmla="*/ 790 w 2254"/>
                    <a:gd name="connsiteY27-55476" fmla="*/ 217 h 4213"/>
                    <a:gd name="connsiteX28-55477" fmla="*/ 915 w 2254"/>
                    <a:gd name="connsiteY28-55478" fmla="*/ 56 h 4213"/>
                    <a:gd name="connsiteX29-55479" fmla="*/ 1088 w 2254"/>
                    <a:gd name="connsiteY29-55480" fmla="*/ 2 h 4213"/>
                    <a:gd name="connsiteX30-55481" fmla="*/ 1120 w 2254"/>
                    <a:gd name="connsiteY30-55482" fmla="*/ 49 h 4213"/>
                    <a:gd name="connsiteX31-55483" fmla="*/ 1110 w 2254"/>
                    <a:gd name="connsiteY31-55484" fmla="*/ 133 h 4213"/>
                    <a:gd name="connsiteX32-55485" fmla="*/ 1049 w 2254"/>
                    <a:gd name="connsiteY32-55486" fmla="*/ 243 h 4213"/>
                    <a:gd name="connsiteX33-55487" fmla="*/ 1119 w 2254"/>
                    <a:gd name="connsiteY33-55488" fmla="*/ 301 h 4213"/>
                    <a:gd name="connsiteX34-55489" fmla="*/ 1233 w 2254"/>
                    <a:gd name="connsiteY34-55490" fmla="*/ 366 h 4213"/>
                    <a:gd name="connsiteX35-55491" fmla="*/ 1253 w 2254"/>
                    <a:gd name="connsiteY35-55492" fmla="*/ 255 h 4213"/>
                    <a:gd name="connsiteX36-55493" fmla="*/ 1387 w 2254"/>
                    <a:gd name="connsiteY36-55494" fmla="*/ 291 h 4213"/>
                    <a:gd name="connsiteX37-55495" fmla="*/ 1412 w 2254"/>
                    <a:gd name="connsiteY37-55496" fmla="*/ 331 h 4213"/>
                    <a:gd name="connsiteX38-55497" fmla="*/ 1488 w 2254"/>
                    <a:gd name="connsiteY38-55498" fmla="*/ 562 h 4213"/>
                    <a:gd name="connsiteX39-55499" fmla="*/ 1523 w 2254"/>
                    <a:gd name="connsiteY39-55500" fmla="*/ 586 h 4213"/>
                    <a:gd name="connsiteX40-55501" fmla="*/ 1615 w 2254"/>
                    <a:gd name="connsiteY40-55502" fmla="*/ 578 h 4213"/>
                    <a:gd name="connsiteX41-55503" fmla="*/ 1875 w 2254"/>
                    <a:gd name="connsiteY41-55504" fmla="*/ 490 h 4213"/>
                    <a:gd name="connsiteX42-55505" fmla="*/ 2095 w 2254"/>
                    <a:gd name="connsiteY42-55506" fmla="*/ 479 h 4213"/>
                    <a:gd name="connsiteX43-55507" fmla="*/ 2155 w 2254"/>
                    <a:gd name="connsiteY43-55508" fmla="*/ 648 h 4213"/>
                    <a:gd name="connsiteX44-55509" fmla="*/ 2073 w 2254"/>
                    <a:gd name="connsiteY44-55510" fmla="*/ 944 h 4213"/>
                    <a:gd name="connsiteX45-55511" fmla="*/ 2073 w 2254"/>
                    <a:gd name="connsiteY45-55512" fmla="*/ 1022 h 4213"/>
                    <a:gd name="connsiteX46-55513" fmla="*/ 2142 w 2254"/>
                    <a:gd name="connsiteY46-55514" fmla="*/ 1168 h 4213"/>
                    <a:gd name="connsiteX47-55515" fmla="*/ 2157 w 2254"/>
                    <a:gd name="connsiteY47-55516" fmla="*/ 1427 h 4213"/>
                    <a:gd name="connsiteX48-55517" fmla="*/ 2159 w 2254"/>
                    <a:gd name="connsiteY48-55518" fmla="*/ 1617 h 4213"/>
                    <a:gd name="connsiteX49-55519" fmla="*/ 2092 w 2254"/>
                    <a:gd name="connsiteY49-55520" fmla="*/ 1625 h 4213"/>
                    <a:gd name="connsiteX50-55521" fmla="*/ 2070 w 2254"/>
                    <a:gd name="connsiteY50-55522" fmla="*/ 1507 h 4213"/>
                    <a:gd name="connsiteX51-55523" fmla="*/ 2035 w 2254"/>
                    <a:gd name="connsiteY51-55524" fmla="*/ 1450 h 4213"/>
                    <a:gd name="connsiteX52-55525" fmla="*/ 1945 w 2254"/>
                    <a:gd name="connsiteY52-55526" fmla="*/ 1582 h 4213"/>
                    <a:gd name="connsiteX53-55527" fmla="*/ 1832 w 2254"/>
                    <a:gd name="connsiteY53-55528" fmla="*/ 1776 h 4213"/>
                    <a:gd name="connsiteX54-55529" fmla="*/ 1713 w 2254"/>
                    <a:gd name="connsiteY54-55530" fmla="*/ 1904 h 4213"/>
                    <a:gd name="connsiteX55-55531" fmla="*/ 1706 w 2254"/>
                    <a:gd name="connsiteY55-55532" fmla="*/ 2018 h 4213"/>
                    <a:gd name="connsiteX56-55533" fmla="*/ 1766 w 2254"/>
                    <a:gd name="connsiteY56-55534" fmla="*/ 2115 h 4213"/>
                    <a:gd name="connsiteX57-55535" fmla="*/ 1868 w 2254"/>
                    <a:gd name="connsiteY57-55536" fmla="*/ 2183 h 4213"/>
                    <a:gd name="connsiteX58-55537" fmla="*/ 1945 w 2254"/>
                    <a:gd name="connsiteY58-55538" fmla="*/ 2178 h 4213"/>
                    <a:gd name="connsiteX59-55539" fmla="*/ 1990 w 2254"/>
                    <a:gd name="connsiteY59-55540" fmla="*/ 2104 h 4213"/>
                    <a:gd name="connsiteX60-55541" fmla="*/ 2024 w 2254"/>
                    <a:gd name="connsiteY60-55542" fmla="*/ 2210 h 4213"/>
                    <a:gd name="connsiteX61-55543" fmla="*/ 1912 w 2254"/>
                    <a:gd name="connsiteY61-55544" fmla="*/ 2249 h 4213"/>
                    <a:gd name="connsiteX62-55545" fmla="*/ 1959 w 2254"/>
                    <a:gd name="connsiteY62-55546" fmla="*/ 2362 h 4213"/>
                    <a:gd name="connsiteX63-55547" fmla="*/ 1824 w 2254"/>
                    <a:gd name="connsiteY63-55548" fmla="*/ 2509 h 4213"/>
                    <a:gd name="connsiteX64-55549" fmla="*/ 1783 w 2254"/>
                    <a:gd name="connsiteY64-55550" fmla="*/ 2498 h 4213"/>
                    <a:gd name="connsiteX65-55551" fmla="*/ 1659 w 2254"/>
                    <a:gd name="connsiteY65-55552" fmla="*/ 2413 h 4213"/>
                    <a:gd name="connsiteX66-55553" fmla="*/ 1604 w 2254"/>
                    <a:gd name="connsiteY66-55554" fmla="*/ 2412 h 4213"/>
                    <a:gd name="connsiteX67-55555" fmla="*/ 1569 w 2254"/>
                    <a:gd name="connsiteY67-55556" fmla="*/ 2480 h 4213"/>
                    <a:gd name="connsiteX68-55557" fmla="*/ 1572 w 2254"/>
                    <a:gd name="connsiteY68-55558" fmla="*/ 2562 h 4213"/>
                    <a:gd name="connsiteX69-55559" fmla="*/ 1750 w 2254"/>
                    <a:gd name="connsiteY69-55560" fmla="*/ 2730 h 4213"/>
                    <a:gd name="connsiteX70-55561" fmla="*/ 1749 w 2254"/>
                    <a:gd name="connsiteY70-55562" fmla="*/ 2844 h 4213"/>
                    <a:gd name="connsiteX71-55563" fmla="*/ 1840 w 2254"/>
                    <a:gd name="connsiteY71-55564" fmla="*/ 3060 h 4213"/>
                    <a:gd name="connsiteX72-55565" fmla="*/ 1866 w 2254"/>
                    <a:gd name="connsiteY72-55566" fmla="*/ 3090 h 4213"/>
                    <a:gd name="connsiteX73-55567" fmla="*/ 1910 w 2254"/>
                    <a:gd name="connsiteY73-55568" fmla="*/ 3094 h 4213"/>
                    <a:gd name="connsiteX74-55569" fmla="*/ 1956 w 2254"/>
                    <a:gd name="connsiteY74-55570" fmla="*/ 3010 h 4213"/>
                    <a:gd name="connsiteX75-55571" fmla="*/ 2036 w 2254"/>
                    <a:gd name="connsiteY75-55572" fmla="*/ 2950 h 4213"/>
                    <a:gd name="connsiteX76-55573" fmla="*/ 2131 w 2254"/>
                    <a:gd name="connsiteY76-55574" fmla="*/ 3126 h 4213"/>
                    <a:gd name="connsiteX77-55575" fmla="*/ 2241 w 2254"/>
                    <a:gd name="connsiteY77-55576" fmla="*/ 3312 h 4213"/>
                    <a:gd name="connsiteX78-55577" fmla="*/ 2254 w 2254"/>
                    <a:gd name="connsiteY78-55578" fmla="*/ 3342 h 4213"/>
                    <a:gd name="connsiteX79-55579" fmla="*/ 2243 w 2254"/>
                    <a:gd name="connsiteY79-55580" fmla="*/ 3518 h 4213"/>
                    <a:gd name="connsiteX80-55581" fmla="*/ 2208 w 2254"/>
                    <a:gd name="connsiteY80-55582" fmla="*/ 3554 h 4213"/>
                    <a:gd name="connsiteX81-55583" fmla="*/ 2119 w 2254"/>
                    <a:gd name="connsiteY81-55584" fmla="*/ 3515 h 4213"/>
                    <a:gd name="connsiteX82-55585" fmla="*/ 1885 w 2254"/>
                    <a:gd name="connsiteY82-55586" fmla="*/ 3644 h 4213"/>
                    <a:gd name="connsiteX83-55587" fmla="*/ 1859 w 2254"/>
                    <a:gd name="connsiteY83-55588" fmla="*/ 3666 h 4213"/>
                    <a:gd name="connsiteX84-55589" fmla="*/ 1679 w 2254"/>
                    <a:gd name="connsiteY84-55590" fmla="*/ 3812 h 4213"/>
                    <a:gd name="connsiteX85-55591" fmla="*/ 1538 w 2254"/>
                    <a:gd name="connsiteY85-55592" fmla="*/ 3926 h 4213"/>
                    <a:gd name="connsiteX86-55593" fmla="*/ 1503 w 2254"/>
                    <a:gd name="connsiteY86-55594" fmla="*/ 3965 h 4213"/>
                    <a:gd name="connsiteX87-55595" fmla="*/ 1451 w 2254"/>
                    <a:gd name="connsiteY87-55596" fmla="*/ 3973 h 4213"/>
                    <a:gd name="connsiteX88-55597" fmla="*/ 1394 w 2254"/>
                    <a:gd name="connsiteY88-55598" fmla="*/ 3916 h 4213"/>
                    <a:gd name="connsiteX89-55599" fmla="*/ 1270 w 2254"/>
                    <a:gd name="connsiteY89-55600" fmla="*/ 3808 h 4213"/>
                    <a:gd name="connsiteX90-55601" fmla="*/ 1294 w 2254"/>
                    <a:gd name="connsiteY90-55602" fmla="*/ 4064 h 4213"/>
                    <a:gd name="connsiteX91-55603" fmla="*/ 1303 w 2254"/>
                    <a:gd name="connsiteY91-55604" fmla="*/ 4192 h 4213"/>
                    <a:gd name="connsiteX92-55605" fmla="*/ 1041 w 2254"/>
                    <a:gd name="connsiteY92-55606" fmla="*/ 4166 h 4213"/>
                    <a:gd name="connsiteX93-55607" fmla="*/ 959 w 2254"/>
                    <a:gd name="connsiteY93-55608" fmla="*/ 3987 h 4213"/>
                    <a:gd name="connsiteX94-55609" fmla="*/ 877 w 2254"/>
                    <a:gd name="connsiteY94-55610" fmla="*/ 3802 h 4213"/>
                    <a:gd name="connsiteX95-55611" fmla="*/ 798 w 2254"/>
                    <a:gd name="connsiteY95-55612" fmla="*/ 3734 h 4213"/>
                    <a:gd name="connsiteX96-55613" fmla="*/ 679 w 2254"/>
                    <a:gd name="connsiteY96-55614" fmla="*/ 3800 h 4213"/>
                    <a:gd name="connsiteX97-55615" fmla="*/ 695 w 2254"/>
                    <a:gd name="connsiteY97-55616" fmla="*/ 3662 h 4213"/>
                    <a:gd name="connsiteX98-55617" fmla="*/ 633 w 2254"/>
                    <a:gd name="connsiteY98-55618" fmla="*/ 3500 h 4213"/>
                    <a:gd name="connsiteX99-55619" fmla="*/ 742 w 2254"/>
                    <a:gd name="connsiteY99-55620" fmla="*/ 3280 h 4213"/>
                    <a:gd name="connsiteX100-55621" fmla="*/ 932 w 2254"/>
                    <a:gd name="connsiteY100-55622" fmla="*/ 3195 h 4213"/>
                    <a:gd name="connsiteX101-55623" fmla="*/ 1107 w 2254"/>
                    <a:gd name="connsiteY101-55624" fmla="*/ 3058 h 4213"/>
                    <a:gd name="connsiteX102-55625" fmla="*/ 1092 w 2254"/>
                    <a:gd name="connsiteY102-55626" fmla="*/ 2932 h 4213"/>
                    <a:gd name="connsiteX0-55627" fmla="*/ 1215 w 2254"/>
                    <a:gd name="connsiteY0-55628" fmla="*/ 2615 h 4213"/>
                    <a:gd name="connsiteX1-55629" fmla="*/ 1184 w 2254"/>
                    <a:gd name="connsiteY1-55630" fmla="*/ 2346 h 4213"/>
                    <a:gd name="connsiteX2-55631" fmla="*/ 1068 w 2254"/>
                    <a:gd name="connsiteY2-55632" fmla="*/ 2333 h 4213"/>
                    <a:gd name="connsiteX3-55633" fmla="*/ 1066 w 2254"/>
                    <a:gd name="connsiteY3-55634" fmla="*/ 2117 h 4213"/>
                    <a:gd name="connsiteX4-55635" fmla="*/ 990 w 2254"/>
                    <a:gd name="connsiteY4-55636" fmla="*/ 2039 h 4213"/>
                    <a:gd name="connsiteX5-55637" fmla="*/ 847 w 2254"/>
                    <a:gd name="connsiteY5-55638" fmla="*/ 1951 h 4213"/>
                    <a:gd name="connsiteX6-55639" fmla="*/ 755 w 2254"/>
                    <a:gd name="connsiteY6-55640" fmla="*/ 1827 h 4213"/>
                    <a:gd name="connsiteX7-55641" fmla="*/ 659 w 2254"/>
                    <a:gd name="connsiteY7-55642" fmla="*/ 1828 h 4213"/>
                    <a:gd name="connsiteX8-55643" fmla="*/ 614 w 2254"/>
                    <a:gd name="connsiteY8-55644" fmla="*/ 1883 h 4213"/>
                    <a:gd name="connsiteX9-55645" fmla="*/ 521 w 2254"/>
                    <a:gd name="connsiteY9-55646" fmla="*/ 1877 h 4213"/>
                    <a:gd name="connsiteX10-55647" fmla="*/ 501 w 2254"/>
                    <a:gd name="connsiteY10-55648" fmla="*/ 1994 h 4213"/>
                    <a:gd name="connsiteX11-55649" fmla="*/ 320 w 2254"/>
                    <a:gd name="connsiteY11-55650" fmla="*/ 1941 h 4213"/>
                    <a:gd name="connsiteX12-55651" fmla="*/ 237 w 2254"/>
                    <a:gd name="connsiteY12-55652" fmla="*/ 1939 h 4213"/>
                    <a:gd name="connsiteX13-55653" fmla="*/ 112 w 2254"/>
                    <a:gd name="connsiteY13-55654" fmla="*/ 2014 h 4213"/>
                    <a:gd name="connsiteX14-55655" fmla="*/ 0 w 2254"/>
                    <a:gd name="connsiteY14-55656" fmla="*/ 1890 h 4213"/>
                    <a:gd name="connsiteX15-55657" fmla="*/ 94 w 2254"/>
                    <a:gd name="connsiteY15-55658" fmla="*/ 1804 h 4213"/>
                    <a:gd name="connsiteX16-55659" fmla="*/ 98 w 2254"/>
                    <a:gd name="connsiteY16-55660" fmla="*/ 1634 h 4213"/>
                    <a:gd name="connsiteX17-55661" fmla="*/ 153 w 2254"/>
                    <a:gd name="connsiteY17-55662" fmla="*/ 1514 h 4213"/>
                    <a:gd name="connsiteX18-55663" fmla="*/ 196 w 2254"/>
                    <a:gd name="connsiteY18-55664" fmla="*/ 1306 h 4213"/>
                    <a:gd name="connsiteX19-55665" fmla="*/ 256 w 2254"/>
                    <a:gd name="connsiteY19-55666" fmla="*/ 1307 h 4213"/>
                    <a:gd name="connsiteX20-55667" fmla="*/ 579 w 2254"/>
                    <a:gd name="connsiteY20-55668" fmla="*/ 1286 h 4213"/>
                    <a:gd name="connsiteX21-55669" fmla="*/ 753 w 2254"/>
                    <a:gd name="connsiteY21-55670" fmla="*/ 1117 h 4213"/>
                    <a:gd name="connsiteX22-55671" fmla="*/ 822 w 2254"/>
                    <a:gd name="connsiteY22-55672" fmla="*/ 748 h 4213"/>
                    <a:gd name="connsiteX23-55673" fmla="*/ 932 w 2254"/>
                    <a:gd name="connsiteY23-55674" fmla="*/ 486 h 4213"/>
                    <a:gd name="connsiteX24-55675" fmla="*/ 930 w 2254"/>
                    <a:gd name="connsiteY24-55676" fmla="*/ 358 h 4213"/>
                    <a:gd name="connsiteX25-55677" fmla="*/ 917 w 2254"/>
                    <a:gd name="connsiteY25-55678" fmla="*/ 328 h 4213"/>
                    <a:gd name="connsiteX26-55679" fmla="*/ 850 w 2254"/>
                    <a:gd name="connsiteY26-55680" fmla="*/ 251 h 4213"/>
                    <a:gd name="connsiteX27-55681" fmla="*/ 790 w 2254"/>
                    <a:gd name="connsiteY27-55682" fmla="*/ 217 h 4213"/>
                    <a:gd name="connsiteX28-55683" fmla="*/ 915 w 2254"/>
                    <a:gd name="connsiteY28-55684" fmla="*/ 56 h 4213"/>
                    <a:gd name="connsiteX29-55685" fmla="*/ 1088 w 2254"/>
                    <a:gd name="connsiteY29-55686" fmla="*/ 2 h 4213"/>
                    <a:gd name="connsiteX30-55687" fmla="*/ 1120 w 2254"/>
                    <a:gd name="connsiteY30-55688" fmla="*/ 49 h 4213"/>
                    <a:gd name="connsiteX31-55689" fmla="*/ 1110 w 2254"/>
                    <a:gd name="connsiteY31-55690" fmla="*/ 133 h 4213"/>
                    <a:gd name="connsiteX32-55691" fmla="*/ 1049 w 2254"/>
                    <a:gd name="connsiteY32-55692" fmla="*/ 243 h 4213"/>
                    <a:gd name="connsiteX33-55693" fmla="*/ 1119 w 2254"/>
                    <a:gd name="connsiteY33-55694" fmla="*/ 301 h 4213"/>
                    <a:gd name="connsiteX34-55695" fmla="*/ 1233 w 2254"/>
                    <a:gd name="connsiteY34-55696" fmla="*/ 366 h 4213"/>
                    <a:gd name="connsiteX35-55697" fmla="*/ 1253 w 2254"/>
                    <a:gd name="connsiteY35-55698" fmla="*/ 255 h 4213"/>
                    <a:gd name="connsiteX36-55699" fmla="*/ 1387 w 2254"/>
                    <a:gd name="connsiteY36-55700" fmla="*/ 291 h 4213"/>
                    <a:gd name="connsiteX37-55701" fmla="*/ 1412 w 2254"/>
                    <a:gd name="connsiteY37-55702" fmla="*/ 331 h 4213"/>
                    <a:gd name="connsiteX38-55703" fmla="*/ 1488 w 2254"/>
                    <a:gd name="connsiteY38-55704" fmla="*/ 562 h 4213"/>
                    <a:gd name="connsiteX39-55705" fmla="*/ 1523 w 2254"/>
                    <a:gd name="connsiteY39-55706" fmla="*/ 586 h 4213"/>
                    <a:gd name="connsiteX40-55707" fmla="*/ 1615 w 2254"/>
                    <a:gd name="connsiteY40-55708" fmla="*/ 578 h 4213"/>
                    <a:gd name="connsiteX41-55709" fmla="*/ 1875 w 2254"/>
                    <a:gd name="connsiteY41-55710" fmla="*/ 490 h 4213"/>
                    <a:gd name="connsiteX42-55711" fmla="*/ 2095 w 2254"/>
                    <a:gd name="connsiteY42-55712" fmla="*/ 479 h 4213"/>
                    <a:gd name="connsiteX43-55713" fmla="*/ 2155 w 2254"/>
                    <a:gd name="connsiteY43-55714" fmla="*/ 648 h 4213"/>
                    <a:gd name="connsiteX44-55715" fmla="*/ 2073 w 2254"/>
                    <a:gd name="connsiteY44-55716" fmla="*/ 944 h 4213"/>
                    <a:gd name="connsiteX45-55717" fmla="*/ 2073 w 2254"/>
                    <a:gd name="connsiteY45-55718" fmla="*/ 1022 h 4213"/>
                    <a:gd name="connsiteX46-55719" fmla="*/ 2142 w 2254"/>
                    <a:gd name="connsiteY46-55720" fmla="*/ 1168 h 4213"/>
                    <a:gd name="connsiteX47-55721" fmla="*/ 2157 w 2254"/>
                    <a:gd name="connsiteY47-55722" fmla="*/ 1427 h 4213"/>
                    <a:gd name="connsiteX48-55723" fmla="*/ 2159 w 2254"/>
                    <a:gd name="connsiteY48-55724" fmla="*/ 1617 h 4213"/>
                    <a:gd name="connsiteX49-55725" fmla="*/ 2092 w 2254"/>
                    <a:gd name="connsiteY49-55726" fmla="*/ 1625 h 4213"/>
                    <a:gd name="connsiteX50-55727" fmla="*/ 2070 w 2254"/>
                    <a:gd name="connsiteY50-55728" fmla="*/ 1507 h 4213"/>
                    <a:gd name="connsiteX51-55729" fmla="*/ 2035 w 2254"/>
                    <a:gd name="connsiteY51-55730" fmla="*/ 1450 h 4213"/>
                    <a:gd name="connsiteX52-55731" fmla="*/ 1945 w 2254"/>
                    <a:gd name="connsiteY52-55732" fmla="*/ 1582 h 4213"/>
                    <a:gd name="connsiteX53-55733" fmla="*/ 1832 w 2254"/>
                    <a:gd name="connsiteY53-55734" fmla="*/ 1776 h 4213"/>
                    <a:gd name="connsiteX54-55735" fmla="*/ 1713 w 2254"/>
                    <a:gd name="connsiteY54-55736" fmla="*/ 1904 h 4213"/>
                    <a:gd name="connsiteX55-55737" fmla="*/ 1706 w 2254"/>
                    <a:gd name="connsiteY55-55738" fmla="*/ 2018 h 4213"/>
                    <a:gd name="connsiteX56-55739" fmla="*/ 1766 w 2254"/>
                    <a:gd name="connsiteY56-55740" fmla="*/ 2115 h 4213"/>
                    <a:gd name="connsiteX57-55741" fmla="*/ 1868 w 2254"/>
                    <a:gd name="connsiteY57-55742" fmla="*/ 2183 h 4213"/>
                    <a:gd name="connsiteX58-55743" fmla="*/ 1945 w 2254"/>
                    <a:gd name="connsiteY58-55744" fmla="*/ 2178 h 4213"/>
                    <a:gd name="connsiteX59-55745" fmla="*/ 1990 w 2254"/>
                    <a:gd name="connsiteY59-55746" fmla="*/ 2104 h 4213"/>
                    <a:gd name="connsiteX60-55747" fmla="*/ 2024 w 2254"/>
                    <a:gd name="connsiteY60-55748" fmla="*/ 2210 h 4213"/>
                    <a:gd name="connsiteX61-55749" fmla="*/ 1912 w 2254"/>
                    <a:gd name="connsiteY61-55750" fmla="*/ 2249 h 4213"/>
                    <a:gd name="connsiteX62-55751" fmla="*/ 1959 w 2254"/>
                    <a:gd name="connsiteY62-55752" fmla="*/ 2362 h 4213"/>
                    <a:gd name="connsiteX63-55753" fmla="*/ 1824 w 2254"/>
                    <a:gd name="connsiteY63-55754" fmla="*/ 2509 h 4213"/>
                    <a:gd name="connsiteX64-55755" fmla="*/ 1783 w 2254"/>
                    <a:gd name="connsiteY64-55756" fmla="*/ 2498 h 4213"/>
                    <a:gd name="connsiteX65-55757" fmla="*/ 1659 w 2254"/>
                    <a:gd name="connsiteY65-55758" fmla="*/ 2413 h 4213"/>
                    <a:gd name="connsiteX66-55759" fmla="*/ 1604 w 2254"/>
                    <a:gd name="connsiteY66-55760" fmla="*/ 2412 h 4213"/>
                    <a:gd name="connsiteX67-55761" fmla="*/ 1569 w 2254"/>
                    <a:gd name="connsiteY67-55762" fmla="*/ 2480 h 4213"/>
                    <a:gd name="connsiteX68-55763" fmla="*/ 1572 w 2254"/>
                    <a:gd name="connsiteY68-55764" fmla="*/ 2562 h 4213"/>
                    <a:gd name="connsiteX69-55765" fmla="*/ 1750 w 2254"/>
                    <a:gd name="connsiteY69-55766" fmla="*/ 2730 h 4213"/>
                    <a:gd name="connsiteX70-55767" fmla="*/ 1749 w 2254"/>
                    <a:gd name="connsiteY70-55768" fmla="*/ 2844 h 4213"/>
                    <a:gd name="connsiteX71-55769" fmla="*/ 1840 w 2254"/>
                    <a:gd name="connsiteY71-55770" fmla="*/ 3060 h 4213"/>
                    <a:gd name="connsiteX72-55771" fmla="*/ 1866 w 2254"/>
                    <a:gd name="connsiteY72-55772" fmla="*/ 3090 h 4213"/>
                    <a:gd name="connsiteX73-55773" fmla="*/ 1910 w 2254"/>
                    <a:gd name="connsiteY73-55774" fmla="*/ 3094 h 4213"/>
                    <a:gd name="connsiteX74-55775" fmla="*/ 1956 w 2254"/>
                    <a:gd name="connsiteY74-55776" fmla="*/ 3010 h 4213"/>
                    <a:gd name="connsiteX75-55777" fmla="*/ 2036 w 2254"/>
                    <a:gd name="connsiteY75-55778" fmla="*/ 2950 h 4213"/>
                    <a:gd name="connsiteX76-55779" fmla="*/ 2131 w 2254"/>
                    <a:gd name="connsiteY76-55780" fmla="*/ 3126 h 4213"/>
                    <a:gd name="connsiteX77-55781" fmla="*/ 2241 w 2254"/>
                    <a:gd name="connsiteY77-55782" fmla="*/ 3312 h 4213"/>
                    <a:gd name="connsiteX78-55783" fmla="*/ 2254 w 2254"/>
                    <a:gd name="connsiteY78-55784" fmla="*/ 3342 h 4213"/>
                    <a:gd name="connsiteX79-55785" fmla="*/ 2243 w 2254"/>
                    <a:gd name="connsiteY79-55786" fmla="*/ 3518 h 4213"/>
                    <a:gd name="connsiteX80-55787" fmla="*/ 2208 w 2254"/>
                    <a:gd name="connsiteY80-55788" fmla="*/ 3554 h 4213"/>
                    <a:gd name="connsiteX81-55789" fmla="*/ 2119 w 2254"/>
                    <a:gd name="connsiteY81-55790" fmla="*/ 3515 h 4213"/>
                    <a:gd name="connsiteX82-55791" fmla="*/ 1885 w 2254"/>
                    <a:gd name="connsiteY82-55792" fmla="*/ 3644 h 4213"/>
                    <a:gd name="connsiteX83-55793" fmla="*/ 1859 w 2254"/>
                    <a:gd name="connsiteY83-55794" fmla="*/ 3666 h 4213"/>
                    <a:gd name="connsiteX84-55795" fmla="*/ 1679 w 2254"/>
                    <a:gd name="connsiteY84-55796" fmla="*/ 3812 h 4213"/>
                    <a:gd name="connsiteX85-55797" fmla="*/ 1538 w 2254"/>
                    <a:gd name="connsiteY85-55798" fmla="*/ 3926 h 4213"/>
                    <a:gd name="connsiteX86-55799" fmla="*/ 1503 w 2254"/>
                    <a:gd name="connsiteY86-55800" fmla="*/ 3965 h 4213"/>
                    <a:gd name="connsiteX87-55801" fmla="*/ 1451 w 2254"/>
                    <a:gd name="connsiteY87-55802" fmla="*/ 3973 h 4213"/>
                    <a:gd name="connsiteX88-55803" fmla="*/ 1394 w 2254"/>
                    <a:gd name="connsiteY88-55804" fmla="*/ 3916 h 4213"/>
                    <a:gd name="connsiteX89-55805" fmla="*/ 1270 w 2254"/>
                    <a:gd name="connsiteY89-55806" fmla="*/ 3808 h 4213"/>
                    <a:gd name="connsiteX90-55807" fmla="*/ 1294 w 2254"/>
                    <a:gd name="connsiteY90-55808" fmla="*/ 4064 h 4213"/>
                    <a:gd name="connsiteX91-55809" fmla="*/ 1303 w 2254"/>
                    <a:gd name="connsiteY91-55810" fmla="*/ 4192 h 4213"/>
                    <a:gd name="connsiteX92-55811" fmla="*/ 1041 w 2254"/>
                    <a:gd name="connsiteY92-55812" fmla="*/ 4166 h 4213"/>
                    <a:gd name="connsiteX93-55813" fmla="*/ 959 w 2254"/>
                    <a:gd name="connsiteY93-55814" fmla="*/ 3987 h 4213"/>
                    <a:gd name="connsiteX94-55815" fmla="*/ 877 w 2254"/>
                    <a:gd name="connsiteY94-55816" fmla="*/ 3802 h 4213"/>
                    <a:gd name="connsiteX95-55817" fmla="*/ 798 w 2254"/>
                    <a:gd name="connsiteY95-55818" fmla="*/ 3734 h 4213"/>
                    <a:gd name="connsiteX96-55819" fmla="*/ 679 w 2254"/>
                    <a:gd name="connsiteY96-55820" fmla="*/ 3800 h 4213"/>
                    <a:gd name="connsiteX97-55821" fmla="*/ 695 w 2254"/>
                    <a:gd name="connsiteY97-55822" fmla="*/ 3662 h 4213"/>
                    <a:gd name="connsiteX98-55823" fmla="*/ 633 w 2254"/>
                    <a:gd name="connsiteY98-55824" fmla="*/ 3500 h 4213"/>
                    <a:gd name="connsiteX99-55825" fmla="*/ 742 w 2254"/>
                    <a:gd name="connsiteY99-55826" fmla="*/ 3280 h 4213"/>
                    <a:gd name="connsiteX100-55827" fmla="*/ 932 w 2254"/>
                    <a:gd name="connsiteY100-55828" fmla="*/ 3195 h 4213"/>
                    <a:gd name="connsiteX101-55829" fmla="*/ 1107 w 2254"/>
                    <a:gd name="connsiteY101-55830" fmla="*/ 3058 h 4213"/>
                    <a:gd name="connsiteX0-55831" fmla="*/ 1215 w 2254"/>
                    <a:gd name="connsiteY0-55832" fmla="*/ 2615 h 4213"/>
                    <a:gd name="connsiteX1-55833" fmla="*/ 1184 w 2254"/>
                    <a:gd name="connsiteY1-55834" fmla="*/ 2346 h 4213"/>
                    <a:gd name="connsiteX2-55835" fmla="*/ 1068 w 2254"/>
                    <a:gd name="connsiteY2-55836" fmla="*/ 2333 h 4213"/>
                    <a:gd name="connsiteX3-55837" fmla="*/ 1066 w 2254"/>
                    <a:gd name="connsiteY3-55838" fmla="*/ 2117 h 4213"/>
                    <a:gd name="connsiteX4-55839" fmla="*/ 990 w 2254"/>
                    <a:gd name="connsiteY4-55840" fmla="*/ 2039 h 4213"/>
                    <a:gd name="connsiteX5-55841" fmla="*/ 847 w 2254"/>
                    <a:gd name="connsiteY5-55842" fmla="*/ 1951 h 4213"/>
                    <a:gd name="connsiteX6-55843" fmla="*/ 755 w 2254"/>
                    <a:gd name="connsiteY6-55844" fmla="*/ 1827 h 4213"/>
                    <a:gd name="connsiteX7-55845" fmla="*/ 659 w 2254"/>
                    <a:gd name="connsiteY7-55846" fmla="*/ 1828 h 4213"/>
                    <a:gd name="connsiteX8-55847" fmla="*/ 614 w 2254"/>
                    <a:gd name="connsiteY8-55848" fmla="*/ 1883 h 4213"/>
                    <a:gd name="connsiteX9-55849" fmla="*/ 521 w 2254"/>
                    <a:gd name="connsiteY9-55850" fmla="*/ 1877 h 4213"/>
                    <a:gd name="connsiteX10-55851" fmla="*/ 501 w 2254"/>
                    <a:gd name="connsiteY10-55852" fmla="*/ 1994 h 4213"/>
                    <a:gd name="connsiteX11-55853" fmla="*/ 320 w 2254"/>
                    <a:gd name="connsiteY11-55854" fmla="*/ 1941 h 4213"/>
                    <a:gd name="connsiteX12-55855" fmla="*/ 237 w 2254"/>
                    <a:gd name="connsiteY12-55856" fmla="*/ 1939 h 4213"/>
                    <a:gd name="connsiteX13-55857" fmla="*/ 112 w 2254"/>
                    <a:gd name="connsiteY13-55858" fmla="*/ 2014 h 4213"/>
                    <a:gd name="connsiteX14-55859" fmla="*/ 0 w 2254"/>
                    <a:gd name="connsiteY14-55860" fmla="*/ 1890 h 4213"/>
                    <a:gd name="connsiteX15-55861" fmla="*/ 94 w 2254"/>
                    <a:gd name="connsiteY15-55862" fmla="*/ 1804 h 4213"/>
                    <a:gd name="connsiteX16-55863" fmla="*/ 98 w 2254"/>
                    <a:gd name="connsiteY16-55864" fmla="*/ 1634 h 4213"/>
                    <a:gd name="connsiteX17-55865" fmla="*/ 153 w 2254"/>
                    <a:gd name="connsiteY17-55866" fmla="*/ 1514 h 4213"/>
                    <a:gd name="connsiteX18-55867" fmla="*/ 196 w 2254"/>
                    <a:gd name="connsiteY18-55868" fmla="*/ 1306 h 4213"/>
                    <a:gd name="connsiteX19-55869" fmla="*/ 256 w 2254"/>
                    <a:gd name="connsiteY19-55870" fmla="*/ 1307 h 4213"/>
                    <a:gd name="connsiteX20-55871" fmla="*/ 579 w 2254"/>
                    <a:gd name="connsiteY20-55872" fmla="*/ 1286 h 4213"/>
                    <a:gd name="connsiteX21-55873" fmla="*/ 753 w 2254"/>
                    <a:gd name="connsiteY21-55874" fmla="*/ 1117 h 4213"/>
                    <a:gd name="connsiteX22-55875" fmla="*/ 822 w 2254"/>
                    <a:gd name="connsiteY22-55876" fmla="*/ 748 h 4213"/>
                    <a:gd name="connsiteX23-55877" fmla="*/ 932 w 2254"/>
                    <a:gd name="connsiteY23-55878" fmla="*/ 486 h 4213"/>
                    <a:gd name="connsiteX24-55879" fmla="*/ 930 w 2254"/>
                    <a:gd name="connsiteY24-55880" fmla="*/ 358 h 4213"/>
                    <a:gd name="connsiteX25-55881" fmla="*/ 917 w 2254"/>
                    <a:gd name="connsiteY25-55882" fmla="*/ 328 h 4213"/>
                    <a:gd name="connsiteX26-55883" fmla="*/ 850 w 2254"/>
                    <a:gd name="connsiteY26-55884" fmla="*/ 251 h 4213"/>
                    <a:gd name="connsiteX27-55885" fmla="*/ 790 w 2254"/>
                    <a:gd name="connsiteY27-55886" fmla="*/ 217 h 4213"/>
                    <a:gd name="connsiteX28-55887" fmla="*/ 915 w 2254"/>
                    <a:gd name="connsiteY28-55888" fmla="*/ 56 h 4213"/>
                    <a:gd name="connsiteX29-55889" fmla="*/ 1088 w 2254"/>
                    <a:gd name="connsiteY29-55890" fmla="*/ 2 h 4213"/>
                    <a:gd name="connsiteX30-55891" fmla="*/ 1120 w 2254"/>
                    <a:gd name="connsiteY30-55892" fmla="*/ 49 h 4213"/>
                    <a:gd name="connsiteX31-55893" fmla="*/ 1110 w 2254"/>
                    <a:gd name="connsiteY31-55894" fmla="*/ 133 h 4213"/>
                    <a:gd name="connsiteX32-55895" fmla="*/ 1049 w 2254"/>
                    <a:gd name="connsiteY32-55896" fmla="*/ 243 h 4213"/>
                    <a:gd name="connsiteX33-55897" fmla="*/ 1119 w 2254"/>
                    <a:gd name="connsiteY33-55898" fmla="*/ 301 h 4213"/>
                    <a:gd name="connsiteX34-55899" fmla="*/ 1233 w 2254"/>
                    <a:gd name="connsiteY34-55900" fmla="*/ 366 h 4213"/>
                    <a:gd name="connsiteX35-55901" fmla="*/ 1253 w 2254"/>
                    <a:gd name="connsiteY35-55902" fmla="*/ 255 h 4213"/>
                    <a:gd name="connsiteX36-55903" fmla="*/ 1387 w 2254"/>
                    <a:gd name="connsiteY36-55904" fmla="*/ 291 h 4213"/>
                    <a:gd name="connsiteX37-55905" fmla="*/ 1412 w 2254"/>
                    <a:gd name="connsiteY37-55906" fmla="*/ 331 h 4213"/>
                    <a:gd name="connsiteX38-55907" fmla="*/ 1488 w 2254"/>
                    <a:gd name="connsiteY38-55908" fmla="*/ 562 h 4213"/>
                    <a:gd name="connsiteX39-55909" fmla="*/ 1523 w 2254"/>
                    <a:gd name="connsiteY39-55910" fmla="*/ 586 h 4213"/>
                    <a:gd name="connsiteX40-55911" fmla="*/ 1615 w 2254"/>
                    <a:gd name="connsiteY40-55912" fmla="*/ 578 h 4213"/>
                    <a:gd name="connsiteX41-55913" fmla="*/ 1875 w 2254"/>
                    <a:gd name="connsiteY41-55914" fmla="*/ 490 h 4213"/>
                    <a:gd name="connsiteX42-55915" fmla="*/ 2095 w 2254"/>
                    <a:gd name="connsiteY42-55916" fmla="*/ 479 h 4213"/>
                    <a:gd name="connsiteX43-55917" fmla="*/ 2155 w 2254"/>
                    <a:gd name="connsiteY43-55918" fmla="*/ 648 h 4213"/>
                    <a:gd name="connsiteX44-55919" fmla="*/ 2073 w 2254"/>
                    <a:gd name="connsiteY44-55920" fmla="*/ 944 h 4213"/>
                    <a:gd name="connsiteX45-55921" fmla="*/ 2073 w 2254"/>
                    <a:gd name="connsiteY45-55922" fmla="*/ 1022 h 4213"/>
                    <a:gd name="connsiteX46-55923" fmla="*/ 2142 w 2254"/>
                    <a:gd name="connsiteY46-55924" fmla="*/ 1168 h 4213"/>
                    <a:gd name="connsiteX47-55925" fmla="*/ 2157 w 2254"/>
                    <a:gd name="connsiteY47-55926" fmla="*/ 1427 h 4213"/>
                    <a:gd name="connsiteX48-55927" fmla="*/ 2159 w 2254"/>
                    <a:gd name="connsiteY48-55928" fmla="*/ 1617 h 4213"/>
                    <a:gd name="connsiteX49-55929" fmla="*/ 2092 w 2254"/>
                    <a:gd name="connsiteY49-55930" fmla="*/ 1625 h 4213"/>
                    <a:gd name="connsiteX50-55931" fmla="*/ 2070 w 2254"/>
                    <a:gd name="connsiteY50-55932" fmla="*/ 1507 h 4213"/>
                    <a:gd name="connsiteX51-55933" fmla="*/ 2035 w 2254"/>
                    <a:gd name="connsiteY51-55934" fmla="*/ 1450 h 4213"/>
                    <a:gd name="connsiteX52-55935" fmla="*/ 1945 w 2254"/>
                    <a:gd name="connsiteY52-55936" fmla="*/ 1582 h 4213"/>
                    <a:gd name="connsiteX53-55937" fmla="*/ 1832 w 2254"/>
                    <a:gd name="connsiteY53-55938" fmla="*/ 1776 h 4213"/>
                    <a:gd name="connsiteX54-55939" fmla="*/ 1713 w 2254"/>
                    <a:gd name="connsiteY54-55940" fmla="*/ 1904 h 4213"/>
                    <a:gd name="connsiteX55-55941" fmla="*/ 1706 w 2254"/>
                    <a:gd name="connsiteY55-55942" fmla="*/ 2018 h 4213"/>
                    <a:gd name="connsiteX56-55943" fmla="*/ 1766 w 2254"/>
                    <a:gd name="connsiteY56-55944" fmla="*/ 2115 h 4213"/>
                    <a:gd name="connsiteX57-55945" fmla="*/ 1868 w 2254"/>
                    <a:gd name="connsiteY57-55946" fmla="*/ 2183 h 4213"/>
                    <a:gd name="connsiteX58-55947" fmla="*/ 1945 w 2254"/>
                    <a:gd name="connsiteY58-55948" fmla="*/ 2178 h 4213"/>
                    <a:gd name="connsiteX59-55949" fmla="*/ 1990 w 2254"/>
                    <a:gd name="connsiteY59-55950" fmla="*/ 2104 h 4213"/>
                    <a:gd name="connsiteX60-55951" fmla="*/ 2024 w 2254"/>
                    <a:gd name="connsiteY60-55952" fmla="*/ 2210 h 4213"/>
                    <a:gd name="connsiteX61-55953" fmla="*/ 1912 w 2254"/>
                    <a:gd name="connsiteY61-55954" fmla="*/ 2249 h 4213"/>
                    <a:gd name="connsiteX62-55955" fmla="*/ 1959 w 2254"/>
                    <a:gd name="connsiteY62-55956" fmla="*/ 2362 h 4213"/>
                    <a:gd name="connsiteX63-55957" fmla="*/ 1824 w 2254"/>
                    <a:gd name="connsiteY63-55958" fmla="*/ 2509 h 4213"/>
                    <a:gd name="connsiteX64-55959" fmla="*/ 1783 w 2254"/>
                    <a:gd name="connsiteY64-55960" fmla="*/ 2498 h 4213"/>
                    <a:gd name="connsiteX65-55961" fmla="*/ 1659 w 2254"/>
                    <a:gd name="connsiteY65-55962" fmla="*/ 2413 h 4213"/>
                    <a:gd name="connsiteX66-55963" fmla="*/ 1604 w 2254"/>
                    <a:gd name="connsiteY66-55964" fmla="*/ 2412 h 4213"/>
                    <a:gd name="connsiteX67-55965" fmla="*/ 1569 w 2254"/>
                    <a:gd name="connsiteY67-55966" fmla="*/ 2480 h 4213"/>
                    <a:gd name="connsiteX68-55967" fmla="*/ 1572 w 2254"/>
                    <a:gd name="connsiteY68-55968" fmla="*/ 2562 h 4213"/>
                    <a:gd name="connsiteX69-55969" fmla="*/ 1750 w 2254"/>
                    <a:gd name="connsiteY69-55970" fmla="*/ 2730 h 4213"/>
                    <a:gd name="connsiteX70-55971" fmla="*/ 1749 w 2254"/>
                    <a:gd name="connsiteY70-55972" fmla="*/ 2844 h 4213"/>
                    <a:gd name="connsiteX71-55973" fmla="*/ 1840 w 2254"/>
                    <a:gd name="connsiteY71-55974" fmla="*/ 3060 h 4213"/>
                    <a:gd name="connsiteX72-55975" fmla="*/ 1866 w 2254"/>
                    <a:gd name="connsiteY72-55976" fmla="*/ 3090 h 4213"/>
                    <a:gd name="connsiteX73-55977" fmla="*/ 1910 w 2254"/>
                    <a:gd name="connsiteY73-55978" fmla="*/ 3094 h 4213"/>
                    <a:gd name="connsiteX74-55979" fmla="*/ 1956 w 2254"/>
                    <a:gd name="connsiteY74-55980" fmla="*/ 3010 h 4213"/>
                    <a:gd name="connsiteX75-55981" fmla="*/ 2036 w 2254"/>
                    <a:gd name="connsiteY75-55982" fmla="*/ 2950 h 4213"/>
                    <a:gd name="connsiteX76-55983" fmla="*/ 2131 w 2254"/>
                    <a:gd name="connsiteY76-55984" fmla="*/ 3126 h 4213"/>
                    <a:gd name="connsiteX77-55985" fmla="*/ 2241 w 2254"/>
                    <a:gd name="connsiteY77-55986" fmla="*/ 3312 h 4213"/>
                    <a:gd name="connsiteX78-55987" fmla="*/ 2254 w 2254"/>
                    <a:gd name="connsiteY78-55988" fmla="*/ 3342 h 4213"/>
                    <a:gd name="connsiteX79-55989" fmla="*/ 2243 w 2254"/>
                    <a:gd name="connsiteY79-55990" fmla="*/ 3518 h 4213"/>
                    <a:gd name="connsiteX80-55991" fmla="*/ 2208 w 2254"/>
                    <a:gd name="connsiteY80-55992" fmla="*/ 3554 h 4213"/>
                    <a:gd name="connsiteX81-55993" fmla="*/ 2119 w 2254"/>
                    <a:gd name="connsiteY81-55994" fmla="*/ 3515 h 4213"/>
                    <a:gd name="connsiteX82-55995" fmla="*/ 1885 w 2254"/>
                    <a:gd name="connsiteY82-55996" fmla="*/ 3644 h 4213"/>
                    <a:gd name="connsiteX83-55997" fmla="*/ 1859 w 2254"/>
                    <a:gd name="connsiteY83-55998" fmla="*/ 3666 h 4213"/>
                    <a:gd name="connsiteX84-55999" fmla="*/ 1679 w 2254"/>
                    <a:gd name="connsiteY84-56000" fmla="*/ 3812 h 4213"/>
                    <a:gd name="connsiteX85-56001" fmla="*/ 1538 w 2254"/>
                    <a:gd name="connsiteY85-56002" fmla="*/ 3926 h 4213"/>
                    <a:gd name="connsiteX86-56003" fmla="*/ 1503 w 2254"/>
                    <a:gd name="connsiteY86-56004" fmla="*/ 3965 h 4213"/>
                    <a:gd name="connsiteX87-56005" fmla="*/ 1451 w 2254"/>
                    <a:gd name="connsiteY87-56006" fmla="*/ 3973 h 4213"/>
                    <a:gd name="connsiteX88-56007" fmla="*/ 1394 w 2254"/>
                    <a:gd name="connsiteY88-56008" fmla="*/ 3916 h 4213"/>
                    <a:gd name="connsiteX89-56009" fmla="*/ 1270 w 2254"/>
                    <a:gd name="connsiteY89-56010" fmla="*/ 3808 h 4213"/>
                    <a:gd name="connsiteX90-56011" fmla="*/ 1294 w 2254"/>
                    <a:gd name="connsiteY90-56012" fmla="*/ 4064 h 4213"/>
                    <a:gd name="connsiteX91-56013" fmla="*/ 1303 w 2254"/>
                    <a:gd name="connsiteY91-56014" fmla="*/ 4192 h 4213"/>
                    <a:gd name="connsiteX92-56015" fmla="*/ 1041 w 2254"/>
                    <a:gd name="connsiteY92-56016" fmla="*/ 4166 h 4213"/>
                    <a:gd name="connsiteX93-56017" fmla="*/ 959 w 2254"/>
                    <a:gd name="connsiteY93-56018" fmla="*/ 3987 h 4213"/>
                    <a:gd name="connsiteX94-56019" fmla="*/ 877 w 2254"/>
                    <a:gd name="connsiteY94-56020" fmla="*/ 3802 h 4213"/>
                    <a:gd name="connsiteX95-56021" fmla="*/ 798 w 2254"/>
                    <a:gd name="connsiteY95-56022" fmla="*/ 3734 h 4213"/>
                    <a:gd name="connsiteX96-56023" fmla="*/ 679 w 2254"/>
                    <a:gd name="connsiteY96-56024" fmla="*/ 3800 h 4213"/>
                    <a:gd name="connsiteX97-56025" fmla="*/ 695 w 2254"/>
                    <a:gd name="connsiteY97-56026" fmla="*/ 3662 h 4213"/>
                    <a:gd name="connsiteX98-56027" fmla="*/ 633 w 2254"/>
                    <a:gd name="connsiteY98-56028" fmla="*/ 3500 h 4213"/>
                    <a:gd name="connsiteX99-56029" fmla="*/ 742 w 2254"/>
                    <a:gd name="connsiteY99-56030" fmla="*/ 3280 h 4213"/>
                    <a:gd name="connsiteX100-56031" fmla="*/ 932 w 2254"/>
                    <a:gd name="connsiteY100-56032" fmla="*/ 3195 h 4213"/>
                    <a:gd name="connsiteX101-56033" fmla="*/ 1107 w 2254"/>
                    <a:gd name="connsiteY101-56034" fmla="*/ 3058 h 4213"/>
                    <a:gd name="connsiteX102-56035" fmla="*/ 1215 w 2254"/>
                    <a:gd name="connsiteY102-56036" fmla="*/ 2615 h 4213"/>
                    <a:gd name="connsiteX0-56037" fmla="*/ 1215 w 2254"/>
                    <a:gd name="connsiteY0-56038" fmla="*/ 2615 h 4213"/>
                    <a:gd name="connsiteX1-56039" fmla="*/ 1184 w 2254"/>
                    <a:gd name="connsiteY1-56040" fmla="*/ 2346 h 4213"/>
                    <a:gd name="connsiteX2-56041" fmla="*/ 1068 w 2254"/>
                    <a:gd name="connsiteY2-56042" fmla="*/ 2333 h 4213"/>
                    <a:gd name="connsiteX3-56043" fmla="*/ 1066 w 2254"/>
                    <a:gd name="connsiteY3-56044" fmla="*/ 2117 h 4213"/>
                    <a:gd name="connsiteX4-56045" fmla="*/ 990 w 2254"/>
                    <a:gd name="connsiteY4-56046" fmla="*/ 2039 h 4213"/>
                    <a:gd name="connsiteX5-56047" fmla="*/ 847 w 2254"/>
                    <a:gd name="connsiteY5-56048" fmla="*/ 1951 h 4213"/>
                    <a:gd name="connsiteX6-56049" fmla="*/ 755 w 2254"/>
                    <a:gd name="connsiteY6-56050" fmla="*/ 1827 h 4213"/>
                    <a:gd name="connsiteX7-56051" fmla="*/ 659 w 2254"/>
                    <a:gd name="connsiteY7-56052" fmla="*/ 1828 h 4213"/>
                    <a:gd name="connsiteX8-56053" fmla="*/ 614 w 2254"/>
                    <a:gd name="connsiteY8-56054" fmla="*/ 1883 h 4213"/>
                    <a:gd name="connsiteX9-56055" fmla="*/ 521 w 2254"/>
                    <a:gd name="connsiteY9-56056" fmla="*/ 1877 h 4213"/>
                    <a:gd name="connsiteX10-56057" fmla="*/ 501 w 2254"/>
                    <a:gd name="connsiteY10-56058" fmla="*/ 1994 h 4213"/>
                    <a:gd name="connsiteX11-56059" fmla="*/ 320 w 2254"/>
                    <a:gd name="connsiteY11-56060" fmla="*/ 1941 h 4213"/>
                    <a:gd name="connsiteX12-56061" fmla="*/ 237 w 2254"/>
                    <a:gd name="connsiteY12-56062" fmla="*/ 1939 h 4213"/>
                    <a:gd name="connsiteX13-56063" fmla="*/ 112 w 2254"/>
                    <a:gd name="connsiteY13-56064" fmla="*/ 2014 h 4213"/>
                    <a:gd name="connsiteX14-56065" fmla="*/ 0 w 2254"/>
                    <a:gd name="connsiteY14-56066" fmla="*/ 1890 h 4213"/>
                    <a:gd name="connsiteX15-56067" fmla="*/ 94 w 2254"/>
                    <a:gd name="connsiteY15-56068" fmla="*/ 1804 h 4213"/>
                    <a:gd name="connsiteX16-56069" fmla="*/ 98 w 2254"/>
                    <a:gd name="connsiteY16-56070" fmla="*/ 1634 h 4213"/>
                    <a:gd name="connsiteX17-56071" fmla="*/ 153 w 2254"/>
                    <a:gd name="connsiteY17-56072" fmla="*/ 1514 h 4213"/>
                    <a:gd name="connsiteX18-56073" fmla="*/ 196 w 2254"/>
                    <a:gd name="connsiteY18-56074" fmla="*/ 1306 h 4213"/>
                    <a:gd name="connsiteX19-56075" fmla="*/ 256 w 2254"/>
                    <a:gd name="connsiteY19-56076" fmla="*/ 1307 h 4213"/>
                    <a:gd name="connsiteX20-56077" fmla="*/ 579 w 2254"/>
                    <a:gd name="connsiteY20-56078" fmla="*/ 1286 h 4213"/>
                    <a:gd name="connsiteX21-56079" fmla="*/ 753 w 2254"/>
                    <a:gd name="connsiteY21-56080" fmla="*/ 1117 h 4213"/>
                    <a:gd name="connsiteX22-56081" fmla="*/ 822 w 2254"/>
                    <a:gd name="connsiteY22-56082" fmla="*/ 748 h 4213"/>
                    <a:gd name="connsiteX23-56083" fmla="*/ 932 w 2254"/>
                    <a:gd name="connsiteY23-56084" fmla="*/ 486 h 4213"/>
                    <a:gd name="connsiteX24-56085" fmla="*/ 930 w 2254"/>
                    <a:gd name="connsiteY24-56086" fmla="*/ 358 h 4213"/>
                    <a:gd name="connsiteX25-56087" fmla="*/ 917 w 2254"/>
                    <a:gd name="connsiteY25-56088" fmla="*/ 328 h 4213"/>
                    <a:gd name="connsiteX26-56089" fmla="*/ 850 w 2254"/>
                    <a:gd name="connsiteY26-56090" fmla="*/ 251 h 4213"/>
                    <a:gd name="connsiteX27-56091" fmla="*/ 790 w 2254"/>
                    <a:gd name="connsiteY27-56092" fmla="*/ 217 h 4213"/>
                    <a:gd name="connsiteX28-56093" fmla="*/ 915 w 2254"/>
                    <a:gd name="connsiteY28-56094" fmla="*/ 56 h 4213"/>
                    <a:gd name="connsiteX29-56095" fmla="*/ 1088 w 2254"/>
                    <a:gd name="connsiteY29-56096" fmla="*/ 2 h 4213"/>
                    <a:gd name="connsiteX30-56097" fmla="*/ 1120 w 2254"/>
                    <a:gd name="connsiteY30-56098" fmla="*/ 49 h 4213"/>
                    <a:gd name="connsiteX31-56099" fmla="*/ 1110 w 2254"/>
                    <a:gd name="connsiteY31-56100" fmla="*/ 133 h 4213"/>
                    <a:gd name="connsiteX32-56101" fmla="*/ 1049 w 2254"/>
                    <a:gd name="connsiteY32-56102" fmla="*/ 243 h 4213"/>
                    <a:gd name="connsiteX33-56103" fmla="*/ 1119 w 2254"/>
                    <a:gd name="connsiteY33-56104" fmla="*/ 301 h 4213"/>
                    <a:gd name="connsiteX34-56105" fmla="*/ 1233 w 2254"/>
                    <a:gd name="connsiteY34-56106" fmla="*/ 366 h 4213"/>
                    <a:gd name="connsiteX35-56107" fmla="*/ 1253 w 2254"/>
                    <a:gd name="connsiteY35-56108" fmla="*/ 255 h 4213"/>
                    <a:gd name="connsiteX36-56109" fmla="*/ 1387 w 2254"/>
                    <a:gd name="connsiteY36-56110" fmla="*/ 291 h 4213"/>
                    <a:gd name="connsiteX37-56111" fmla="*/ 1412 w 2254"/>
                    <a:gd name="connsiteY37-56112" fmla="*/ 331 h 4213"/>
                    <a:gd name="connsiteX38-56113" fmla="*/ 1488 w 2254"/>
                    <a:gd name="connsiteY38-56114" fmla="*/ 562 h 4213"/>
                    <a:gd name="connsiteX39-56115" fmla="*/ 1523 w 2254"/>
                    <a:gd name="connsiteY39-56116" fmla="*/ 586 h 4213"/>
                    <a:gd name="connsiteX40-56117" fmla="*/ 1615 w 2254"/>
                    <a:gd name="connsiteY40-56118" fmla="*/ 578 h 4213"/>
                    <a:gd name="connsiteX41-56119" fmla="*/ 1875 w 2254"/>
                    <a:gd name="connsiteY41-56120" fmla="*/ 490 h 4213"/>
                    <a:gd name="connsiteX42-56121" fmla="*/ 2095 w 2254"/>
                    <a:gd name="connsiteY42-56122" fmla="*/ 479 h 4213"/>
                    <a:gd name="connsiteX43-56123" fmla="*/ 2155 w 2254"/>
                    <a:gd name="connsiteY43-56124" fmla="*/ 648 h 4213"/>
                    <a:gd name="connsiteX44-56125" fmla="*/ 2073 w 2254"/>
                    <a:gd name="connsiteY44-56126" fmla="*/ 944 h 4213"/>
                    <a:gd name="connsiteX45-56127" fmla="*/ 2073 w 2254"/>
                    <a:gd name="connsiteY45-56128" fmla="*/ 1022 h 4213"/>
                    <a:gd name="connsiteX46-56129" fmla="*/ 2142 w 2254"/>
                    <a:gd name="connsiteY46-56130" fmla="*/ 1168 h 4213"/>
                    <a:gd name="connsiteX47-56131" fmla="*/ 2157 w 2254"/>
                    <a:gd name="connsiteY47-56132" fmla="*/ 1427 h 4213"/>
                    <a:gd name="connsiteX48-56133" fmla="*/ 2159 w 2254"/>
                    <a:gd name="connsiteY48-56134" fmla="*/ 1617 h 4213"/>
                    <a:gd name="connsiteX49-56135" fmla="*/ 2092 w 2254"/>
                    <a:gd name="connsiteY49-56136" fmla="*/ 1625 h 4213"/>
                    <a:gd name="connsiteX50-56137" fmla="*/ 2070 w 2254"/>
                    <a:gd name="connsiteY50-56138" fmla="*/ 1507 h 4213"/>
                    <a:gd name="connsiteX51-56139" fmla="*/ 2035 w 2254"/>
                    <a:gd name="connsiteY51-56140" fmla="*/ 1450 h 4213"/>
                    <a:gd name="connsiteX52-56141" fmla="*/ 1945 w 2254"/>
                    <a:gd name="connsiteY52-56142" fmla="*/ 1582 h 4213"/>
                    <a:gd name="connsiteX53-56143" fmla="*/ 1832 w 2254"/>
                    <a:gd name="connsiteY53-56144" fmla="*/ 1776 h 4213"/>
                    <a:gd name="connsiteX54-56145" fmla="*/ 1713 w 2254"/>
                    <a:gd name="connsiteY54-56146" fmla="*/ 1904 h 4213"/>
                    <a:gd name="connsiteX55-56147" fmla="*/ 1706 w 2254"/>
                    <a:gd name="connsiteY55-56148" fmla="*/ 2018 h 4213"/>
                    <a:gd name="connsiteX56-56149" fmla="*/ 1766 w 2254"/>
                    <a:gd name="connsiteY56-56150" fmla="*/ 2115 h 4213"/>
                    <a:gd name="connsiteX57-56151" fmla="*/ 1868 w 2254"/>
                    <a:gd name="connsiteY57-56152" fmla="*/ 2183 h 4213"/>
                    <a:gd name="connsiteX58-56153" fmla="*/ 1945 w 2254"/>
                    <a:gd name="connsiteY58-56154" fmla="*/ 2178 h 4213"/>
                    <a:gd name="connsiteX59-56155" fmla="*/ 1990 w 2254"/>
                    <a:gd name="connsiteY59-56156" fmla="*/ 2104 h 4213"/>
                    <a:gd name="connsiteX60-56157" fmla="*/ 2024 w 2254"/>
                    <a:gd name="connsiteY60-56158" fmla="*/ 2210 h 4213"/>
                    <a:gd name="connsiteX61-56159" fmla="*/ 1912 w 2254"/>
                    <a:gd name="connsiteY61-56160" fmla="*/ 2249 h 4213"/>
                    <a:gd name="connsiteX62-56161" fmla="*/ 1959 w 2254"/>
                    <a:gd name="connsiteY62-56162" fmla="*/ 2362 h 4213"/>
                    <a:gd name="connsiteX63-56163" fmla="*/ 1824 w 2254"/>
                    <a:gd name="connsiteY63-56164" fmla="*/ 2509 h 4213"/>
                    <a:gd name="connsiteX64-56165" fmla="*/ 1783 w 2254"/>
                    <a:gd name="connsiteY64-56166" fmla="*/ 2498 h 4213"/>
                    <a:gd name="connsiteX65-56167" fmla="*/ 1659 w 2254"/>
                    <a:gd name="connsiteY65-56168" fmla="*/ 2413 h 4213"/>
                    <a:gd name="connsiteX66-56169" fmla="*/ 1604 w 2254"/>
                    <a:gd name="connsiteY66-56170" fmla="*/ 2412 h 4213"/>
                    <a:gd name="connsiteX67-56171" fmla="*/ 1569 w 2254"/>
                    <a:gd name="connsiteY67-56172" fmla="*/ 2480 h 4213"/>
                    <a:gd name="connsiteX68-56173" fmla="*/ 1572 w 2254"/>
                    <a:gd name="connsiteY68-56174" fmla="*/ 2562 h 4213"/>
                    <a:gd name="connsiteX69-56175" fmla="*/ 1750 w 2254"/>
                    <a:gd name="connsiteY69-56176" fmla="*/ 2730 h 4213"/>
                    <a:gd name="connsiteX70-56177" fmla="*/ 1749 w 2254"/>
                    <a:gd name="connsiteY70-56178" fmla="*/ 2844 h 4213"/>
                    <a:gd name="connsiteX71-56179" fmla="*/ 1840 w 2254"/>
                    <a:gd name="connsiteY71-56180" fmla="*/ 3060 h 4213"/>
                    <a:gd name="connsiteX72-56181" fmla="*/ 1866 w 2254"/>
                    <a:gd name="connsiteY72-56182" fmla="*/ 3090 h 4213"/>
                    <a:gd name="connsiteX73-56183" fmla="*/ 1910 w 2254"/>
                    <a:gd name="connsiteY73-56184" fmla="*/ 3094 h 4213"/>
                    <a:gd name="connsiteX74-56185" fmla="*/ 1956 w 2254"/>
                    <a:gd name="connsiteY74-56186" fmla="*/ 3010 h 4213"/>
                    <a:gd name="connsiteX75-56187" fmla="*/ 2036 w 2254"/>
                    <a:gd name="connsiteY75-56188" fmla="*/ 2950 h 4213"/>
                    <a:gd name="connsiteX76-56189" fmla="*/ 2131 w 2254"/>
                    <a:gd name="connsiteY76-56190" fmla="*/ 3126 h 4213"/>
                    <a:gd name="connsiteX77-56191" fmla="*/ 2241 w 2254"/>
                    <a:gd name="connsiteY77-56192" fmla="*/ 3312 h 4213"/>
                    <a:gd name="connsiteX78-56193" fmla="*/ 2254 w 2254"/>
                    <a:gd name="connsiteY78-56194" fmla="*/ 3342 h 4213"/>
                    <a:gd name="connsiteX79-56195" fmla="*/ 2243 w 2254"/>
                    <a:gd name="connsiteY79-56196" fmla="*/ 3518 h 4213"/>
                    <a:gd name="connsiteX80-56197" fmla="*/ 2208 w 2254"/>
                    <a:gd name="connsiteY80-56198" fmla="*/ 3554 h 4213"/>
                    <a:gd name="connsiteX81-56199" fmla="*/ 2119 w 2254"/>
                    <a:gd name="connsiteY81-56200" fmla="*/ 3515 h 4213"/>
                    <a:gd name="connsiteX82-56201" fmla="*/ 1885 w 2254"/>
                    <a:gd name="connsiteY82-56202" fmla="*/ 3644 h 4213"/>
                    <a:gd name="connsiteX83-56203" fmla="*/ 1859 w 2254"/>
                    <a:gd name="connsiteY83-56204" fmla="*/ 3666 h 4213"/>
                    <a:gd name="connsiteX84-56205" fmla="*/ 1679 w 2254"/>
                    <a:gd name="connsiteY84-56206" fmla="*/ 3812 h 4213"/>
                    <a:gd name="connsiteX85-56207" fmla="*/ 1538 w 2254"/>
                    <a:gd name="connsiteY85-56208" fmla="*/ 3926 h 4213"/>
                    <a:gd name="connsiteX86-56209" fmla="*/ 1503 w 2254"/>
                    <a:gd name="connsiteY86-56210" fmla="*/ 3965 h 4213"/>
                    <a:gd name="connsiteX87-56211" fmla="*/ 1451 w 2254"/>
                    <a:gd name="connsiteY87-56212" fmla="*/ 3973 h 4213"/>
                    <a:gd name="connsiteX88-56213" fmla="*/ 1394 w 2254"/>
                    <a:gd name="connsiteY88-56214" fmla="*/ 3916 h 4213"/>
                    <a:gd name="connsiteX89-56215" fmla="*/ 1270 w 2254"/>
                    <a:gd name="connsiteY89-56216" fmla="*/ 3808 h 4213"/>
                    <a:gd name="connsiteX90-56217" fmla="*/ 1294 w 2254"/>
                    <a:gd name="connsiteY90-56218" fmla="*/ 4064 h 4213"/>
                    <a:gd name="connsiteX91-56219" fmla="*/ 1303 w 2254"/>
                    <a:gd name="connsiteY91-56220" fmla="*/ 4192 h 4213"/>
                    <a:gd name="connsiteX92-56221" fmla="*/ 1041 w 2254"/>
                    <a:gd name="connsiteY92-56222" fmla="*/ 4166 h 4213"/>
                    <a:gd name="connsiteX93-56223" fmla="*/ 959 w 2254"/>
                    <a:gd name="connsiteY93-56224" fmla="*/ 3987 h 4213"/>
                    <a:gd name="connsiteX94-56225" fmla="*/ 877 w 2254"/>
                    <a:gd name="connsiteY94-56226" fmla="*/ 3802 h 4213"/>
                    <a:gd name="connsiteX95-56227" fmla="*/ 798 w 2254"/>
                    <a:gd name="connsiteY95-56228" fmla="*/ 3734 h 4213"/>
                    <a:gd name="connsiteX96-56229" fmla="*/ 679 w 2254"/>
                    <a:gd name="connsiteY96-56230" fmla="*/ 3800 h 4213"/>
                    <a:gd name="connsiteX97-56231" fmla="*/ 695 w 2254"/>
                    <a:gd name="connsiteY97-56232" fmla="*/ 3662 h 4213"/>
                    <a:gd name="connsiteX98-56233" fmla="*/ 633 w 2254"/>
                    <a:gd name="connsiteY98-56234" fmla="*/ 3500 h 4213"/>
                    <a:gd name="connsiteX99-56235" fmla="*/ 742 w 2254"/>
                    <a:gd name="connsiteY99-56236" fmla="*/ 3280 h 4213"/>
                    <a:gd name="connsiteX100-56237" fmla="*/ 932 w 2254"/>
                    <a:gd name="connsiteY100-56238" fmla="*/ 3195 h 4213"/>
                    <a:gd name="connsiteX101-56239" fmla="*/ 1107 w 2254"/>
                    <a:gd name="connsiteY101-56240" fmla="*/ 3058 h 4213"/>
                    <a:gd name="connsiteX102-56241" fmla="*/ 1215 w 2254"/>
                    <a:gd name="connsiteY102-56242" fmla="*/ 2615 h 4213"/>
                    <a:gd name="connsiteX0-56243" fmla="*/ 1215 w 2254"/>
                    <a:gd name="connsiteY0-56244" fmla="*/ 2615 h 4213"/>
                    <a:gd name="connsiteX1-56245" fmla="*/ 1184 w 2254"/>
                    <a:gd name="connsiteY1-56246" fmla="*/ 2346 h 4213"/>
                    <a:gd name="connsiteX2-56247" fmla="*/ 1068 w 2254"/>
                    <a:gd name="connsiteY2-56248" fmla="*/ 2333 h 4213"/>
                    <a:gd name="connsiteX3-56249" fmla="*/ 1066 w 2254"/>
                    <a:gd name="connsiteY3-56250" fmla="*/ 2117 h 4213"/>
                    <a:gd name="connsiteX4-56251" fmla="*/ 990 w 2254"/>
                    <a:gd name="connsiteY4-56252" fmla="*/ 2039 h 4213"/>
                    <a:gd name="connsiteX5-56253" fmla="*/ 847 w 2254"/>
                    <a:gd name="connsiteY5-56254" fmla="*/ 1951 h 4213"/>
                    <a:gd name="connsiteX6-56255" fmla="*/ 755 w 2254"/>
                    <a:gd name="connsiteY6-56256" fmla="*/ 1827 h 4213"/>
                    <a:gd name="connsiteX7-56257" fmla="*/ 659 w 2254"/>
                    <a:gd name="connsiteY7-56258" fmla="*/ 1828 h 4213"/>
                    <a:gd name="connsiteX8-56259" fmla="*/ 614 w 2254"/>
                    <a:gd name="connsiteY8-56260" fmla="*/ 1883 h 4213"/>
                    <a:gd name="connsiteX9-56261" fmla="*/ 521 w 2254"/>
                    <a:gd name="connsiteY9-56262" fmla="*/ 1877 h 4213"/>
                    <a:gd name="connsiteX10-56263" fmla="*/ 501 w 2254"/>
                    <a:gd name="connsiteY10-56264" fmla="*/ 1994 h 4213"/>
                    <a:gd name="connsiteX11-56265" fmla="*/ 320 w 2254"/>
                    <a:gd name="connsiteY11-56266" fmla="*/ 1941 h 4213"/>
                    <a:gd name="connsiteX12-56267" fmla="*/ 237 w 2254"/>
                    <a:gd name="connsiteY12-56268" fmla="*/ 1939 h 4213"/>
                    <a:gd name="connsiteX13-56269" fmla="*/ 112 w 2254"/>
                    <a:gd name="connsiteY13-56270" fmla="*/ 2014 h 4213"/>
                    <a:gd name="connsiteX14-56271" fmla="*/ 0 w 2254"/>
                    <a:gd name="connsiteY14-56272" fmla="*/ 1890 h 4213"/>
                    <a:gd name="connsiteX15-56273" fmla="*/ 94 w 2254"/>
                    <a:gd name="connsiteY15-56274" fmla="*/ 1804 h 4213"/>
                    <a:gd name="connsiteX16-56275" fmla="*/ 98 w 2254"/>
                    <a:gd name="connsiteY16-56276" fmla="*/ 1634 h 4213"/>
                    <a:gd name="connsiteX17-56277" fmla="*/ 153 w 2254"/>
                    <a:gd name="connsiteY17-56278" fmla="*/ 1514 h 4213"/>
                    <a:gd name="connsiteX18-56279" fmla="*/ 196 w 2254"/>
                    <a:gd name="connsiteY18-56280" fmla="*/ 1306 h 4213"/>
                    <a:gd name="connsiteX19-56281" fmla="*/ 256 w 2254"/>
                    <a:gd name="connsiteY19-56282" fmla="*/ 1307 h 4213"/>
                    <a:gd name="connsiteX20-56283" fmla="*/ 579 w 2254"/>
                    <a:gd name="connsiteY20-56284" fmla="*/ 1286 h 4213"/>
                    <a:gd name="connsiteX21-56285" fmla="*/ 753 w 2254"/>
                    <a:gd name="connsiteY21-56286" fmla="*/ 1117 h 4213"/>
                    <a:gd name="connsiteX22-56287" fmla="*/ 822 w 2254"/>
                    <a:gd name="connsiteY22-56288" fmla="*/ 748 h 4213"/>
                    <a:gd name="connsiteX23-56289" fmla="*/ 932 w 2254"/>
                    <a:gd name="connsiteY23-56290" fmla="*/ 486 h 4213"/>
                    <a:gd name="connsiteX24-56291" fmla="*/ 930 w 2254"/>
                    <a:gd name="connsiteY24-56292" fmla="*/ 358 h 4213"/>
                    <a:gd name="connsiteX25-56293" fmla="*/ 917 w 2254"/>
                    <a:gd name="connsiteY25-56294" fmla="*/ 328 h 4213"/>
                    <a:gd name="connsiteX26-56295" fmla="*/ 850 w 2254"/>
                    <a:gd name="connsiteY26-56296" fmla="*/ 251 h 4213"/>
                    <a:gd name="connsiteX27-56297" fmla="*/ 790 w 2254"/>
                    <a:gd name="connsiteY27-56298" fmla="*/ 217 h 4213"/>
                    <a:gd name="connsiteX28-56299" fmla="*/ 915 w 2254"/>
                    <a:gd name="connsiteY28-56300" fmla="*/ 56 h 4213"/>
                    <a:gd name="connsiteX29-56301" fmla="*/ 1088 w 2254"/>
                    <a:gd name="connsiteY29-56302" fmla="*/ 2 h 4213"/>
                    <a:gd name="connsiteX30-56303" fmla="*/ 1120 w 2254"/>
                    <a:gd name="connsiteY30-56304" fmla="*/ 49 h 4213"/>
                    <a:gd name="connsiteX31-56305" fmla="*/ 1110 w 2254"/>
                    <a:gd name="connsiteY31-56306" fmla="*/ 133 h 4213"/>
                    <a:gd name="connsiteX32-56307" fmla="*/ 1049 w 2254"/>
                    <a:gd name="connsiteY32-56308" fmla="*/ 243 h 4213"/>
                    <a:gd name="connsiteX33-56309" fmla="*/ 1119 w 2254"/>
                    <a:gd name="connsiteY33-56310" fmla="*/ 301 h 4213"/>
                    <a:gd name="connsiteX34-56311" fmla="*/ 1233 w 2254"/>
                    <a:gd name="connsiteY34-56312" fmla="*/ 366 h 4213"/>
                    <a:gd name="connsiteX35-56313" fmla="*/ 1253 w 2254"/>
                    <a:gd name="connsiteY35-56314" fmla="*/ 255 h 4213"/>
                    <a:gd name="connsiteX36-56315" fmla="*/ 1387 w 2254"/>
                    <a:gd name="connsiteY36-56316" fmla="*/ 291 h 4213"/>
                    <a:gd name="connsiteX37-56317" fmla="*/ 1412 w 2254"/>
                    <a:gd name="connsiteY37-56318" fmla="*/ 331 h 4213"/>
                    <a:gd name="connsiteX38-56319" fmla="*/ 1488 w 2254"/>
                    <a:gd name="connsiteY38-56320" fmla="*/ 562 h 4213"/>
                    <a:gd name="connsiteX39-56321" fmla="*/ 1523 w 2254"/>
                    <a:gd name="connsiteY39-56322" fmla="*/ 586 h 4213"/>
                    <a:gd name="connsiteX40-56323" fmla="*/ 1615 w 2254"/>
                    <a:gd name="connsiteY40-56324" fmla="*/ 578 h 4213"/>
                    <a:gd name="connsiteX41-56325" fmla="*/ 1875 w 2254"/>
                    <a:gd name="connsiteY41-56326" fmla="*/ 490 h 4213"/>
                    <a:gd name="connsiteX42-56327" fmla="*/ 2095 w 2254"/>
                    <a:gd name="connsiteY42-56328" fmla="*/ 479 h 4213"/>
                    <a:gd name="connsiteX43-56329" fmla="*/ 2155 w 2254"/>
                    <a:gd name="connsiteY43-56330" fmla="*/ 648 h 4213"/>
                    <a:gd name="connsiteX44-56331" fmla="*/ 2073 w 2254"/>
                    <a:gd name="connsiteY44-56332" fmla="*/ 944 h 4213"/>
                    <a:gd name="connsiteX45-56333" fmla="*/ 2073 w 2254"/>
                    <a:gd name="connsiteY45-56334" fmla="*/ 1022 h 4213"/>
                    <a:gd name="connsiteX46-56335" fmla="*/ 2142 w 2254"/>
                    <a:gd name="connsiteY46-56336" fmla="*/ 1168 h 4213"/>
                    <a:gd name="connsiteX47-56337" fmla="*/ 2157 w 2254"/>
                    <a:gd name="connsiteY47-56338" fmla="*/ 1427 h 4213"/>
                    <a:gd name="connsiteX48-56339" fmla="*/ 2159 w 2254"/>
                    <a:gd name="connsiteY48-56340" fmla="*/ 1617 h 4213"/>
                    <a:gd name="connsiteX49-56341" fmla="*/ 2092 w 2254"/>
                    <a:gd name="connsiteY49-56342" fmla="*/ 1625 h 4213"/>
                    <a:gd name="connsiteX50-56343" fmla="*/ 2070 w 2254"/>
                    <a:gd name="connsiteY50-56344" fmla="*/ 1507 h 4213"/>
                    <a:gd name="connsiteX51-56345" fmla="*/ 2035 w 2254"/>
                    <a:gd name="connsiteY51-56346" fmla="*/ 1450 h 4213"/>
                    <a:gd name="connsiteX52-56347" fmla="*/ 1945 w 2254"/>
                    <a:gd name="connsiteY52-56348" fmla="*/ 1582 h 4213"/>
                    <a:gd name="connsiteX53-56349" fmla="*/ 1832 w 2254"/>
                    <a:gd name="connsiteY53-56350" fmla="*/ 1776 h 4213"/>
                    <a:gd name="connsiteX54-56351" fmla="*/ 1713 w 2254"/>
                    <a:gd name="connsiteY54-56352" fmla="*/ 1904 h 4213"/>
                    <a:gd name="connsiteX55-56353" fmla="*/ 1706 w 2254"/>
                    <a:gd name="connsiteY55-56354" fmla="*/ 2018 h 4213"/>
                    <a:gd name="connsiteX56-56355" fmla="*/ 1766 w 2254"/>
                    <a:gd name="connsiteY56-56356" fmla="*/ 2115 h 4213"/>
                    <a:gd name="connsiteX57-56357" fmla="*/ 1868 w 2254"/>
                    <a:gd name="connsiteY57-56358" fmla="*/ 2183 h 4213"/>
                    <a:gd name="connsiteX58-56359" fmla="*/ 1945 w 2254"/>
                    <a:gd name="connsiteY58-56360" fmla="*/ 2178 h 4213"/>
                    <a:gd name="connsiteX59-56361" fmla="*/ 1990 w 2254"/>
                    <a:gd name="connsiteY59-56362" fmla="*/ 2104 h 4213"/>
                    <a:gd name="connsiteX60-56363" fmla="*/ 2024 w 2254"/>
                    <a:gd name="connsiteY60-56364" fmla="*/ 2210 h 4213"/>
                    <a:gd name="connsiteX61-56365" fmla="*/ 1912 w 2254"/>
                    <a:gd name="connsiteY61-56366" fmla="*/ 2249 h 4213"/>
                    <a:gd name="connsiteX62-56367" fmla="*/ 1959 w 2254"/>
                    <a:gd name="connsiteY62-56368" fmla="*/ 2362 h 4213"/>
                    <a:gd name="connsiteX63-56369" fmla="*/ 1824 w 2254"/>
                    <a:gd name="connsiteY63-56370" fmla="*/ 2509 h 4213"/>
                    <a:gd name="connsiteX64-56371" fmla="*/ 1783 w 2254"/>
                    <a:gd name="connsiteY64-56372" fmla="*/ 2498 h 4213"/>
                    <a:gd name="connsiteX65-56373" fmla="*/ 1659 w 2254"/>
                    <a:gd name="connsiteY65-56374" fmla="*/ 2413 h 4213"/>
                    <a:gd name="connsiteX66-56375" fmla="*/ 1604 w 2254"/>
                    <a:gd name="connsiteY66-56376" fmla="*/ 2412 h 4213"/>
                    <a:gd name="connsiteX67-56377" fmla="*/ 1569 w 2254"/>
                    <a:gd name="connsiteY67-56378" fmla="*/ 2480 h 4213"/>
                    <a:gd name="connsiteX68-56379" fmla="*/ 1572 w 2254"/>
                    <a:gd name="connsiteY68-56380" fmla="*/ 2562 h 4213"/>
                    <a:gd name="connsiteX69-56381" fmla="*/ 1750 w 2254"/>
                    <a:gd name="connsiteY69-56382" fmla="*/ 2730 h 4213"/>
                    <a:gd name="connsiteX70-56383" fmla="*/ 1749 w 2254"/>
                    <a:gd name="connsiteY70-56384" fmla="*/ 2844 h 4213"/>
                    <a:gd name="connsiteX71-56385" fmla="*/ 1840 w 2254"/>
                    <a:gd name="connsiteY71-56386" fmla="*/ 3060 h 4213"/>
                    <a:gd name="connsiteX72-56387" fmla="*/ 1866 w 2254"/>
                    <a:gd name="connsiteY72-56388" fmla="*/ 3090 h 4213"/>
                    <a:gd name="connsiteX73-56389" fmla="*/ 1910 w 2254"/>
                    <a:gd name="connsiteY73-56390" fmla="*/ 3094 h 4213"/>
                    <a:gd name="connsiteX74-56391" fmla="*/ 1956 w 2254"/>
                    <a:gd name="connsiteY74-56392" fmla="*/ 3010 h 4213"/>
                    <a:gd name="connsiteX75-56393" fmla="*/ 2036 w 2254"/>
                    <a:gd name="connsiteY75-56394" fmla="*/ 2950 h 4213"/>
                    <a:gd name="connsiteX76-56395" fmla="*/ 2131 w 2254"/>
                    <a:gd name="connsiteY76-56396" fmla="*/ 3126 h 4213"/>
                    <a:gd name="connsiteX77-56397" fmla="*/ 2241 w 2254"/>
                    <a:gd name="connsiteY77-56398" fmla="*/ 3312 h 4213"/>
                    <a:gd name="connsiteX78-56399" fmla="*/ 2254 w 2254"/>
                    <a:gd name="connsiteY78-56400" fmla="*/ 3342 h 4213"/>
                    <a:gd name="connsiteX79-56401" fmla="*/ 2243 w 2254"/>
                    <a:gd name="connsiteY79-56402" fmla="*/ 3518 h 4213"/>
                    <a:gd name="connsiteX80-56403" fmla="*/ 2208 w 2254"/>
                    <a:gd name="connsiteY80-56404" fmla="*/ 3554 h 4213"/>
                    <a:gd name="connsiteX81-56405" fmla="*/ 2119 w 2254"/>
                    <a:gd name="connsiteY81-56406" fmla="*/ 3515 h 4213"/>
                    <a:gd name="connsiteX82-56407" fmla="*/ 1885 w 2254"/>
                    <a:gd name="connsiteY82-56408" fmla="*/ 3644 h 4213"/>
                    <a:gd name="connsiteX83-56409" fmla="*/ 1859 w 2254"/>
                    <a:gd name="connsiteY83-56410" fmla="*/ 3666 h 4213"/>
                    <a:gd name="connsiteX84-56411" fmla="*/ 1679 w 2254"/>
                    <a:gd name="connsiteY84-56412" fmla="*/ 3812 h 4213"/>
                    <a:gd name="connsiteX85-56413" fmla="*/ 1538 w 2254"/>
                    <a:gd name="connsiteY85-56414" fmla="*/ 3926 h 4213"/>
                    <a:gd name="connsiteX86-56415" fmla="*/ 1503 w 2254"/>
                    <a:gd name="connsiteY86-56416" fmla="*/ 3965 h 4213"/>
                    <a:gd name="connsiteX87-56417" fmla="*/ 1451 w 2254"/>
                    <a:gd name="connsiteY87-56418" fmla="*/ 3973 h 4213"/>
                    <a:gd name="connsiteX88-56419" fmla="*/ 1394 w 2254"/>
                    <a:gd name="connsiteY88-56420" fmla="*/ 3916 h 4213"/>
                    <a:gd name="connsiteX89-56421" fmla="*/ 1270 w 2254"/>
                    <a:gd name="connsiteY89-56422" fmla="*/ 3808 h 4213"/>
                    <a:gd name="connsiteX90-56423" fmla="*/ 1294 w 2254"/>
                    <a:gd name="connsiteY90-56424" fmla="*/ 4064 h 4213"/>
                    <a:gd name="connsiteX91-56425" fmla="*/ 1303 w 2254"/>
                    <a:gd name="connsiteY91-56426" fmla="*/ 4192 h 4213"/>
                    <a:gd name="connsiteX92-56427" fmla="*/ 1041 w 2254"/>
                    <a:gd name="connsiteY92-56428" fmla="*/ 4166 h 4213"/>
                    <a:gd name="connsiteX93-56429" fmla="*/ 959 w 2254"/>
                    <a:gd name="connsiteY93-56430" fmla="*/ 3987 h 4213"/>
                    <a:gd name="connsiteX94-56431" fmla="*/ 877 w 2254"/>
                    <a:gd name="connsiteY94-56432" fmla="*/ 3802 h 4213"/>
                    <a:gd name="connsiteX95-56433" fmla="*/ 798 w 2254"/>
                    <a:gd name="connsiteY95-56434" fmla="*/ 3734 h 4213"/>
                    <a:gd name="connsiteX96-56435" fmla="*/ 679 w 2254"/>
                    <a:gd name="connsiteY96-56436" fmla="*/ 3800 h 4213"/>
                    <a:gd name="connsiteX97-56437" fmla="*/ 695 w 2254"/>
                    <a:gd name="connsiteY97-56438" fmla="*/ 3662 h 4213"/>
                    <a:gd name="connsiteX98-56439" fmla="*/ 633 w 2254"/>
                    <a:gd name="connsiteY98-56440" fmla="*/ 3500 h 4213"/>
                    <a:gd name="connsiteX99-56441" fmla="*/ 742 w 2254"/>
                    <a:gd name="connsiteY99-56442" fmla="*/ 3280 h 4213"/>
                    <a:gd name="connsiteX100-56443" fmla="*/ 932 w 2254"/>
                    <a:gd name="connsiteY100-56444" fmla="*/ 3195 h 4213"/>
                    <a:gd name="connsiteX101-56445" fmla="*/ 1107 w 2254"/>
                    <a:gd name="connsiteY101-56446" fmla="*/ 3058 h 4213"/>
                    <a:gd name="connsiteX102-56447" fmla="*/ 1107 w 2254"/>
                    <a:gd name="connsiteY102-56448" fmla="*/ 2878 h 4213"/>
                    <a:gd name="connsiteX103-56449" fmla="*/ 1215 w 2254"/>
                    <a:gd name="connsiteY103-56450" fmla="*/ 2615 h 4213"/>
                    <a:gd name="connsiteX0-56451" fmla="*/ 1215 w 2254"/>
                    <a:gd name="connsiteY0-56452" fmla="*/ 2615 h 4213"/>
                    <a:gd name="connsiteX1-56453" fmla="*/ 1184 w 2254"/>
                    <a:gd name="connsiteY1-56454" fmla="*/ 2346 h 4213"/>
                    <a:gd name="connsiteX2-56455" fmla="*/ 1068 w 2254"/>
                    <a:gd name="connsiteY2-56456" fmla="*/ 2333 h 4213"/>
                    <a:gd name="connsiteX3-56457" fmla="*/ 1066 w 2254"/>
                    <a:gd name="connsiteY3-56458" fmla="*/ 2117 h 4213"/>
                    <a:gd name="connsiteX4-56459" fmla="*/ 990 w 2254"/>
                    <a:gd name="connsiteY4-56460" fmla="*/ 2039 h 4213"/>
                    <a:gd name="connsiteX5-56461" fmla="*/ 847 w 2254"/>
                    <a:gd name="connsiteY5-56462" fmla="*/ 1951 h 4213"/>
                    <a:gd name="connsiteX6-56463" fmla="*/ 755 w 2254"/>
                    <a:gd name="connsiteY6-56464" fmla="*/ 1827 h 4213"/>
                    <a:gd name="connsiteX7-56465" fmla="*/ 659 w 2254"/>
                    <a:gd name="connsiteY7-56466" fmla="*/ 1828 h 4213"/>
                    <a:gd name="connsiteX8-56467" fmla="*/ 614 w 2254"/>
                    <a:gd name="connsiteY8-56468" fmla="*/ 1883 h 4213"/>
                    <a:gd name="connsiteX9-56469" fmla="*/ 521 w 2254"/>
                    <a:gd name="connsiteY9-56470" fmla="*/ 1877 h 4213"/>
                    <a:gd name="connsiteX10-56471" fmla="*/ 501 w 2254"/>
                    <a:gd name="connsiteY10-56472" fmla="*/ 1994 h 4213"/>
                    <a:gd name="connsiteX11-56473" fmla="*/ 320 w 2254"/>
                    <a:gd name="connsiteY11-56474" fmla="*/ 1941 h 4213"/>
                    <a:gd name="connsiteX12-56475" fmla="*/ 237 w 2254"/>
                    <a:gd name="connsiteY12-56476" fmla="*/ 1939 h 4213"/>
                    <a:gd name="connsiteX13-56477" fmla="*/ 112 w 2254"/>
                    <a:gd name="connsiteY13-56478" fmla="*/ 2014 h 4213"/>
                    <a:gd name="connsiteX14-56479" fmla="*/ 0 w 2254"/>
                    <a:gd name="connsiteY14-56480" fmla="*/ 1890 h 4213"/>
                    <a:gd name="connsiteX15-56481" fmla="*/ 94 w 2254"/>
                    <a:gd name="connsiteY15-56482" fmla="*/ 1804 h 4213"/>
                    <a:gd name="connsiteX16-56483" fmla="*/ 98 w 2254"/>
                    <a:gd name="connsiteY16-56484" fmla="*/ 1634 h 4213"/>
                    <a:gd name="connsiteX17-56485" fmla="*/ 153 w 2254"/>
                    <a:gd name="connsiteY17-56486" fmla="*/ 1514 h 4213"/>
                    <a:gd name="connsiteX18-56487" fmla="*/ 196 w 2254"/>
                    <a:gd name="connsiteY18-56488" fmla="*/ 1306 h 4213"/>
                    <a:gd name="connsiteX19-56489" fmla="*/ 256 w 2254"/>
                    <a:gd name="connsiteY19-56490" fmla="*/ 1307 h 4213"/>
                    <a:gd name="connsiteX20-56491" fmla="*/ 579 w 2254"/>
                    <a:gd name="connsiteY20-56492" fmla="*/ 1286 h 4213"/>
                    <a:gd name="connsiteX21-56493" fmla="*/ 753 w 2254"/>
                    <a:gd name="connsiteY21-56494" fmla="*/ 1117 h 4213"/>
                    <a:gd name="connsiteX22-56495" fmla="*/ 822 w 2254"/>
                    <a:gd name="connsiteY22-56496" fmla="*/ 748 h 4213"/>
                    <a:gd name="connsiteX23-56497" fmla="*/ 932 w 2254"/>
                    <a:gd name="connsiteY23-56498" fmla="*/ 486 h 4213"/>
                    <a:gd name="connsiteX24-56499" fmla="*/ 930 w 2254"/>
                    <a:gd name="connsiteY24-56500" fmla="*/ 358 h 4213"/>
                    <a:gd name="connsiteX25-56501" fmla="*/ 917 w 2254"/>
                    <a:gd name="connsiteY25-56502" fmla="*/ 328 h 4213"/>
                    <a:gd name="connsiteX26-56503" fmla="*/ 850 w 2254"/>
                    <a:gd name="connsiteY26-56504" fmla="*/ 251 h 4213"/>
                    <a:gd name="connsiteX27-56505" fmla="*/ 790 w 2254"/>
                    <a:gd name="connsiteY27-56506" fmla="*/ 217 h 4213"/>
                    <a:gd name="connsiteX28-56507" fmla="*/ 915 w 2254"/>
                    <a:gd name="connsiteY28-56508" fmla="*/ 56 h 4213"/>
                    <a:gd name="connsiteX29-56509" fmla="*/ 1088 w 2254"/>
                    <a:gd name="connsiteY29-56510" fmla="*/ 2 h 4213"/>
                    <a:gd name="connsiteX30-56511" fmla="*/ 1120 w 2254"/>
                    <a:gd name="connsiteY30-56512" fmla="*/ 49 h 4213"/>
                    <a:gd name="connsiteX31-56513" fmla="*/ 1110 w 2254"/>
                    <a:gd name="connsiteY31-56514" fmla="*/ 133 h 4213"/>
                    <a:gd name="connsiteX32-56515" fmla="*/ 1049 w 2254"/>
                    <a:gd name="connsiteY32-56516" fmla="*/ 243 h 4213"/>
                    <a:gd name="connsiteX33-56517" fmla="*/ 1119 w 2254"/>
                    <a:gd name="connsiteY33-56518" fmla="*/ 301 h 4213"/>
                    <a:gd name="connsiteX34-56519" fmla="*/ 1233 w 2254"/>
                    <a:gd name="connsiteY34-56520" fmla="*/ 366 h 4213"/>
                    <a:gd name="connsiteX35-56521" fmla="*/ 1253 w 2254"/>
                    <a:gd name="connsiteY35-56522" fmla="*/ 255 h 4213"/>
                    <a:gd name="connsiteX36-56523" fmla="*/ 1387 w 2254"/>
                    <a:gd name="connsiteY36-56524" fmla="*/ 291 h 4213"/>
                    <a:gd name="connsiteX37-56525" fmla="*/ 1412 w 2254"/>
                    <a:gd name="connsiteY37-56526" fmla="*/ 331 h 4213"/>
                    <a:gd name="connsiteX38-56527" fmla="*/ 1488 w 2254"/>
                    <a:gd name="connsiteY38-56528" fmla="*/ 562 h 4213"/>
                    <a:gd name="connsiteX39-56529" fmla="*/ 1523 w 2254"/>
                    <a:gd name="connsiteY39-56530" fmla="*/ 586 h 4213"/>
                    <a:gd name="connsiteX40-56531" fmla="*/ 1615 w 2254"/>
                    <a:gd name="connsiteY40-56532" fmla="*/ 578 h 4213"/>
                    <a:gd name="connsiteX41-56533" fmla="*/ 1875 w 2254"/>
                    <a:gd name="connsiteY41-56534" fmla="*/ 490 h 4213"/>
                    <a:gd name="connsiteX42-56535" fmla="*/ 2095 w 2254"/>
                    <a:gd name="connsiteY42-56536" fmla="*/ 479 h 4213"/>
                    <a:gd name="connsiteX43-56537" fmla="*/ 2155 w 2254"/>
                    <a:gd name="connsiteY43-56538" fmla="*/ 648 h 4213"/>
                    <a:gd name="connsiteX44-56539" fmla="*/ 2073 w 2254"/>
                    <a:gd name="connsiteY44-56540" fmla="*/ 944 h 4213"/>
                    <a:gd name="connsiteX45-56541" fmla="*/ 2073 w 2254"/>
                    <a:gd name="connsiteY45-56542" fmla="*/ 1022 h 4213"/>
                    <a:gd name="connsiteX46-56543" fmla="*/ 2142 w 2254"/>
                    <a:gd name="connsiteY46-56544" fmla="*/ 1168 h 4213"/>
                    <a:gd name="connsiteX47-56545" fmla="*/ 2157 w 2254"/>
                    <a:gd name="connsiteY47-56546" fmla="*/ 1427 h 4213"/>
                    <a:gd name="connsiteX48-56547" fmla="*/ 2159 w 2254"/>
                    <a:gd name="connsiteY48-56548" fmla="*/ 1617 h 4213"/>
                    <a:gd name="connsiteX49-56549" fmla="*/ 2092 w 2254"/>
                    <a:gd name="connsiteY49-56550" fmla="*/ 1625 h 4213"/>
                    <a:gd name="connsiteX50-56551" fmla="*/ 2070 w 2254"/>
                    <a:gd name="connsiteY50-56552" fmla="*/ 1507 h 4213"/>
                    <a:gd name="connsiteX51-56553" fmla="*/ 2035 w 2254"/>
                    <a:gd name="connsiteY51-56554" fmla="*/ 1450 h 4213"/>
                    <a:gd name="connsiteX52-56555" fmla="*/ 1945 w 2254"/>
                    <a:gd name="connsiteY52-56556" fmla="*/ 1582 h 4213"/>
                    <a:gd name="connsiteX53-56557" fmla="*/ 1832 w 2254"/>
                    <a:gd name="connsiteY53-56558" fmla="*/ 1776 h 4213"/>
                    <a:gd name="connsiteX54-56559" fmla="*/ 1713 w 2254"/>
                    <a:gd name="connsiteY54-56560" fmla="*/ 1904 h 4213"/>
                    <a:gd name="connsiteX55-56561" fmla="*/ 1706 w 2254"/>
                    <a:gd name="connsiteY55-56562" fmla="*/ 2018 h 4213"/>
                    <a:gd name="connsiteX56-56563" fmla="*/ 1766 w 2254"/>
                    <a:gd name="connsiteY56-56564" fmla="*/ 2115 h 4213"/>
                    <a:gd name="connsiteX57-56565" fmla="*/ 1868 w 2254"/>
                    <a:gd name="connsiteY57-56566" fmla="*/ 2183 h 4213"/>
                    <a:gd name="connsiteX58-56567" fmla="*/ 1945 w 2254"/>
                    <a:gd name="connsiteY58-56568" fmla="*/ 2178 h 4213"/>
                    <a:gd name="connsiteX59-56569" fmla="*/ 1990 w 2254"/>
                    <a:gd name="connsiteY59-56570" fmla="*/ 2104 h 4213"/>
                    <a:gd name="connsiteX60-56571" fmla="*/ 2024 w 2254"/>
                    <a:gd name="connsiteY60-56572" fmla="*/ 2210 h 4213"/>
                    <a:gd name="connsiteX61-56573" fmla="*/ 1912 w 2254"/>
                    <a:gd name="connsiteY61-56574" fmla="*/ 2249 h 4213"/>
                    <a:gd name="connsiteX62-56575" fmla="*/ 1959 w 2254"/>
                    <a:gd name="connsiteY62-56576" fmla="*/ 2362 h 4213"/>
                    <a:gd name="connsiteX63-56577" fmla="*/ 1824 w 2254"/>
                    <a:gd name="connsiteY63-56578" fmla="*/ 2509 h 4213"/>
                    <a:gd name="connsiteX64-56579" fmla="*/ 1783 w 2254"/>
                    <a:gd name="connsiteY64-56580" fmla="*/ 2498 h 4213"/>
                    <a:gd name="connsiteX65-56581" fmla="*/ 1659 w 2254"/>
                    <a:gd name="connsiteY65-56582" fmla="*/ 2413 h 4213"/>
                    <a:gd name="connsiteX66-56583" fmla="*/ 1604 w 2254"/>
                    <a:gd name="connsiteY66-56584" fmla="*/ 2412 h 4213"/>
                    <a:gd name="connsiteX67-56585" fmla="*/ 1569 w 2254"/>
                    <a:gd name="connsiteY67-56586" fmla="*/ 2480 h 4213"/>
                    <a:gd name="connsiteX68-56587" fmla="*/ 1572 w 2254"/>
                    <a:gd name="connsiteY68-56588" fmla="*/ 2562 h 4213"/>
                    <a:gd name="connsiteX69-56589" fmla="*/ 1750 w 2254"/>
                    <a:gd name="connsiteY69-56590" fmla="*/ 2730 h 4213"/>
                    <a:gd name="connsiteX70-56591" fmla="*/ 1749 w 2254"/>
                    <a:gd name="connsiteY70-56592" fmla="*/ 2844 h 4213"/>
                    <a:gd name="connsiteX71-56593" fmla="*/ 1840 w 2254"/>
                    <a:gd name="connsiteY71-56594" fmla="*/ 3060 h 4213"/>
                    <a:gd name="connsiteX72-56595" fmla="*/ 1866 w 2254"/>
                    <a:gd name="connsiteY72-56596" fmla="*/ 3090 h 4213"/>
                    <a:gd name="connsiteX73-56597" fmla="*/ 1910 w 2254"/>
                    <a:gd name="connsiteY73-56598" fmla="*/ 3094 h 4213"/>
                    <a:gd name="connsiteX74-56599" fmla="*/ 1956 w 2254"/>
                    <a:gd name="connsiteY74-56600" fmla="*/ 3010 h 4213"/>
                    <a:gd name="connsiteX75-56601" fmla="*/ 2036 w 2254"/>
                    <a:gd name="connsiteY75-56602" fmla="*/ 2950 h 4213"/>
                    <a:gd name="connsiteX76-56603" fmla="*/ 2131 w 2254"/>
                    <a:gd name="connsiteY76-56604" fmla="*/ 3126 h 4213"/>
                    <a:gd name="connsiteX77-56605" fmla="*/ 2241 w 2254"/>
                    <a:gd name="connsiteY77-56606" fmla="*/ 3312 h 4213"/>
                    <a:gd name="connsiteX78-56607" fmla="*/ 2254 w 2254"/>
                    <a:gd name="connsiteY78-56608" fmla="*/ 3342 h 4213"/>
                    <a:gd name="connsiteX79-56609" fmla="*/ 2243 w 2254"/>
                    <a:gd name="connsiteY79-56610" fmla="*/ 3518 h 4213"/>
                    <a:gd name="connsiteX80-56611" fmla="*/ 2208 w 2254"/>
                    <a:gd name="connsiteY80-56612" fmla="*/ 3554 h 4213"/>
                    <a:gd name="connsiteX81-56613" fmla="*/ 2119 w 2254"/>
                    <a:gd name="connsiteY81-56614" fmla="*/ 3515 h 4213"/>
                    <a:gd name="connsiteX82-56615" fmla="*/ 1885 w 2254"/>
                    <a:gd name="connsiteY82-56616" fmla="*/ 3644 h 4213"/>
                    <a:gd name="connsiteX83-56617" fmla="*/ 1859 w 2254"/>
                    <a:gd name="connsiteY83-56618" fmla="*/ 3666 h 4213"/>
                    <a:gd name="connsiteX84-56619" fmla="*/ 1679 w 2254"/>
                    <a:gd name="connsiteY84-56620" fmla="*/ 3812 h 4213"/>
                    <a:gd name="connsiteX85-56621" fmla="*/ 1538 w 2254"/>
                    <a:gd name="connsiteY85-56622" fmla="*/ 3926 h 4213"/>
                    <a:gd name="connsiteX86-56623" fmla="*/ 1503 w 2254"/>
                    <a:gd name="connsiteY86-56624" fmla="*/ 3965 h 4213"/>
                    <a:gd name="connsiteX87-56625" fmla="*/ 1451 w 2254"/>
                    <a:gd name="connsiteY87-56626" fmla="*/ 3973 h 4213"/>
                    <a:gd name="connsiteX88-56627" fmla="*/ 1394 w 2254"/>
                    <a:gd name="connsiteY88-56628" fmla="*/ 3916 h 4213"/>
                    <a:gd name="connsiteX89-56629" fmla="*/ 1270 w 2254"/>
                    <a:gd name="connsiteY89-56630" fmla="*/ 3808 h 4213"/>
                    <a:gd name="connsiteX90-56631" fmla="*/ 1294 w 2254"/>
                    <a:gd name="connsiteY90-56632" fmla="*/ 4064 h 4213"/>
                    <a:gd name="connsiteX91-56633" fmla="*/ 1303 w 2254"/>
                    <a:gd name="connsiteY91-56634" fmla="*/ 4192 h 4213"/>
                    <a:gd name="connsiteX92-56635" fmla="*/ 1041 w 2254"/>
                    <a:gd name="connsiteY92-56636" fmla="*/ 4166 h 4213"/>
                    <a:gd name="connsiteX93-56637" fmla="*/ 959 w 2254"/>
                    <a:gd name="connsiteY93-56638" fmla="*/ 3987 h 4213"/>
                    <a:gd name="connsiteX94-56639" fmla="*/ 877 w 2254"/>
                    <a:gd name="connsiteY94-56640" fmla="*/ 3802 h 4213"/>
                    <a:gd name="connsiteX95-56641" fmla="*/ 798 w 2254"/>
                    <a:gd name="connsiteY95-56642" fmla="*/ 3734 h 4213"/>
                    <a:gd name="connsiteX96-56643" fmla="*/ 679 w 2254"/>
                    <a:gd name="connsiteY96-56644" fmla="*/ 3800 h 4213"/>
                    <a:gd name="connsiteX97-56645" fmla="*/ 695 w 2254"/>
                    <a:gd name="connsiteY97-56646" fmla="*/ 3662 h 4213"/>
                    <a:gd name="connsiteX98-56647" fmla="*/ 633 w 2254"/>
                    <a:gd name="connsiteY98-56648" fmla="*/ 3500 h 4213"/>
                    <a:gd name="connsiteX99-56649" fmla="*/ 742 w 2254"/>
                    <a:gd name="connsiteY99-56650" fmla="*/ 3280 h 4213"/>
                    <a:gd name="connsiteX100-56651" fmla="*/ 932 w 2254"/>
                    <a:gd name="connsiteY100-56652" fmla="*/ 3195 h 4213"/>
                    <a:gd name="connsiteX101-56653" fmla="*/ 1107 w 2254"/>
                    <a:gd name="connsiteY101-56654" fmla="*/ 3058 h 4213"/>
                    <a:gd name="connsiteX102-56655" fmla="*/ 1107 w 2254"/>
                    <a:gd name="connsiteY102-56656" fmla="*/ 2878 h 4213"/>
                    <a:gd name="connsiteX103-56657" fmla="*/ 1215 w 2254"/>
                    <a:gd name="connsiteY103-56658" fmla="*/ 2615 h 4213"/>
                    <a:gd name="connsiteX0-56659" fmla="*/ 1215 w 2254"/>
                    <a:gd name="connsiteY0-56660" fmla="*/ 2615 h 4213"/>
                    <a:gd name="connsiteX1-56661" fmla="*/ 1184 w 2254"/>
                    <a:gd name="connsiteY1-56662" fmla="*/ 2346 h 4213"/>
                    <a:gd name="connsiteX2-56663" fmla="*/ 1068 w 2254"/>
                    <a:gd name="connsiteY2-56664" fmla="*/ 2333 h 4213"/>
                    <a:gd name="connsiteX3-56665" fmla="*/ 1066 w 2254"/>
                    <a:gd name="connsiteY3-56666" fmla="*/ 2117 h 4213"/>
                    <a:gd name="connsiteX4-56667" fmla="*/ 990 w 2254"/>
                    <a:gd name="connsiteY4-56668" fmla="*/ 2039 h 4213"/>
                    <a:gd name="connsiteX5-56669" fmla="*/ 847 w 2254"/>
                    <a:gd name="connsiteY5-56670" fmla="*/ 1951 h 4213"/>
                    <a:gd name="connsiteX6-56671" fmla="*/ 755 w 2254"/>
                    <a:gd name="connsiteY6-56672" fmla="*/ 1827 h 4213"/>
                    <a:gd name="connsiteX7-56673" fmla="*/ 659 w 2254"/>
                    <a:gd name="connsiteY7-56674" fmla="*/ 1828 h 4213"/>
                    <a:gd name="connsiteX8-56675" fmla="*/ 614 w 2254"/>
                    <a:gd name="connsiteY8-56676" fmla="*/ 1883 h 4213"/>
                    <a:gd name="connsiteX9-56677" fmla="*/ 521 w 2254"/>
                    <a:gd name="connsiteY9-56678" fmla="*/ 1877 h 4213"/>
                    <a:gd name="connsiteX10-56679" fmla="*/ 501 w 2254"/>
                    <a:gd name="connsiteY10-56680" fmla="*/ 1994 h 4213"/>
                    <a:gd name="connsiteX11-56681" fmla="*/ 320 w 2254"/>
                    <a:gd name="connsiteY11-56682" fmla="*/ 1941 h 4213"/>
                    <a:gd name="connsiteX12-56683" fmla="*/ 237 w 2254"/>
                    <a:gd name="connsiteY12-56684" fmla="*/ 1939 h 4213"/>
                    <a:gd name="connsiteX13-56685" fmla="*/ 112 w 2254"/>
                    <a:gd name="connsiteY13-56686" fmla="*/ 2014 h 4213"/>
                    <a:gd name="connsiteX14-56687" fmla="*/ 0 w 2254"/>
                    <a:gd name="connsiteY14-56688" fmla="*/ 1890 h 4213"/>
                    <a:gd name="connsiteX15-56689" fmla="*/ 94 w 2254"/>
                    <a:gd name="connsiteY15-56690" fmla="*/ 1804 h 4213"/>
                    <a:gd name="connsiteX16-56691" fmla="*/ 98 w 2254"/>
                    <a:gd name="connsiteY16-56692" fmla="*/ 1634 h 4213"/>
                    <a:gd name="connsiteX17-56693" fmla="*/ 153 w 2254"/>
                    <a:gd name="connsiteY17-56694" fmla="*/ 1514 h 4213"/>
                    <a:gd name="connsiteX18-56695" fmla="*/ 196 w 2254"/>
                    <a:gd name="connsiteY18-56696" fmla="*/ 1306 h 4213"/>
                    <a:gd name="connsiteX19-56697" fmla="*/ 256 w 2254"/>
                    <a:gd name="connsiteY19-56698" fmla="*/ 1307 h 4213"/>
                    <a:gd name="connsiteX20-56699" fmla="*/ 579 w 2254"/>
                    <a:gd name="connsiteY20-56700" fmla="*/ 1286 h 4213"/>
                    <a:gd name="connsiteX21-56701" fmla="*/ 753 w 2254"/>
                    <a:gd name="connsiteY21-56702" fmla="*/ 1117 h 4213"/>
                    <a:gd name="connsiteX22-56703" fmla="*/ 822 w 2254"/>
                    <a:gd name="connsiteY22-56704" fmla="*/ 748 h 4213"/>
                    <a:gd name="connsiteX23-56705" fmla="*/ 932 w 2254"/>
                    <a:gd name="connsiteY23-56706" fmla="*/ 486 h 4213"/>
                    <a:gd name="connsiteX24-56707" fmla="*/ 930 w 2254"/>
                    <a:gd name="connsiteY24-56708" fmla="*/ 358 h 4213"/>
                    <a:gd name="connsiteX25-56709" fmla="*/ 917 w 2254"/>
                    <a:gd name="connsiteY25-56710" fmla="*/ 328 h 4213"/>
                    <a:gd name="connsiteX26-56711" fmla="*/ 850 w 2254"/>
                    <a:gd name="connsiteY26-56712" fmla="*/ 251 h 4213"/>
                    <a:gd name="connsiteX27-56713" fmla="*/ 790 w 2254"/>
                    <a:gd name="connsiteY27-56714" fmla="*/ 217 h 4213"/>
                    <a:gd name="connsiteX28-56715" fmla="*/ 915 w 2254"/>
                    <a:gd name="connsiteY28-56716" fmla="*/ 56 h 4213"/>
                    <a:gd name="connsiteX29-56717" fmla="*/ 1088 w 2254"/>
                    <a:gd name="connsiteY29-56718" fmla="*/ 2 h 4213"/>
                    <a:gd name="connsiteX30-56719" fmla="*/ 1120 w 2254"/>
                    <a:gd name="connsiteY30-56720" fmla="*/ 49 h 4213"/>
                    <a:gd name="connsiteX31-56721" fmla="*/ 1110 w 2254"/>
                    <a:gd name="connsiteY31-56722" fmla="*/ 133 h 4213"/>
                    <a:gd name="connsiteX32-56723" fmla="*/ 1049 w 2254"/>
                    <a:gd name="connsiteY32-56724" fmla="*/ 243 h 4213"/>
                    <a:gd name="connsiteX33-56725" fmla="*/ 1119 w 2254"/>
                    <a:gd name="connsiteY33-56726" fmla="*/ 301 h 4213"/>
                    <a:gd name="connsiteX34-56727" fmla="*/ 1233 w 2254"/>
                    <a:gd name="connsiteY34-56728" fmla="*/ 366 h 4213"/>
                    <a:gd name="connsiteX35-56729" fmla="*/ 1253 w 2254"/>
                    <a:gd name="connsiteY35-56730" fmla="*/ 255 h 4213"/>
                    <a:gd name="connsiteX36-56731" fmla="*/ 1387 w 2254"/>
                    <a:gd name="connsiteY36-56732" fmla="*/ 291 h 4213"/>
                    <a:gd name="connsiteX37-56733" fmla="*/ 1412 w 2254"/>
                    <a:gd name="connsiteY37-56734" fmla="*/ 331 h 4213"/>
                    <a:gd name="connsiteX38-56735" fmla="*/ 1488 w 2254"/>
                    <a:gd name="connsiteY38-56736" fmla="*/ 562 h 4213"/>
                    <a:gd name="connsiteX39-56737" fmla="*/ 1523 w 2254"/>
                    <a:gd name="connsiteY39-56738" fmla="*/ 586 h 4213"/>
                    <a:gd name="connsiteX40-56739" fmla="*/ 1615 w 2254"/>
                    <a:gd name="connsiteY40-56740" fmla="*/ 578 h 4213"/>
                    <a:gd name="connsiteX41-56741" fmla="*/ 1875 w 2254"/>
                    <a:gd name="connsiteY41-56742" fmla="*/ 490 h 4213"/>
                    <a:gd name="connsiteX42-56743" fmla="*/ 2095 w 2254"/>
                    <a:gd name="connsiteY42-56744" fmla="*/ 479 h 4213"/>
                    <a:gd name="connsiteX43-56745" fmla="*/ 2155 w 2254"/>
                    <a:gd name="connsiteY43-56746" fmla="*/ 648 h 4213"/>
                    <a:gd name="connsiteX44-56747" fmla="*/ 2073 w 2254"/>
                    <a:gd name="connsiteY44-56748" fmla="*/ 944 h 4213"/>
                    <a:gd name="connsiteX45-56749" fmla="*/ 2073 w 2254"/>
                    <a:gd name="connsiteY45-56750" fmla="*/ 1022 h 4213"/>
                    <a:gd name="connsiteX46-56751" fmla="*/ 2142 w 2254"/>
                    <a:gd name="connsiteY46-56752" fmla="*/ 1168 h 4213"/>
                    <a:gd name="connsiteX47-56753" fmla="*/ 2157 w 2254"/>
                    <a:gd name="connsiteY47-56754" fmla="*/ 1427 h 4213"/>
                    <a:gd name="connsiteX48-56755" fmla="*/ 2159 w 2254"/>
                    <a:gd name="connsiteY48-56756" fmla="*/ 1617 h 4213"/>
                    <a:gd name="connsiteX49-56757" fmla="*/ 2092 w 2254"/>
                    <a:gd name="connsiteY49-56758" fmla="*/ 1625 h 4213"/>
                    <a:gd name="connsiteX50-56759" fmla="*/ 2070 w 2254"/>
                    <a:gd name="connsiteY50-56760" fmla="*/ 1507 h 4213"/>
                    <a:gd name="connsiteX51-56761" fmla="*/ 2035 w 2254"/>
                    <a:gd name="connsiteY51-56762" fmla="*/ 1450 h 4213"/>
                    <a:gd name="connsiteX52-56763" fmla="*/ 1945 w 2254"/>
                    <a:gd name="connsiteY52-56764" fmla="*/ 1582 h 4213"/>
                    <a:gd name="connsiteX53-56765" fmla="*/ 1832 w 2254"/>
                    <a:gd name="connsiteY53-56766" fmla="*/ 1776 h 4213"/>
                    <a:gd name="connsiteX54-56767" fmla="*/ 1713 w 2254"/>
                    <a:gd name="connsiteY54-56768" fmla="*/ 1904 h 4213"/>
                    <a:gd name="connsiteX55-56769" fmla="*/ 1706 w 2254"/>
                    <a:gd name="connsiteY55-56770" fmla="*/ 2018 h 4213"/>
                    <a:gd name="connsiteX56-56771" fmla="*/ 1766 w 2254"/>
                    <a:gd name="connsiteY56-56772" fmla="*/ 2115 h 4213"/>
                    <a:gd name="connsiteX57-56773" fmla="*/ 1868 w 2254"/>
                    <a:gd name="connsiteY57-56774" fmla="*/ 2183 h 4213"/>
                    <a:gd name="connsiteX58-56775" fmla="*/ 1945 w 2254"/>
                    <a:gd name="connsiteY58-56776" fmla="*/ 2178 h 4213"/>
                    <a:gd name="connsiteX59-56777" fmla="*/ 1990 w 2254"/>
                    <a:gd name="connsiteY59-56778" fmla="*/ 2104 h 4213"/>
                    <a:gd name="connsiteX60-56779" fmla="*/ 2024 w 2254"/>
                    <a:gd name="connsiteY60-56780" fmla="*/ 2210 h 4213"/>
                    <a:gd name="connsiteX61-56781" fmla="*/ 1912 w 2254"/>
                    <a:gd name="connsiteY61-56782" fmla="*/ 2249 h 4213"/>
                    <a:gd name="connsiteX62-56783" fmla="*/ 1959 w 2254"/>
                    <a:gd name="connsiteY62-56784" fmla="*/ 2362 h 4213"/>
                    <a:gd name="connsiteX63-56785" fmla="*/ 1824 w 2254"/>
                    <a:gd name="connsiteY63-56786" fmla="*/ 2509 h 4213"/>
                    <a:gd name="connsiteX64-56787" fmla="*/ 1783 w 2254"/>
                    <a:gd name="connsiteY64-56788" fmla="*/ 2498 h 4213"/>
                    <a:gd name="connsiteX65-56789" fmla="*/ 1659 w 2254"/>
                    <a:gd name="connsiteY65-56790" fmla="*/ 2413 h 4213"/>
                    <a:gd name="connsiteX66-56791" fmla="*/ 1604 w 2254"/>
                    <a:gd name="connsiteY66-56792" fmla="*/ 2412 h 4213"/>
                    <a:gd name="connsiteX67-56793" fmla="*/ 1569 w 2254"/>
                    <a:gd name="connsiteY67-56794" fmla="*/ 2480 h 4213"/>
                    <a:gd name="connsiteX68-56795" fmla="*/ 1572 w 2254"/>
                    <a:gd name="connsiteY68-56796" fmla="*/ 2562 h 4213"/>
                    <a:gd name="connsiteX69-56797" fmla="*/ 1750 w 2254"/>
                    <a:gd name="connsiteY69-56798" fmla="*/ 2730 h 4213"/>
                    <a:gd name="connsiteX70-56799" fmla="*/ 1749 w 2254"/>
                    <a:gd name="connsiteY70-56800" fmla="*/ 2844 h 4213"/>
                    <a:gd name="connsiteX71-56801" fmla="*/ 1840 w 2254"/>
                    <a:gd name="connsiteY71-56802" fmla="*/ 3060 h 4213"/>
                    <a:gd name="connsiteX72-56803" fmla="*/ 1866 w 2254"/>
                    <a:gd name="connsiteY72-56804" fmla="*/ 3090 h 4213"/>
                    <a:gd name="connsiteX73-56805" fmla="*/ 1910 w 2254"/>
                    <a:gd name="connsiteY73-56806" fmla="*/ 3094 h 4213"/>
                    <a:gd name="connsiteX74-56807" fmla="*/ 1956 w 2254"/>
                    <a:gd name="connsiteY74-56808" fmla="*/ 3010 h 4213"/>
                    <a:gd name="connsiteX75-56809" fmla="*/ 2036 w 2254"/>
                    <a:gd name="connsiteY75-56810" fmla="*/ 2950 h 4213"/>
                    <a:gd name="connsiteX76-56811" fmla="*/ 2131 w 2254"/>
                    <a:gd name="connsiteY76-56812" fmla="*/ 3126 h 4213"/>
                    <a:gd name="connsiteX77-56813" fmla="*/ 2241 w 2254"/>
                    <a:gd name="connsiteY77-56814" fmla="*/ 3312 h 4213"/>
                    <a:gd name="connsiteX78-56815" fmla="*/ 2254 w 2254"/>
                    <a:gd name="connsiteY78-56816" fmla="*/ 3342 h 4213"/>
                    <a:gd name="connsiteX79-56817" fmla="*/ 2243 w 2254"/>
                    <a:gd name="connsiteY79-56818" fmla="*/ 3518 h 4213"/>
                    <a:gd name="connsiteX80-56819" fmla="*/ 2208 w 2254"/>
                    <a:gd name="connsiteY80-56820" fmla="*/ 3554 h 4213"/>
                    <a:gd name="connsiteX81-56821" fmla="*/ 2119 w 2254"/>
                    <a:gd name="connsiteY81-56822" fmla="*/ 3515 h 4213"/>
                    <a:gd name="connsiteX82-56823" fmla="*/ 1885 w 2254"/>
                    <a:gd name="connsiteY82-56824" fmla="*/ 3644 h 4213"/>
                    <a:gd name="connsiteX83-56825" fmla="*/ 1859 w 2254"/>
                    <a:gd name="connsiteY83-56826" fmla="*/ 3666 h 4213"/>
                    <a:gd name="connsiteX84-56827" fmla="*/ 1679 w 2254"/>
                    <a:gd name="connsiteY84-56828" fmla="*/ 3812 h 4213"/>
                    <a:gd name="connsiteX85-56829" fmla="*/ 1538 w 2254"/>
                    <a:gd name="connsiteY85-56830" fmla="*/ 3926 h 4213"/>
                    <a:gd name="connsiteX86-56831" fmla="*/ 1503 w 2254"/>
                    <a:gd name="connsiteY86-56832" fmla="*/ 3965 h 4213"/>
                    <a:gd name="connsiteX87-56833" fmla="*/ 1451 w 2254"/>
                    <a:gd name="connsiteY87-56834" fmla="*/ 3973 h 4213"/>
                    <a:gd name="connsiteX88-56835" fmla="*/ 1394 w 2254"/>
                    <a:gd name="connsiteY88-56836" fmla="*/ 3916 h 4213"/>
                    <a:gd name="connsiteX89-56837" fmla="*/ 1270 w 2254"/>
                    <a:gd name="connsiteY89-56838" fmla="*/ 3808 h 4213"/>
                    <a:gd name="connsiteX90-56839" fmla="*/ 1294 w 2254"/>
                    <a:gd name="connsiteY90-56840" fmla="*/ 4064 h 4213"/>
                    <a:gd name="connsiteX91-56841" fmla="*/ 1303 w 2254"/>
                    <a:gd name="connsiteY91-56842" fmla="*/ 4192 h 4213"/>
                    <a:gd name="connsiteX92-56843" fmla="*/ 1041 w 2254"/>
                    <a:gd name="connsiteY92-56844" fmla="*/ 4166 h 4213"/>
                    <a:gd name="connsiteX93-56845" fmla="*/ 959 w 2254"/>
                    <a:gd name="connsiteY93-56846" fmla="*/ 3987 h 4213"/>
                    <a:gd name="connsiteX94-56847" fmla="*/ 877 w 2254"/>
                    <a:gd name="connsiteY94-56848" fmla="*/ 3802 h 4213"/>
                    <a:gd name="connsiteX95-56849" fmla="*/ 798 w 2254"/>
                    <a:gd name="connsiteY95-56850" fmla="*/ 3734 h 4213"/>
                    <a:gd name="connsiteX96-56851" fmla="*/ 679 w 2254"/>
                    <a:gd name="connsiteY96-56852" fmla="*/ 3800 h 4213"/>
                    <a:gd name="connsiteX97-56853" fmla="*/ 695 w 2254"/>
                    <a:gd name="connsiteY97-56854" fmla="*/ 3662 h 4213"/>
                    <a:gd name="connsiteX98-56855" fmla="*/ 633 w 2254"/>
                    <a:gd name="connsiteY98-56856" fmla="*/ 3500 h 4213"/>
                    <a:gd name="connsiteX99-56857" fmla="*/ 742 w 2254"/>
                    <a:gd name="connsiteY99-56858" fmla="*/ 3280 h 4213"/>
                    <a:gd name="connsiteX100-56859" fmla="*/ 932 w 2254"/>
                    <a:gd name="connsiteY100-56860" fmla="*/ 3195 h 4213"/>
                    <a:gd name="connsiteX101-56861" fmla="*/ 1107 w 2254"/>
                    <a:gd name="connsiteY101-56862" fmla="*/ 3058 h 4213"/>
                    <a:gd name="connsiteX102-56863" fmla="*/ 1107 w 2254"/>
                    <a:gd name="connsiteY102-56864" fmla="*/ 2878 h 4213"/>
                    <a:gd name="connsiteX103-56865" fmla="*/ 1215 w 2254"/>
                    <a:gd name="connsiteY103-56866" fmla="*/ 2615 h 4213"/>
                    <a:gd name="connsiteX0-56867" fmla="*/ 1215 w 2254"/>
                    <a:gd name="connsiteY0-56868" fmla="*/ 2615 h 4213"/>
                    <a:gd name="connsiteX1-56869" fmla="*/ 1184 w 2254"/>
                    <a:gd name="connsiteY1-56870" fmla="*/ 2346 h 4213"/>
                    <a:gd name="connsiteX2-56871" fmla="*/ 1068 w 2254"/>
                    <a:gd name="connsiteY2-56872" fmla="*/ 2333 h 4213"/>
                    <a:gd name="connsiteX3-56873" fmla="*/ 1066 w 2254"/>
                    <a:gd name="connsiteY3-56874" fmla="*/ 2117 h 4213"/>
                    <a:gd name="connsiteX4-56875" fmla="*/ 990 w 2254"/>
                    <a:gd name="connsiteY4-56876" fmla="*/ 2039 h 4213"/>
                    <a:gd name="connsiteX5-56877" fmla="*/ 847 w 2254"/>
                    <a:gd name="connsiteY5-56878" fmla="*/ 1951 h 4213"/>
                    <a:gd name="connsiteX6-56879" fmla="*/ 755 w 2254"/>
                    <a:gd name="connsiteY6-56880" fmla="*/ 1827 h 4213"/>
                    <a:gd name="connsiteX7-56881" fmla="*/ 659 w 2254"/>
                    <a:gd name="connsiteY7-56882" fmla="*/ 1828 h 4213"/>
                    <a:gd name="connsiteX8-56883" fmla="*/ 614 w 2254"/>
                    <a:gd name="connsiteY8-56884" fmla="*/ 1883 h 4213"/>
                    <a:gd name="connsiteX9-56885" fmla="*/ 521 w 2254"/>
                    <a:gd name="connsiteY9-56886" fmla="*/ 1877 h 4213"/>
                    <a:gd name="connsiteX10-56887" fmla="*/ 501 w 2254"/>
                    <a:gd name="connsiteY10-56888" fmla="*/ 1994 h 4213"/>
                    <a:gd name="connsiteX11-56889" fmla="*/ 320 w 2254"/>
                    <a:gd name="connsiteY11-56890" fmla="*/ 1941 h 4213"/>
                    <a:gd name="connsiteX12-56891" fmla="*/ 237 w 2254"/>
                    <a:gd name="connsiteY12-56892" fmla="*/ 1939 h 4213"/>
                    <a:gd name="connsiteX13-56893" fmla="*/ 112 w 2254"/>
                    <a:gd name="connsiteY13-56894" fmla="*/ 2014 h 4213"/>
                    <a:gd name="connsiteX14-56895" fmla="*/ 0 w 2254"/>
                    <a:gd name="connsiteY14-56896" fmla="*/ 1890 h 4213"/>
                    <a:gd name="connsiteX15-56897" fmla="*/ 94 w 2254"/>
                    <a:gd name="connsiteY15-56898" fmla="*/ 1804 h 4213"/>
                    <a:gd name="connsiteX16-56899" fmla="*/ 98 w 2254"/>
                    <a:gd name="connsiteY16-56900" fmla="*/ 1634 h 4213"/>
                    <a:gd name="connsiteX17-56901" fmla="*/ 153 w 2254"/>
                    <a:gd name="connsiteY17-56902" fmla="*/ 1514 h 4213"/>
                    <a:gd name="connsiteX18-56903" fmla="*/ 196 w 2254"/>
                    <a:gd name="connsiteY18-56904" fmla="*/ 1306 h 4213"/>
                    <a:gd name="connsiteX19-56905" fmla="*/ 256 w 2254"/>
                    <a:gd name="connsiteY19-56906" fmla="*/ 1307 h 4213"/>
                    <a:gd name="connsiteX20-56907" fmla="*/ 579 w 2254"/>
                    <a:gd name="connsiteY20-56908" fmla="*/ 1286 h 4213"/>
                    <a:gd name="connsiteX21-56909" fmla="*/ 753 w 2254"/>
                    <a:gd name="connsiteY21-56910" fmla="*/ 1117 h 4213"/>
                    <a:gd name="connsiteX22-56911" fmla="*/ 822 w 2254"/>
                    <a:gd name="connsiteY22-56912" fmla="*/ 748 h 4213"/>
                    <a:gd name="connsiteX23-56913" fmla="*/ 932 w 2254"/>
                    <a:gd name="connsiteY23-56914" fmla="*/ 486 h 4213"/>
                    <a:gd name="connsiteX24-56915" fmla="*/ 930 w 2254"/>
                    <a:gd name="connsiteY24-56916" fmla="*/ 358 h 4213"/>
                    <a:gd name="connsiteX25-56917" fmla="*/ 917 w 2254"/>
                    <a:gd name="connsiteY25-56918" fmla="*/ 328 h 4213"/>
                    <a:gd name="connsiteX26-56919" fmla="*/ 850 w 2254"/>
                    <a:gd name="connsiteY26-56920" fmla="*/ 251 h 4213"/>
                    <a:gd name="connsiteX27-56921" fmla="*/ 790 w 2254"/>
                    <a:gd name="connsiteY27-56922" fmla="*/ 217 h 4213"/>
                    <a:gd name="connsiteX28-56923" fmla="*/ 915 w 2254"/>
                    <a:gd name="connsiteY28-56924" fmla="*/ 56 h 4213"/>
                    <a:gd name="connsiteX29-56925" fmla="*/ 1088 w 2254"/>
                    <a:gd name="connsiteY29-56926" fmla="*/ 2 h 4213"/>
                    <a:gd name="connsiteX30-56927" fmla="*/ 1120 w 2254"/>
                    <a:gd name="connsiteY30-56928" fmla="*/ 49 h 4213"/>
                    <a:gd name="connsiteX31-56929" fmla="*/ 1110 w 2254"/>
                    <a:gd name="connsiteY31-56930" fmla="*/ 133 h 4213"/>
                    <a:gd name="connsiteX32-56931" fmla="*/ 1049 w 2254"/>
                    <a:gd name="connsiteY32-56932" fmla="*/ 243 h 4213"/>
                    <a:gd name="connsiteX33-56933" fmla="*/ 1119 w 2254"/>
                    <a:gd name="connsiteY33-56934" fmla="*/ 301 h 4213"/>
                    <a:gd name="connsiteX34-56935" fmla="*/ 1233 w 2254"/>
                    <a:gd name="connsiteY34-56936" fmla="*/ 366 h 4213"/>
                    <a:gd name="connsiteX35-56937" fmla="*/ 1253 w 2254"/>
                    <a:gd name="connsiteY35-56938" fmla="*/ 255 h 4213"/>
                    <a:gd name="connsiteX36-56939" fmla="*/ 1387 w 2254"/>
                    <a:gd name="connsiteY36-56940" fmla="*/ 291 h 4213"/>
                    <a:gd name="connsiteX37-56941" fmla="*/ 1412 w 2254"/>
                    <a:gd name="connsiteY37-56942" fmla="*/ 331 h 4213"/>
                    <a:gd name="connsiteX38-56943" fmla="*/ 1488 w 2254"/>
                    <a:gd name="connsiteY38-56944" fmla="*/ 562 h 4213"/>
                    <a:gd name="connsiteX39-56945" fmla="*/ 1523 w 2254"/>
                    <a:gd name="connsiteY39-56946" fmla="*/ 586 h 4213"/>
                    <a:gd name="connsiteX40-56947" fmla="*/ 1615 w 2254"/>
                    <a:gd name="connsiteY40-56948" fmla="*/ 578 h 4213"/>
                    <a:gd name="connsiteX41-56949" fmla="*/ 1875 w 2254"/>
                    <a:gd name="connsiteY41-56950" fmla="*/ 490 h 4213"/>
                    <a:gd name="connsiteX42-56951" fmla="*/ 2095 w 2254"/>
                    <a:gd name="connsiteY42-56952" fmla="*/ 479 h 4213"/>
                    <a:gd name="connsiteX43-56953" fmla="*/ 2155 w 2254"/>
                    <a:gd name="connsiteY43-56954" fmla="*/ 648 h 4213"/>
                    <a:gd name="connsiteX44-56955" fmla="*/ 2073 w 2254"/>
                    <a:gd name="connsiteY44-56956" fmla="*/ 944 h 4213"/>
                    <a:gd name="connsiteX45-56957" fmla="*/ 2073 w 2254"/>
                    <a:gd name="connsiteY45-56958" fmla="*/ 1022 h 4213"/>
                    <a:gd name="connsiteX46-56959" fmla="*/ 2142 w 2254"/>
                    <a:gd name="connsiteY46-56960" fmla="*/ 1168 h 4213"/>
                    <a:gd name="connsiteX47-56961" fmla="*/ 2157 w 2254"/>
                    <a:gd name="connsiteY47-56962" fmla="*/ 1427 h 4213"/>
                    <a:gd name="connsiteX48-56963" fmla="*/ 2159 w 2254"/>
                    <a:gd name="connsiteY48-56964" fmla="*/ 1617 h 4213"/>
                    <a:gd name="connsiteX49-56965" fmla="*/ 2092 w 2254"/>
                    <a:gd name="connsiteY49-56966" fmla="*/ 1625 h 4213"/>
                    <a:gd name="connsiteX50-56967" fmla="*/ 2070 w 2254"/>
                    <a:gd name="connsiteY50-56968" fmla="*/ 1507 h 4213"/>
                    <a:gd name="connsiteX51-56969" fmla="*/ 2035 w 2254"/>
                    <a:gd name="connsiteY51-56970" fmla="*/ 1450 h 4213"/>
                    <a:gd name="connsiteX52-56971" fmla="*/ 1945 w 2254"/>
                    <a:gd name="connsiteY52-56972" fmla="*/ 1582 h 4213"/>
                    <a:gd name="connsiteX53-56973" fmla="*/ 1832 w 2254"/>
                    <a:gd name="connsiteY53-56974" fmla="*/ 1776 h 4213"/>
                    <a:gd name="connsiteX54-56975" fmla="*/ 1713 w 2254"/>
                    <a:gd name="connsiteY54-56976" fmla="*/ 1904 h 4213"/>
                    <a:gd name="connsiteX55-56977" fmla="*/ 1706 w 2254"/>
                    <a:gd name="connsiteY55-56978" fmla="*/ 2018 h 4213"/>
                    <a:gd name="connsiteX56-56979" fmla="*/ 1766 w 2254"/>
                    <a:gd name="connsiteY56-56980" fmla="*/ 2115 h 4213"/>
                    <a:gd name="connsiteX57-56981" fmla="*/ 1868 w 2254"/>
                    <a:gd name="connsiteY57-56982" fmla="*/ 2183 h 4213"/>
                    <a:gd name="connsiteX58-56983" fmla="*/ 1945 w 2254"/>
                    <a:gd name="connsiteY58-56984" fmla="*/ 2178 h 4213"/>
                    <a:gd name="connsiteX59-56985" fmla="*/ 1990 w 2254"/>
                    <a:gd name="connsiteY59-56986" fmla="*/ 2104 h 4213"/>
                    <a:gd name="connsiteX60-56987" fmla="*/ 2024 w 2254"/>
                    <a:gd name="connsiteY60-56988" fmla="*/ 2210 h 4213"/>
                    <a:gd name="connsiteX61-56989" fmla="*/ 1912 w 2254"/>
                    <a:gd name="connsiteY61-56990" fmla="*/ 2249 h 4213"/>
                    <a:gd name="connsiteX62-56991" fmla="*/ 1959 w 2254"/>
                    <a:gd name="connsiteY62-56992" fmla="*/ 2362 h 4213"/>
                    <a:gd name="connsiteX63-56993" fmla="*/ 1824 w 2254"/>
                    <a:gd name="connsiteY63-56994" fmla="*/ 2509 h 4213"/>
                    <a:gd name="connsiteX64-56995" fmla="*/ 1783 w 2254"/>
                    <a:gd name="connsiteY64-56996" fmla="*/ 2498 h 4213"/>
                    <a:gd name="connsiteX65-56997" fmla="*/ 1659 w 2254"/>
                    <a:gd name="connsiteY65-56998" fmla="*/ 2413 h 4213"/>
                    <a:gd name="connsiteX66-56999" fmla="*/ 1604 w 2254"/>
                    <a:gd name="connsiteY66-57000" fmla="*/ 2412 h 4213"/>
                    <a:gd name="connsiteX67-57001" fmla="*/ 1569 w 2254"/>
                    <a:gd name="connsiteY67-57002" fmla="*/ 2480 h 4213"/>
                    <a:gd name="connsiteX68-57003" fmla="*/ 1572 w 2254"/>
                    <a:gd name="connsiteY68-57004" fmla="*/ 2562 h 4213"/>
                    <a:gd name="connsiteX69-57005" fmla="*/ 1750 w 2254"/>
                    <a:gd name="connsiteY69-57006" fmla="*/ 2730 h 4213"/>
                    <a:gd name="connsiteX70-57007" fmla="*/ 1749 w 2254"/>
                    <a:gd name="connsiteY70-57008" fmla="*/ 2844 h 4213"/>
                    <a:gd name="connsiteX71-57009" fmla="*/ 1840 w 2254"/>
                    <a:gd name="connsiteY71-57010" fmla="*/ 3060 h 4213"/>
                    <a:gd name="connsiteX72-57011" fmla="*/ 1866 w 2254"/>
                    <a:gd name="connsiteY72-57012" fmla="*/ 3090 h 4213"/>
                    <a:gd name="connsiteX73-57013" fmla="*/ 1910 w 2254"/>
                    <a:gd name="connsiteY73-57014" fmla="*/ 3094 h 4213"/>
                    <a:gd name="connsiteX74-57015" fmla="*/ 1956 w 2254"/>
                    <a:gd name="connsiteY74-57016" fmla="*/ 3010 h 4213"/>
                    <a:gd name="connsiteX75-57017" fmla="*/ 2036 w 2254"/>
                    <a:gd name="connsiteY75-57018" fmla="*/ 2950 h 4213"/>
                    <a:gd name="connsiteX76-57019" fmla="*/ 2131 w 2254"/>
                    <a:gd name="connsiteY76-57020" fmla="*/ 3126 h 4213"/>
                    <a:gd name="connsiteX77-57021" fmla="*/ 2241 w 2254"/>
                    <a:gd name="connsiteY77-57022" fmla="*/ 3312 h 4213"/>
                    <a:gd name="connsiteX78-57023" fmla="*/ 2254 w 2254"/>
                    <a:gd name="connsiteY78-57024" fmla="*/ 3342 h 4213"/>
                    <a:gd name="connsiteX79-57025" fmla="*/ 2243 w 2254"/>
                    <a:gd name="connsiteY79-57026" fmla="*/ 3518 h 4213"/>
                    <a:gd name="connsiteX80-57027" fmla="*/ 2208 w 2254"/>
                    <a:gd name="connsiteY80-57028" fmla="*/ 3554 h 4213"/>
                    <a:gd name="connsiteX81-57029" fmla="*/ 2119 w 2254"/>
                    <a:gd name="connsiteY81-57030" fmla="*/ 3515 h 4213"/>
                    <a:gd name="connsiteX82-57031" fmla="*/ 1885 w 2254"/>
                    <a:gd name="connsiteY82-57032" fmla="*/ 3644 h 4213"/>
                    <a:gd name="connsiteX83-57033" fmla="*/ 1859 w 2254"/>
                    <a:gd name="connsiteY83-57034" fmla="*/ 3666 h 4213"/>
                    <a:gd name="connsiteX84-57035" fmla="*/ 1679 w 2254"/>
                    <a:gd name="connsiteY84-57036" fmla="*/ 3812 h 4213"/>
                    <a:gd name="connsiteX85-57037" fmla="*/ 1538 w 2254"/>
                    <a:gd name="connsiteY85-57038" fmla="*/ 3926 h 4213"/>
                    <a:gd name="connsiteX86-57039" fmla="*/ 1503 w 2254"/>
                    <a:gd name="connsiteY86-57040" fmla="*/ 3965 h 4213"/>
                    <a:gd name="connsiteX87-57041" fmla="*/ 1451 w 2254"/>
                    <a:gd name="connsiteY87-57042" fmla="*/ 3973 h 4213"/>
                    <a:gd name="connsiteX88-57043" fmla="*/ 1394 w 2254"/>
                    <a:gd name="connsiteY88-57044" fmla="*/ 3916 h 4213"/>
                    <a:gd name="connsiteX89-57045" fmla="*/ 1270 w 2254"/>
                    <a:gd name="connsiteY89-57046" fmla="*/ 3808 h 4213"/>
                    <a:gd name="connsiteX90-57047" fmla="*/ 1294 w 2254"/>
                    <a:gd name="connsiteY90-57048" fmla="*/ 4064 h 4213"/>
                    <a:gd name="connsiteX91-57049" fmla="*/ 1303 w 2254"/>
                    <a:gd name="connsiteY91-57050" fmla="*/ 4192 h 4213"/>
                    <a:gd name="connsiteX92-57051" fmla="*/ 1041 w 2254"/>
                    <a:gd name="connsiteY92-57052" fmla="*/ 4166 h 4213"/>
                    <a:gd name="connsiteX93-57053" fmla="*/ 959 w 2254"/>
                    <a:gd name="connsiteY93-57054" fmla="*/ 3987 h 4213"/>
                    <a:gd name="connsiteX94-57055" fmla="*/ 877 w 2254"/>
                    <a:gd name="connsiteY94-57056" fmla="*/ 3802 h 4213"/>
                    <a:gd name="connsiteX95-57057" fmla="*/ 798 w 2254"/>
                    <a:gd name="connsiteY95-57058" fmla="*/ 3734 h 4213"/>
                    <a:gd name="connsiteX96-57059" fmla="*/ 679 w 2254"/>
                    <a:gd name="connsiteY96-57060" fmla="*/ 3800 h 4213"/>
                    <a:gd name="connsiteX97-57061" fmla="*/ 695 w 2254"/>
                    <a:gd name="connsiteY97-57062" fmla="*/ 3662 h 4213"/>
                    <a:gd name="connsiteX98-57063" fmla="*/ 633 w 2254"/>
                    <a:gd name="connsiteY98-57064" fmla="*/ 3500 h 4213"/>
                    <a:gd name="connsiteX99-57065" fmla="*/ 742 w 2254"/>
                    <a:gd name="connsiteY99-57066" fmla="*/ 3280 h 4213"/>
                    <a:gd name="connsiteX100-57067" fmla="*/ 932 w 2254"/>
                    <a:gd name="connsiteY100-57068" fmla="*/ 3195 h 4213"/>
                    <a:gd name="connsiteX101-57069" fmla="*/ 1107 w 2254"/>
                    <a:gd name="connsiteY101-57070" fmla="*/ 3058 h 4213"/>
                    <a:gd name="connsiteX102-57071" fmla="*/ 1107 w 2254"/>
                    <a:gd name="connsiteY102-57072" fmla="*/ 2878 h 4213"/>
                    <a:gd name="connsiteX103-57073" fmla="*/ 1215 w 2254"/>
                    <a:gd name="connsiteY103-57074" fmla="*/ 2615 h 4213"/>
                    <a:gd name="connsiteX0-57075" fmla="*/ 1215 w 2254"/>
                    <a:gd name="connsiteY0-57076" fmla="*/ 2615 h 4213"/>
                    <a:gd name="connsiteX1-57077" fmla="*/ 1184 w 2254"/>
                    <a:gd name="connsiteY1-57078" fmla="*/ 2346 h 4213"/>
                    <a:gd name="connsiteX2-57079" fmla="*/ 1068 w 2254"/>
                    <a:gd name="connsiteY2-57080" fmla="*/ 2333 h 4213"/>
                    <a:gd name="connsiteX3-57081" fmla="*/ 1066 w 2254"/>
                    <a:gd name="connsiteY3-57082" fmla="*/ 2117 h 4213"/>
                    <a:gd name="connsiteX4-57083" fmla="*/ 990 w 2254"/>
                    <a:gd name="connsiteY4-57084" fmla="*/ 2039 h 4213"/>
                    <a:gd name="connsiteX5-57085" fmla="*/ 847 w 2254"/>
                    <a:gd name="connsiteY5-57086" fmla="*/ 1951 h 4213"/>
                    <a:gd name="connsiteX6-57087" fmla="*/ 755 w 2254"/>
                    <a:gd name="connsiteY6-57088" fmla="*/ 1827 h 4213"/>
                    <a:gd name="connsiteX7-57089" fmla="*/ 659 w 2254"/>
                    <a:gd name="connsiteY7-57090" fmla="*/ 1828 h 4213"/>
                    <a:gd name="connsiteX8-57091" fmla="*/ 614 w 2254"/>
                    <a:gd name="connsiteY8-57092" fmla="*/ 1883 h 4213"/>
                    <a:gd name="connsiteX9-57093" fmla="*/ 521 w 2254"/>
                    <a:gd name="connsiteY9-57094" fmla="*/ 1877 h 4213"/>
                    <a:gd name="connsiteX10-57095" fmla="*/ 501 w 2254"/>
                    <a:gd name="connsiteY10-57096" fmla="*/ 1994 h 4213"/>
                    <a:gd name="connsiteX11-57097" fmla="*/ 320 w 2254"/>
                    <a:gd name="connsiteY11-57098" fmla="*/ 1941 h 4213"/>
                    <a:gd name="connsiteX12-57099" fmla="*/ 237 w 2254"/>
                    <a:gd name="connsiteY12-57100" fmla="*/ 1939 h 4213"/>
                    <a:gd name="connsiteX13-57101" fmla="*/ 112 w 2254"/>
                    <a:gd name="connsiteY13-57102" fmla="*/ 2014 h 4213"/>
                    <a:gd name="connsiteX14-57103" fmla="*/ 0 w 2254"/>
                    <a:gd name="connsiteY14-57104" fmla="*/ 1890 h 4213"/>
                    <a:gd name="connsiteX15-57105" fmla="*/ 94 w 2254"/>
                    <a:gd name="connsiteY15-57106" fmla="*/ 1804 h 4213"/>
                    <a:gd name="connsiteX16-57107" fmla="*/ 98 w 2254"/>
                    <a:gd name="connsiteY16-57108" fmla="*/ 1634 h 4213"/>
                    <a:gd name="connsiteX17-57109" fmla="*/ 153 w 2254"/>
                    <a:gd name="connsiteY17-57110" fmla="*/ 1514 h 4213"/>
                    <a:gd name="connsiteX18-57111" fmla="*/ 196 w 2254"/>
                    <a:gd name="connsiteY18-57112" fmla="*/ 1306 h 4213"/>
                    <a:gd name="connsiteX19-57113" fmla="*/ 256 w 2254"/>
                    <a:gd name="connsiteY19-57114" fmla="*/ 1307 h 4213"/>
                    <a:gd name="connsiteX20-57115" fmla="*/ 579 w 2254"/>
                    <a:gd name="connsiteY20-57116" fmla="*/ 1286 h 4213"/>
                    <a:gd name="connsiteX21-57117" fmla="*/ 753 w 2254"/>
                    <a:gd name="connsiteY21-57118" fmla="*/ 1117 h 4213"/>
                    <a:gd name="connsiteX22-57119" fmla="*/ 822 w 2254"/>
                    <a:gd name="connsiteY22-57120" fmla="*/ 748 h 4213"/>
                    <a:gd name="connsiteX23-57121" fmla="*/ 932 w 2254"/>
                    <a:gd name="connsiteY23-57122" fmla="*/ 486 h 4213"/>
                    <a:gd name="connsiteX24-57123" fmla="*/ 930 w 2254"/>
                    <a:gd name="connsiteY24-57124" fmla="*/ 358 h 4213"/>
                    <a:gd name="connsiteX25-57125" fmla="*/ 917 w 2254"/>
                    <a:gd name="connsiteY25-57126" fmla="*/ 328 h 4213"/>
                    <a:gd name="connsiteX26-57127" fmla="*/ 850 w 2254"/>
                    <a:gd name="connsiteY26-57128" fmla="*/ 251 h 4213"/>
                    <a:gd name="connsiteX27-57129" fmla="*/ 790 w 2254"/>
                    <a:gd name="connsiteY27-57130" fmla="*/ 217 h 4213"/>
                    <a:gd name="connsiteX28-57131" fmla="*/ 915 w 2254"/>
                    <a:gd name="connsiteY28-57132" fmla="*/ 56 h 4213"/>
                    <a:gd name="connsiteX29-57133" fmla="*/ 1088 w 2254"/>
                    <a:gd name="connsiteY29-57134" fmla="*/ 2 h 4213"/>
                    <a:gd name="connsiteX30-57135" fmla="*/ 1120 w 2254"/>
                    <a:gd name="connsiteY30-57136" fmla="*/ 49 h 4213"/>
                    <a:gd name="connsiteX31-57137" fmla="*/ 1110 w 2254"/>
                    <a:gd name="connsiteY31-57138" fmla="*/ 133 h 4213"/>
                    <a:gd name="connsiteX32-57139" fmla="*/ 1049 w 2254"/>
                    <a:gd name="connsiteY32-57140" fmla="*/ 243 h 4213"/>
                    <a:gd name="connsiteX33-57141" fmla="*/ 1119 w 2254"/>
                    <a:gd name="connsiteY33-57142" fmla="*/ 301 h 4213"/>
                    <a:gd name="connsiteX34-57143" fmla="*/ 1233 w 2254"/>
                    <a:gd name="connsiteY34-57144" fmla="*/ 366 h 4213"/>
                    <a:gd name="connsiteX35-57145" fmla="*/ 1253 w 2254"/>
                    <a:gd name="connsiteY35-57146" fmla="*/ 255 h 4213"/>
                    <a:gd name="connsiteX36-57147" fmla="*/ 1387 w 2254"/>
                    <a:gd name="connsiteY36-57148" fmla="*/ 291 h 4213"/>
                    <a:gd name="connsiteX37-57149" fmla="*/ 1412 w 2254"/>
                    <a:gd name="connsiteY37-57150" fmla="*/ 331 h 4213"/>
                    <a:gd name="connsiteX38-57151" fmla="*/ 1488 w 2254"/>
                    <a:gd name="connsiteY38-57152" fmla="*/ 562 h 4213"/>
                    <a:gd name="connsiteX39-57153" fmla="*/ 1523 w 2254"/>
                    <a:gd name="connsiteY39-57154" fmla="*/ 586 h 4213"/>
                    <a:gd name="connsiteX40-57155" fmla="*/ 1615 w 2254"/>
                    <a:gd name="connsiteY40-57156" fmla="*/ 578 h 4213"/>
                    <a:gd name="connsiteX41-57157" fmla="*/ 1875 w 2254"/>
                    <a:gd name="connsiteY41-57158" fmla="*/ 490 h 4213"/>
                    <a:gd name="connsiteX42-57159" fmla="*/ 2095 w 2254"/>
                    <a:gd name="connsiteY42-57160" fmla="*/ 479 h 4213"/>
                    <a:gd name="connsiteX43-57161" fmla="*/ 2155 w 2254"/>
                    <a:gd name="connsiteY43-57162" fmla="*/ 648 h 4213"/>
                    <a:gd name="connsiteX44-57163" fmla="*/ 2073 w 2254"/>
                    <a:gd name="connsiteY44-57164" fmla="*/ 944 h 4213"/>
                    <a:gd name="connsiteX45-57165" fmla="*/ 2073 w 2254"/>
                    <a:gd name="connsiteY45-57166" fmla="*/ 1022 h 4213"/>
                    <a:gd name="connsiteX46-57167" fmla="*/ 2142 w 2254"/>
                    <a:gd name="connsiteY46-57168" fmla="*/ 1168 h 4213"/>
                    <a:gd name="connsiteX47-57169" fmla="*/ 2157 w 2254"/>
                    <a:gd name="connsiteY47-57170" fmla="*/ 1427 h 4213"/>
                    <a:gd name="connsiteX48-57171" fmla="*/ 2159 w 2254"/>
                    <a:gd name="connsiteY48-57172" fmla="*/ 1617 h 4213"/>
                    <a:gd name="connsiteX49-57173" fmla="*/ 2092 w 2254"/>
                    <a:gd name="connsiteY49-57174" fmla="*/ 1625 h 4213"/>
                    <a:gd name="connsiteX50-57175" fmla="*/ 2070 w 2254"/>
                    <a:gd name="connsiteY50-57176" fmla="*/ 1507 h 4213"/>
                    <a:gd name="connsiteX51-57177" fmla="*/ 2035 w 2254"/>
                    <a:gd name="connsiteY51-57178" fmla="*/ 1450 h 4213"/>
                    <a:gd name="connsiteX52-57179" fmla="*/ 1945 w 2254"/>
                    <a:gd name="connsiteY52-57180" fmla="*/ 1582 h 4213"/>
                    <a:gd name="connsiteX53-57181" fmla="*/ 1832 w 2254"/>
                    <a:gd name="connsiteY53-57182" fmla="*/ 1776 h 4213"/>
                    <a:gd name="connsiteX54-57183" fmla="*/ 1713 w 2254"/>
                    <a:gd name="connsiteY54-57184" fmla="*/ 1904 h 4213"/>
                    <a:gd name="connsiteX55-57185" fmla="*/ 1706 w 2254"/>
                    <a:gd name="connsiteY55-57186" fmla="*/ 2018 h 4213"/>
                    <a:gd name="connsiteX56-57187" fmla="*/ 1766 w 2254"/>
                    <a:gd name="connsiteY56-57188" fmla="*/ 2115 h 4213"/>
                    <a:gd name="connsiteX57-57189" fmla="*/ 1868 w 2254"/>
                    <a:gd name="connsiteY57-57190" fmla="*/ 2183 h 4213"/>
                    <a:gd name="connsiteX58-57191" fmla="*/ 1945 w 2254"/>
                    <a:gd name="connsiteY58-57192" fmla="*/ 2178 h 4213"/>
                    <a:gd name="connsiteX59-57193" fmla="*/ 1990 w 2254"/>
                    <a:gd name="connsiteY59-57194" fmla="*/ 2104 h 4213"/>
                    <a:gd name="connsiteX60-57195" fmla="*/ 2024 w 2254"/>
                    <a:gd name="connsiteY60-57196" fmla="*/ 2210 h 4213"/>
                    <a:gd name="connsiteX61-57197" fmla="*/ 1912 w 2254"/>
                    <a:gd name="connsiteY61-57198" fmla="*/ 2249 h 4213"/>
                    <a:gd name="connsiteX62-57199" fmla="*/ 1959 w 2254"/>
                    <a:gd name="connsiteY62-57200" fmla="*/ 2362 h 4213"/>
                    <a:gd name="connsiteX63-57201" fmla="*/ 1824 w 2254"/>
                    <a:gd name="connsiteY63-57202" fmla="*/ 2509 h 4213"/>
                    <a:gd name="connsiteX64-57203" fmla="*/ 1783 w 2254"/>
                    <a:gd name="connsiteY64-57204" fmla="*/ 2498 h 4213"/>
                    <a:gd name="connsiteX65-57205" fmla="*/ 1659 w 2254"/>
                    <a:gd name="connsiteY65-57206" fmla="*/ 2413 h 4213"/>
                    <a:gd name="connsiteX66-57207" fmla="*/ 1604 w 2254"/>
                    <a:gd name="connsiteY66-57208" fmla="*/ 2412 h 4213"/>
                    <a:gd name="connsiteX67-57209" fmla="*/ 1569 w 2254"/>
                    <a:gd name="connsiteY67-57210" fmla="*/ 2480 h 4213"/>
                    <a:gd name="connsiteX68-57211" fmla="*/ 1572 w 2254"/>
                    <a:gd name="connsiteY68-57212" fmla="*/ 2562 h 4213"/>
                    <a:gd name="connsiteX69-57213" fmla="*/ 1750 w 2254"/>
                    <a:gd name="connsiteY69-57214" fmla="*/ 2730 h 4213"/>
                    <a:gd name="connsiteX70-57215" fmla="*/ 1749 w 2254"/>
                    <a:gd name="connsiteY70-57216" fmla="*/ 2844 h 4213"/>
                    <a:gd name="connsiteX71-57217" fmla="*/ 1840 w 2254"/>
                    <a:gd name="connsiteY71-57218" fmla="*/ 3060 h 4213"/>
                    <a:gd name="connsiteX72-57219" fmla="*/ 1866 w 2254"/>
                    <a:gd name="connsiteY72-57220" fmla="*/ 3090 h 4213"/>
                    <a:gd name="connsiteX73-57221" fmla="*/ 1910 w 2254"/>
                    <a:gd name="connsiteY73-57222" fmla="*/ 3094 h 4213"/>
                    <a:gd name="connsiteX74-57223" fmla="*/ 1956 w 2254"/>
                    <a:gd name="connsiteY74-57224" fmla="*/ 3010 h 4213"/>
                    <a:gd name="connsiteX75-57225" fmla="*/ 2036 w 2254"/>
                    <a:gd name="connsiteY75-57226" fmla="*/ 2950 h 4213"/>
                    <a:gd name="connsiteX76-57227" fmla="*/ 2131 w 2254"/>
                    <a:gd name="connsiteY76-57228" fmla="*/ 3126 h 4213"/>
                    <a:gd name="connsiteX77-57229" fmla="*/ 2241 w 2254"/>
                    <a:gd name="connsiteY77-57230" fmla="*/ 3312 h 4213"/>
                    <a:gd name="connsiteX78-57231" fmla="*/ 2254 w 2254"/>
                    <a:gd name="connsiteY78-57232" fmla="*/ 3342 h 4213"/>
                    <a:gd name="connsiteX79-57233" fmla="*/ 2243 w 2254"/>
                    <a:gd name="connsiteY79-57234" fmla="*/ 3518 h 4213"/>
                    <a:gd name="connsiteX80-57235" fmla="*/ 2208 w 2254"/>
                    <a:gd name="connsiteY80-57236" fmla="*/ 3554 h 4213"/>
                    <a:gd name="connsiteX81-57237" fmla="*/ 2119 w 2254"/>
                    <a:gd name="connsiteY81-57238" fmla="*/ 3515 h 4213"/>
                    <a:gd name="connsiteX82-57239" fmla="*/ 1885 w 2254"/>
                    <a:gd name="connsiteY82-57240" fmla="*/ 3644 h 4213"/>
                    <a:gd name="connsiteX83-57241" fmla="*/ 1859 w 2254"/>
                    <a:gd name="connsiteY83-57242" fmla="*/ 3666 h 4213"/>
                    <a:gd name="connsiteX84-57243" fmla="*/ 1679 w 2254"/>
                    <a:gd name="connsiteY84-57244" fmla="*/ 3812 h 4213"/>
                    <a:gd name="connsiteX85-57245" fmla="*/ 1538 w 2254"/>
                    <a:gd name="connsiteY85-57246" fmla="*/ 3926 h 4213"/>
                    <a:gd name="connsiteX86-57247" fmla="*/ 1503 w 2254"/>
                    <a:gd name="connsiteY86-57248" fmla="*/ 3965 h 4213"/>
                    <a:gd name="connsiteX87-57249" fmla="*/ 1451 w 2254"/>
                    <a:gd name="connsiteY87-57250" fmla="*/ 3973 h 4213"/>
                    <a:gd name="connsiteX88-57251" fmla="*/ 1394 w 2254"/>
                    <a:gd name="connsiteY88-57252" fmla="*/ 3916 h 4213"/>
                    <a:gd name="connsiteX89-57253" fmla="*/ 1270 w 2254"/>
                    <a:gd name="connsiteY89-57254" fmla="*/ 3808 h 4213"/>
                    <a:gd name="connsiteX90-57255" fmla="*/ 1294 w 2254"/>
                    <a:gd name="connsiteY90-57256" fmla="*/ 4064 h 4213"/>
                    <a:gd name="connsiteX91-57257" fmla="*/ 1303 w 2254"/>
                    <a:gd name="connsiteY91-57258" fmla="*/ 4192 h 4213"/>
                    <a:gd name="connsiteX92-57259" fmla="*/ 1041 w 2254"/>
                    <a:gd name="connsiteY92-57260" fmla="*/ 4166 h 4213"/>
                    <a:gd name="connsiteX93-57261" fmla="*/ 959 w 2254"/>
                    <a:gd name="connsiteY93-57262" fmla="*/ 3987 h 4213"/>
                    <a:gd name="connsiteX94-57263" fmla="*/ 877 w 2254"/>
                    <a:gd name="connsiteY94-57264" fmla="*/ 3802 h 4213"/>
                    <a:gd name="connsiteX95-57265" fmla="*/ 798 w 2254"/>
                    <a:gd name="connsiteY95-57266" fmla="*/ 3734 h 4213"/>
                    <a:gd name="connsiteX96-57267" fmla="*/ 679 w 2254"/>
                    <a:gd name="connsiteY96-57268" fmla="*/ 3800 h 4213"/>
                    <a:gd name="connsiteX97-57269" fmla="*/ 695 w 2254"/>
                    <a:gd name="connsiteY97-57270" fmla="*/ 3662 h 4213"/>
                    <a:gd name="connsiteX98-57271" fmla="*/ 633 w 2254"/>
                    <a:gd name="connsiteY98-57272" fmla="*/ 3500 h 4213"/>
                    <a:gd name="connsiteX99-57273" fmla="*/ 742 w 2254"/>
                    <a:gd name="connsiteY99-57274" fmla="*/ 3280 h 4213"/>
                    <a:gd name="connsiteX100-57275" fmla="*/ 932 w 2254"/>
                    <a:gd name="connsiteY100-57276" fmla="*/ 3195 h 4213"/>
                    <a:gd name="connsiteX101-57277" fmla="*/ 1040 w 2254"/>
                    <a:gd name="connsiteY101-57278" fmla="*/ 3058 h 4213"/>
                    <a:gd name="connsiteX102-57279" fmla="*/ 1107 w 2254"/>
                    <a:gd name="connsiteY102-57280" fmla="*/ 2878 h 4213"/>
                    <a:gd name="connsiteX103-57281" fmla="*/ 1215 w 2254"/>
                    <a:gd name="connsiteY103-57282" fmla="*/ 2615 h 4213"/>
                    <a:gd name="connsiteX0-57283" fmla="*/ 1215 w 2254"/>
                    <a:gd name="connsiteY0-57284" fmla="*/ 2615 h 4213"/>
                    <a:gd name="connsiteX1-57285" fmla="*/ 1184 w 2254"/>
                    <a:gd name="connsiteY1-57286" fmla="*/ 2346 h 4213"/>
                    <a:gd name="connsiteX2-57287" fmla="*/ 1068 w 2254"/>
                    <a:gd name="connsiteY2-57288" fmla="*/ 2333 h 4213"/>
                    <a:gd name="connsiteX3-57289" fmla="*/ 1066 w 2254"/>
                    <a:gd name="connsiteY3-57290" fmla="*/ 2117 h 4213"/>
                    <a:gd name="connsiteX4-57291" fmla="*/ 990 w 2254"/>
                    <a:gd name="connsiteY4-57292" fmla="*/ 2039 h 4213"/>
                    <a:gd name="connsiteX5-57293" fmla="*/ 847 w 2254"/>
                    <a:gd name="connsiteY5-57294" fmla="*/ 1951 h 4213"/>
                    <a:gd name="connsiteX6-57295" fmla="*/ 755 w 2254"/>
                    <a:gd name="connsiteY6-57296" fmla="*/ 1827 h 4213"/>
                    <a:gd name="connsiteX7-57297" fmla="*/ 659 w 2254"/>
                    <a:gd name="connsiteY7-57298" fmla="*/ 1828 h 4213"/>
                    <a:gd name="connsiteX8-57299" fmla="*/ 614 w 2254"/>
                    <a:gd name="connsiteY8-57300" fmla="*/ 1883 h 4213"/>
                    <a:gd name="connsiteX9-57301" fmla="*/ 521 w 2254"/>
                    <a:gd name="connsiteY9-57302" fmla="*/ 1877 h 4213"/>
                    <a:gd name="connsiteX10-57303" fmla="*/ 501 w 2254"/>
                    <a:gd name="connsiteY10-57304" fmla="*/ 1994 h 4213"/>
                    <a:gd name="connsiteX11-57305" fmla="*/ 320 w 2254"/>
                    <a:gd name="connsiteY11-57306" fmla="*/ 1941 h 4213"/>
                    <a:gd name="connsiteX12-57307" fmla="*/ 237 w 2254"/>
                    <a:gd name="connsiteY12-57308" fmla="*/ 1939 h 4213"/>
                    <a:gd name="connsiteX13-57309" fmla="*/ 112 w 2254"/>
                    <a:gd name="connsiteY13-57310" fmla="*/ 2014 h 4213"/>
                    <a:gd name="connsiteX14-57311" fmla="*/ 0 w 2254"/>
                    <a:gd name="connsiteY14-57312" fmla="*/ 1890 h 4213"/>
                    <a:gd name="connsiteX15-57313" fmla="*/ 94 w 2254"/>
                    <a:gd name="connsiteY15-57314" fmla="*/ 1804 h 4213"/>
                    <a:gd name="connsiteX16-57315" fmla="*/ 98 w 2254"/>
                    <a:gd name="connsiteY16-57316" fmla="*/ 1634 h 4213"/>
                    <a:gd name="connsiteX17-57317" fmla="*/ 153 w 2254"/>
                    <a:gd name="connsiteY17-57318" fmla="*/ 1514 h 4213"/>
                    <a:gd name="connsiteX18-57319" fmla="*/ 196 w 2254"/>
                    <a:gd name="connsiteY18-57320" fmla="*/ 1306 h 4213"/>
                    <a:gd name="connsiteX19-57321" fmla="*/ 256 w 2254"/>
                    <a:gd name="connsiteY19-57322" fmla="*/ 1307 h 4213"/>
                    <a:gd name="connsiteX20-57323" fmla="*/ 579 w 2254"/>
                    <a:gd name="connsiteY20-57324" fmla="*/ 1286 h 4213"/>
                    <a:gd name="connsiteX21-57325" fmla="*/ 753 w 2254"/>
                    <a:gd name="connsiteY21-57326" fmla="*/ 1117 h 4213"/>
                    <a:gd name="connsiteX22-57327" fmla="*/ 822 w 2254"/>
                    <a:gd name="connsiteY22-57328" fmla="*/ 748 h 4213"/>
                    <a:gd name="connsiteX23-57329" fmla="*/ 932 w 2254"/>
                    <a:gd name="connsiteY23-57330" fmla="*/ 486 h 4213"/>
                    <a:gd name="connsiteX24-57331" fmla="*/ 930 w 2254"/>
                    <a:gd name="connsiteY24-57332" fmla="*/ 358 h 4213"/>
                    <a:gd name="connsiteX25-57333" fmla="*/ 917 w 2254"/>
                    <a:gd name="connsiteY25-57334" fmla="*/ 328 h 4213"/>
                    <a:gd name="connsiteX26-57335" fmla="*/ 850 w 2254"/>
                    <a:gd name="connsiteY26-57336" fmla="*/ 251 h 4213"/>
                    <a:gd name="connsiteX27-57337" fmla="*/ 790 w 2254"/>
                    <a:gd name="connsiteY27-57338" fmla="*/ 217 h 4213"/>
                    <a:gd name="connsiteX28-57339" fmla="*/ 915 w 2254"/>
                    <a:gd name="connsiteY28-57340" fmla="*/ 56 h 4213"/>
                    <a:gd name="connsiteX29-57341" fmla="*/ 1088 w 2254"/>
                    <a:gd name="connsiteY29-57342" fmla="*/ 2 h 4213"/>
                    <a:gd name="connsiteX30-57343" fmla="*/ 1120 w 2254"/>
                    <a:gd name="connsiteY30-57344" fmla="*/ 49 h 4213"/>
                    <a:gd name="connsiteX31-57345" fmla="*/ 1110 w 2254"/>
                    <a:gd name="connsiteY31-57346" fmla="*/ 133 h 4213"/>
                    <a:gd name="connsiteX32-57347" fmla="*/ 1049 w 2254"/>
                    <a:gd name="connsiteY32-57348" fmla="*/ 243 h 4213"/>
                    <a:gd name="connsiteX33-57349" fmla="*/ 1119 w 2254"/>
                    <a:gd name="connsiteY33-57350" fmla="*/ 301 h 4213"/>
                    <a:gd name="connsiteX34-57351" fmla="*/ 1233 w 2254"/>
                    <a:gd name="connsiteY34-57352" fmla="*/ 366 h 4213"/>
                    <a:gd name="connsiteX35-57353" fmla="*/ 1253 w 2254"/>
                    <a:gd name="connsiteY35-57354" fmla="*/ 255 h 4213"/>
                    <a:gd name="connsiteX36-57355" fmla="*/ 1387 w 2254"/>
                    <a:gd name="connsiteY36-57356" fmla="*/ 291 h 4213"/>
                    <a:gd name="connsiteX37-57357" fmla="*/ 1412 w 2254"/>
                    <a:gd name="connsiteY37-57358" fmla="*/ 331 h 4213"/>
                    <a:gd name="connsiteX38-57359" fmla="*/ 1488 w 2254"/>
                    <a:gd name="connsiteY38-57360" fmla="*/ 562 h 4213"/>
                    <a:gd name="connsiteX39-57361" fmla="*/ 1523 w 2254"/>
                    <a:gd name="connsiteY39-57362" fmla="*/ 586 h 4213"/>
                    <a:gd name="connsiteX40-57363" fmla="*/ 1615 w 2254"/>
                    <a:gd name="connsiteY40-57364" fmla="*/ 578 h 4213"/>
                    <a:gd name="connsiteX41-57365" fmla="*/ 1875 w 2254"/>
                    <a:gd name="connsiteY41-57366" fmla="*/ 490 h 4213"/>
                    <a:gd name="connsiteX42-57367" fmla="*/ 2095 w 2254"/>
                    <a:gd name="connsiteY42-57368" fmla="*/ 479 h 4213"/>
                    <a:gd name="connsiteX43-57369" fmla="*/ 2155 w 2254"/>
                    <a:gd name="connsiteY43-57370" fmla="*/ 648 h 4213"/>
                    <a:gd name="connsiteX44-57371" fmla="*/ 2073 w 2254"/>
                    <a:gd name="connsiteY44-57372" fmla="*/ 944 h 4213"/>
                    <a:gd name="connsiteX45-57373" fmla="*/ 2073 w 2254"/>
                    <a:gd name="connsiteY45-57374" fmla="*/ 1022 h 4213"/>
                    <a:gd name="connsiteX46-57375" fmla="*/ 2142 w 2254"/>
                    <a:gd name="connsiteY46-57376" fmla="*/ 1168 h 4213"/>
                    <a:gd name="connsiteX47-57377" fmla="*/ 2157 w 2254"/>
                    <a:gd name="connsiteY47-57378" fmla="*/ 1427 h 4213"/>
                    <a:gd name="connsiteX48-57379" fmla="*/ 2159 w 2254"/>
                    <a:gd name="connsiteY48-57380" fmla="*/ 1617 h 4213"/>
                    <a:gd name="connsiteX49-57381" fmla="*/ 2092 w 2254"/>
                    <a:gd name="connsiteY49-57382" fmla="*/ 1625 h 4213"/>
                    <a:gd name="connsiteX50-57383" fmla="*/ 2070 w 2254"/>
                    <a:gd name="connsiteY50-57384" fmla="*/ 1507 h 4213"/>
                    <a:gd name="connsiteX51-57385" fmla="*/ 2035 w 2254"/>
                    <a:gd name="connsiteY51-57386" fmla="*/ 1450 h 4213"/>
                    <a:gd name="connsiteX52-57387" fmla="*/ 1945 w 2254"/>
                    <a:gd name="connsiteY52-57388" fmla="*/ 1582 h 4213"/>
                    <a:gd name="connsiteX53-57389" fmla="*/ 1832 w 2254"/>
                    <a:gd name="connsiteY53-57390" fmla="*/ 1776 h 4213"/>
                    <a:gd name="connsiteX54-57391" fmla="*/ 1713 w 2254"/>
                    <a:gd name="connsiteY54-57392" fmla="*/ 1904 h 4213"/>
                    <a:gd name="connsiteX55-57393" fmla="*/ 1706 w 2254"/>
                    <a:gd name="connsiteY55-57394" fmla="*/ 2018 h 4213"/>
                    <a:gd name="connsiteX56-57395" fmla="*/ 1766 w 2254"/>
                    <a:gd name="connsiteY56-57396" fmla="*/ 2115 h 4213"/>
                    <a:gd name="connsiteX57-57397" fmla="*/ 1868 w 2254"/>
                    <a:gd name="connsiteY57-57398" fmla="*/ 2183 h 4213"/>
                    <a:gd name="connsiteX58-57399" fmla="*/ 1945 w 2254"/>
                    <a:gd name="connsiteY58-57400" fmla="*/ 2178 h 4213"/>
                    <a:gd name="connsiteX59-57401" fmla="*/ 1990 w 2254"/>
                    <a:gd name="connsiteY59-57402" fmla="*/ 2104 h 4213"/>
                    <a:gd name="connsiteX60-57403" fmla="*/ 2024 w 2254"/>
                    <a:gd name="connsiteY60-57404" fmla="*/ 2210 h 4213"/>
                    <a:gd name="connsiteX61-57405" fmla="*/ 1912 w 2254"/>
                    <a:gd name="connsiteY61-57406" fmla="*/ 2249 h 4213"/>
                    <a:gd name="connsiteX62-57407" fmla="*/ 1959 w 2254"/>
                    <a:gd name="connsiteY62-57408" fmla="*/ 2362 h 4213"/>
                    <a:gd name="connsiteX63-57409" fmla="*/ 1824 w 2254"/>
                    <a:gd name="connsiteY63-57410" fmla="*/ 2509 h 4213"/>
                    <a:gd name="connsiteX64-57411" fmla="*/ 1783 w 2254"/>
                    <a:gd name="connsiteY64-57412" fmla="*/ 2498 h 4213"/>
                    <a:gd name="connsiteX65-57413" fmla="*/ 1659 w 2254"/>
                    <a:gd name="connsiteY65-57414" fmla="*/ 2413 h 4213"/>
                    <a:gd name="connsiteX66-57415" fmla="*/ 1604 w 2254"/>
                    <a:gd name="connsiteY66-57416" fmla="*/ 2412 h 4213"/>
                    <a:gd name="connsiteX67-57417" fmla="*/ 1569 w 2254"/>
                    <a:gd name="connsiteY67-57418" fmla="*/ 2480 h 4213"/>
                    <a:gd name="connsiteX68-57419" fmla="*/ 1572 w 2254"/>
                    <a:gd name="connsiteY68-57420" fmla="*/ 2562 h 4213"/>
                    <a:gd name="connsiteX69-57421" fmla="*/ 1750 w 2254"/>
                    <a:gd name="connsiteY69-57422" fmla="*/ 2730 h 4213"/>
                    <a:gd name="connsiteX70-57423" fmla="*/ 1749 w 2254"/>
                    <a:gd name="connsiteY70-57424" fmla="*/ 2844 h 4213"/>
                    <a:gd name="connsiteX71-57425" fmla="*/ 1840 w 2254"/>
                    <a:gd name="connsiteY71-57426" fmla="*/ 3060 h 4213"/>
                    <a:gd name="connsiteX72-57427" fmla="*/ 1866 w 2254"/>
                    <a:gd name="connsiteY72-57428" fmla="*/ 3090 h 4213"/>
                    <a:gd name="connsiteX73-57429" fmla="*/ 1910 w 2254"/>
                    <a:gd name="connsiteY73-57430" fmla="*/ 3094 h 4213"/>
                    <a:gd name="connsiteX74-57431" fmla="*/ 1956 w 2254"/>
                    <a:gd name="connsiteY74-57432" fmla="*/ 3010 h 4213"/>
                    <a:gd name="connsiteX75-57433" fmla="*/ 2036 w 2254"/>
                    <a:gd name="connsiteY75-57434" fmla="*/ 2950 h 4213"/>
                    <a:gd name="connsiteX76-57435" fmla="*/ 2131 w 2254"/>
                    <a:gd name="connsiteY76-57436" fmla="*/ 3126 h 4213"/>
                    <a:gd name="connsiteX77-57437" fmla="*/ 2241 w 2254"/>
                    <a:gd name="connsiteY77-57438" fmla="*/ 3312 h 4213"/>
                    <a:gd name="connsiteX78-57439" fmla="*/ 2254 w 2254"/>
                    <a:gd name="connsiteY78-57440" fmla="*/ 3342 h 4213"/>
                    <a:gd name="connsiteX79-57441" fmla="*/ 2243 w 2254"/>
                    <a:gd name="connsiteY79-57442" fmla="*/ 3518 h 4213"/>
                    <a:gd name="connsiteX80-57443" fmla="*/ 2208 w 2254"/>
                    <a:gd name="connsiteY80-57444" fmla="*/ 3554 h 4213"/>
                    <a:gd name="connsiteX81-57445" fmla="*/ 2119 w 2254"/>
                    <a:gd name="connsiteY81-57446" fmla="*/ 3515 h 4213"/>
                    <a:gd name="connsiteX82-57447" fmla="*/ 1885 w 2254"/>
                    <a:gd name="connsiteY82-57448" fmla="*/ 3644 h 4213"/>
                    <a:gd name="connsiteX83-57449" fmla="*/ 1859 w 2254"/>
                    <a:gd name="connsiteY83-57450" fmla="*/ 3666 h 4213"/>
                    <a:gd name="connsiteX84-57451" fmla="*/ 1679 w 2254"/>
                    <a:gd name="connsiteY84-57452" fmla="*/ 3812 h 4213"/>
                    <a:gd name="connsiteX85-57453" fmla="*/ 1538 w 2254"/>
                    <a:gd name="connsiteY85-57454" fmla="*/ 3926 h 4213"/>
                    <a:gd name="connsiteX86-57455" fmla="*/ 1503 w 2254"/>
                    <a:gd name="connsiteY86-57456" fmla="*/ 3965 h 4213"/>
                    <a:gd name="connsiteX87-57457" fmla="*/ 1451 w 2254"/>
                    <a:gd name="connsiteY87-57458" fmla="*/ 3973 h 4213"/>
                    <a:gd name="connsiteX88-57459" fmla="*/ 1394 w 2254"/>
                    <a:gd name="connsiteY88-57460" fmla="*/ 3916 h 4213"/>
                    <a:gd name="connsiteX89-57461" fmla="*/ 1270 w 2254"/>
                    <a:gd name="connsiteY89-57462" fmla="*/ 3808 h 4213"/>
                    <a:gd name="connsiteX90-57463" fmla="*/ 1294 w 2254"/>
                    <a:gd name="connsiteY90-57464" fmla="*/ 4064 h 4213"/>
                    <a:gd name="connsiteX91-57465" fmla="*/ 1303 w 2254"/>
                    <a:gd name="connsiteY91-57466" fmla="*/ 4192 h 4213"/>
                    <a:gd name="connsiteX92-57467" fmla="*/ 1041 w 2254"/>
                    <a:gd name="connsiteY92-57468" fmla="*/ 4166 h 4213"/>
                    <a:gd name="connsiteX93-57469" fmla="*/ 959 w 2254"/>
                    <a:gd name="connsiteY93-57470" fmla="*/ 3987 h 4213"/>
                    <a:gd name="connsiteX94-57471" fmla="*/ 877 w 2254"/>
                    <a:gd name="connsiteY94-57472" fmla="*/ 3802 h 4213"/>
                    <a:gd name="connsiteX95-57473" fmla="*/ 798 w 2254"/>
                    <a:gd name="connsiteY95-57474" fmla="*/ 3734 h 4213"/>
                    <a:gd name="connsiteX96-57475" fmla="*/ 679 w 2254"/>
                    <a:gd name="connsiteY96-57476" fmla="*/ 3800 h 4213"/>
                    <a:gd name="connsiteX97-57477" fmla="*/ 695 w 2254"/>
                    <a:gd name="connsiteY97-57478" fmla="*/ 3662 h 4213"/>
                    <a:gd name="connsiteX98-57479" fmla="*/ 633 w 2254"/>
                    <a:gd name="connsiteY98-57480" fmla="*/ 3500 h 4213"/>
                    <a:gd name="connsiteX99-57481" fmla="*/ 742 w 2254"/>
                    <a:gd name="connsiteY99-57482" fmla="*/ 3280 h 4213"/>
                    <a:gd name="connsiteX100-57483" fmla="*/ 932 w 2254"/>
                    <a:gd name="connsiteY100-57484" fmla="*/ 3195 h 4213"/>
                    <a:gd name="connsiteX101-57485" fmla="*/ 1040 w 2254"/>
                    <a:gd name="connsiteY101-57486" fmla="*/ 3058 h 4213"/>
                    <a:gd name="connsiteX102-57487" fmla="*/ 1128 w 2254"/>
                    <a:gd name="connsiteY102-57488" fmla="*/ 3052 h 4213"/>
                    <a:gd name="connsiteX103-57489" fmla="*/ 1107 w 2254"/>
                    <a:gd name="connsiteY103-57490" fmla="*/ 2878 h 4213"/>
                    <a:gd name="connsiteX104-57491" fmla="*/ 1215 w 2254"/>
                    <a:gd name="connsiteY104-57492" fmla="*/ 2615 h 4213"/>
                    <a:gd name="connsiteX0-57493" fmla="*/ 1215 w 2254"/>
                    <a:gd name="connsiteY0-57494" fmla="*/ 2615 h 4213"/>
                    <a:gd name="connsiteX1-57495" fmla="*/ 1184 w 2254"/>
                    <a:gd name="connsiteY1-57496" fmla="*/ 2346 h 4213"/>
                    <a:gd name="connsiteX2-57497" fmla="*/ 1068 w 2254"/>
                    <a:gd name="connsiteY2-57498" fmla="*/ 2333 h 4213"/>
                    <a:gd name="connsiteX3-57499" fmla="*/ 1066 w 2254"/>
                    <a:gd name="connsiteY3-57500" fmla="*/ 2117 h 4213"/>
                    <a:gd name="connsiteX4-57501" fmla="*/ 990 w 2254"/>
                    <a:gd name="connsiteY4-57502" fmla="*/ 2039 h 4213"/>
                    <a:gd name="connsiteX5-57503" fmla="*/ 847 w 2254"/>
                    <a:gd name="connsiteY5-57504" fmla="*/ 1951 h 4213"/>
                    <a:gd name="connsiteX6-57505" fmla="*/ 755 w 2254"/>
                    <a:gd name="connsiteY6-57506" fmla="*/ 1827 h 4213"/>
                    <a:gd name="connsiteX7-57507" fmla="*/ 659 w 2254"/>
                    <a:gd name="connsiteY7-57508" fmla="*/ 1828 h 4213"/>
                    <a:gd name="connsiteX8-57509" fmla="*/ 614 w 2254"/>
                    <a:gd name="connsiteY8-57510" fmla="*/ 1883 h 4213"/>
                    <a:gd name="connsiteX9-57511" fmla="*/ 521 w 2254"/>
                    <a:gd name="connsiteY9-57512" fmla="*/ 1877 h 4213"/>
                    <a:gd name="connsiteX10-57513" fmla="*/ 501 w 2254"/>
                    <a:gd name="connsiteY10-57514" fmla="*/ 1994 h 4213"/>
                    <a:gd name="connsiteX11-57515" fmla="*/ 320 w 2254"/>
                    <a:gd name="connsiteY11-57516" fmla="*/ 1941 h 4213"/>
                    <a:gd name="connsiteX12-57517" fmla="*/ 237 w 2254"/>
                    <a:gd name="connsiteY12-57518" fmla="*/ 1939 h 4213"/>
                    <a:gd name="connsiteX13-57519" fmla="*/ 112 w 2254"/>
                    <a:gd name="connsiteY13-57520" fmla="*/ 2014 h 4213"/>
                    <a:gd name="connsiteX14-57521" fmla="*/ 0 w 2254"/>
                    <a:gd name="connsiteY14-57522" fmla="*/ 1890 h 4213"/>
                    <a:gd name="connsiteX15-57523" fmla="*/ 94 w 2254"/>
                    <a:gd name="connsiteY15-57524" fmla="*/ 1804 h 4213"/>
                    <a:gd name="connsiteX16-57525" fmla="*/ 98 w 2254"/>
                    <a:gd name="connsiteY16-57526" fmla="*/ 1634 h 4213"/>
                    <a:gd name="connsiteX17-57527" fmla="*/ 153 w 2254"/>
                    <a:gd name="connsiteY17-57528" fmla="*/ 1514 h 4213"/>
                    <a:gd name="connsiteX18-57529" fmla="*/ 196 w 2254"/>
                    <a:gd name="connsiteY18-57530" fmla="*/ 1306 h 4213"/>
                    <a:gd name="connsiteX19-57531" fmla="*/ 256 w 2254"/>
                    <a:gd name="connsiteY19-57532" fmla="*/ 1307 h 4213"/>
                    <a:gd name="connsiteX20-57533" fmla="*/ 579 w 2254"/>
                    <a:gd name="connsiteY20-57534" fmla="*/ 1286 h 4213"/>
                    <a:gd name="connsiteX21-57535" fmla="*/ 753 w 2254"/>
                    <a:gd name="connsiteY21-57536" fmla="*/ 1117 h 4213"/>
                    <a:gd name="connsiteX22-57537" fmla="*/ 822 w 2254"/>
                    <a:gd name="connsiteY22-57538" fmla="*/ 748 h 4213"/>
                    <a:gd name="connsiteX23-57539" fmla="*/ 932 w 2254"/>
                    <a:gd name="connsiteY23-57540" fmla="*/ 486 h 4213"/>
                    <a:gd name="connsiteX24-57541" fmla="*/ 930 w 2254"/>
                    <a:gd name="connsiteY24-57542" fmla="*/ 358 h 4213"/>
                    <a:gd name="connsiteX25-57543" fmla="*/ 917 w 2254"/>
                    <a:gd name="connsiteY25-57544" fmla="*/ 328 h 4213"/>
                    <a:gd name="connsiteX26-57545" fmla="*/ 850 w 2254"/>
                    <a:gd name="connsiteY26-57546" fmla="*/ 251 h 4213"/>
                    <a:gd name="connsiteX27-57547" fmla="*/ 790 w 2254"/>
                    <a:gd name="connsiteY27-57548" fmla="*/ 217 h 4213"/>
                    <a:gd name="connsiteX28-57549" fmla="*/ 915 w 2254"/>
                    <a:gd name="connsiteY28-57550" fmla="*/ 56 h 4213"/>
                    <a:gd name="connsiteX29-57551" fmla="*/ 1088 w 2254"/>
                    <a:gd name="connsiteY29-57552" fmla="*/ 2 h 4213"/>
                    <a:gd name="connsiteX30-57553" fmla="*/ 1120 w 2254"/>
                    <a:gd name="connsiteY30-57554" fmla="*/ 49 h 4213"/>
                    <a:gd name="connsiteX31-57555" fmla="*/ 1110 w 2254"/>
                    <a:gd name="connsiteY31-57556" fmla="*/ 133 h 4213"/>
                    <a:gd name="connsiteX32-57557" fmla="*/ 1049 w 2254"/>
                    <a:gd name="connsiteY32-57558" fmla="*/ 243 h 4213"/>
                    <a:gd name="connsiteX33-57559" fmla="*/ 1119 w 2254"/>
                    <a:gd name="connsiteY33-57560" fmla="*/ 301 h 4213"/>
                    <a:gd name="connsiteX34-57561" fmla="*/ 1233 w 2254"/>
                    <a:gd name="connsiteY34-57562" fmla="*/ 366 h 4213"/>
                    <a:gd name="connsiteX35-57563" fmla="*/ 1253 w 2254"/>
                    <a:gd name="connsiteY35-57564" fmla="*/ 255 h 4213"/>
                    <a:gd name="connsiteX36-57565" fmla="*/ 1387 w 2254"/>
                    <a:gd name="connsiteY36-57566" fmla="*/ 291 h 4213"/>
                    <a:gd name="connsiteX37-57567" fmla="*/ 1412 w 2254"/>
                    <a:gd name="connsiteY37-57568" fmla="*/ 331 h 4213"/>
                    <a:gd name="connsiteX38-57569" fmla="*/ 1488 w 2254"/>
                    <a:gd name="connsiteY38-57570" fmla="*/ 562 h 4213"/>
                    <a:gd name="connsiteX39-57571" fmla="*/ 1523 w 2254"/>
                    <a:gd name="connsiteY39-57572" fmla="*/ 586 h 4213"/>
                    <a:gd name="connsiteX40-57573" fmla="*/ 1615 w 2254"/>
                    <a:gd name="connsiteY40-57574" fmla="*/ 578 h 4213"/>
                    <a:gd name="connsiteX41-57575" fmla="*/ 1875 w 2254"/>
                    <a:gd name="connsiteY41-57576" fmla="*/ 490 h 4213"/>
                    <a:gd name="connsiteX42-57577" fmla="*/ 2095 w 2254"/>
                    <a:gd name="connsiteY42-57578" fmla="*/ 479 h 4213"/>
                    <a:gd name="connsiteX43-57579" fmla="*/ 2155 w 2254"/>
                    <a:gd name="connsiteY43-57580" fmla="*/ 648 h 4213"/>
                    <a:gd name="connsiteX44-57581" fmla="*/ 2073 w 2254"/>
                    <a:gd name="connsiteY44-57582" fmla="*/ 944 h 4213"/>
                    <a:gd name="connsiteX45-57583" fmla="*/ 2073 w 2254"/>
                    <a:gd name="connsiteY45-57584" fmla="*/ 1022 h 4213"/>
                    <a:gd name="connsiteX46-57585" fmla="*/ 2142 w 2254"/>
                    <a:gd name="connsiteY46-57586" fmla="*/ 1168 h 4213"/>
                    <a:gd name="connsiteX47-57587" fmla="*/ 2157 w 2254"/>
                    <a:gd name="connsiteY47-57588" fmla="*/ 1427 h 4213"/>
                    <a:gd name="connsiteX48-57589" fmla="*/ 2159 w 2254"/>
                    <a:gd name="connsiteY48-57590" fmla="*/ 1617 h 4213"/>
                    <a:gd name="connsiteX49-57591" fmla="*/ 2092 w 2254"/>
                    <a:gd name="connsiteY49-57592" fmla="*/ 1625 h 4213"/>
                    <a:gd name="connsiteX50-57593" fmla="*/ 2070 w 2254"/>
                    <a:gd name="connsiteY50-57594" fmla="*/ 1507 h 4213"/>
                    <a:gd name="connsiteX51-57595" fmla="*/ 2035 w 2254"/>
                    <a:gd name="connsiteY51-57596" fmla="*/ 1450 h 4213"/>
                    <a:gd name="connsiteX52-57597" fmla="*/ 1945 w 2254"/>
                    <a:gd name="connsiteY52-57598" fmla="*/ 1582 h 4213"/>
                    <a:gd name="connsiteX53-57599" fmla="*/ 1832 w 2254"/>
                    <a:gd name="connsiteY53-57600" fmla="*/ 1776 h 4213"/>
                    <a:gd name="connsiteX54-57601" fmla="*/ 1713 w 2254"/>
                    <a:gd name="connsiteY54-57602" fmla="*/ 1904 h 4213"/>
                    <a:gd name="connsiteX55-57603" fmla="*/ 1706 w 2254"/>
                    <a:gd name="connsiteY55-57604" fmla="*/ 2018 h 4213"/>
                    <a:gd name="connsiteX56-57605" fmla="*/ 1766 w 2254"/>
                    <a:gd name="connsiteY56-57606" fmla="*/ 2115 h 4213"/>
                    <a:gd name="connsiteX57-57607" fmla="*/ 1868 w 2254"/>
                    <a:gd name="connsiteY57-57608" fmla="*/ 2183 h 4213"/>
                    <a:gd name="connsiteX58-57609" fmla="*/ 1945 w 2254"/>
                    <a:gd name="connsiteY58-57610" fmla="*/ 2178 h 4213"/>
                    <a:gd name="connsiteX59-57611" fmla="*/ 1990 w 2254"/>
                    <a:gd name="connsiteY59-57612" fmla="*/ 2104 h 4213"/>
                    <a:gd name="connsiteX60-57613" fmla="*/ 2024 w 2254"/>
                    <a:gd name="connsiteY60-57614" fmla="*/ 2210 h 4213"/>
                    <a:gd name="connsiteX61-57615" fmla="*/ 1912 w 2254"/>
                    <a:gd name="connsiteY61-57616" fmla="*/ 2249 h 4213"/>
                    <a:gd name="connsiteX62-57617" fmla="*/ 1959 w 2254"/>
                    <a:gd name="connsiteY62-57618" fmla="*/ 2362 h 4213"/>
                    <a:gd name="connsiteX63-57619" fmla="*/ 1824 w 2254"/>
                    <a:gd name="connsiteY63-57620" fmla="*/ 2509 h 4213"/>
                    <a:gd name="connsiteX64-57621" fmla="*/ 1783 w 2254"/>
                    <a:gd name="connsiteY64-57622" fmla="*/ 2498 h 4213"/>
                    <a:gd name="connsiteX65-57623" fmla="*/ 1659 w 2254"/>
                    <a:gd name="connsiteY65-57624" fmla="*/ 2413 h 4213"/>
                    <a:gd name="connsiteX66-57625" fmla="*/ 1604 w 2254"/>
                    <a:gd name="connsiteY66-57626" fmla="*/ 2412 h 4213"/>
                    <a:gd name="connsiteX67-57627" fmla="*/ 1569 w 2254"/>
                    <a:gd name="connsiteY67-57628" fmla="*/ 2480 h 4213"/>
                    <a:gd name="connsiteX68-57629" fmla="*/ 1572 w 2254"/>
                    <a:gd name="connsiteY68-57630" fmla="*/ 2562 h 4213"/>
                    <a:gd name="connsiteX69-57631" fmla="*/ 1750 w 2254"/>
                    <a:gd name="connsiteY69-57632" fmla="*/ 2730 h 4213"/>
                    <a:gd name="connsiteX70-57633" fmla="*/ 1749 w 2254"/>
                    <a:gd name="connsiteY70-57634" fmla="*/ 2844 h 4213"/>
                    <a:gd name="connsiteX71-57635" fmla="*/ 1840 w 2254"/>
                    <a:gd name="connsiteY71-57636" fmla="*/ 3060 h 4213"/>
                    <a:gd name="connsiteX72-57637" fmla="*/ 1866 w 2254"/>
                    <a:gd name="connsiteY72-57638" fmla="*/ 3090 h 4213"/>
                    <a:gd name="connsiteX73-57639" fmla="*/ 1910 w 2254"/>
                    <a:gd name="connsiteY73-57640" fmla="*/ 3094 h 4213"/>
                    <a:gd name="connsiteX74-57641" fmla="*/ 1956 w 2254"/>
                    <a:gd name="connsiteY74-57642" fmla="*/ 3010 h 4213"/>
                    <a:gd name="connsiteX75-57643" fmla="*/ 2036 w 2254"/>
                    <a:gd name="connsiteY75-57644" fmla="*/ 2950 h 4213"/>
                    <a:gd name="connsiteX76-57645" fmla="*/ 2131 w 2254"/>
                    <a:gd name="connsiteY76-57646" fmla="*/ 3126 h 4213"/>
                    <a:gd name="connsiteX77-57647" fmla="*/ 2241 w 2254"/>
                    <a:gd name="connsiteY77-57648" fmla="*/ 3312 h 4213"/>
                    <a:gd name="connsiteX78-57649" fmla="*/ 2254 w 2254"/>
                    <a:gd name="connsiteY78-57650" fmla="*/ 3342 h 4213"/>
                    <a:gd name="connsiteX79-57651" fmla="*/ 2243 w 2254"/>
                    <a:gd name="connsiteY79-57652" fmla="*/ 3518 h 4213"/>
                    <a:gd name="connsiteX80-57653" fmla="*/ 2208 w 2254"/>
                    <a:gd name="connsiteY80-57654" fmla="*/ 3554 h 4213"/>
                    <a:gd name="connsiteX81-57655" fmla="*/ 2119 w 2254"/>
                    <a:gd name="connsiteY81-57656" fmla="*/ 3515 h 4213"/>
                    <a:gd name="connsiteX82-57657" fmla="*/ 1885 w 2254"/>
                    <a:gd name="connsiteY82-57658" fmla="*/ 3644 h 4213"/>
                    <a:gd name="connsiteX83-57659" fmla="*/ 1859 w 2254"/>
                    <a:gd name="connsiteY83-57660" fmla="*/ 3666 h 4213"/>
                    <a:gd name="connsiteX84-57661" fmla="*/ 1679 w 2254"/>
                    <a:gd name="connsiteY84-57662" fmla="*/ 3812 h 4213"/>
                    <a:gd name="connsiteX85-57663" fmla="*/ 1538 w 2254"/>
                    <a:gd name="connsiteY85-57664" fmla="*/ 3926 h 4213"/>
                    <a:gd name="connsiteX86-57665" fmla="*/ 1503 w 2254"/>
                    <a:gd name="connsiteY86-57666" fmla="*/ 3965 h 4213"/>
                    <a:gd name="connsiteX87-57667" fmla="*/ 1451 w 2254"/>
                    <a:gd name="connsiteY87-57668" fmla="*/ 3973 h 4213"/>
                    <a:gd name="connsiteX88-57669" fmla="*/ 1394 w 2254"/>
                    <a:gd name="connsiteY88-57670" fmla="*/ 3916 h 4213"/>
                    <a:gd name="connsiteX89-57671" fmla="*/ 1270 w 2254"/>
                    <a:gd name="connsiteY89-57672" fmla="*/ 3808 h 4213"/>
                    <a:gd name="connsiteX90-57673" fmla="*/ 1294 w 2254"/>
                    <a:gd name="connsiteY90-57674" fmla="*/ 4064 h 4213"/>
                    <a:gd name="connsiteX91-57675" fmla="*/ 1303 w 2254"/>
                    <a:gd name="connsiteY91-57676" fmla="*/ 4192 h 4213"/>
                    <a:gd name="connsiteX92-57677" fmla="*/ 1041 w 2254"/>
                    <a:gd name="connsiteY92-57678" fmla="*/ 4166 h 4213"/>
                    <a:gd name="connsiteX93-57679" fmla="*/ 959 w 2254"/>
                    <a:gd name="connsiteY93-57680" fmla="*/ 3987 h 4213"/>
                    <a:gd name="connsiteX94-57681" fmla="*/ 877 w 2254"/>
                    <a:gd name="connsiteY94-57682" fmla="*/ 3802 h 4213"/>
                    <a:gd name="connsiteX95-57683" fmla="*/ 798 w 2254"/>
                    <a:gd name="connsiteY95-57684" fmla="*/ 3734 h 4213"/>
                    <a:gd name="connsiteX96-57685" fmla="*/ 679 w 2254"/>
                    <a:gd name="connsiteY96-57686" fmla="*/ 3800 h 4213"/>
                    <a:gd name="connsiteX97-57687" fmla="*/ 695 w 2254"/>
                    <a:gd name="connsiteY97-57688" fmla="*/ 3662 h 4213"/>
                    <a:gd name="connsiteX98-57689" fmla="*/ 633 w 2254"/>
                    <a:gd name="connsiteY98-57690" fmla="*/ 3500 h 4213"/>
                    <a:gd name="connsiteX99-57691" fmla="*/ 742 w 2254"/>
                    <a:gd name="connsiteY99-57692" fmla="*/ 3280 h 4213"/>
                    <a:gd name="connsiteX100-57693" fmla="*/ 932 w 2254"/>
                    <a:gd name="connsiteY100-57694" fmla="*/ 3195 h 4213"/>
                    <a:gd name="connsiteX101-57695" fmla="*/ 1040 w 2254"/>
                    <a:gd name="connsiteY101-57696" fmla="*/ 3058 h 4213"/>
                    <a:gd name="connsiteX102-57697" fmla="*/ 1107 w 2254"/>
                    <a:gd name="connsiteY102-57698" fmla="*/ 2878 h 4213"/>
                    <a:gd name="connsiteX103-57699" fmla="*/ 1215 w 2254"/>
                    <a:gd name="connsiteY103-57700" fmla="*/ 2615 h 4213"/>
                    <a:gd name="connsiteX0-57701" fmla="*/ 1215 w 2254"/>
                    <a:gd name="connsiteY0-57702" fmla="*/ 2615 h 4213"/>
                    <a:gd name="connsiteX1-57703" fmla="*/ 1184 w 2254"/>
                    <a:gd name="connsiteY1-57704" fmla="*/ 2346 h 4213"/>
                    <a:gd name="connsiteX2-57705" fmla="*/ 1068 w 2254"/>
                    <a:gd name="connsiteY2-57706" fmla="*/ 2333 h 4213"/>
                    <a:gd name="connsiteX3-57707" fmla="*/ 1066 w 2254"/>
                    <a:gd name="connsiteY3-57708" fmla="*/ 2117 h 4213"/>
                    <a:gd name="connsiteX4-57709" fmla="*/ 990 w 2254"/>
                    <a:gd name="connsiteY4-57710" fmla="*/ 2039 h 4213"/>
                    <a:gd name="connsiteX5-57711" fmla="*/ 847 w 2254"/>
                    <a:gd name="connsiteY5-57712" fmla="*/ 1951 h 4213"/>
                    <a:gd name="connsiteX6-57713" fmla="*/ 755 w 2254"/>
                    <a:gd name="connsiteY6-57714" fmla="*/ 1827 h 4213"/>
                    <a:gd name="connsiteX7-57715" fmla="*/ 659 w 2254"/>
                    <a:gd name="connsiteY7-57716" fmla="*/ 1828 h 4213"/>
                    <a:gd name="connsiteX8-57717" fmla="*/ 614 w 2254"/>
                    <a:gd name="connsiteY8-57718" fmla="*/ 1883 h 4213"/>
                    <a:gd name="connsiteX9-57719" fmla="*/ 521 w 2254"/>
                    <a:gd name="connsiteY9-57720" fmla="*/ 1877 h 4213"/>
                    <a:gd name="connsiteX10-57721" fmla="*/ 501 w 2254"/>
                    <a:gd name="connsiteY10-57722" fmla="*/ 1994 h 4213"/>
                    <a:gd name="connsiteX11-57723" fmla="*/ 320 w 2254"/>
                    <a:gd name="connsiteY11-57724" fmla="*/ 1941 h 4213"/>
                    <a:gd name="connsiteX12-57725" fmla="*/ 237 w 2254"/>
                    <a:gd name="connsiteY12-57726" fmla="*/ 1939 h 4213"/>
                    <a:gd name="connsiteX13-57727" fmla="*/ 112 w 2254"/>
                    <a:gd name="connsiteY13-57728" fmla="*/ 2014 h 4213"/>
                    <a:gd name="connsiteX14-57729" fmla="*/ 0 w 2254"/>
                    <a:gd name="connsiteY14-57730" fmla="*/ 1890 h 4213"/>
                    <a:gd name="connsiteX15-57731" fmla="*/ 94 w 2254"/>
                    <a:gd name="connsiteY15-57732" fmla="*/ 1804 h 4213"/>
                    <a:gd name="connsiteX16-57733" fmla="*/ 98 w 2254"/>
                    <a:gd name="connsiteY16-57734" fmla="*/ 1634 h 4213"/>
                    <a:gd name="connsiteX17-57735" fmla="*/ 153 w 2254"/>
                    <a:gd name="connsiteY17-57736" fmla="*/ 1514 h 4213"/>
                    <a:gd name="connsiteX18-57737" fmla="*/ 196 w 2254"/>
                    <a:gd name="connsiteY18-57738" fmla="*/ 1306 h 4213"/>
                    <a:gd name="connsiteX19-57739" fmla="*/ 256 w 2254"/>
                    <a:gd name="connsiteY19-57740" fmla="*/ 1307 h 4213"/>
                    <a:gd name="connsiteX20-57741" fmla="*/ 579 w 2254"/>
                    <a:gd name="connsiteY20-57742" fmla="*/ 1286 h 4213"/>
                    <a:gd name="connsiteX21-57743" fmla="*/ 753 w 2254"/>
                    <a:gd name="connsiteY21-57744" fmla="*/ 1117 h 4213"/>
                    <a:gd name="connsiteX22-57745" fmla="*/ 822 w 2254"/>
                    <a:gd name="connsiteY22-57746" fmla="*/ 748 h 4213"/>
                    <a:gd name="connsiteX23-57747" fmla="*/ 932 w 2254"/>
                    <a:gd name="connsiteY23-57748" fmla="*/ 486 h 4213"/>
                    <a:gd name="connsiteX24-57749" fmla="*/ 930 w 2254"/>
                    <a:gd name="connsiteY24-57750" fmla="*/ 358 h 4213"/>
                    <a:gd name="connsiteX25-57751" fmla="*/ 917 w 2254"/>
                    <a:gd name="connsiteY25-57752" fmla="*/ 328 h 4213"/>
                    <a:gd name="connsiteX26-57753" fmla="*/ 850 w 2254"/>
                    <a:gd name="connsiteY26-57754" fmla="*/ 251 h 4213"/>
                    <a:gd name="connsiteX27-57755" fmla="*/ 790 w 2254"/>
                    <a:gd name="connsiteY27-57756" fmla="*/ 217 h 4213"/>
                    <a:gd name="connsiteX28-57757" fmla="*/ 915 w 2254"/>
                    <a:gd name="connsiteY28-57758" fmla="*/ 56 h 4213"/>
                    <a:gd name="connsiteX29-57759" fmla="*/ 1088 w 2254"/>
                    <a:gd name="connsiteY29-57760" fmla="*/ 2 h 4213"/>
                    <a:gd name="connsiteX30-57761" fmla="*/ 1120 w 2254"/>
                    <a:gd name="connsiteY30-57762" fmla="*/ 49 h 4213"/>
                    <a:gd name="connsiteX31-57763" fmla="*/ 1110 w 2254"/>
                    <a:gd name="connsiteY31-57764" fmla="*/ 133 h 4213"/>
                    <a:gd name="connsiteX32-57765" fmla="*/ 1049 w 2254"/>
                    <a:gd name="connsiteY32-57766" fmla="*/ 243 h 4213"/>
                    <a:gd name="connsiteX33-57767" fmla="*/ 1119 w 2254"/>
                    <a:gd name="connsiteY33-57768" fmla="*/ 301 h 4213"/>
                    <a:gd name="connsiteX34-57769" fmla="*/ 1233 w 2254"/>
                    <a:gd name="connsiteY34-57770" fmla="*/ 366 h 4213"/>
                    <a:gd name="connsiteX35-57771" fmla="*/ 1253 w 2254"/>
                    <a:gd name="connsiteY35-57772" fmla="*/ 255 h 4213"/>
                    <a:gd name="connsiteX36-57773" fmla="*/ 1387 w 2254"/>
                    <a:gd name="connsiteY36-57774" fmla="*/ 291 h 4213"/>
                    <a:gd name="connsiteX37-57775" fmla="*/ 1412 w 2254"/>
                    <a:gd name="connsiteY37-57776" fmla="*/ 331 h 4213"/>
                    <a:gd name="connsiteX38-57777" fmla="*/ 1488 w 2254"/>
                    <a:gd name="connsiteY38-57778" fmla="*/ 562 h 4213"/>
                    <a:gd name="connsiteX39-57779" fmla="*/ 1523 w 2254"/>
                    <a:gd name="connsiteY39-57780" fmla="*/ 586 h 4213"/>
                    <a:gd name="connsiteX40-57781" fmla="*/ 1615 w 2254"/>
                    <a:gd name="connsiteY40-57782" fmla="*/ 578 h 4213"/>
                    <a:gd name="connsiteX41-57783" fmla="*/ 1875 w 2254"/>
                    <a:gd name="connsiteY41-57784" fmla="*/ 490 h 4213"/>
                    <a:gd name="connsiteX42-57785" fmla="*/ 2095 w 2254"/>
                    <a:gd name="connsiteY42-57786" fmla="*/ 479 h 4213"/>
                    <a:gd name="connsiteX43-57787" fmla="*/ 2155 w 2254"/>
                    <a:gd name="connsiteY43-57788" fmla="*/ 648 h 4213"/>
                    <a:gd name="connsiteX44-57789" fmla="*/ 2073 w 2254"/>
                    <a:gd name="connsiteY44-57790" fmla="*/ 944 h 4213"/>
                    <a:gd name="connsiteX45-57791" fmla="*/ 2073 w 2254"/>
                    <a:gd name="connsiteY45-57792" fmla="*/ 1022 h 4213"/>
                    <a:gd name="connsiteX46-57793" fmla="*/ 2142 w 2254"/>
                    <a:gd name="connsiteY46-57794" fmla="*/ 1168 h 4213"/>
                    <a:gd name="connsiteX47-57795" fmla="*/ 2157 w 2254"/>
                    <a:gd name="connsiteY47-57796" fmla="*/ 1427 h 4213"/>
                    <a:gd name="connsiteX48-57797" fmla="*/ 2159 w 2254"/>
                    <a:gd name="connsiteY48-57798" fmla="*/ 1617 h 4213"/>
                    <a:gd name="connsiteX49-57799" fmla="*/ 2092 w 2254"/>
                    <a:gd name="connsiteY49-57800" fmla="*/ 1625 h 4213"/>
                    <a:gd name="connsiteX50-57801" fmla="*/ 2070 w 2254"/>
                    <a:gd name="connsiteY50-57802" fmla="*/ 1507 h 4213"/>
                    <a:gd name="connsiteX51-57803" fmla="*/ 2035 w 2254"/>
                    <a:gd name="connsiteY51-57804" fmla="*/ 1450 h 4213"/>
                    <a:gd name="connsiteX52-57805" fmla="*/ 1945 w 2254"/>
                    <a:gd name="connsiteY52-57806" fmla="*/ 1582 h 4213"/>
                    <a:gd name="connsiteX53-57807" fmla="*/ 1832 w 2254"/>
                    <a:gd name="connsiteY53-57808" fmla="*/ 1776 h 4213"/>
                    <a:gd name="connsiteX54-57809" fmla="*/ 1713 w 2254"/>
                    <a:gd name="connsiteY54-57810" fmla="*/ 1904 h 4213"/>
                    <a:gd name="connsiteX55-57811" fmla="*/ 1706 w 2254"/>
                    <a:gd name="connsiteY55-57812" fmla="*/ 2018 h 4213"/>
                    <a:gd name="connsiteX56-57813" fmla="*/ 1766 w 2254"/>
                    <a:gd name="connsiteY56-57814" fmla="*/ 2115 h 4213"/>
                    <a:gd name="connsiteX57-57815" fmla="*/ 1868 w 2254"/>
                    <a:gd name="connsiteY57-57816" fmla="*/ 2183 h 4213"/>
                    <a:gd name="connsiteX58-57817" fmla="*/ 1945 w 2254"/>
                    <a:gd name="connsiteY58-57818" fmla="*/ 2178 h 4213"/>
                    <a:gd name="connsiteX59-57819" fmla="*/ 1990 w 2254"/>
                    <a:gd name="connsiteY59-57820" fmla="*/ 2104 h 4213"/>
                    <a:gd name="connsiteX60-57821" fmla="*/ 2024 w 2254"/>
                    <a:gd name="connsiteY60-57822" fmla="*/ 2210 h 4213"/>
                    <a:gd name="connsiteX61-57823" fmla="*/ 1912 w 2254"/>
                    <a:gd name="connsiteY61-57824" fmla="*/ 2249 h 4213"/>
                    <a:gd name="connsiteX62-57825" fmla="*/ 1959 w 2254"/>
                    <a:gd name="connsiteY62-57826" fmla="*/ 2362 h 4213"/>
                    <a:gd name="connsiteX63-57827" fmla="*/ 1824 w 2254"/>
                    <a:gd name="connsiteY63-57828" fmla="*/ 2509 h 4213"/>
                    <a:gd name="connsiteX64-57829" fmla="*/ 1783 w 2254"/>
                    <a:gd name="connsiteY64-57830" fmla="*/ 2498 h 4213"/>
                    <a:gd name="connsiteX65-57831" fmla="*/ 1659 w 2254"/>
                    <a:gd name="connsiteY65-57832" fmla="*/ 2413 h 4213"/>
                    <a:gd name="connsiteX66-57833" fmla="*/ 1604 w 2254"/>
                    <a:gd name="connsiteY66-57834" fmla="*/ 2412 h 4213"/>
                    <a:gd name="connsiteX67-57835" fmla="*/ 1569 w 2254"/>
                    <a:gd name="connsiteY67-57836" fmla="*/ 2480 h 4213"/>
                    <a:gd name="connsiteX68-57837" fmla="*/ 1572 w 2254"/>
                    <a:gd name="connsiteY68-57838" fmla="*/ 2562 h 4213"/>
                    <a:gd name="connsiteX69-57839" fmla="*/ 1750 w 2254"/>
                    <a:gd name="connsiteY69-57840" fmla="*/ 2730 h 4213"/>
                    <a:gd name="connsiteX70-57841" fmla="*/ 1749 w 2254"/>
                    <a:gd name="connsiteY70-57842" fmla="*/ 2844 h 4213"/>
                    <a:gd name="connsiteX71-57843" fmla="*/ 1840 w 2254"/>
                    <a:gd name="connsiteY71-57844" fmla="*/ 3060 h 4213"/>
                    <a:gd name="connsiteX72-57845" fmla="*/ 1866 w 2254"/>
                    <a:gd name="connsiteY72-57846" fmla="*/ 3090 h 4213"/>
                    <a:gd name="connsiteX73-57847" fmla="*/ 1910 w 2254"/>
                    <a:gd name="connsiteY73-57848" fmla="*/ 3094 h 4213"/>
                    <a:gd name="connsiteX74-57849" fmla="*/ 1956 w 2254"/>
                    <a:gd name="connsiteY74-57850" fmla="*/ 3010 h 4213"/>
                    <a:gd name="connsiteX75-57851" fmla="*/ 2036 w 2254"/>
                    <a:gd name="connsiteY75-57852" fmla="*/ 2950 h 4213"/>
                    <a:gd name="connsiteX76-57853" fmla="*/ 2131 w 2254"/>
                    <a:gd name="connsiteY76-57854" fmla="*/ 3126 h 4213"/>
                    <a:gd name="connsiteX77-57855" fmla="*/ 2241 w 2254"/>
                    <a:gd name="connsiteY77-57856" fmla="*/ 3312 h 4213"/>
                    <a:gd name="connsiteX78-57857" fmla="*/ 2254 w 2254"/>
                    <a:gd name="connsiteY78-57858" fmla="*/ 3342 h 4213"/>
                    <a:gd name="connsiteX79-57859" fmla="*/ 2243 w 2254"/>
                    <a:gd name="connsiteY79-57860" fmla="*/ 3518 h 4213"/>
                    <a:gd name="connsiteX80-57861" fmla="*/ 2208 w 2254"/>
                    <a:gd name="connsiteY80-57862" fmla="*/ 3554 h 4213"/>
                    <a:gd name="connsiteX81-57863" fmla="*/ 2119 w 2254"/>
                    <a:gd name="connsiteY81-57864" fmla="*/ 3515 h 4213"/>
                    <a:gd name="connsiteX82-57865" fmla="*/ 1885 w 2254"/>
                    <a:gd name="connsiteY82-57866" fmla="*/ 3644 h 4213"/>
                    <a:gd name="connsiteX83-57867" fmla="*/ 1859 w 2254"/>
                    <a:gd name="connsiteY83-57868" fmla="*/ 3666 h 4213"/>
                    <a:gd name="connsiteX84-57869" fmla="*/ 1679 w 2254"/>
                    <a:gd name="connsiteY84-57870" fmla="*/ 3812 h 4213"/>
                    <a:gd name="connsiteX85-57871" fmla="*/ 1538 w 2254"/>
                    <a:gd name="connsiteY85-57872" fmla="*/ 3926 h 4213"/>
                    <a:gd name="connsiteX86-57873" fmla="*/ 1503 w 2254"/>
                    <a:gd name="connsiteY86-57874" fmla="*/ 3965 h 4213"/>
                    <a:gd name="connsiteX87-57875" fmla="*/ 1451 w 2254"/>
                    <a:gd name="connsiteY87-57876" fmla="*/ 3973 h 4213"/>
                    <a:gd name="connsiteX88-57877" fmla="*/ 1394 w 2254"/>
                    <a:gd name="connsiteY88-57878" fmla="*/ 3916 h 4213"/>
                    <a:gd name="connsiteX89-57879" fmla="*/ 1270 w 2254"/>
                    <a:gd name="connsiteY89-57880" fmla="*/ 3808 h 4213"/>
                    <a:gd name="connsiteX90-57881" fmla="*/ 1294 w 2254"/>
                    <a:gd name="connsiteY90-57882" fmla="*/ 4064 h 4213"/>
                    <a:gd name="connsiteX91-57883" fmla="*/ 1303 w 2254"/>
                    <a:gd name="connsiteY91-57884" fmla="*/ 4192 h 4213"/>
                    <a:gd name="connsiteX92-57885" fmla="*/ 1041 w 2254"/>
                    <a:gd name="connsiteY92-57886" fmla="*/ 4166 h 4213"/>
                    <a:gd name="connsiteX93-57887" fmla="*/ 959 w 2254"/>
                    <a:gd name="connsiteY93-57888" fmla="*/ 3987 h 4213"/>
                    <a:gd name="connsiteX94-57889" fmla="*/ 877 w 2254"/>
                    <a:gd name="connsiteY94-57890" fmla="*/ 3802 h 4213"/>
                    <a:gd name="connsiteX95-57891" fmla="*/ 798 w 2254"/>
                    <a:gd name="connsiteY95-57892" fmla="*/ 3734 h 4213"/>
                    <a:gd name="connsiteX96-57893" fmla="*/ 679 w 2254"/>
                    <a:gd name="connsiteY96-57894" fmla="*/ 3800 h 4213"/>
                    <a:gd name="connsiteX97-57895" fmla="*/ 695 w 2254"/>
                    <a:gd name="connsiteY97-57896" fmla="*/ 3662 h 4213"/>
                    <a:gd name="connsiteX98-57897" fmla="*/ 633 w 2254"/>
                    <a:gd name="connsiteY98-57898" fmla="*/ 3500 h 4213"/>
                    <a:gd name="connsiteX99-57899" fmla="*/ 742 w 2254"/>
                    <a:gd name="connsiteY99-57900" fmla="*/ 3280 h 4213"/>
                    <a:gd name="connsiteX100-57901" fmla="*/ 932 w 2254"/>
                    <a:gd name="connsiteY100-57902" fmla="*/ 3195 h 4213"/>
                    <a:gd name="connsiteX101-57903" fmla="*/ 1040 w 2254"/>
                    <a:gd name="connsiteY101-57904" fmla="*/ 3058 h 4213"/>
                    <a:gd name="connsiteX102-57905" fmla="*/ 1107 w 2254"/>
                    <a:gd name="connsiteY102-57906" fmla="*/ 2878 h 4213"/>
                    <a:gd name="connsiteX103-57907" fmla="*/ 1215 w 2254"/>
                    <a:gd name="connsiteY103-57908" fmla="*/ 2615 h 4213"/>
                    <a:gd name="connsiteX0-57909" fmla="*/ 1215 w 2254"/>
                    <a:gd name="connsiteY0-57910" fmla="*/ 2615 h 4213"/>
                    <a:gd name="connsiteX1-57911" fmla="*/ 1184 w 2254"/>
                    <a:gd name="connsiteY1-57912" fmla="*/ 2346 h 4213"/>
                    <a:gd name="connsiteX2-57913" fmla="*/ 1068 w 2254"/>
                    <a:gd name="connsiteY2-57914" fmla="*/ 2333 h 4213"/>
                    <a:gd name="connsiteX3-57915" fmla="*/ 1066 w 2254"/>
                    <a:gd name="connsiteY3-57916" fmla="*/ 2117 h 4213"/>
                    <a:gd name="connsiteX4-57917" fmla="*/ 990 w 2254"/>
                    <a:gd name="connsiteY4-57918" fmla="*/ 2039 h 4213"/>
                    <a:gd name="connsiteX5-57919" fmla="*/ 847 w 2254"/>
                    <a:gd name="connsiteY5-57920" fmla="*/ 1951 h 4213"/>
                    <a:gd name="connsiteX6-57921" fmla="*/ 755 w 2254"/>
                    <a:gd name="connsiteY6-57922" fmla="*/ 1827 h 4213"/>
                    <a:gd name="connsiteX7-57923" fmla="*/ 659 w 2254"/>
                    <a:gd name="connsiteY7-57924" fmla="*/ 1828 h 4213"/>
                    <a:gd name="connsiteX8-57925" fmla="*/ 614 w 2254"/>
                    <a:gd name="connsiteY8-57926" fmla="*/ 1883 h 4213"/>
                    <a:gd name="connsiteX9-57927" fmla="*/ 521 w 2254"/>
                    <a:gd name="connsiteY9-57928" fmla="*/ 1877 h 4213"/>
                    <a:gd name="connsiteX10-57929" fmla="*/ 501 w 2254"/>
                    <a:gd name="connsiteY10-57930" fmla="*/ 1994 h 4213"/>
                    <a:gd name="connsiteX11-57931" fmla="*/ 320 w 2254"/>
                    <a:gd name="connsiteY11-57932" fmla="*/ 1941 h 4213"/>
                    <a:gd name="connsiteX12-57933" fmla="*/ 237 w 2254"/>
                    <a:gd name="connsiteY12-57934" fmla="*/ 1939 h 4213"/>
                    <a:gd name="connsiteX13-57935" fmla="*/ 112 w 2254"/>
                    <a:gd name="connsiteY13-57936" fmla="*/ 2014 h 4213"/>
                    <a:gd name="connsiteX14-57937" fmla="*/ 0 w 2254"/>
                    <a:gd name="connsiteY14-57938" fmla="*/ 1890 h 4213"/>
                    <a:gd name="connsiteX15-57939" fmla="*/ 94 w 2254"/>
                    <a:gd name="connsiteY15-57940" fmla="*/ 1804 h 4213"/>
                    <a:gd name="connsiteX16-57941" fmla="*/ 98 w 2254"/>
                    <a:gd name="connsiteY16-57942" fmla="*/ 1634 h 4213"/>
                    <a:gd name="connsiteX17-57943" fmla="*/ 153 w 2254"/>
                    <a:gd name="connsiteY17-57944" fmla="*/ 1514 h 4213"/>
                    <a:gd name="connsiteX18-57945" fmla="*/ 196 w 2254"/>
                    <a:gd name="connsiteY18-57946" fmla="*/ 1306 h 4213"/>
                    <a:gd name="connsiteX19-57947" fmla="*/ 256 w 2254"/>
                    <a:gd name="connsiteY19-57948" fmla="*/ 1307 h 4213"/>
                    <a:gd name="connsiteX20-57949" fmla="*/ 579 w 2254"/>
                    <a:gd name="connsiteY20-57950" fmla="*/ 1286 h 4213"/>
                    <a:gd name="connsiteX21-57951" fmla="*/ 753 w 2254"/>
                    <a:gd name="connsiteY21-57952" fmla="*/ 1117 h 4213"/>
                    <a:gd name="connsiteX22-57953" fmla="*/ 822 w 2254"/>
                    <a:gd name="connsiteY22-57954" fmla="*/ 748 h 4213"/>
                    <a:gd name="connsiteX23-57955" fmla="*/ 932 w 2254"/>
                    <a:gd name="connsiteY23-57956" fmla="*/ 486 h 4213"/>
                    <a:gd name="connsiteX24-57957" fmla="*/ 930 w 2254"/>
                    <a:gd name="connsiteY24-57958" fmla="*/ 358 h 4213"/>
                    <a:gd name="connsiteX25-57959" fmla="*/ 917 w 2254"/>
                    <a:gd name="connsiteY25-57960" fmla="*/ 328 h 4213"/>
                    <a:gd name="connsiteX26-57961" fmla="*/ 850 w 2254"/>
                    <a:gd name="connsiteY26-57962" fmla="*/ 251 h 4213"/>
                    <a:gd name="connsiteX27-57963" fmla="*/ 790 w 2254"/>
                    <a:gd name="connsiteY27-57964" fmla="*/ 217 h 4213"/>
                    <a:gd name="connsiteX28-57965" fmla="*/ 915 w 2254"/>
                    <a:gd name="connsiteY28-57966" fmla="*/ 56 h 4213"/>
                    <a:gd name="connsiteX29-57967" fmla="*/ 1088 w 2254"/>
                    <a:gd name="connsiteY29-57968" fmla="*/ 2 h 4213"/>
                    <a:gd name="connsiteX30-57969" fmla="*/ 1120 w 2254"/>
                    <a:gd name="connsiteY30-57970" fmla="*/ 49 h 4213"/>
                    <a:gd name="connsiteX31-57971" fmla="*/ 1110 w 2254"/>
                    <a:gd name="connsiteY31-57972" fmla="*/ 133 h 4213"/>
                    <a:gd name="connsiteX32-57973" fmla="*/ 1049 w 2254"/>
                    <a:gd name="connsiteY32-57974" fmla="*/ 243 h 4213"/>
                    <a:gd name="connsiteX33-57975" fmla="*/ 1119 w 2254"/>
                    <a:gd name="connsiteY33-57976" fmla="*/ 301 h 4213"/>
                    <a:gd name="connsiteX34-57977" fmla="*/ 1233 w 2254"/>
                    <a:gd name="connsiteY34-57978" fmla="*/ 366 h 4213"/>
                    <a:gd name="connsiteX35-57979" fmla="*/ 1253 w 2254"/>
                    <a:gd name="connsiteY35-57980" fmla="*/ 255 h 4213"/>
                    <a:gd name="connsiteX36-57981" fmla="*/ 1387 w 2254"/>
                    <a:gd name="connsiteY36-57982" fmla="*/ 291 h 4213"/>
                    <a:gd name="connsiteX37-57983" fmla="*/ 1412 w 2254"/>
                    <a:gd name="connsiteY37-57984" fmla="*/ 331 h 4213"/>
                    <a:gd name="connsiteX38-57985" fmla="*/ 1488 w 2254"/>
                    <a:gd name="connsiteY38-57986" fmla="*/ 562 h 4213"/>
                    <a:gd name="connsiteX39-57987" fmla="*/ 1523 w 2254"/>
                    <a:gd name="connsiteY39-57988" fmla="*/ 586 h 4213"/>
                    <a:gd name="connsiteX40-57989" fmla="*/ 1615 w 2254"/>
                    <a:gd name="connsiteY40-57990" fmla="*/ 578 h 4213"/>
                    <a:gd name="connsiteX41-57991" fmla="*/ 1875 w 2254"/>
                    <a:gd name="connsiteY41-57992" fmla="*/ 490 h 4213"/>
                    <a:gd name="connsiteX42-57993" fmla="*/ 2095 w 2254"/>
                    <a:gd name="connsiteY42-57994" fmla="*/ 479 h 4213"/>
                    <a:gd name="connsiteX43-57995" fmla="*/ 2155 w 2254"/>
                    <a:gd name="connsiteY43-57996" fmla="*/ 648 h 4213"/>
                    <a:gd name="connsiteX44-57997" fmla="*/ 2073 w 2254"/>
                    <a:gd name="connsiteY44-57998" fmla="*/ 944 h 4213"/>
                    <a:gd name="connsiteX45-57999" fmla="*/ 2073 w 2254"/>
                    <a:gd name="connsiteY45-58000" fmla="*/ 1022 h 4213"/>
                    <a:gd name="connsiteX46-58001" fmla="*/ 2142 w 2254"/>
                    <a:gd name="connsiteY46-58002" fmla="*/ 1168 h 4213"/>
                    <a:gd name="connsiteX47-58003" fmla="*/ 2157 w 2254"/>
                    <a:gd name="connsiteY47-58004" fmla="*/ 1427 h 4213"/>
                    <a:gd name="connsiteX48-58005" fmla="*/ 2159 w 2254"/>
                    <a:gd name="connsiteY48-58006" fmla="*/ 1617 h 4213"/>
                    <a:gd name="connsiteX49-58007" fmla="*/ 2092 w 2254"/>
                    <a:gd name="connsiteY49-58008" fmla="*/ 1625 h 4213"/>
                    <a:gd name="connsiteX50-58009" fmla="*/ 2070 w 2254"/>
                    <a:gd name="connsiteY50-58010" fmla="*/ 1507 h 4213"/>
                    <a:gd name="connsiteX51-58011" fmla="*/ 2035 w 2254"/>
                    <a:gd name="connsiteY51-58012" fmla="*/ 1450 h 4213"/>
                    <a:gd name="connsiteX52-58013" fmla="*/ 1945 w 2254"/>
                    <a:gd name="connsiteY52-58014" fmla="*/ 1582 h 4213"/>
                    <a:gd name="connsiteX53-58015" fmla="*/ 1832 w 2254"/>
                    <a:gd name="connsiteY53-58016" fmla="*/ 1776 h 4213"/>
                    <a:gd name="connsiteX54-58017" fmla="*/ 1713 w 2254"/>
                    <a:gd name="connsiteY54-58018" fmla="*/ 1904 h 4213"/>
                    <a:gd name="connsiteX55-58019" fmla="*/ 1706 w 2254"/>
                    <a:gd name="connsiteY55-58020" fmla="*/ 2018 h 4213"/>
                    <a:gd name="connsiteX56-58021" fmla="*/ 1766 w 2254"/>
                    <a:gd name="connsiteY56-58022" fmla="*/ 2115 h 4213"/>
                    <a:gd name="connsiteX57-58023" fmla="*/ 1868 w 2254"/>
                    <a:gd name="connsiteY57-58024" fmla="*/ 2183 h 4213"/>
                    <a:gd name="connsiteX58-58025" fmla="*/ 1945 w 2254"/>
                    <a:gd name="connsiteY58-58026" fmla="*/ 2178 h 4213"/>
                    <a:gd name="connsiteX59-58027" fmla="*/ 1990 w 2254"/>
                    <a:gd name="connsiteY59-58028" fmla="*/ 2104 h 4213"/>
                    <a:gd name="connsiteX60-58029" fmla="*/ 2024 w 2254"/>
                    <a:gd name="connsiteY60-58030" fmla="*/ 2210 h 4213"/>
                    <a:gd name="connsiteX61-58031" fmla="*/ 1912 w 2254"/>
                    <a:gd name="connsiteY61-58032" fmla="*/ 2249 h 4213"/>
                    <a:gd name="connsiteX62-58033" fmla="*/ 1959 w 2254"/>
                    <a:gd name="connsiteY62-58034" fmla="*/ 2362 h 4213"/>
                    <a:gd name="connsiteX63-58035" fmla="*/ 1824 w 2254"/>
                    <a:gd name="connsiteY63-58036" fmla="*/ 2509 h 4213"/>
                    <a:gd name="connsiteX64-58037" fmla="*/ 1783 w 2254"/>
                    <a:gd name="connsiteY64-58038" fmla="*/ 2498 h 4213"/>
                    <a:gd name="connsiteX65-58039" fmla="*/ 1659 w 2254"/>
                    <a:gd name="connsiteY65-58040" fmla="*/ 2413 h 4213"/>
                    <a:gd name="connsiteX66-58041" fmla="*/ 1604 w 2254"/>
                    <a:gd name="connsiteY66-58042" fmla="*/ 2412 h 4213"/>
                    <a:gd name="connsiteX67-58043" fmla="*/ 1569 w 2254"/>
                    <a:gd name="connsiteY67-58044" fmla="*/ 2480 h 4213"/>
                    <a:gd name="connsiteX68-58045" fmla="*/ 1572 w 2254"/>
                    <a:gd name="connsiteY68-58046" fmla="*/ 2562 h 4213"/>
                    <a:gd name="connsiteX69-58047" fmla="*/ 1750 w 2254"/>
                    <a:gd name="connsiteY69-58048" fmla="*/ 2730 h 4213"/>
                    <a:gd name="connsiteX70-58049" fmla="*/ 1749 w 2254"/>
                    <a:gd name="connsiteY70-58050" fmla="*/ 2844 h 4213"/>
                    <a:gd name="connsiteX71-58051" fmla="*/ 1840 w 2254"/>
                    <a:gd name="connsiteY71-58052" fmla="*/ 3060 h 4213"/>
                    <a:gd name="connsiteX72-58053" fmla="*/ 1866 w 2254"/>
                    <a:gd name="connsiteY72-58054" fmla="*/ 3090 h 4213"/>
                    <a:gd name="connsiteX73-58055" fmla="*/ 1910 w 2254"/>
                    <a:gd name="connsiteY73-58056" fmla="*/ 3094 h 4213"/>
                    <a:gd name="connsiteX74-58057" fmla="*/ 1956 w 2254"/>
                    <a:gd name="connsiteY74-58058" fmla="*/ 3010 h 4213"/>
                    <a:gd name="connsiteX75-58059" fmla="*/ 2036 w 2254"/>
                    <a:gd name="connsiteY75-58060" fmla="*/ 2950 h 4213"/>
                    <a:gd name="connsiteX76-58061" fmla="*/ 2131 w 2254"/>
                    <a:gd name="connsiteY76-58062" fmla="*/ 3126 h 4213"/>
                    <a:gd name="connsiteX77-58063" fmla="*/ 2241 w 2254"/>
                    <a:gd name="connsiteY77-58064" fmla="*/ 3312 h 4213"/>
                    <a:gd name="connsiteX78-58065" fmla="*/ 2254 w 2254"/>
                    <a:gd name="connsiteY78-58066" fmla="*/ 3342 h 4213"/>
                    <a:gd name="connsiteX79-58067" fmla="*/ 2243 w 2254"/>
                    <a:gd name="connsiteY79-58068" fmla="*/ 3518 h 4213"/>
                    <a:gd name="connsiteX80-58069" fmla="*/ 2208 w 2254"/>
                    <a:gd name="connsiteY80-58070" fmla="*/ 3554 h 4213"/>
                    <a:gd name="connsiteX81-58071" fmla="*/ 2119 w 2254"/>
                    <a:gd name="connsiteY81-58072" fmla="*/ 3515 h 4213"/>
                    <a:gd name="connsiteX82-58073" fmla="*/ 1885 w 2254"/>
                    <a:gd name="connsiteY82-58074" fmla="*/ 3644 h 4213"/>
                    <a:gd name="connsiteX83-58075" fmla="*/ 1859 w 2254"/>
                    <a:gd name="connsiteY83-58076" fmla="*/ 3666 h 4213"/>
                    <a:gd name="connsiteX84-58077" fmla="*/ 1679 w 2254"/>
                    <a:gd name="connsiteY84-58078" fmla="*/ 3812 h 4213"/>
                    <a:gd name="connsiteX85-58079" fmla="*/ 1538 w 2254"/>
                    <a:gd name="connsiteY85-58080" fmla="*/ 3926 h 4213"/>
                    <a:gd name="connsiteX86-58081" fmla="*/ 1503 w 2254"/>
                    <a:gd name="connsiteY86-58082" fmla="*/ 3965 h 4213"/>
                    <a:gd name="connsiteX87-58083" fmla="*/ 1451 w 2254"/>
                    <a:gd name="connsiteY87-58084" fmla="*/ 3973 h 4213"/>
                    <a:gd name="connsiteX88-58085" fmla="*/ 1394 w 2254"/>
                    <a:gd name="connsiteY88-58086" fmla="*/ 3916 h 4213"/>
                    <a:gd name="connsiteX89-58087" fmla="*/ 1270 w 2254"/>
                    <a:gd name="connsiteY89-58088" fmla="*/ 3808 h 4213"/>
                    <a:gd name="connsiteX90-58089" fmla="*/ 1294 w 2254"/>
                    <a:gd name="connsiteY90-58090" fmla="*/ 4064 h 4213"/>
                    <a:gd name="connsiteX91-58091" fmla="*/ 1303 w 2254"/>
                    <a:gd name="connsiteY91-58092" fmla="*/ 4192 h 4213"/>
                    <a:gd name="connsiteX92-58093" fmla="*/ 1041 w 2254"/>
                    <a:gd name="connsiteY92-58094" fmla="*/ 4166 h 4213"/>
                    <a:gd name="connsiteX93-58095" fmla="*/ 959 w 2254"/>
                    <a:gd name="connsiteY93-58096" fmla="*/ 3987 h 4213"/>
                    <a:gd name="connsiteX94-58097" fmla="*/ 877 w 2254"/>
                    <a:gd name="connsiteY94-58098" fmla="*/ 3802 h 4213"/>
                    <a:gd name="connsiteX95-58099" fmla="*/ 798 w 2254"/>
                    <a:gd name="connsiteY95-58100" fmla="*/ 3734 h 4213"/>
                    <a:gd name="connsiteX96-58101" fmla="*/ 679 w 2254"/>
                    <a:gd name="connsiteY96-58102" fmla="*/ 3800 h 4213"/>
                    <a:gd name="connsiteX97-58103" fmla="*/ 695 w 2254"/>
                    <a:gd name="connsiteY97-58104" fmla="*/ 3662 h 4213"/>
                    <a:gd name="connsiteX98-58105" fmla="*/ 633 w 2254"/>
                    <a:gd name="connsiteY98-58106" fmla="*/ 3500 h 4213"/>
                    <a:gd name="connsiteX99-58107" fmla="*/ 742 w 2254"/>
                    <a:gd name="connsiteY99-58108" fmla="*/ 3280 h 4213"/>
                    <a:gd name="connsiteX100-58109" fmla="*/ 932 w 2254"/>
                    <a:gd name="connsiteY100-58110" fmla="*/ 3195 h 4213"/>
                    <a:gd name="connsiteX101-58111" fmla="*/ 1040 w 2254"/>
                    <a:gd name="connsiteY101-58112" fmla="*/ 3058 h 4213"/>
                    <a:gd name="connsiteX102-58113" fmla="*/ 1257 w 2254"/>
                    <a:gd name="connsiteY102-58114" fmla="*/ 3273 h 4213"/>
                    <a:gd name="connsiteX103-58115" fmla="*/ 1107 w 2254"/>
                    <a:gd name="connsiteY103-58116" fmla="*/ 2878 h 4213"/>
                    <a:gd name="connsiteX104-58117" fmla="*/ 1215 w 2254"/>
                    <a:gd name="connsiteY104-58118" fmla="*/ 2615 h 4213"/>
                    <a:gd name="connsiteX0-58119" fmla="*/ 1215 w 2254"/>
                    <a:gd name="connsiteY0-58120" fmla="*/ 2615 h 4213"/>
                    <a:gd name="connsiteX1-58121" fmla="*/ 1184 w 2254"/>
                    <a:gd name="connsiteY1-58122" fmla="*/ 2346 h 4213"/>
                    <a:gd name="connsiteX2-58123" fmla="*/ 1068 w 2254"/>
                    <a:gd name="connsiteY2-58124" fmla="*/ 2333 h 4213"/>
                    <a:gd name="connsiteX3-58125" fmla="*/ 1066 w 2254"/>
                    <a:gd name="connsiteY3-58126" fmla="*/ 2117 h 4213"/>
                    <a:gd name="connsiteX4-58127" fmla="*/ 990 w 2254"/>
                    <a:gd name="connsiteY4-58128" fmla="*/ 2039 h 4213"/>
                    <a:gd name="connsiteX5-58129" fmla="*/ 847 w 2254"/>
                    <a:gd name="connsiteY5-58130" fmla="*/ 1951 h 4213"/>
                    <a:gd name="connsiteX6-58131" fmla="*/ 755 w 2254"/>
                    <a:gd name="connsiteY6-58132" fmla="*/ 1827 h 4213"/>
                    <a:gd name="connsiteX7-58133" fmla="*/ 659 w 2254"/>
                    <a:gd name="connsiteY7-58134" fmla="*/ 1828 h 4213"/>
                    <a:gd name="connsiteX8-58135" fmla="*/ 614 w 2254"/>
                    <a:gd name="connsiteY8-58136" fmla="*/ 1883 h 4213"/>
                    <a:gd name="connsiteX9-58137" fmla="*/ 521 w 2254"/>
                    <a:gd name="connsiteY9-58138" fmla="*/ 1877 h 4213"/>
                    <a:gd name="connsiteX10-58139" fmla="*/ 501 w 2254"/>
                    <a:gd name="connsiteY10-58140" fmla="*/ 1994 h 4213"/>
                    <a:gd name="connsiteX11-58141" fmla="*/ 320 w 2254"/>
                    <a:gd name="connsiteY11-58142" fmla="*/ 1941 h 4213"/>
                    <a:gd name="connsiteX12-58143" fmla="*/ 237 w 2254"/>
                    <a:gd name="connsiteY12-58144" fmla="*/ 1939 h 4213"/>
                    <a:gd name="connsiteX13-58145" fmla="*/ 112 w 2254"/>
                    <a:gd name="connsiteY13-58146" fmla="*/ 2014 h 4213"/>
                    <a:gd name="connsiteX14-58147" fmla="*/ 0 w 2254"/>
                    <a:gd name="connsiteY14-58148" fmla="*/ 1890 h 4213"/>
                    <a:gd name="connsiteX15-58149" fmla="*/ 94 w 2254"/>
                    <a:gd name="connsiteY15-58150" fmla="*/ 1804 h 4213"/>
                    <a:gd name="connsiteX16-58151" fmla="*/ 98 w 2254"/>
                    <a:gd name="connsiteY16-58152" fmla="*/ 1634 h 4213"/>
                    <a:gd name="connsiteX17-58153" fmla="*/ 153 w 2254"/>
                    <a:gd name="connsiteY17-58154" fmla="*/ 1514 h 4213"/>
                    <a:gd name="connsiteX18-58155" fmla="*/ 196 w 2254"/>
                    <a:gd name="connsiteY18-58156" fmla="*/ 1306 h 4213"/>
                    <a:gd name="connsiteX19-58157" fmla="*/ 256 w 2254"/>
                    <a:gd name="connsiteY19-58158" fmla="*/ 1307 h 4213"/>
                    <a:gd name="connsiteX20-58159" fmla="*/ 579 w 2254"/>
                    <a:gd name="connsiteY20-58160" fmla="*/ 1286 h 4213"/>
                    <a:gd name="connsiteX21-58161" fmla="*/ 753 w 2254"/>
                    <a:gd name="connsiteY21-58162" fmla="*/ 1117 h 4213"/>
                    <a:gd name="connsiteX22-58163" fmla="*/ 822 w 2254"/>
                    <a:gd name="connsiteY22-58164" fmla="*/ 748 h 4213"/>
                    <a:gd name="connsiteX23-58165" fmla="*/ 932 w 2254"/>
                    <a:gd name="connsiteY23-58166" fmla="*/ 486 h 4213"/>
                    <a:gd name="connsiteX24-58167" fmla="*/ 930 w 2254"/>
                    <a:gd name="connsiteY24-58168" fmla="*/ 358 h 4213"/>
                    <a:gd name="connsiteX25-58169" fmla="*/ 917 w 2254"/>
                    <a:gd name="connsiteY25-58170" fmla="*/ 328 h 4213"/>
                    <a:gd name="connsiteX26-58171" fmla="*/ 850 w 2254"/>
                    <a:gd name="connsiteY26-58172" fmla="*/ 251 h 4213"/>
                    <a:gd name="connsiteX27-58173" fmla="*/ 790 w 2254"/>
                    <a:gd name="connsiteY27-58174" fmla="*/ 217 h 4213"/>
                    <a:gd name="connsiteX28-58175" fmla="*/ 915 w 2254"/>
                    <a:gd name="connsiteY28-58176" fmla="*/ 56 h 4213"/>
                    <a:gd name="connsiteX29-58177" fmla="*/ 1088 w 2254"/>
                    <a:gd name="connsiteY29-58178" fmla="*/ 2 h 4213"/>
                    <a:gd name="connsiteX30-58179" fmla="*/ 1120 w 2254"/>
                    <a:gd name="connsiteY30-58180" fmla="*/ 49 h 4213"/>
                    <a:gd name="connsiteX31-58181" fmla="*/ 1110 w 2254"/>
                    <a:gd name="connsiteY31-58182" fmla="*/ 133 h 4213"/>
                    <a:gd name="connsiteX32-58183" fmla="*/ 1049 w 2254"/>
                    <a:gd name="connsiteY32-58184" fmla="*/ 243 h 4213"/>
                    <a:gd name="connsiteX33-58185" fmla="*/ 1119 w 2254"/>
                    <a:gd name="connsiteY33-58186" fmla="*/ 301 h 4213"/>
                    <a:gd name="connsiteX34-58187" fmla="*/ 1233 w 2254"/>
                    <a:gd name="connsiteY34-58188" fmla="*/ 366 h 4213"/>
                    <a:gd name="connsiteX35-58189" fmla="*/ 1253 w 2254"/>
                    <a:gd name="connsiteY35-58190" fmla="*/ 255 h 4213"/>
                    <a:gd name="connsiteX36-58191" fmla="*/ 1387 w 2254"/>
                    <a:gd name="connsiteY36-58192" fmla="*/ 291 h 4213"/>
                    <a:gd name="connsiteX37-58193" fmla="*/ 1412 w 2254"/>
                    <a:gd name="connsiteY37-58194" fmla="*/ 331 h 4213"/>
                    <a:gd name="connsiteX38-58195" fmla="*/ 1488 w 2254"/>
                    <a:gd name="connsiteY38-58196" fmla="*/ 562 h 4213"/>
                    <a:gd name="connsiteX39-58197" fmla="*/ 1523 w 2254"/>
                    <a:gd name="connsiteY39-58198" fmla="*/ 586 h 4213"/>
                    <a:gd name="connsiteX40-58199" fmla="*/ 1615 w 2254"/>
                    <a:gd name="connsiteY40-58200" fmla="*/ 578 h 4213"/>
                    <a:gd name="connsiteX41-58201" fmla="*/ 1875 w 2254"/>
                    <a:gd name="connsiteY41-58202" fmla="*/ 490 h 4213"/>
                    <a:gd name="connsiteX42-58203" fmla="*/ 2095 w 2254"/>
                    <a:gd name="connsiteY42-58204" fmla="*/ 479 h 4213"/>
                    <a:gd name="connsiteX43-58205" fmla="*/ 2155 w 2254"/>
                    <a:gd name="connsiteY43-58206" fmla="*/ 648 h 4213"/>
                    <a:gd name="connsiteX44-58207" fmla="*/ 2073 w 2254"/>
                    <a:gd name="connsiteY44-58208" fmla="*/ 944 h 4213"/>
                    <a:gd name="connsiteX45-58209" fmla="*/ 2073 w 2254"/>
                    <a:gd name="connsiteY45-58210" fmla="*/ 1022 h 4213"/>
                    <a:gd name="connsiteX46-58211" fmla="*/ 2142 w 2254"/>
                    <a:gd name="connsiteY46-58212" fmla="*/ 1168 h 4213"/>
                    <a:gd name="connsiteX47-58213" fmla="*/ 2157 w 2254"/>
                    <a:gd name="connsiteY47-58214" fmla="*/ 1427 h 4213"/>
                    <a:gd name="connsiteX48-58215" fmla="*/ 2159 w 2254"/>
                    <a:gd name="connsiteY48-58216" fmla="*/ 1617 h 4213"/>
                    <a:gd name="connsiteX49-58217" fmla="*/ 2092 w 2254"/>
                    <a:gd name="connsiteY49-58218" fmla="*/ 1625 h 4213"/>
                    <a:gd name="connsiteX50-58219" fmla="*/ 2070 w 2254"/>
                    <a:gd name="connsiteY50-58220" fmla="*/ 1507 h 4213"/>
                    <a:gd name="connsiteX51-58221" fmla="*/ 2035 w 2254"/>
                    <a:gd name="connsiteY51-58222" fmla="*/ 1450 h 4213"/>
                    <a:gd name="connsiteX52-58223" fmla="*/ 1945 w 2254"/>
                    <a:gd name="connsiteY52-58224" fmla="*/ 1582 h 4213"/>
                    <a:gd name="connsiteX53-58225" fmla="*/ 1832 w 2254"/>
                    <a:gd name="connsiteY53-58226" fmla="*/ 1776 h 4213"/>
                    <a:gd name="connsiteX54-58227" fmla="*/ 1713 w 2254"/>
                    <a:gd name="connsiteY54-58228" fmla="*/ 1904 h 4213"/>
                    <a:gd name="connsiteX55-58229" fmla="*/ 1706 w 2254"/>
                    <a:gd name="connsiteY55-58230" fmla="*/ 2018 h 4213"/>
                    <a:gd name="connsiteX56-58231" fmla="*/ 1766 w 2254"/>
                    <a:gd name="connsiteY56-58232" fmla="*/ 2115 h 4213"/>
                    <a:gd name="connsiteX57-58233" fmla="*/ 1868 w 2254"/>
                    <a:gd name="connsiteY57-58234" fmla="*/ 2183 h 4213"/>
                    <a:gd name="connsiteX58-58235" fmla="*/ 1945 w 2254"/>
                    <a:gd name="connsiteY58-58236" fmla="*/ 2178 h 4213"/>
                    <a:gd name="connsiteX59-58237" fmla="*/ 1990 w 2254"/>
                    <a:gd name="connsiteY59-58238" fmla="*/ 2104 h 4213"/>
                    <a:gd name="connsiteX60-58239" fmla="*/ 2024 w 2254"/>
                    <a:gd name="connsiteY60-58240" fmla="*/ 2210 h 4213"/>
                    <a:gd name="connsiteX61-58241" fmla="*/ 1912 w 2254"/>
                    <a:gd name="connsiteY61-58242" fmla="*/ 2249 h 4213"/>
                    <a:gd name="connsiteX62-58243" fmla="*/ 1959 w 2254"/>
                    <a:gd name="connsiteY62-58244" fmla="*/ 2362 h 4213"/>
                    <a:gd name="connsiteX63-58245" fmla="*/ 1824 w 2254"/>
                    <a:gd name="connsiteY63-58246" fmla="*/ 2509 h 4213"/>
                    <a:gd name="connsiteX64-58247" fmla="*/ 1783 w 2254"/>
                    <a:gd name="connsiteY64-58248" fmla="*/ 2498 h 4213"/>
                    <a:gd name="connsiteX65-58249" fmla="*/ 1659 w 2254"/>
                    <a:gd name="connsiteY65-58250" fmla="*/ 2413 h 4213"/>
                    <a:gd name="connsiteX66-58251" fmla="*/ 1604 w 2254"/>
                    <a:gd name="connsiteY66-58252" fmla="*/ 2412 h 4213"/>
                    <a:gd name="connsiteX67-58253" fmla="*/ 1569 w 2254"/>
                    <a:gd name="connsiteY67-58254" fmla="*/ 2480 h 4213"/>
                    <a:gd name="connsiteX68-58255" fmla="*/ 1572 w 2254"/>
                    <a:gd name="connsiteY68-58256" fmla="*/ 2562 h 4213"/>
                    <a:gd name="connsiteX69-58257" fmla="*/ 1750 w 2254"/>
                    <a:gd name="connsiteY69-58258" fmla="*/ 2730 h 4213"/>
                    <a:gd name="connsiteX70-58259" fmla="*/ 1749 w 2254"/>
                    <a:gd name="connsiteY70-58260" fmla="*/ 2844 h 4213"/>
                    <a:gd name="connsiteX71-58261" fmla="*/ 1840 w 2254"/>
                    <a:gd name="connsiteY71-58262" fmla="*/ 3060 h 4213"/>
                    <a:gd name="connsiteX72-58263" fmla="*/ 1866 w 2254"/>
                    <a:gd name="connsiteY72-58264" fmla="*/ 3090 h 4213"/>
                    <a:gd name="connsiteX73-58265" fmla="*/ 1910 w 2254"/>
                    <a:gd name="connsiteY73-58266" fmla="*/ 3094 h 4213"/>
                    <a:gd name="connsiteX74-58267" fmla="*/ 1956 w 2254"/>
                    <a:gd name="connsiteY74-58268" fmla="*/ 3010 h 4213"/>
                    <a:gd name="connsiteX75-58269" fmla="*/ 2036 w 2254"/>
                    <a:gd name="connsiteY75-58270" fmla="*/ 2950 h 4213"/>
                    <a:gd name="connsiteX76-58271" fmla="*/ 2131 w 2254"/>
                    <a:gd name="connsiteY76-58272" fmla="*/ 3126 h 4213"/>
                    <a:gd name="connsiteX77-58273" fmla="*/ 2241 w 2254"/>
                    <a:gd name="connsiteY77-58274" fmla="*/ 3312 h 4213"/>
                    <a:gd name="connsiteX78-58275" fmla="*/ 2254 w 2254"/>
                    <a:gd name="connsiteY78-58276" fmla="*/ 3342 h 4213"/>
                    <a:gd name="connsiteX79-58277" fmla="*/ 2243 w 2254"/>
                    <a:gd name="connsiteY79-58278" fmla="*/ 3518 h 4213"/>
                    <a:gd name="connsiteX80-58279" fmla="*/ 2208 w 2254"/>
                    <a:gd name="connsiteY80-58280" fmla="*/ 3554 h 4213"/>
                    <a:gd name="connsiteX81-58281" fmla="*/ 2119 w 2254"/>
                    <a:gd name="connsiteY81-58282" fmla="*/ 3515 h 4213"/>
                    <a:gd name="connsiteX82-58283" fmla="*/ 1885 w 2254"/>
                    <a:gd name="connsiteY82-58284" fmla="*/ 3644 h 4213"/>
                    <a:gd name="connsiteX83-58285" fmla="*/ 1859 w 2254"/>
                    <a:gd name="connsiteY83-58286" fmla="*/ 3666 h 4213"/>
                    <a:gd name="connsiteX84-58287" fmla="*/ 1679 w 2254"/>
                    <a:gd name="connsiteY84-58288" fmla="*/ 3812 h 4213"/>
                    <a:gd name="connsiteX85-58289" fmla="*/ 1538 w 2254"/>
                    <a:gd name="connsiteY85-58290" fmla="*/ 3926 h 4213"/>
                    <a:gd name="connsiteX86-58291" fmla="*/ 1503 w 2254"/>
                    <a:gd name="connsiteY86-58292" fmla="*/ 3965 h 4213"/>
                    <a:gd name="connsiteX87-58293" fmla="*/ 1451 w 2254"/>
                    <a:gd name="connsiteY87-58294" fmla="*/ 3973 h 4213"/>
                    <a:gd name="connsiteX88-58295" fmla="*/ 1394 w 2254"/>
                    <a:gd name="connsiteY88-58296" fmla="*/ 3916 h 4213"/>
                    <a:gd name="connsiteX89-58297" fmla="*/ 1270 w 2254"/>
                    <a:gd name="connsiteY89-58298" fmla="*/ 3808 h 4213"/>
                    <a:gd name="connsiteX90-58299" fmla="*/ 1294 w 2254"/>
                    <a:gd name="connsiteY90-58300" fmla="*/ 4064 h 4213"/>
                    <a:gd name="connsiteX91-58301" fmla="*/ 1303 w 2254"/>
                    <a:gd name="connsiteY91-58302" fmla="*/ 4192 h 4213"/>
                    <a:gd name="connsiteX92-58303" fmla="*/ 1041 w 2254"/>
                    <a:gd name="connsiteY92-58304" fmla="*/ 4166 h 4213"/>
                    <a:gd name="connsiteX93-58305" fmla="*/ 959 w 2254"/>
                    <a:gd name="connsiteY93-58306" fmla="*/ 3987 h 4213"/>
                    <a:gd name="connsiteX94-58307" fmla="*/ 877 w 2254"/>
                    <a:gd name="connsiteY94-58308" fmla="*/ 3802 h 4213"/>
                    <a:gd name="connsiteX95-58309" fmla="*/ 798 w 2254"/>
                    <a:gd name="connsiteY95-58310" fmla="*/ 3734 h 4213"/>
                    <a:gd name="connsiteX96-58311" fmla="*/ 679 w 2254"/>
                    <a:gd name="connsiteY96-58312" fmla="*/ 3800 h 4213"/>
                    <a:gd name="connsiteX97-58313" fmla="*/ 695 w 2254"/>
                    <a:gd name="connsiteY97-58314" fmla="*/ 3662 h 4213"/>
                    <a:gd name="connsiteX98-58315" fmla="*/ 633 w 2254"/>
                    <a:gd name="connsiteY98-58316" fmla="*/ 3500 h 4213"/>
                    <a:gd name="connsiteX99-58317" fmla="*/ 742 w 2254"/>
                    <a:gd name="connsiteY99-58318" fmla="*/ 3280 h 4213"/>
                    <a:gd name="connsiteX100-58319" fmla="*/ 932 w 2254"/>
                    <a:gd name="connsiteY100-58320" fmla="*/ 3195 h 4213"/>
                    <a:gd name="connsiteX101-58321" fmla="*/ 1040 w 2254"/>
                    <a:gd name="connsiteY101-58322" fmla="*/ 3058 h 4213"/>
                    <a:gd name="connsiteX102-58323" fmla="*/ 1107 w 2254"/>
                    <a:gd name="connsiteY102-58324" fmla="*/ 2878 h 4213"/>
                    <a:gd name="connsiteX103-58325" fmla="*/ 1215 w 2254"/>
                    <a:gd name="connsiteY103-58326" fmla="*/ 2615 h 4213"/>
                    <a:gd name="connsiteX0-58327" fmla="*/ 1215 w 2254"/>
                    <a:gd name="connsiteY0-58328" fmla="*/ 2615 h 4213"/>
                    <a:gd name="connsiteX1-58329" fmla="*/ 1184 w 2254"/>
                    <a:gd name="connsiteY1-58330" fmla="*/ 2346 h 4213"/>
                    <a:gd name="connsiteX2-58331" fmla="*/ 1068 w 2254"/>
                    <a:gd name="connsiteY2-58332" fmla="*/ 2333 h 4213"/>
                    <a:gd name="connsiteX3-58333" fmla="*/ 1066 w 2254"/>
                    <a:gd name="connsiteY3-58334" fmla="*/ 2117 h 4213"/>
                    <a:gd name="connsiteX4-58335" fmla="*/ 990 w 2254"/>
                    <a:gd name="connsiteY4-58336" fmla="*/ 2039 h 4213"/>
                    <a:gd name="connsiteX5-58337" fmla="*/ 847 w 2254"/>
                    <a:gd name="connsiteY5-58338" fmla="*/ 1951 h 4213"/>
                    <a:gd name="connsiteX6-58339" fmla="*/ 755 w 2254"/>
                    <a:gd name="connsiteY6-58340" fmla="*/ 1827 h 4213"/>
                    <a:gd name="connsiteX7-58341" fmla="*/ 659 w 2254"/>
                    <a:gd name="connsiteY7-58342" fmla="*/ 1828 h 4213"/>
                    <a:gd name="connsiteX8-58343" fmla="*/ 614 w 2254"/>
                    <a:gd name="connsiteY8-58344" fmla="*/ 1883 h 4213"/>
                    <a:gd name="connsiteX9-58345" fmla="*/ 521 w 2254"/>
                    <a:gd name="connsiteY9-58346" fmla="*/ 1877 h 4213"/>
                    <a:gd name="connsiteX10-58347" fmla="*/ 501 w 2254"/>
                    <a:gd name="connsiteY10-58348" fmla="*/ 1994 h 4213"/>
                    <a:gd name="connsiteX11-58349" fmla="*/ 320 w 2254"/>
                    <a:gd name="connsiteY11-58350" fmla="*/ 1941 h 4213"/>
                    <a:gd name="connsiteX12-58351" fmla="*/ 237 w 2254"/>
                    <a:gd name="connsiteY12-58352" fmla="*/ 1939 h 4213"/>
                    <a:gd name="connsiteX13-58353" fmla="*/ 112 w 2254"/>
                    <a:gd name="connsiteY13-58354" fmla="*/ 2014 h 4213"/>
                    <a:gd name="connsiteX14-58355" fmla="*/ 0 w 2254"/>
                    <a:gd name="connsiteY14-58356" fmla="*/ 1890 h 4213"/>
                    <a:gd name="connsiteX15-58357" fmla="*/ 94 w 2254"/>
                    <a:gd name="connsiteY15-58358" fmla="*/ 1804 h 4213"/>
                    <a:gd name="connsiteX16-58359" fmla="*/ 98 w 2254"/>
                    <a:gd name="connsiteY16-58360" fmla="*/ 1634 h 4213"/>
                    <a:gd name="connsiteX17-58361" fmla="*/ 153 w 2254"/>
                    <a:gd name="connsiteY17-58362" fmla="*/ 1514 h 4213"/>
                    <a:gd name="connsiteX18-58363" fmla="*/ 196 w 2254"/>
                    <a:gd name="connsiteY18-58364" fmla="*/ 1306 h 4213"/>
                    <a:gd name="connsiteX19-58365" fmla="*/ 256 w 2254"/>
                    <a:gd name="connsiteY19-58366" fmla="*/ 1307 h 4213"/>
                    <a:gd name="connsiteX20-58367" fmla="*/ 579 w 2254"/>
                    <a:gd name="connsiteY20-58368" fmla="*/ 1286 h 4213"/>
                    <a:gd name="connsiteX21-58369" fmla="*/ 753 w 2254"/>
                    <a:gd name="connsiteY21-58370" fmla="*/ 1117 h 4213"/>
                    <a:gd name="connsiteX22-58371" fmla="*/ 822 w 2254"/>
                    <a:gd name="connsiteY22-58372" fmla="*/ 748 h 4213"/>
                    <a:gd name="connsiteX23-58373" fmla="*/ 932 w 2254"/>
                    <a:gd name="connsiteY23-58374" fmla="*/ 486 h 4213"/>
                    <a:gd name="connsiteX24-58375" fmla="*/ 930 w 2254"/>
                    <a:gd name="connsiteY24-58376" fmla="*/ 358 h 4213"/>
                    <a:gd name="connsiteX25-58377" fmla="*/ 917 w 2254"/>
                    <a:gd name="connsiteY25-58378" fmla="*/ 328 h 4213"/>
                    <a:gd name="connsiteX26-58379" fmla="*/ 850 w 2254"/>
                    <a:gd name="connsiteY26-58380" fmla="*/ 251 h 4213"/>
                    <a:gd name="connsiteX27-58381" fmla="*/ 790 w 2254"/>
                    <a:gd name="connsiteY27-58382" fmla="*/ 217 h 4213"/>
                    <a:gd name="connsiteX28-58383" fmla="*/ 915 w 2254"/>
                    <a:gd name="connsiteY28-58384" fmla="*/ 56 h 4213"/>
                    <a:gd name="connsiteX29-58385" fmla="*/ 1088 w 2254"/>
                    <a:gd name="connsiteY29-58386" fmla="*/ 2 h 4213"/>
                    <a:gd name="connsiteX30-58387" fmla="*/ 1120 w 2254"/>
                    <a:gd name="connsiteY30-58388" fmla="*/ 49 h 4213"/>
                    <a:gd name="connsiteX31-58389" fmla="*/ 1110 w 2254"/>
                    <a:gd name="connsiteY31-58390" fmla="*/ 133 h 4213"/>
                    <a:gd name="connsiteX32-58391" fmla="*/ 1049 w 2254"/>
                    <a:gd name="connsiteY32-58392" fmla="*/ 243 h 4213"/>
                    <a:gd name="connsiteX33-58393" fmla="*/ 1119 w 2254"/>
                    <a:gd name="connsiteY33-58394" fmla="*/ 301 h 4213"/>
                    <a:gd name="connsiteX34-58395" fmla="*/ 1233 w 2254"/>
                    <a:gd name="connsiteY34-58396" fmla="*/ 366 h 4213"/>
                    <a:gd name="connsiteX35-58397" fmla="*/ 1253 w 2254"/>
                    <a:gd name="connsiteY35-58398" fmla="*/ 255 h 4213"/>
                    <a:gd name="connsiteX36-58399" fmla="*/ 1387 w 2254"/>
                    <a:gd name="connsiteY36-58400" fmla="*/ 291 h 4213"/>
                    <a:gd name="connsiteX37-58401" fmla="*/ 1412 w 2254"/>
                    <a:gd name="connsiteY37-58402" fmla="*/ 331 h 4213"/>
                    <a:gd name="connsiteX38-58403" fmla="*/ 1488 w 2254"/>
                    <a:gd name="connsiteY38-58404" fmla="*/ 562 h 4213"/>
                    <a:gd name="connsiteX39-58405" fmla="*/ 1523 w 2254"/>
                    <a:gd name="connsiteY39-58406" fmla="*/ 586 h 4213"/>
                    <a:gd name="connsiteX40-58407" fmla="*/ 1615 w 2254"/>
                    <a:gd name="connsiteY40-58408" fmla="*/ 578 h 4213"/>
                    <a:gd name="connsiteX41-58409" fmla="*/ 1875 w 2254"/>
                    <a:gd name="connsiteY41-58410" fmla="*/ 490 h 4213"/>
                    <a:gd name="connsiteX42-58411" fmla="*/ 2095 w 2254"/>
                    <a:gd name="connsiteY42-58412" fmla="*/ 479 h 4213"/>
                    <a:gd name="connsiteX43-58413" fmla="*/ 2155 w 2254"/>
                    <a:gd name="connsiteY43-58414" fmla="*/ 648 h 4213"/>
                    <a:gd name="connsiteX44-58415" fmla="*/ 2073 w 2254"/>
                    <a:gd name="connsiteY44-58416" fmla="*/ 944 h 4213"/>
                    <a:gd name="connsiteX45-58417" fmla="*/ 2073 w 2254"/>
                    <a:gd name="connsiteY45-58418" fmla="*/ 1022 h 4213"/>
                    <a:gd name="connsiteX46-58419" fmla="*/ 2142 w 2254"/>
                    <a:gd name="connsiteY46-58420" fmla="*/ 1168 h 4213"/>
                    <a:gd name="connsiteX47-58421" fmla="*/ 2157 w 2254"/>
                    <a:gd name="connsiteY47-58422" fmla="*/ 1427 h 4213"/>
                    <a:gd name="connsiteX48-58423" fmla="*/ 2159 w 2254"/>
                    <a:gd name="connsiteY48-58424" fmla="*/ 1617 h 4213"/>
                    <a:gd name="connsiteX49-58425" fmla="*/ 2092 w 2254"/>
                    <a:gd name="connsiteY49-58426" fmla="*/ 1625 h 4213"/>
                    <a:gd name="connsiteX50-58427" fmla="*/ 2070 w 2254"/>
                    <a:gd name="connsiteY50-58428" fmla="*/ 1507 h 4213"/>
                    <a:gd name="connsiteX51-58429" fmla="*/ 2035 w 2254"/>
                    <a:gd name="connsiteY51-58430" fmla="*/ 1450 h 4213"/>
                    <a:gd name="connsiteX52-58431" fmla="*/ 1945 w 2254"/>
                    <a:gd name="connsiteY52-58432" fmla="*/ 1582 h 4213"/>
                    <a:gd name="connsiteX53-58433" fmla="*/ 1832 w 2254"/>
                    <a:gd name="connsiteY53-58434" fmla="*/ 1776 h 4213"/>
                    <a:gd name="connsiteX54-58435" fmla="*/ 1713 w 2254"/>
                    <a:gd name="connsiteY54-58436" fmla="*/ 1904 h 4213"/>
                    <a:gd name="connsiteX55-58437" fmla="*/ 1706 w 2254"/>
                    <a:gd name="connsiteY55-58438" fmla="*/ 2018 h 4213"/>
                    <a:gd name="connsiteX56-58439" fmla="*/ 1766 w 2254"/>
                    <a:gd name="connsiteY56-58440" fmla="*/ 2115 h 4213"/>
                    <a:gd name="connsiteX57-58441" fmla="*/ 1868 w 2254"/>
                    <a:gd name="connsiteY57-58442" fmla="*/ 2183 h 4213"/>
                    <a:gd name="connsiteX58-58443" fmla="*/ 1945 w 2254"/>
                    <a:gd name="connsiteY58-58444" fmla="*/ 2178 h 4213"/>
                    <a:gd name="connsiteX59-58445" fmla="*/ 1990 w 2254"/>
                    <a:gd name="connsiteY59-58446" fmla="*/ 2104 h 4213"/>
                    <a:gd name="connsiteX60-58447" fmla="*/ 2024 w 2254"/>
                    <a:gd name="connsiteY60-58448" fmla="*/ 2210 h 4213"/>
                    <a:gd name="connsiteX61-58449" fmla="*/ 1912 w 2254"/>
                    <a:gd name="connsiteY61-58450" fmla="*/ 2249 h 4213"/>
                    <a:gd name="connsiteX62-58451" fmla="*/ 1959 w 2254"/>
                    <a:gd name="connsiteY62-58452" fmla="*/ 2362 h 4213"/>
                    <a:gd name="connsiteX63-58453" fmla="*/ 1824 w 2254"/>
                    <a:gd name="connsiteY63-58454" fmla="*/ 2509 h 4213"/>
                    <a:gd name="connsiteX64-58455" fmla="*/ 1783 w 2254"/>
                    <a:gd name="connsiteY64-58456" fmla="*/ 2498 h 4213"/>
                    <a:gd name="connsiteX65-58457" fmla="*/ 1659 w 2254"/>
                    <a:gd name="connsiteY65-58458" fmla="*/ 2413 h 4213"/>
                    <a:gd name="connsiteX66-58459" fmla="*/ 1604 w 2254"/>
                    <a:gd name="connsiteY66-58460" fmla="*/ 2412 h 4213"/>
                    <a:gd name="connsiteX67-58461" fmla="*/ 1569 w 2254"/>
                    <a:gd name="connsiteY67-58462" fmla="*/ 2480 h 4213"/>
                    <a:gd name="connsiteX68-58463" fmla="*/ 1572 w 2254"/>
                    <a:gd name="connsiteY68-58464" fmla="*/ 2562 h 4213"/>
                    <a:gd name="connsiteX69-58465" fmla="*/ 1750 w 2254"/>
                    <a:gd name="connsiteY69-58466" fmla="*/ 2730 h 4213"/>
                    <a:gd name="connsiteX70-58467" fmla="*/ 1749 w 2254"/>
                    <a:gd name="connsiteY70-58468" fmla="*/ 2844 h 4213"/>
                    <a:gd name="connsiteX71-58469" fmla="*/ 1840 w 2254"/>
                    <a:gd name="connsiteY71-58470" fmla="*/ 3060 h 4213"/>
                    <a:gd name="connsiteX72-58471" fmla="*/ 1866 w 2254"/>
                    <a:gd name="connsiteY72-58472" fmla="*/ 3090 h 4213"/>
                    <a:gd name="connsiteX73-58473" fmla="*/ 1910 w 2254"/>
                    <a:gd name="connsiteY73-58474" fmla="*/ 3094 h 4213"/>
                    <a:gd name="connsiteX74-58475" fmla="*/ 1956 w 2254"/>
                    <a:gd name="connsiteY74-58476" fmla="*/ 3010 h 4213"/>
                    <a:gd name="connsiteX75-58477" fmla="*/ 2036 w 2254"/>
                    <a:gd name="connsiteY75-58478" fmla="*/ 2950 h 4213"/>
                    <a:gd name="connsiteX76-58479" fmla="*/ 2131 w 2254"/>
                    <a:gd name="connsiteY76-58480" fmla="*/ 3126 h 4213"/>
                    <a:gd name="connsiteX77-58481" fmla="*/ 2241 w 2254"/>
                    <a:gd name="connsiteY77-58482" fmla="*/ 3312 h 4213"/>
                    <a:gd name="connsiteX78-58483" fmla="*/ 2254 w 2254"/>
                    <a:gd name="connsiteY78-58484" fmla="*/ 3342 h 4213"/>
                    <a:gd name="connsiteX79-58485" fmla="*/ 2243 w 2254"/>
                    <a:gd name="connsiteY79-58486" fmla="*/ 3518 h 4213"/>
                    <a:gd name="connsiteX80-58487" fmla="*/ 2208 w 2254"/>
                    <a:gd name="connsiteY80-58488" fmla="*/ 3554 h 4213"/>
                    <a:gd name="connsiteX81-58489" fmla="*/ 2119 w 2254"/>
                    <a:gd name="connsiteY81-58490" fmla="*/ 3515 h 4213"/>
                    <a:gd name="connsiteX82-58491" fmla="*/ 1885 w 2254"/>
                    <a:gd name="connsiteY82-58492" fmla="*/ 3644 h 4213"/>
                    <a:gd name="connsiteX83-58493" fmla="*/ 1859 w 2254"/>
                    <a:gd name="connsiteY83-58494" fmla="*/ 3666 h 4213"/>
                    <a:gd name="connsiteX84-58495" fmla="*/ 1679 w 2254"/>
                    <a:gd name="connsiteY84-58496" fmla="*/ 3812 h 4213"/>
                    <a:gd name="connsiteX85-58497" fmla="*/ 1538 w 2254"/>
                    <a:gd name="connsiteY85-58498" fmla="*/ 3926 h 4213"/>
                    <a:gd name="connsiteX86-58499" fmla="*/ 1503 w 2254"/>
                    <a:gd name="connsiteY86-58500" fmla="*/ 3965 h 4213"/>
                    <a:gd name="connsiteX87-58501" fmla="*/ 1451 w 2254"/>
                    <a:gd name="connsiteY87-58502" fmla="*/ 3973 h 4213"/>
                    <a:gd name="connsiteX88-58503" fmla="*/ 1394 w 2254"/>
                    <a:gd name="connsiteY88-58504" fmla="*/ 3916 h 4213"/>
                    <a:gd name="connsiteX89-58505" fmla="*/ 1270 w 2254"/>
                    <a:gd name="connsiteY89-58506" fmla="*/ 3808 h 4213"/>
                    <a:gd name="connsiteX90-58507" fmla="*/ 1294 w 2254"/>
                    <a:gd name="connsiteY90-58508" fmla="*/ 4064 h 4213"/>
                    <a:gd name="connsiteX91-58509" fmla="*/ 1303 w 2254"/>
                    <a:gd name="connsiteY91-58510" fmla="*/ 4192 h 4213"/>
                    <a:gd name="connsiteX92-58511" fmla="*/ 1041 w 2254"/>
                    <a:gd name="connsiteY92-58512" fmla="*/ 4166 h 4213"/>
                    <a:gd name="connsiteX93-58513" fmla="*/ 959 w 2254"/>
                    <a:gd name="connsiteY93-58514" fmla="*/ 3987 h 4213"/>
                    <a:gd name="connsiteX94-58515" fmla="*/ 877 w 2254"/>
                    <a:gd name="connsiteY94-58516" fmla="*/ 3802 h 4213"/>
                    <a:gd name="connsiteX95-58517" fmla="*/ 798 w 2254"/>
                    <a:gd name="connsiteY95-58518" fmla="*/ 3734 h 4213"/>
                    <a:gd name="connsiteX96-58519" fmla="*/ 679 w 2254"/>
                    <a:gd name="connsiteY96-58520" fmla="*/ 3800 h 4213"/>
                    <a:gd name="connsiteX97-58521" fmla="*/ 695 w 2254"/>
                    <a:gd name="connsiteY97-58522" fmla="*/ 3662 h 4213"/>
                    <a:gd name="connsiteX98-58523" fmla="*/ 633 w 2254"/>
                    <a:gd name="connsiteY98-58524" fmla="*/ 3500 h 4213"/>
                    <a:gd name="connsiteX99-58525" fmla="*/ 742 w 2254"/>
                    <a:gd name="connsiteY99-58526" fmla="*/ 3280 h 4213"/>
                    <a:gd name="connsiteX100-58527" fmla="*/ 932 w 2254"/>
                    <a:gd name="connsiteY100-58528" fmla="*/ 3195 h 4213"/>
                    <a:gd name="connsiteX101-58529" fmla="*/ 1040 w 2254"/>
                    <a:gd name="connsiteY101-58530" fmla="*/ 3058 h 4213"/>
                    <a:gd name="connsiteX102-58531" fmla="*/ 1097 w 2254"/>
                    <a:gd name="connsiteY102-58532" fmla="*/ 3052 h 4213"/>
                    <a:gd name="connsiteX103-58533" fmla="*/ 1107 w 2254"/>
                    <a:gd name="connsiteY103-58534" fmla="*/ 2878 h 4213"/>
                    <a:gd name="connsiteX104-58535" fmla="*/ 1215 w 2254"/>
                    <a:gd name="connsiteY104-58536" fmla="*/ 2615 h 4213"/>
                    <a:gd name="connsiteX0-58537" fmla="*/ 1215 w 2254"/>
                    <a:gd name="connsiteY0-58538" fmla="*/ 2615 h 4213"/>
                    <a:gd name="connsiteX1-58539" fmla="*/ 1184 w 2254"/>
                    <a:gd name="connsiteY1-58540" fmla="*/ 2346 h 4213"/>
                    <a:gd name="connsiteX2-58541" fmla="*/ 1068 w 2254"/>
                    <a:gd name="connsiteY2-58542" fmla="*/ 2333 h 4213"/>
                    <a:gd name="connsiteX3-58543" fmla="*/ 1066 w 2254"/>
                    <a:gd name="connsiteY3-58544" fmla="*/ 2117 h 4213"/>
                    <a:gd name="connsiteX4-58545" fmla="*/ 990 w 2254"/>
                    <a:gd name="connsiteY4-58546" fmla="*/ 2039 h 4213"/>
                    <a:gd name="connsiteX5-58547" fmla="*/ 847 w 2254"/>
                    <a:gd name="connsiteY5-58548" fmla="*/ 1951 h 4213"/>
                    <a:gd name="connsiteX6-58549" fmla="*/ 755 w 2254"/>
                    <a:gd name="connsiteY6-58550" fmla="*/ 1827 h 4213"/>
                    <a:gd name="connsiteX7-58551" fmla="*/ 659 w 2254"/>
                    <a:gd name="connsiteY7-58552" fmla="*/ 1828 h 4213"/>
                    <a:gd name="connsiteX8-58553" fmla="*/ 614 w 2254"/>
                    <a:gd name="connsiteY8-58554" fmla="*/ 1883 h 4213"/>
                    <a:gd name="connsiteX9-58555" fmla="*/ 521 w 2254"/>
                    <a:gd name="connsiteY9-58556" fmla="*/ 1877 h 4213"/>
                    <a:gd name="connsiteX10-58557" fmla="*/ 501 w 2254"/>
                    <a:gd name="connsiteY10-58558" fmla="*/ 1994 h 4213"/>
                    <a:gd name="connsiteX11-58559" fmla="*/ 320 w 2254"/>
                    <a:gd name="connsiteY11-58560" fmla="*/ 1941 h 4213"/>
                    <a:gd name="connsiteX12-58561" fmla="*/ 237 w 2254"/>
                    <a:gd name="connsiteY12-58562" fmla="*/ 1939 h 4213"/>
                    <a:gd name="connsiteX13-58563" fmla="*/ 112 w 2254"/>
                    <a:gd name="connsiteY13-58564" fmla="*/ 2014 h 4213"/>
                    <a:gd name="connsiteX14-58565" fmla="*/ 0 w 2254"/>
                    <a:gd name="connsiteY14-58566" fmla="*/ 1890 h 4213"/>
                    <a:gd name="connsiteX15-58567" fmla="*/ 94 w 2254"/>
                    <a:gd name="connsiteY15-58568" fmla="*/ 1804 h 4213"/>
                    <a:gd name="connsiteX16-58569" fmla="*/ 98 w 2254"/>
                    <a:gd name="connsiteY16-58570" fmla="*/ 1634 h 4213"/>
                    <a:gd name="connsiteX17-58571" fmla="*/ 153 w 2254"/>
                    <a:gd name="connsiteY17-58572" fmla="*/ 1514 h 4213"/>
                    <a:gd name="connsiteX18-58573" fmla="*/ 196 w 2254"/>
                    <a:gd name="connsiteY18-58574" fmla="*/ 1306 h 4213"/>
                    <a:gd name="connsiteX19-58575" fmla="*/ 256 w 2254"/>
                    <a:gd name="connsiteY19-58576" fmla="*/ 1307 h 4213"/>
                    <a:gd name="connsiteX20-58577" fmla="*/ 579 w 2254"/>
                    <a:gd name="connsiteY20-58578" fmla="*/ 1286 h 4213"/>
                    <a:gd name="connsiteX21-58579" fmla="*/ 753 w 2254"/>
                    <a:gd name="connsiteY21-58580" fmla="*/ 1117 h 4213"/>
                    <a:gd name="connsiteX22-58581" fmla="*/ 822 w 2254"/>
                    <a:gd name="connsiteY22-58582" fmla="*/ 748 h 4213"/>
                    <a:gd name="connsiteX23-58583" fmla="*/ 932 w 2254"/>
                    <a:gd name="connsiteY23-58584" fmla="*/ 486 h 4213"/>
                    <a:gd name="connsiteX24-58585" fmla="*/ 930 w 2254"/>
                    <a:gd name="connsiteY24-58586" fmla="*/ 358 h 4213"/>
                    <a:gd name="connsiteX25-58587" fmla="*/ 917 w 2254"/>
                    <a:gd name="connsiteY25-58588" fmla="*/ 328 h 4213"/>
                    <a:gd name="connsiteX26-58589" fmla="*/ 850 w 2254"/>
                    <a:gd name="connsiteY26-58590" fmla="*/ 251 h 4213"/>
                    <a:gd name="connsiteX27-58591" fmla="*/ 790 w 2254"/>
                    <a:gd name="connsiteY27-58592" fmla="*/ 217 h 4213"/>
                    <a:gd name="connsiteX28-58593" fmla="*/ 915 w 2254"/>
                    <a:gd name="connsiteY28-58594" fmla="*/ 56 h 4213"/>
                    <a:gd name="connsiteX29-58595" fmla="*/ 1088 w 2254"/>
                    <a:gd name="connsiteY29-58596" fmla="*/ 2 h 4213"/>
                    <a:gd name="connsiteX30-58597" fmla="*/ 1120 w 2254"/>
                    <a:gd name="connsiteY30-58598" fmla="*/ 49 h 4213"/>
                    <a:gd name="connsiteX31-58599" fmla="*/ 1110 w 2254"/>
                    <a:gd name="connsiteY31-58600" fmla="*/ 133 h 4213"/>
                    <a:gd name="connsiteX32-58601" fmla="*/ 1049 w 2254"/>
                    <a:gd name="connsiteY32-58602" fmla="*/ 243 h 4213"/>
                    <a:gd name="connsiteX33-58603" fmla="*/ 1119 w 2254"/>
                    <a:gd name="connsiteY33-58604" fmla="*/ 301 h 4213"/>
                    <a:gd name="connsiteX34-58605" fmla="*/ 1233 w 2254"/>
                    <a:gd name="connsiteY34-58606" fmla="*/ 366 h 4213"/>
                    <a:gd name="connsiteX35-58607" fmla="*/ 1253 w 2254"/>
                    <a:gd name="connsiteY35-58608" fmla="*/ 255 h 4213"/>
                    <a:gd name="connsiteX36-58609" fmla="*/ 1387 w 2254"/>
                    <a:gd name="connsiteY36-58610" fmla="*/ 291 h 4213"/>
                    <a:gd name="connsiteX37-58611" fmla="*/ 1412 w 2254"/>
                    <a:gd name="connsiteY37-58612" fmla="*/ 331 h 4213"/>
                    <a:gd name="connsiteX38-58613" fmla="*/ 1488 w 2254"/>
                    <a:gd name="connsiteY38-58614" fmla="*/ 562 h 4213"/>
                    <a:gd name="connsiteX39-58615" fmla="*/ 1523 w 2254"/>
                    <a:gd name="connsiteY39-58616" fmla="*/ 586 h 4213"/>
                    <a:gd name="connsiteX40-58617" fmla="*/ 1615 w 2254"/>
                    <a:gd name="connsiteY40-58618" fmla="*/ 578 h 4213"/>
                    <a:gd name="connsiteX41-58619" fmla="*/ 1875 w 2254"/>
                    <a:gd name="connsiteY41-58620" fmla="*/ 490 h 4213"/>
                    <a:gd name="connsiteX42-58621" fmla="*/ 2095 w 2254"/>
                    <a:gd name="connsiteY42-58622" fmla="*/ 479 h 4213"/>
                    <a:gd name="connsiteX43-58623" fmla="*/ 2155 w 2254"/>
                    <a:gd name="connsiteY43-58624" fmla="*/ 648 h 4213"/>
                    <a:gd name="connsiteX44-58625" fmla="*/ 2073 w 2254"/>
                    <a:gd name="connsiteY44-58626" fmla="*/ 944 h 4213"/>
                    <a:gd name="connsiteX45-58627" fmla="*/ 2073 w 2254"/>
                    <a:gd name="connsiteY45-58628" fmla="*/ 1022 h 4213"/>
                    <a:gd name="connsiteX46-58629" fmla="*/ 2142 w 2254"/>
                    <a:gd name="connsiteY46-58630" fmla="*/ 1168 h 4213"/>
                    <a:gd name="connsiteX47-58631" fmla="*/ 2157 w 2254"/>
                    <a:gd name="connsiteY47-58632" fmla="*/ 1427 h 4213"/>
                    <a:gd name="connsiteX48-58633" fmla="*/ 2159 w 2254"/>
                    <a:gd name="connsiteY48-58634" fmla="*/ 1617 h 4213"/>
                    <a:gd name="connsiteX49-58635" fmla="*/ 2092 w 2254"/>
                    <a:gd name="connsiteY49-58636" fmla="*/ 1625 h 4213"/>
                    <a:gd name="connsiteX50-58637" fmla="*/ 2070 w 2254"/>
                    <a:gd name="connsiteY50-58638" fmla="*/ 1507 h 4213"/>
                    <a:gd name="connsiteX51-58639" fmla="*/ 2035 w 2254"/>
                    <a:gd name="connsiteY51-58640" fmla="*/ 1450 h 4213"/>
                    <a:gd name="connsiteX52-58641" fmla="*/ 1945 w 2254"/>
                    <a:gd name="connsiteY52-58642" fmla="*/ 1582 h 4213"/>
                    <a:gd name="connsiteX53-58643" fmla="*/ 1832 w 2254"/>
                    <a:gd name="connsiteY53-58644" fmla="*/ 1776 h 4213"/>
                    <a:gd name="connsiteX54-58645" fmla="*/ 1713 w 2254"/>
                    <a:gd name="connsiteY54-58646" fmla="*/ 1904 h 4213"/>
                    <a:gd name="connsiteX55-58647" fmla="*/ 1706 w 2254"/>
                    <a:gd name="connsiteY55-58648" fmla="*/ 2018 h 4213"/>
                    <a:gd name="connsiteX56-58649" fmla="*/ 1766 w 2254"/>
                    <a:gd name="connsiteY56-58650" fmla="*/ 2115 h 4213"/>
                    <a:gd name="connsiteX57-58651" fmla="*/ 1868 w 2254"/>
                    <a:gd name="connsiteY57-58652" fmla="*/ 2183 h 4213"/>
                    <a:gd name="connsiteX58-58653" fmla="*/ 1945 w 2254"/>
                    <a:gd name="connsiteY58-58654" fmla="*/ 2178 h 4213"/>
                    <a:gd name="connsiteX59-58655" fmla="*/ 1990 w 2254"/>
                    <a:gd name="connsiteY59-58656" fmla="*/ 2104 h 4213"/>
                    <a:gd name="connsiteX60-58657" fmla="*/ 2024 w 2254"/>
                    <a:gd name="connsiteY60-58658" fmla="*/ 2210 h 4213"/>
                    <a:gd name="connsiteX61-58659" fmla="*/ 1912 w 2254"/>
                    <a:gd name="connsiteY61-58660" fmla="*/ 2249 h 4213"/>
                    <a:gd name="connsiteX62-58661" fmla="*/ 1959 w 2254"/>
                    <a:gd name="connsiteY62-58662" fmla="*/ 2362 h 4213"/>
                    <a:gd name="connsiteX63-58663" fmla="*/ 1824 w 2254"/>
                    <a:gd name="connsiteY63-58664" fmla="*/ 2509 h 4213"/>
                    <a:gd name="connsiteX64-58665" fmla="*/ 1783 w 2254"/>
                    <a:gd name="connsiteY64-58666" fmla="*/ 2498 h 4213"/>
                    <a:gd name="connsiteX65-58667" fmla="*/ 1659 w 2254"/>
                    <a:gd name="connsiteY65-58668" fmla="*/ 2413 h 4213"/>
                    <a:gd name="connsiteX66-58669" fmla="*/ 1604 w 2254"/>
                    <a:gd name="connsiteY66-58670" fmla="*/ 2412 h 4213"/>
                    <a:gd name="connsiteX67-58671" fmla="*/ 1569 w 2254"/>
                    <a:gd name="connsiteY67-58672" fmla="*/ 2480 h 4213"/>
                    <a:gd name="connsiteX68-58673" fmla="*/ 1572 w 2254"/>
                    <a:gd name="connsiteY68-58674" fmla="*/ 2562 h 4213"/>
                    <a:gd name="connsiteX69-58675" fmla="*/ 1750 w 2254"/>
                    <a:gd name="connsiteY69-58676" fmla="*/ 2730 h 4213"/>
                    <a:gd name="connsiteX70-58677" fmla="*/ 1749 w 2254"/>
                    <a:gd name="connsiteY70-58678" fmla="*/ 2844 h 4213"/>
                    <a:gd name="connsiteX71-58679" fmla="*/ 1840 w 2254"/>
                    <a:gd name="connsiteY71-58680" fmla="*/ 3060 h 4213"/>
                    <a:gd name="connsiteX72-58681" fmla="*/ 1866 w 2254"/>
                    <a:gd name="connsiteY72-58682" fmla="*/ 3090 h 4213"/>
                    <a:gd name="connsiteX73-58683" fmla="*/ 1910 w 2254"/>
                    <a:gd name="connsiteY73-58684" fmla="*/ 3094 h 4213"/>
                    <a:gd name="connsiteX74-58685" fmla="*/ 1956 w 2254"/>
                    <a:gd name="connsiteY74-58686" fmla="*/ 3010 h 4213"/>
                    <a:gd name="connsiteX75-58687" fmla="*/ 2036 w 2254"/>
                    <a:gd name="connsiteY75-58688" fmla="*/ 2950 h 4213"/>
                    <a:gd name="connsiteX76-58689" fmla="*/ 2131 w 2254"/>
                    <a:gd name="connsiteY76-58690" fmla="*/ 3126 h 4213"/>
                    <a:gd name="connsiteX77-58691" fmla="*/ 2241 w 2254"/>
                    <a:gd name="connsiteY77-58692" fmla="*/ 3312 h 4213"/>
                    <a:gd name="connsiteX78-58693" fmla="*/ 2254 w 2254"/>
                    <a:gd name="connsiteY78-58694" fmla="*/ 3342 h 4213"/>
                    <a:gd name="connsiteX79-58695" fmla="*/ 2243 w 2254"/>
                    <a:gd name="connsiteY79-58696" fmla="*/ 3518 h 4213"/>
                    <a:gd name="connsiteX80-58697" fmla="*/ 2208 w 2254"/>
                    <a:gd name="connsiteY80-58698" fmla="*/ 3554 h 4213"/>
                    <a:gd name="connsiteX81-58699" fmla="*/ 2119 w 2254"/>
                    <a:gd name="connsiteY81-58700" fmla="*/ 3515 h 4213"/>
                    <a:gd name="connsiteX82-58701" fmla="*/ 1885 w 2254"/>
                    <a:gd name="connsiteY82-58702" fmla="*/ 3644 h 4213"/>
                    <a:gd name="connsiteX83-58703" fmla="*/ 1859 w 2254"/>
                    <a:gd name="connsiteY83-58704" fmla="*/ 3666 h 4213"/>
                    <a:gd name="connsiteX84-58705" fmla="*/ 1679 w 2254"/>
                    <a:gd name="connsiteY84-58706" fmla="*/ 3812 h 4213"/>
                    <a:gd name="connsiteX85-58707" fmla="*/ 1538 w 2254"/>
                    <a:gd name="connsiteY85-58708" fmla="*/ 3926 h 4213"/>
                    <a:gd name="connsiteX86-58709" fmla="*/ 1503 w 2254"/>
                    <a:gd name="connsiteY86-58710" fmla="*/ 3965 h 4213"/>
                    <a:gd name="connsiteX87-58711" fmla="*/ 1451 w 2254"/>
                    <a:gd name="connsiteY87-58712" fmla="*/ 3973 h 4213"/>
                    <a:gd name="connsiteX88-58713" fmla="*/ 1394 w 2254"/>
                    <a:gd name="connsiteY88-58714" fmla="*/ 3916 h 4213"/>
                    <a:gd name="connsiteX89-58715" fmla="*/ 1270 w 2254"/>
                    <a:gd name="connsiteY89-58716" fmla="*/ 3808 h 4213"/>
                    <a:gd name="connsiteX90-58717" fmla="*/ 1294 w 2254"/>
                    <a:gd name="connsiteY90-58718" fmla="*/ 4064 h 4213"/>
                    <a:gd name="connsiteX91-58719" fmla="*/ 1303 w 2254"/>
                    <a:gd name="connsiteY91-58720" fmla="*/ 4192 h 4213"/>
                    <a:gd name="connsiteX92-58721" fmla="*/ 1041 w 2254"/>
                    <a:gd name="connsiteY92-58722" fmla="*/ 4166 h 4213"/>
                    <a:gd name="connsiteX93-58723" fmla="*/ 959 w 2254"/>
                    <a:gd name="connsiteY93-58724" fmla="*/ 3987 h 4213"/>
                    <a:gd name="connsiteX94-58725" fmla="*/ 877 w 2254"/>
                    <a:gd name="connsiteY94-58726" fmla="*/ 3802 h 4213"/>
                    <a:gd name="connsiteX95-58727" fmla="*/ 798 w 2254"/>
                    <a:gd name="connsiteY95-58728" fmla="*/ 3734 h 4213"/>
                    <a:gd name="connsiteX96-58729" fmla="*/ 679 w 2254"/>
                    <a:gd name="connsiteY96-58730" fmla="*/ 3800 h 4213"/>
                    <a:gd name="connsiteX97-58731" fmla="*/ 695 w 2254"/>
                    <a:gd name="connsiteY97-58732" fmla="*/ 3662 h 4213"/>
                    <a:gd name="connsiteX98-58733" fmla="*/ 633 w 2254"/>
                    <a:gd name="connsiteY98-58734" fmla="*/ 3500 h 4213"/>
                    <a:gd name="connsiteX99-58735" fmla="*/ 742 w 2254"/>
                    <a:gd name="connsiteY99-58736" fmla="*/ 3280 h 4213"/>
                    <a:gd name="connsiteX100-58737" fmla="*/ 932 w 2254"/>
                    <a:gd name="connsiteY100-58738" fmla="*/ 3195 h 4213"/>
                    <a:gd name="connsiteX101-58739" fmla="*/ 1097 w 2254"/>
                    <a:gd name="connsiteY101-58740" fmla="*/ 3052 h 4213"/>
                    <a:gd name="connsiteX102-58741" fmla="*/ 1107 w 2254"/>
                    <a:gd name="connsiteY102-58742" fmla="*/ 2878 h 4213"/>
                    <a:gd name="connsiteX103-58743" fmla="*/ 1215 w 2254"/>
                    <a:gd name="connsiteY103-58744" fmla="*/ 2615 h 421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Lst>
                  <a:rect l="l" t="t" r="r" b="b"/>
                  <a:pathLst>
                    <a:path w="2254" h="4213">
                      <a:moveTo>
                        <a:pt x="1215" y="2615"/>
                      </a:moveTo>
                      <a:cubicBezTo>
                        <a:pt x="1218" y="2517"/>
                        <a:pt x="1209" y="2393"/>
                        <a:pt x="1184" y="2346"/>
                      </a:cubicBezTo>
                      <a:cubicBezTo>
                        <a:pt x="1176" y="2328"/>
                        <a:pt x="1077" y="2386"/>
                        <a:pt x="1068" y="2333"/>
                      </a:cubicBezTo>
                      <a:cubicBezTo>
                        <a:pt x="1139" y="2263"/>
                        <a:pt x="1101" y="2167"/>
                        <a:pt x="1066" y="2117"/>
                      </a:cubicBezTo>
                      <a:cubicBezTo>
                        <a:pt x="1041" y="2090"/>
                        <a:pt x="1015" y="2063"/>
                        <a:pt x="990" y="2039"/>
                      </a:cubicBezTo>
                      <a:cubicBezTo>
                        <a:pt x="942" y="2009"/>
                        <a:pt x="895" y="1978"/>
                        <a:pt x="847" y="1951"/>
                      </a:cubicBezTo>
                      <a:cubicBezTo>
                        <a:pt x="834" y="1895"/>
                        <a:pt x="764" y="1837"/>
                        <a:pt x="755" y="1827"/>
                      </a:cubicBezTo>
                      <a:cubicBezTo>
                        <a:pt x="723" y="1826"/>
                        <a:pt x="691" y="1826"/>
                        <a:pt x="659" y="1828"/>
                      </a:cubicBezTo>
                      <a:cubicBezTo>
                        <a:pt x="643" y="1844"/>
                        <a:pt x="627" y="1863"/>
                        <a:pt x="614" y="1883"/>
                      </a:cubicBezTo>
                      <a:cubicBezTo>
                        <a:pt x="582" y="1879"/>
                        <a:pt x="550" y="1878"/>
                        <a:pt x="521" y="1877"/>
                      </a:cubicBezTo>
                      <a:cubicBezTo>
                        <a:pt x="515" y="1916"/>
                        <a:pt x="508" y="1955"/>
                        <a:pt x="501" y="1994"/>
                      </a:cubicBezTo>
                      <a:cubicBezTo>
                        <a:pt x="431" y="2019"/>
                        <a:pt x="348" y="1954"/>
                        <a:pt x="320" y="1941"/>
                      </a:cubicBezTo>
                      <a:cubicBezTo>
                        <a:pt x="291" y="1940"/>
                        <a:pt x="262" y="1939"/>
                        <a:pt x="237" y="1939"/>
                      </a:cubicBezTo>
                      <a:cubicBezTo>
                        <a:pt x="176" y="1957"/>
                        <a:pt x="147" y="1985"/>
                        <a:pt x="112" y="2014"/>
                      </a:cubicBezTo>
                      <a:cubicBezTo>
                        <a:pt x="16" y="2012"/>
                        <a:pt x="0" y="1939"/>
                        <a:pt x="0" y="1890"/>
                      </a:cubicBezTo>
                      <a:cubicBezTo>
                        <a:pt x="29" y="1861"/>
                        <a:pt x="61" y="1833"/>
                        <a:pt x="94" y="1804"/>
                      </a:cubicBezTo>
                      <a:cubicBezTo>
                        <a:pt x="94" y="1725"/>
                        <a:pt x="88" y="1683"/>
                        <a:pt x="98" y="1634"/>
                      </a:cubicBezTo>
                      <a:cubicBezTo>
                        <a:pt x="114" y="1592"/>
                        <a:pt x="133" y="1553"/>
                        <a:pt x="153" y="1514"/>
                      </a:cubicBezTo>
                      <a:cubicBezTo>
                        <a:pt x="153" y="1413"/>
                        <a:pt x="147" y="1367"/>
                        <a:pt x="196" y="1306"/>
                      </a:cubicBezTo>
                      <a:cubicBezTo>
                        <a:pt x="215" y="1306"/>
                        <a:pt x="234" y="1307"/>
                        <a:pt x="256" y="1307"/>
                      </a:cubicBezTo>
                      <a:cubicBezTo>
                        <a:pt x="339" y="1319"/>
                        <a:pt x="486" y="1355"/>
                        <a:pt x="579" y="1286"/>
                      </a:cubicBezTo>
                      <a:cubicBezTo>
                        <a:pt x="634" y="1228"/>
                        <a:pt x="704" y="1181"/>
                        <a:pt x="753" y="1117"/>
                      </a:cubicBezTo>
                      <a:cubicBezTo>
                        <a:pt x="753" y="1025"/>
                        <a:pt x="745" y="786"/>
                        <a:pt x="822" y="748"/>
                      </a:cubicBezTo>
                      <a:cubicBezTo>
                        <a:pt x="893" y="655"/>
                        <a:pt x="861" y="556"/>
                        <a:pt x="932" y="486"/>
                      </a:cubicBezTo>
                      <a:cubicBezTo>
                        <a:pt x="929" y="443"/>
                        <a:pt x="929" y="401"/>
                        <a:pt x="930" y="358"/>
                      </a:cubicBezTo>
                      <a:cubicBezTo>
                        <a:pt x="923" y="348"/>
                        <a:pt x="920" y="338"/>
                        <a:pt x="917" y="328"/>
                      </a:cubicBezTo>
                      <a:cubicBezTo>
                        <a:pt x="895" y="302"/>
                        <a:pt x="873" y="275"/>
                        <a:pt x="850" y="251"/>
                      </a:cubicBezTo>
                      <a:cubicBezTo>
                        <a:pt x="828" y="238"/>
                        <a:pt x="809" y="227"/>
                        <a:pt x="790" y="217"/>
                      </a:cubicBezTo>
                      <a:cubicBezTo>
                        <a:pt x="790" y="125"/>
                        <a:pt x="839" y="91"/>
                        <a:pt x="915" y="56"/>
                      </a:cubicBezTo>
                      <a:cubicBezTo>
                        <a:pt x="979" y="58"/>
                        <a:pt x="1018" y="0"/>
                        <a:pt x="1088" y="2"/>
                      </a:cubicBezTo>
                      <a:cubicBezTo>
                        <a:pt x="1088" y="22"/>
                        <a:pt x="1104" y="32"/>
                        <a:pt x="1120" y="49"/>
                      </a:cubicBezTo>
                      <a:cubicBezTo>
                        <a:pt x="1117" y="75"/>
                        <a:pt x="1113" y="104"/>
                        <a:pt x="1110" y="133"/>
                      </a:cubicBezTo>
                      <a:cubicBezTo>
                        <a:pt x="1068" y="175"/>
                        <a:pt x="1049" y="174"/>
                        <a:pt x="1049" y="243"/>
                      </a:cubicBezTo>
                      <a:cubicBezTo>
                        <a:pt x="1071" y="260"/>
                        <a:pt x="1093" y="280"/>
                        <a:pt x="1119" y="301"/>
                      </a:cubicBezTo>
                      <a:cubicBezTo>
                        <a:pt x="1144" y="341"/>
                        <a:pt x="1157" y="351"/>
                        <a:pt x="1233" y="366"/>
                      </a:cubicBezTo>
                      <a:cubicBezTo>
                        <a:pt x="1240" y="327"/>
                        <a:pt x="1246" y="291"/>
                        <a:pt x="1253" y="255"/>
                      </a:cubicBezTo>
                      <a:cubicBezTo>
                        <a:pt x="1288" y="256"/>
                        <a:pt x="1323" y="247"/>
                        <a:pt x="1387" y="291"/>
                      </a:cubicBezTo>
                      <a:cubicBezTo>
                        <a:pt x="1393" y="304"/>
                        <a:pt x="1403" y="318"/>
                        <a:pt x="1412" y="331"/>
                      </a:cubicBezTo>
                      <a:cubicBezTo>
                        <a:pt x="1421" y="400"/>
                        <a:pt x="1434" y="489"/>
                        <a:pt x="1488" y="562"/>
                      </a:cubicBezTo>
                      <a:cubicBezTo>
                        <a:pt x="1497" y="569"/>
                        <a:pt x="1510" y="576"/>
                        <a:pt x="1523" y="586"/>
                      </a:cubicBezTo>
                      <a:cubicBezTo>
                        <a:pt x="1551" y="583"/>
                        <a:pt x="1583" y="581"/>
                        <a:pt x="1615" y="578"/>
                      </a:cubicBezTo>
                      <a:cubicBezTo>
                        <a:pt x="1699" y="538"/>
                        <a:pt x="1794" y="570"/>
                        <a:pt x="1875" y="490"/>
                      </a:cubicBezTo>
                      <a:cubicBezTo>
                        <a:pt x="1926" y="367"/>
                        <a:pt x="2013" y="349"/>
                        <a:pt x="2095" y="479"/>
                      </a:cubicBezTo>
                      <a:cubicBezTo>
                        <a:pt x="2114" y="535"/>
                        <a:pt x="2133" y="591"/>
                        <a:pt x="2155" y="648"/>
                      </a:cubicBezTo>
                      <a:cubicBezTo>
                        <a:pt x="2155" y="703"/>
                        <a:pt x="2109" y="886"/>
                        <a:pt x="2073" y="944"/>
                      </a:cubicBezTo>
                      <a:lnTo>
                        <a:pt x="2073" y="1022"/>
                      </a:lnTo>
                      <a:cubicBezTo>
                        <a:pt x="2095" y="1069"/>
                        <a:pt x="2117" y="1118"/>
                        <a:pt x="2142" y="1168"/>
                      </a:cubicBezTo>
                      <a:cubicBezTo>
                        <a:pt x="2142" y="1227"/>
                        <a:pt x="2042" y="1346"/>
                        <a:pt x="2157" y="1427"/>
                      </a:cubicBezTo>
                      <a:cubicBezTo>
                        <a:pt x="2169" y="1467"/>
                        <a:pt x="2162" y="1545"/>
                        <a:pt x="2159" y="1617"/>
                      </a:cubicBezTo>
                      <a:cubicBezTo>
                        <a:pt x="2136" y="1620"/>
                        <a:pt x="2114" y="1622"/>
                        <a:pt x="2092" y="1625"/>
                      </a:cubicBezTo>
                      <a:cubicBezTo>
                        <a:pt x="2047" y="1578"/>
                        <a:pt x="2070" y="1533"/>
                        <a:pt x="2070" y="1507"/>
                      </a:cubicBezTo>
                      <a:cubicBezTo>
                        <a:pt x="2061" y="1474"/>
                        <a:pt x="2057" y="1474"/>
                        <a:pt x="2035" y="1450"/>
                      </a:cubicBezTo>
                      <a:cubicBezTo>
                        <a:pt x="1904" y="1453"/>
                        <a:pt x="1996" y="1502"/>
                        <a:pt x="1945" y="1582"/>
                      </a:cubicBezTo>
                      <a:cubicBezTo>
                        <a:pt x="1877" y="1639"/>
                        <a:pt x="1852" y="1678"/>
                        <a:pt x="1832" y="1776"/>
                      </a:cubicBezTo>
                      <a:cubicBezTo>
                        <a:pt x="1816" y="1818"/>
                        <a:pt x="1751" y="1879"/>
                        <a:pt x="1713" y="1904"/>
                      </a:cubicBezTo>
                      <a:cubicBezTo>
                        <a:pt x="1710" y="1940"/>
                        <a:pt x="1706" y="1979"/>
                        <a:pt x="1706" y="2018"/>
                      </a:cubicBezTo>
                      <a:cubicBezTo>
                        <a:pt x="1728" y="2042"/>
                        <a:pt x="1734" y="2061"/>
                        <a:pt x="1766" y="2115"/>
                      </a:cubicBezTo>
                      <a:cubicBezTo>
                        <a:pt x="1798" y="2135"/>
                        <a:pt x="1833" y="2159"/>
                        <a:pt x="1868" y="2183"/>
                      </a:cubicBezTo>
                      <a:cubicBezTo>
                        <a:pt x="1893" y="2180"/>
                        <a:pt x="1919" y="2177"/>
                        <a:pt x="1945" y="2178"/>
                      </a:cubicBezTo>
                      <a:cubicBezTo>
                        <a:pt x="1957" y="2152"/>
                        <a:pt x="1974" y="2126"/>
                        <a:pt x="1990" y="2104"/>
                      </a:cubicBezTo>
                      <a:cubicBezTo>
                        <a:pt x="1996" y="2114"/>
                        <a:pt x="2025" y="2157"/>
                        <a:pt x="2024" y="2210"/>
                      </a:cubicBezTo>
                      <a:cubicBezTo>
                        <a:pt x="1986" y="2222"/>
                        <a:pt x="1947" y="2234"/>
                        <a:pt x="1912" y="2249"/>
                      </a:cubicBezTo>
                      <a:cubicBezTo>
                        <a:pt x="1912" y="2276"/>
                        <a:pt x="1902" y="2331"/>
                        <a:pt x="1959" y="2362"/>
                      </a:cubicBezTo>
                      <a:cubicBezTo>
                        <a:pt x="1924" y="2413"/>
                        <a:pt x="1872" y="2481"/>
                        <a:pt x="1824" y="2509"/>
                      </a:cubicBezTo>
                      <a:cubicBezTo>
                        <a:pt x="1808" y="2505"/>
                        <a:pt x="1796" y="2502"/>
                        <a:pt x="1783" y="2498"/>
                      </a:cubicBezTo>
                      <a:cubicBezTo>
                        <a:pt x="1742" y="2468"/>
                        <a:pt x="1700" y="2440"/>
                        <a:pt x="1659" y="2413"/>
                      </a:cubicBezTo>
                      <a:cubicBezTo>
                        <a:pt x="1640" y="2413"/>
                        <a:pt x="1620" y="2412"/>
                        <a:pt x="1604" y="2412"/>
                      </a:cubicBezTo>
                      <a:cubicBezTo>
                        <a:pt x="1595" y="2428"/>
                        <a:pt x="1572" y="2457"/>
                        <a:pt x="1569" y="2480"/>
                      </a:cubicBezTo>
                      <a:cubicBezTo>
                        <a:pt x="1569" y="2506"/>
                        <a:pt x="1569" y="2532"/>
                        <a:pt x="1572" y="2562"/>
                      </a:cubicBezTo>
                      <a:cubicBezTo>
                        <a:pt x="1597" y="2605"/>
                        <a:pt x="1693" y="2630"/>
                        <a:pt x="1750" y="2730"/>
                      </a:cubicBezTo>
                      <a:cubicBezTo>
                        <a:pt x="1749" y="2766"/>
                        <a:pt x="1749" y="2805"/>
                        <a:pt x="1749" y="2844"/>
                      </a:cubicBezTo>
                      <a:cubicBezTo>
                        <a:pt x="1777" y="2891"/>
                        <a:pt x="1812" y="2980"/>
                        <a:pt x="1840" y="3060"/>
                      </a:cubicBezTo>
                      <a:cubicBezTo>
                        <a:pt x="1847" y="3070"/>
                        <a:pt x="1856" y="3080"/>
                        <a:pt x="1866" y="3090"/>
                      </a:cubicBezTo>
                      <a:cubicBezTo>
                        <a:pt x="1878" y="3090"/>
                        <a:pt x="1894" y="3090"/>
                        <a:pt x="1910" y="3094"/>
                      </a:cubicBezTo>
                      <a:cubicBezTo>
                        <a:pt x="1923" y="3065"/>
                        <a:pt x="1939" y="3036"/>
                        <a:pt x="1956" y="3010"/>
                      </a:cubicBezTo>
                      <a:cubicBezTo>
                        <a:pt x="1981" y="2988"/>
                        <a:pt x="2007" y="2969"/>
                        <a:pt x="2036" y="2950"/>
                      </a:cubicBezTo>
                      <a:cubicBezTo>
                        <a:pt x="2055" y="2990"/>
                        <a:pt x="2096" y="3040"/>
                        <a:pt x="2131" y="3126"/>
                      </a:cubicBezTo>
                      <a:cubicBezTo>
                        <a:pt x="2143" y="3195"/>
                        <a:pt x="2139" y="3257"/>
                        <a:pt x="2241" y="3312"/>
                      </a:cubicBezTo>
                      <a:cubicBezTo>
                        <a:pt x="2245" y="3322"/>
                        <a:pt x="2248" y="3332"/>
                        <a:pt x="2254" y="3342"/>
                      </a:cubicBezTo>
                      <a:cubicBezTo>
                        <a:pt x="2238" y="3374"/>
                        <a:pt x="2244" y="3456"/>
                        <a:pt x="2243" y="3518"/>
                      </a:cubicBezTo>
                      <a:cubicBezTo>
                        <a:pt x="2231" y="3528"/>
                        <a:pt x="2218" y="3541"/>
                        <a:pt x="2208" y="3554"/>
                      </a:cubicBezTo>
                      <a:cubicBezTo>
                        <a:pt x="2150" y="3552"/>
                        <a:pt x="2141" y="3526"/>
                        <a:pt x="2119" y="3515"/>
                      </a:cubicBezTo>
                      <a:cubicBezTo>
                        <a:pt x="1962" y="3511"/>
                        <a:pt x="1940" y="3530"/>
                        <a:pt x="1885" y="3644"/>
                      </a:cubicBezTo>
                      <a:cubicBezTo>
                        <a:pt x="1875" y="3650"/>
                        <a:pt x="1866" y="3656"/>
                        <a:pt x="1859" y="3666"/>
                      </a:cubicBezTo>
                      <a:cubicBezTo>
                        <a:pt x="1859" y="3699"/>
                        <a:pt x="1702" y="3796"/>
                        <a:pt x="1679" y="3812"/>
                      </a:cubicBezTo>
                      <a:cubicBezTo>
                        <a:pt x="1663" y="3844"/>
                        <a:pt x="1573" y="3904"/>
                        <a:pt x="1538" y="3926"/>
                      </a:cubicBezTo>
                      <a:cubicBezTo>
                        <a:pt x="1525" y="3939"/>
                        <a:pt x="1512" y="3952"/>
                        <a:pt x="1503" y="3965"/>
                      </a:cubicBezTo>
                      <a:cubicBezTo>
                        <a:pt x="1483" y="3967"/>
                        <a:pt x="1467" y="3970"/>
                        <a:pt x="1451" y="3973"/>
                      </a:cubicBezTo>
                      <a:cubicBezTo>
                        <a:pt x="1432" y="3953"/>
                        <a:pt x="1413" y="3933"/>
                        <a:pt x="1394" y="3916"/>
                      </a:cubicBezTo>
                      <a:cubicBezTo>
                        <a:pt x="1363" y="3814"/>
                        <a:pt x="1334" y="3810"/>
                        <a:pt x="1270" y="3808"/>
                      </a:cubicBezTo>
                      <a:cubicBezTo>
                        <a:pt x="1235" y="3870"/>
                        <a:pt x="1215" y="3980"/>
                        <a:pt x="1294" y="4064"/>
                      </a:cubicBezTo>
                      <a:cubicBezTo>
                        <a:pt x="1297" y="4107"/>
                        <a:pt x="1300" y="4150"/>
                        <a:pt x="1303" y="4192"/>
                      </a:cubicBezTo>
                      <a:cubicBezTo>
                        <a:pt x="1198" y="4199"/>
                        <a:pt x="1102" y="4213"/>
                        <a:pt x="1041" y="4166"/>
                      </a:cubicBezTo>
                      <a:cubicBezTo>
                        <a:pt x="1029" y="4064"/>
                        <a:pt x="997" y="4037"/>
                        <a:pt x="959" y="3987"/>
                      </a:cubicBezTo>
                      <a:cubicBezTo>
                        <a:pt x="932" y="3925"/>
                        <a:pt x="904" y="3864"/>
                        <a:pt x="877" y="3802"/>
                      </a:cubicBezTo>
                      <a:cubicBezTo>
                        <a:pt x="864" y="3748"/>
                        <a:pt x="848" y="3779"/>
                        <a:pt x="798" y="3734"/>
                      </a:cubicBezTo>
                      <a:cubicBezTo>
                        <a:pt x="765" y="3734"/>
                        <a:pt x="742" y="3824"/>
                        <a:pt x="679" y="3800"/>
                      </a:cubicBezTo>
                      <a:cubicBezTo>
                        <a:pt x="708" y="3734"/>
                        <a:pt x="703" y="3712"/>
                        <a:pt x="695" y="3662"/>
                      </a:cubicBezTo>
                      <a:cubicBezTo>
                        <a:pt x="687" y="3612"/>
                        <a:pt x="625" y="3564"/>
                        <a:pt x="633" y="3500"/>
                      </a:cubicBezTo>
                      <a:cubicBezTo>
                        <a:pt x="682" y="3364"/>
                        <a:pt x="697" y="3367"/>
                        <a:pt x="742" y="3280"/>
                      </a:cubicBezTo>
                      <a:cubicBezTo>
                        <a:pt x="792" y="3229"/>
                        <a:pt x="870" y="3262"/>
                        <a:pt x="932" y="3195"/>
                      </a:cubicBezTo>
                      <a:cubicBezTo>
                        <a:pt x="991" y="3157"/>
                        <a:pt x="1068" y="3105"/>
                        <a:pt x="1097" y="3052"/>
                      </a:cubicBezTo>
                      <a:cubicBezTo>
                        <a:pt x="1108" y="3022"/>
                        <a:pt x="1077" y="2951"/>
                        <a:pt x="1107" y="2878"/>
                      </a:cubicBezTo>
                      <a:cubicBezTo>
                        <a:pt x="1213" y="2858"/>
                        <a:pt x="1202" y="2704"/>
                        <a:pt x="1215" y="2615"/>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grpSp>
          <p:sp>
            <p:nvSpPr>
              <p:cNvPr id="250" name="文本框 249"/>
              <p:cNvSpPr txBox="1"/>
              <p:nvPr/>
            </p:nvSpPr>
            <p:spPr>
              <a:xfrm>
                <a:off x="40897" y="2511"/>
                <a:ext cx="614"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蒙东</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51" name="文本框 250"/>
              <p:cNvSpPr txBox="1"/>
              <p:nvPr/>
            </p:nvSpPr>
            <p:spPr>
              <a:xfrm>
                <a:off x="41662" y="2826"/>
                <a:ext cx="77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黑龙江</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52" name="文本框 251"/>
              <p:cNvSpPr txBox="1"/>
              <p:nvPr/>
            </p:nvSpPr>
            <p:spPr>
              <a:xfrm>
                <a:off x="41472" y="3135"/>
                <a:ext cx="614"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吉林</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53" name="文本框 252"/>
              <p:cNvSpPr txBox="1"/>
              <p:nvPr/>
            </p:nvSpPr>
            <p:spPr>
              <a:xfrm>
                <a:off x="41154" y="3661"/>
                <a:ext cx="73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辽宁</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cxnSp>
            <p:nvCxnSpPr>
              <p:cNvPr id="254" name="肘形连接符 14"/>
              <p:cNvCxnSpPr/>
              <p:nvPr/>
            </p:nvCxnSpPr>
            <p:spPr>
              <a:xfrm rot="5400000">
                <a:off x="40919" y="4554"/>
                <a:ext cx="1114" cy="0"/>
              </a:xfrm>
              <a:prstGeom prst="bentConnector3">
                <a:avLst>
                  <a:gd name="adj1" fmla="val 50090"/>
                </a:avLst>
              </a:prstGeom>
              <a:noFill/>
              <a:ln w="25400" cap="flat" cmpd="sng" algn="ctr">
                <a:gradFill>
                  <a:gsLst>
                    <a:gs pos="100000">
                      <a:srgbClr val="E40808"/>
                    </a:gs>
                    <a:gs pos="100000">
                      <a:srgbClr val="66A3DC"/>
                    </a:gs>
                  </a:gsLst>
                  <a:lin ang="0" scaled="1"/>
                </a:gradFill>
                <a:prstDash val="solid"/>
                <a:headEnd type="oval"/>
                <a:tailEnd type="triangle"/>
              </a:ln>
              <a:effectLst/>
            </p:spPr>
          </p:cxnSp>
          <p:sp>
            <p:nvSpPr>
              <p:cNvPr id="255" name="文本框 254"/>
              <p:cNvSpPr txBox="1"/>
              <p:nvPr/>
            </p:nvSpPr>
            <p:spPr>
              <a:xfrm>
                <a:off x="41526" y="4243"/>
                <a:ext cx="1251"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高岭</a:t>
                </a:r>
                <a:r>
                  <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 300/300</a:t>
                </a:r>
                <a:endPar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endParaRPr>
              </a:p>
            </p:txBody>
          </p:sp>
          <p:cxnSp>
            <p:nvCxnSpPr>
              <p:cNvPr id="249" name="肘形连接符 19"/>
              <p:cNvCxnSpPr/>
              <p:nvPr/>
            </p:nvCxnSpPr>
            <p:spPr>
              <a:xfrm rot="5400000">
                <a:off x="40186" y="4234"/>
                <a:ext cx="1740" cy="0"/>
              </a:xfrm>
              <a:prstGeom prst="bentConnector3">
                <a:avLst>
                  <a:gd name="adj1" fmla="val 50029"/>
                </a:avLst>
              </a:prstGeom>
              <a:noFill/>
              <a:ln w="25400" cap="flat" cmpd="sng" algn="ctr">
                <a:gradFill>
                  <a:gsLst>
                    <a:gs pos="100000">
                      <a:srgbClr val="E40808"/>
                    </a:gs>
                    <a:gs pos="100000">
                      <a:srgbClr val="66A3DC"/>
                    </a:gs>
                  </a:gsLst>
                  <a:lin ang="0" scaled="1"/>
                </a:gradFill>
                <a:prstDash val="solid"/>
                <a:headEnd type="oval"/>
                <a:tailEnd type="triangle"/>
              </a:ln>
              <a:effectLst/>
            </p:spPr>
          </p:cxnSp>
          <p:sp>
            <p:nvSpPr>
              <p:cNvPr id="246" name="文本框 245"/>
              <p:cNvSpPr txBox="1"/>
              <p:nvPr/>
            </p:nvSpPr>
            <p:spPr>
              <a:xfrm>
                <a:off x="39955" y="4065"/>
                <a:ext cx="1063"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鲁固</a:t>
                </a:r>
                <a:r>
                  <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 750/750</a:t>
                </a:r>
                <a:endPar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endParaRPr>
              </a:p>
            </p:txBody>
          </p:sp>
        </p:grpSp>
      </p:grpSp>
      <p:grpSp>
        <p:nvGrpSpPr>
          <p:cNvPr id="13" name="组合 12"/>
          <p:cNvGrpSpPr/>
          <p:nvPr/>
        </p:nvGrpSpPr>
        <p:grpSpPr>
          <a:xfrm>
            <a:off x="7130415" y="2531745"/>
            <a:ext cx="2926715" cy="3915242"/>
            <a:chOff x="40167" y="1766"/>
            <a:chExt cx="2656" cy="3553"/>
          </a:xfrm>
        </p:grpSpPr>
        <p:grpSp>
          <p:nvGrpSpPr>
            <p:cNvPr id="10" name="组合 9"/>
            <p:cNvGrpSpPr/>
            <p:nvPr/>
          </p:nvGrpSpPr>
          <p:grpSpPr>
            <a:xfrm>
              <a:off x="40365" y="1766"/>
              <a:ext cx="2304" cy="2597"/>
              <a:chOff x="12397" y="-741"/>
              <a:chExt cx="4248" cy="4788"/>
            </a:xfrm>
          </p:grpSpPr>
          <p:sp>
            <p:nvSpPr>
              <p:cNvPr id="11" name="Freeform 33"/>
              <p:cNvSpPr/>
              <p:nvPr/>
            </p:nvSpPr>
            <p:spPr bwMode="auto">
              <a:xfrm>
                <a:off x="13413" y="-741"/>
                <a:ext cx="3233" cy="2935"/>
              </a:xfrm>
              <a:custGeom>
                <a:avLst/>
                <a:gdLst>
                  <a:gd name="T0" fmla="*/ 2335 w 3386"/>
                  <a:gd name="T1" fmla="*/ 3046 h 3170"/>
                  <a:gd name="T2" fmla="*/ 2109 w 3386"/>
                  <a:gd name="T3" fmla="*/ 3024 h 3170"/>
                  <a:gd name="T4" fmla="*/ 1966 w 3386"/>
                  <a:gd name="T5" fmla="*/ 2847 h 3170"/>
                  <a:gd name="T6" fmla="*/ 1727 w 3386"/>
                  <a:gd name="T7" fmla="*/ 2726 h 3170"/>
                  <a:gd name="T8" fmla="*/ 1616 w 3386"/>
                  <a:gd name="T9" fmla="*/ 2612 h 3170"/>
                  <a:gd name="T10" fmla="*/ 1472 w 3386"/>
                  <a:gd name="T11" fmla="*/ 2638 h 3170"/>
                  <a:gd name="T12" fmla="*/ 1219 w 3386"/>
                  <a:gd name="T13" fmla="*/ 2740 h 3170"/>
                  <a:gd name="T14" fmla="*/ 917 w 3386"/>
                  <a:gd name="T15" fmla="*/ 2483 h 3170"/>
                  <a:gd name="T16" fmla="*/ 863 w 3386"/>
                  <a:gd name="T17" fmla="*/ 2426 h 3170"/>
                  <a:gd name="T18" fmla="*/ 960 w 3386"/>
                  <a:gd name="T19" fmla="*/ 2275 h 3170"/>
                  <a:gd name="T20" fmla="*/ 835 w 3386"/>
                  <a:gd name="T21" fmla="*/ 2304 h 3170"/>
                  <a:gd name="T22" fmla="*/ 663 w 3386"/>
                  <a:gd name="T23" fmla="*/ 2159 h 3170"/>
                  <a:gd name="T24" fmla="*/ 786 w 3386"/>
                  <a:gd name="T25" fmla="*/ 1939 h 3170"/>
                  <a:gd name="T26" fmla="*/ 919 w 3386"/>
                  <a:gd name="T27" fmla="*/ 1635 h 3170"/>
                  <a:gd name="T28" fmla="*/ 998 w 3386"/>
                  <a:gd name="T29" fmla="*/ 1811 h 3170"/>
                  <a:gd name="T30" fmla="*/ 1108 w 3386"/>
                  <a:gd name="T31" fmla="*/ 1568 h 3170"/>
                  <a:gd name="T32" fmla="*/ 1033 w 3386"/>
                  <a:gd name="T33" fmla="*/ 1189 h 3170"/>
                  <a:gd name="T34" fmla="*/ 1063 w 3386"/>
                  <a:gd name="T35" fmla="*/ 1026 h 3170"/>
                  <a:gd name="T36" fmla="*/ 957 w 3386"/>
                  <a:gd name="T37" fmla="*/ 516 h 3170"/>
                  <a:gd name="T38" fmla="*/ 659 w 3386"/>
                  <a:gd name="T39" fmla="*/ 669 h 3170"/>
                  <a:gd name="T40" fmla="*/ 388 w 3386"/>
                  <a:gd name="T41" fmla="*/ 584 h 3170"/>
                  <a:gd name="T42" fmla="*/ 133 w 3386"/>
                  <a:gd name="T43" fmla="*/ 492 h 3170"/>
                  <a:gd name="T44" fmla="*/ 0 w 3386"/>
                  <a:gd name="T45" fmla="*/ 368 h 3170"/>
                  <a:gd name="T46" fmla="*/ 77 w 3386"/>
                  <a:gd name="T47" fmla="*/ 186 h 3170"/>
                  <a:gd name="T48" fmla="*/ 225 w 3386"/>
                  <a:gd name="T49" fmla="*/ 39 h 3170"/>
                  <a:gd name="T50" fmla="*/ 624 w 3386"/>
                  <a:gd name="T51" fmla="*/ 82 h 3170"/>
                  <a:gd name="T52" fmla="*/ 1137 w 3386"/>
                  <a:gd name="T53" fmla="*/ 455 h 3170"/>
                  <a:gd name="T54" fmla="*/ 1324 w 3386"/>
                  <a:gd name="T55" fmla="*/ 728 h 3170"/>
                  <a:gd name="T56" fmla="*/ 1494 w 3386"/>
                  <a:gd name="T57" fmla="*/ 991 h 3170"/>
                  <a:gd name="T58" fmla="*/ 1532 w 3386"/>
                  <a:gd name="T59" fmla="*/ 1146 h 3170"/>
                  <a:gd name="T60" fmla="*/ 1867 w 3386"/>
                  <a:gd name="T61" fmla="*/ 1191 h 3170"/>
                  <a:gd name="T62" fmla="*/ 2014 w 3386"/>
                  <a:gd name="T63" fmla="*/ 1171 h 3170"/>
                  <a:gd name="T64" fmla="*/ 2288 w 3386"/>
                  <a:gd name="T65" fmla="*/ 1336 h 3170"/>
                  <a:gd name="T66" fmla="*/ 2567 w 3386"/>
                  <a:gd name="T67" fmla="*/ 1644 h 3170"/>
                  <a:gd name="T68" fmla="*/ 2817 w 3386"/>
                  <a:gd name="T69" fmla="*/ 1555 h 3170"/>
                  <a:gd name="T70" fmla="*/ 3087 w 3386"/>
                  <a:gd name="T71" fmla="*/ 1254 h 3170"/>
                  <a:gd name="T72" fmla="*/ 3292 w 3386"/>
                  <a:gd name="T73" fmla="*/ 1236 h 3170"/>
                  <a:gd name="T74" fmla="*/ 3386 w 3386"/>
                  <a:gd name="T75" fmla="*/ 1511 h 3170"/>
                  <a:gd name="T76" fmla="*/ 3343 w 3386"/>
                  <a:gd name="T77" fmla="*/ 1722 h 3170"/>
                  <a:gd name="T78" fmla="*/ 3325 w 3386"/>
                  <a:gd name="T79" fmla="*/ 2112 h 3170"/>
                  <a:gd name="T80" fmla="*/ 3301 w 3386"/>
                  <a:gd name="T81" fmla="*/ 2370 h 3170"/>
                  <a:gd name="T82" fmla="*/ 3170 w 3386"/>
                  <a:gd name="T83" fmla="*/ 2429 h 3170"/>
                  <a:gd name="T84" fmla="*/ 2952 w 3386"/>
                  <a:gd name="T85" fmla="*/ 2482 h 3170"/>
                  <a:gd name="T86" fmla="*/ 2909 w 3386"/>
                  <a:gd name="T87" fmla="*/ 2710 h 3170"/>
                  <a:gd name="T88" fmla="*/ 3044 w 3386"/>
                  <a:gd name="T89" fmla="*/ 3123 h 3170"/>
                  <a:gd name="T90" fmla="*/ 2742 w 3386"/>
                  <a:gd name="T91" fmla="*/ 2945 h 3170"/>
                  <a:gd name="T92" fmla="*/ 2566 w 3386"/>
                  <a:gd name="T93" fmla="*/ 3039 h 3170"/>
                  <a:gd name="T94" fmla="*/ 2575 w 3386"/>
                  <a:gd name="T95" fmla="*/ 3108 h 3170"/>
                  <a:gd name="T96" fmla="*/ 2456 w 3386"/>
                  <a:gd name="T97" fmla="*/ 3170 h 3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86" h="3170">
                    <a:moveTo>
                      <a:pt x="2456" y="3170"/>
                    </a:moveTo>
                    <a:cubicBezTo>
                      <a:pt x="2415" y="3127"/>
                      <a:pt x="2374" y="3086"/>
                      <a:pt x="2335" y="3046"/>
                    </a:cubicBezTo>
                    <a:cubicBezTo>
                      <a:pt x="2285" y="2937"/>
                      <a:pt x="2256" y="2887"/>
                      <a:pt x="2167" y="2898"/>
                    </a:cubicBezTo>
                    <a:cubicBezTo>
                      <a:pt x="2148" y="2940"/>
                      <a:pt x="2128" y="2982"/>
                      <a:pt x="2109" y="3024"/>
                    </a:cubicBezTo>
                    <a:cubicBezTo>
                      <a:pt x="2058" y="3023"/>
                      <a:pt x="1998" y="2900"/>
                      <a:pt x="1994" y="2887"/>
                    </a:cubicBezTo>
                    <a:cubicBezTo>
                      <a:pt x="1975" y="2886"/>
                      <a:pt x="1972" y="2857"/>
                      <a:pt x="1966" y="2847"/>
                    </a:cubicBezTo>
                    <a:cubicBezTo>
                      <a:pt x="1944" y="2840"/>
                      <a:pt x="1921" y="2833"/>
                      <a:pt x="1899" y="2829"/>
                    </a:cubicBezTo>
                    <a:cubicBezTo>
                      <a:pt x="1836" y="2722"/>
                      <a:pt x="1800" y="2735"/>
                      <a:pt x="1727" y="2726"/>
                    </a:cubicBezTo>
                    <a:cubicBezTo>
                      <a:pt x="1724" y="2729"/>
                      <a:pt x="1721" y="2736"/>
                      <a:pt x="1717" y="2742"/>
                    </a:cubicBezTo>
                    <a:cubicBezTo>
                      <a:pt x="1586" y="2805"/>
                      <a:pt x="1612" y="2677"/>
                      <a:pt x="1616" y="2612"/>
                    </a:cubicBezTo>
                    <a:cubicBezTo>
                      <a:pt x="1575" y="2568"/>
                      <a:pt x="1562" y="2575"/>
                      <a:pt x="1530" y="2574"/>
                    </a:cubicBezTo>
                    <a:cubicBezTo>
                      <a:pt x="1511" y="2593"/>
                      <a:pt x="1491" y="2615"/>
                      <a:pt x="1472" y="2638"/>
                    </a:cubicBezTo>
                    <a:cubicBezTo>
                      <a:pt x="1459" y="2644"/>
                      <a:pt x="1446" y="2650"/>
                      <a:pt x="1434" y="2660"/>
                    </a:cubicBezTo>
                    <a:cubicBezTo>
                      <a:pt x="1392" y="2718"/>
                      <a:pt x="1273" y="2734"/>
                      <a:pt x="1219" y="2740"/>
                    </a:cubicBezTo>
                    <a:cubicBezTo>
                      <a:pt x="1104" y="2688"/>
                      <a:pt x="1069" y="2654"/>
                      <a:pt x="1051" y="2565"/>
                    </a:cubicBezTo>
                    <a:cubicBezTo>
                      <a:pt x="987" y="2465"/>
                      <a:pt x="1000" y="2495"/>
                      <a:pt x="917" y="2483"/>
                    </a:cubicBezTo>
                    <a:cubicBezTo>
                      <a:pt x="914" y="2483"/>
                      <a:pt x="911" y="2486"/>
                      <a:pt x="907" y="2489"/>
                    </a:cubicBezTo>
                    <a:cubicBezTo>
                      <a:pt x="872" y="2472"/>
                      <a:pt x="863" y="2449"/>
                      <a:pt x="863" y="2426"/>
                    </a:cubicBezTo>
                    <a:cubicBezTo>
                      <a:pt x="892" y="2410"/>
                      <a:pt x="933" y="2415"/>
                      <a:pt x="975" y="2383"/>
                    </a:cubicBezTo>
                    <a:cubicBezTo>
                      <a:pt x="975" y="2331"/>
                      <a:pt x="966" y="2301"/>
                      <a:pt x="960" y="2275"/>
                    </a:cubicBezTo>
                    <a:cubicBezTo>
                      <a:pt x="950" y="2258"/>
                      <a:pt x="941" y="2245"/>
                      <a:pt x="934" y="2231"/>
                    </a:cubicBezTo>
                    <a:cubicBezTo>
                      <a:pt x="861" y="2230"/>
                      <a:pt x="867" y="2240"/>
                      <a:pt x="835" y="2304"/>
                    </a:cubicBezTo>
                    <a:cubicBezTo>
                      <a:pt x="774" y="2303"/>
                      <a:pt x="739" y="2253"/>
                      <a:pt x="704" y="2239"/>
                    </a:cubicBezTo>
                    <a:cubicBezTo>
                      <a:pt x="692" y="2186"/>
                      <a:pt x="685" y="2189"/>
                      <a:pt x="663" y="2159"/>
                    </a:cubicBezTo>
                    <a:cubicBezTo>
                      <a:pt x="660" y="2133"/>
                      <a:pt x="660" y="2107"/>
                      <a:pt x="661" y="2080"/>
                    </a:cubicBezTo>
                    <a:cubicBezTo>
                      <a:pt x="722" y="2036"/>
                      <a:pt x="750" y="1994"/>
                      <a:pt x="786" y="1939"/>
                    </a:cubicBezTo>
                    <a:cubicBezTo>
                      <a:pt x="799" y="1828"/>
                      <a:pt x="883" y="1781"/>
                      <a:pt x="915" y="1697"/>
                    </a:cubicBezTo>
                    <a:cubicBezTo>
                      <a:pt x="915" y="1674"/>
                      <a:pt x="915" y="1655"/>
                      <a:pt x="919" y="1635"/>
                    </a:cubicBezTo>
                    <a:cubicBezTo>
                      <a:pt x="941" y="1636"/>
                      <a:pt x="951" y="1655"/>
                      <a:pt x="957" y="1672"/>
                    </a:cubicBezTo>
                    <a:cubicBezTo>
                      <a:pt x="957" y="1711"/>
                      <a:pt x="928" y="1773"/>
                      <a:pt x="998" y="1811"/>
                    </a:cubicBezTo>
                    <a:cubicBezTo>
                      <a:pt x="1030" y="1811"/>
                      <a:pt x="1074" y="1819"/>
                      <a:pt x="1110" y="1784"/>
                    </a:cubicBezTo>
                    <a:cubicBezTo>
                      <a:pt x="1110" y="1712"/>
                      <a:pt x="1120" y="1614"/>
                      <a:pt x="1108" y="1568"/>
                    </a:cubicBezTo>
                    <a:cubicBezTo>
                      <a:pt x="1025" y="1481"/>
                      <a:pt x="1054" y="1432"/>
                      <a:pt x="1093" y="1364"/>
                    </a:cubicBezTo>
                    <a:cubicBezTo>
                      <a:pt x="1093" y="1289"/>
                      <a:pt x="1052" y="1200"/>
                      <a:pt x="1033" y="1189"/>
                    </a:cubicBezTo>
                    <a:cubicBezTo>
                      <a:pt x="1030" y="1163"/>
                      <a:pt x="1027" y="1137"/>
                      <a:pt x="1024" y="1110"/>
                    </a:cubicBezTo>
                    <a:cubicBezTo>
                      <a:pt x="1037" y="1081"/>
                      <a:pt x="1050" y="1052"/>
                      <a:pt x="1063" y="1026"/>
                    </a:cubicBezTo>
                    <a:cubicBezTo>
                      <a:pt x="1063" y="967"/>
                      <a:pt x="1089" y="922"/>
                      <a:pt x="1105" y="867"/>
                    </a:cubicBezTo>
                    <a:cubicBezTo>
                      <a:pt x="1106" y="739"/>
                      <a:pt x="1040" y="561"/>
                      <a:pt x="957" y="516"/>
                    </a:cubicBezTo>
                    <a:cubicBezTo>
                      <a:pt x="877" y="514"/>
                      <a:pt x="839" y="516"/>
                      <a:pt x="797" y="558"/>
                    </a:cubicBezTo>
                    <a:cubicBezTo>
                      <a:pt x="749" y="642"/>
                      <a:pt x="746" y="652"/>
                      <a:pt x="659" y="669"/>
                    </a:cubicBezTo>
                    <a:cubicBezTo>
                      <a:pt x="579" y="667"/>
                      <a:pt x="522" y="698"/>
                      <a:pt x="461" y="707"/>
                    </a:cubicBezTo>
                    <a:cubicBezTo>
                      <a:pt x="391" y="669"/>
                      <a:pt x="401" y="620"/>
                      <a:pt x="388" y="584"/>
                    </a:cubicBezTo>
                    <a:cubicBezTo>
                      <a:pt x="376" y="492"/>
                      <a:pt x="348" y="442"/>
                      <a:pt x="313" y="405"/>
                    </a:cubicBezTo>
                    <a:cubicBezTo>
                      <a:pt x="160" y="336"/>
                      <a:pt x="134" y="351"/>
                      <a:pt x="133" y="492"/>
                    </a:cubicBezTo>
                    <a:cubicBezTo>
                      <a:pt x="89" y="455"/>
                      <a:pt x="44" y="421"/>
                      <a:pt x="3" y="387"/>
                    </a:cubicBezTo>
                    <a:cubicBezTo>
                      <a:pt x="0" y="381"/>
                      <a:pt x="0" y="374"/>
                      <a:pt x="0" y="368"/>
                    </a:cubicBezTo>
                    <a:cubicBezTo>
                      <a:pt x="19" y="345"/>
                      <a:pt x="38" y="323"/>
                      <a:pt x="61" y="300"/>
                    </a:cubicBezTo>
                    <a:cubicBezTo>
                      <a:pt x="64" y="261"/>
                      <a:pt x="71" y="222"/>
                      <a:pt x="77" y="186"/>
                    </a:cubicBezTo>
                    <a:cubicBezTo>
                      <a:pt x="62" y="173"/>
                      <a:pt x="46" y="159"/>
                      <a:pt x="33" y="146"/>
                    </a:cubicBezTo>
                    <a:cubicBezTo>
                      <a:pt x="97" y="108"/>
                      <a:pt x="161" y="74"/>
                      <a:pt x="225" y="39"/>
                    </a:cubicBezTo>
                    <a:cubicBezTo>
                      <a:pt x="293" y="15"/>
                      <a:pt x="341" y="0"/>
                      <a:pt x="439" y="22"/>
                    </a:cubicBezTo>
                    <a:cubicBezTo>
                      <a:pt x="490" y="62"/>
                      <a:pt x="535" y="73"/>
                      <a:pt x="624" y="82"/>
                    </a:cubicBezTo>
                    <a:cubicBezTo>
                      <a:pt x="714" y="58"/>
                      <a:pt x="752" y="56"/>
                      <a:pt x="861" y="108"/>
                    </a:cubicBezTo>
                    <a:cubicBezTo>
                      <a:pt x="940" y="201"/>
                      <a:pt x="1029" y="331"/>
                      <a:pt x="1137" y="455"/>
                    </a:cubicBezTo>
                    <a:cubicBezTo>
                      <a:pt x="1155" y="505"/>
                      <a:pt x="1174" y="554"/>
                      <a:pt x="1196" y="607"/>
                    </a:cubicBezTo>
                    <a:cubicBezTo>
                      <a:pt x="1238" y="648"/>
                      <a:pt x="1279" y="688"/>
                      <a:pt x="1324" y="728"/>
                    </a:cubicBezTo>
                    <a:cubicBezTo>
                      <a:pt x="1374" y="795"/>
                      <a:pt x="1384" y="799"/>
                      <a:pt x="1393" y="907"/>
                    </a:cubicBezTo>
                    <a:cubicBezTo>
                      <a:pt x="1405" y="927"/>
                      <a:pt x="1450" y="954"/>
                      <a:pt x="1494" y="991"/>
                    </a:cubicBezTo>
                    <a:cubicBezTo>
                      <a:pt x="1498" y="998"/>
                      <a:pt x="1504" y="1008"/>
                      <a:pt x="1510" y="1018"/>
                    </a:cubicBezTo>
                    <a:cubicBezTo>
                      <a:pt x="1510" y="1054"/>
                      <a:pt x="1510" y="1077"/>
                      <a:pt x="1532" y="1146"/>
                    </a:cubicBezTo>
                    <a:cubicBezTo>
                      <a:pt x="1551" y="1160"/>
                      <a:pt x="1669" y="1166"/>
                      <a:pt x="1730" y="1148"/>
                    </a:cubicBezTo>
                    <a:cubicBezTo>
                      <a:pt x="1781" y="1149"/>
                      <a:pt x="1791" y="1143"/>
                      <a:pt x="1867" y="1191"/>
                    </a:cubicBezTo>
                    <a:cubicBezTo>
                      <a:pt x="1889" y="1191"/>
                      <a:pt x="1912" y="1192"/>
                      <a:pt x="1937" y="1192"/>
                    </a:cubicBezTo>
                    <a:cubicBezTo>
                      <a:pt x="1960" y="1170"/>
                      <a:pt x="1957" y="1170"/>
                      <a:pt x="2014" y="1171"/>
                    </a:cubicBezTo>
                    <a:cubicBezTo>
                      <a:pt x="2056" y="1209"/>
                      <a:pt x="2097" y="1249"/>
                      <a:pt x="2138" y="1289"/>
                    </a:cubicBezTo>
                    <a:cubicBezTo>
                      <a:pt x="2180" y="1290"/>
                      <a:pt x="2240" y="1285"/>
                      <a:pt x="2288" y="1336"/>
                    </a:cubicBezTo>
                    <a:cubicBezTo>
                      <a:pt x="2304" y="1375"/>
                      <a:pt x="2319" y="1415"/>
                      <a:pt x="2338" y="1455"/>
                    </a:cubicBezTo>
                    <a:cubicBezTo>
                      <a:pt x="2354" y="1530"/>
                      <a:pt x="2423" y="1729"/>
                      <a:pt x="2567" y="1644"/>
                    </a:cubicBezTo>
                    <a:cubicBezTo>
                      <a:pt x="2628" y="1636"/>
                      <a:pt x="2695" y="1614"/>
                      <a:pt x="2772" y="1590"/>
                    </a:cubicBezTo>
                    <a:cubicBezTo>
                      <a:pt x="2785" y="1577"/>
                      <a:pt x="2801" y="1565"/>
                      <a:pt x="2817" y="1555"/>
                    </a:cubicBezTo>
                    <a:cubicBezTo>
                      <a:pt x="2875" y="1452"/>
                      <a:pt x="2920" y="1410"/>
                      <a:pt x="3010" y="1337"/>
                    </a:cubicBezTo>
                    <a:cubicBezTo>
                      <a:pt x="3036" y="1309"/>
                      <a:pt x="3062" y="1280"/>
                      <a:pt x="3087" y="1254"/>
                    </a:cubicBezTo>
                    <a:cubicBezTo>
                      <a:pt x="3135" y="1213"/>
                      <a:pt x="3184" y="1172"/>
                      <a:pt x="3235" y="1130"/>
                    </a:cubicBezTo>
                    <a:cubicBezTo>
                      <a:pt x="3312" y="1145"/>
                      <a:pt x="3315" y="1132"/>
                      <a:pt x="3292" y="1236"/>
                    </a:cubicBezTo>
                    <a:cubicBezTo>
                      <a:pt x="3292" y="1279"/>
                      <a:pt x="3291" y="1325"/>
                      <a:pt x="3291" y="1371"/>
                    </a:cubicBezTo>
                    <a:cubicBezTo>
                      <a:pt x="3313" y="1397"/>
                      <a:pt x="3371" y="1438"/>
                      <a:pt x="3386" y="1511"/>
                    </a:cubicBezTo>
                    <a:cubicBezTo>
                      <a:pt x="3383" y="1553"/>
                      <a:pt x="3379" y="1596"/>
                      <a:pt x="3376" y="1641"/>
                    </a:cubicBezTo>
                    <a:cubicBezTo>
                      <a:pt x="3363" y="1667"/>
                      <a:pt x="3353" y="1693"/>
                      <a:pt x="3343" y="1722"/>
                    </a:cubicBezTo>
                    <a:cubicBezTo>
                      <a:pt x="3308" y="1758"/>
                      <a:pt x="3314" y="1830"/>
                      <a:pt x="3329" y="1905"/>
                    </a:cubicBezTo>
                    <a:cubicBezTo>
                      <a:pt x="3326" y="1974"/>
                      <a:pt x="3325" y="2043"/>
                      <a:pt x="3325" y="2112"/>
                    </a:cubicBezTo>
                    <a:cubicBezTo>
                      <a:pt x="3315" y="2151"/>
                      <a:pt x="3305" y="2193"/>
                      <a:pt x="3296" y="2235"/>
                    </a:cubicBezTo>
                    <a:cubicBezTo>
                      <a:pt x="3295" y="2278"/>
                      <a:pt x="3298" y="2324"/>
                      <a:pt x="3301" y="2370"/>
                    </a:cubicBezTo>
                    <a:cubicBezTo>
                      <a:pt x="3282" y="2389"/>
                      <a:pt x="3266" y="2411"/>
                      <a:pt x="3240" y="2424"/>
                    </a:cubicBezTo>
                    <a:cubicBezTo>
                      <a:pt x="3215" y="2423"/>
                      <a:pt x="3192" y="2426"/>
                      <a:pt x="3170" y="2429"/>
                    </a:cubicBezTo>
                    <a:cubicBezTo>
                      <a:pt x="3087" y="2400"/>
                      <a:pt x="3055" y="2403"/>
                      <a:pt x="3004" y="2398"/>
                    </a:cubicBezTo>
                    <a:cubicBezTo>
                      <a:pt x="2975" y="2427"/>
                      <a:pt x="2975" y="2453"/>
                      <a:pt x="2952" y="2482"/>
                    </a:cubicBezTo>
                    <a:cubicBezTo>
                      <a:pt x="2863" y="2503"/>
                      <a:pt x="2850" y="2535"/>
                      <a:pt x="2859" y="2630"/>
                    </a:cubicBezTo>
                    <a:cubicBezTo>
                      <a:pt x="2874" y="2657"/>
                      <a:pt x="2890" y="2684"/>
                      <a:pt x="2909" y="2710"/>
                    </a:cubicBezTo>
                    <a:cubicBezTo>
                      <a:pt x="2922" y="2789"/>
                      <a:pt x="2959" y="2888"/>
                      <a:pt x="3016" y="2995"/>
                    </a:cubicBezTo>
                    <a:cubicBezTo>
                      <a:pt x="3026" y="3037"/>
                      <a:pt x="3035" y="3080"/>
                      <a:pt x="3044" y="3123"/>
                    </a:cubicBezTo>
                    <a:cubicBezTo>
                      <a:pt x="2936" y="3120"/>
                      <a:pt x="2875" y="3034"/>
                      <a:pt x="2831" y="3009"/>
                    </a:cubicBezTo>
                    <a:cubicBezTo>
                      <a:pt x="2831" y="2941"/>
                      <a:pt x="2764" y="2923"/>
                      <a:pt x="2742" y="2945"/>
                    </a:cubicBezTo>
                    <a:cubicBezTo>
                      <a:pt x="2739" y="2951"/>
                      <a:pt x="2739" y="2958"/>
                      <a:pt x="2738" y="2968"/>
                    </a:cubicBezTo>
                    <a:cubicBezTo>
                      <a:pt x="2668" y="2976"/>
                      <a:pt x="2620" y="3014"/>
                      <a:pt x="2566" y="3039"/>
                    </a:cubicBezTo>
                    <a:cubicBezTo>
                      <a:pt x="2565" y="3058"/>
                      <a:pt x="2565" y="3078"/>
                      <a:pt x="2565" y="3098"/>
                    </a:cubicBezTo>
                    <a:cubicBezTo>
                      <a:pt x="2568" y="3101"/>
                      <a:pt x="2572" y="3104"/>
                      <a:pt x="2575" y="3108"/>
                    </a:cubicBezTo>
                    <a:cubicBezTo>
                      <a:pt x="2543" y="3123"/>
                      <a:pt x="2533" y="3136"/>
                      <a:pt x="2514" y="3155"/>
                    </a:cubicBezTo>
                    <a:cubicBezTo>
                      <a:pt x="2495" y="3158"/>
                      <a:pt x="2475" y="3164"/>
                      <a:pt x="2456" y="3170"/>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2" name="Freeform 31"/>
              <p:cNvSpPr/>
              <p:nvPr/>
            </p:nvSpPr>
            <p:spPr bwMode="auto">
              <a:xfrm>
                <a:off x="13492" y="2463"/>
                <a:ext cx="1726" cy="1584"/>
              </a:xfrm>
              <a:custGeom>
                <a:avLst/>
                <a:gdLst>
                  <a:gd name="T0" fmla="*/ 721 w 1797"/>
                  <a:gd name="T1" fmla="*/ 1713 h 1713"/>
                  <a:gd name="T2" fmla="*/ 714 w 1797"/>
                  <a:gd name="T3" fmla="*/ 1700 h 1713"/>
                  <a:gd name="T4" fmla="*/ 801 w 1797"/>
                  <a:gd name="T5" fmla="*/ 1600 h 1713"/>
                  <a:gd name="T6" fmla="*/ 833 w 1797"/>
                  <a:gd name="T7" fmla="*/ 1539 h 1713"/>
                  <a:gd name="T8" fmla="*/ 834 w 1797"/>
                  <a:gd name="T9" fmla="*/ 1490 h 1713"/>
                  <a:gd name="T10" fmla="*/ 770 w 1797"/>
                  <a:gd name="T11" fmla="*/ 1449 h 1713"/>
                  <a:gd name="T12" fmla="*/ 854 w 1797"/>
                  <a:gd name="T13" fmla="*/ 1248 h 1713"/>
                  <a:gd name="T14" fmla="*/ 887 w 1797"/>
                  <a:gd name="T15" fmla="*/ 1056 h 1713"/>
                  <a:gd name="T16" fmla="*/ 770 w 1797"/>
                  <a:gd name="T17" fmla="*/ 925 h 1713"/>
                  <a:gd name="T18" fmla="*/ 719 w 1797"/>
                  <a:gd name="T19" fmla="*/ 917 h 1713"/>
                  <a:gd name="T20" fmla="*/ 613 w 1797"/>
                  <a:gd name="T21" fmla="*/ 934 h 1713"/>
                  <a:gd name="T22" fmla="*/ 456 w 1797"/>
                  <a:gd name="T23" fmla="*/ 1104 h 1713"/>
                  <a:gd name="T24" fmla="*/ 337 w 1797"/>
                  <a:gd name="T25" fmla="*/ 1278 h 1713"/>
                  <a:gd name="T26" fmla="*/ 114 w 1797"/>
                  <a:gd name="T27" fmla="*/ 1108 h 1713"/>
                  <a:gd name="T28" fmla="*/ 6 w 1797"/>
                  <a:gd name="T29" fmla="*/ 1053 h 1713"/>
                  <a:gd name="T30" fmla="*/ 57 w 1797"/>
                  <a:gd name="T31" fmla="*/ 966 h 1713"/>
                  <a:gd name="T32" fmla="*/ 128 w 1797"/>
                  <a:gd name="T33" fmla="*/ 883 h 1713"/>
                  <a:gd name="T34" fmla="*/ 119 w 1797"/>
                  <a:gd name="T35" fmla="*/ 719 h 1713"/>
                  <a:gd name="T36" fmla="*/ 107 w 1797"/>
                  <a:gd name="T37" fmla="*/ 712 h 1713"/>
                  <a:gd name="T38" fmla="*/ 91 w 1797"/>
                  <a:gd name="T39" fmla="*/ 682 h 1713"/>
                  <a:gd name="T40" fmla="*/ 66 w 1797"/>
                  <a:gd name="T41" fmla="*/ 616 h 1713"/>
                  <a:gd name="T42" fmla="*/ 89 w 1797"/>
                  <a:gd name="T43" fmla="*/ 508 h 1713"/>
                  <a:gd name="T44" fmla="*/ 155 w 1797"/>
                  <a:gd name="T45" fmla="*/ 602 h 1713"/>
                  <a:gd name="T46" fmla="*/ 308 w 1797"/>
                  <a:gd name="T47" fmla="*/ 668 h 1713"/>
                  <a:gd name="T48" fmla="*/ 363 w 1797"/>
                  <a:gd name="T49" fmla="*/ 613 h 1713"/>
                  <a:gd name="T50" fmla="*/ 668 w 1797"/>
                  <a:gd name="T51" fmla="*/ 385 h 1713"/>
                  <a:gd name="T52" fmla="*/ 752 w 1797"/>
                  <a:gd name="T53" fmla="*/ 247 h 1713"/>
                  <a:gd name="T54" fmla="*/ 956 w 1797"/>
                  <a:gd name="T55" fmla="*/ 258 h 1713"/>
                  <a:gd name="T56" fmla="*/ 1020 w 1797"/>
                  <a:gd name="T57" fmla="*/ 260 h 1713"/>
                  <a:gd name="T58" fmla="*/ 1068 w 1797"/>
                  <a:gd name="T59" fmla="*/ 202 h 1713"/>
                  <a:gd name="T60" fmla="*/ 1069 w 1797"/>
                  <a:gd name="T61" fmla="*/ 48 h 1713"/>
                  <a:gd name="T62" fmla="*/ 1085 w 1797"/>
                  <a:gd name="T63" fmla="*/ 0 h 1713"/>
                  <a:gd name="T64" fmla="*/ 1213 w 1797"/>
                  <a:gd name="T65" fmla="*/ 98 h 1713"/>
                  <a:gd name="T66" fmla="*/ 1324 w 1797"/>
                  <a:gd name="T67" fmla="*/ 153 h 1713"/>
                  <a:gd name="T68" fmla="*/ 1347 w 1797"/>
                  <a:gd name="T69" fmla="*/ 88 h 1713"/>
                  <a:gd name="T70" fmla="*/ 1376 w 1797"/>
                  <a:gd name="T71" fmla="*/ 56 h 1713"/>
                  <a:gd name="T72" fmla="*/ 1401 w 1797"/>
                  <a:gd name="T73" fmla="*/ 80 h 1713"/>
                  <a:gd name="T74" fmla="*/ 1407 w 1797"/>
                  <a:gd name="T75" fmla="*/ 201 h 1713"/>
                  <a:gd name="T76" fmla="*/ 1578 w 1797"/>
                  <a:gd name="T77" fmla="*/ 408 h 1713"/>
                  <a:gd name="T78" fmla="*/ 1577 w 1797"/>
                  <a:gd name="T79" fmla="*/ 566 h 1713"/>
                  <a:gd name="T80" fmla="*/ 1618 w 1797"/>
                  <a:gd name="T81" fmla="*/ 619 h 1713"/>
                  <a:gd name="T82" fmla="*/ 1720 w 1797"/>
                  <a:gd name="T83" fmla="*/ 700 h 1713"/>
                  <a:gd name="T84" fmla="*/ 1797 w 1797"/>
                  <a:gd name="T85" fmla="*/ 751 h 1713"/>
                  <a:gd name="T86" fmla="*/ 1588 w 1797"/>
                  <a:gd name="T87" fmla="*/ 919 h 1713"/>
                  <a:gd name="T88" fmla="*/ 1530 w 1797"/>
                  <a:gd name="T89" fmla="*/ 974 h 1713"/>
                  <a:gd name="T90" fmla="*/ 1437 w 1797"/>
                  <a:gd name="T91" fmla="*/ 1083 h 1713"/>
                  <a:gd name="T92" fmla="*/ 1411 w 1797"/>
                  <a:gd name="T93" fmla="*/ 1203 h 1713"/>
                  <a:gd name="T94" fmla="*/ 1318 w 1797"/>
                  <a:gd name="T95" fmla="*/ 1243 h 1713"/>
                  <a:gd name="T96" fmla="*/ 946 w 1797"/>
                  <a:gd name="T97" fmla="*/ 1480 h 1713"/>
                  <a:gd name="T98" fmla="*/ 923 w 1797"/>
                  <a:gd name="T99" fmla="*/ 1531 h 1713"/>
                  <a:gd name="T100" fmla="*/ 881 w 1797"/>
                  <a:gd name="T101" fmla="*/ 1684 h 1713"/>
                  <a:gd name="T102" fmla="*/ 721 w 1797"/>
                  <a:gd name="T103" fmla="*/ 1713 h 1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97" h="1713">
                    <a:moveTo>
                      <a:pt x="721" y="1713"/>
                    </a:moveTo>
                    <a:cubicBezTo>
                      <a:pt x="717" y="1706"/>
                      <a:pt x="714" y="1703"/>
                      <a:pt x="714" y="1700"/>
                    </a:cubicBezTo>
                    <a:cubicBezTo>
                      <a:pt x="740" y="1635"/>
                      <a:pt x="763" y="1639"/>
                      <a:pt x="801" y="1600"/>
                    </a:cubicBezTo>
                    <a:cubicBezTo>
                      <a:pt x="811" y="1578"/>
                      <a:pt x="821" y="1558"/>
                      <a:pt x="833" y="1539"/>
                    </a:cubicBezTo>
                    <a:cubicBezTo>
                      <a:pt x="834" y="1523"/>
                      <a:pt x="834" y="1506"/>
                      <a:pt x="834" y="1490"/>
                    </a:cubicBezTo>
                    <a:cubicBezTo>
                      <a:pt x="811" y="1476"/>
                      <a:pt x="789" y="1463"/>
                      <a:pt x="770" y="1449"/>
                    </a:cubicBezTo>
                    <a:cubicBezTo>
                      <a:pt x="742" y="1340"/>
                      <a:pt x="800" y="1309"/>
                      <a:pt x="854" y="1248"/>
                    </a:cubicBezTo>
                    <a:cubicBezTo>
                      <a:pt x="896" y="1184"/>
                      <a:pt x="887" y="1111"/>
                      <a:pt x="887" y="1056"/>
                    </a:cubicBezTo>
                    <a:cubicBezTo>
                      <a:pt x="846" y="1012"/>
                      <a:pt x="808" y="969"/>
                      <a:pt x="770" y="925"/>
                    </a:cubicBezTo>
                    <a:cubicBezTo>
                      <a:pt x="751" y="921"/>
                      <a:pt x="735" y="918"/>
                      <a:pt x="719" y="917"/>
                    </a:cubicBezTo>
                    <a:cubicBezTo>
                      <a:pt x="684" y="923"/>
                      <a:pt x="649" y="928"/>
                      <a:pt x="613" y="934"/>
                    </a:cubicBezTo>
                    <a:cubicBezTo>
                      <a:pt x="552" y="982"/>
                      <a:pt x="510" y="1043"/>
                      <a:pt x="456" y="1104"/>
                    </a:cubicBezTo>
                    <a:cubicBezTo>
                      <a:pt x="417" y="1165"/>
                      <a:pt x="385" y="1230"/>
                      <a:pt x="337" y="1278"/>
                    </a:cubicBezTo>
                    <a:cubicBezTo>
                      <a:pt x="254" y="1217"/>
                      <a:pt x="168" y="1162"/>
                      <a:pt x="114" y="1108"/>
                    </a:cubicBezTo>
                    <a:cubicBezTo>
                      <a:pt x="50" y="1100"/>
                      <a:pt x="21" y="1070"/>
                      <a:pt x="6" y="1053"/>
                    </a:cubicBezTo>
                    <a:cubicBezTo>
                      <a:pt x="6" y="984"/>
                      <a:pt x="0" y="978"/>
                      <a:pt x="57" y="966"/>
                    </a:cubicBezTo>
                    <a:cubicBezTo>
                      <a:pt x="80" y="937"/>
                      <a:pt x="102" y="908"/>
                      <a:pt x="128" y="883"/>
                    </a:cubicBezTo>
                    <a:cubicBezTo>
                      <a:pt x="125" y="827"/>
                      <a:pt x="122" y="771"/>
                      <a:pt x="119" y="719"/>
                    </a:cubicBezTo>
                    <a:cubicBezTo>
                      <a:pt x="113" y="715"/>
                      <a:pt x="110" y="712"/>
                      <a:pt x="107" y="712"/>
                    </a:cubicBezTo>
                    <a:cubicBezTo>
                      <a:pt x="100" y="702"/>
                      <a:pt x="94" y="692"/>
                      <a:pt x="91" y="682"/>
                    </a:cubicBezTo>
                    <a:cubicBezTo>
                      <a:pt x="81" y="659"/>
                      <a:pt x="72" y="636"/>
                      <a:pt x="66" y="616"/>
                    </a:cubicBezTo>
                    <a:cubicBezTo>
                      <a:pt x="66" y="570"/>
                      <a:pt x="63" y="534"/>
                      <a:pt x="89" y="508"/>
                    </a:cubicBezTo>
                    <a:cubicBezTo>
                      <a:pt x="124" y="519"/>
                      <a:pt x="136" y="542"/>
                      <a:pt x="155" y="602"/>
                    </a:cubicBezTo>
                    <a:cubicBezTo>
                      <a:pt x="197" y="642"/>
                      <a:pt x="212" y="688"/>
                      <a:pt x="308" y="668"/>
                    </a:cubicBezTo>
                    <a:cubicBezTo>
                      <a:pt x="324" y="649"/>
                      <a:pt x="344" y="629"/>
                      <a:pt x="363" y="613"/>
                    </a:cubicBezTo>
                    <a:cubicBezTo>
                      <a:pt x="459" y="554"/>
                      <a:pt x="575" y="449"/>
                      <a:pt x="668" y="385"/>
                    </a:cubicBezTo>
                    <a:cubicBezTo>
                      <a:pt x="703" y="344"/>
                      <a:pt x="735" y="282"/>
                      <a:pt x="752" y="247"/>
                    </a:cubicBezTo>
                    <a:cubicBezTo>
                      <a:pt x="835" y="223"/>
                      <a:pt x="867" y="187"/>
                      <a:pt x="956" y="258"/>
                    </a:cubicBezTo>
                    <a:cubicBezTo>
                      <a:pt x="975" y="259"/>
                      <a:pt x="998" y="259"/>
                      <a:pt x="1020" y="260"/>
                    </a:cubicBezTo>
                    <a:cubicBezTo>
                      <a:pt x="1036" y="241"/>
                      <a:pt x="1052" y="222"/>
                      <a:pt x="1068" y="202"/>
                    </a:cubicBezTo>
                    <a:cubicBezTo>
                      <a:pt x="1069" y="150"/>
                      <a:pt x="1069" y="98"/>
                      <a:pt x="1069" y="48"/>
                    </a:cubicBezTo>
                    <a:cubicBezTo>
                      <a:pt x="1072" y="32"/>
                      <a:pt x="1079" y="16"/>
                      <a:pt x="1085" y="0"/>
                    </a:cubicBezTo>
                    <a:cubicBezTo>
                      <a:pt x="1121" y="1"/>
                      <a:pt x="1168" y="28"/>
                      <a:pt x="1213" y="98"/>
                    </a:cubicBezTo>
                    <a:cubicBezTo>
                      <a:pt x="1241" y="122"/>
                      <a:pt x="1254" y="151"/>
                      <a:pt x="1324" y="153"/>
                    </a:cubicBezTo>
                    <a:cubicBezTo>
                      <a:pt x="1340" y="137"/>
                      <a:pt x="1347" y="98"/>
                      <a:pt x="1347" y="88"/>
                    </a:cubicBezTo>
                    <a:cubicBezTo>
                      <a:pt x="1357" y="75"/>
                      <a:pt x="1366" y="66"/>
                      <a:pt x="1376" y="56"/>
                    </a:cubicBezTo>
                    <a:cubicBezTo>
                      <a:pt x="1382" y="63"/>
                      <a:pt x="1392" y="70"/>
                      <a:pt x="1401" y="80"/>
                    </a:cubicBezTo>
                    <a:cubicBezTo>
                      <a:pt x="1401" y="119"/>
                      <a:pt x="1404" y="158"/>
                      <a:pt x="1407" y="201"/>
                    </a:cubicBezTo>
                    <a:cubicBezTo>
                      <a:pt x="1458" y="255"/>
                      <a:pt x="1499" y="325"/>
                      <a:pt x="1578" y="408"/>
                    </a:cubicBezTo>
                    <a:cubicBezTo>
                      <a:pt x="1578" y="461"/>
                      <a:pt x="1578" y="513"/>
                      <a:pt x="1577" y="566"/>
                    </a:cubicBezTo>
                    <a:cubicBezTo>
                      <a:pt x="1590" y="582"/>
                      <a:pt x="1603" y="599"/>
                      <a:pt x="1618" y="619"/>
                    </a:cubicBezTo>
                    <a:cubicBezTo>
                      <a:pt x="1650" y="646"/>
                      <a:pt x="1685" y="673"/>
                      <a:pt x="1720" y="700"/>
                    </a:cubicBezTo>
                    <a:cubicBezTo>
                      <a:pt x="1746" y="717"/>
                      <a:pt x="1771" y="734"/>
                      <a:pt x="1797" y="751"/>
                    </a:cubicBezTo>
                    <a:cubicBezTo>
                      <a:pt x="1796" y="787"/>
                      <a:pt x="1610" y="907"/>
                      <a:pt x="1588" y="919"/>
                    </a:cubicBezTo>
                    <a:cubicBezTo>
                      <a:pt x="1569" y="935"/>
                      <a:pt x="1549" y="954"/>
                      <a:pt x="1530" y="974"/>
                    </a:cubicBezTo>
                    <a:cubicBezTo>
                      <a:pt x="1498" y="1009"/>
                      <a:pt x="1466" y="1044"/>
                      <a:pt x="1437" y="1083"/>
                    </a:cubicBezTo>
                    <a:cubicBezTo>
                      <a:pt x="1424" y="1118"/>
                      <a:pt x="1433" y="1155"/>
                      <a:pt x="1411" y="1203"/>
                    </a:cubicBezTo>
                    <a:cubicBezTo>
                      <a:pt x="1379" y="1215"/>
                      <a:pt x="1346" y="1228"/>
                      <a:pt x="1318" y="1243"/>
                    </a:cubicBezTo>
                    <a:cubicBezTo>
                      <a:pt x="1142" y="1275"/>
                      <a:pt x="1049" y="1341"/>
                      <a:pt x="946" y="1480"/>
                    </a:cubicBezTo>
                    <a:cubicBezTo>
                      <a:pt x="936" y="1496"/>
                      <a:pt x="929" y="1512"/>
                      <a:pt x="923" y="1531"/>
                    </a:cubicBezTo>
                    <a:cubicBezTo>
                      <a:pt x="907" y="1580"/>
                      <a:pt x="894" y="1632"/>
                      <a:pt x="881" y="1684"/>
                    </a:cubicBezTo>
                    <a:cubicBezTo>
                      <a:pt x="813" y="1705"/>
                      <a:pt x="769" y="1711"/>
                      <a:pt x="721" y="1713"/>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4" name="Freeform 32"/>
              <p:cNvSpPr/>
              <p:nvPr/>
            </p:nvSpPr>
            <p:spPr bwMode="auto">
              <a:xfrm>
                <a:off x="13806" y="1519"/>
                <a:ext cx="2576" cy="1663"/>
              </a:xfrm>
              <a:custGeom>
                <a:avLst/>
                <a:gdLst>
                  <a:gd name="T0" fmla="*/ 1270 w 2595"/>
                  <a:gd name="T1" fmla="*/ 1595 h 1727"/>
                  <a:gd name="T2" fmla="*/ 1237 w 2595"/>
                  <a:gd name="T3" fmla="*/ 1388 h 1727"/>
                  <a:gd name="T4" fmla="*/ 1084 w 2595"/>
                  <a:gd name="T5" fmla="*/ 1204 h 1727"/>
                  <a:gd name="T6" fmla="*/ 1072 w 2595"/>
                  <a:gd name="T7" fmla="*/ 1076 h 1727"/>
                  <a:gd name="T8" fmla="*/ 941 w 2595"/>
                  <a:gd name="T9" fmla="*/ 1135 h 1727"/>
                  <a:gd name="T10" fmla="*/ 776 w 2595"/>
                  <a:gd name="T11" fmla="*/ 984 h 1727"/>
                  <a:gd name="T12" fmla="*/ 503 w 2595"/>
                  <a:gd name="T13" fmla="*/ 633 h 1727"/>
                  <a:gd name="T14" fmla="*/ 468 w 2595"/>
                  <a:gd name="T15" fmla="*/ 580 h 1727"/>
                  <a:gd name="T16" fmla="*/ 323 w 2595"/>
                  <a:gd name="T17" fmla="*/ 746 h 1727"/>
                  <a:gd name="T18" fmla="*/ 213 w 2595"/>
                  <a:gd name="T19" fmla="*/ 508 h 1727"/>
                  <a:gd name="T20" fmla="*/ 68 w 2595"/>
                  <a:gd name="T21" fmla="*/ 245 h 1727"/>
                  <a:gd name="T22" fmla="*/ 75 w 2595"/>
                  <a:gd name="T23" fmla="*/ 128 h 1727"/>
                  <a:gd name="T24" fmla="*/ 388 w 2595"/>
                  <a:gd name="T25" fmla="*/ 113 h 1727"/>
                  <a:gd name="T26" fmla="*/ 754 w 2595"/>
                  <a:gd name="T27" fmla="*/ 308 h 1727"/>
                  <a:gd name="T28" fmla="*/ 1068 w 2595"/>
                  <a:gd name="T29" fmla="*/ 136 h 1727"/>
                  <a:gd name="T30" fmla="*/ 1185 w 2595"/>
                  <a:gd name="T31" fmla="*/ 329 h 1727"/>
                  <a:gd name="T32" fmla="*/ 1386 w 2595"/>
                  <a:gd name="T33" fmla="*/ 383 h 1727"/>
                  <a:gd name="T34" fmla="*/ 1605 w 2595"/>
                  <a:gd name="T35" fmla="*/ 592 h 1727"/>
                  <a:gd name="T36" fmla="*/ 1702 w 2595"/>
                  <a:gd name="T37" fmla="*/ 457 h 1727"/>
                  <a:gd name="T38" fmla="*/ 1874 w 2595"/>
                  <a:gd name="T39" fmla="*/ 641 h 1727"/>
                  <a:gd name="T40" fmla="*/ 1953 w 2595"/>
                  <a:gd name="T41" fmla="*/ 725 h 1727"/>
                  <a:gd name="T42" fmla="*/ 2087 w 2595"/>
                  <a:gd name="T43" fmla="*/ 673 h 1727"/>
                  <a:gd name="T44" fmla="*/ 2129 w 2595"/>
                  <a:gd name="T45" fmla="*/ 618 h 1727"/>
                  <a:gd name="T46" fmla="*/ 2232 w 2595"/>
                  <a:gd name="T47" fmla="*/ 542 h 1727"/>
                  <a:gd name="T48" fmla="*/ 2287 w 2595"/>
                  <a:gd name="T49" fmla="*/ 498 h 1727"/>
                  <a:gd name="T50" fmla="*/ 2480 w 2595"/>
                  <a:gd name="T51" fmla="*/ 679 h 1727"/>
                  <a:gd name="T52" fmla="*/ 2546 w 2595"/>
                  <a:gd name="T53" fmla="*/ 864 h 1727"/>
                  <a:gd name="T54" fmla="*/ 2494 w 2595"/>
                  <a:gd name="T55" fmla="*/ 1050 h 1727"/>
                  <a:gd name="T56" fmla="*/ 2382 w 2595"/>
                  <a:gd name="T57" fmla="*/ 1034 h 1727"/>
                  <a:gd name="T58" fmla="*/ 2367 w 2595"/>
                  <a:gd name="T59" fmla="*/ 893 h 1727"/>
                  <a:gd name="T60" fmla="*/ 2126 w 2595"/>
                  <a:gd name="T61" fmla="*/ 1142 h 1727"/>
                  <a:gd name="T62" fmla="*/ 1905 w 2595"/>
                  <a:gd name="T63" fmla="*/ 1356 h 1727"/>
                  <a:gd name="T64" fmla="*/ 1936 w 2595"/>
                  <a:gd name="T65" fmla="*/ 1494 h 1727"/>
                  <a:gd name="T66" fmla="*/ 1552 w 2595"/>
                  <a:gd name="T67" fmla="*/ 1494 h 1727"/>
                  <a:gd name="T68" fmla="*/ 1468 w 2595"/>
                  <a:gd name="T69" fmla="*/ 1718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95" h="1727">
                    <a:moveTo>
                      <a:pt x="1436" y="1727"/>
                    </a:moveTo>
                    <a:cubicBezTo>
                      <a:pt x="1391" y="1670"/>
                      <a:pt x="1299" y="1619"/>
                      <a:pt x="1270" y="1595"/>
                    </a:cubicBezTo>
                    <a:cubicBezTo>
                      <a:pt x="1261" y="1585"/>
                      <a:pt x="1255" y="1575"/>
                      <a:pt x="1248" y="1565"/>
                    </a:cubicBezTo>
                    <a:cubicBezTo>
                      <a:pt x="1249" y="1483"/>
                      <a:pt x="1262" y="1441"/>
                      <a:pt x="1237" y="1388"/>
                    </a:cubicBezTo>
                    <a:cubicBezTo>
                      <a:pt x="1179" y="1344"/>
                      <a:pt x="1179" y="1328"/>
                      <a:pt x="1167" y="1298"/>
                    </a:cubicBezTo>
                    <a:cubicBezTo>
                      <a:pt x="1138" y="1264"/>
                      <a:pt x="1110" y="1234"/>
                      <a:pt x="1084" y="1204"/>
                    </a:cubicBezTo>
                    <a:cubicBezTo>
                      <a:pt x="1081" y="1201"/>
                      <a:pt x="1078" y="1201"/>
                      <a:pt x="1075" y="1201"/>
                    </a:cubicBezTo>
                    <a:cubicBezTo>
                      <a:pt x="1072" y="1158"/>
                      <a:pt x="1072" y="1115"/>
                      <a:pt x="1072" y="1076"/>
                    </a:cubicBezTo>
                    <a:cubicBezTo>
                      <a:pt x="1037" y="1029"/>
                      <a:pt x="1018" y="1035"/>
                      <a:pt x="996" y="1035"/>
                    </a:cubicBezTo>
                    <a:cubicBezTo>
                      <a:pt x="960" y="1070"/>
                      <a:pt x="957" y="1086"/>
                      <a:pt x="941" y="1135"/>
                    </a:cubicBezTo>
                    <a:cubicBezTo>
                      <a:pt x="935" y="1132"/>
                      <a:pt x="928" y="1131"/>
                      <a:pt x="925" y="1131"/>
                    </a:cubicBezTo>
                    <a:cubicBezTo>
                      <a:pt x="877" y="1081"/>
                      <a:pt x="814" y="1011"/>
                      <a:pt x="776" y="984"/>
                    </a:cubicBezTo>
                    <a:cubicBezTo>
                      <a:pt x="616" y="960"/>
                      <a:pt x="613" y="907"/>
                      <a:pt x="595" y="796"/>
                    </a:cubicBezTo>
                    <a:cubicBezTo>
                      <a:pt x="570" y="720"/>
                      <a:pt x="525" y="673"/>
                      <a:pt x="503" y="633"/>
                    </a:cubicBezTo>
                    <a:cubicBezTo>
                      <a:pt x="500" y="616"/>
                      <a:pt x="497" y="600"/>
                      <a:pt x="494" y="583"/>
                    </a:cubicBezTo>
                    <a:cubicBezTo>
                      <a:pt x="484" y="580"/>
                      <a:pt x="475" y="580"/>
                      <a:pt x="468" y="580"/>
                    </a:cubicBezTo>
                    <a:cubicBezTo>
                      <a:pt x="436" y="605"/>
                      <a:pt x="404" y="634"/>
                      <a:pt x="372" y="662"/>
                    </a:cubicBezTo>
                    <a:cubicBezTo>
                      <a:pt x="356" y="688"/>
                      <a:pt x="340" y="717"/>
                      <a:pt x="323" y="746"/>
                    </a:cubicBezTo>
                    <a:cubicBezTo>
                      <a:pt x="260" y="695"/>
                      <a:pt x="273" y="617"/>
                      <a:pt x="248" y="590"/>
                    </a:cubicBezTo>
                    <a:cubicBezTo>
                      <a:pt x="235" y="561"/>
                      <a:pt x="222" y="534"/>
                      <a:pt x="213" y="508"/>
                    </a:cubicBezTo>
                    <a:cubicBezTo>
                      <a:pt x="213" y="468"/>
                      <a:pt x="213" y="432"/>
                      <a:pt x="214" y="396"/>
                    </a:cubicBezTo>
                    <a:cubicBezTo>
                      <a:pt x="163" y="326"/>
                      <a:pt x="112" y="286"/>
                      <a:pt x="68" y="245"/>
                    </a:cubicBezTo>
                    <a:cubicBezTo>
                      <a:pt x="0" y="244"/>
                      <a:pt x="46" y="143"/>
                      <a:pt x="55" y="130"/>
                    </a:cubicBezTo>
                    <a:cubicBezTo>
                      <a:pt x="62" y="127"/>
                      <a:pt x="68" y="127"/>
                      <a:pt x="75" y="128"/>
                    </a:cubicBezTo>
                    <a:cubicBezTo>
                      <a:pt x="129" y="165"/>
                      <a:pt x="179" y="222"/>
                      <a:pt x="269" y="224"/>
                    </a:cubicBezTo>
                    <a:cubicBezTo>
                      <a:pt x="314" y="196"/>
                      <a:pt x="346" y="144"/>
                      <a:pt x="388" y="113"/>
                    </a:cubicBezTo>
                    <a:cubicBezTo>
                      <a:pt x="430" y="42"/>
                      <a:pt x="475" y="0"/>
                      <a:pt x="535" y="113"/>
                    </a:cubicBezTo>
                    <a:cubicBezTo>
                      <a:pt x="547" y="205"/>
                      <a:pt x="633" y="276"/>
                      <a:pt x="754" y="308"/>
                    </a:cubicBezTo>
                    <a:cubicBezTo>
                      <a:pt x="809" y="290"/>
                      <a:pt x="866" y="272"/>
                      <a:pt x="924" y="257"/>
                    </a:cubicBezTo>
                    <a:cubicBezTo>
                      <a:pt x="972" y="216"/>
                      <a:pt x="1020" y="174"/>
                      <a:pt x="1068" y="136"/>
                    </a:cubicBezTo>
                    <a:cubicBezTo>
                      <a:pt x="1075" y="140"/>
                      <a:pt x="1084" y="143"/>
                      <a:pt x="1094" y="150"/>
                    </a:cubicBezTo>
                    <a:cubicBezTo>
                      <a:pt x="1093" y="202"/>
                      <a:pt x="1058" y="326"/>
                      <a:pt x="1185" y="329"/>
                    </a:cubicBezTo>
                    <a:cubicBezTo>
                      <a:pt x="1201" y="320"/>
                      <a:pt x="1221" y="314"/>
                      <a:pt x="1240" y="308"/>
                    </a:cubicBezTo>
                    <a:cubicBezTo>
                      <a:pt x="1294" y="253"/>
                      <a:pt x="1339" y="323"/>
                      <a:pt x="1386" y="383"/>
                    </a:cubicBezTo>
                    <a:cubicBezTo>
                      <a:pt x="1409" y="390"/>
                      <a:pt x="1434" y="398"/>
                      <a:pt x="1460" y="408"/>
                    </a:cubicBezTo>
                    <a:cubicBezTo>
                      <a:pt x="1482" y="451"/>
                      <a:pt x="1526" y="534"/>
                      <a:pt x="1605" y="592"/>
                    </a:cubicBezTo>
                    <a:cubicBezTo>
                      <a:pt x="1612" y="592"/>
                      <a:pt x="1621" y="592"/>
                      <a:pt x="1631" y="593"/>
                    </a:cubicBezTo>
                    <a:cubicBezTo>
                      <a:pt x="1676" y="548"/>
                      <a:pt x="1689" y="502"/>
                      <a:pt x="1702" y="457"/>
                    </a:cubicBezTo>
                    <a:cubicBezTo>
                      <a:pt x="1718" y="460"/>
                      <a:pt x="1737" y="467"/>
                      <a:pt x="1756" y="475"/>
                    </a:cubicBezTo>
                    <a:cubicBezTo>
                      <a:pt x="1769" y="524"/>
                      <a:pt x="1804" y="584"/>
                      <a:pt x="1874" y="641"/>
                    </a:cubicBezTo>
                    <a:cubicBezTo>
                      <a:pt x="1874" y="644"/>
                      <a:pt x="1874" y="648"/>
                      <a:pt x="1874" y="651"/>
                    </a:cubicBezTo>
                    <a:cubicBezTo>
                      <a:pt x="1899" y="675"/>
                      <a:pt x="1924" y="698"/>
                      <a:pt x="1953" y="725"/>
                    </a:cubicBezTo>
                    <a:cubicBezTo>
                      <a:pt x="1982" y="723"/>
                      <a:pt x="2014" y="720"/>
                      <a:pt x="2046" y="718"/>
                    </a:cubicBezTo>
                    <a:cubicBezTo>
                      <a:pt x="2059" y="702"/>
                      <a:pt x="2071" y="685"/>
                      <a:pt x="2087" y="673"/>
                    </a:cubicBezTo>
                    <a:cubicBezTo>
                      <a:pt x="2100" y="673"/>
                      <a:pt x="2123" y="651"/>
                      <a:pt x="2129" y="644"/>
                    </a:cubicBezTo>
                    <a:cubicBezTo>
                      <a:pt x="2129" y="635"/>
                      <a:pt x="2129" y="625"/>
                      <a:pt x="2129" y="618"/>
                    </a:cubicBezTo>
                    <a:cubicBezTo>
                      <a:pt x="2120" y="615"/>
                      <a:pt x="2113" y="611"/>
                      <a:pt x="2107" y="608"/>
                    </a:cubicBezTo>
                    <a:cubicBezTo>
                      <a:pt x="2107" y="565"/>
                      <a:pt x="2194" y="554"/>
                      <a:pt x="2232" y="542"/>
                    </a:cubicBezTo>
                    <a:cubicBezTo>
                      <a:pt x="2242" y="536"/>
                      <a:pt x="2251" y="530"/>
                      <a:pt x="2264" y="527"/>
                    </a:cubicBezTo>
                    <a:cubicBezTo>
                      <a:pt x="2271" y="517"/>
                      <a:pt x="2277" y="507"/>
                      <a:pt x="2287" y="498"/>
                    </a:cubicBezTo>
                    <a:cubicBezTo>
                      <a:pt x="2309" y="508"/>
                      <a:pt x="2299" y="560"/>
                      <a:pt x="2369" y="598"/>
                    </a:cubicBezTo>
                    <a:cubicBezTo>
                      <a:pt x="2404" y="625"/>
                      <a:pt x="2442" y="652"/>
                      <a:pt x="2480" y="679"/>
                    </a:cubicBezTo>
                    <a:cubicBezTo>
                      <a:pt x="2512" y="684"/>
                      <a:pt x="2544" y="691"/>
                      <a:pt x="2576" y="698"/>
                    </a:cubicBezTo>
                    <a:cubicBezTo>
                      <a:pt x="2576" y="731"/>
                      <a:pt x="2595" y="830"/>
                      <a:pt x="2546" y="864"/>
                    </a:cubicBezTo>
                    <a:cubicBezTo>
                      <a:pt x="2533" y="890"/>
                      <a:pt x="2524" y="916"/>
                      <a:pt x="2514" y="942"/>
                    </a:cubicBezTo>
                    <a:cubicBezTo>
                      <a:pt x="2507" y="978"/>
                      <a:pt x="2501" y="1014"/>
                      <a:pt x="2494" y="1050"/>
                    </a:cubicBezTo>
                    <a:cubicBezTo>
                      <a:pt x="2485" y="1050"/>
                      <a:pt x="2475" y="1053"/>
                      <a:pt x="2465" y="1056"/>
                    </a:cubicBezTo>
                    <a:cubicBezTo>
                      <a:pt x="2453" y="993"/>
                      <a:pt x="2386" y="1031"/>
                      <a:pt x="2382" y="1034"/>
                    </a:cubicBezTo>
                    <a:cubicBezTo>
                      <a:pt x="2376" y="1030"/>
                      <a:pt x="2370" y="1027"/>
                      <a:pt x="2367" y="1024"/>
                    </a:cubicBezTo>
                    <a:cubicBezTo>
                      <a:pt x="2367" y="978"/>
                      <a:pt x="2367" y="935"/>
                      <a:pt x="2367" y="893"/>
                    </a:cubicBezTo>
                    <a:cubicBezTo>
                      <a:pt x="2307" y="803"/>
                      <a:pt x="2265" y="841"/>
                      <a:pt x="2223" y="909"/>
                    </a:cubicBezTo>
                    <a:cubicBezTo>
                      <a:pt x="2207" y="990"/>
                      <a:pt x="2152" y="1061"/>
                      <a:pt x="2126" y="1142"/>
                    </a:cubicBezTo>
                    <a:cubicBezTo>
                      <a:pt x="2113" y="1155"/>
                      <a:pt x="2104" y="1171"/>
                      <a:pt x="2094" y="1187"/>
                    </a:cubicBezTo>
                    <a:cubicBezTo>
                      <a:pt x="1966" y="1276"/>
                      <a:pt x="1887" y="1152"/>
                      <a:pt x="1905" y="1356"/>
                    </a:cubicBezTo>
                    <a:cubicBezTo>
                      <a:pt x="1930" y="1379"/>
                      <a:pt x="1955" y="1403"/>
                      <a:pt x="1981" y="1427"/>
                    </a:cubicBezTo>
                    <a:cubicBezTo>
                      <a:pt x="1981" y="1446"/>
                      <a:pt x="1952" y="1478"/>
                      <a:pt x="1936" y="1494"/>
                    </a:cubicBezTo>
                    <a:cubicBezTo>
                      <a:pt x="1872" y="1512"/>
                      <a:pt x="1750" y="1489"/>
                      <a:pt x="1715" y="1472"/>
                    </a:cubicBezTo>
                    <a:cubicBezTo>
                      <a:pt x="1642" y="1395"/>
                      <a:pt x="1597" y="1446"/>
                      <a:pt x="1552" y="1494"/>
                    </a:cubicBezTo>
                    <a:cubicBezTo>
                      <a:pt x="1529" y="1559"/>
                      <a:pt x="1507" y="1624"/>
                      <a:pt x="1484" y="1689"/>
                    </a:cubicBezTo>
                    <a:cubicBezTo>
                      <a:pt x="1478" y="1699"/>
                      <a:pt x="1471" y="1708"/>
                      <a:pt x="1468" y="1718"/>
                    </a:cubicBezTo>
                    <a:cubicBezTo>
                      <a:pt x="1455" y="1721"/>
                      <a:pt x="1445" y="1724"/>
                      <a:pt x="1436" y="1727"/>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sp>
            <p:nvSpPr>
              <p:cNvPr id="16" name="Freeform 29"/>
              <p:cNvSpPr/>
              <p:nvPr/>
            </p:nvSpPr>
            <p:spPr bwMode="auto">
              <a:xfrm>
                <a:off x="12397" y="-609"/>
                <a:ext cx="2142" cy="3951"/>
              </a:xfrm>
              <a:custGeom>
                <a:avLst/>
                <a:gdLst>
                  <a:gd name="T0" fmla="*/ 1630 w 6642"/>
                  <a:gd name="T1" fmla="*/ 5242 h 5728"/>
                  <a:gd name="T2" fmla="*/ 1530 w 6642"/>
                  <a:gd name="T3" fmla="*/ 5007 h 5728"/>
                  <a:gd name="T4" fmla="*/ 1052 w 6642"/>
                  <a:gd name="T5" fmla="*/ 5254 h 5728"/>
                  <a:gd name="T6" fmla="*/ 572 w 6642"/>
                  <a:gd name="T7" fmla="*/ 4806 h 5728"/>
                  <a:gd name="T8" fmla="*/ 651 w 6642"/>
                  <a:gd name="T9" fmla="*/ 4438 h 5728"/>
                  <a:gd name="T10" fmla="*/ 147 w 6642"/>
                  <a:gd name="T11" fmla="*/ 4318 h 5728"/>
                  <a:gd name="T12" fmla="*/ 0 w 6642"/>
                  <a:gd name="T13" fmla="*/ 3842 h 5728"/>
                  <a:gd name="T14" fmla="*/ 1044 w 6642"/>
                  <a:gd name="T15" fmla="*/ 3908 h 5728"/>
                  <a:gd name="T16" fmla="*/ 1487 w 6642"/>
                  <a:gd name="T17" fmla="*/ 4158 h 5728"/>
                  <a:gd name="T18" fmla="*/ 2267 w 6642"/>
                  <a:gd name="T19" fmla="*/ 4125 h 5728"/>
                  <a:gd name="T20" fmla="*/ 3073 w 6642"/>
                  <a:gd name="T21" fmla="*/ 3979 h 5728"/>
                  <a:gd name="T22" fmla="*/ 3705 w 6642"/>
                  <a:gd name="T23" fmla="*/ 3503 h 5728"/>
                  <a:gd name="T24" fmla="*/ 3692 w 6642"/>
                  <a:gd name="T25" fmla="*/ 3012 h 5728"/>
                  <a:gd name="T26" fmla="*/ 4258 w 6642"/>
                  <a:gd name="T27" fmla="*/ 2876 h 5728"/>
                  <a:gd name="T28" fmla="*/ 4672 w 6642"/>
                  <a:gd name="T29" fmla="*/ 2621 h 5728"/>
                  <a:gd name="T30" fmla="*/ 5456 w 6642"/>
                  <a:gd name="T31" fmla="*/ 2333 h 5728"/>
                  <a:gd name="T32" fmla="*/ 5143 w 6642"/>
                  <a:gd name="T33" fmla="*/ 1827 h 5728"/>
                  <a:gd name="T34" fmla="*/ 4889 w 6642"/>
                  <a:gd name="T35" fmla="*/ 1994 h 5728"/>
                  <a:gd name="T36" fmla="*/ 4388 w 6642"/>
                  <a:gd name="T37" fmla="*/ 1890 h 5728"/>
                  <a:gd name="T38" fmla="*/ 4584 w 6642"/>
                  <a:gd name="T39" fmla="*/ 1306 h 5728"/>
                  <a:gd name="T40" fmla="*/ 5210 w 6642"/>
                  <a:gd name="T41" fmla="*/ 748 h 5728"/>
                  <a:gd name="T42" fmla="*/ 5238 w 6642"/>
                  <a:gd name="T43" fmla="*/ 251 h 5728"/>
                  <a:gd name="T44" fmla="*/ 5508 w 6642"/>
                  <a:gd name="T45" fmla="*/ 49 h 5728"/>
                  <a:gd name="T46" fmla="*/ 5621 w 6642"/>
                  <a:gd name="T47" fmla="*/ 366 h 5728"/>
                  <a:gd name="T48" fmla="*/ 5876 w 6642"/>
                  <a:gd name="T49" fmla="*/ 562 h 5728"/>
                  <a:gd name="T50" fmla="*/ 6483 w 6642"/>
                  <a:gd name="T51" fmla="*/ 479 h 5728"/>
                  <a:gd name="T52" fmla="*/ 6530 w 6642"/>
                  <a:gd name="T53" fmla="*/ 1168 h 5728"/>
                  <a:gd name="T54" fmla="*/ 6458 w 6642"/>
                  <a:gd name="T55" fmla="*/ 1507 h 5728"/>
                  <a:gd name="T56" fmla="*/ 6101 w 6642"/>
                  <a:gd name="T57" fmla="*/ 1904 h 5728"/>
                  <a:gd name="T58" fmla="*/ 6333 w 6642"/>
                  <a:gd name="T59" fmla="*/ 2178 h 5728"/>
                  <a:gd name="T60" fmla="*/ 6347 w 6642"/>
                  <a:gd name="T61" fmla="*/ 2362 h 5728"/>
                  <a:gd name="T62" fmla="*/ 5992 w 6642"/>
                  <a:gd name="T63" fmla="*/ 2412 h 5728"/>
                  <a:gd name="T64" fmla="*/ 6137 w 6642"/>
                  <a:gd name="T65" fmla="*/ 2844 h 5728"/>
                  <a:gd name="T66" fmla="*/ 6344 w 6642"/>
                  <a:gd name="T67" fmla="*/ 3010 h 5728"/>
                  <a:gd name="T68" fmla="*/ 6642 w 6642"/>
                  <a:gd name="T69" fmla="*/ 3342 h 5728"/>
                  <a:gd name="T70" fmla="*/ 6273 w 6642"/>
                  <a:gd name="T71" fmla="*/ 3644 h 5728"/>
                  <a:gd name="T72" fmla="*/ 5891 w 6642"/>
                  <a:gd name="T73" fmla="*/ 3965 h 5728"/>
                  <a:gd name="T74" fmla="*/ 5682 w 6642"/>
                  <a:gd name="T75" fmla="*/ 4064 h 5728"/>
                  <a:gd name="T76" fmla="*/ 5265 w 6642"/>
                  <a:gd name="T77" fmla="*/ 3802 h 5728"/>
                  <a:gd name="T78" fmla="*/ 4807 w 6642"/>
                  <a:gd name="T79" fmla="*/ 4072 h 5728"/>
                  <a:gd name="T80" fmla="*/ 4541 w 6642"/>
                  <a:gd name="T81" fmla="*/ 4134 h 5728"/>
                  <a:gd name="T82" fmla="*/ 4260 w 6642"/>
                  <a:gd name="T83" fmla="*/ 4238 h 5728"/>
                  <a:gd name="T84" fmla="*/ 4293 w 6642"/>
                  <a:gd name="T85" fmla="*/ 4556 h 5728"/>
                  <a:gd name="T86" fmla="*/ 3815 w 6642"/>
                  <a:gd name="T87" fmla="*/ 4777 h 5728"/>
                  <a:gd name="T88" fmla="*/ 3424 w 6642"/>
                  <a:gd name="T89" fmla="*/ 5045 h 5728"/>
                  <a:gd name="T90" fmla="*/ 2993 w 6642"/>
                  <a:gd name="T91" fmla="*/ 5516 h 5728"/>
                  <a:gd name="T92" fmla="*/ 2536 w 6642"/>
                  <a:gd name="T93" fmla="*/ 5566 h 5728"/>
                  <a:gd name="T94" fmla="*/ 2481 w 6642"/>
                  <a:gd name="T95" fmla="*/ 5149 h 5728"/>
                  <a:gd name="T96" fmla="*/ 2177 w 6642"/>
                  <a:gd name="T97" fmla="*/ 5276 h 5728"/>
                  <a:gd name="T98" fmla="*/ 1951 w 6642"/>
                  <a:gd name="T99" fmla="*/ 5617 h 5728"/>
                  <a:gd name="connsiteX0" fmla="*/ 5456 w 6642"/>
                  <a:gd name="connsiteY0" fmla="*/ 2333 h 5728"/>
                  <a:gd name="connsiteX1" fmla="*/ 5454 w 6642"/>
                  <a:gd name="connsiteY1" fmla="*/ 2117 h 5728"/>
                  <a:gd name="connsiteX2" fmla="*/ 5378 w 6642"/>
                  <a:gd name="connsiteY2" fmla="*/ 2039 h 5728"/>
                  <a:gd name="connsiteX3" fmla="*/ 5235 w 6642"/>
                  <a:gd name="connsiteY3" fmla="*/ 1951 h 5728"/>
                  <a:gd name="connsiteX4" fmla="*/ 5143 w 6642"/>
                  <a:gd name="connsiteY4" fmla="*/ 1827 h 5728"/>
                  <a:gd name="connsiteX5" fmla="*/ 5047 w 6642"/>
                  <a:gd name="connsiteY5" fmla="*/ 1828 h 5728"/>
                  <a:gd name="connsiteX6" fmla="*/ 5002 w 6642"/>
                  <a:gd name="connsiteY6" fmla="*/ 1883 h 5728"/>
                  <a:gd name="connsiteX7" fmla="*/ 4909 w 6642"/>
                  <a:gd name="connsiteY7" fmla="*/ 1877 h 5728"/>
                  <a:gd name="connsiteX8" fmla="*/ 4889 w 6642"/>
                  <a:gd name="connsiteY8" fmla="*/ 1994 h 5728"/>
                  <a:gd name="connsiteX9" fmla="*/ 4708 w 6642"/>
                  <a:gd name="connsiteY9" fmla="*/ 1941 h 5728"/>
                  <a:gd name="connsiteX10" fmla="*/ 4625 w 6642"/>
                  <a:gd name="connsiteY10" fmla="*/ 1939 h 5728"/>
                  <a:gd name="connsiteX11" fmla="*/ 4500 w 6642"/>
                  <a:gd name="connsiteY11" fmla="*/ 2014 h 5728"/>
                  <a:gd name="connsiteX12" fmla="*/ 4388 w 6642"/>
                  <a:gd name="connsiteY12" fmla="*/ 1890 h 5728"/>
                  <a:gd name="connsiteX13" fmla="*/ 4482 w 6642"/>
                  <a:gd name="connsiteY13" fmla="*/ 1804 h 5728"/>
                  <a:gd name="connsiteX14" fmla="*/ 4486 w 6642"/>
                  <a:gd name="connsiteY14" fmla="*/ 1634 h 5728"/>
                  <a:gd name="connsiteX15" fmla="*/ 4541 w 6642"/>
                  <a:gd name="connsiteY15" fmla="*/ 1514 h 5728"/>
                  <a:gd name="connsiteX16" fmla="*/ 4584 w 6642"/>
                  <a:gd name="connsiteY16" fmla="*/ 1306 h 5728"/>
                  <a:gd name="connsiteX17" fmla="*/ 4644 w 6642"/>
                  <a:gd name="connsiteY17" fmla="*/ 1307 h 5728"/>
                  <a:gd name="connsiteX18" fmla="*/ 4967 w 6642"/>
                  <a:gd name="connsiteY18" fmla="*/ 1286 h 5728"/>
                  <a:gd name="connsiteX19" fmla="*/ 5141 w 6642"/>
                  <a:gd name="connsiteY19" fmla="*/ 1117 h 5728"/>
                  <a:gd name="connsiteX20" fmla="*/ 5210 w 6642"/>
                  <a:gd name="connsiteY20" fmla="*/ 748 h 5728"/>
                  <a:gd name="connsiteX21" fmla="*/ 5320 w 6642"/>
                  <a:gd name="connsiteY21" fmla="*/ 486 h 5728"/>
                  <a:gd name="connsiteX22" fmla="*/ 5318 w 6642"/>
                  <a:gd name="connsiteY22" fmla="*/ 358 h 5728"/>
                  <a:gd name="connsiteX23" fmla="*/ 5305 w 6642"/>
                  <a:gd name="connsiteY23" fmla="*/ 328 h 5728"/>
                  <a:gd name="connsiteX24" fmla="*/ 5238 w 6642"/>
                  <a:gd name="connsiteY24" fmla="*/ 251 h 5728"/>
                  <a:gd name="connsiteX25" fmla="*/ 5178 w 6642"/>
                  <a:gd name="connsiteY25" fmla="*/ 217 h 5728"/>
                  <a:gd name="connsiteX26" fmla="*/ 5303 w 6642"/>
                  <a:gd name="connsiteY26" fmla="*/ 56 h 5728"/>
                  <a:gd name="connsiteX27" fmla="*/ 5476 w 6642"/>
                  <a:gd name="connsiteY27" fmla="*/ 2 h 5728"/>
                  <a:gd name="connsiteX28" fmla="*/ 5508 w 6642"/>
                  <a:gd name="connsiteY28" fmla="*/ 49 h 5728"/>
                  <a:gd name="connsiteX29" fmla="*/ 5498 w 6642"/>
                  <a:gd name="connsiteY29" fmla="*/ 133 h 5728"/>
                  <a:gd name="connsiteX30" fmla="*/ 5437 w 6642"/>
                  <a:gd name="connsiteY30" fmla="*/ 243 h 5728"/>
                  <a:gd name="connsiteX31" fmla="*/ 5507 w 6642"/>
                  <a:gd name="connsiteY31" fmla="*/ 301 h 5728"/>
                  <a:gd name="connsiteX32" fmla="*/ 5621 w 6642"/>
                  <a:gd name="connsiteY32" fmla="*/ 366 h 5728"/>
                  <a:gd name="connsiteX33" fmla="*/ 5641 w 6642"/>
                  <a:gd name="connsiteY33" fmla="*/ 255 h 5728"/>
                  <a:gd name="connsiteX34" fmla="*/ 5775 w 6642"/>
                  <a:gd name="connsiteY34" fmla="*/ 291 h 5728"/>
                  <a:gd name="connsiteX35" fmla="*/ 5800 w 6642"/>
                  <a:gd name="connsiteY35" fmla="*/ 331 h 5728"/>
                  <a:gd name="connsiteX36" fmla="*/ 5876 w 6642"/>
                  <a:gd name="connsiteY36" fmla="*/ 562 h 5728"/>
                  <a:gd name="connsiteX37" fmla="*/ 5911 w 6642"/>
                  <a:gd name="connsiteY37" fmla="*/ 586 h 5728"/>
                  <a:gd name="connsiteX38" fmla="*/ 6003 w 6642"/>
                  <a:gd name="connsiteY38" fmla="*/ 578 h 5728"/>
                  <a:gd name="connsiteX39" fmla="*/ 6263 w 6642"/>
                  <a:gd name="connsiteY39" fmla="*/ 490 h 5728"/>
                  <a:gd name="connsiteX40" fmla="*/ 6483 w 6642"/>
                  <a:gd name="connsiteY40" fmla="*/ 479 h 5728"/>
                  <a:gd name="connsiteX41" fmla="*/ 6543 w 6642"/>
                  <a:gd name="connsiteY41" fmla="*/ 648 h 5728"/>
                  <a:gd name="connsiteX42" fmla="*/ 6461 w 6642"/>
                  <a:gd name="connsiteY42" fmla="*/ 944 h 5728"/>
                  <a:gd name="connsiteX43" fmla="*/ 6461 w 6642"/>
                  <a:gd name="connsiteY43" fmla="*/ 1022 h 5728"/>
                  <a:gd name="connsiteX44" fmla="*/ 6530 w 6642"/>
                  <a:gd name="connsiteY44" fmla="*/ 1168 h 5728"/>
                  <a:gd name="connsiteX45" fmla="*/ 6545 w 6642"/>
                  <a:gd name="connsiteY45" fmla="*/ 1427 h 5728"/>
                  <a:gd name="connsiteX46" fmla="*/ 6547 w 6642"/>
                  <a:gd name="connsiteY46" fmla="*/ 1617 h 5728"/>
                  <a:gd name="connsiteX47" fmla="*/ 6480 w 6642"/>
                  <a:gd name="connsiteY47" fmla="*/ 1625 h 5728"/>
                  <a:gd name="connsiteX48" fmla="*/ 6458 w 6642"/>
                  <a:gd name="connsiteY48" fmla="*/ 1507 h 5728"/>
                  <a:gd name="connsiteX49" fmla="*/ 6423 w 6642"/>
                  <a:gd name="connsiteY49" fmla="*/ 1450 h 5728"/>
                  <a:gd name="connsiteX50" fmla="*/ 6333 w 6642"/>
                  <a:gd name="connsiteY50" fmla="*/ 1582 h 5728"/>
                  <a:gd name="connsiteX51" fmla="*/ 6220 w 6642"/>
                  <a:gd name="connsiteY51" fmla="*/ 1776 h 5728"/>
                  <a:gd name="connsiteX52" fmla="*/ 6101 w 6642"/>
                  <a:gd name="connsiteY52" fmla="*/ 1904 h 5728"/>
                  <a:gd name="connsiteX53" fmla="*/ 6094 w 6642"/>
                  <a:gd name="connsiteY53" fmla="*/ 2018 h 5728"/>
                  <a:gd name="connsiteX54" fmla="*/ 6154 w 6642"/>
                  <a:gd name="connsiteY54" fmla="*/ 2115 h 5728"/>
                  <a:gd name="connsiteX55" fmla="*/ 6256 w 6642"/>
                  <a:gd name="connsiteY55" fmla="*/ 2183 h 5728"/>
                  <a:gd name="connsiteX56" fmla="*/ 6333 w 6642"/>
                  <a:gd name="connsiteY56" fmla="*/ 2178 h 5728"/>
                  <a:gd name="connsiteX57" fmla="*/ 6378 w 6642"/>
                  <a:gd name="connsiteY57" fmla="*/ 2104 h 5728"/>
                  <a:gd name="connsiteX58" fmla="*/ 6412 w 6642"/>
                  <a:gd name="connsiteY58" fmla="*/ 2210 h 5728"/>
                  <a:gd name="connsiteX59" fmla="*/ 6300 w 6642"/>
                  <a:gd name="connsiteY59" fmla="*/ 2249 h 5728"/>
                  <a:gd name="connsiteX60" fmla="*/ 6347 w 6642"/>
                  <a:gd name="connsiteY60" fmla="*/ 2362 h 5728"/>
                  <a:gd name="connsiteX61" fmla="*/ 6212 w 6642"/>
                  <a:gd name="connsiteY61" fmla="*/ 2509 h 5728"/>
                  <a:gd name="connsiteX62" fmla="*/ 6171 w 6642"/>
                  <a:gd name="connsiteY62" fmla="*/ 2498 h 5728"/>
                  <a:gd name="connsiteX63" fmla="*/ 6047 w 6642"/>
                  <a:gd name="connsiteY63" fmla="*/ 2413 h 5728"/>
                  <a:gd name="connsiteX64" fmla="*/ 5992 w 6642"/>
                  <a:gd name="connsiteY64" fmla="*/ 2412 h 5728"/>
                  <a:gd name="connsiteX65" fmla="*/ 5957 w 6642"/>
                  <a:gd name="connsiteY65" fmla="*/ 2480 h 5728"/>
                  <a:gd name="connsiteX66" fmla="*/ 5960 w 6642"/>
                  <a:gd name="connsiteY66" fmla="*/ 2562 h 5728"/>
                  <a:gd name="connsiteX67" fmla="*/ 6138 w 6642"/>
                  <a:gd name="connsiteY67" fmla="*/ 2730 h 5728"/>
                  <a:gd name="connsiteX68" fmla="*/ 6137 w 6642"/>
                  <a:gd name="connsiteY68" fmla="*/ 2844 h 5728"/>
                  <a:gd name="connsiteX69" fmla="*/ 6228 w 6642"/>
                  <a:gd name="connsiteY69" fmla="*/ 3060 h 5728"/>
                  <a:gd name="connsiteX70" fmla="*/ 6254 w 6642"/>
                  <a:gd name="connsiteY70" fmla="*/ 3090 h 5728"/>
                  <a:gd name="connsiteX71" fmla="*/ 6298 w 6642"/>
                  <a:gd name="connsiteY71" fmla="*/ 3094 h 5728"/>
                  <a:gd name="connsiteX72" fmla="*/ 6344 w 6642"/>
                  <a:gd name="connsiteY72" fmla="*/ 3010 h 5728"/>
                  <a:gd name="connsiteX73" fmla="*/ 6424 w 6642"/>
                  <a:gd name="connsiteY73" fmla="*/ 2950 h 5728"/>
                  <a:gd name="connsiteX74" fmla="*/ 6519 w 6642"/>
                  <a:gd name="connsiteY74" fmla="*/ 3126 h 5728"/>
                  <a:gd name="connsiteX75" fmla="*/ 6629 w 6642"/>
                  <a:gd name="connsiteY75" fmla="*/ 3312 h 5728"/>
                  <a:gd name="connsiteX76" fmla="*/ 6642 w 6642"/>
                  <a:gd name="connsiteY76" fmla="*/ 3342 h 5728"/>
                  <a:gd name="connsiteX77" fmla="*/ 6631 w 6642"/>
                  <a:gd name="connsiteY77" fmla="*/ 3518 h 5728"/>
                  <a:gd name="connsiteX78" fmla="*/ 6596 w 6642"/>
                  <a:gd name="connsiteY78" fmla="*/ 3554 h 5728"/>
                  <a:gd name="connsiteX79" fmla="*/ 6507 w 6642"/>
                  <a:gd name="connsiteY79" fmla="*/ 3515 h 5728"/>
                  <a:gd name="connsiteX80" fmla="*/ 6273 w 6642"/>
                  <a:gd name="connsiteY80" fmla="*/ 3644 h 5728"/>
                  <a:gd name="connsiteX81" fmla="*/ 6247 w 6642"/>
                  <a:gd name="connsiteY81" fmla="*/ 3666 h 5728"/>
                  <a:gd name="connsiteX82" fmla="*/ 6067 w 6642"/>
                  <a:gd name="connsiteY82" fmla="*/ 3812 h 5728"/>
                  <a:gd name="connsiteX83" fmla="*/ 5926 w 6642"/>
                  <a:gd name="connsiteY83" fmla="*/ 3926 h 5728"/>
                  <a:gd name="connsiteX84" fmla="*/ 5891 w 6642"/>
                  <a:gd name="connsiteY84" fmla="*/ 3965 h 5728"/>
                  <a:gd name="connsiteX85" fmla="*/ 5839 w 6642"/>
                  <a:gd name="connsiteY85" fmla="*/ 3973 h 5728"/>
                  <a:gd name="connsiteX86" fmla="*/ 5782 w 6642"/>
                  <a:gd name="connsiteY86" fmla="*/ 3916 h 5728"/>
                  <a:gd name="connsiteX87" fmla="*/ 5658 w 6642"/>
                  <a:gd name="connsiteY87" fmla="*/ 3808 h 5728"/>
                  <a:gd name="connsiteX88" fmla="*/ 5682 w 6642"/>
                  <a:gd name="connsiteY88" fmla="*/ 4064 h 5728"/>
                  <a:gd name="connsiteX89" fmla="*/ 5691 w 6642"/>
                  <a:gd name="connsiteY89" fmla="*/ 4192 h 5728"/>
                  <a:gd name="connsiteX90" fmla="*/ 5429 w 6642"/>
                  <a:gd name="connsiteY90" fmla="*/ 4166 h 5728"/>
                  <a:gd name="connsiteX91" fmla="*/ 5347 w 6642"/>
                  <a:gd name="connsiteY91" fmla="*/ 3987 h 5728"/>
                  <a:gd name="connsiteX92" fmla="*/ 5265 w 6642"/>
                  <a:gd name="connsiteY92" fmla="*/ 3802 h 5728"/>
                  <a:gd name="connsiteX93" fmla="*/ 5160 w 6642"/>
                  <a:gd name="connsiteY93" fmla="*/ 3750 h 5728"/>
                  <a:gd name="connsiteX94" fmla="*/ 5003 w 6642"/>
                  <a:gd name="connsiteY94" fmla="*/ 3867 h 5728"/>
                  <a:gd name="connsiteX95" fmla="*/ 4999 w 6642"/>
                  <a:gd name="connsiteY95" fmla="*/ 4057 h 5728"/>
                  <a:gd name="connsiteX96" fmla="*/ 4807 w 6642"/>
                  <a:gd name="connsiteY96" fmla="*/ 4072 h 5728"/>
                  <a:gd name="connsiteX97" fmla="*/ 4634 w 6642"/>
                  <a:gd name="connsiteY97" fmla="*/ 4175 h 5728"/>
                  <a:gd name="connsiteX98" fmla="*/ 4569 w 6642"/>
                  <a:gd name="connsiteY98" fmla="*/ 4246 h 5728"/>
                  <a:gd name="connsiteX99" fmla="*/ 4506 w 6642"/>
                  <a:gd name="connsiteY99" fmla="*/ 4159 h 5728"/>
                  <a:gd name="connsiteX100" fmla="*/ 4541 w 6642"/>
                  <a:gd name="connsiteY100" fmla="*/ 4134 h 5728"/>
                  <a:gd name="connsiteX101" fmla="*/ 4408 w 6642"/>
                  <a:gd name="connsiteY101" fmla="*/ 3980 h 5728"/>
                  <a:gd name="connsiteX102" fmla="*/ 4340 w 6642"/>
                  <a:gd name="connsiteY102" fmla="*/ 4188 h 5728"/>
                  <a:gd name="connsiteX103" fmla="*/ 4282 w 6642"/>
                  <a:gd name="connsiteY103" fmla="*/ 4193 h 5728"/>
                  <a:gd name="connsiteX104" fmla="*/ 4260 w 6642"/>
                  <a:gd name="connsiteY104" fmla="*/ 4238 h 5728"/>
                  <a:gd name="connsiteX105" fmla="*/ 4231 w 6642"/>
                  <a:gd name="connsiteY105" fmla="*/ 4250 h 5728"/>
                  <a:gd name="connsiteX106" fmla="*/ 4230 w 6642"/>
                  <a:gd name="connsiteY106" fmla="*/ 4427 h 5728"/>
                  <a:gd name="connsiteX107" fmla="*/ 4290 w 6642"/>
                  <a:gd name="connsiteY107" fmla="*/ 4504 h 5728"/>
                  <a:gd name="connsiteX108" fmla="*/ 4293 w 6642"/>
                  <a:gd name="connsiteY108" fmla="*/ 4556 h 5728"/>
                  <a:gd name="connsiteX109" fmla="*/ 4257 w 6642"/>
                  <a:gd name="connsiteY109" fmla="*/ 4614 h 5728"/>
                  <a:gd name="connsiteX110" fmla="*/ 3992 w 6642"/>
                  <a:gd name="connsiteY110" fmla="*/ 4680 h 5728"/>
                  <a:gd name="connsiteX111" fmla="*/ 3857 w 6642"/>
                  <a:gd name="connsiteY111" fmla="*/ 4739 h 5728"/>
                  <a:gd name="connsiteX112" fmla="*/ 3815 w 6642"/>
                  <a:gd name="connsiteY112" fmla="*/ 4777 h 5728"/>
                  <a:gd name="connsiteX113" fmla="*/ 3616 w 6642"/>
                  <a:gd name="connsiteY113" fmla="*/ 5021 h 5728"/>
                  <a:gd name="connsiteX114" fmla="*/ 3543 w 6642"/>
                  <a:gd name="connsiteY114" fmla="*/ 4970 h 5728"/>
                  <a:gd name="connsiteX115" fmla="*/ 3460 w 6642"/>
                  <a:gd name="connsiteY115" fmla="*/ 4971 h 5728"/>
                  <a:gd name="connsiteX116" fmla="*/ 3424 w 6642"/>
                  <a:gd name="connsiteY116" fmla="*/ 5045 h 5728"/>
                  <a:gd name="connsiteX117" fmla="*/ 3313 w 6642"/>
                  <a:gd name="connsiteY117" fmla="*/ 5000 h 5728"/>
                  <a:gd name="connsiteX118" fmla="*/ 3235 w 6642"/>
                  <a:gd name="connsiteY118" fmla="*/ 5109 h 5728"/>
                  <a:gd name="connsiteX119" fmla="*/ 3013 w 6642"/>
                  <a:gd name="connsiteY119" fmla="*/ 5349 h 5728"/>
                  <a:gd name="connsiteX120" fmla="*/ 2993 w 6642"/>
                  <a:gd name="connsiteY120" fmla="*/ 5516 h 5728"/>
                  <a:gd name="connsiteX121" fmla="*/ 2976 w 6642"/>
                  <a:gd name="connsiteY121" fmla="*/ 5659 h 5728"/>
                  <a:gd name="connsiteX122" fmla="*/ 2960 w 6642"/>
                  <a:gd name="connsiteY122" fmla="*/ 5669 h 5728"/>
                  <a:gd name="connsiteX123" fmla="*/ 2638 w 6642"/>
                  <a:gd name="connsiteY123" fmla="*/ 5621 h 5728"/>
                  <a:gd name="connsiteX124" fmla="*/ 2536 w 6642"/>
                  <a:gd name="connsiteY124" fmla="*/ 5566 h 5728"/>
                  <a:gd name="connsiteX125" fmla="*/ 2482 w 6642"/>
                  <a:gd name="connsiteY125" fmla="*/ 5503 h 5728"/>
                  <a:gd name="connsiteX126" fmla="*/ 2377 w 6642"/>
                  <a:gd name="connsiteY126" fmla="*/ 5477 h 5728"/>
                  <a:gd name="connsiteX127" fmla="*/ 2377 w 6642"/>
                  <a:gd name="connsiteY127" fmla="*/ 5379 h 5728"/>
                  <a:gd name="connsiteX128" fmla="*/ 2481 w 6642"/>
                  <a:gd name="connsiteY128" fmla="*/ 5149 h 5728"/>
                  <a:gd name="connsiteX129" fmla="*/ 2341 w 6642"/>
                  <a:gd name="connsiteY129" fmla="*/ 5070 h 5728"/>
                  <a:gd name="connsiteX130" fmla="*/ 2299 w 6642"/>
                  <a:gd name="connsiteY130" fmla="*/ 5095 h 5728"/>
                  <a:gd name="connsiteX131" fmla="*/ 2209 w 6642"/>
                  <a:gd name="connsiteY131" fmla="*/ 5214 h 5728"/>
                  <a:gd name="connsiteX132" fmla="*/ 2177 w 6642"/>
                  <a:gd name="connsiteY132" fmla="*/ 5276 h 5728"/>
                  <a:gd name="connsiteX133" fmla="*/ 2115 w 6642"/>
                  <a:gd name="connsiteY133" fmla="*/ 5386 h 5728"/>
                  <a:gd name="connsiteX134" fmla="*/ 2121 w 6642"/>
                  <a:gd name="connsiteY134" fmla="*/ 5510 h 5728"/>
                  <a:gd name="connsiteX135" fmla="*/ 2082 w 6642"/>
                  <a:gd name="connsiteY135" fmla="*/ 5558 h 5728"/>
                  <a:gd name="connsiteX136" fmla="*/ 1951 w 6642"/>
                  <a:gd name="connsiteY136" fmla="*/ 5617 h 5728"/>
                  <a:gd name="connsiteX137" fmla="*/ 1785 w 6642"/>
                  <a:gd name="connsiteY137" fmla="*/ 5649 h 5728"/>
                  <a:gd name="connsiteX138" fmla="*/ 1682 w 6642"/>
                  <a:gd name="connsiteY138" fmla="*/ 5728 h 5728"/>
                  <a:gd name="connsiteX139" fmla="*/ 1568 w 6642"/>
                  <a:gd name="connsiteY139" fmla="*/ 5611 h 5728"/>
                  <a:gd name="connsiteX140" fmla="*/ 1508 w 6642"/>
                  <a:gd name="connsiteY140" fmla="*/ 5485 h 5728"/>
                  <a:gd name="connsiteX141" fmla="*/ 1630 w 6642"/>
                  <a:gd name="connsiteY141" fmla="*/ 5242 h 5728"/>
                  <a:gd name="connsiteX142" fmla="*/ 1685 w 6642"/>
                  <a:gd name="connsiteY142" fmla="*/ 5195 h 5728"/>
                  <a:gd name="connsiteX143" fmla="*/ 1730 w 6642"/>
                  <a:gd name="connsiteY143" fmla="*/ 5120 h 5728"/>
                  <a:gd name="connsiteX144" fmla="*/ 1727 w 6642"/>
                  <a:gd name="connsiteY144" fmla="*/ 5071 h 5728"/>
                  <a:gd name="connsiteX145" fmla="*/ 1530 w 6642"/>
                  <a:gd name="connsiteY145" fmla="*/ 5007 h 5728"/>
                  <a:gd name="connsiteX146" fmla="*/ 1459 w 6642"/>
                  <a:gd name="connsiteY146" fmla="*/ 5064 h 5728"/>
                  <a:gd name="connsiteX147" fmla="*/ 1353 w 6642"/>
                  <a:gd name="connsiteY147" fmla="*/ 5111 h 5728"/>
                  <a:gd name="connsiteX148" fmla="*/ 1290 w 6642"/>
                  <a:gd name="connsiteY148" fmla="*/ 5063 h 5728"/>
                  <a:gd name="connsiteX149" fmla="*/ 1052 w 6642"/>
                  <a:gd name="connsiteY149" fmla="*/ 5254 h 5728"/>
                  <a:gd name="connsiteX150" fmla="*/ 924 w 6642"/>
                  <a:gd name="connsiteY150" fmla="*/ 5231 h 5728"/>
                  <a:gd name="connsiteX151" fmla="*/ 813 w 6642"/>
                  <a:gd name="connsiteY151" fmla="*/ 5097 h 5728"/>
                  <a:gd name="connsiteX152" fmla="*/ 683 w 6642"/>
                  <a:gd name="connsiteY152" fmla="*/ 4930 h 5728"/>
                  <a:gd name="connsiteX153" fmla="*/ 572 w 6642"/>
                  <a:gd name="connsiteY153" fmla="*/ 4806 h 5728"/>
                  <a:gd name="connsiteX154" fmla="*/ 505 w 6642"/>
                  <a:gd name="connsiteY154" fmla="*/ 4788 h 5728"/>
                  <a:gd name="connsiteX155" fmla="*/ 640 w 6642"/>
                  <a:gd name="connsiteY155" fmla="*/ 4631 h 5728"/>
                  <a:gd name="connsiteX156" fmla="*/ 683 w 6642"/>
                  <a:gd name="connsiteY156" fmla="*/ 4541 h 5728"/>
                  <a:gd name="connsiteX157" fmla="*/ 651 w 6642"/>
                  <a:gd name="connsiteY157" fmla="*/ 4438 h 5728"/>
                  <a:gd name="connsiteX158" fmla="*/ 277 w 6642"/>
                  <a:gd name="connsiteY158" fmla="*/ 4491 h 5728"/>
                  <a:gd name="connsiteX159" fmla="*/ 187 w 6642"/>
                  <a:gd name="connsiteY159" fmla="*/ 4518 h 5728"/>
                  <a:gd name="connsiteX160" fmla="*/ 195 w 6642"/>
                  <a:gd name="connsiteY160" fmla="*/ 4384 h 5728"/>
                  <a:gd name="connsiteX161" fmla="*/ 147 w 6642"/>
                  <a:gd name="connsiteY161" fmla="*/ 4318 h 5728"/>
                  <a:gd name="connsiteX162" fmla="*/ 39 w 6642"/>
                  <a:gd name="connsiteY162" fmla="*/ 4220 h 5728"/>
                  <a:gd name="connsiteX163" fmla="*/ 75 w 6642"/>
                  <a:gd name="connsiteY163" fmla="*/ 4093 h 5728"/>
                  <a:gd name="connsiteX164" fmla="*/ 63 w 6642"/>
                  <a:gd name="connsiteY164" fmla="*/ 3929 h 5728"/>
                  <a:gd name="connsiteX165" fmla="*/ 0 w 6642"/>
                  <a:gd name="connsiteY165" fmla="*/ 3842 h 5728"/>
                  <a:gd name="connsiteX166" fmla="*/ 0 w 6642"/>
                  <a:gd name="connsiteY166" fmla="*/ 3737 h 5728"/>
                  <a:gd name="connsiteX167" fmla="*/ 303 w 6642"/>
                  <a:gd name="connsiteY167" fmla="*/ 3824 h 5728"/>
                  <a:gd name="connsiteX168" fmla="*/ 830 w 6642"/>
                  <a:gd name="connsiteY168" fmla="*/ 3840 h 5728"/>
                  <a:gd name="connsiteX169" fmla="*/ 1044 w 6642"/>
                  <a:gd name="connsiteY169" fmla="*/ 3908 h 5728"/>
                  <a:gd name="connsiteX170" fmla="*/ 1213 w 6642"/>
                  <a:gd name="connsiteY170" fmla="*/ 4053 h 5728"/>
                  <a:gd name="connsiteX171" fmla="*/ 1257 w 6642"/>
                  <a:gd name="connsiteY171" fmla="*/ 4077 h 5728"/>
                  <a:gd name="connsiteX172" fmla="*/ 1417 w 6642"/>
                  <a:gd name="connsiteY172" fmla="*/ 4107 h 5728"/>
                  <a:gd name="connsiteX173" fmla="*/ 1487 w 6642"/>
                  <a:gd name="connsiteY173" fmla="*/ 4158 h 5728"/>
                  <a:gd name="connsiteX174" fmla="*/ 1688 w 6642"/>
                  <a:gd name="connsiteY174" fmla="*/ 4229 h 5728"/>
                  <a:gd name="connsiteX175" fmla="*/ 1904 w 6642"/>
                  <a:gd name="connsiteY175" fmla="*/ 4309 h 5728"/>
                  <a:gd name="connsiteX176" fmla="*/ 2068 w 6642"/>
                  <a:gd name="connsiteY176" fmla="*/ 4212 h 5728"/>
                  <a:gd name="connsiteX177" fmla="*/ 2267 w 6642"/>
                  <a:gd name="connsiteY177" fmla="*/ 4125 h 5728"/>
                  <a:gd name="connsiteX178" fmla="*/ 2363 w 6642"/>
                  <a:gd name="connsiteY178" fmla="*/ 4075 h 5728"/>
                  <a:gd name="connsiteX179" fmla="*/ 2539 w 6642"/>
                  <a:gd name="connsiteY179" fmla="*/ 3995 h 5728"/>
                  <a:gd name="connsiteX180" fmla="*/ 2721 w 6642"/>
                  <a:gd name="connsiteY180" fmla="*/ 3970 h 5728"/>
                  <a:gd name="connsiteX181" fmla="*/ 3073 w 6642"/>
                  <a:gd name="connsiteY181" fmla="*/ 3979 h 5728"/>
                  <a:gd name="connsiteX182" fmla="*/ 3416 w 6642"/>
                  <a:gd name="connsiteY182" fmla="*/ 3722 h 5728"/>
                  <a:gd name="connsiteX183" fmla="*/ 3519 w 6642"/>
                  <a:gd name="connsiteY183" fmla="*/ 3636 h 5728"/>
                  <a:gd name="connsiteX184" fmla="*/ 3609 w 6642"/>
                  <a:gd name="connsiteY184" fmla="*/ 3563 h 5728"/>
                  <a:gd name="connsiteX185" fmla="*/ 3705 w 6642"/>
                  <a:gd name="connsiteY185" fmla="*/ 3503 h 5728"/>
                  <a:gd name="connsiteX186" fmla="*/ 3702 w 6642"/>
                  <a:gd name="connsiteY186" fmla="*/ 3422 h 5728"/>
                  <a:gd name="connsiteX187" fmla="*/ 3597 w 6642"/>
                  <a:gd name="connsiteY187" fmla="*/ 3317 h 5728"/>
                  <a:gd name="connsiteX188" fmla="*/ 3582 w 6642"/>
                  <a:gd name="connsiteY188" fmla="*/ 3252 h 5728"/>
                  <a:gd name="connsiteX189" fmla="*/ 3692 w 6642"/>
                  <a:gd name="connsiteY189" fmla="*/ 3012 h 5728"/>
                  <a:gd name="connsiteX190" fmla="*/ 3835 w 6642"/>
                  <a:gd name="connsiteY190" fmla="*/ 3094 h 5728"/>
                  <a:gd name="connsiteX191" fmla="*/ 3915 w 6642"/>
                  <a:gd name="connsiteY191" fmla="*/ 3122 h 5728"/>
                  <a:gd name="connsiteX192" fmla="*/ 3998 w 6642"/>
                  <a:gd name="connsiteY192" fmla="*/ 3124 h 5728"/>
                  <a:gd name="connsiteX193" fmla="*/ 4258 w 6642"/>
                  <a:gd name="connsiteY193" fmla="*/ 2876 h 5728"/>
                  <a:gd name="connsiteX194" fmla="*/ 4431 w 6642"/>
                  <a:gd name="connsiteY194" fmla="*/ 2857 h 5728"/>
                  <a:gd name="connsiteX195" fmla="*/ 4543 w 6642"/>
                  <a:gd name="connsiteY195" fmla="*/ 2801 h 5728"/>
                  <a:gd name="connsiteX196" fmla="*/ 4626 w 6642"/>
                  <a:gd name="connsiteY196" fmla="*/ 2724 h 5728"/>
                  <a:gd name="connsiteX197" fmla="*/ 4672 w 6642"/>
                  <a:gd name="connsiteY197" fmla="*/ 2621 h 5728"/>
                  <a:gd name="connsiteX198" fmla="*/ 4903 w 6642"/>
                  <a:gd name="connsiteY198" fmla="*/ 2469 h 5728"/>
                  <a:gd name="connsiteX199" fmla="*/ 5060 w 6642"/>
                  <a:gd name="connsiteY199" fmla="*/ 2356 h 5728"/>
                  <a:gd name="connsiteX200" fmla="*/ 5411 w 6642"/>
                  <a:gd name="connsiteY200" fmla="*/ 2351 h 5728"/>
                  <a:gd name="connsiteX201" fmla="*/ 5654 w 6642"/>
                  <a:gd name="connsiteY201" fmla="*/ 2563 h 5728"/>
                  <a:gd name="connsiteX0-1" fmla="*/ 5456 w 6642"/>
                  <a:gd name="connsiteY0-2" fmla="*/ 2333 h 5728"/>
                  <a:gd name="connsiteX1-3" fmla="*/ 5454 w 6642"/>
                  <a:gd name="connsiteY1-4" fmla="*/ 2117 h 5728"/>
                  <a:gd name="connsiteX2-5" fmla="*/ 5378 w 6642"/>
                  <a:gd name="connsiteY2-6" fmla="*/ 2039 h 5728"/>
                  <a:gd name="connsiteX3-7" fmla="*/ 5235 w 6642"/>
                  <a:gd name="connsiteY3-8" fmla="*/ 1951 h 5728"/>
                  <a:gd name="connsiteX4-9" fmla="*/ 5143 w 6642"/>
                  <a:gd name="connsiteY4-10" fmla="*/ 1827 h 5728"/>
                  <a:gd name="connsiteX5-11" fmla="*/ 5047 w 6642"/>
                  <a:gd name="connsiteY5-12" fmla="*/ 1828 h 5728"/>
                  <a:gd name="connsiteX6-13" fmla="*/ 5002 w 6642"/>
                  <a:gd name="connsiteY6-14" fmla="*/ 1883 h 5728"/>
                  <a:gd name="connsiteX7-15" fmla="*/ 4909 w 6642"/>
                  <a:gd name="connsiteY7-16" fmla="*/ 1877 h 5728"/>
                  <a:gd name="connsiteX8-17" fmla="*/ 4889 w 6642"/>
                  <a:gd name="connsiteY8-18" fmla="*/ 1994 h 5728"/>
                  <a:gd name="connsiteX9-19" fmla="*/ 4708 w 6642"/>
                  <a:gd name="connsiteY9-20" fmla="*/ 1941 h 5728"/>
                  <a:gd name="connsiteX10-21" fmla="*/ 4625 w 6642"/>
                  <a:gd name="connsiteY10-22" fmla="*/ 1939 h 5728"/>
                  <a:gd name="connsiteX11-23" fmla="*/ 4500 w 6642"/>
                  <a:gd name="connsiteY11-24" fmla="*/ 2014 h 5728"/>
                  <a:gd name="connsiteX12-25" fmla="*/ 4388 w 6642"/>
                  <a:gd name="connsiteY12-26" fmla="*/ 1890 h 5728"/>
                  <a:gd name="connsiteX13-27" fmla="*/ 4482 w 6642"/>
                  <a:gd name="connsiteY13-28" fmla="*/ 1804 h 5728"/>
                  <a:gd name="connsiteX14-29" fmla="*/ 4486 w 6642"/>
                  <a:gd name="connsiteY14-30" fmla="*/ 1634 h 5728"/>
                  <a:gd name="connsiteX15-31" fmla="*/ 4541 w 6642"/>
                  <a:gd name="connsiteY15-32" fmla="*/ 1514 h 5728"/>
                  <a:gd name="connsiteX16-33" fmla="*/ 4584 w 6642"/>
                  <a:gd name="connsiteY16-34" fmla="*/ 1306 h 5728"/>
                  <a:gd name="connsiteX17-35" fmla="*/ 4644 w 6642"/>
                  <a:gd name="connsiteY17-36" fmla="*/ 1307 h 5728"/>
                  <a:gd name="connsiteX18-37" fmla="*/ 4967 w 6642"/>
                  <a:gd name="connsiteY18-38" fmla="*/ 1286 h 5728"/>
                  <a:gd name="connsiteX19-39" fmla="*/ 5141 w 6642"/>
                  <a:gd name="connsiteY19-40" fmla="*/ 1117 h 5728"/>
                  <a:gd name="connsiteX20-41" fmla="*/ 5210 w 6642"/>
                  <a:gd name="connsiteY20-42" fmla="*/ 748 h 5728"/>
                  <a:gd name="connsiteX21-43" fmla="*/ 5320 w 6642"/>
                  <a:gd name="connsiteY21-44" fmla="*/ 486 h 5728"/>
                  <a:gd name="connsiteX22-45" fmla="*/ 5318 w 6642"/>
                  <a:gd name="connsiteY22-46" fmla="*/ 358 h 5728"/>
                  <a:gd name="connsiteX23-47" fmla="*/ 5305 w 6642"/>
                  <a:gd name="connsiteY23-48" fmla="*/ 328 h 5728"/>
                  <a:gd name="connsiteX24-49" fmla="*/ 5238 w 6642"/>
                  <a:gd name="connsiteY24-50" fmla="*/ 251 h 5728"/>
                  <a:gd name="connsiteX25-51" fmla="*/ 5178 w 6642"/>
                  <a:gd name="connsiteY25-52" fmla="*/ 217 h 5728"/>
                  <a:gd name="connsiteX26-53" fmla="*/ 5303 w 6642"/>
                  <a:gd name="connsiteY26-54" fmla="*/ 56 h 5728"/>
                  <a:gd name="connsiteX27-55" fmla="*/ 5476 w 6642"/>
                  <a:gd name="connsiteY27-56" fmla="*/ 2 h 5728"/>
                  <a:gd name="connsiteX28-57" fmla="*/ 5508 w 6642"/>
                  <a:gd name="connsiteY28-58" fmla="*/ 49 h 5728"/>
                  <a:gd name="connsiteX29-59" fmla="*/ 5498 w 6642"/>
                  <a:gd name="connsiteY29-60" fmla="*/ 133 h 5728"/>
                  <a:gd name="connsiteX30-61" fmla="*/ 5437 w 6642"/>
                  <a:gd name="connsiteY30-62" fmla="*/ 243 h 5728"/>
                  <a:gd name="connsiteX31-63" fmla="*/ 5507 w 6642"/>
                  <a:gd name="connsiteY31-64" fmla="*/ 301 h 5728"/>
                  <a:gd name="connsiteX32-65" fmla="*/ 5621 w 6642"/>
                  <a:gd name="connsiteY32-66" fmla="*/ 366 h 5728"/>
                  <a:gd name="connsiteX33-67" fmla="*/ 5641 w 6642"/>
                  <a:gd name="connsiteY33-68" fmla="*/ 255 h 5728"/>
                  <a:gd name="connsiteX34-69" fmla="*/ 5775 w 6642"/>
                  <a:gd name="connsiteY34-70" fmla="*/ 291 h 5728"/>
                  <a:gd name="connsiteX35-71" fmla="*/ 5800 w 6642"/>
                  <a:gd name="connsiteY35-72" fmla="*/ 331 h 5728"/>
                  <a:gd name="connsiteX36-73" fmla="*/ 5876 w 6642"/>
                  <a:gd name="connsiteY36-74" fmla="*/ 562 h 5728"/>
                  <a:gd name="connsiteX37-75" fmla="*/ 5911 w 6642"/>
                  <a:gd name="connsiteY37-76" fmla="*/ 586 h 5728"/>
                  <a:gd name="connsiteX38-77" fmla="*/ 6003 w 6642"/>
                  <a:gd name="connsiteY38-78" fmla="*/ 578 h 5728"/>
                  <a:gd name="connsiteX39-79" fmla="*/ 6263 w 6642"/>
                  <a:gd name="connsiteY39-80" fmla="*/ 490 h 5728"/>
                  <a:gd name="connsiteX40-81" fmla="*/ 6483 w 6642"/>
                  <a:gd name="connsiteY40-82" fmla="*/ 479 h 5728"/>
                  <a:gd name="connsiteX41-83" fmla="*/ 6543 w 6642"/>
                  <a:gd name="connsiteY41-84" fmla="*/ 648 h 5728"/>
                  <a:gd name="connsiteX42-85" fmla="*/ 6461 w 6642"/>
                  <a:gd name="connsiteY42-86" fmla="*/ 944 h 5728"/>
                  <a:gd name="connsiteX43-87" fmla="*/ 6461 w 6642"/>
                  <a:gd name="connsiteY43-88" fmla="*/ 1022 h 5728"/>
                  <a:gd name="connsiteX44-89" fmla="*/ 6530 w 6642"/>
                  <a:gd name="connsiteY44-90" fmla="*/ 1168 h 5728"/>
                  <a:gd name="connsiteX45-91" fmla="*/ 6545 w 6642"/>
                  <a:gd name="connsiteY45-92" fmla="*/ 1427 h 5728"/>
                  <a:gd name="connsiteX46-93" fmla="*/ 6547 w 6642"/>
                  <a:gd name="connsiteY46-94" fmla="*/ 1617 h 5728"/>
                  <a:gd name="connsiteX47-95" fmla="*/ 6480 w 6642"/>
                  <a:gd name="connsiteY47-96" fmla="*/ 1625 h 5728"/>
                  <a:gd name="connsiteX48-97" fmla="*/ 6458 w 6642"/>
                  <a:gd name="connsiteY48-98" fmla="*/ 1507 h 5728"/>
                  <a:gd name="connsiteX49-99" fmla="*/ 6423 w 6642"/>
                  <a:gd name="connsiteY49-100" fmla="*/ 1450 h 5728"/>
                  <a:gd name="connsiteX50-101" fmla="*/ 6333 w 6642"/>
                  <a:gd name="connsiteY50-102" fmla="*/ 1582 h 5728"/>
                  <a:gd name="connsiteX51-103" fmla="*/ 6220 w 6642"/>
                  <a:gd name="connsiteY51-104" fmla="*/ 1776 h 5728"/>
                  <a:gd name="connsiteX52-105" fmla="*/ 6101 w 6642"/>
                  <a:gd name="connsiteY52-106" fmla="*/ 1904 h 5728"/>
                  <a:gd name="connsiteX53-107" fmla="*/ 6094 w 6642"/>
                  <a:gd name="connsiteY53-108" fmla="*/ 2018 h 5728"/>
                  <a:gd name="connsiteX54-109" fmla="*/ 6154 w 6642"/>
                  <a:gd name="connsiteY54-110" fmla="*/ 2115 h 5728"/>
                  <a:gd name="connsiteX55-111" fmla="*/ 6256 w 6642"/>
                  <a:gd name="connsiteY55-112" fmla="*/ 2183 h 5728"/>
                  <a:gd name="connsiteX56-113" fmla="*/ 6333 w 6642"/>
                  <a:gd name="connsiteY56-114" fmla="*/ 2178 h 5728"/>
                  <a:gd name="connsiteX57-115" fmla="*/ 6378 w 6642"/>
                  <a:gd name="connsiteY57-116" fmla="*/ 2104 h 5728"/>
                  <a:gd name="connsiteX58-117" fmla="*/ 6412 w 6642"/>
                  <a:gd name="connsiteY58-118" fmla="*/ 2210 h 5728"/>
                  <a:gd name="connsiteX59-119" fmla="*/ 6300 w 6642"/>
                  <a:gd name="connsiteY59-120" fmla="*/ 2249 h 5728"/>
                  <a:gd name="connsiteX60-121" fmla="*/ 6347 w 6642"/>
                  <a:gd name="connsiteY60-122" fmla="*/ 2362 h 5728"/>
                  <a:gd name="connsiteX61-123" fmla="*/ 6212 w 6642"/>
                  <a:gd name="connsiteY61-124" fmla="*/ 2509 h 5728"/>
                  <a:gd name="connsiteX62-125" fmla="*/ 6171 w 6642"/>
                  <a:gd name="connsiteY62-126" fmla="*/ 2498 h 5728"/>
                  <a:gd name="connsiteX63-127" fmla="*/ 6047 w 6642"/>
                  <a:gd name="connsiteY63-128" fmla="*/ 2413 h 5728"/>
                  <a:gd name="connsiteX64-129" fmla="*/ 5992 w 6642"/>
                  <a:gd name="connsiteY64-130" fmla="*/ 2412 h 5728"/>
                  <a:gd name="connsiteX65-131" fmla="*/ 5957 w 6642"/>
                  <a:gd name="connsiteY65-132" fmla="*/ 2480 h 5728"/>
                  <a:gd name="connsiteX66-133" fmla="*/ 5960 w 6642"/>
                  <a:gd name="connsiteY66-134" fmla="*/ 2562 h 5728"/>
                  <a:gd name="connsiteX67-135" fmla="*/ 6138 w 6642"/>
                  <a:gd name="connsiteY67-136" fmla="*/ 2730 h 5728"/>
                  <a:gd name="connsiteX68-137" fmla="*/ 6137 w 6642"/>
                  <a:gd name="connsiteY68-138" fmla="*/ 2844 h 5728"/>
                  <a:gd name="connsiteX69-139" fmla="*/ 6228 w 6642"/>
                  <a:gd name="connsiteY69-140" fmla="*/ 3060 h 5728"/>
                  <a:gd name="connsiteX70-141" fmla="*/ 6254 w 6642"/>
                  <a:gd name="connsiteY70-142" fmla="*/ 3090 h 5728"/>
                  <a:gd name="connsiteX71-143" fmla="*/ 6298 w 6642"/>
                  <a:gd name="connsiteY71-144" fmla="*/ 3094 h 5728"/>
                  <a:gd name="connsiteX72-145" fmla="*/ 6344 w 6642"/>
                  <a:gd name="connsiteY72-146" fmla="*/ 3010 h 5728"/>
                  <a:gd name="connsiteX73-147" fmla="*/ 6424 w 6642"/>
                  <a:gd name="connsiteY73-148" fmla="*/ 2950 h 5728"/>
                  <a:gd name="connsiteX74-149" fmla="*/ 6519 w 6642"/>
                  <a:gd name="connsiteY74-150" fmla="*/ 3126 h 5728"/>
                  <a:gd name="connsiteX75-151" fmla="*/ 6629 w 6642"/>
                  <a:gd name="connsiteY75-152" fmla="*/ 3312 h 5728"/>
                  <a:gd name="connsiteX76-153" fmla="*/ 6642 w 6642"/>
                  <a:gd name="connsiteY76-154" fmla="*/ 3342 h 5728"/>
                  <a:gd name="connsiteX77-155" fmla="*/ 6631 w 6642"/>
                  <a:gd name="connsiteY77-156" fmla="*/ 3518 h 5728"/>
                  <a:gd name="connsiteX78-157" fmla="*/ 6596 w 6642"/>
                  <a:gd name="connsiteY78-158" fmla="*/ 3554 h 5728"/>
                  <a:gd name="connsiteX79-159" fmla="*/ 6507 w 6642"/>
                  <a:gd name="connsiteY79-160" fmla="*/ 3515 h 5728"/>
                  <a:gd name="connsiteX80-161" fmla="*/ 6273 w 6642"/>
                  <a:gd name="connsiteY80-162" fmla="*/ 3644 h 5728"/>
                  <a:gd name="connsiteX81-163" fmla="*/ 6247 w 6642"/>
                  <a:gd name="connsiteY81-164" fmla="*/ 3666 h 5728"/>
                  <a:gd name="connsiteX82-165" fmla="*/ 6067 w 6642"/>
                  <a:gd name="connsiteY82-166" fmla="*/ 3812 h 5728"/>
                  <a:gd name="connsiteX83-167" fmla="*/ 5926 w 6642"/>
                  <a:gd name="connsiteY83-168" fmla="*/ 3926 h 5728"/>
                  <a:gd name="connsiteX84-169" fmla="*/ 5891 w 6642"/>
                  <a:gd name="connsiteY84-170" fmla="*/ 3965 h 5728"/>
                  <a:gd name="connsiteX85-171" fmla="*/ 5839 w 6642"/>
                  <a:gd name="connsiteY85-172" fmla="*/ 3973 h 5728"/>
                  <a:gd name="connsiteX86-173" fmla="*/ 5782 w 6642"/>
                  <a:gd name="connsiteY86-174" fmla="*/ 3916 h 5728"/>
                  <a:gd name="connsiteX87-175" fmla="*/ 5658 w 6642"/>
                  <a:gd name="connsiteY87-176" fmla="*/ 3808 h 5728"/>
                  <a:gd name="connsiteX88-177" fmla="*/ 5682 w 6642"/>
                  <a:gd name="connsiteY88-178" fmla="*/ 4064 h 5728"/>
                  <a:gd name="connsiteX89-179" fmla="*/ 5691 w 6642"/>
                  <a:gd name="connsiteY89-180" fmla="*/ 4192 h 5728"/>
                  <a:gd name="connsiteX90-181" fmla="*/ 5429 w 6642"/>
                  <a:gd name="connsiteY90-182" fmla="*/ 4166 h 5728"/>
                  <a:gd name="connsiteX91-183" fmla="*/ 5347 w 6642"/>
                  <a:gd name="connsiteY91-184" fmla="*/ 3987 h 5728"/>
                  <a:gd name="connsiteX92-185" fmla="*/ 5265 w 6642"/>
                  <a:gd name="connsiteY92-186" fmla="*/ 3802 h 5728"/>
                  <a:gd name="connsiteX93-187" fmla="*/ 5003 w 6642"/>
                  <a:gd name="connsiteY93-188" fmla="*/ 3867 h 5728"/>
                  <a:gd name="connsiteX94-189" fmla="*/ 4999 w 6642"/>
                  <a:gd name="connsiteY94-190" fmla="*/ 4057 h 5728"/>
                  <a:gd name="connsiteX95-191" fmla="*/ 4807 w 6642"/>
                  <a:gd name="connsiteY95-192" fmla="*/ 4072 h 5728"/>
                  <a:gd name="connsiteX96-193" fmla="*/ 4634 w 6642"/>
                  <a:gd name="connsiteY96-194" fmla="*/ 4175 h 5728"/>
                  <a:gd name="connsiteX97-195" fmla="*/ 4569 w 6642"/>
                  <a:gd name="connsiteY97-196" fmla="*/ 4246 h 5728"/>
                  <a:gd name="connsiteX98-197" fmla="*/ 4506 w 6642"/>
                  <a:gd name="connsiteY98-198" fmla="*/ 4159 h 5728"/>
                  <a:gd name="connsiteX99-199" fmla="*/ 4541 w 6642"/>
                  <a:gd name="connsiteY99-200" fmla="*/ 4134 h 5728"/>
                  <a:gd name="connsiteX100-201" fmla="*/ 4408 w 6642"/>
                  <a:gd name="connsiteY100-202" fmla="*/ 3980 h 5728"/>
                  <a:gd name="connsiteX101-203" fmla="*/ 4340 w 6642"/>
                  <a:gd name="connsiteY101-204" fmla="*/ 4188 h 5728"/>
                  <a:gd name="connsiteX102-205" fmla="*/ 4282 w 6642"/>
                  <a:gd name="connsiteY102-206" fmla="*/ 4193 h 5728"/>
                  <a:gd name="connsiteX103-207" fmla="*/ 4260 w 6642"/>
                  <a:gd name="connsiteY103-208" fmla="*/ 4238 h 5728"/>
                  <a:gd name="connsiteX104-209" fmla="*/ 4231 w 6642"/>
                  <a:gd name="connsiteY104-210" fmla="*/ 4250 h 5728"/>
                  <a:gd name="connsiteX105-211" fmla="*/ 4230 w 6642"/>
                  <a:gd name="connsiteY105-212" fmla="*/ 4427 h 5728"/>
                  <a:gd name="connsiteX106-213" fmla="*/ 4290 w 6642"/>
                  <a:gd name="connsiteY106-214" fmla="*/ 4504 h 5728"/>
                  <a:gd name="connsiteX107-215" fmla="*/ 4293 w 6642"/>
                  <a:gd name="connsiteY107-216" fmla="*/ 4556 h 5728"/>
                  <a:gd name="connsiteX108-217" fmla="*/ 4257 w 6642"/>
                  <a:gd name="connsiteY108-218" fmla="*/ 4614 h 5728"/>
                  <a:gd name="connsiteX109-219" fmla="*/ 3992 w 6642"/>
                  <a:gd name="connsiteY109-220" fmla="*/ 4680 h 5728"/>
                  <a:gd name="connsiteX110-221" fmla="*/ 3857 w 6642"/>
                  <a:gd name="connsiteY110-222" fmla="*/ 4739 h 5728"/>
                  <a:gd name="connsiteX111-223" fmla="*/ 3815 w 6642"/>
                  <a:gd name="connsiteY111-224" fmla="*/ 4777 h 5728"/>
                  <a:gd name="connsiteX112-225" fmla="*/ 3616 w 6642"/>
                  <a:gd name="connsiteY112-226" fmla="*/ 5021 h 5728"/>
                  <a:gd name="connsiteX113-227" fmla="*/ 3543 w 6642"/>
                  <a:gd name="connsiteY113-228" fmla="*/ 4970 h 5728"/>
                  <a:gd name="connsiteX114-229" fmla="*/ 3460 w 6642"/>
                  <a:gd name="connsiteY114-230" fmla="*/ 4971 h 5728"/>
                  <a:gd name="connsiteX115-231" fmla="*/ 3424 w 6642"/>
                  <a:gd name="connsiteY115-232" fmla="*/ 5045 h 5728"/>
                  <a:gd name="connsiteX116-233" fmla="*/ 3313 w 6642"/>
                  <a:gd name="connsiteY116-234" fmla="*/ 5000 h 5728"/>
                  <a:gd name="connsiteX117-235" fmla="*/ 3235 w 6642"/>
                  <a:gd name="connsiteY117-236" fmla="*/ 5109 h 5728"/>
                  <a:gd name="connsiteX118-237" fmla="*/ 3013 w 6642"/>
                  <a:gd name="connsiteY118-238" fmla="*/ 5349 h 5728"/>
                  <a:gd name="connsiteX119-239" fmla="*/ 2993 w 6642"/>
                  <a:gd name="connsiteY119-240" fmla="*/ 5516 h 5728"/>
                  <a:gd name="connsiteX120-241" fmla="*/ 2976 w 6642"/>
                  <a:gd name="connsiteY120-242" fmla="*/ 5659 h 5728"/>
                  <a:gd name="connsiteX121-243" fmla="*/ 2960 w 6642"/>
                  <a:gd name="connsiteY121-244" fmla="*/ 5669 h 5728"/>
                  <a:gd name="connsiteX122-245" fmla="*/ 2638 w 6642"/>
                  <a:gd name="connsiteY122-246" fmla="*/ 5621 h 5728"/>
                  <a:gd name="connsiteX123-247" fmla="*/ 2536 w 6642"/>
                  <a:gd name="connsiteY123-248" fmla="*/ 5566 h 5728"/>
                  <a:gd name="connsiteX124-249" fmla="*/ 2482 w 6642"/>
                  <a:gd name="connsiteY124-250" fmla="*/ 5503 h 5728"/>
                  <a:gd name="connsiteX125-251" fmla="*/ 2377 w 6642"/>
                  <a:gd name="connsiteY125-252" fmla="*/ 5477 h 5728"/>
                  <a:gd name="connsiteX126-253" fmla="*/ 2377 w 6642"/>
                  <a:gd name="connsiteY126-254" fmla="*/ 5379 h 5728"/>
                  <a:gd name="connsiteX127-255" fmla="*/ 2481 w 6642"/>
                  <a:gd name="connsiteY127-256" fmla="*/ 5149 h 5728"/>
                  <a:gd name="connsiteX128-257" fmla="*/ 2341 w 6642"/>
                  <a:gd name="connsiteY128-258" fmla="*/ 5070 h 5728"/>
                  <a:gd name="connsiteX129-259" fmla="*/ 2299 w 6642"/>
                  <a:gd name="connsiteY129-260" fmla="*/ 5095 h 5728"/>
                  <a:gd name="connsiteX130-261" fmla="*/ 2209 w 6642"/>
                  <a:gd name="connsiteY130-262" fmla="*/ 5214 h 5728"/>
                  <a:gd name="connsiteX131-263" fmla="*/ 2177 w 6642"/>
                  <a:gd name="connsiteY131-264" fmla="*/ 5276 h 5728"/>
                  <a:gd name="connsiteX132-265" fmla="*/ 2115 w 6642"/>
                  <a:gd name="connsiteY132-266" fmla="*/ 5386 h 5728"/>
                  <a:gd name="connsiteX133-267" fmla="*/ 2121 w 6642"/>
                  <a:gd name="connsiteY133-268" fmla="*/ 5510 h 5728"/>
                  <a:gd name="connsiteX134-269" fmla="*/ 2082 w 6642"/>
                  <a:gd name="connsiteY134-270" fmla="*/ 5558 h 5728"/>
                  <a:gd name="connsiteX135-271" fmla="*/ 1951 w 6642"/>
                  <a:gd name="connsiteY135-272" fmla="*/ 5617 h 5728"/>
                  <a:gd name="connsiteX136-273" fmla="*/ 1785 w 6642"/>
                  <a:gd name="connsiteY136-274" fmla="*/ 5649 h 5728"/>
                  <a:gd name="connsiteX137-275" fmla="*/ 1682 w 6642"/>
                  <a:gd name="connsiteY137-276" fmla="*/ 5728 h 5728"/>
                  <a:gd name="connsiteX138-277" fmla="*/ 1568 w 6642"/>
                  <a:gd name="connsiteY138-278" fmla="*/ 5611 h 5728"/>
                  <a:gd name="connsiteX139-279" fmla="*/ 1508 w 6642"/>
                  <a:gd name="connsiteY139-280" fmla="*/ 5485 h 5728"/>
                  <a:gd name="connsiteX140-281" fmla="*/ 1630 w 6642"/>
                  <a:gd name="connsiteY140-282" fmla="*/ 5242 h 5728"/>
                  <a:gd name="connsiteX141-283" fmla="*/ 1685 w 6642"/>
                  <a:gd name="connsiteY141-284" fmla="*/ 5195 h 5728"/>
                  <a:gd name="connsiteX142-285" fmla="*/ 1730 w 6642"/>
                  <a:gd name="connsiteY142-286" fmla="*/ 5120 h 5728"/>
                  <a:gd name="connsiteX143-287" fmla="*/ 1727 w 6642"/>
                  <a:gd name="connsiteY143-288" fmla="*/ 5071 h 5728"/>
                  <a:gd name="connsiteX144-289" fmla="*/ 1530 w 6642"/>
                  <a:gd name="connsiteY144-290" fmla="*/ 5007 h 5728"/>
                  <a:gd name="connsiteX145-291" fmla="*/ 1459 w 6642"/>
                  <a:gd name="connsiteY145-292" fmla="*/ 5064 h 5728"/>
                  <a:gd name="connsiteX146-293" fmla="*/ 1353 w 6642"/>
                  <a:gd name="connsiteY146-294" fmla="*/ 5111 h 5728"/>
                  <a:gd name="connsiteX147-295" fmla="*/ 1290 w 6642"/>
                  <a:gd name="connsiteY147-296" fmla="*/ 5063 h 5728"/>
                  <a:gd name="connsiteX148-297" fmla="*/ 1052 w 6642"/>
                  <a:gd name="connsiteY148-298" fmla="*/ 5254 h 5728"/>
                  <a:gd name="connsiteX149-299" fmla="*/ 924 w 6642"/>
                  <a:gd name="connsiteY149-300" fmla="*/ 5231 h 5728"/>
                  <a:gd name="connsiteX150-301" fmla="*/ 813 w 6642"/>
                  <a:gd name="connsiteY150-302" fmla="*/ 5097 h 5728"/>
                  <a:gd name="connsiteX151-303" fmla="*/ 683 w 6642"/>
                  <a:gd name="connsiteY151-304" fmla="*/ 4930 h 5728"/>
                  <a:gd name="connsiteX152-305" fmla="*/ 572 w 6642"/>
                  <a:gd name="connsiteY152-306" fmla="*/ 4806 h 5728"/>
                  <a:gd name="connsiteX153-307" fmla="*/ 505 w 6642"/>
                  <a:gd name="connsiteY153-308" fmla="*/ 4788 h 5728"/>
                  <a:gd name="connsiteX154-309" fmla="*/ 640 w 6642"/>
                  <a:gd name="connsiteY154-310" fmla="*/ 4631 h 5728"/>
                  <a:gd name="connsiteX155-311" fmla="*/ 683 w 6642"/>
                  <a:gd name="connsiteY155-312" fmla="*/ 4541 h 5728"/>
                  <a:gd name="connsiteX156-313" fmla="*/ 651 w 6642"/>
                  <a:gd name="connsiteY156-314" fmla="*/ 4438 h 5728"/>
                  <a:gd name="connsiteX157-315" fmla="*/ 277 w 6642"/>
                  <a:gd name="connsiteY157-316" fmla="*/ 4491 h 5728"/>
                  <a:gd name="connsiteX158-317" fmla="*/ 187 w 6642"/>
                  <a:gd name="connsiteY158-318" fmla="*/ 4518 h 5728"/>
                  <a:gd name="connsiteX159-319" fmla="*/ 195 w 6642"/>
                  <a:gd name="connsiteY159-320" fmla="*/ 4384 h 5728"/>
                  <a:gd name="connsiteX160-321" fmla="*/ 147 w 6642"/>
                  <a:gd name="connsiteY160-322" fmla="*/ 4318 h 5728"/>
                  <a:gd name="connsiteX161-323" fmla="*/ 39 w 6642"/>
                  <a:gd name="connsiteY161-324" fmla="*/ 4220 h 5728"/>
                  <a:gd name="connsiteX162-325" fmla="*/ 75 w 6642"/>
                  <a:gd name="connsiteY162-326" fmla="*/ 4093 h 5728"/>
                  <a:gd name="connsiteX163-327" fmla="*/ 63 w 6642"/>
                  <a:gd name="connsiteY163-328" fmla="*/ 3929 h 5728"/>
                  <a:gd name="connsiteX164-329" fmla="*/ 0 w 6642"/>
                  <a:gd name="connsiteY164-330" fmla="*/ 3842 h 5728"/>
                  <a:gd name="connsiteX165-331" fmla="*/ 0 w 6642"/>
                  <a:gd name="connsiteY165-332" fmla="*/ 3737 h 5728"/>
                  <a:gd name="connsiteX166-333" fmla="*/ 303 w 6642"/>
                  <a:gd name="connsiteY166-334" fmla="*/ 3824 h 5728"/>
                  <a:gd name="connsiteX167-335" fmla="*/ 830 w 6642"/>
                  <a:gd name="connsiteY167-336" fmla="*/ 3840 h 5728"/>
                  <a:gd name="connsiteX168-337" fmla="*/ 1044 w 6642"/>
                  <a:gd name="connsiteY168-338" fmla="*/ 3908 h 5728"/>
                  <a:gd name="connsiteX169-339" fmla="*/ 1213 w 6642"/>
                  <a:gd name="connsiteY169-340" fmla="*/ 4053 h 5728"/>
                  <a:gd name="connsiteX170-341" fmla="*/ 1257 w 6642"/>
                  <a:gd name="connsiteY170-342" fmla="*/ 4077 h 5728"/>
                  <a:gd name="connsiteX171-343" fmla="*/ 1417 w 6642"/>
                  <a:gd name="connsiteY171-344" fmla="*/ 4107 h 5728"/>
                  <a:gd name="connsiteX172-345" fmla="*/ 1487 w 6642"/>
                  <a:gd name="connsiteY172-346" fmla="*/ 4158 h 5728"/>
                  <a:gd name="connsiteX173-347" fmla="*/ 1688 w 6642"/>
                  <a:gd name="connsiteY173-348" fmla="*/ 4229 h 5728"/>
                  <a:gd name="connsiteX174-349" fmla="*/ 1904 w 6642"/>
                  <a:gd name="connsiteY174-350" fmla="*/ 4309 h 5728"/>
                  <a:gd name="connsiteX175-351" fmla="*/ 2068 w 6642"/>
                  <a:gd name="connsiteY175-352" fmla="*/ 4212 h 5728"/>
                  <a:gd name="connsiteX176-353" fmla="*/ 2267 w 6642"/>
                  <a:gd name="connsiteY176-354" fmla="*/ 4125 h 5728"/>
                  <a:gd name="connsiteX177-355" fmla="*/ 2363 w 6642"/>
                  <a:gd name="connsiteY177-356" fmla="*/ 4075 h 5728"/>
                  <a:gd name="connsiteX178-357" fmla="*/ 2539 w 6642"/>
                  <a:gd name="connsiteY178-358" fmla="*/ 3995 h 5728"/>
                  <a:gd name="connsiteX179-359" fmla="*/ 2721 w 6642"/>
                  <a:gd name="connsiteY179-360" fmla="*/ 3970 h 5728"/>
                  <a:gd name="connsiteX180-361" fmla="*/ 3073 w 6642"/>
                  <a:gd name="connsiteY180-362" fmla="*/ 3979 h 5728"/>
                  <a:gd name="connsiteX181-363" fmla="*/ 3416 w 6642"/>
                  <a:gd name="connsiteY181-364" fmla="*/ 3722 h 5728"/>
                  <a:gd name="connsiteX182-365" fmla="*/ 3519 w 6642"/>
                  <a:gd name="connsiteY182-366" fmla="*/ 3636 h 5728"/>
                  <a:gd name="connsiteX183-367" fmla="*/ 3609 w 6642"/>
                  <a:gd name="connsiteY183-368" fmla="*/ 3563 h 5728"/>
                  <a:gd name="connsiteX184-369" fmla="*/ 3705 w 6642"/>
                  <a:gd name="connsiteY184-370" fmla="*/ 3503 h 5728"/>
                  <a:gd name="connsiteX185-371" fmla="*/ 3702 w 6642"/>
                  <a:gd name="connsiteY185-372" fmla="*/ 3422 h 5728"/>
                  <a:gd name="connsiteX186-373" fmla="*/ 3597 w 6642"/>
                  <a:gd name="connsiteY186-374" fmla="*/ 3317 h 5728"/>
                  <a:gd name="connsiteX187-375" fmla="*/ 3582 w 6642"/>
                  <a:gd name="connsiteY187-376" fmla="*/ 3252 h 5728"/>
                  <a:gd name="connsiteX188-377" fmla="*/ 3692 w 6642"/>
                  <a:gd name="connsiteY188-378" fmla="*/ 3012 h 5728"/>
                  <a:gd name="connsiteX189-379" fmla="*/ 3835 w 6642"/>
                  <a:gd name="connsiteY189-380" fmla="*/ 3094 h 5728"/>
                  <a:gd name="connsiteX190-381" fmla="*/ 3915 w 6642"/>
                  <a:gd name="connsiteY190-382" fmla="*/ 3122 h 5728"/>
                  <a:gd name="connsiteX191-383" fmla="*/ 3998 w 6642"/>
                  <a:gd name="connsiteY191-384" fmla="*/ 3124 h 5728"/>
                  <a:gd name="connsiteX192-385" fmla="*/ 4258 w 6642"/>
                  <a:gd name="connsiteY192-386" fmla="*/ 2876 h 5728"/>
                  <a:gd name="connsiteX193-387" fmla="*/ 4431 w 6642"/>
                  <a:gd name="connsiteY193-388" fmla="*/ 2857 h 5728"/>
                  <a:gd name="connsiteX194-389" fmla="*/ 4543 w 6642"/>
                  <a:gd name="connsiteY194-390" fmla="*/ 2801 h 5728"/>
                  <a:gd name="connsiteX195-391" fmla="*/ 4626 w 6642"/>
                  <a:gd name="connsiteY195-392" fmla="*/ 2724 h 5728"/>
                  <a:gd name="connsiteX196-393" fmla="*/ 4672 w 6642"/>
                  <a:gd name="connsiteY196-394" fmla="*/ 2621 h 5728"/>
                  <a:gd name="connsiteX197-395" fmla="*/ 4903 w 6642"/>
                  <a:gd name="connsiteY197-396" fmla="*/ 2469 h 5728"/>
                  <a:gd name="connsiteX198-397" fmla="*/ 5060 w 6642"/>
                  <a:gd name="connsiteY198-398" fmla="*/ 2356 h 5728"/>
                  <a:gd name="connsiteX199-399" fmla="*/ 5411 w 6642"/>
                  <a:gd name="connsiteY199-400" fmla="*/ 2351 h 5728"/>
                  <a:gd name="connsiteX200-401" fmla="*/ 5654 w 6642"/>
                  <a:gd name="connsiteY200-402" fmla="*/ 2563 h 5728"/>
                  <a:gd name="connsiteX0-403" fmla="*/ 5456 w 6642"/>
                  <a:gd name="connsiteY0-404" fmla="*/ 2333 h 5728"/>
                  <a:gd name="connsiteX1-405" fmla="*/ 5454 w 6642"/>
                  <a:gd name="connsiteY1-406" fmla="*/ 2117 h 5728"/>
                  <a:gd name="connsiteX2-407" fmla="*/ 5378 w 6642"/>
                  <a:gd name="connsiteY2-408" fmla="*/ 2039 h 5728"/>
                  <a:gd name="connsiteX3-409" fmla="*/ 5235 w 6642"/>
                  <a:gd name="connsiteY3-410" fmla="*/ 1951 h 5728"/>
                  <a:gd name="connsiteX4-411" fmla="*/ 5143 w 6642"/>
                  <a:gd name="connsiteY4-412" fmla="*/ 1827 h 5728"/>
                  <a:gd name="connsiteX5-413" fmla="*/ 5047 w 6642"/>
                  <a:gd name="connsiteY5-414" fmla="*/ 1828 h 5728"/>
                  <a:gd name="connsiteX6-415" fmla="*/ 5002 w 6642"/>
                  <a:gd name="connsiteY6-416" fmla="*/ 1883 h 5728"/>
                  <a:gd name="connsiteX7-417" fmla="*/ 4909 w 6642"/>
                  <a:gd name="connsiteY7-418" fmla="*/ 1877 h 5728"/>
                  <a:gd name="connsiteX8-419" fmla="*/ 4889 w 6642"/>
                  <a:gd name="connsiteY8-420" fmla="*/ 1994 h 5728"/>
                  <a:gd name="connsiteX9-421" fmla="*/ 4708 w 6642"/>
                  <a:gd name="connsiteY9-422" fmla="*/ 1941 h 5728"/>
                  <a:gd name="connsiteX10-423" fmla="*/ 4625 w 6642"/>
                  <a:gd name="connsiteY10-424" fmla="*/ 1939 h 5728"/>
                  <a:gd name="connsiteX11-425" fmla="*/ 4500 w 6642"/>
                  <a:gd name="connsiteY11-426" fmla="*/ 2014 h 5728"/>
                  <a:gd name="connsiteX12-427" fmla="*/ 4388 w 6642"/>
                  <a:gd name="connsiteY12-428" fmla="*/ 1890 h 5728"/>
                  <a:gd name="connsiteX13-429" fmla="*/ 4482 w 6642"/>
                  <a:gd name="connsiteY13-430" fmla="*/ 1804 h 5728"/>
                  <a:gd name="connsiteX14-431" fmla="*/ 4486 w 6642"/>
                  <a:gd name="connsiteY14-432" fmla="*/ 1634 h 5728"/>
                  <a:gd name="connsiteX15-433" fmla="*/ 4541 w 6642"/>
                  <a:gd name="connsiteY15-434" fmla="*/ 1514 h 5728"/>
                  <a:gd name="connsiteX16-435" fmla="*/ 4584 w 6642"/>
                  <a:gd name="connsiteY16-436" fmla="*/ 1306 h 5728"/>
                  <a:gd name="connsiteX17-437" fmla="*/ 4644 w 6642"/>
                  <a:gd name="connsiteY17-438" fmla="*/ 1307 h 5728"/>
                  <a:gd name="connsiteX18-439" fmla="*/ 4967 w 6642"/>
                  <a:gd name="connsiteY18-440" fmla="*/ 1286 h 5728"/>
                  <a:gd name="connsiteX19-441" fmla="*/ 5141 w 6642"/>
                  <a:gd name="connsiteY19-442" fmla="*/ 1117 h 5728"/>
                  <a:gd name="connsiteX20-443" fmla="*/ 5210 w 6642"/>
                  <a:gd name="connsiteY20-444" fmla="*/ 748 h 5728"/>
                  <a:gd name="connsiteX21-445" fmla="*/ 5320 w 6642"/>
                  <a:gd name="connsiteY21-446" fmla="*/ 486 h 5728"/>
                  <a:gd name="connsiteX22-447" fmla="*/ 5318 w 6642"/>
                  <a:gd name="connsiteY22-448" fmla="*/ 358 h 5728"/>
                  <a:gd name="connsiteX23-449" fmla="*/ 5305 w 6642"/>
                  <a:gd name="connsiteY23-450" fmla="*/ 328 h 5728"/>
                  <a:gd name="connsiteX24-451" fmla="*/ 5238 w 6642"/>
                  <a:gd name="connsiteY24-452" fmla="*/ 251 h 5728"/>
                  <a:gd name="connsiteX25-453" fmla="*/ 5178 w 6642"/>
                  <a:gd name="connsiteY25-454" fmla="*/ 217 h 5728"/>
                  <a:gd name="connsiteX26-455" fmla="*/ 5303 w 6642"/>
                  <a:gd name="connsiteY26-456" fmla="*/ 56 h 5728"/>
                  <a:gd name="connsiteX27-457" fmla="*/ 5476 w 6642"/>
                  <a:gd name="connsiteY27-458" fmla="*/ 2 h 5728"/>
                  <a:gd name="connsiteX28-459" fmla="*/ 5508 w 6642"/>
                  <a:gd name="connsiteY28-460" fmla="*/ 49 h 5728"/>
                  <a:gd name="connsiteX29-461" fmla="*/ 5498 w 6642"/>
                  <a:gd name="connsiteY29-462" fmla="*/ 133 h 5728"/>
                  <a:gd name="connsiteX30-463" fmla="*/ 5437 w 6642"/>
                  <a:gd name="connsiteY30-464" fmla="*/ 243 h 5728"/>
                  <a:gd name="connsiteX31-465" fmla="*/ 5507 w 6642"/>
                  <a:gd name="connsiteY31-466" fmla="*/ 301 h 5728"/>
                  <a:gd name="connsiteX32-467" fmla="*/ 5621 w 6642"/>
                  <a:gd name="connsiteY32-468" fmla="*/ 366 h 5728"/>
                  <a:gd name="connsiteX33-469" fmla="*/ 5641 w 6642"/>
                  <a:gd name="connsiteY33-470" fmla="*/ 255 h 5728"/>
                  <a:gd name="connsiteX34-471" fmla="*/ 5775 w 6642"/>
                  <a:gd name="connsiteY34-472" fmla="*/ 291 h 5728"/>
                  <a:gd name="connsiteX35-473" fmla="*/ 5800 w 6642"/>
                  <a:gd name="connsiteY35-474" fmla="*/ 331 h 5728"/>
                  <a:gd name="connsiteX36-475" fmla="*/ 5876 w 6642"/>
                  <a:gd name="connsiteY36-476" fmla="*/ 562 h 5728"/>
                  <a:gd name="connsiteX37-477" fmla="*/ 5911 w 6642"/>
                  <a:gd name="connsiteY37-478" fmla="*/ 586 h 5728"/>
                  <a:gd name="connsiteX38-479" fmla="*/ 6003 w 6642"/>
                  <a:gd name="connsiteY38-480" fmla="*/ 578 h 5728"/>
                  <a:gd name="connsiteX39-481" fmla="*/ 6263 w 6642"/>
                  <a:gd name="connsiteY39-482" fmla="*/ 490 h 5728"/>
                  <a:gd name="connsiteX40-483" fmla="*/ 6483 w 6642"/>
                  <a:gd name="connsiteY40-484" fmla="*/ 479 h 5728"/>
                  <a:gd name="connsiteX41-485" fmla="*/ 6543 w 6642"/>
                  <a:gd name="connsiteY41-486" fmla="*/ 648 h 5728"/>
                  <a:gd name="connsiteX42-487" fmla="*/ 6461 w 6642"/>
                  <a:gd name="connsiteY42-488" fmla="*/ 944 h 5728"/>
                  <a:gd name="connsiteX43-489" fmla="*/ 6461 w 6642"/>
                  <a:gd name="connsiteY43-490" fmla="*/ 1022 h 5728"/>
                  <a:gd name="connsiteX44-491" fmla="*/ 6530 w 6642"/>
                  <a:gd name="connsiteY44-492" fmla="*/ 1168 h 5728"/>
                  <a:gd name="connsiteX45-493" fmla="*/ 6545 w 6642"/>
                  <a:gd name="connsiteY45-494" fmla="*/ 1427 h 5728"/>
                  <a:gd name="connsiteX46-495" fmla="*/ 6547 w 6642"/>
                  <a:gd name="connsiteY46-496" fmla="*/ 1617 h 5728"/>
                  <a:gd name="connsiteX47-497" fmla="*/ 6480 w 6642"/>
                  <a:gd name="connsiteY47-498" fmla="*/ 1625 h 5728"/>
                  <a:gd name="connsiteX48-499" fmla="*/ 6458 w 6642"/>
                  <a:gd name="connsiteY48-500" fmla="*/ 1507 h 5728"/>
                  <a:gd name="connsiteX49-501" fmla="*/ 6423 w 6642"/>
                  <a:gd name="connsiteY49-502" fmla="*/ 1450 h 5728"/>
                  <a:gd name="connsiteX50-503" fmla="*/ 6333 w 6642"/>
                  <a:gd name="connsiteY50-504" fmla="*/ 1582 h 5728"/>
                  <a:gd name="connsiteX51-505" fmla="*/ 6220 w 6642"/>
                  <a:gd name="connsiteY51-506" fmla="*/ 1776 h 5728"/>
                  <a:gd name="connsiteX52-507" fmla="*/ 6101 w 6642"/>
                  <a:gd name="connsiteY52-508" fmla="*/ 1904 h 5728"/>
                  <a:gd name="connsiteX53-509" fmla="*/ 6094 w 6642"/>
                  <a:gd name="connsiteY53-510" fmla="*/ 2018 h 5728"/>
                  <a:gd name="connsiteX54-511" fmla="*/ 6154 w 6642"/>
                  <a:gd name="connsiteY54-512" fmla="*/ 2115 h 5728"/>
                  <a:gd name="connsiteX55-513" fmla="*/ 6256 w 6642"/>
                  <a:gd name="connsiteY55-514" fmla="*/ 2183 h 5728"/>
                  <a:gd name="connsiteX56-515" fmla="*/ 6333 w 6642"/>
                  <a:gd name="connsiteY56-516" fmla="*/ 2178 h 5728"/>
                  <a:gd name="connsiteX57-517" fmla="*/ 6378 w 6642"/>
                  <a:gd name="connsiteY57-518" fmla="*/ 2104 h 5728"/>
                  <a:gd name="connsiteX58-519" fmla="*/ 6412 w 6642"/>
                  <a:gd name="connsiteY58-520" fmla="*/ 2210 h 5728"/>
                  <a:gd name="connsiteX59-521" fmla="*/ 6300 w 6642"/>
                  <a:gd name="connsiteY59-522" fmla="*/ 2249 h 5728"/>
                  <a:gd name="connsiteX60-523" fmla="*/ 6347 w 6642"/>
                  <a:gd name="connsiteY60-524" fmla="*/ 2362 h 5728"/>
                  <a:gd name="connsiteX61-525" fmla="*/ 6212 w 6642"/>
                  <a:gd name="connsiteY61-526" fmla="*/ 2509 h 5728"/>
                  <a:gd name="connsiteX62-527" fmla="*/ 6171 w 6642"/>
                  <a:gd name="connsiteY62-528" fmla="*/ 2498 h 5728"/>
                  <a:gd name="connsiteX63-529" fmla="*/ 6047 w 6642"/>
                  <a:gd name="connsiteY63-530" fmla="*/ 2413 h 5728"/>
                  <a:gd name="connsiteX64-531" fmla="*/ 5992 w 6642"/>
                  <a:gd name="connsiteY64-532" fmla="*/ 2412 h 5728"/>
                  <a:gd name="connsiteX65-533" fmla="*/ 5957 w 6642"/>
                  <a:gd name="connsiteY65-534" fmla="*/ 2480 h 5728"/>
                  <a:gd name="connsiteX66-535" fmla="*/ 5960 w 6642"/>
                  <a:gd name="connsiteY66-536" fmla="*/ 2562 h 5728"/>
                  <a:gd name="connsiteX67-537" fmla="*/ 6138 w 6642"/>
                  <a:gd name="connsiteY67-538" fmla="*/ 2730 h 5728"/>
                  <a:gd name="connsiteX68-539" fmla="*/ 6137 w 6642"/>
                  <a:gd name="connsiteY68-540" fmla="*/ 2844 h 5728"/>
                  <a:gd name="connsiteX69-541" fmla="*/ 6228 w 6642"/>
                  <a:gd name="connsiteY69-542" fmla="*/ 3060 h 5728"/>
                  <a:gd name="connsiteX70-543" fmla="*/ 6254 w 6642"/>
                  <a:gd name="connsiteY70-544" fmla="*/ 3090 h 5728"/>
                  <a:gd name="connsiteX71-545" fmla="*/ 6298 w 6642"/>
                  <a:gd name="connsiteY71-546" fmla="*/ 3094 h 5728"/>
                  <a:gd name="connsiteX72-547" fmla="*/ 6344 w 6642"/>
                  <a:gd name="connsiteY72-548" fmla="*/ 3010 h 5728"/>
                  <a:gd name="connsiteX73-549" fmla="*/ 6424 w 6642"/>
                  <a:gd name="connsiteY73-550" fmla="*/ 2950 h 5728"/>
                  <a:gd name="connsiteX74-551" fmla="*/ 6519 w 6642"/>
                  <a:gd name="connsiteY74-552" fmla="*/ 3126 h 5728"/>
                  <a:gd name="connsiteX75-553" fmla="*/ 6629 w 6642"/>
                  <a:gd name="connsiteY75-554" fmla="*/ 3312 h 5728"/>
                  <a:gd name="connsiteX76-555" fmla="*/ 6642 w 6642"/>
                  <a:gd name="connsiteY76-556" fmla="*/ 3342 h 5728"/>
                  <a:gd name="connsiteX77-557" fmla="*/ 6631 w 6642"/>
                  <a:gd name="connsiteY77-558" fmla="*/ 3518 h 5728"/>
                  <a:gd name="connsiteX78-559" fmla="*/ 6596 w 6642"/>
                  <a:gd name="connsiteY78-560" fmla="*/ 3554 h 5728"/>
                  <a:gd name="connsiteX79-561" fmla="*/ 6507 w 6642"/>
                  <a:gd name="connsiteY79-562" fmla="*/ 3515 h 5728"/>
                  <a:gd name="connsiteX80-563" fmla="*/ 6273 w 6642"/>
                  <a:gd name="connsiteY80-564" fmla="*/ 3644 h 5728"/>
                  <a:gd name="connsiteX81-565" fmla="*/ 6247 w 6642"/>
                  <a:gd name="connsiteY81-566" fmla="*/ 3666 h 5728"/>
                  <a:gd name="connsiteX82-567" fmla="*/ 6067 w 6642"/>
                  <a:gd name="connsiteY82-568" fmla="*/ 3812 h 5728"/>
                  <a:gd name="connsiteX83-569" fmla="*/ 5926 w 6642"/>
                  <a:gd name="connsiteY83-570" fmla="*/ 3926 h 5728"/>
                  <a:gd name="connsiteX84-571" fmla="*/ 5891 w 6642"/>
                  <a:gd name="connsiteY84-572" fmla="*/ 3965 h 5728"/>
                  <a:gd name="connsiteX85-573" fmla="*/ 5839 w 6642"/>
                  <a:gd name="connsiteY85-574" fmla="*/ 3973 h 5728"/>
                  <a:gd name="connsiteX86-575" fmla="*/ 5782 w 6642"/>
                  <a:gd name="connsiteY86-576" fmla="*/ 3916 h 5728"/>
                  <a:gd name="connsiteX87-577" fmla="*/ 5658 w 6642"/>
                  <a:gd name="connsiteY87-578" fmla="*/ 3808 h 5728"/>
                  <a:gd name="connsiteX88-579" fmla="*/ 5682 w 6642"/>
                  <a:gd name="connsiteY88-580" fmla="*/ 4064 h 5728"/>
                  <a:gd name="connsiteX89-581" fmla="*/ 5691 w 6642"/>
                  <a:gd name="connsiteY89-582" fmla="*/ 4192 h 5728"/>
                  <a:gd name="connsiteX90-583" fmla="*/ 5429 w 6642"/>
                  <a:gd name="connsiteY90-584" fmla="*/ 4166 h 5728"/>
                  <a:gd name="connsiteX91-585" fmla="*/ 5347 w 6642"/>
                  <a:gd name="connsiteY91-586" fmla="*/ 3987 h 5728"/>
                  <a:gd name="connsiteX92-587" fmla="*/ 5265 w 6642"/>
                  <a:gd name="connsiteY92-588" fmla="*/ 3802 h 5728"/>
                  <a:gd name="connsiteX93-589" fmla="*/ 5003 w 6642"/>
                  <a:gd name="connsiteY93-590" fmla="*/ 3867 h 5728"/>
                  <a:gd name="connsiteX94-591" fmla="*/ 4999 w 6642"/>
                  <a:gd name="connsiteY94-592" fmla="*/ 4057 h 5728"/>
                  <a:gd name="connsiteX95-593" fmla="*/ 4807 w 6642"/>
                  <a:gd name="connsiteY95-594" fmla="*/ 4072 h 5728"/>
                  <a:gd name="connsiteX96-595" fmla="*/ 4634 w 6642"/>
                  <a:gd name="connsiteY96-596" fmla="*/ 4175 h 5728"/>
                  <a:gd name="connsiteX97-597" fmla="*/ 4569 w 6642"/>
                  <a:gd name="connsiteY97-598" fmla="*/ 4246 h 5728"/>
                  <a:gd name="connsiteX98-599" fmla="*/ 4506 w 6642"/>
                  <a:gd name="connsiteY98-600" fmla="*/ 4159 h 5728"/>
                  <a:gd name="connsiteX99-601" fmla="*/ 4541 w 6642"/>
                  <a:gd name="connsiteY99-602" fmla="*/ 4134 h 5728"/>
                  <a:gd name="connsiteX100-603" fmla="*/ 4408 w 6642"/>
                  <a:gd name="connsiteY100-604" fmla="*/ 3980 h 5728"/>
                  <a:gd name="connsiteX101-605" fmla="*/ 4340 w 6642"/>
                  <a:gd name="connsiteY101-606" fmla="*/ 4188 h 5728"/>
                  <a:gd name="connsiteX102-607" fmla="*/ 4282 w 6642"/>
                  <a:gd name="connsiteY102-608" fmla="*/ 4193 h 5728"/>
                  <a:gd name="connsiteX103-609" fmla="*/ 4260 w 6642"/>
                  <a:gd name="connsiteY103-610" fmla="*/ 4238 h 5728"/>
                  <a:gd name="connsiteX104-611" fmla="*/ 4231 w 6642"/>
                  <a:gd name="connsiteY104-612" fmla="*/ 4250 h 5728"/>
                  <a:gd name="connsiteX105-613" fmla="*/ 4230 w 6642"/>
                  <a:gd name="connsiteY105-614" fmla="*/ 4427 h 5728"/>
                  <a:gd name="connsiteX106-615" fmla="*/ 4290 w 6642"/>
                  <a:gd name="connsiteY106-616" fmla="*/ 4504 h 5728"/>
                  <a:gd name="connsiteX107-617" fmla="*/ 4293 w 6642"/>
                  <a:gd name="connsiteY107-618" fmla="*/ 4556 h 5728"/>
                  <a:gd name="connsiteX108-619" fmla="*/ 4257 w 6642"/>
                  <a:gd name="connsiteY108-620" fmla="*/ 4614 h 5728"/>
                  <a:gd name="connsiteX109-621" fmla="*/ 3992 w 6642"/>
                  <a:gd name="connsiteY109-622" fmla="*/ 4680 h 5728"/>
                  <a:gd name="connsiteX110-623" fmla="*/ 3857 w 6642"/>
                  <a:gd name="connsiteY110-624" fmla="*/ 4739 h 5728"/>
                  <a:gd name="connsiteX111-625" fmla="*/ 3815 w 6642"/>
                  <a:gd name="connsiteY111-626" fmla="*/ 4777 h 5728"/>
                  <a:gd name="connsiteX112-627" fmla="*/ 3616 w 6642"/>
                  <a:gd name="connsiteY112-628" fmla="*/ 5021 h 5728"/>
                  <a:gd name="connsiteX113-629" fmla="*/ 3543 w 6642"/>
                  <a:gd name="connsiteY113-630" fmla="*/ 4970 h 5728"/>
                  <a:gd name="connsiteX114-631" fmla="*/ 3460 w 6642"/>
                  <a:gd name="connsiteY114-632" fmla="*/ 4971 h 5728"/>
                  <a:gd name="connsiteX115-633" fmla="*/ 3424 w 6642"/>
                  <a:gd name="connsiteY115-634" fmla="*/ 5045 h 5728"/>
                  <a:gd name="connsiteX116-635" fmla="*/ 3313 w 6642"/>
                  <a:gd name="connsiteY116-636" fmla="*/ 5000 h 5728"/>
                  <a:gd name="connsiteX117-637" fmla="*/ 3235 w 6642"/>
                  <a:gd name="connsiteY117-638" fmla="*/ 5109 h 5728"/>
                  <a:gd name="connsiteX118-639" fmla="*/ 3013 w 6642"/>
                  <a:gd name="connsiteY118-640" fmla="*/ 5349 h 5728"/>
                  <a:gd name="connsiteX119-641" fmla="*/ 2993 w 6642"/>
                  <a:gd name="connsiteY119-642" fmla="*/ 5516 h 5728"/>
                  <a:gd name="connsiteX120-643" fmla="*/ 2976 w 6642"/>
                  <a:gd name="connsiteY120-644" fmla="*/ 5659 h 5728"/>
                  <a:gd name="connsiteX121-645" fmla="*/ 2960 w 6642"/>
                  <a:gd name="connsiteY121-646" fmla="*/ 5669 h 5728"/>
                  <a:gd name="connsiteX122-647" fmla="*/ 2638 w 6642"/>
                  <a:gd name="connsiteY122-648" fmla="*/ 5621 h 5728"/>
                  <a:gd name="connsiteX123-649" fmla="*/ 2536 w 6642"/>
                  <a:gd name="connsiteY123-650" fmla="*/ 5566 h 5728"/>
                  <a:gd name="connsiteX124-651" fmla="*/ 2482 w 6642"/>
                  <a:gd name="connsiteY124-652" fmla="*/ 5503 h 5728"/>
                  <a:gd name="connsiteX125-653" fmla="*/ 2377 w 6642"/>
                  <a:gd name="connsiteY125-654" fmla="*/ 5477 h 5728"/>
                  <a:gd name="connsiteX126-655" fmla="*/ 2377 w 6642"/>
                  <a:gd name="connsiteY126-656" fmla="*/ 5379 h 5728"/>
                  <a:gd name="connsiteX127-657" fmla="*/ 2481 w 6642"/>
                  <a:gd name="connsiteY127-658" fmla="*/ 5149 h 5728"/>
                  <a:gd name="connsiteX128-659" fmla="*/ 2341 w 6642"/>
                  <a:gd name="connsiteY128-660" fmla="*/ 5070 h 5728"/>
                  <a:gd name="connsiteX129-661" fmla="*/ 2299 w 6642"/>
                  <a:gd name="connsiteY129-662" fmla="*/ 5095 h 5728"/>
                  <a:gd name="connsiteX130-663" fmla="*/ 2209 w 6642"/>
                  <a:gd name="connsiteY130-664" fmla="*/ 5214 h 5728"/>
                  <a:gd name="connsiteX131-665" fmla="*/ 2177 w 6642"/>
                  <a:gd name="connsiteY131-666" fmla="*/ 5276 h 5728"/>
                  <a:gd name="connsiteX132-667" fmla="*/ 2115 w 6642"/>
                  <a:gd name="connsiteY132-668" fmla="*/ 5386 h 5728"/>
                  <a:gd name="connsiteX133-669" fmla="*/ 2121 w 6642"/>
                  <a:gd name="connsiteY133-670" fmla="*/ 5510 h 5728"/>
                  <a:gd name="connsiteX134-671" fmla="*/ 2082 w 6642"/>
                  <a:gd name="connsiteY134-672" fmla="*/ 5558 h 5728"/>
                  <a:gd name="connsiteX135-673" fmla="*/ 1951 w 6642"/>
                  <a:gd name="connsiteY135-674" fmla="*/ 5617 h 5728"/>
                  <a:gd name="connsiteX136-675" fmla="*/ 1785 w 6642"/>
                  <a:gd name="connsiteY136-676" fmla="*/ 5649 h 5728"/>
                  <a:gd name="connsiteX137-677" fmla="*/ 1682 w 6642"/>
                  <a:gd name="connsiteY137-678" fmla="*/ 5728 h 5728"/>
                  <a:gd name="connsiteX138-679" fmla="*/ 1568 w 6642"/>
                  <a:gd name="connsiteY138-680" fmla="*/ 5611 h 5728"/>
                  <a:gd name="connsiteX139-681" fmla="*/ 1508 w 6642"/>
                  <a:gd name="connsiteY139-682" fmla="*/ 5485 h 5728"/>
                  <a:gd name="connsiteX140-683" fmla="*/ 1630 w 6642"/>
                  <a:gd name="connsiteY140-684" fmla="*/ 5242 h 5728"/>
                  <a:gd name="connsiteX141-685" fmla="*/ 1685 w 6642"/>
                  <a:gd name="connsiteY141-686" fmla="*/ 5195 h 5728"/>
                  <a:gd name="connsiteX142-687" fmla="*/ 1730 w 6642"/>
                  <a:gd name="connsiteY142-688" fmla="*/ 5120 h 5728"/>
                  <a:gd name="connsiteX143-689" fmla="*/ 1727 w 6642"/>
                  <a:gd name="connsiteY143-690" fmla="*/ 5071 h 5728"/>
                  <a:gd name="connsiteX144-691" fmla="*/ 1530 w 6642"/>
                  <a:gd name="connsiteY144-692" fmla="*/ 5007 h 5728"/>
                  <a:gd name="connsiteX145-693" fmla="*/ 1459 w 6642"/>
                  <a:gd name="connsiteY145-694" fmla="*/ 5064 h 5728"/>
                  <a:gd name="connsiteX146-695" fmla="*/ 1353 w 6642"/>
                  <a:gd name="connsiteY146-696" fmla="*/ 5111 h 5728"/>
                  <a:gd name="connsiteX147-697" fmla="*/ 1290 w 6642"/>
                  <a:gd name="connsiteY147-698" fmla="*/ 5063 h 5728"/>
                  <a:gd name="connsiteX148-699" fmla="*/ 1052 w 6642"/>
                  <a:gd name="connsiteY148-700" fmla="*/ 5254 h 5728"/>
                  <a:gd name="connsiteX149-701" fmla="*/ 924 w 6642"/>
                  <a:gd name="connsiteY149-702" fmla="*/ 5231 h 5728"/>
                  <a:gd name="connsiteX150-703" fmla="*/ 813 w 6642"/>
                  <a:gd name="connsiteY150-704" fmla="*/ 5097 h 5728"/>
                  <a:gd name="connsiteX151-705" fmla="*/ 683 w 6642"/>
                  <a:gd name="connsiteY151-706" fmla="*/ 4930 h 5728"/>
                  <a:gd name="connsiteX152-707" fmla="*/ 572 w 6642"/>
                  <a:gd name="connsiteY152-708" fmla="*/ 4806 h 5728"/>
                  <a:gd name="connsiteX153-709" fmla="*/ 505 w 6642"/>
                  <a:gd name="connsiteY153-710" fmla="*/ 4788 h 5728"/>
                  <a:gd name="connsiteX154-711" fmla="*/ 640 w 6642"/>
                  <a:gd name="connsiteY154-712" fmla="*/ 4631 h 5728"/>
                  <a:gd name="connsiteX155-713" fmla="*/ 683 w 6642"/>
                  <a:gd name="connsiteY155-714" fmla="*/ 4541 h 5728"/>
                  <a:gd name="connsiteX156-715" fmla="*/ 651 w 6642"/>
                  <a:gd name="connsiteY156-716" fmla="*/ 4438 h 5728"/>
                  <a:gd name="connsiteX157-717" fmla="*/ 277 w 6642"/>
                  <a:gd name="connsiteY157-718" fmla="*/ 4491 h 5728"/>
                  <a:gd name="connsiteX158-719" fmla="*/ 187 w 6642"/>
                  <a:gd name="connsiteY158-720" fmla="*/ 4518 h 5728"/>
                  <a:gd name="connsiteX159-721" fmla="*/ 195 w 6642"/>
                  <a:gd name="connsiteY159-722" fmla="*/ 4384 h 5728"/>
                  <a:gd name="connsiteX160-723" fmla="*/ 147 w 6642"/>
                  <a:gd name="connsiteY160-724" fmla="*/ 4318 h 5728"/>
                  <a:gd name="connsiteX161-725" fmla="*/ 39 w 6642"/>
                  <a:gd name="connsiteY161-726" fmla="*/ 4220 h 5728"/>
                  <a:gd name="connsiteX162-727" fmla="*/ 75 w 6642"/>
                  <a:gd name="connsiteY162-728" fmla="*/ 4093 h 5728"/>
                  <a:gd name="connsiteX163-729" fmla="*/ 63 w 6642"/>
                  <a:gd name="connsiteY163-730" fmla="*/ 3929 h 5728"/>
                  <a:gd name="connsiteX164-731" fmla="*/ 0 w 6642"/>
                  <a:gd name="connsiteY164-732" fmla="*/ 3842 h 5728"/>
                  <a:gd name="connsiteX165-733" fmla="*/ 0 w 6642"/>
                  <a:gd name="connsiteY165-734" fmla="*/ 3737 h 5728"/>
                  <a:gd name="connsiteX166-735" fmla="*/ 303 w 6642"/>
                  <a:gd name="connsiteY166-736" fmla="*/ 3824 h 5728"/>
                  <a:gd name="connsiteX167-737" fmla="*/ 830 w 6642"/>
                  <a:gd name="connsiteY167-738" fmla="*/ 3840 h 5728"/>
                  <a:gd name="connsiteX168-739" fmla="*/ 1044 w 6642"/>
                  <a:gd name="connsiteY168-740" fmla="*/ 3908 h 5728"/>
                  <a:gd name="connsiteX169-741" fmla="*/ 1213 w 6642"/>
                  <a:gd name="connsiteY169-742" fmla="*/ 4053 h 5728"/>
                  <a:gd name="connsiteX170-743" fmla="*/ 1257 w 6642"/>
                  <a:gd name="connsiteY170-744" fmla="*/ 4077 h 5728"/>
                  <a:gd name="connsiteX171-745" fmla="*/ 1417 w 6642"/>
                  <a:gd name="connsiteY171-746" fmla="*/ 4107 h 5728"/>
                  <a:gd name="connsiteX172-747" fmla="*/ 1487 w 6642"/>
                  <a:gd name="connsiteY172-748" fmla="*/ 4158 h 5728"/>
                  <a:gd name="connsiteX173-749" fmla="*/ 1688 w 6642"/>
                  <a:gd name="connsiteY173-750" fmla="*/ 4229 h 5728"/>
                  <a:gd name="connsiteX174-751" fmla="*/ 1904 w 6642"/>
                  <a:gd name="connsiteY174-752" fmla="*/ 4309 h 5728"/>
                  <a:gd name="connsiteX175-753" fmla="*/ 2068 w 6642"/>
                  <a:gd name="connsiteY175-754" fmla="*/ 4212 h 5728"/>
                  <a:gd name="connsiteX176-755" fmla="*/ 2267 w 6642"/>
                  <a:gd name="connsiteY176-756" fmla="*/ 4125 h 5728"/>
                  <a:gd name="connsiteX177-757" fmla="*/ 2363 w 6642"/>
                  <a:gd name="connsiteY177-758" fmla="*/ 4075 h 5728"/>
                  <a:gd name="connsiteX178-759" fmla="*/ 2539 w 6642"/>
                  <a:gd name="connsiteY178-760" fmla="*/ 3995 h 5728"/>
                  <a:gd name="connsiteX179-761" fmla="*/ 2721 w 6642"/>
                  <a:gd name="connsiteY179-762" fmla="*/ 3970 h 5728"/>
                  <a:gd name="connsiteX180-763" fmla="*/ 3073 w 6642"/>
                  <a:gd name="connsiteY180-764" fmla="*/ 3979 h 5728"/>
                  <a:gd name="connsiteX181-765" fmla="*/ 3416 w 6642"/>
                  <a:gd name="connsiteY181-766" fmla="*/ 3722 h 5728"/>
                  <a:gd name="connsiteX182-767" fmla="*/ 3519 w 6642"/>
                  <a:gd name="connsiteY182-768" fmla="*/ 3636 h 5728"/>
                  <a:gd name="connsiteX183-769" fmla="*/ 3609 w 6642"/>
                  <a:gd name="connsiteY183-770" fmla="*/ 3563 h 5728"/>
                  <a:gd name="connsiteX184-771" fmla="*/ 3705 w 6642"/>
                  <a:gd name="connsiteY184-772" fmla="*/ 3503 h 5728"/>
                  <a:gd name="connsiteX185-773" fmla="*/ 3702 w 6642"/>
                  <a:gd name="connsiteY185-774" fmla="*/ 3422 h 5728"/>
                  <a:gd name="connsiteX186-775" fmla="*/ 3597 w 6642"/>
                  <a:gd name="connsiteY186-776" fmla="*/ 3317 h 5728"/>
                  <a:gd name="connsiteX187-777" fmla="*/ 3582 w 6642"/>
                  <a:gd name="connsiteY187-778" fmla="*/ 3252 h 5728"/>
                  <a:gd name="connsiteX188-779" fmla="*/ 3692 w 6642"/>
                  <a:gd name="connsiteY188-780" fmla="*/ 3012 h 5728"/>
                  <a:gd name="connsiteX189-781" fmla="*/ 3835 w 6642"/>
                  <a:gd name="connsiteY189-782" fmla="*/ 3094 h 5728"/>
                  <a:gd name="connsiteX190-783" fmla="*/ 3915 w 6642"/>
                  <a:gd name="connsiteY190-784" fmla="*/ 3122 h 5728"/>
                  <a:gd name="connsiteX191-785" fmla="*/ 3998 w 6642"/>
                  <a:gd name="connsiteY191-786" fmla="*/ 3124 h 5728"/>
                  <a:gd name="connsiteX192-787" fmla="*/ 4258 w 6642"/>
                  <a:gd name="connsiteY192-788" fmla="*/ 2876 h 5728"/>
                  <a:gd name="connsiteX193-789" fmla="*/ 4431 w 6642"/>
                  <a:gd name="connsiteY193-790" fmla="*/ 2857 h 5728"/>
                  <a:gd name="connsiteX194-791" fmla="*/ 4543 w 6642"/>
                  <a:gd name="connsiteY194-792" fmla="*/ 2801 h 5728"/>
                  <a:gd name="connsiteX195-793" fmla="*/ 4626 w 6642"/>
                  <a:gd name="connsiteY195-794" fmla="*/ 2724 h 5728"/>
                  <a:gd name="connsiteX196-795" fmla="*/ 4672 w 6642"/>
                  <a:gd name="connsiteY196-796" fmla="*/ 2621 h 5728"/>
                  <a:gd name="connsiteX197-797" fmla="*/ 4903 w 6642"/>
                  <a:gd name="connsiteY197-798" fmla="*/ 2469 h 5728"/>
                  <a:gd name="connsiteX198-799" fmla="*/ 5060 w 6642"/>
                  <a:gd name="connsiteY198-800" fmla="*/ 2356 h 5728"/>
                  <a:gd name="connsiteX199-801" fmla="*/ 5411 w 6642"/>
                  <a:gd name="connsiteY199-802" fmla="*/ 2351 h 5728"/>
                  <a:gd name="connsiteX0-803" fmla="*/ 5456 w 6642"/>
                  <a:gd name="connsiteY0-804" fmla="*/ 2333 h 5728"/>
                  <a:gd name="connsiteX1-805" fmla="*/ 5454 w 6642"/>
                  <a:gd name="connsiteY1-806" fmla="*/ 2117 h 5728"/>
                  <a:gd name="connsiteX2-807" fmla="*/ 5378 w 6642"/>
                  <a:gd name="connsiteY2-808" fmla="*/ 2039 h 5728"/>
                  <a:gd name="connsiteX3-809" fmla="*/ 5235 w 6642"/>
                  <a:gd name="connsiteY3-810" fmla="*/ 1951 h 5728"/>
                  <a:gd name="connsiteX4-811" fmla="*/ 5143 w 6642"/>
                  <a:gd name="connsiteY4-812" fmla="*/ 1827 h 5728"/>
                  <a:gd name="connsiteX5-813" fmla="*/ 5047 w 6642"/>
                  <a:gd name="connsiteY5-814" fmla="*/ 1828 h 5728"/>
                  <a:gd name="connsiteX6-815" fmla="*/ 5002 w 6642"/>
                  <a:gd name="connsiteY6-816" fmla="*/ 1883 h 5728"/>
                  <a:gd name="connsiteX7-817" fmla="*/ 4909 w 6642"/>
                  <a:gd name="connsiteY7-818" fmla="*/ 1877 h 5728"/>
                  <a:gd name="connsiteX8-819" fmla="*/ 4889 w 6642"/>
                  <a:gd name="connsiteY8-820" fmla="*/ 1994 h 5728"/>
                  <a:gd name="connsiteX9-821" fmla="*/ 4708 w 6642"/>
                  <a:gd name="connsiteY9-822" fmla="*/ 1941 h 5728"/>
                  <a:gd name="connsiteX10-823" fmla="*/ 4625 w 6642"/>
                  <a:gd name="connsiteY10-824" fmla="*/ 1939 h 5728"/>
                  <a:gd name="connsiteX11-825" fmla="*/ 4500 w 6642"/>
                  <a:gd name="connsiteY11-826" fmla="*/ 2014 h 5728"/>
                  <a:gd name="connsiteX12-827" fmla="*/ 4388 w 6642"/>
                  <a:gd name="connsiteY12-828" fmla="*/ 1890 h 5728"/>
                  <a:gd name="connsiteX13-829" fmla="*/ 4482 w 6642"/>
                  <a:gd name="connsiteY13-830" fmla="*/ 1804 h 5728"/>
                  <a:gd name="connsiteX14-831" fmla="*/ 4486 w 6642"/>
                  <a:gd name="connsiteY14-832" fmla="*/ 1634 h 5728"/>
                  <a:gd name="connsiteX15-833" fmla="*/ 4541 w 6642"/>
                  <a:gd name="connsiteY15-834" fmla="*/ 1514 h 5728"/>
                  <a:gd name="connsiteX16-835" fmla="*/ 4584 w 6642"/>
                  <a:gd name="connsiteY16-836" fmla="*/ 1306 h 5728"/>
                  <a:gd name="connsiteX17-837" fmla="*/ 4644 w 6642"/>
                  <a:gd name="connsiteY17-838" fmla="*/ 1307 h 5728"/>
                  <a:gd name="connsiteX18-839" fmla="*/ 4967 w 6642"/>
                  <a:gd name="connsiteY18-840" fmla="*/ 1286 h 5728"/>
                  <a:gd name="connsiteX19-841" fmla="*/ 5141 w 6642"/>
                  <a:gd name="connsiteY19-842" fmla="*/ 1117 h 5728"/>
                  <a:gd name="connsiteX20-843" fmla="*/ 5210 w 6642"/>
                  <a:gd name="connsiteY20-844" fmla="*/ 748 h 5728"/>
                  <a:gd name="connsiteX21-845" fmla="*/ 5320 w 6642"/>
                  <a:gd name="connsiteY21-846" fmla="*/ 486 h 5728"/>
                  <a:gd name="connsiteX22-847" fmla="*/ 5318 w 6642"/>
                  <a:gd name="connsiteY22-848" fmla="*/ 358 h 5728"/>
                  <a:gd name="connsiteX23-849" fmla="*/ 5305 w 6642"/>
                  <a:gd name="connsiteY23-850" fmla="*/ 328 h 5728"/>
                  <a:gd name="connsiteX24-851" fmla="*/ 5238 w 6642"/>
                  <a:gd name="connsiteY24-852" fmla="*/ 251 h 5728"/>
                  <a:gd name="connsiteX25-853" fmla="*/ 5178 w 6642"/>
                  <a:gd name="connsiteY25-854" fmla="*/ 217 h 5728"/>
                  <a:gd name="connsiteX26-855" fmla="*/ 5303 w 6642"/>
                  <a:gd name="connsiteY26-856" fmla="*/ 56 h 5728"/>
                  <a:gd name="connsiteX27-857" fmla="*/ 5476 w 6642"/>
                  <a:gd name="connsiteY27-858" fmla="*/ 2 h 5728"/>
                  <a:gd name="connsiteX28-859" fmla="*/ 5508 w 6642"/>
                  <a:gd name="connsiteY28-860" fmla="*/ 49 h 5728"/>
                  <a:gd name="connsiteX29-861" fmla="*/ 5498 w 6642"/>
                  <a:gd name="connsiteY29-862" fmla="*/ 133 h 5728"/>
                  <a:gd name="connsiteX30-863" fmla="*/ 5437 w 6642"/>
                  <a:gd name="connsiteY30-864" fmla="*/ 243 h 5728"/>
                  <a:gd name="connsiteX31-865" fmla="*/ 5507 w 6642"/>
                  <a:gd name="connsiteY31-866" fmla="*/ 301 h 5728"/>
                  <a:gd name="connsiteX32-867" fmla="*/ 5621 w 6642"/>
                  <a:gd name="connsiteY32-868" fmla="*/ 366 h 5728"/>
                  <a:gd name="connsiteX33-869" fmla="*/ 5641 w 6642"/>
                  <a:gd name="connsiteY33-870" fmla="*/ 255 h 5728"/>
                  <a:gd name="connsiteX34-871" fmla="*/ 5775 w 6642"/>
                  <a:gd name="connsiteY34-872" fmla="*/ 291 h 5728"/>
                  <a:gd name="connsiteX35-873" fmla="*/ 5800 w 6642"/>
                  <a:gd name="connsiteY35-874" fmla="*/ 331 h 5728"/>
                  <a:gd name="connsiteX36-875" fmla="*/ 5876 w 6642"/>
                  <a:gd name="connsiteY36-876" fmla="*/ 562 h 5728"/>
                  <a:gd name="connsiteX37-877" fmla="*/ 5911 w 6642"/>
                  <a:gd name="connsiteY37-878" fmla="*/ 586 h 5728"/>
                  <a:gd name="connsiteX38-879" fmla="*/ 6003 w 6642"/>
                  <a:gd name="connsiteY38-880" fmla="*/ 578 h 5728"/>
                  <a:gd name="connsiteX39-881" fmla="*/ 6263 w 6642"/>
                  <a:gd name="connsiteY39-882" fmla="*/ 490 h 5728"/>
                  <a:gd name="connsiteX40-883" fmla="*/ 6483 w 6642"/>
                  <a:gd name="connsiteY40-884" fmla="*/ 479 h 5728"/>
                  <a:gd name="connsiteX41-885" fmla="*/ 6543 w 6642"/>
                  <a:gd name="connsiteY41-886" fmla="*/ 648 h 5728"/>
                  <a:gd name="connsiteX42-887" fmla="*/ 6461 w 6642"/>
                  <a:gd name="connsiteY42-888" fmla="*/ 944 h 5728"/>
                  <a:gd name="connsiteX43-889" fmla="*/ 6461 w 6642"/>
                  <a:gd name="connsiteY43-890" fmla="*/ 1022 h 5728"/>
                  <a:gd name="connsiteX44-891" fmla="*/ 6530 w 6642"/>
                  <a:gd name="connsiteY44-892" fmla="*/ 1168 h 5728"/>
                  <a:gd name="connsiteX45-893" fmla="*/ 6545 w 6642"/>
                  <a:gd name="connsiteY45-894" fmla="*/ 1427 h 5728"/>
                  <a:gd name="connsiteX46-895" fmla="*/ 6547 w 6642"/>
                  <a:gd name="connsiteY46-896" fmla="*/ 1617 h 5728"/>
                  <a:gd name="connsiteX47-897" fmla="*/ 6480 w 6642"/>
                  <a:gd name="connsiteY47-898" fmla="*/ 1625 h 5728"/>
                  <a:gd name="connsiteX48-899" fmla="*/ 6458 w 6642"/>
                  <a:gd name="connsiteY48-900" fmla="*/ 1507 h 5728"/>
                  <a:gd name="connsiteX49-901" fmla="*/ 6423 w 6642"/>
                  <a:gd name="connsiteY49-902" fmla="*/ 1450 h 5728"/>
                  <a:gd name="connsiteX50-903" fmla="*/ 6333 w 6642"/>
                  <a:gd name="connsiteY50-904" fmla="*/ 1582 h 5728"/>
                  <a:gd name="connsiteX51-905" fmla="*/ 6220 w 6642"/>
                  <a:gd name="connsiteY51-906" fmla="*/ 1776 h 5728"/>
                  <a:gd name="connsiteX52-907" fmla="*/ 6101 w 6642"/>
                  <a:gd name="connsiteY52-908" fmla="*/ 1904 h 5728"/>
                  <a:gd name="connsiteX53-909" fmla="*/ 6094 w 6642"/>
                  <a:gd name="connsiteY53-910" fmla="*/ 2018 h 5728"/>
                  <a:gd name="connsiteX54-911" fmla="*/ 6154 w 6642"/>
                  <a:gd name="connsiteY54-912" fmla="*/ 2115 h 5728"/>
                  <a:gd name="connsiteX55-913" fmla="*/ 6256 w 6642"/>
                  <a:gd name="connsiteY55-914" fmla="*/ 2183 h 5728"/>
                  <a:gd name="connsiteX56-915" fmla="*/ 6333 w 6642"/>
                  <a:gd name="connsiteY56-916" fmla="*/ 2178 h 5728"/>
                  <a:gd name="connsiteX57-917" fmla="*/ 6378 w 6642"/>
                  <a:gd name="connsiteY57-918" fmla="*/ 2104 h 5728"/>
                  <a:gd name="connsiteX58-919" fmla="*/ 6412 w 6642"/>
                  <a:gd name="connsiteY58-920" fmla="*/ 2210 h 5728"/>
                  <a:gd name="connsiteX59-921" fmla="*/ 6300 w 6642"/>
                  <a:gd name="connsiteY59-922" fmla="*/ 2249 h 5728"/>
                  <a:gd name="connsiteX60-923" fmla="*/ 6347 w 6642"/>
                  <a:gd name="connsiteY60-924" fmla="*/ 2362 h 5728"/>
                  <a:gd name="connsiteX61-925" fmla="*/ 6212 w 6642"/>
                  <a:gd name="connsiteY61-926" fmla="*/ 2509 h 5728"/>
                  <a:gd name="connsiteX62-927" fmla="*/ 6171 w 6642"/>
                  <a:gd name="connsiteY62-928" fmla="*/ 2498 h 5728"/>
                  <a:gd name="connsiteX63-929" fmla="*/ 6047 w 6642"/>
                  <a:gd name="connsiteY63-930" fmla="*/ 2413 h 5728"/>
                  <a:gd name="connsiteX64-931" fmla="*/ 5992 w 6642"/>
                  <a:gd name="connsiteY64-932" fmla="*/ 2412 h 5728"/>
                  <a:gd name="connsiteX65-933" fmla="*/ 5957 w 6642"/>
                  <a:gd name="connsiteY65-934" fmla="*/ 2480 h 5728"/>
                  <a:gd name="connsiteX66-935" fmla="*/ 5960 w 6642"/>
                  <a:gd name="connsiteY66-936" fmla="*/ 2562 h 5728"/>
                  <a:gd name="connsiteX67-937" fmla="*/ 6138 w 6642"/>
                  <a:gd name="connsiteY67-938" fmla="*/ 2730 h 5728"/>
                  <a:gd name="connsiteX68-939" fmla="*/ 6137 w 6642"/>
                  <a:gd name="connsiteY68-940" fmla="*/ 2844 h 5728"/>
                  <a:gd name="connsiteX69-941" fmla="*/ 6228 w 6642"/>
                  <a:gd name="connsiteY69-942" fmla="*/ 3060 h 5728"/>
                  <a:gd name="connsiteX70-943" fmla="*/ 6254 w 6642"/>
                  <a:gd name="connsiteY70-944" fmla="*/ 3090 h 5728"/>
                  <a:gd name="connsiteX71-945" fmla="*/ 6298 w 6642"/>
                  <a:gd name="connsiteY71-946" fmla="*/ 3094 h 5728"/>
                  <a:gd name="connsiteX72-947" fmla="*/ 6344 w 6642"/>
                  <a:gd name="connsiteY72-948" fmla="*/ 3010 h 5728"/>
                  <a:gd name="connsiteX73-949" fmla="*/ 6424 w 6642"/>
                  <a:gd name="connsiteY73-950" fmla="*/ 2950 h 5728"/>
                  <a:gd name="connsiteX74-951" fmla="*/ 6519 w 6642"/>
                  <a:gd name="connsiteY74-952" fmla="*/ 3126 h 5728"/>
                  <a:gd name="connsiteX75-953" fmla="*/ 6629 w 6642"/>
                  <a:gd name="connsiteY75-954" fmla="*/ 3312 h 5728"/>
                  <a:gd name="connsiteX76-955" fmla="*/ 6642 w 6642"/>
                  <a:gd name="connsiteY76-956" fmla="*/ 3342 h 5728"/>
                  <a:gd name="connsiteX77-957" fmla="*/ 6631 w 6642"/>
                  <a:gd name="connsiteY77-958" fmla="*/ 3518 h 5728"/>
                  <a:gd name="connsiteX78-959" fmla="*/ 6596 w 6642"/>
                  <a:gd name="connsiteY78-960" fmla="*/ 3554 h 5728"/>
                  <a:gd name="connsiteX79-961" fmla="*/ 6507 w 6642"/>
                  <a:gd name="connsiteY79-962" fmla="*/ 3515 h 5728"/>
                  <a:gd name="connsiteX80-963" fmla="*/ 6273 w 6642"/>
                  <a:gd name="connsiteY80-964" fmla="*/ 3644 h 5728"/>
                  <a:gd name="connsiteX81-965" fmla="*/ 6247 w 6642"/>
                  <a:gd name="connsiteY81-966" fmla="*/ 3666 h 5728"/>
                  <a:gd name="connsiteX82-967" fmla="*/ 6067 w 6642"/>
                  <a:gd name="connsiteY82-968" fmla="*/ 3812 h 5728"/>
                  <a:gd name="connsiteX83-969" fmla="*/ 5926 w 6642"/>
                  <a:gd name="connsiteY83-970" fmla="*/ 3926 h 5728"/>
                  <a:gd name="connsiteX84-971" fmla="*/ 5891 w 6642"/>
                  <a:gd name="connsiteY84-972" fmla="*/ 3965 h 5728"/>
                  <a:gd name="connsiteX85-973" fmla="*/ 5839 w 6642"/>
                  <a:gd name="connsiteY85-974" fmla="*/ 3973 h 5728"/>
                  <a:gd name="connsiteX86-975" fmla="*/ 5782 w 6642"/>
                  <a:gd name="connsiteY86-976" fmla="*/ 3916 h 5728"/>
                  <a:gd name="connsiteX87-977" fmla="*/ 5658 w 6642"/>
                  <a:gd name="connsiteY87-978" fmla="*/ 3808 h 5728"/>
                  <a:gd name="connsiteX88-979" fmla="*/ 5682 w 6642"/>
                  <a:gd name="connsiteY88-980" fmla="*/ 4064 h 5728"/>
                  <a:gd name="connsiteX89-981" fmla="*/ 5691 w 6642"/>
                  <a:gd name="connsiteY89-982" fmla="*/ 4192 h 5728"/>
                  <a:gd name="connsiteX90-983" fmla="*/ 5429 w 6642"/>
                  <a:gd name="connsiteY90-984" fmla="*/ 4166 h 5728"/>
                  <a:gd name="connsiteX91-985" fmla="*/ 5347 w 6642"/>
                  <a:gd name="connsiteY91-986" fmla="*/ 3987 h 5728"/>
                  <a:gd name="connsiteX92-987" fmla="*/ 5265 w 6642"/>
                  <a:gd name="connsiteY92-988" fmla="*/ 3802 h 5728"/>
                  <a:gd name="connsiteX93-989" fmla="*/ 5003 w 6642"/>
                  <a:gd name="connsiteY93-990" fmla="*/ 3867 h 5728"/>
                  <a:gd name="connsiteX94-991" fmla="*/ 4999 w 6642"/>
                  <a:gd name="connsiteY94-992" fmla="*/ 4057 h 5728"/>
                  <a:gd name="connsiteX95-993" fmla="*/ 4807 w 6642"/>
                  <a:gd name="connsiteY95-994" fmla="*/ 4072 h 5728"/>
                  <a:gd name="connsiteX96-995" fmla="*/ 4634 w 6642"/>
                  <a:gd name="connsiteY96-996" fmla="*/ 4175 h 5728"/>
                  <a:gd name="connsiteX97-997" fmla="*/ 4569 w 6642"/>
                  <a:gd name="connsiteY97-998" fmla="*/ 4246 h 5728"/>
                  <a:gd name="connsiteX98-999" fmla="*/ 4506 w 6642"/>
                  <a:gd name="connsiteY98-1000" fmla="*/ 4159 h 5728"/>
                  <a:gd name="connsiteX99-1001" fmla="*/ 4541 w 6642"/>
                  <a:gd name="connsiteY99-1002" fmla="*/ 4134 h 5728"/>
                  <a:gd name="connsiteX100-1003" fmla="*/ 4408 w 6642"/>
                  <a:gd name="connsiteY100-1004" fmla="*/ 3980 h 5728"/>
                  <a:gd name="connsiteX101-1005" fmla="*/ 4340 w 6642"/>
                  <a:gd name="connsiteY101-1006" fmla="*/ 4188 h 5728"/>
                  <a:gd name="connsiteX102-1007" fmla="*/ 4282 w 6642"/>
                  <a:gd name="connsiteY102-1008" fmla="*/ 4193 h 5728"/>
                  <a:gd name="connsiteX103-1009" fmla="*/ 4260 w 6642"/>
                  <a:gd name="connsiteY103-1010" fmla="*/ 4238 h 5728"/>
                  <a:gd name="connsiteX104-1011" fmla="*/ 4231 w 6642"/>
                  <a:gd name="connsiteY104-1012" fmla="*/ 4250 h 5728"/>
                  <a:gd name="connsiteX105-1013" fmla="*/ 4230 w 6642"/>
                  <a:gd name="connsiteY105-1014" fmla="*/ 4427 h 5728"/>
                  <a:gd name="connsiteX106-1015" fmla="*/ 4290 w 6642"/>
                  <a:gd name="connsiteY106-1016" fmla="*/ 4504 h 5728"/>
                  <a:gd name="connsiteX107-1017" fmla="*/ 4293 w 6642"/>
                  <a:gd name="connsiteY107-1018" fmla="*/ 4556 h 5728"/>
                  <a:gd name="connsiteX108-1019" fmla="*/ 4257 w 6642"/>
                  <a:gd name="connsiteY108-1020" fmla="*/ 4614 h 5728"/>
                  <a:gd name="connsiteX109-1021" fmla="*/ 3992 w 6642"/>
                  <a:gd name="connsiteY109-1022" fmla="*/ 4680 h 5728"/>
                  <a:gd name="connsiteX110-1023" fmla="*/ 3857 w 6642"/>
                  <a:gd name="connsiteY110-1024" fmla="*/ 4739 h 5728"/>
                  <a:gd name="connsiteX111-1025" fmla="*/ 3815 w 6642"/>
                  <a:gd name="connsiteY111-1026" fmla="*/ 4777 h 5728"/>
                  <a:gd name="connsiteX112-1027" fmla="*/ 3616 w 6642"/>
                  <a:gd name="connsiteY112-1028" fmla="*/ 5021 h 5728"/>
                  <a:gd name="connsiteX113-1029" fmla="*/ 3543 w 6642"/>
                  <a:gd name="connsiteY113-1030" fmla="*/ 4970 h 5728"/>
                  <a:gd name="connsiteX114-1031" fmla="*/ 3460 w 6642"/>
                  <a:gd name="connsiteY114-1032" fmla="*/ 4971 h 5728"/>
                  <a:gd name="connsiteX115-1033" fmla="*/ 3424 w 6642"/>
                  <a:gd name="connsiteY115-1034" fmla="*/ 5045 h 5728"/>
                  <a:gd name="connsiteX116-1035" fmla="*/ 3313 w 6642"/>
                  <a:gd name="connsiteY116-1036" fmla="*/ 5000 h 5728"/>
                  <a:gd name="connsiteX117-1037" fmla="*/ 3235 w 6642"/>
                  <a:gd name="connsiteY117-1038" fmla="*/ 5109 h 5728"/>
                  <a:gd name="connsiteX118-1039" fmla="*/ 3013 w 6642"/>
                  <a:gd name="connsiteY118-1040" fmla="*/ 5349 h 5728"/>
                  <a:gd name="connsiteX119-1041" fmla="*/ 2993 w 6642"/>
                  <a:gd name="connsiteY119-1042" fmla="*/ 5516 h 5728"/>
                  <a:gd name="connsiteX120-1043" fmla="*/ 2976 w 6642"/>
                  <a:gd name="connsiteY120-1044" fmla="*/ 5659 h 5728"/>
                  <a:gd name="connsiteX121-1045" fmla="*/ 2960 w 6642"/>
                  <a:gd name="connsiteY121-1046" fmla="*/ 5669 h 5728"/>
                  <a:gd name="connsiteX122-1047" fmla="*/ 2638 w 6642"/>
                  <a:gd name="connsiteY122-1048" fmla="*/ 5621 h 5728"/>
                  <a:gd name="connsiteX123-1049" fmla="*/ 2536 w 6642"/>
                  <a:gd name="connsiteY123-1050" fmla="*/ 5566 h 5728"/>
                  <a:gd name="connsiteX124-1051" fmla="*/ 2482 w 6642"/>
                  <a:gd name="connsiteY124-1052" fmla="*/ 5503 h 5728"/>
                  <a:gd name="connsiteX125-1053" fmla="*/ 2377 w 6642"/>
                  <a:gd name="connsiteY125-1054" fmla="*/ 5477 h 5728"/>
                  <a:gd name="connsiteX126-1055" fmla="*/ 2377 w 6642"/>
                  <a:gd name="connsiteY126-1056" fmla="*/ 5379 h 5728"/>
                  <a:gd name="connsiteX127-1057" fmla="*/ 2481 w 6642"/>
                  <a:gd name="connsiteY127-1058" fmla="*/ 5149 h 5728"/>
                  <a:gd name="connsiteX128-1059" fmla="*/ 2341 w 6642"/>
                  <a:gd name="connsiteY128-1060" fmla="*/ 5070 h 5728"/>
                  <a:gd name="connsiteX129-1061" fmla="*/ 2299 w 6642"/>
                  <a:gd name="connsiteY129-1062" fmla="*/ 5095 h 5728"/>
                  <a:gd name="connsiteX130-1063" fmla="*/ 2209 w 6642"/>
                  <a:gd name="connsiteY130-1064" fmla="*/ 5214 h 5728"/>
                  <a:gd name="connsiteX131-1065" fmla="*/ 2177 w 6642"/>
                  <a:gd name="connsiteY131-1066" fmla="*/ 5276 h 5728"/>
                  <a:gd name="connsiteX132-1067" fmla="*/ 2115 w 6642"/>
                  <a:gd name="connsiteY132-1068" fmla="*/ 5386 h 5728"/>
                  <a:gd name="connsiteX133-1069" fmla="*/ 2121 w 6642"/>
                  <a:gd name="connsiteY133-1070" fmla="*/ 5510 h 5728"/>
                  <a:gd name="connsiteX134-1071" fmla="*/ 2082 w 6642"/>
                  <a:gd name="connsiteY134-1072" fmla="*/ 5558 h 5728"/>
                  <a:gd name="connsiteX135-1073" fmla="*/ 1951 w 6642"/>
                  <a:gd name="connsiteY135-1074" fmla="*/ 5617 h 5728"/>
                  <a:gd name="connsiteX136-1075" fmla="*/ 1785 w 6642"/>
                  <a:gd name="connsiteY136-1076" fmla="*/ 5649 h 5728"/>
                  <a:gd name="connsiteX137-1077" fmla="*/ 1682 w 6642"/>
                  <a:gd name="connsiteY137-1078" fmla="*/ 5728 h 5728"/>
                  <a:gd name="connsiteX138-1079" fmla="*/ 1568 w 6642"/>
                  <a:gd name="connsiteY138-1080" fmla="*/ 5611 h 5728"/>
                  <a:gd name="connsiteX139-1081" fmla="*/ 1508 w 6642"/>
                  <a:gd name="connsiteY139-1082" fmla="*/ 5485 h 5728"/>
                  <a:gd name="connsiteX140-1083" fmla="*/ 1630 w 6642"/>
                  <a:gd name="connsiteY140-1084" fmla="*/ 5242 h 5728"/>
                  <a:gd name="connsiteX141-1085" fmla="*/ 1685 w 6642"/>
                  <a:gd name="connsiteY141-1086" fmla="*/ 5195 h 5728"/>
                  <a:gd name="connsiteX142-1087" fmla="*/ 1730 w 6642"/>
                  <a:gd name="connsiteY142-1088" fmla="*/ 5120 h 5728"/>
                  <a:gd name="connsiteX143-1089" fmla="*/ 1727 w 6642"/>
                  <a:gd name="connsiteY143-1090" fmla="*/ 5071 h 5728"/>
                  <a:gd name="connsiteX144-1091" fmla="*/ 1530 w 6642"/>
                  <a:gd name="connsiteY144-1092" fmla="*/ 5007 h 5728"/>
                  <a:gd name="connsiteX145-1093" fmla="*/ 1459 w 6642"/>
                  <a:gd name="connsiteY145-1094" fmla="*/ 5064 h 5728"/>
                  <a:gd name="connsiteX146-1095" fmla="*/ 1353 w 6642"/>
                  <a:gd name="connsiteY146-1096" fmla="*/ 5111 h 5728"/>
                  <a:gd name="connsiteX147-1097" fmla="*/ 1290 w 6642"/>
                  <a:gd name="connsiteY147-1098" fmla="*/ 5063 h 5728"/>
                  <a:gd name="connsiteX148-1099" fmla="*/ 1052 w 6642"/>
                  <a:gd name="connsiteY148-1100" fmla="*/ 5254 h 5728"/>
                  <a:gd name="connsiteX149-1101" fmla="*/ 924 w 6642"/>
                  <a:gd name="connsiteY149-1102" fmla="*/ 5231 h 5728"/>
                  <a:gd name="connsiteX150-1103" fmla="*/ 813 w 6642"/>
                  <a:gd name="connsiteY150-1104" fmla="*/ 5097 h 5728"/>
                  <a:gd name="connsiteX151-1105" fmla="*/ 683 w 6642"/>
                  <a:gd name="connsiteY151-1106" fmla="*/ 4930 h 5728"/>
                  <a:gd name="connsiteX152-1107" fmla="*/ 572 w 6642"/>
                  <a:gd name="connsiteY152-1108" fmla="*/ 4806 h 5728"/>
                  <a:gd name="connsiteX153-1109" fmla="*/ 505 w 6642"/>
                  <a:gd name="connsiteY153-1110" fmla="*/ 4788 h 5728"/>
                  <a:gd name="connsiteX154-1111" fmla="*/ 640 w 6642"/>
                  <a:gd name="connsiteY154-1112" fmla="*/ 4631 h 5728"/>
                  <a:gd name="connsiteX155-1113" fmla="*/ 683 w 6642"/>
                  <a:gd name="connsiteY155-1114" fmla="*/ 4541 h 5728"/>
                  <a:gd name="connsiteX156-1115" fmla="*/ 651 w 6642"/>
                  <a:gd name="connsiteY156-1116" fmla="*/ 4438 h 5728"/>
                  <a:gd name="connsiteX157-1117" fmla="*/ 277 w 6642"/>
                  <a:gd name="connsiteY157-1118" fmla="*/ 4491 h 5728"/>
                  <a:gd name="connsiteX158-1119" fmla="*/ 187 w 6642"/>
                  <a:gd name="connsiteY158-1120" fmla="*/ 4518 h 5728"/>
                  <a:gd name="connsiteX159-1121" fmla="*/ 195 w 6642"/>
                  <a:gd name="connsiteY159-1122" fmla="*/ 4384 h 5728"/>
                  <a:gd name="connsiteX160-1123" fmla="*/ 147 w 6642"/>
                  <a:gd name="connsiteY160-1124" fmla="*/ 4318 h 5728"/>
                  <a:gd name="connsiteX161-1125" fmla="*/ 39 w 6642"/>
                  <a:gd name="connsiteY161-1126" fmla="*/ 4220 h 5728"/>
                  <a:gd name="connsiteX162-1127" fmla="*/ 75 w 6642"/>
                  <a:gd name="connsiteY162-1128" fmla="*/ 4093 h 5728"/>
                  <a:gd name="connsiteX163-1129" fmla="*/ 63 w 6642"/>
                  <a:gd name="connsiteY163-1130" fmla="*/ 3929 h 5728"/>
                  <a:gd name="connsiteX164-1131" fmla="*/ 0 w 6642"/>
                  <a:gd name="connsiteY164-1132" fmla="*/ 3842 h 5728"/>
                  <a:gd name="connsiteX165-1133" fmla="*/ 0 w 6642"/>
                  <a:gd name="connsiteY165-1134" fmla="*/ 3737 h 5728"/>
                  <a:gd name="connsiteX166-1135" fmla="*/ 303 w 6642"/>
                  <a:gd name="connsiteY166-1136" fmla="*/ 3824 h 5728"/>
                  <a:gd name="connsiteX167-1137" fmla="*/ 830 w 6642"/>
                  <a:gd name="connsiteY167-1138" fmla="*/ 3840 h 5728"/>
                  <a:gd name="connsiteX168-1139" fmla="*/ 1044 w 6642"/>
                  <a:gd name="connsiteY168-1140" fmla="*/ 3908 h 5728"/>
                  <a:gd name="connsiteX169-1141" fmla="*/ 1213 w 6642"/>
                  <a:gd name="connsiteY169-1142" fmla="*/ 4053 h 5728"/>
                  <a:gd name="connsiteX170-1143" fmla="*/ 1257 w 6642"/>
                  <a:gd name="connsiteY170-1144" fmla="*/ 4077 h 5728"/>
                  <a:gd name="connsiteX171-1145" fmla="*/ 1417 w 6642"/>
                  <a:gd name="connsiteY171-1146" fmla="*/ 4107 h 5728"/>
                  <a:gd name="connsiteX172-1147" fmla="*/ 1487 w 6642"/>
                  <a:gd name="connsiteY172-1148" fmla="*/ 4158 h 5728"/>
                  <a:gd name="connsiteX173-1149" fmla="*/ 1688 w 6642"/>
                  <a:gd name="connsiteY173-1150" fmla="*/ 4229 h 5728"/>
                  <a:gd name="connsiteX174-1151" fmla="*/ 1904 w 6642"/>
                  <a:gd name="connsiteY174-1152" fmla="*/ 4309 h 5728"/>
                  <a:gd name="connsiteX175-1153" fmla="*/ 2068 w 6642"/>
                  <a:gd name="connsiteY175-1154" fmla="*/ 4212 h 5728"/>
                  <a:gd name="connsiteX176-1155" fmla="*/ 2267 w 6642"/>
                  <a:gd name="connsiteY176-1156" fmla="*/ 4125 h 5728"/>
                  <a:gd name="connsiteX177-1157" fmla="*/ 2363 w 6642"/>
                  <a:gd name="connsiteY177-1158" fmla="*/ 4075 h 5728"/>
                  <a:gd name="connsiteX178-1159" fmla="*/ 2539 w 6642"/>
                  <a:gd name="connsiteY178-1160" fmla="*/ 3995 h 5728"/>
                  <a:gd name="connsiteX179-1161" fmla="*/ 2721 w 6642"/>
                  <a:gd name="connsiteY179-1162" fmla="*/ 3970 h 5728"/>
                  <a:gd name="connsiteX180-1163" fmla="*/ 3073 w 6642"/>
                  <a:gd name="connsiteY180-1164" fmla="*/ 3979 h 5728"/>
                  <a:gd name="connsiteX181-1165" fmla="*/ 3416 w 6642"/>
                  <a:gd name="connsiteY181-1166" fmla="*/ 3722 h 5728"/>
                  <a:gd name="connsiteX182-1167" fmla="*/ 3519 w 6642"/>
                  <a:gd name="connsiteY182-1168" fmla="*/ 3636 h 5728"/>
                  <a:gd name="connsiteX183-1169" fmla="*/ 3609 w 6642"/>
                  <a:gd name="connsiteY183-1170" fmla="*/ 3563 h 5728"/>
                  <a:gd name="connsiteX184-1171" fmla="*/ 3705 w 6642"/>
                  <a:gd name="connsiteY184-1172" fmla="*/ 3503 h 5728"/>
                  <a:gd name="connsiteX185-1173" fmla="*/ 3702 w 6642"/>
                  <a:gd name="connsiteY185-1174" fmla="*/ 3422 h 5728"/>
                  <a:gd name="connsiteX186-1175" fmla="*/ 3597 w 6642"/>
                  <a:gd name="connsiteY186-1176" fmla="*/ 3317 h 5728"/>
                  <a:gd name="connsiteX187-1177" fmla="*/ 3582 w 6642"/>
                  <a:gd name="connsiteY187-1178" fmla="*/ 3252 h 5728"/>
                  <a:gd name="connsiteX188-1179" fmla="*/ 3692 w 6642"/>
                  <a:gd name="connsiteY188-1180" fmla="*/ 3012 h 5728"/>
                  <a:gd name="connsiteX189-1181" fmla="*/ 3835 w 6642"/>
                  <a:gd name="connsiteY189-1182" fmla="*/ 3094 h 5728"/>
                  <a:gd name="connsiteX190-1183" fmla="*/ 3915 w 6642"/>
                  <a:gd name="connsiteY190-1184" fmla="*/ 3122 h 5728"/>
                  <a:gd name="connsiteX191-1185" fmla="*/ 3998 w 6642"/>
                  <a:gd name="connsiteY191-1186" fmla="*/ 3124 h 5728"/>
                  <a:gd name="connsiteX192-1187" fmla="*/ 4258 w 6642"/>
                  <a:gd name="connsiteY192-1188" fmla="*/ 2876 h 5728"/>
                  <a:gd name="connsiteX193-1189" fmla="*/ 4431 w 6642"/>
                  <a:gd name="connsiteY193-1190" fmla="*/ 2857 h 5728"/>
                  <a:gd name="connsiteX194-1191" fmla="*/ 4543 w 6642"/>
                  <a:gd name="connsiteY194-1192" fmla="*/ 2801 h 5728"/>
                  <a:gd name="connsiteX195-1193" fmla="*/ 4626 w 6642"/>
                  <a:gd name="connsiteY195-1194" fmla="*/ 2724 h 5728"/>
                  <a:gd name="connsiteX196-1195" fmla="*/ 4672 w 6642"/>
                  <a:gd name="connsiteY196-1196" fmla="*/ 2621 h 5728"/>
                  <a:gd name="connsiteX197-1197" fmla="*/ 4903 w 6642"/>
                  <a:gd name="connsiteY197-1198" fmla="*/ 2469 h 5728"/>
                  <a:gd name="connsiteX198-1199" fmla="*/ 5060 w 6642"/>
                  <a:gd name="connsiteY198-1200" fmla="*/ 2356 h 5728"/>
                  <a:gd name="connsiteX0-1201" fmla="*/ 5456 w 6642"/>
                  <a:gd name="connsiteY0-1202" fmla="*/ 2333 h 5728"/>
                  <a:gd name="connsiteX1-1203" fmla="*/ 5454 w 6642"/>
                  <a:gd name="connsiteY1-1204" fmla="*/ 2117 h 5728"/>
                  <a:gd name="connsiteX2-1205" fmla="*/ 5378 w 6642"/>
                  <a:gd name="connsiteY2-1206" fmla="*/ 2039 h 5728"/>
                  <a:gd name="connsiteX3-1207" fmla="*/ 5235 w 6642"/>
                  <a:gd name="connsiteY3-1208" fmla="*/ 1951 h 5728"/>
                  <a:gd name="connsiteX4-1209" fmla="*/ 5143 w 6642"/>
                  <a:gd name="connsiteY4-1210" fmla="*/ 1827 h 5728"/>
                  <a:gd name="connsiteX5-1211" fmla="*/ 5047 w 6642"/>
                  <a:gd name="connsiteY5-1212" fmla="*/ 1828 h 5728"/>
                  <a:gd name="connsiteX6-1213" fmla="*/ 5002 w 6642"/>
                  <a:gd name="connsiteY6-1214" fmla="*/ 1883 h 5728"/>
                  <a:gd name="connsiteX7-1215" fmla="*/ 4909 w 6642"/>
                  <a:gd name="connsiteY7-1216" fmla="*/ 1877 h 5728"/>
                  <a:gd name="connsiteX8-1217" fmla="*/ 4889 w 6642"/>
                  <a:gd name="connsiteY8-1218" fmla="*/ 1994 h 5728"/>
                  <a:gd name="connsiteX9-1219" fmla="*/ 4708 w 6642"/>
                  <a:gd name="connsiteY9-1220" fmla="*/ 1941 h 5728"/>
                  <a:gd name="connsiteX10-1221" fmla="*/ 4625 w 6642"/>
                  <a:gd name="connsiteY10-1222" fmla="*/ 1939 h 5728"/>
                  <a:gd name="connsiteX11-1223" fmla="*/ 4500 w 6642"/>
                  <a:gd name="connsiteY11-1224" fmla="*/ 2014 h 5728"/>
                  <a:gd name="connsiteX12-1225" fmla="*/ 4388 w 6642"/>
                  <a:gd name="connsiteY12-1226" fmla="*/ 1890 h 5728"/>
                  <a:gd name="connsiteX13-1227" fmla="*/ 4482 w 6642"/>
                  <a:gd name="connsiteY13-1228" fmla="*/ 1804 h 5728"/>
                  <a:gd name="connsiteX14-1229" fmla="*/ 4486 w 6642"/>
                  <a:gd name="connsiteY14-1230" fmla="*/ 1634 h 5728"/>
                  <a:gd name="connsiteX15-1231" fmla="*/ 4541 w 6642"/>
                  <a:gd name="connsiteY15-1232" fmla="*/ 1514 h 5728"/>
                  <a:gd name="connsiteX16-1233" fmla="*/ 4584 w 6642"/>
                  <a:gd name="connsiteY16-1234" fmla="*/ 1306 h 5728"/>
                  <a:gd name="connsiteX17-1235" fmla="*/ 4644 w 6642"/>
                  <a:gd name="connsiteY17-1236" fmla="*/ 1307 h 5728"/>
                  <a:gd name="connsiteX18-1237" fmla="*/ 4967 w 6642"/>
                  <a:gd name="connsiteY18-1238" fmla="*/ 1286 h 5728"/>
                  <a:gd name="connsiteX19-1239" fmla="*/ 5141 w 6642"/>
                  <a:gd name="connsiteY19-1240" fmla="*/ 1117 h 5728"/>
                  <a:gd name="connsiteX20-1241" fmla="*/ 5210 w 6642"/>
                  <a:gd name="connsiteY20-1242" fmla="*/ 748 h 5728"/>
                  <a:gd name="connsiteX21-1243" fmla="*/ 5320 w 6642"/>
                  <a:gd name="connsiteY21-1244" fmla="*/ 486 h 5728"/>
                  <a:gd name="connsiteX22-1245" fmla="*/ 5318 w 6642"/>
                  <a:gd name="connsiteY22-1246" fmla="*/ 358 h 5728"/>
                  <a:gd name="connsiteX23-1247" fmla="*/ 5305 w 6642"/>
                  <a:gd name="connsiteY23-1248" fmla="*/ 328 h 5728"/>
                  <a:gd name="connsiteX24-1249" fmla="*/ 5238 w 6642"/>
                  <a:gd name="connsiteY24-1250" fmla="*/ 251 h 5728"/>
                  <a:gd name="connsiteX25-1251" fmla="*/ 5178 w 6642"/>
                  <a:gd name="connsiteY25-1252" fmla="*/ 217 h 5728"/>
                  <a:gd name="connsiteX26-1253" fmla="*/ 5303 w 6642"/>
                  <a:gd name="connsiteY26-1254" fmla="*/ 56 h 5728"/>
                  <a:gd name="connsiteX27-1255" fmla="*/ 5476 w 6642"/>
                  <a:gd name="connsiteY27-1256" fmla="*/ 2 h 5728"/>
                  <a:gd name="connsiteX28-1257" fmla="*/ 5508 w 6642"/>
                  <a:gd name="connsiteY28-1258" fmla="*/ 49 h 5728"/>
                  <a:gd name="connsiteX29-1259" fmla="*/ 5498 w 6642"/>
                  <a:gd name="connsiteY29-1260" fmla="*/ 133 h 5728"/>
                  <a:gd name="connsiteX30-1261" fmla="*/ 5437 w 6642"/>
                  <a:gd name="connsiteY30-1262" fmla="*/ 243 h 5728"/>
                  <a:gd name="connsiteX31-1263" fmla="*/ 5507 w 6642"/>
                  <a:gd name="connsiteY31-1264" fmla="*/ 301 h 5728"/>
                  <a:gd name="connsiteX32-1265" fmla="*/ 5621 w 6642"/>
                  <a:gd name="connsiteY32-1266" fmla="*/ 366 h 5728"/>
                  <a:gd name="connsiteX33-1267" fmla="*/ 5641 w 6642"/>
                  <a:gd name="connsiteY33-1268" fmla="*/ 255 h 5728"/>
                  <a:gd name="connsiteX34-1269" fmla="*/ 5775 w 6642"/>
                  <a:gd name="connsiteY34-1270" fmla="*/ 291 h 5728"/>
                  <a:gd name="connsiteX35-1271" fmla="*/ 5800 w 6642"/>
                  <a:gd name="connsiteY35-1272" fmla="*/ 331 h 5728"/>
                  <a:gd name="connsiteX36-1273" fmla="*/ 5876 w 6642"/>
                  <a:gd name="connsiteY36-1274" fmla="*/ 562 h 5728"/>
                  <a:gd name="connsiteX37-1275" fmla="*/ 5911 w 6642"/>
                  <a:gd name="connsiteY37-1276" fmla="*/ 586 h 5728"/>
                  <a:gd name="connsiteX38-1277" fmla="*/ 6003 w 6642"/>
                  <a:gd name="connsiteY38-1278" fmla="*/ 578 h 5728"/>
                  <a:gd name="connsiteX39-1279" fmla="*/ 6263 w 6642"/>
                  <a:gd name="connsiteY39-1280" fmla="*/ 490 h 5728"/>
                  <a:gd name="connsiteX40-1281" fmla="*/ 6483 w 6642"/>
                  <a:gd name="connsiteY40-1282" fmla="*/ 479 h 5728"/>
                  <a:gd name="connsiteX41-1283" fmla="*/ 6543 w 6642"/>
                  <a:gd name="connsiteY41-1284" fmla="*/ 648 h 5728"/>
                  <a:gd name="connsiteX42-1285" fmla="*/ 6461 w 6642"/>
                  <a:gd name="connsiteY42-1286" fmla="*/ 944 h 5728"/>
                  <a:gd name="connsiteX43-1287" fmla="*/ 6461 w 6642"/>
                  <a:gd name="connsiteY43-1288" fmla="*/ 1022 h 5728"/>
                  <a:gd name="connsiteX44-1289" fmla="*/ 6530 w 6642"/>
                  <a:gd name="connsiteY44-1290" fmla="*/ 1168 h 5728"/>
                  <a:gd name="connsiteX45-1291" fmla="*/ 6545 w 6642"/>
                  <a:gd name="connsiteY45-1292" fmla="*/ 1427 h 5728"/>
                  <a:gd name="connsiteX46-1293" fmla="*/ 6547 w 6642"/>
                  <a:gd name="connsiteY46-1294" fmla="*/ 1617 h 5728"/>
                  <a:gd name="connsiteX47-1295" fmla="*/ 6480 w 6642"/>
                  <a:gd name="connsiteY47-1296" fmla="*/ 1625 h 5728"/>
                  <a:gd name="connsiteX48-1297" fmla="*/ 6458 w 6642"/>
                  <a:gd name="connsiteY48-1298" fmla="*/ 1507 h 5728"/>
                  <a:gd name="connsiteX49-1299" fmla="*/ 6423 w 6642"/>
                  <a:gd name="connsiteY49-1300" fmla="*/ 1450 h 5728"/>
                  <a:gd name="connsiteX50-1301" fmla="*/ 6333 w 6642"/>
                  <a:gd name="connsiteY50-1302" fmla="*/ 1582 h 5728"/>
                  <a:gd name="connsiteX51-1303" fmla="*/ 6220 w 6642"/>
                  <a:gd name="connsiteY51-1304" fmla="*/ 1776 h 5728"/>
                  <a:gd name="connsiteX52-1305" fmla="*/ 6101 w 6642"/>
                  <a:gd name="connsiteY52-1306" fmla="*/ 1904 h 5728"/>
                  <a:gd name="connsiteX53-1307" fmla="*/ 6094 w 6642"/>
                  <a:gd name="connsiteY53-1308" fmla="*/ 2018 h 5728"/>
                  <a:gd name="connsiteX54-1309" fmla="*/ 6154 w 6642"/>
                  <a:gd name="connsiteY54-1310" fmla="*/ 2115 h 5728"/>
                  <a:gd name="connsiteX55-1311" fmla="*/ 6256 w 6642"/>
                  <a:gd name="connsiteY55-1312" fmla="*/ 2183 h 5728"/>
                  <a:gd name="connsiteX56-1313" fmla="*/ 6333 w 6642"/>
                  <a:gd name="connsiteY56-1314" fmla="*/ 2178 h 5728"/>
                  <a:gd name="connsiteX57-1315" fmla="*/ 6378 w 6642"/>
                  <a:gd name="connsiteY57-1316" fmla="*/ 2104 h 5728"/>
                  <a:gd name="connsiteX58-1317" fmla="*/ 6412 w 6642"/>
                  <a:gd name="connsiteY58-1318" fmla="*/ 2210 h 5728"/>
                  <a:gd name="connsiteX59-1319" fmla="*/ 6300 w 6642"/>
                  <a:gd name="connsiteY59-1320" fmla="*/ 2249 h 5728"/>
                  <a:gd name="connsiteX60-1321" fmla="*/ 6347 w 6642"/>
                  <a:gd name="connsiteY60-1322" fmla="*/ 2362 h 5728"/>
                  <a:gd name="connsiteX61-1323" fmla="*/ 6212 w 6642"/>
                  <a:gd name="connsiteY61-1324" fmla="*/ 2509 h 5728"/>
                  <a:gd name="connsiteX62-1325" fmla="*/ 6171 w 6642"/>
                  <a:gd name="connsiteY62-1326" fmla="*/ 2498 h 5728"/>
                  <a:gd name="connsiteX63-1327" fmla="*/ 6047 w 6642"/>
                  <a:gd name="connsiteY63-1328" fmla="*/ 2413 h 5728"/>
                  <a:gd name="connsiteX64-1329" fmla="*/ 5992 w 6642"/>
                  <a:gd name="connsiteY64-1330" fmla="*/ 2412 h 5728"/>
                  <a:gd name="connsiteX65-1331" fmla="*/ 5957 w 6642"/>
                  <a:gd name="connsiteY65-1332" fmla="*/ 2480 h 5728"/>
                  <a:gd name="connsiteX66-1333" fmla="*/ 5960 w 6642"/>
                  <a:gd name="connsiteY66-1334" fmla="*/ 2562 h 5728"/>
                  <a:gd name="connsiteX67-1335" fmla="*/ 6138 w 6642"/>
                  <a:gd name="connsiteY67-1336" fmla="*/ 2730 h 5728"/>
                  <a:gd name="connsiteX68-1337" fmla="*/ 6137 w 6642"/>
                  <a:gd name="connsiteY68-1338" fmla="*/ 2844 h 5728"/>
                  <a:gd name="connsiteX69-1339" fmla="*/ 6228 w 6642"/>
                  <a:gd name="connsiteY69-1340" fmla="*/ 3060 h 5728"/>
                  <a:gd name="connsiteX70-1341" fmla="*/ 6254 w 6642"/>
                  <a:gd name="connsiteY70-1342" fmla="*/ 3090 h 5728"/>
                  <a:gd name="connsiteX71-1343" fmla="*/ 6298 w 6642"/>
                  <a:gd name="connsiteY71-1344" fmla="*/ 3094 h 5728"/>
                  <a:gd name="connsiteX72-1345" fmla="*/ 6344 w 6642"/>
                  <a:gd name="connsiteY72-1346" fmla="*/ 3010 h 5728"/>
                  <a:gd name="connsiteX73-1347" fmla="*/ 6424 w 6642"/>
                  <a:gd name="connsiteY73-1348" fmla="*/ 2950 h 5728"/>
                  <a:gd name="connsiteX74-1349" fmla="*/ 6519 w 6642"/>
                  <a:gd name="connsiteY74-1350" fmla="*/ 3126 h 5728"/>
                  <a:gd name="connsiteX75-1351" fmla="*/ 6629 w 6642"/>
                  <a:gd name="connsiteY75-1352" fmla="*/ 3312 h 5728"/>
                  <a:gd name="connsiteX76-1353" fmla="*/ 6642 w 6642"/>
                  <a:gd name="connsiteY76-1354" fmla="*/ 3342 h 5728"/>
                  <a:gd name="connsiteX77-1355" fmla="*/ 6631 w 6642"/>
                  <a:gd name="connsiteY77-1356" fmla="*/ 3518 h 5728"/>
                  <a:gd name="connsiteX78-1357" fmla="*/ 6596 w 6642"/>
                  <a:gd name="connsiteY78-1358" fmla="*/ 3554 h 5728"/>
                  <a:gd name="connsiteX79-1359" fmla="*/ 6507 w 6642"/>
                  <a:gd name="connsiteY79-1360" fmla="*/ 3515 h 5728"/>
                  <a:gd name="connsiteX80-1361" fmla="*/ 6273 w 6642"/>
                  <a:gd name="connsiteY80-1362" fmla="*/ 3644 h 5728"/>
                  <a:gd name="connsiteX81-1363" fmla="*/ 6247 w 6642"/>
                  <a:gd name="connsiteY81-1364" fmla="*/ 3666 h 5728"/>
                  <a:gd name="connsiteX82-1365" fmla="*/ 6067 w 6642"/>
                  <a:gd name="connsiteY82-1366" fmla="*/ 3812 h 5728"/>
                  <a:gd name="connsiteX83-1367" fmla="*/ 5926 w 6642"/>
                  <a:gd name="connsiteY83-1368" fmla="*/ 3926 h 5728"/>
                  <a:gd name="connsiteX84-1369" fmla="*/ 5891 w 6642"/>
                  <a:gd name="connsiteY84-1370" fmla="*/ 3965 h 5728"/>
                  <a:gd name="connsiteX85-1371" fmla="*/ 5839 w 6642"/>
                  <a:gd name="connsiteY85-1372" fmla="*/ 3973 h 5728"/>
                  <a:gd name="connsiteX86-1373" fmla="*/ 5782 w 6642"/>
                  <a:gd name="connsiteY86-1374" fmla="*/ 3916 h 5728"/>
                  <a:gd name="connsiteX87-1375" fmla="*/ 5658 w 6642"/>
                  <a:gd name="connsiteY87-1376" fmla="*/ 3808 h 5728"/>
                  <a:gd name="connsiteX88-1377" fmla="*/ 5682 w 6642"/>
                  <a:gd name="connsiteY88-1378" fmla="*/ 4064 h 5728"/>
                  <a:gd name="connsiteX89-1379" fmla="*/ 5691 w 6642"/>
                  <a:gd name="connsiteY89-1380" fmla="*/ 4192 h 5728"/>
                  <a:gd name="connsiteX90-1381" fmla="*/ 5429 w 6642"/>
                  <a:gd name="connsiteY90-1382" fmla="*/ 4166 h 5728"/>
                  <a:gd name="connsiteX91-1383" fmla="*/ 5347 w 6642"/>
                  <a:gd name="connsiteY91-1384" fmla="*/ 3987 h 5728"/>
                  <a:gd name="connsiteX92-1385" fmla="*/ 5265 w 6642"/>
                  <a:gd name="connsiteY92-1386" fmla="*/ 3802 h 5728"/>
                  <a:gd name="connsiteX93-1387" fmla="*/ 5003 w 6642"/>
                  <a:gd name="connsiteY93-1388" fmla="*/ 3867 h 5728"/>
                  <a:gd name="connsiteX94-1389" fmla="*/ 4999 w 6642"/>
                  <a:gd name="connsiteY94-1390" fmla="*/ 4057 h 5728"/>
                  <a:gd name="connsiteX95-1391" fmla="*/ 4807 w 6642"/>
                  <a:gd name="connsiteY95-1392" fmla="*/ 4072 h 5728"/>
                  <a:gd name="connsiteX96-1393" fmla="*/ 4634 w 6642"/>
                  <a:gd name="connsiteY96-1394" fmla="*/ 4175 h 5728"/>
                  <a:gd name="connsiteX97-1395" fmla="*/ 4569 w 6642"/>
                  <a:gd name="connsiteY97-1396" fmla="*/ 4246 h 5728"/>
                  <a:gd name="connsiteX98-1397" fmla="*/ 4506 w 6642"/>
                  <a:gd name="connsiteY98-1398" fmla="*/ 4159 h 5728"/>
                  <a:gd name="connsiteX99-1399" fmla="*/ 4541 w 6642"/>
                  <a:gd name="connsiteY99-1400" fmla="*/ 4134 h 5728"/>
                  <a:gd name="connsiteX100-1401" fmla="*/ 4408 w 6642"/>
                  <a:gd name="connsiteY100-1402" fmla="*/ 3980 h 5728"/>
                  <a:gd name="connsiteX101-1403" fmla="*/ 4340 w 6642"/>
                  <a:gd name="connsiteY101-1404" fmla="*/ 4188 h 5728"/>
                  <a:gd name="connsiteX102-1405" fmla="*/ 4282 w 6642"/>
                  <a:gd name="connsiteY102-1406" fmla="*/ 4193 h 5728"/>
                  <a:gd name="connsiteX103-1407" fmla="*/ 4260 w 6642"/>
                  <a:gd name="connsiteY103-1408" fmla="*/ 4238 h 5728"/>
                  <a:gd name="connsiteX104-1409" fmla="*/ 4231 w 6642"/>
                  <a:gd name="connsiteY104-1410" fmla="*/ 4250 h 5728"/>
                  <a:gd name="connsiteX105-1411" fmla="*/ 4230 w 6642"/>
                  <a:gd name="connsiteY105-1412" fmla="*/ 4427 h 5728"/>
                  <a:gd name="connsiteX106-1413" fmla="*/ 4290 w 6642"/>
                  <a:gd name="connsiteY106-1414" fmla="*/ 4504 h 5728"/>
                  <a:gd name="connsiteX107-1415" fmla="*/ 4293 w 6642"/>
                  <a:gd name="connsiteY107-1416" fmla="*/ 4556 h 5728"/>
                  <a:gd name="connsiteX108-1417" fmla="*/ 4257 w 6642"/>
                  <a:gd name="connsiteY108-1418" fmla="*/ 4614 h 5728"/>
                  <a:gd name="connsiteX109-1419" fmla="*/ 3992 w 6642"/>
                  <a:gd name="connsiteY109-1420" fmla="*/ 4680 h 5728"/>
                  <a:gd name="connsiteX110-1421" fmla="*/ 3857 w 6642"/>
                  <a:gd name="connsiteY110-1422" fmla="*/ 4739 h 5728"/>
                  <a:gd name="connsiteX111-1423" fmla="*/ 3815 w 6642"/>
                  <a:gd name="connsiteY111-1424" fmla="*/ 4777 h 5728"/>
                  <a:gd name="connsiteX112-1425" fmla="*/ 3616 w 6642"/>
                  <a:gd name="connsiteY112-1426" fmla="*/ 5021 h 5728"/>
                  <a:gd name="connsiteX113-1427" fmla="*/ 3543 w 6642"/>
                  <a:gd name="connsiteY113-1428" fmla="*/ 4970 h 5728"/>
                  <a:gd name="connsiteX114-1429" fmla="*/ 3460 w 6642"/>
                  <a:gd name="connsiteY114-1430" fmla="*/ 4971 h 5728"/>
                  <a:gd name="connsiteX115-1431" fmla="*/ 3424 w 6642"/>
                  <a:gd name="connsiteY115-1432" fmla="*/ 5045 h 5728"/>
                  <a:gd name="connsiteX116-1433" fmla="*/ 3313 w 6642"/>
                  <a:gd name="connsiteY116-1434" fmla="*/ 5000 h 5728"/>
                  <a:gd name="connsiteX117-1435" fmla="*/ 3235 w 6642"/>
                  <a:gd name="connsiteY117-1436" fmla="*/ 5109 h 5728"/>
                  <a:gd name="connsiteX118-1437" fmla="*/ 3013 w 6642"/>
                  <a:gd name="connsiteY118-1438" fmla="*/ 5349 h 5728"/>
                  <a:gd name="connsiteX119-1439" fmla="*/ 2993 w 6642"/>
                  <a:gd name="connsiteY119-1440" fmla="*/ 5516 h 5728"/>
                  <a:gd name="connsiteX120-1441" fmla="*/ 2976 w 6642"/>
                  <a:gd name="connsiteY120-1442" fmla="*/ 5659 h 5728"/>
                  <a:gd name="connsiteX121-1443" fmla="*/ 2960 w 6642"/>
                  <a:gd name="connsiteY121-1444" fmla="*/ 5669 h 5728"/>
                  <a:gd name="connsiteX122-1445" fmla="*/ 2638 w 6642"/>
                  <a:gd name="connsiteY122-1446" fmla="*/ 5621 h 5728"/>
                  <a:gd name="connsiteX123-1447" fmla="*/ 2536 w 6642"/>
                  <a:gd name="connsiteY123-1448" fmla="*/ 5566 h 5728"/>
                  <a:gd name="connsiteX124-1449" fmla="*/ 2482 w 6642"/>
                  <a:gd name="connsiteY124-1450" fmla="*/ 5503 h 5728"/>
                  <a:gd name="connsiteX125-1451" fmla="*/ 2377 w 6642"/>
                  <a:gd name="connsiteY125-1452" fmla="*/ 5477 h 5728"/>
                  <a:gd name="connsiteX126-1453" fmla="*/ 2377 w 6642"/>
                  <a:gd name="connsiteY126-1454" fmla="*/ 5379 h 5728"/>
                  <a:gd name="connsiteX127-1455" fmla="*/ 2481 w 6642"/>
                  <a:gd name="connsiteY127-1456" fmla="*/ 5149 h 5728"/>
                  <a:gd name="connsiteX128-1457" fmla="*/ 2341 w 6642"/>
                  <a:gd name="connsiteY128-1458" fmla="*/ 5070 h 5728"/>
                  <a:gd name="connsiteX129-1459" fmla="*/ 2299 w 6642"/>
                  <a:gd name="connsiteY129-1460" fmla="*/ 5095 h 5728"/>
                  <a:gd name="connsiteX130-1461" fmla="*/ 2209 w 6642"/>
                  <a:gd name="connsiteY130-1462" fmla="*/ 5214 h 5728"/>
                  <a:gd name="connsiteX131-1463" fmla="*/ 2177 w 6642"/>
                  <a:gd name="connsiteY131-1464" fmla="*/ 5276 h 5728"/>
                  <a:gd name="connsiteX132-1465" fmla="*/ 2115 w 6642"/>
                  <a:gd name="connsiteY132-1466" fmla="*/ 5386 h 5728"/>
                  <a:gd name="connsiteX133-1467" fmla="*/ 2121 w 6642"/>
                  <a:gd name="connsiteY133-1468" fmla="*/ 5510 h 5728"/>
                  <a:gd name="connsiteX134-1469" fmla="*/ 2082 w 6642"/>
                  <a:gd name="connsiteY134-1470" fmla="*/ 5558 h 5728"/>
                  <a:gd name="connsiteX135-1471" fmla="*/ 1951 w 6642"/>
                  <a:gd name="connsiteY135-1472" fmla="*/ 5617 h 5728"/>
                  <a:gd name="connsiteX136-1473" fmla="*/ 1785 w 6642"/>
                  <a:gd name="connsiteY136-1474" fmla="*/ 5649 h 5728"/>
                  <a:gd name="connsiteX137-1475" fmla="*/ 1682 w 6642"/>
                  <a:gd name="connsiteY137-1476" fmla="*/ 5728 h 5728"/>
                  <a:gd name="connsiteX138-1477" fmla="*/ 1568 w 6642"/>
                  <a:gd name="connsiteY138-1478" fmla="*/ 5611 h 5728"/>
                  <a:gd name="connsiteX139-1479" fmla="*/ 1508 w 6642"/>
                  <a:gd name="connsiteY139-1480" fmla="*/ 5485 h 5728"/>
                  <a:gd name="connsiteX140-1481" fmla="*/ 1630 w 6642"/>
                  <a:gd name="connsiteY140-1482" fmla="*/ 5242 h 5728"/>
                  <a:gd name="connsiteX141-1483" fmla="*/ 1685 w 6642"/>
                  <a:gd name="connsiteY141-1484" fmla="*/ 5195 h 5728"/>
                  <a:gd name="connsiteX142-1485" fmla="*/ 1730 w 6642"/>
                  <a:gd name="connsiteY142-1486" fmla="*/ 5120 h 5728"/>
                  <a:gd name="connsiteX143-1487" fmla="*/ 1727 w 6642"/>
                  <a:gd name="connsiteY143-1488" fmla="*/ 5071 h 5728"/>
                  <a:gd name="connsiteX144-1489" fmla="*/ 1530 w 6642"/>
                  <a:gd name="connsiteY144-1490" fmla="*/ 5007 h 5728"/>
                  <a:gd name="connsiteX145-1491" fmla="*/ 1459 w 6642"/>
                  <a:gd name="connsiteY145-1492" fmla="*/ 5064 h 5728"/>
                  <a:gd name="connsiteX146-1493" fmla="*/ 1353 w 6642"/>
                  <a:gd name="connsiteY146-1494" fmla="*/ 5111 h 5728"/>
                  <a:gd name="connsiteX147-1495" fmla="*/ 1290 w 6642"/>
                  <a:gd name="connsiteY147-1496" fmla="*/ 5063 h 5728"/>
                  <a:gd name="connsiteX148-1497" fmla="*/ 1052 w 6642"/>
                  <a:gd name="connsiteY148-1498" fmla="*/ 5254 h 5728"/>
                  <a:gd name="connsiteX149-1499" fmla="*/ 924 w 6642"/>
                  <a:gd name="connsiteY149-1500" fmla="*/ 5231 h 5728"/>
                  <a:gd name="connsiteX150-1501" fmla="*/ 813 w 6642"/>
                  <a:gd name="connsiteY150-1502" fmla="*/ 5097 h 5728"/>
                  <a:gd name="connsiteX151-1503" fmla="*/ 683 w 6642"/>
                  <a:gd name="connsiteY151-1504" fmla="*/ 4930 h 5728"/>
                  <a:gd name="connsiteX152-1505" fmla="*/ 572 w 6642"/>
                  <a:gd name="connsiteY152-1506" fmla="*/ 4806 h 5728"/>
                  <a:gd name="connsiteX153-1507" fmla="*/ 505 w 6642"/>
                  <a:gd name="connsiteY153-1508" fmla="*/ 4788 h 5728"/>
                  <a:gd name="connsiteX154-1509" fmla="*/ 640 w 6642"/>
                  <a:gd name="connsiteY154-1510" fmla="*/ 4631 h 5728"/>
                  <a:gd name="connsiteX155-1511" fmla="*/ 683 w 6642"/>
                  <a:gd name="connsiteY155-1512" fmla="*/ 4541 h 5728"/>
                  <a:gd name="connsiteX156-1513" fmla="*/ 651 w 6642"/>
                  <a:gd name="connsiteY156-1514" fmla="*/ 4438 h 5728"/>
                  <a:gd name="connsiteX157-1515" fmla="*/ 277 w 6642"/>
                  <a:gd name="connsiteY157-1516" fmla="*/ 4491 h 5728"/>
                  <a:gd name="connsiteX158-1517" fmla="*/ 187 w 6642"/>
                  <a:gd name="connsiteY158-1518" fmla="*/ 4518 h 5728"/>
                  <a:gd name="connsiteX159-1519" fmla="*/ 195 w 6642"/>
                  <a:gd name="connsiteY159-1520" fmla="*/ 4384 h 5728"/>
                  <a:gd name="connsiteX160-1521" fmla="*/ 147 w 6642"/>
                  <a:gd name="connsiteY160-1522" fmla="*/ 4318 h 5728"/>
                  <a:gd name="connsiteX161-1523" fmla="*/ 39 w 6642"/>
                  <a:gd name="connsiteY161-1524" fmla="*/ 4220 h 5728"/>
                  <a:gd name="connsiteX162-1525" fmla="*/ 75 w 6642"/>
                  <a:gd name="connsiteY162-1526" fmla="*/ 4093 h 5728"/>
                  <a:gd name="connsiteX163-1527" fmla="*/ 63 w 6642"/>
                  <a:gd name="connsiteY163-1528" fmla="*/ 3929 h 5728"/>
                  <a:gd name="connsiteX164-1529" fmla="*/ 0 w 6642"/>
                  <a:gd name="connsiteY164-1530" fmla="*/ 3842 h 5728"/>
                  <a:gd name="connsiteX165-1531" fmla="*/ 0 w 6642"/>
                  <a:gd name="connsiteY165-1532" fmla="*/ 3737 h 5728"/>
                  <a:gd name="connsiteX166-1533" fmla="*/ 303 w 6642"/>
                  <a:gd name="connsiteY166-1534" fmla="*/ 3824 h 5728"/>
                  <a:gd name="connsiteX167-1535" fmla="*/ 830 w 6642"/>
                  <a:gd name="connsiteY167-1536" fmla="*/ 3840 h 5728"/>
                  <a:gd name="connsiteX168-1537" fmla="*/ 1044 w 6642"/>
                  <a:gd name="connsiteY168-1538" fmla="*/ 3908 h 5728"/>
                  <a:gd name="connsiteX169-1539" fmla="*/ 1213 w 6642"/>
                  <a:gd name="connsiteY169-1540" fmla="*/ 4053 h 5728"/>
                  <a:gd name="connsiteX170-1541" fmla="*/ 1257 w 6642"/>
                  <a:gd name="connsiteY170-1542" fmla="*/ 4077 h 5728"/>
                  <a:gd name="connsiteX171-1543" fmla="*/ 1417 w 6642"/>
                  <a:gd name="connsiteY171-1544" fmla="*/ 4107 h 5728"/>
                  <a:gd name="connsiteX172-1545" fmla="*/ 1487 w 6642"/>
                  <a:gd name="connsiteY172-1546" fmla="*/ 4158 h 5728"/>
                  <a:gd name="connsiteX173-1547" fmla="*/ 1688 w 6642"/>
                  <a:gd name="connsiteY173-1548" fmla="*/ 4229 h 5728"/>
                  <a:gd name="connsiteX174-1549" fmla="*/ 1904 w 6642"/>
                  <a:gd name="connsiteY174-1550" fmla="*/ 4309 h 5728"/>
                  <a:gd name="connsiteX175-1551" fmla="*/ 2068 w 6642"/>
                  <a:gd name="connsiteY175-1552" fmla="*/ 4212 h 5728"/>
                  <a:gd name="connsiteX176-1553" fmla="*/ 2267 w 6642"/>
                  <a:gd name="connsiteY176-1554" fmla="*/ 4125 h 5728"/>
                  <a:gd name="connsiteX177-1555" fmla="*/ 2363 w 6642"/>
                  <a:gd name="connsiteY177-1556" fmla="*/ 4075 h 5728"/>
                  <a:gd name="connsiteX178-1557" fmla="*/ 2539 w 6642"/>
                  <a:gd name="connsiteY178-1558" fmla="*/ 3995 h 5728"/>
                  <a:gd name="connsiteX179-1559" fmla="*/ 2721 w 6642"/>
                  <a:gd name="connsiteY179-1560" fmla="*/ 3970 h 5728"/>
                  <a:gd name="connsiteX180-1561" fmla="*/ 3073 w 6642"/>
                  <a:gd name="connsiteY180-1562" fmla="*/ 3979 h 5728"/>
                  <a:gd name="connsiteX181-1563" fmla="*/ 3416 w 6642"/>
                  <a:gd name="connsiteY181-1564" fmla="*/ 3722 h 5728"/>
                  <a:gd name="connsiteX182-1565" fmla="*/ 3519 w 6642"/>
                  <a:gd name="connsiteY182-1566" fmla="*/ 3636 h 5728"/>
                  <a:gd name="connsiteX183-1567" fmla="*/ 3609 w 6642"/>
                  <a:gd name="connsiteY183-1568" fmla="*/ 3563 h 5728"/>
                  <a:gd name="connsiteX184-1569" fmla="*/ 3705 w 6642"/>
                  <a:gd name="connsiteY184-1570" fmla="*/ 3503 h 5728"/>
                  <a:gd name="connsiteX185-1571" fmla="*/ 3702 w 6642"/>
                  <a:gd name="connsiteY185-1572" fmla="*/ 3422 h 5728"/>
                  <a:gd name="connsiteX186-1573" fmla="*/ 3597 w 6642"/>
                  <a:gd name="connsiteY186-1574" fmla="*/ 3317 h 5728"/>
                  <a:gd name="connsiteX187-1575" fmla="*/ 3582 w 6642"/>
                  <a:gd name="connsiteY187-1576" fmla="*/ 3252 h 5728"/>
                  <a:gd name="connsiteX188-1577" fmla="*/ 3692 w 6642"/>
                  <a:gd name="connsiteY188-1578" fmla="*/ 3012 h 5728"/>
                  <a:gd name="connsiteX189-1579" fmla="*/ 3835 w 6642"/>
                  <a:gd name="connsiteY189-1580" fmla="*/ 3094 h 5728"/>
                  <a:gd name="connsiteX190-1581" fmla="*/ 3915 w 6642"/>
                  <a:gd name="connsiteY190-1582" fmla="*/ 3122 h 5728"/>
                  <a:gd name="connsiteX191-1583" fmla="*/ 3998 w 6642"/>
                  <a:gd name="connsiteY191-1584" fmla="*/ 3124 h 5728"/>
                  <a:gd name="connsiteX192-1585" fmla="*/ 4258 w 6642"/>
                  <a:gd name="connsiteY192-1586" fmla="*/ 2876 h 5728"/>
                  <a:gd name="connsiteX193-1587" fmla="*/ 4431 w 6642"/>
                  <a:gd name="connsiteY193-1588" fmla="*/ 2857 h 5728"/>
                  <a:gd name="connsiteX194-1589" fmla="*/ 4543 w 6642"/>
                  <a:gd name="connsiteY194-1590" fmla="*/ 2801 h 5728"/>
                  <a:gd name="connsiteX195-1591" fmla="*/ 4626 w 6642"/>
                  <a:gd name="connsiteY195-1592" fmla="*/ 2724 h 5728"/>
                  <a:gd name="connsiteX196-1593" fmla="*/ 4672 w 6642"/>
                  <a:gd name="connsiteY196-1594" fmla="*/ 2621 h 5728"/>
                  <a:gd name="connsiteX197-1595" fmla="*/ 4903 w 6642"/>
                  <a:gd name="connsiteY197-1596" fmla="*/ 2469 h 5728"/>
                  <a:gd name="connsiteX0-1597" fmla="*/ 5456 w 6642"/>
                  <a:gd name="connsiteY0-1598" fmla="*/ 2333 h 5728"/>
                  <a:gd name="connsiteX1-1599" fmla="*/ 5454 w 6642"/>
                  <a:gd name="connsiteY1-1600" fmla="*/ 2117 h 5728"/>
                  <a:gd name="connsiteX2-1601" fmla="*/ 5378 w 6642"/>
                  <a:gd name="connsiteY2-1602" fmla="*/ 2039 h 5728"/>
                  <a:gd name="connsiteX3-1603" fmla="*/ 5235 w 6642"/>
                  <a:gd name="connsiteY3-1604" fmla="*/ 1951 h 5728"/>
                  <a:gd name="connsiteX4-1605" fmla="*/ 5143 w 6642"/>
                  <a:gd name="connsiteY4-1606" fmla="*/ 1827 h 5728"/>
                  <a:gd name="connsiteX5-1607" fmla="*/ 5047 w 6642"/>
                  <a:gd name="connsiteY5-1608" fmla="*/ 1828 h 5728"/>
                  <a:gd name="connsiteX6-1609" fmla="*/ 5002 w 6642"/>
                  <a:gd name="connsiteY6-1610" fmla="*/ 1883 h 5728"/>
                  <a:gd name="connsiteX7-1611" fmla="*/ 4909 w 6642"/>
                  <a:gd name="connsiteY7-1612" fmla="*/ 1877 h 5728"/>
                  <a:gd name="connsiteX8-1613" fmla="*/ 4889 w 6642"/>
                  <a:gd name="connsiteY8-1614" fmla="*/ 1994 h 5728"/>
                  <a:gd name="connsiteX9-1615" fmla="*/ 4708 w 6642"/>
                  <a:gd name="connsiteY9-1616" fmla="*/ 1941 h 5728"/>
                  <a:gd name="connsiteX10-1617" fmla="*/ 4625 w 6642"/>
                  <a:gd name="connsiteY10-1618" fmla="*/ 1939 h 5728"/>
                  <a:gd name="connsiteX11-1619" fmla="*/ 4500 w 6642"/>
                  <a:gd name="connsiteY11-1620" fmla="*/ 2014 h 5728"/>
                  <a:gd name="connsiteX12-1621" fmla="*/ 4388 w 6642"/>
                  <a:gd name="connsiteY12-1622" fmla="*/ 1890 h 5728"/>
                  <a:gd name="connsiteX13-1623" fmla="*/ 4482 w 6642"/>
                  <a:gd name="connsiteY13-1624" fmla="*/ 1804 h 5728"/>
                  <a:gd name="connsiteX14-1625" fmla="*/ 4486 w 6642"/>
                  <a:gd name="connsiteY14-1626" fmla="*/ 1634 h 5728"/>
                  <a:gd name="connsiteX15-1627" fmla="*/ 4541 w 6642"/>
                  <a:gd name="connsiteY15-1628" fmla="*/ 1514 h 5728"/>
                  <a:gd name="connsiteX16-1629" fmla="*/ 4584 w 6642"/>
                  <a:gd name="connsiteY16-1630" fmla="*/ 1306 h 5728"/>
                  <a:gd name="connsiteX17-1631" fmla="*/ 4644 w 6642"/>
                  <a:gd name="connsiteY17-1632" fmla="*/ 1307 h 5728"/>
                  <a:gd name="connsiteX18-1633" fmla="*/ 4967 w 6642"/>
                  <a:gd name="connsiteY18-1634" fmla="*/ 1286 h 5728"/>
                  <a:gd name="connsiteX19-1635" fmla="*/ 5141 w 6642"/>
                  <a:gd name="connsiteY19-1636" fmla="*/ 1117 h 5728"/>
                  <a:gd name="connsiteX20-1637" fmla="*/ 5210 w 6642"/>
                  <a:gd name="connsiteY20-1638" fmla="*/ 748 h 5728"/>
                  <a:gd name="connsiteX21-1639" fmla="*/ 5320 w 6642"/>
                  <a:gd name="connsiteY21-1640" fmla="*/ 486 h 5728"/>
                  <a:gd name="connsiteX22-1641" fmla="*/ 5318 w 6642"/>
                  <a:gd name="connsiteY22-1642" fmla="*/ 358 h 5728"/>
                  <a:gd name="connsiteX23-1643" fmla="*/ 5305 w 6642"/>
                  <a:gd name="connsiteY23-1644" fmla="*/ 328 h 5728"/>
                  <a:gd name="connsiteX24-1645" fmla="*/ 5238 w 6642"/>
                  <a:gd name="connsiteY24-1646" fmla="*/ 251 h 5728"/>
                  <a:gd name="connsiteX25-1647" fmla="*/ 5178 w 6642"/>
                  <a:gd name="connsiteY25-1648" fmla="*/ 217 h 5728"/>
                  <a:gd name="connsiteX26-1649" fmla="*/ 5303 w 6642"/>
                  <a:gd name="connsiteY26-1650" fmla="*/ 56 h 5728"/>
                  <a:gd name="connsiteX27-1651" fmla="*/ 5476 w 6642"/>
                  <a:gd name="connsiteY27-1652" fmla="*/ 2 h 5728"/>
                  <a:gd name="connsiteX28-1653" fmla="*/ 5508 w 6642"/>
                  <a:gd name="connsiteY28-1654" fmla="*/ 49 h 5728"/>
                  <a:gd name="connsiteX29-1655" fmla="*/ 5498 w 6642"/>
                  <a:gd name="connsiteY29-1656" fmla="*/ 133 h 5728"/>
                  <a:gd name="connsiteX30-1657" fmla="*/ 5437 w 6642"/>
                  <a:gd name="connsiteY30-1658" fmla="*/ 243 h 5728"/>
                  <a:gd name="connsiteX31-1659" fmla="*/ 5507 w 6642"/>
                  <a:gd name="connsiteY31-1660" fmla="*/ 301 h 5728"/>
                  <a:gd name="connsiteX32-1661" fmla="*/ 5621 w 6642"/>
                  <a:gd name="connsiteY32-1662" fmla="*/ 366 h 5728"/>
                  <a:gd name="connsiteX33-1663" fmla="*/ 5641 w 6642"/>
                  <a:gd name="connsiteY33-1664" fmla="*/ 255 h 5728"/>
                  <a:gd name="connsiteX34-1665" fmla="*/ 5775 w 6642"/>
                  <a:gd name="connsiteY34-1666" fmla="*/ 291 h 5728"/>
                  <a:gd name="connsiteX35-1667" fmla="*/ 5800 w 6642"/>
                  <a:gd name="connsiteY35-1668" fmla="*/ 331 h 5728"/>
                  <a:gd name="connsiteX36-1669" fmla="*/ 5876 w 6642"/>
                  <a:gd name="connsiteY36-1670" fmla="*/ 562 h 5728"/>
                  <a:gd name="connsiteX37-1671" fmla="*/ 5911 w 6642"/>
                  <a:gd name="connsiteY37-1672" fmla="*/ 586 h 5728"/>
                  <a:gd name="connsiteX38-1673" fmla="*/ 6003 w 6642"/>
                  <a:gd name="connsiteY38-1674" fmla="*/ 578 h 5728"/>
                  <a:gd name="connsiteX39-1675" fmla="*/ 6263 w 6642"/>
                  <a:gd name="connsiteY39-1676" fmla="*/ 490 h 5728"/>
                  <a:gd name="connsiteX40-1677" fmla="*/ 6483 w 6642"/>
                  <a:gd name="connsiteY40-1678" fmla="*/ 479 h 5728"/>
                  <a:gd name="connsiteX41-1679" fmla="*/ 6543 w 6642"/>
                  <a:gd name="connsiteY41-1680" fmla="*/ 648 h 5728"/>
                  <a:gd name="connsiteX42-1681" fmla="*/ 6461 w 6642"/>
                  <a:gd name="connsiteY42-1682" fmla="*/ 944 h 5728"/>
                  <a:gd name="connsiteX43-1683" fmla="*/ 6461 w 6642"/>
                  <a:gd name="connsiteY43-1684" fmla="*/ 1022 h 5728"/>
                  <a:gd name="connsiteX44-1685" fmla="*/ 6530 w 6642"/>
                  <a:gd name="connsiteY44-1686" fmla="*/ 1168 h 5728"/>
                  <a:gd name="connsiteX45-1687" fmla="*/ 6545 w 6642"/>
                  <a:gd name="connsiteY45-1688" fmla="*/ 1427 h 5728"/>
                  <a:gd name="connsiteX46-1689" fmla="*/ 6547 w 6642"/>
                  <a:gd name="connsiteY46-1690" fmla="*/ 1617 h 5728"/>
                  <a:gd name="connsiteX47-1691" fmla="*/ 6480 w 6642"/>
                  <a:gd name="connsiteY47-1692" fmla="*/ 1625 h 5728"/>
                  <a:gd name="connsiteX48-1693" fmla="*/ 6458 w 6642"/>
                  <a:gd name="connsiteY48-1694" fmla="*/ 1507 h 5728"/>
                  <a:gd name="connsiteX49-1695" fmla="*/ 6423 w 6642"/>
                  <a:gd name="connsiteY49-1696" fmla="*/ 1450 h 5728"/>
                  <a:gd name="connsiteX50-1697" fmla="*/ 6333 w 6642"/>
                  <a:gd name="connsiteY50-1698" fmla="*/ 1582 h 5728"/>
                  <a:gd name="connsiteX51-1699" fmla="*/ 6220 w 6642"/>
                  <a:gd name="connsiteY51-1700" fmla="*/ 1776 h 5728"/>
                  <a:gd name="connsiteX52-1701" fmla="*/ 6101 w 6642"/>
                  <a:gd name="connsiteY52-1702" fmla="*/ 1904 h 5728"/>
                  <a:gd name="connsiteX53-1703" fmla="*/ 6094 w 6642"/>
                  <a:gd name="connsiteY53-1704" fmla="*/ 2018 h 5728"/>
                  <a:gd name="connsiteX54-1705" fmla="*/ 6154 w 6642"/>
                  <a:gd name="connsiteY54-1706" fmla="*/ 2115 h 5728"/>
                  <a:gd name="connsiteX55-1707" fmla="*/ 6256 w 6642"/>
                  <a:gd name="connsiteY55-1708" fmla="*/ 2183 h 5728"/>
                  <a:gd name="connsiteX56-1709" fmla="*/ 6333 w 6642"/>
                  <a:gd name="connsiteY56-1710" fmla="*/ 2178 h 5728"/>
                  <a:gd name="connsiteX57-1711" fmla="*/ 6378 w 6642"/>
                  <a:gd name="connsiteY57-1712" fmla="*/ 2104 h 5728"/>
                  <a:gd name="connsiteX58-1713" fmla="*/ 6412 w 6642"/>
                  <a:gd name="connsiteY58-1714" fmla="*/ 2210 h 5728"/>
                  <a:gd name="connsiteX59-1715" fmla="*/ 6300 w 6642"/>
                  <a:gd name="connsiteY59-1716" fmla="*/ 2249 h 5728"/>
                  <a:gd name="connsiteX60-1717" fmla="*/ 6347 w 6642"/>
                  <a:gd name="connsiteY60-1718" fmla="*/ 2362 h 5728"/>
                  <a:gd name="connsiteX61-1719" fmla="*/ 6212 w 6642"/>
                  <a:gd name="connsiteY61-1720" fmla="*/ 2509 h 5728"/>
                  <a:gd name="connsiteX62-1721" fmla="*/ 6171 w 6642"/>
                  <a:gd name="connsiteY62-1722" fmla="*/ 2498 h 5728"/>
                  <a:gd name="connsiteX63-1723" fmla="*/ 6047 w 6642"/>
                  <a:gd name="connsiteY63-1724" fmla="*/ 2413 h 5728"/>
                  <a:gd name="connsiteX64-1725" fmla="*/ 5992 w 6642"/>
                  <a:gd name="connsiteY64-1726" fmla="*/ 2412 h 5728"/>
                  <a:gd name="connsiteX65-1727" fmla="*/ 5957 w 6642"/>
                  <a:gd name="connsiteY65-1728" fmla="*/ 2480 h 5728"/>
                  <a:gd name="connsiteX66-1729" fmla="*/ 5960 w 6642"/>
                  <a:gd name="connsiteY66-1730" fmla="*/ 2562 h 5728"/>
                  <a:gd name="connsiteX67-1731" fmla="*/ 6138 w 6642"/>
                  <a:gd name="connsiteY67-1732" fmla="*/ 2730 h 5728"/>
                  <a:gd name="connsiteX68-1733" fmla="*/ 6137 w 6642"/>
                  <a:gd name="connsiteY68-1734" fmla="*/ 2844 h 5728"/>
                  <a:gd name="connsiteX69-1735" fmla="*/ 6228 w 6642"/>
                  <a:gd name="connsiteY69-1736" fmla="*/ 3060 h 5728"/>
                  <a:gd name="connsiteX70-1737" fmla="*/ 6254 w 6642"/>
                  <a:gd name="connsiteY70-1738" fmla="*/ 3090 h 5728"/>
                  <a:gd name="connsiteX71-1739" fmla="*/ 6298 w 6642"/>
                  <a:gd name="connsiteY71-1740" fmla="*/ 3094 h 5728"/>
                  <a:gd name="connsiteX72-1741" fmla="*/ 6344 w 6642"/>
                  <a:gd name="connsiteY72-1742" fmla="*/ 3010 h 5728"/>
                  <a:gd name="connsiteX73-1743" fmla="*/ 6424 w 6642"/>
                  <a:gd name="connsiteY73-1744" fmla="*/ 2950 h 5728"/>
                  <a:gd name="connsiteX74-1745" fmla="*/ 6519 w 6642"/>
                  <a:gd name="connsiteY74-1746" fmla="*/ 3126 h 5728"/>
                  <a:gd name="connsiteX75-1747" fmla="*/ 6629 w 6642"/>
                  <a:gd name="connsiteY75-1748" fmla="*/ 3312 h 5728"/>
                  <a:gd name="connsiteX76-1749" fmla="*/ 6642 w 6642"/>
                  <a:gd name="connsiteY76-1750" fmla="*/ 3342 h 5728"/>
                  <a:gd name="connsiteX77-1751" fmla="*/ 6631 w 6642"/>
                  <a:gd name="connsiteY77-1752" fmla="*/ 3518 h 5728"/>
                  <a:gd name="connsiteX78-1753" fmla="*/ 6596 w 6642"/>
                  <a:gd name="connsiteY78-1754" fmla="*/ 3554 h 5728"/>
                  <a:gd name="connsiteX79-1755" fmla="*/ 6507 w 6642"/>
                  <a:gd name="connsiteY79-1756" fmla="*/ 3515 h 5728"/>
                  <a:gd name="connsiteX80-1757" fmla="*/ 6273 w 6642"/>
                  <a:gd name="connsiteY80-1758" fmla="*/ 3644 h 5728"/>
                  <a:gd name="connsiteX81-1759" fmla="*/ 6247 w 6642"/>
                  <a:gd name="connsiteY81-1760" fmla="*/ 3666 h 5728"/>
                  <a:gd name="connsiteX82-1761" fmla="*/ 6067 w 6642"/>
                  <a:gd name="connsiteY82-1762" fmla="*/ 3812 h 5728"/>
                  <a:gd name="connsiteX83-1763" fmla="*/ 5926 w 6642"/>
                  <a:gd name="connsiteY83-1764" fmla="*/ 3926 h 5728"/>
                  <a:gd name="connsiteX84-1765" fmla="*/ 5891 w 6642"/>
                  <a:gd name="connsiteY84-1766" fmla="*/ 3965 h 5728"/>
                  <a:gd name="connsiteX85-1767" fmla="*/ 5839 w 6642"/>
                  <a:gd name="connsiteY85-1768" fmla="*/ 3973 h 5728"/>
                  <a:gd name="connsiteX86-1769" fmla="*/ 5782 w 6642"/>
                  <a:gd name="connsiteY86-1770" fmla="*/ 3916 h 5728"/>
                  <a:gd name="connsiteX87-1771" fmla="*/ 5658 w 6642"/>
                  <a:gd name="connsiteY87-1772" fmla="*/ 3808 h 5728"/>
                  <a:gd name="connsiteX88-1773" fmla="*/ 5682 w 6642"/>
                  <a:gd name="connsiteY88-1774" fmla="*/ 4064 h 5728"/>
                  <a:gd name="connsiteX89-1775" fmla="*/ 5691 w 6642"/>
                  <a:gd name="connsiteY89-1776" fmla="*/ 4192 h 5728"/>
                  <a:gd name="connsiteX90-1777" fmla="*/ 5429 w 6642"/>
                  <a:gd name="connsiteY90-1778" fmla="*/ 4166 h 5728"/>
                  <a:gd name="connsiteX91-1779" fmla="*/ 5347 w 6642"/>
                  <a:gd name="connsiteY91-1780" fmla="*/ 3987 h 5728"/>
                  <a:gd name="connsiteX92-1781" fmla="*/ 5265 w 6642"/>
                  <a:gd name="connsiteY92-1782" fmla="*/ 3802 h 5728"/>
                  <a:gd name="connsiteX93-1783" fmla="*/ 5003 w 6642"/>
                  <a:gd name="connsiteY93-1784" fmla="*/ 3867 h 5728"/>
                  <a:gd name="connsiteX94-1785" fmla="*/ 4999 w 6642"/>
                  <a:gd name="connsiteY94-1786" fmla="*/ 4057 h 5728"/>
                  <a:gd name="connsiteX95-1787" fmla="*/ 4807 w 6642"/>
                  <a:gd name="connsiteY95-1788" fmla="*/ 4072 h 5728"/>
                  <a:gd name="connsiteX96-1789" fmla="*/ 4634 w 6642"/>
                  <a:gd name="connsiteY96-1790" fmla="*/ 4175 h 5728"/>
                  <a:gd name="connsiteX97-1791" fmla="*/ 4569 w 6642"/>
                  <a:gd name="connsiteY97-1792" fmla="*/ 4246 h 5728"/>
                  <a:gd name="connsiteX98-1793" fmla="*/ 4506 w 6642"/>
                  <a:gd name="connsiteY98-1794" fmla="*/ 4159 h 5728"/>
                  <a:gd name="connsiteX99-1795" fmla="*/ 4541 w 6642"/>
                  <a:gd name="connsiteY99-1796" fmla="*/ 4134 h 5728"/>
                  <a:gd name="connsiteX100-1797" fmla="*/ 4408 w 6642"/>
                  <a:gd name="connsiteY100-1798" fmla="*/ 3980 h 5728"/>
                  <a:gd name="connsiteX101-1799" fmla="*/ 4340 w 6642"/>
                  <a:gd name="connsiteY101-1800" fmla="*/ 4188 h 5728"/>
                  <a:gd name="connsiteX102-1801" fmla="*/ 4282 w 6642"/>
                  <a:gd name="connsiteY102-1802" fmla="*/ 4193 h 5728"/>
                  <a:gd name="connsiteX103-1803" fmla="*/ 4260 w 6642"/>
                  <a:gd name="connsiteY103-1804" fmla="*/ 4238 h 5728"/>
                  <a:gd name="connsiteX104-1805" fmla="*/ 4231 w 6642"/>
                  <a:gd name="connsiteY104-1806" fmla="*/ 4250 h 5728"/>
                  <a:gd name="connsiteX105-1807" fmla="*/ 4230 w 6642"/>
                  <a:gd name="connsiteY105-1808" fmla="*/ 4427 h 5728"/>
                  <a:gd name="connsiteX106-1809" fmla="*/ 4290 w 6642"/>
                  <a:gd name="connsiteY106-1810" fmla="*/ 4504 h 5728"/>
                  <a:gd name="connsiteX107-1811" fmla="*/ 4293 w 6642"/>
                  <a:gd name="connsiteY107-1812" fmla="*/ 4556 h 5728"/>
                  <a:gd name="connsiteX108-1813" fmla="*/ 4257 w 6642"/>
                  <a:gd name="connsiteY108-1814" fmla="*/ 4614 h 5728"/>
                  <a:gd name="connsiteX109-1815" fmla="*/ 3992 w 6642"/>
                  <a:gd name="connsiteY109-1816" fmla="*/ 4680 h 5728"/>
                  <a:gd name="connsiteX110-1817" fmla="*/ 3857 w 6642"/>
                  <a:gd name="connsiteY110-1818" fmla="*/ 4739 h 5728"/>
                  <a:gd name="connsiteX111-1819" fmla="*/ 3815 w 6642"/>
                  <a:gd name="connsiteY111-1820" fmla="*/ 4777 h 5728"/>
                  <a:gd name="connsiteX112-1821" fmla="*/ 3616 w 6642"/>
                  <a:gd name="connsiteY112-1822" fmla="*/ 5021 h 5728"/>
                  <a:gd name="connsiteX113-1823" fmla="*/ 3543 w 6642"/>
                  <a:gd name="connsiteY113-1824" fmla="*/ 4970 h 5728"/>
                  <a:gd name="connsiteX114-1825" fmla="*/ 3460 w 6642"/>
                  <a:gd name="connsiteY114-1826" fmla="*/ 4971 h 5728"/>
                  <a:gd name="connsiteX115-1827" fmla="*/ 3424 w 6642"/>
                  <a:gd name="connsiteY115-1828" fmla="*/ 5045 h 5728"/>
                  <a:gd name="connsiteX116-1829" fmla="*/ 3313 w 6642"/>
                  <a:gd name="connsiteY116-1830" fmla="*/ 5000 h 5728"/>
                  <a:gd name="connsiteX117-1831" fmla="*/ 3235 w 6642"/>
                  <a:gd name="connsiteY117-1832" fmla="*/ 5109 h 5728"/>
                  <a:gd name="connsiteX118-1833" fmla="*/ 3013 w 6642"/>
                  <a:gd name="connsiteY118-1834" fmla="*/ 5349 h 5728"/>
                  <a:gd name="connsiteX119-1835" fmla="*/ 2993 w 6642"/>
                  <a:gd name="connsiteY119-1836" fmla="*/ 5516 h 5728"/>
                  <a:gd name="connsiteX120-1837" fmla="*/ 2976 w 6642"/>
                  <a:gd name="connsiteY120-1838" fmla="*/ 5659 h 5728"/>
                  <a:gd name="connsiteX121-1839" fmla="*/ 2960 w 6642"/>
                  <a:gd name="connsiteY121-1840" fmla="*/ 5669 h 5728"/>
                  <a:gd name="connsiteX122-1841" fmla="*/ 2638 w 6642"/>
                  <a:gd name="connsiteY122-1842" fmla="*/ 5621 h 5728"/>
                  <a:gd name="connsiteX123-1843" fmla="*/ 2536 w 6642"/>
                  <a:gd name="connsiteY123-1844" fmla="*/ 5566 h 5728"/>
                  <a:gd name="connsiteX124-1845" fmla="*/ 2482 w 6642"/>
                  <a:gd name="connsiteY124-1846" fmla="*/ 5503 h 5728"/>
                  <a:gd name="connsiteX125-1847" fmla="*/ 2377 w 6642"/>
                  <a:gd name="connsiteY125-1848" fmla="*/ 5477 h 5728"/>
                  <a:gd name="connsiteX126-1849" fmla="*/ 2377 w 6642"/>
                  <a:gd name="connsiteY126-1850" fmla="*/ 5379 h 5728"/>
                  <a:gd name="connsiteX127-1851" fmla="*/ 2481 w 6642"/>
                  <a:gd name="connsiteY127-1852" fmla="*/ 5149 h 5728"/>
                  <a:gd name="connsiteX128-1853" fmla="*/ 2341 w 6642"/>
                  <a:gd name="connsiteY128-1854" fmla="*/ 5070 h 5728"/>
                  <a:gd name="connsiteX129-1855" fmla="*/ 2299 w 6642"/>
                  <a:gd name="connsiteY129-1856" fmla="*/ 5095 h 5728"/>
                  <a:gd name="connsiteX130-1857" fmla="*/ 2209 w 6642"/>
                  <a:gd name="connsiteY130-1858" fmla="*/ 5214 h 5728"/>
                  <a:gd name="connsiteX131-1859" fmla="*/ 2177 w 6642"/>
                  <a:gd name="connsiteY131-1860" fmla="*/ 5276 h 5728"/>
                  <a:gd name="connsiteX132-1861" fmla="*/ 2115 w 6642"/>
                  <a:gd name="connsiteY132-1862" fmla="*/ 5386 h 5728"/>
                  <a:gd name="connsiteX133-1863" fmla="*/ 2121 w 6642"/>
                  <a:gd name="connsiteY133-1864" fmla="*/ 5510 h 5728"/>
                  <a:gd name="connsiteX134-1865" fmla="*/ 2082 w 6642"/>
                  <a:gd name="connsiteY134-1866" fmla="*/ 5558 h 5728"/>
                  <a:gd name="connsiteX135-1867" fmla="*/ 1951 w 6642"/>
                  <a:gd name="connsiteY135-1868" fmla="*/ 5617 h 5728"/>
                  <a:gd name="connsiteX136-1869" fmla="*/ 1785 w 6642"/>
                  <a:gd name="connsiteY136-1870" fmla="*/ 5649 h 5728"/>
                  <a:gd name="connsiteX137-1871" fmla="*/ 1682 w 6642"/>
                  <a:gd name="connsiteY137-1872" fmla="*/ 5728 h 5728"/>
                  <a:gd name="connsiteX138-1873" fmla="*/ 1568 w 6642"/>
                  <a:gd name="connsiteY138-1874" fmla="*/ 5611 h 5728"/>
                  <a:gd name="connsiteX139-1875" fmla="*/ 1508 w 6642"/>
                  <a:gd name="connsiteY139-1876" fmla="*/ 5485 h 5728"/>
                  <a:gd name="connsiteX140-1877" fmla="*/ 1630 w 6642"/>
                  <a:gd name="connsiteY140-1878" fmla="*/ 5242 h 5728"/>
                  <a:gd name="connsiteX141-1879" fmla="*/ 1685 w 6642"/>
                  <a:gd name="connsiteY141-1880" fmla="*/ 5195 h 5728"/>
                  <a:gd name="connsiteX142-1881" fmla="*/ 1730 w 6642"/>
                  <a:gd name="connsiteY142-1882" fmla="*/ 5120 h 5728"/>
                  <a:gd name="connsiteX143-1883" fmla="*/ 1727 w 6642"/>
                  <a:gd name="connsiteY143-1884" fmla="*/ 5071 h 5728"/>
                  <a:gd name="connsiteX144-1885" fmla="*/ 1530 w 6642"/>
                  <a:gd name="connsiteY144-1886" fmla="*/ 5007 h 5728"/>
                  <a:gd name="connsiteX145-1887" fmla="*/ 1459 w 6642"/>
                  <a:gd name="connsiteY145-1888" fmla="*/ 5064 h 5728"/>
                  <a:gd name="connsiteX146-1889" fmla="*/ 1353 w 6642"/>
                  <a:gd name="connsiteY146-1890" fmla="*/ 5111 h 5728"/>
                  <a:gd name="connsiteX147-1891" fmla="*/ 1290 w 6642"/>
                  <a:gd name="connsiteY147-1892" fmla="*/ 5063 h 5728"/>
                  <a:gd name="connsiteX148-1893" fmla="*/ 1052 w 6642"/>
                  <a:gd name="connsiteY148-1894" fmla="*/ 5254 h 5728"/>
                  <a:gd name="connsiteX149-1895" fmla="*/ 924 w 6642"/>
                  <a:gd name="connsiteY149-1896" fmla="*/ 5231 h 5728"/>
                  <a:gd name="connsiteX150-1897" fmla="*/ 813 w 6642"/>
                  <a:gd name="connsiteY150-1898" fmla="*/ 5097 h 5728"/>
                  <a:gd name="connsiteX151-1899" fmla="*/ 683 w 6642"/>
                  <a:gd name="connsiteY151-1900" fmla="*/ 4930 h 5728"/>
                  <a:gd name="connsiteX152-1901" fmla="*/ 572 w 6642"/>
                  <a:gd name="connsiteY152-1902" fmla="*/ 4806 h 5728"/>
                  <a:gd name="connsiteX153-1903" fmla="*/ 505 w 6642"/>
                  <a:gd name="connsiteY153-1904" fmla="*/ 4788 h 5728"/>
                  <a:gd name="connsiteX154-1905" fmla="*/ 640 w 6642"/>
                  <a:gd name="connsiteY154-1906" fmla="*/ 4631 h 5728"/>
                  <a:gd name="connsiteX155-1907" fmla="*/ 683 w 6642"/>
                  <a:gd name="connsiteY155-1908" fmla="*/ 4541 h 5728"/>
                  <a:gd name="connsiteX156-1909" fmla="*/ 651 w 6642"/>
                  <a:gd name="connsiteY156-1910" fmla="*/ 4438 h 5728"/>
                  <a:gd name="connsiteX157-1911" fmla="*/ 277 w 6642"/>
                  <a:gd name="connsiteY157-1912" fmla="*/ 4491 h 5728"/>
                  <a:gd name="connsiteX158-1913" fmla="*/ 187 w 6642"/>
                  <a:gd name="connsiteY158-1914" fmla="*/ 4518 h 5728"/>
                  <a:gd name="connsiteX159-1915" fmla="*/ 195 w 6642"/>
                  <a:gd name="connsiteY159-1916" fmla="*/ 4384 h 5728"/>
                  <a:gd name="connsiteX160-1917" fmla="*/ 147 w 6642"/>
                  <a:gd name="connsiteY160-1918" fmla="*/ 4318 h 5728"/>
                  <a:gd name="connsiteX161-1919" fmla="*/ 39 w 6642"/>
                  <a:gd name="connsiteY161-1920" fmla="*/ 4220 h 5728"/>
                  <a:gd name="connsiteX162-1921" fmla="*/ 75 w 6642"/>
                  <a:gd name="connsiteY162-1922" fmla="*/ 4093 h 5728"/>
                  <a:gd name="connsiteX163-1923" fmla="*/ 63 w 6642"/>
                  <a:gd name="connsiteY163-1924" fmla="*/ 3929 h 5728"/>
                  <a:gd name="connsiteX164-1925" fmla="*/ 0 w 6642"/>
                  <a:gd name="connsiteY164-1926" fmla="*/ 3842 h 5728"/>
                  <a:gd name="connsiteX165-1927" fmla="*/ 0 w 6642"/>
                  <a:gd name="connsiteY165-1928" fmla="*/ 3737 h 5728"/>
                  <a:gd name="connsiteX166-1929" fmla="*/ 303 w 6642"/>
                  <a:gd name="connsiteY166-1930" fmla="*/ 3824 h 5728"/>
                  <a:gd name="connsiteX167-1931" fmla="*/ 830 w 6642"/>
                  <a:gd name="connsiteY167-1932" fmla="*/ 3840 h 5728"/>
                  <a:gd name="connsiteX168-1933" fmla="*/ 1044 w 6642"/>
                  <a:gd name="connsiteY168-1934" fmla="*/ 3908 h 5728"/>
                  <a:gd name="connsiteX169-1935" fmla="*/ 1213 w 6642"/>
                  <a:gd name="connsiteY169-1936" fmla="*/ 4053 h 5728"/>
                  <a:gd name="connsiteX170-1937" fmla="*/ 1257 w 6642"/>
                  <a:gd name="connsiteY170-1938" fmla="*/ 4077 h 5728"/>
                  <a:gd name="connsiteX171-1939" fmla="*/ 1417 w 6642"/>
                  <a:gd name="connsiteY171-1940" fmla="*/ 4107 h 5728"/>
                  <a:gd name="connsiteX172-1941" fmla="*/ 1487 w 6642"/>
                  <a:gd name="connsiteY172-1942" fmla="*/ 4158 h 5728"/>
                  <a:gd name="connsiteX173-1943" fmla="*/ 1688 w 6642"/>
                  <a:gd name="connsiteY173-1944" fmla="*/ 4229 h 5728"/>
                  <a:gd name="connsiteX174-1945" fmla="*/ 1904 w 6642"/>
                  <a:gd name="connsiteY174-1946" fmla="*/ 4309 h 5728"/>
                  <a:gd name="connsiteX175-1947" fmla="*/ 2068 w 6642"/>
                  <a:gd name="connsiteY175-1948" fmla="*/ 4212 h 5728"/>
                  <a:gd name="connsiteX176-1949" fmla="*/ 2267 w 6642"/>
                  <a:gd name="connsiteY176-1950" fmla="*/ 4125 h 5728"/>
                  <a:gd name="connsiteX177-1951" fmla="*/ 2363 w 6642"/>
                  <a:gd name="connsiteY177-1952" fmla="*/ 4075 h 5728"/>
                  <a:gd name="connsiteX178-1953" fmla="*/ 2539 w 6642"/>
                  <a:gd name="connsiteY178-1954" fmla="*/ 3995 h 5728"/>
                  <a:gd name="connsiteX179-1955" fmla="*/ 2721 w 6642"/>
                  <a:gd name="connsiteY179-1956" fmla="*/ 3970 h 5728"/>
                  <a:gd name="connsiteX180-1957" fmla="*/ 3073 w 6642"/>
                  <a:gd name="connsiteY180-1958" fmla="*/ 3979 h 5728"/>
                  <a:gd name="connsiteX181-1959" fmla="*/ 3416 w 6642"/>
                  <a:gd name="connsiteY181-1960" fmla="*/ 3722 h 5728"/>
                  <a:gd name="connsiteX182-1961" fmla="*/ 3519 w 6642"/>
                  <a:gd name="connsiteY182-1962" fmla="*/ 3636 h 5728"/>
                  <a:gd name="connsiteX183-1963" fmla="*/ 3609 w 6642"/>
                  <a:gd name="connsiteY183-1964" fmla="*/ 3563 h 5728"/>
                  <a:gd name="connsiteX184-1965" fmla="*/ 3705 w 6642"/>
                  <a:gd name="connsiteY184-1966" fmla="*/ 3503 h 5728"/>
                  <a:gd name="connsiteX185-1967" fmla="*/ 3702 w 6642"/>
                  <a:gd name="connsiteY185-1968" fmla="*/ 3422 h 5728"/>
                  <a:gd name="connsiteX186-1969" fmla="*/ 3597 w 6642"/>
                  <a:gd name="connsiteY186-1970" fmla="*/ 3317 h 5728"/>
                  <a:gd name="connsiteX187-1971" fmla="*/ 3582 w 6642"/>
                  <a:gd name="connsiteY187-1972" fmla="*/ 3252 h 5728"/>
                  <a:gd name="connsiteX188-1973" fmla="*/ 3692 w 6642"/>
                  <a:gd name="connsiteY188-1974" fmla="*/ 3012 h 5728"/>
                  <a:gd name="connsiteX189-1975" fmla="*/ 3835 w 6642"/>
                  <a:gd name="connsiteY189-1976" fmla="*/ 3094 h 5728"/>
                  <a:gd name="connsiteX190-1977" fmla="*/ 3915 w 6642"/>
                  <a:gd name="connsiteY190-1978" fmla="*/ 3122 h 5728"/>
                  <a:gd name="connsiteX191-1979" fmla="*/ 3998 w 6642"/>
                  <a:gd name="connsiteY191-1980" fmla="*/ 3124 h 5728"/>
                  <a:gd name="connsiteX192-1981" fmla="*/ 4258 w 6642"/>
                  <a:gd name="connsiteY192-1982" fmla="*/ 2876 h 5728"/>
                  <a:gd name="connsiteX193-1983" fmla="*/ 4431 w 6642"/>
                  <a:gd name="connsiteY193-1984" fmla="*/ 2857 h 5728"/>
                  <a:gd name="connsiteX194-1985" fmla="*/ 4543 w 6642"/>
                  <a:gd name="connsiteY194-1986" fmla="*/ 2801 h 5728"/>
                  <a:gd name="connsiteX195-1987" fmla="*/ 4626 w 6642"/>
                  <a:gd name="connsiteY195-1988" fmla="*/ 2724 h 5728"/>
                  <a:gd name="connsiteX196-1989" fmla="*/ 4672 w 6642"/>
                  <a:gd name="connsiteY196-1990" fmla="*/ 2621 h 5728"/>
                  <a:gd name="connsiteX0-1991" fmla="*/ 5456 w 6642"/>
                  <a:gd name="connsiteY0-1992" fmla="*/ 2333 h 5728"/>
                  <a:gd name="connsiteX1-1993" fmla="*/ 5454 w 6642"/>
                  <a:gd name="connsiteY1-1994" fmla="*/ 2117 h 5728"/>
                  <a:gd name="connsiteX2-1995" fmla="*/ 5378 w 6642"/>
                  <a:gd name="connsiteY2-1996" fmla="*/ 2039 h 5728"/>
                  <a:gd name="connsiteX3-1997" fmla="*/ 5235 w 6642"/>
                  <a:gd name="connsiteY3-1998" fmla="*/ 1951 h 5728"/>
                  <a:gd name="connsiteX4-1999" fmla="*/ 5143 w 6642"/>
                  <a:gd name="connsiteY4-2000" fmla="*/ 1827 h 5728"/>
                  <a:gd name="connsiteX5-2001" fmla="*/ 5047 w 6642"/>
                  <a:gd name="connsiteY5-2002" fmla="*/ 1828 h 5728"/>
                  <a:gd name="connsiteX6-2003" fmla="*/ 5002 w 6642"/>
                  <a:gd name="connsiteY6-2004" fmla="*/ 1883 h 5728"/>
                  <a:gd name="connsiteX7-2005" fmla="*/ 4909 w 6642"/>
                  <a:gd name="connsiteY7-2006" fmla="*/ 1877 h 5728"/>
                  <a:gd name="connsiteX8-2007" fmla="*/ 4889 w 6642"/>
                  <a:gd name="connsiteY8-2008" fmla="*/ 1994 h 5728"/>
                  <a:gd name="connsiteX9-2009" fmla="*/ 4708 w 6642"/>
                  <a:gd name="connsiteY9-2010" fmla="*/ 1941 h 5728"/>
                  <a:gd name="connsiteX10-2011" fmla="*/ 4625 w 6642"/>
                  <a:gd name="connsiteY10-2012" fmla="*/ 1939 h 5728"/>
                  <a:gd name="connsiteX11-2013" fmla="*/ 4500 w 6642"/>
                  <a:gd name="connsiteY11-2014" fmla="*/ 2014 h 5728"/>
                  <a:gd name="connsiteX12-2015" fmla="*/ 4388 w 6642"/>
                  <a:gd name="connsiteY12-2016" fmla="*/ 1890 h 5728"/>
                  <a:gd name="connsiteX13-2017" fmla="*/ 4482 w 6642"/>
                  <a:gd name="connsiteY13-2018" fmla="*/ 1804 h 5728"/>
                  <a:gd name="connsiteX14-2019" fmla="*/ 4486 w 6642"/>
                  <a:gd name="connsiteY14-2020" fmla="*/ 1634 h 5728"/>
                  <a:gd name="connsiteX15-2021" fmla="*/ 4541 w 6642"/>
                  <a:gd name="connsiteY15-2022" fmla="*/ 1514 h 5728"/>
                  <a:gd name="connsiteX16-2023" fmla="*/ 4584 w 6642"/>
                  <a:gd name="connsiteY16-2024" fmla="*/ 1306 h 5728"/>
                  <a:gd name="connsiteX17-2025" fmla="*/ 4644 w 6642"/>
                  <a:gd name="connsiteY17-2026" fmla="*/ 1307 h 5728"/>
                  <a:gd name="connsiteX18-2027" fmla="*/ 4967 w 6642"/>
                  <a:gd name="connsiteY18-2028" fmla="*/ 1286 h 5728"/>
                  <a:gd name="connsiteX19-2029" fmla="*/ 5141 w 6642"/>
                  <a:gd name="connsiteY19-2030" fmla="*/ 1117 h 5728"/>
                  <a:gd name="connsiteX20-2031" fmla="*/ 5210 w 6642"/>
                  <a:gd name="connsiteY20-2032" fmla="*/ 748 h 5728"/>
                  <a:gd name="connsiteX21-2033" fmla="*/ 5320 w 6642"/>
                  <a:gd name="connsiteY21-2034" fmla="*/ 486 h 5728"/>
                  <a:gd name="connsiteX22-2035" fmla="*/ 5318 w 6642"/>
                  <a:gd name="connsiteY22-2036" fmla="*/ 358 h 5728"/>
                  <a:gd name="connsiteX23-2037" fmla="*/ 5305 w 6642"/>
                  <a:gd name="connsiteY23-2038" fmla="*/ 328 h 5728"/>
                  <a:gd name="connsiteX24-2039" fmla="*/ 5238 w 6642"/>
                  <a:gd name="connsiteY24-2040" fmla="*/ 251 h 5728"/>
                  <a:gd name="connsiteX25-2041" fmla="*/ 5178 w 6642"/>
                  <a:gd name="connsiteY25-2042" fmla="*/ 217 h 5728"/>
                  <a:gd name="connsiteX26-2043" fmla="*/ 5303 w 6642"/>
                  <a:gd name="connsiteY26-2044" fmla="*/ 56 h 5728"/>
                  <a:gd name="connsiteX27-2045" fmla="*/ 5476 w 6642"/>
                  <a:gd name="connsiteY27-2046" fmla="*/ 2 h 5728"/>
                  <a:gd name="connsiteX28-2047" fmla="*/ 5508 w 6642"/>
                  <a:gd name="connsiteY28-2048" fmla="*/ 49 h 5728"/>
                  <a:gd name="connsiteX29-2049" fmla="*/ 5498 w 6642"/>
                  <a:gd name="connsiteY29-2050" fmla="*/ 133 h 5728"/>
                  <a:gd name="connsiteX30-2051" fmla="*/ 5437 w 6642"/>
                  <a:gd name="connsiteY30-2052" fmla="*/ 243 h 5728"/>
                  <a:gd name="connsiteX31-2053" fmla="*/ 5507 w 6642"/>
                  <a:gd name="connsiteY31-2054" fmla="*/ 301 h 5728"/>
                  <a:gd name="connsiteX32-2055" fmla="*/ 5621 w 6642"/>
                  <a:gd name="connsiteY32-2056" fmla="*/ 366 h 5728"/>
                  <a:gd name="connsiteX33-2057" fmla="*/ 5641 w 6642"/>
                  <a:gd name="connsiteY33-2058" fmla="*/ 255 h 5728"/>
                  <a:gd name="connsiteX34-2059" fmla="*/ 5775 w 6642"/>
                  <a:gd name="connsiteY34-2060" fmla="*/ 291 h 5728"/>
                  <a:gd name="connsiteX35-2061" fmla="*/ 5800 w 6642"/>
                  <a:gd name="connsiteY35-2062" fmla="*/ 331 h 5728"/>
                  <a:gd name="connsiteX36-2063" fmla="*/ 5876 w 6642"/>
                  <a:gd name="connsiteY36-2064" fmla="*/ 562 h 5728"/>
                  <a:gd name="connsiteX37-2065" fmla="*/ 5911 w 6642"/>
                  <a:gd name="connsiteY37-2066" fmla="*/ 586 h 5728"/>
                  <a:gd name="connsiteX38-2067" fmla="*/ 6003 w 6642"/>
                  <a:gd name="connsiteY38-2068" fmla="*/ 578 h 5728"/>
                  <a:gd name="connsiteX39-2069" fmla="*/ 6263 w 6642"/>
                  <a:gd name="connsiteY39-2070" fmla="*/ 490 h 5728"/>
                  <a:gd name="connsiteX40-2071" fmla="*/ 6483 w 6642"/>
                  <a:gd name="connsiteY40-2072" fmla="*/ 479 h 5728"/>
                  <a:gd name="connsiteX41-2073" fmla="*/ 6543 w 6642"/>
                  <a:gd name="connsiteY41-2074" fmla="*/ 648 h 5728"/>
                  <a:gd name="connsiteX42-2075" fmla="*/ 6461 w 6642"/>
                  <a:gd name="connsiteY42-2076" fmla="*/ 944 h 5728"/>
                  <a:gd name="connsiteX43-2077" fmla="*/ 6461 w 6642"/>
                  <a:gd name="connsiteY43-2078" fmla="*/ 1022 h 5728"/>
                  <a:gd name="connsiteX44-2079" fmla="*/ 6530 w 6642"/>
                  <a:gd name="connsiteY44-2080" fmla="*/ 1168 h 5728"/>
                  <a:gd name="connsiteX45-2081" fmla="*/ 6545 w 6642"/>
                  <a:gd name="connsiteY45-2082" fmla="*/ 1427 h 5728"/>
                  <a:gd name="connsiteX46-2083" fmla="*/ 6547 w 6642"/>
                  <a:gd name="connsiteY46-2084" fmla="*/ 1617 h 5728"/>
                  <a:gd name="connsiteX47-2085" fmla="*/ 6480 w 6642"/>
                  <a:gd name="connsiteY47-2086" fmla="*/ 1625 h 5728"/>
                  <a:gd name="connsiteX48-2087" fmla="*/ 6458 w 6642"/>
                  <a:gd name="connsiteY48-2088" fmla="*/ 1507 h 5728"/>
                  <a:gd name="connsiteX49-2089" fmla="*/ 6423 w 6642"/>
                  <a:gd name="connsiteY49-2090" fmla="*/ 1450 h 5728"/>
                  <a:gd name="connsiteX50-2091" fmla="*/ 6333 w 6642"/>
                  <a:gd name="connsiteY50-2092" fmla="*/ 1582 h 5728"/>
                  <a:gd name="connsiteX51-2093" fmla="*/ 6220 w 6642"/>
                  <a:gd name="connsiteY51-2094" fmla="*/ 1776 h 5728"/>
                  <a:gd name="connsiteX52-2095" fmla="*/ 6101 w 6642"/>
                  <a:gd name="connsiteY52-2096" fmla="*/ 1904 h 5728"/>
                  <a:gd name="connsiteX53-2097" fmla="*/ 6094 w 6642"/>
                  <a:gd name="connsiteY53-2098" fmla="*/ 2018 h 5728"/>
                  <a:gd name="connsiteX54-2099" fmla="*/ 6154 w 6642"/>
                  <a:gd name="connsiteY54-2100" fmla="*/ 2115 h 5728"/>
                  <a:gd name="connsiteX55-2101" fmla="*/ 6256 w 6642"/>
                  <a:gd name="connsiteY55-2102" fmla="*/ 2183 h 5728"/>
                  <a:gd name="connsiteX56-2103" fmla="*/ 6333 w 6642"/>
                  <a:gd name="connsiteY56-2104" fmla="*/ 2178 h 5728"/>
                  <a:gd name="connsiteX57-2105" fmla="*/ 6378 w 6642"/>
                  <a:gd name="connsiteY57-2106" fmla="*/ 2104 h 5728"/>
                  <a:gd name="connsiteX58-2107" fmla="*/ 6412 w 6642"/>
                  <a:gd name="connsiteY58-2108" fmla="*/ 2210 h 5728"/>
                  <a:gd name="connsiteX59-2109" fmla="*/ 6300 w 6642"/>
                  <a:gd name="connsiteY59-2110" fmla="*/ 2249 h 5728"/>
                  <a:gd name="connsiteX60-2111" fmla="*/ 6347 w 6642"/>
                  <a:gd name="connsiteY60-2112" fmla="*/ 2362 h 5728"/>
                  <a:gd name="connsiteX61-2113" fmla="*/ 6212 w 6642"/>
                  <a:gd name="connsiteY61-2114" fmla="*/ 2509 h 5728"/>
                  <a:gd name="connsiteX62-2115" fmla="*/ 6171 w 6642"/>
                  <a:gd name="connsiteY62-2116" fmla="*/ 2498 h 5728"/>
                  <a:gd name="connsiteX63-2117" fmla="*/ 6047 w 6642"/>
                  <a:gd name="connsiteY63-2118" fmla="*/ 2413 h 5728"/>
                  <a:gd name="connsiteX64-2119" fmla="*/ 5992 w 6642"/>
                  <a:gd name="connsiteY64-2120" fmla="*/ 2412 h 5728"/>
                  <a:gd name="connsiteX65-2121" fmla="*/ 5957 w 6642"/>
                  <a:gd name="connsiteY65-2122" fmla="*/ 2480 h 5728"/>
                  <a:gd name="connsiteX66-2123" fmla="*/ 5960 w 6642"/>
                  <a:gd name="connsiteY66-2124" fmla="*/ 2562 h 5728"/>
                  <a:gd name="connsiteX67-2125" fmla="*/ 6138 w 6642"/>
                  <a:gd name="connsiteY67-2126" fmla="*/ 2730 h 5728"/>
                  <a:gd name="connsiteX68-2127" fmla="*/ 6137 w 6642"/>
                  <a:gd name="connsiteY68-2128" fmla="*/ 2844 h 5728"/>
                  <a:gd name="connsiteX69-2129" fmla="*/ 6228 w 6642"/>
                  <a:gd name="connsiteY69-2130" fmla="*/ 3060 h 5728"/>
                  <a:gd name="connsiteX70-2131" fmla="*/ 6254 w 6642"/>
                  <a:gd name="connsiteY70-2132" fmla="*/ 3090 h 5728"/>
                  <a:gd name="connsiteX71-2133" fmla="*/ 6298 w 6642"/>
                  <a:gd name="connsiteY71-2134" fmla="*/ 3094 h 5728"/>
                  <a:gd name="connsiteX72-2135" fmla="*/ 6344 w 6642"/>
                  <a:gd name="connsiteY72-2136" fmla="*/ 3010 h 5728"/>
                  <a:gd name="connsiteX73-2137" fmla="*/ 6424 w 6642"/>
                  <a:gd name="connsiteY73-2138" fmla="*/ 2950 h 5728"/>
                  <a:gd name="connsiteX74-2139" fmla="*/ 6519 w 6642"/>
                  <a:gd name="connsiteY74-2140" fmla="*/ 3126 h 5728"/>
                  <a:gd name="connsiteX75-2141" fmla="*/ 6629 w 6642"/>
                  <a:gd name="connsiteY75-2142" fmla="*/ 3312 h 5728"/>
                  <a:gd name="connsiteX76-2143" fmla="*/ 6642 w 6642"/>
                  <a:gd name="connsiteY76-2144" fmla="*/ 3342 h 5728"/>
                  <a:gd name="connsiteX77-2145" fmla="*/ 6631 w 6642"/>
                  <a:gd name="connsiteY77-2146" fmla="*/ 3518 h 5728"/>
                  <a:gd name="connsiteX78-2147" fmla="*/ 6596 w 6642"/>
                  <a:gd name="connsiteY78-2148" fmla="*/ 3554 h 5728"/>
                  <a:gd name="connsiteX79-2149" fmla="*/ 6507 w 6642"/>
                  <a:gd name="connsiteY79-2150" fmla="*/ 3515 h 5728"/>
                  <a:gd name="connsiteX80-2151" fmla="*/ 6273 w 6642"/>
                  <a:gd name="connsiteY80-2152" fmla="*/ 3644 h 5728"/>
                  <a:gd name="connsiteX81-2153" fmla="*/ 6247 w 6642"/>
                  <a:gd name="connsiteY81-2154" fmla="*/ 3666 h 5728"/>
                  <a:gd name="connsiteX82-2155" fmla="*/ 6067 w 6642"/>
                  <a:gd name="connsiteY82-2156" fmla="*/ 3812 h 5728"/>
                  <a:gd name="connsiteX83-2157" fmla="*/ 5926 w 6642"/>
                  <a:gd name="connsiteY83-2158" fmla="*/ 3926 h 5728"/>
                  <a:gd name="connsiteX84-2159" fmla="*/ 5891 w 6642"/>
                  <a:gd name="connsiteY84-2160" fmla="*/ 3965 h 5728"/>
                  <a:gd name="connsiteX85-2161" fmla="*/ 5839 w 6642"/>
                  <a:gd name="connsiteY85-2162" fmla="*/ 3973 h 5728"/>
                  <a:gd name="connsiteX86-2163" fmla="*/ 5782 w 6642"/>
                  <a:gd name="connsiteY86-2164" fmla="*/ 3916 h 5728"/>
                  <a:gd name="connsiteX87-2165" fmla="*/ 5658 w 6642"/>
                  <a:gd name="connsiteY87-2166" fmla="*/ 3808 h 5728"/>
                  <a:gd name="connsiteX88-2167" fmla="*/ 5682 w 6642"/>
                  <a:gd name="connsiteY88-2168" fmla="*/ 4064 h 5728"/>
                  <a:gd name="connsiteX89-2169" fmla="*/ 5691 w 6642"/>
                  <a:gd name="connsiteY89-2170" fmla="*/ 4192 h 5728"/>
                  <a:gd name="connsiteX90-2171" fmla="*/ 5429 w 6642"/>
                  <a:gd name="connsiteY90-2172" fmla="*/ 4166 h 5728"/>
                  <a:gd name="connsiteX91-2173" fmla="*/ 5347 w 6642"/>
                  <a:gd name="connsiteY91-2174" fmla="*/ 3987 h 5728"/>
                  <a:gd name="connsiteX92-2175" fmla="*/ 5265 w 6642"/>
                  <a:gd name="connsiteY92-2176" fmla="*/ 3802 h 5728"/>
                  <a:gd name="connsiteX93-2177" fmla="*/ 5003 w 6642"/>
                  <a:gd name="connsiteY93-2178" fmla="*/ 3867 h 5728"/>
                  <a:gd name="connsiteX94-2179" fmla="*/ 4999 w 6642"/>
                  <a:gd name="connsiteY94-2180" fmla="*/ 4057 h 5728"/>
                  <a:gd name="connsiteX95-2181" fmla="*/ 4807 w 6642"/>
                  <a:gd name="connsiteY95-2182" fmla="*/ 4072 h 5728"/>
                  <a:gd name="connsiteX96-2183" fmla="*/ 4634 w 6642"/>
                  <a:gd name="connsiteY96-2184" fmla="*/ 4175 h 5728"/>
                  <a:gd name="connsiteX97-2185" fmla="*/ 4569 w 6642"/>
                  <a:gd name="connsiteY97-2186" fmla="*/ 4246 h 5728"/>
                  <a:gd name="connsiteX98-2187" fmla="*/ 4506 w 6642"/>
                  <a:gd name="connsiteY98-2188" fmla="*/ 4159 h 5728"/>
                  <a:gd name="connsiteX99-2189" fmla="*/ 4541 w 6642"/>
                  <a:gd name="connsiteY99-2190" fmla="*/ 4134 h 5728"/>
                  <a:gd name="connsiteX100-2191" fmla="*/ 4408 w 6642"/>
                  <a:gd name="connsiteY100-2192" fmla="*/ 3980 h 5728"/>
                  <a:gd name="connsiteX101-2193" fmla="*/ 4340 w 6642"/>
                  <a:gd name="connsiteY101-2194" fmla="*/ 4188 h 5728"/>
                  <a:gd name="connsiteX102-2195" fmla="*/ 4282 w 6642"/>
                  <a:gd name="connsiteY102-2196" fmla="*/ 4193 h 5728"/>
                  <a:gd name="connsiteX103-2197" fmla="*/ 4260 w 6642"/>
                  <a:gd name="connsiteY103-2198" fmla="*/ 4238 h 5728"/>
                  <a:gd name="connsiteX104-2199" fmla="*/ 4231 w 6642"/>
                  <a:gd name="connsiteY104-2200" fmla="*/ 4250 h 5728"/>
                  <a:gd name="connsiteX105-2201" fmla="*/ 4230 w 6642"/>
                  <a:gd name="connsiteY105-2202" fmla="*/ 4427 h 5728"/>
                  <a:gd name="connsiteX106-2203" fmla="*/ 4290 w 6642"/>
                  <a:gd name="connsiteY106-2204" fmla="*/ 4504 h 5728"/>
                  <a:gd name="connsiteX107-2205" fmla="*/ 4293 w 6642"/>
                  <a:gd name="connsiteY107-2206" fmla="*/ 4556 h 5728"/>
                  <a:gd name="connsiteX108-2207" fmla="*/ 4257 w 6642"/>
                  <a:gd name="connsiteY108-2208" fmla="*/ 4614 h 5728"/>
                  <a:gd name="connsiteX109-2209" fmla="*/ 3992 w 6642"/>
                  <a:gd name="connsiteY109-2210" fmla="*/ 4680 h 5728"/>
                  <a:gd name="connsiteX110-2211" fmla="*/ 3857 w 6642"/>
                  <a:gd name="connsiteY110-2212" fmla="*/ 4739 h 5728"/>
                  <a:gd name="connsiteX111-2213" fmla="*/ 3815 w 6642"/>
                  <a:gd name="connsiteY111-2214" fmla="*/ 4777 h 5728"/>
                  <a:gd name="connsiteX112-2215" fmla="*/ 3616 w 6642"/>
                  <a:gd name="connsiteY112-2216" fmla="*/ 5021 h 5728"/>
                  <a:gd name="connsiteX113-2217" fmla="*/ 3543 w 6642"/>
                  <a:gd name="connsiteY113-2218" fmla="*/ 4970 h 5728"/>
                  <a:gd name="connsiteX114-2219" fmla="*/ 3460 w 6642"/>
                  <a:gd name="connsiteY114-2220" fmla="*/ 4971 h 5728"/>
                  <a:gd name="connsiteX115-2221" fmla="*/ 3424 w 6642"/>
                  <a:gd name="connsiteY115-2222" fmla="*/ 5045 h 5728"/>
                  <a:gd name="connsiteX116-2223" fmla="*/ 3313 w 6642"/>
                  <a:gd name="connsiteY116-2224" fmla="*/ 5000 h 5728"/>
                  <a:gd name="connsiteX117-2225" fmla="*/ 3235 w 6642"/>
                  <a:gd name="connsiteY117-2226" fmla="*/ 5109 h 5728"/>
                  <a:gd name="connsiteX118-2227" fmla="*/ 3013 w 6642"/>
                  <a:gd name="connsiteY118-2228" fmla="*/ 5349 h 5728"/>
                  <a:gd name="connsiteX119-2229" fmla="*/ 2993 w 6642"/>
                  <a:gd name="connsiteY119-2230" fmla="*/ 5516 h 5728"/>
                  <a:gd name="connsiteX120-2231" fmla="*/ 2976 w 6642"/>
                  <a:gd name="connsiteY120-2232" fmla="*/ 5659 h 5728"/>
                  <a:gd name="connsiteX121-2233" fmla="*/ 2960 w 6642"/>
                  <a:gd name="connsiteY121-2234" fmla="*/ 5669 h 5728"/>
                  <a:gd name="connsiteX122-2235" fmla="*/ 2638 w 6642"/>
                  <a:gd name="connsiteY122-2236" fmla="*/ 5621 h 5728"/>
                  <a:gd name="connsiteX123-2237" fmla="*/ 2536 w 6642"/>
                  <a:gd name="connsiteY123-2238" fmla="*/ 5566 h 5728"/>
                  <a:gd name="connsiteX124-2239" fmla="*/ 2482 w 6642"/>
                  <a:gd name="connsiteY124-2240" fmla="*/ 5503 h 5728"/>
                  <a:gd name="connsiteX125-2241" fmla="*/ 2377 w 6642"/>
                  <a:gd name="connsiteY125-2242" fmla="*/ 5477 h 5728"/>
                  <a:gd name="connsiteX126-2243" fmla="*/ 2377 w 6642"/>
                  <a:gd name="connsiteY126-2244" fmla="*/ 5379 h 5728"/>
                  <a:gd name="connsiteX127-2245" fmla="*/ 2481 w 6642"/>
                  <a:gd name="connsiteY127-2246" fmla="*/ 5149 h 5728"/>
                  <a:gd name="connsiteX128-2247" fmla="*/ 2341 w 6642"/>
                  <a:gd name="connsiteY128-2248" fmla="*/ 5070 h 5728"/>
                  <a:gd name="connsiteX129-2249" fmla="*/ 2299 w 6642"/>
                  <a:gd name="connsiteY129-2250" fmla="*/ 5095 h 5728"/>
                  <a:gd name="connsiteX130-2251" fmla="*/ 2209 w 6642"/>
                  <a:gd name="connsiteY130-2252" fmla="*/ 5214 h 5728"/>
                  <a:gd name="connsiteX131-2253" fmla="*/ 2177 w 6642"/>
                  <a:gd name="connsiteY131-2254" fmla="*/ 5276 h 5728"/>
                  <a:gd name="connsiteX132-2255" fmla="*/ 2115 w 6642"/>
                  <a:gd name="connsiteY132-2256" fmla="*/ 5386 h 5728"/>
                  <a:gd name="connsiteX133-2257" fmla="*/ 2121 w 6642"/>
                  <a:gd name="connsiteY133-2258" fmla="*/ 5510 h 5728"/>
                  <a:gd name="connsiteX134-2259" fmla="*/ 2082 w 6642"/>
                  <a:gd name="connsiteY134-2260" fmla="*/ 5558 h 5728"/>
                  <a:gd name="connsiteX135-2261" fmla="*/ 1951 w 6642"/>
                  <a:gd name="connsiteY135-2262" fmla="*/ 5617 h 5728"/>
                  <a:gd name="connsiteX136-2263" fmla="*/ 1785 w 6642"/>
                  <a:gd name="connsiteY136-2264" fmla="*/ 5649 h 5728"/>
                  <a:gd name="connsiteX137-2265" fmla="*/ 1682 w 6642"/>
                  <a:gd name="connsiteY137-2266" fmla="*/ 5728 h 5728"/>
                  <a:gd name="connsiteX138-2267" fmla="*/ 1568 w 6642"/>
                  <a:gd name="connsiteY138-2268" fmla="*/ 5611 h 5728"/>
                  <a:gd name="connsiteX139-2269" fmla="*/ 1508 w 6642"/>
                  <a:gd name="connsiteY139-2270" fmla="*/ 5485 h 5728"/>
                  <a:gd name="connsiteX140-2271" fmla="*/ 1630 w 6642"/>
                  <a:gd name="connsiteY140-2272" fmla="*/ 5242 h 5728"/>
                  <a:gd name="connsiteX141-2273" fmla="*/ 1685 w 6642"/>
                  <a:gd name="connsiteY141-2274" fmla="*/ 5195 h 5728"/>
                  <a:gd name="connsiteX142-2275" fmla="*/ 1730 w 6642"/>
                  <a:gd name="connsiteY142-2276" fmla="*/ 5120 h 5728"/>
                  <a:gd name="connsiteX143-2277" fmla="*/ 1727 w 6642"/>
                  <a:gd name="connsiteY143-2278" fmla="*/ 5071 h 5728"/>
                  <a:gd name="connsiteX144-2279" fmla="*/ 1530 w 6642"/>
                  <a:gd name="connsiteY144-2280" fmla="*/ 5007 h 5728"/>
                  <a:gd name="connsiteX145-2281" fmla="*/ 1459 w 6642"/>
                  <a:gd name="connsiteY145-2282" fmla="*/ 5064 h 5728"/>
                  <a:gd name="connsiteX146-2283" fmla="*/ 1353 w 6642"/>
                  <a:gd name="connsiteY146-2284" fmla="*/ 5111 h 5728"/>
                  <a:gd name="connsiteX147-2285" fmla="*/ 1290 w 6642"/>
                  <a:gd name="connsiteY147-2286" fmla="*/ 5063 h 5728"/>
                  <a:gd name="connsiteX148-2287" fmla="*/ 1052 w 6642"/>
                  <a:gd name="connsiteY148-2288" fmla="*/ 5254 h 5728"/>
                  <a:gd name="connsiteX149-2289" fmla="*/ 924 w 6642"/>
                  <a:gd name="connsiteY149-2290" fmla="*/ 5231 h 5728"/>
                  <a:gd name="connsiteX150-2291" fmla="*/ 813 w 6642"/>
                  <a:gd name="connsiteY150-2292" fmla="*/ 5097 h 5728"/>
                  <a:gd name="connsiteX151-2293" fmla="*/ 683 w 6642"/>
                  <a:gd name="connsiteY151-2294" fmla="*/ 4930 h 5728"/>
                  <a:gd name="connsiteX152-2295" fmla="*/ 572 w 6642"/>
                  <a:gd name="connsiteY152-2296" fmla="*/ 4806 h 5728"/>
                  <a:gd name="connsiteX153-2297" fmla="*/ 505 w 6642"/>
                  <a:gd name="connsiteY153-2298" fmla="*/ 4788 h 5728"/>
                  <a:gd name="connsiteX154-2299" fmla="*/ 640 w 6642"/>
                  <a:gd name="connsiteY154-2300" fmla="*/ 4631 h 5728"/>
                  <a:gd name="connsiteX155-2301" fmla="*/ 683 w 6642"/>
                  <a:gd name="connsiteY155-2302" fmla="*/ 4541 h 5728"/>
                  <a:gd name="connsiteX156-2303" fmla="*/ 651 w 6642"/>
                  <a:gd name="connsiteY156-2304" fmla="*/ 4438 h 5728"/>
                  <a:gd name="connsiteX157-2305" fmla="*/ 277 w 6642"/>
                  <a:gd name="connsiteY157-2306" fmla="*/ 4491 h 5728"/>
                  <a:gd name="connsiteX158-2307" fmla="*/ 187 w 6642"/>
                  <a:gd name="connsiteY158-2308" fmla="*/ 4518 h 5728"/>
                  <a:gd name="connsiteX159-2309" fmla="*/ 195 w 6642"/>
                  <a:gd name="connsiteY159-2310" fmla="*/ 4384 h 5728"/>
                  <a:gd name="connsiteX160-2311" fmla="*/ 147 w 6642"/>
                  <a:gd name="connsiteY160-2312" fmla="*/ 4318 h 5728"/>
                  <a:gd name="connsiteX161-2313" fmla="*/ 39 w 6642"/>
                  <a:gd name="connsiteY161-2314" fmla="*/ 4220 h 5728"/>
                  <a:gd name="connsiteX162-2315" fmla="*/ 75 w 6642"/>
                  <a:gd name="connsiteY162-2316" fmla="*/ 4093 h 5728"/>
                  <a:gd name="connsiteX163-2317" fmla="*/ 63 w 6642"/>
                  <a:gd name="connsiteY163-2318" fmla="*/ 3929 h 5728"/>
                  <a:gd name="connsiteX164-2319" fmla="*/ 0 w 6642"/>
                  <a:gd name="connsiteY164-2320" fmla="*/ 3842 h 5728"/>
                  <a:gd name="connsiteX165-2321" fmla="*/ 0 w 6642"/>
                  <a:gd name="connsiteY165-2322" fmla="*/ 3737 h 5728"/>
                  <a:gd name="connsiteX166-2323" fmla="*/ 303 w 6642"/>
                  <a:gd name="connsiteY166-2324" fmla="*/ 3824 h 5728"/>
                  <a:gd name="connsiteX167-2325" fmla="*/ 830 w 6642"/>
                  <a:gd name="connsiteY167-2326" fmla="*/ 3840 h 5728"/>
                  <a:gd name="connsiteX168-2327" fmla="*/ 1044 w 6642"/>
                  <a:gd name="connsiteY168-2328" fmla="*/ 3908 h 5728"/>
                  <a:gd name="connsiteX169-2329" fmla="*/ 1213 w 6642"/>
                  <a:gd name="connsiteY169-2330" fmla="*/ 4053 h 5728"/>
                  <a:gd name="connsiteX170-2331" fmla="*/ 1257 w 6642"/>
                  <a:gd name="connsiteY170-2332" fmla="*/ 4077 h 5728"/>
                  <a:gd name="connsiteX171-2333" fmla="*/ 1417 w 6642"/>
                  <a:gd name="connsiteY171-2334" fmla="*/ 4107 h 5728"/>
                  <a:gd name="connsiteX172-2335" fmla="*/ 1487 w 6642"/>
                  <a:gd name="connsiteY172-2336" fmla="*/ 4158 h 5728"/>
                  <a:gd name="connsiteX173-2337" fmla="*/ 1688 w 6642"/>
                  <a:gd name="connsiteY173-2338" fmla="*/ 4229 h 5728"/>
                  <a:gd name="connsiteX174-2339" fmla="*/ 1904 w 6642"/>
                  <a:gd name="connsiteY174-2340" fmla="*/ 4309 h 5728"/>
                  <a:gd name="connsiteX175-2341" fmla="*/ 2068 w 6642"/>
                  <a:gd name="connsiteY175-2342" fmla="*/ 4212 h 5728"/>
                  <a:gd name="connsiteX176-2343" fmla="*/ 2267 w 6642"/>
                  <a:gd name="connsiteY176-2344" fmla="*/ 4125 h 5728"/>
                  <a:gd name="connsiteX177-2345" fmla="*/ 2363 w 6642"/>
                  <a:gd name="connsiteY177-2346" fmla="*/ 4075 h 5728"/>
                  <a:gd name="connsiteX178-2347" fmla="*/ 2539 w 6642"/>
                  <a:gd name="connsiteY178-2348" fmla="*/ 3995 h 5728"/>
                  <a:gd name="connsiteX179-2349" fmla="*/ 2721 w 6642"/>
                  <a:gd name="connsiteY179-2350" fmla="*/ 3970 h 5728"/>
                  <a:gd name="connsiteX180-2351" fmla="*/ 3073 w 6642"/>
                  <a:gd name="connsiteY180-2352" fmla="*/ 3979 h 5728"/>
                  <a:gd name="connsiteX181-2353" fmla="*/ 3416 w 6642"/>
                  <a:gd name="connsiteY181-2354" fmla="*/ 3722 h 5728"/>
                  <a:gd name="connsiteX182-2355" fmla="*/ 3519 w 6642"/>
                  <a:gd name="connsiteY182-2356" fmla="*/ 3636 h 5728"/>
                  <a:gd name="connsiteX183-2357" fmla="*/ 3609 w 6642"/>
                  <a:gd name="connsiteY183-2358" fmla="*/ 3563 h 5728"/>
                  <a:gd name="connsiteX184-2359" fmla="*/ 3705 w 6642"/>
                  <a:gd name="connsiteY184-2360" fmla="*/ 3503 h 5728"/>
                  <a:gd name="connsiteX185-2361" fmla="*/ 3702 w 6642"/>
                  <a:gd name="connsiteY185-2362" fmla="*/ 3422 h 5728"/>
                  <a:gd name="connsiteX186-2363" fmla="*/ 3597 w 6642"/>
                  <a:gd name="connsiteY186-2364" fmla="*/ 3317 h 5728"/>
                  <a:gd name="connsiteX187-2365" fmla="*/ 3582 w 6642"/>
                  <a:gd name="connsiteY187-2366" fmla="*/ 3252 h 5728"/>
                  <a:gd name="connsiteX188-2367" fmla="*/ 3692 w 6642"/>
                  <a:gd name="connsiteY188-2368" fmla="*/ 3012 h 5728"/>
                  <a:gd name="connsiteX189-2369" fmla="*/ 3835 w 6642"/>
                  <a:gd name="connsiteY189-2370" fmla="*/ 3094 h 5728"/>
                  <a:gd name="connsiteX190-2371" fmla="*/ 3915 w 6642"/>
                  <a:gd name="connsiteY190-2372" fmla="*/ 3122 h 5728"/>
                  <a:gd name="connsiteX191-2373" fmla="*/ 3998 w 6642"/>
                  <a:gd name="connsiteY191-2374" fmla="*/ 3124 h 5728"/>
                  <a:gd name="connsiteX192-2375" fmla="*/ 4258 w 6642"/>
                  <a:gd name="connsiteY192-2376" fmla="*/ 2876 h 5728"/>
                  <a:gd name="connsiteX193-2377" fmla="*/ 4431 w 6642"/>
                  <a:gd name="connsiteY193-2378" fmla="*/ 2857 h 5728"/>
                  <a:gd name="connsiteX194-2379" fmla="*/ 4543 w 6642"/>
                  <a:gd name="connsiteY194-2380" fmla="*/ 2801 h 5728"/>
                  <a:gd name="connsiteX195-2381" fmla="*/ 4626 w 6642"/>
                  <a:gd name="connsiteY195-2382" fmla="*/ 2724 h 5728"/>
                  <a:gd name="connsiteX0-2383" fmla="*/ 5456 w 6642"/>
                  <a:gd name="connsiteY0-2384" fmla="*/ 2333 h 5728"/>
                  <a:gd name="connsiteX1-2385" fmla="*/ 5454 w 6642"/>
                  <a:gd name="connsiteY1-2386" fmla="*/ 2117 h 5728"/>
                  <a:gd name="connsiteX2-2387" fmla="*/ 5378 w 6642"/>
                  <a:gd name="connsiteY2-2388" fmla="*/ 2039 h 5728"/>
                  <a:gd name="connsiteX3-2389" fmla="*/ 5235 w 6642"/>
                  <a:gd name="connsiteY3-2390" fmla="*/ 1951 h 5728"/>
                  <a:gd name="connsiteX4-2391" fmla="*/ 5143 w 6642"/>
                  <a:gd name="connsiteY4-2392" fmla="*/ 1827 h 5728"/>
                  <a:gd name="connsiteX5-2393" fmla="*/ 5047 w 6642"/>
                  <a:gd name="connsiteY5-2394" fmla="*/ 1828 h 5728"/>
                  <a:gd name="connsiteX6-2395" fmla="*/ 5002 w 6642"/>
                  <a:gd name="connsiteY6-2396" fmla="*/ 1883 h 5728"/>
                  <a:gd name="connsiteX7-2397" fmla="*/ 4909 w 6642"/>
                  <a:gd name="connsiteY7-2398" fmla="*/ 1877 h 5728"/>
                  <a:gd name="connsiteX8-2399" fmla="*/ 4889 w 6642"/>
                  <a:gd name="connsiteY8-2400" fmla="*/ 1994 h 5728"/>
                  <a:gd name="connsiteX9-2401" fmla="*/ 4708 w 6642"/>
                  <a:gd name="connsiteY9-2402" fmla="*/ 1941 h 5728"/>
                  <a:gd name="connsiteX10-2403" fmla="*/ 4625 w 6642"/>
                  <a:gd name="connsiteY10-2404" fmla="*/ 1939 h 5728"/>
                  <a:gd name="connsiteX11-2405" fmla="*/ 4500 w 6642"/>
                  <a:gd name="connsiteY11-2406" fmla="*/ 2014 h 5728"/>
                  <a:gd name="connsiteX12-2407" fmla="*/ 4388 w 6642"/>
                  <a:gd name="connsiteY12-2408" fmla="*/ 1890 h 5728"/>
                  <a:gd name="connsiteX13-2409" fmla="*/ 4482 w 6642"/>
                  <a:gd name="connsiteY13-2410" fmla="*/ 1804 h 5728"/>
                  <a:gd name="connsiteX14-2411" fmla="*/ 4486 w 6642"/>
                  <a:gd name="connsiteY14-2412" fmla="*/ 1634 h 5728"/>
                  <a:gd name="connsiteX15-2413" fmla="*/ 4541 w 6642"/>
                  <a:gd name="connsiteY15-2414" fmla="*/ 1514 h 5728"/>
                  <a:gd name="connsiteX16-2415" fmla="*/ 4584 w 6642"/>
                  <a:gd name="connsiteY16-2416" fmla="*/ 1306 h 5728"/>
                  <a:gd name="connsiteX17-2417" fmla="*/ 4644 w 6642"/>
                  <a:gd name="connsiteY17-2418" fmla="*/ 1307 h 5728"/>
                  <a:gd name="connsiteX18-2419" fmla="*/ 4967 w 6642"/>
                  <a:gd name="connsiteY18-2420" fmla="*/ 1286 h 5728"/>
                  <a:gd name="connsiteX19-2421" fmla="*/ 5141 w 6642"/>
                  <a:gd name="connsiteY19-2422" fmla="*/ 1117 h 5728"/>
                  <a:gd name="connsiteX20-2423" fmla="*/ 5210 w 6642"/>
                  <a:gd name="connsiteY20-2424" fmla="*/ 748 h 5728"/>
                  <a:gd name="connsiteX21-2425" fmla="*/ 5320 w 6642"/>
                  <a:gd name="connsiteY21-2426" fmla="*/ 486 h 5728"/>
                  <a:gd name="connsiteX22-2427" fmla="*/ 5318 w 6642"/>
                  <a:gd name="connsiteY22-2428" fmla="*/ 358 h 5728"/>
                  <a:gd name="connsiteX23-2429" fmla="*/ 5305 w 6642"/>
                  <a:gd name="connsiteY23-2430" fmla="*/ 328 h 5728"/>
                  <a:gd name="connsiteX24-2431" fmla="*/ 5238 w 6642"/>
                  <a:gd name="connsiteY24-2432" fmla="*/ 251 h 5728"/>
                  <a:gd name="connsiteX25-2433" fmla="*/ 5178 w 6642"/>
                  <a:gd name="connsiteY25-2434" fmla="*/ 217 h 5728"/>
                  <a:gd name="connsiteX26-2435" fmla="*/ 5303 w 6642"/>
                  <a:gd name="connsiteY26-2436" fmla="*/ 56 h 5728"/>
                  <a:gd name="connsiteX27-2437" fmla="*/ 5476 w 6642"/>
                  <a:gd name="connsiteY27-2438" fmla="*/ 2 h 5728"/>
                  <a:gd name="connsiteX28-2439" fmla="*/ 5508 w 6642"/>
                  <a:gd name="connsiteY28-2440" fmla="*/ 49 h 5728"/>
                  <a:gd name="connsiteX29-2441" fmla="*/ 5498 w 6642"/>
                  <a:gd name="connsiteY29-2442" fmla="*/ 133 h 5728"/>
                  <a:gd name="connsiteX30-2443" fmla="*/ 5437 w 6642"/>
                  <a:gd name="connsiteY30-2444" fmla="*/ 243 h 5728"/>
                  <a:gd name="connsiteX31-2445" fmla="*/ 5507 w 6642"/>
                  <a:gd name="connsiteY31-2446" fmla="*/ 301 h 5728"/>
                  <a:gd name="connsiteX32-2447" fmla="*/ 5621 w 6642"/>
                  <a:gd name="connsiteY32-2448" fmla="*/ 366 h 5728"/>
                  <a:gd name="connsiteX33-2449" fmla="*/ 5641 w 6642"/>
                  <a:gd name="connsiteY33-2450" fmla="*/ 255 h 5728"/>
                  <a:gd name="connsiteX34-2451" fmla="*/ 5775 w 6642"/>
                  <a:gd name="connsiteY34-2452" fmla="*/ 291 h 5728"/>
                  <a:gd name="connsiteX35-2453" fmla="*/ 5800 w 6642"/>
                  <a:gd name="connsiteY35-2454" fmla="*/ 331 h 5728"/>
                  <a:gd name="connsiteX36-2455" fmla="*/ 5876 w 6642"/>
                  <a:gd name="connsiteY36-2456" fmla="*/ 562 h 5728"/>
                  <a:gd name="connsiteX37-2457" fmla="*/ 5911 w 6642"/>
                  <a:gd name="connsiteY37-2458" fmla="*/ 586 h 5728"/>
                  <a:gd name="connsiteX38-2459" fmla="*/ 6003 w 6642"/>
                  <a:gd name="connsiteY38-2460" fmla="*/ 578 h 5728"/>
                  <a:gd name="connsiteX39-2461" fmla="*/ 6263 w 6642"/>
                  <a:gd name="connsiteY39-2462" fmla="*/ 490 h 5728"/>
                  <a:gd name="connsiteX40-2463" fmla="*/ 6483 w 6642"/>
                  <a:gd name="connsiteY40-2464" fmla="*/ 479 h 5728"/>
                  <a:gd name="connsiteX41-2465" fmla="*/ 6543 w 6642"/>
                  <a:gd name="connsiteY41-2466" fmla="*/ 648 h 5728"/>
                  <a:gd name="connsiteX42-2467" fmla="*/ 6461 w 6642"/>
                  <a:gd name="connsiteY42-2468" fmla="*/ 944 h 5728"/>
                  <a:gd name="connsiteX43-2469" fmla="*/ 6461 w 6642"/>
                  <a:gd name="connsiteY43-2470" fmla="*/ 1022 h 5728"/>
                  <a:gd name="connsiteX44-2471" fmla="*/ 6530 w 6642"/>
                  <a:gd name="connsiteY44-2472" fmla="*/ 1168 h 5728"/>
                  <a:gd name="connsiteX45-2473" fmla="*/ 6545 w 6642"/>
                  <a:gd name="connsiteY45-2474" fmla="*/ 1427 h 5728"/>
                  <a:gd name="connsiteX46-2475" fmla="*/ 6547 w 6642"/>
                  <a:gd name="connsiteY46-2476" fmla="*/ 1617 h 5728"/>
                  <a:gd name="connsiteX47-2477" fmla="*/ 6480 w 6642"/>
                  <a:gd name="connsiteY47-2478" fmla="*/ 1625 h 5728"/>
                  <a:gd name="connsiteX48-2479" fmla="*/ 6458 w 6642"/>
                  <a:gd name="connsiteY48-2480" fmla="*/ 1507 h 5728"/>
                  <a:gd name="connsiteX49-2481" fmla="*/ 6423 w 6642"/>
                  <a:gd name="connsiteY49-2482" fmla="*/ 1450 h 5728"/>
                  <a:gd name="connsiteX50-2483" fmla="*/ 6333 w 6642"/>
                  <a:gd name="connsiteY50-2484" fmla="*/ 1582 h 5728"/>
                  <a:gd name="connsiteX51-2485" fmla="*/ 6220 w 6642"/>
                  <a:gd name="connsiteY51-2486" fmla="*/ 1776 h 5728"/>
                  <a:gd name="connsiteX52-2487" fmla="*/ 6101 w 6642"/>
                  <a:gd name="connsiteY52-2488" fmla="*/ 1904 h 5728"/>
                  <a:gd name="connsiteX53-2489" fmla="*/ 6094 w 6642"/>
                  <a:gd name="connsiteY53-2490" fmla="*/ 2018 h 5728"/>
                  <a:gd name="connsiteX54-2491" fmla="*/ 6154 w 6642"/>
                  <a:gd name="connsiteY54-2492" fmla="*/ 2115 h 5728"/>
                  <a:gd name="connsiteX55-2493" fmla="*/ 6256 w 6642"/>
                  <a:gd name="connsiteY55-2494" fmla="*/ 2183 h 5728"/>
                  <a:gd name="connsiteX56-2495" fmla="*/ 6333 w 6642"/>
                  <a:gd name="connsiteY56-2496" fmla="*/ 2178 h 5728"/>
                  <a:gd name="connsiteX57-2497" fmla="*/ 6378 w 6642"/>
                  <a:gd name="connsiteY57-2498" fmla="*/ 2104 h 5728"/>
                  <a:gd name="connsiteX58-2499" fmla="*/ 6412 w 6642"/>
                  <a:gd name="connsiteY58-2500" fmla="*/ 2210 h 5728"/>
                  <a:gd name="connsiteX59-2501" fmla="*/ 6300 w 6642"/>
                  <a:gd name="connsiteY59-2502" fmla="*/ 2249 h 5728"/>
                  <a:gd name="connsiteX60-2503" fmla="*/ 6347 w 6642"/>
                  <a:gd name="connsiteY60-2504" fmla="*/ 2362 h 5728"/>
                  <a:gd name="connsiteX61-2505" fmla="*/ 6212 w 6642"/>
                  <a:gd name="connsiteY61-2506" fmla="*/ 2509 h 5728"/>
                  <a:gd name="connsiteX62-2507" fmla="*/ 6171 w 6642"/>
                  <a:gd name="connsiteY62-2508" fmla="*/ 2498 h 5728"/>
                  <a:gd name="connsiteX63-2509" fmla="*/ 6047 w 6642"/>
                  <a:gd name="connsiteY63-2510" fmla="*/ 2413 h 5728"/>
                  <a:gd name="connsiteX64-2511" fmla="*/ 5992 w 6642"/>
                  <a:gd name="connsiteY64-2512" fmla="*/ 2412 h 5728"/>
                  <a:gd name="connsiteX65-2513" fmla="*/ 5957 w 6642"/>
                  <a:gd name="connsiteY65-2514" fmla="*/ 2480 h 5728"/>
                  <a:gd name="connsiteX66-2515" fmla="*/ 5960 w 6642"/>
                  <a:gd name="connsiteY66-2516" fmla="*/ 2562 h 5728"/>
                  <a:gd name="connsiteX67-2517" fmla="*/ 6138 w 6642"/>
                  <a:gd name="connsiteY67-2518" fmla="*/ 2730 h 5728"/>
                  <a:gd name="connsiteX68-2519" fmla="*/ 6137 w 6642"/>
                  <a:gd name="connsiteY68-2520" fmla="*/ 2844 h 5728"/>
                  <a:gd name="connsiteX69-2521" fmla="*/ 6228 w 6642"/>
                  <a:gd name="connsiteY69-2522" fmla="*/ 3060 h 5728"/>
                  <a:gd name="connsiteX70-2523" fmla="*/ 6254 w 6642"/>
                  <a:gd name="connsiteY70-2524" fmla="*/ 3090 h 5728"/>
                  <a:gd name="connsiteX71-2525" fmla="*/ 6298 w 6642"/>
                  <a:gd name="connsiteY71-2526" fmla="*/ 3094 h 5728"/>
                  <a:gd name="connsiteX72-2527" fmla="*/ 6344 w 6642"/>
                  <a:gd name="connsiteY72-2528" fmla="*/ 3010 h 5728"/>
                  <a:gd name="connsiteX73-2529" fmla="*/ 6424 w 6642"/>
                  <a:gd name="connsiteY73-2530" fmla="*/ 2950 h 5728"/>
                  <a:gd name="connsiteX74-2531" fmla="*/ 6519 w 6642"/>
                  <a:gd name="connsiteY74-2532" fmla="*/ 3126 h 5728"/>
                  <a:gd name="connsiteX75-2533" fmla="*/ 6629 w 6642"/>
                  <a:gd name="connsiteY75-2534" fmla="*/ 3312 h 5728"/>
                  <a:gd name="connsiteX76-2535" fmla="*/ 6642 w 6642"/>
                  <a:gd name="connsiteY76-2536" fmla="*/ 3342 h 5728"/>
                  <a:gd name="connsiteX77-2537" fmla="*/ 6631 w 6642"/>
                  <a:gd name="connsiteY77-2538" fmla="*/ 3518 h 5728"/>
                  <a:gd name="connsiteX78-2539" fmla="*/ 6596 w 6642"/>
                  <a:gd name="connsiteY78-2540" fmla="*/ 3554 h 5728"/>
                  <a:gd name="connsiteX79-2541" fmla="*/ 6507 w 6642"/>
                  <a:gd name="connsiteY79-2542" fmla="*/ 3515 h 5728"/>
                  <a:gd name="connsiteX80-2543" fmla="*/ 6273 w 6642"/>
                  <a:gd name="connsiteY80-2544" fmla="*/ 3644 h 5728"/>
                  <a:gd name="connsiteX81-2545" fmla="*/ 6247 w 6642"/>
                  <a:gd name="connsiteY81-2546" fmla="*/ 3666 h 5728"/>
                  <a:gd name="connsiteX82-2547" fmla="*/ 6067 w 6642"/>
                  <a:gd name="connsiteY82-2548" fmla="*/ 3812 h 5728"/>
                  <a:gd name="connsiteX83-2549" fmla="*/ 5926 w 6642"/>
                  <a:gd name="connsiteY83-2550" fmla="*/ 3926 h 5728"/>
                  <a:gd name="connsiteX84-2551" fmla="*/ 5891 w 6642"/>
                  <a:gd name="connsiteY84-2552" fmla="*/ 3965 h 5728"/>
                  <a:gd name="connsiteX85-2553" fmla="*/ 5839 w 6642"/>
                  <a:gd name="connsiteY85-2554" fmla="*/ 3973 h 5728"/>
                  <a:gd name="connsiteX86-2555" fmla="*/ 5782 w 6642"/>
                  <a:gd name="connsiteY86-2556" fmla="*/ 3916 h 5728"/>
                  <a:gd name="connsiteX87-2557" fmla="*/ 5658 w 6642"/>
                  <a:gd name="connsiteY87-2558" fmla="*/ 3808 h 5728"/>
                  <a:gd name="connsiteX88-2559" fmla="*/ 5682 w 6642"/>
                  <a:gd name="connsiteY88-2560" fmla="*/ 4064 h 5728"/>
                  <a:gd name="connsiteX89-2561" fmla="*/ 5691 w 6642"/>
                  <a:gd name="connsiteY89-2562" fmla="*/ 4192 h 5728"/>
                  <a:gd name="connsiteX90-2563" fmla="*/ 5429 w 6642"/>
                  <a:gd name="connsiteY90-2564" fmla="*/ 4166 h 5728"/>
                  <a:gd name="connsiteX91-2565" fmla="*/ 5347 w 6642"/>
                  <a:gd name="connsiteY91-2566" fmla="*/ 3987 h 5728"/>
                  <a:gd name="connsiteX92-2567" fmla="*/ 5265 w 6642"/>
                  <a:gd name="connsiteY92-2568" fmla="*/ 3802 h 5728"/>
                  <a:gd name="connsiteX93-2569" fmla="*/ 5003 w 6642"/>
                  <a:gd name="connsiteY93-2570" fmla="*/ 3867 h 5728"/>
                  <a:gd name="connsiteX94-2571" fmla="*/ 4999 w 6642"/>
                  <a:gd name="connsiteY94-2572" fmla="*/ 4057 h 5728"/>
                  <a:gd name="connsiteX95-2573" fmla="*/ 4807 w 6642"/>
                  <a:gd name="connsiteY95-2574" fmla="*/ 4072 h 5728"/>
                  <a:gd name="connsiteX96-2575" fmla="*/ 4634 w 6642"/>
                  <a:gd name="connsiteY96-2576" fmla="*/ 4175 h 5728"/>
                  <a:gd name="connsiteX97-2577" fmla="*/ 4569 w 6642"/>
                  <a:gd name="connsiteY97-2578" fmla="*/ 4246 h 5728"/>
                  <a:gd name="connsiteX98-2579" fmla="*/ 4506 w 6642"/>
                  <a:gd name="connsiteY98-2580" fmla="*/ 4159 h 5728"/>
                  <a:gd name="connsiteX99-2581" fmla="*/ 4541 w 6642"/>
                  <a:gd name="connsiteY99-2582" fmla="*/ 4134 h 5728"/>
                  <a:gd name="connsiteX100-2583" fmla="*/ 4408 w 6642"/>
                  <a:gd name="connsiteY100-2584" fmla="*/ 3980 h 5728"/>
                  <a:gd name="connsiteX101-2585" fmla="*/ 4340 w 6642"/>
                  <a:gd name="connsiteY101-2586" fmla="*/ 4188 h 5728"/>
                  <a:gd name="connsiteX102-2587" fmla="*/ 4282 w 6642"/>
                  <a:gd name="connsiteY102-2588" fmla="*/ 4193 h 5728"/>
                  <a:gd name="connsiteX103-2589" fmla="*/ 4260 w 6642"/>
                  <a:gd name="connsiteY103-2590" fmla="*/ 4238 h 5728"/>
                  <a:gd name="connsiteX104-2591" fmla="*/ 4231 w 6642"/>
                  <a:gd name="connsiteY104-2592" fmla="*/ 4250 h 5728"/>
                  <a:gd name="connsiteX105-2593" fmla="*/ 4230 w 6642"/>
                  <a:gd name="connsiteY105-2594" fmla="*/ 4427 h 5728"/>
                  <a:gd name="connsiteX106-2595" fmla="*/ 4290 w 6642"/>
                  <a:gd name="connsiteY106-2596" fmla="*/ 4504 h 5728"/>
                  <a:gd name="connsiteX107-2597" fmla="*/ 4293 w 6642"/>
                  <a:gd name="connsiteY107-2598" fmla="*/ 4556 h 5728"/>
                  <a:gd name="connsiteX108-2599" fmla="*/ 4257 w 6642"/>
                  <a:gd name="connsiteY108-2600" fmla="*/ 4614 h 5728"/>
                  <a:gd name="connsiteX109-2601" fmla="*/ 3992 w 6642"/>
                  <a:gd name="connsiteY109-2602" fmla="*/ 4680 h 5728"/>
                  <a:gd name="connsiteX110-2603" fmla="*/ 3857 w 6642"/>
                  <a:gd name="connsiteY110-2604" fmla="*/ 4739 h 5728"/>
                  <a:gd name="connsiteX111-2605" fmla="*/ 3815 w 6642"/>
                  <a:gd name="connsiteY111-2606" fmla="*/ 4777 h 5728"/>
                  <a:gd name="connsiteX112-2607" fmla="*/ 3616 w 6642"/>
                  <a:gd name="connsiteY112-2608" fmla="*/ 5021 h 5728"/>
                  <a:gd name="connsiteX113-2609" fmla="*/ 3543 w 6642"/>
                  <a:gd name="connsiteY113-2610" fmla="*/ 4970 h 5728"/>
                  <a:gd name="connsiteX114-2611" fmla="*/ 3460 w 6642"/>
                  <a:gd name="connsiteY114-2612" fmla="*/ 4971 h 5728"/>
                  <a:gd name="connsiteX115-2613" fmla="*/ 3424 w 6642"/>
                  <a:gd name="connsiteY115-2614" fmla="*/ 5045 h 5728"/>
                  <a:gd name="connsiteX116-2615" fmla="*/ 3313 w 6642"/>
                  <a:gd name="connsiteY116-2616" fmla="*/ 5000 h 5728"/>
                  <a:gd name="connsiteX117-2617" fmla="*/ 3235 w 6642"/>
                  <a:gd name="connsiteY117-2618" fmla="*/ 5109 h 5728"/>
                  <a:gd name="connsiteX118-2619" fmla="*/ 3013 w 6642"/>
                  <a:gd name="connsiteY118-2620" fmla="*/ 5349 h 5728"/>
                  <a:gd name="connsiteX119-2621" fmla="*/ 2993 w 6642"/>
                  <a:gd name="connsiteY119-2622" fmla="*/ 5516 h 5728"/>
                  <a:gd name="connsiteX120-2623" fmla="*/ 2976 w 6642"/>
                  <a:gd name="connsiteY120-2624" fmla="*/ 5659 h 5728"/>
                  <a:gd name="connsiteX121-2625" fmla="*/ 2960 w 6642"/>
                  <a:gd name="connsiteY121-2626" fmla="*/ 5669 h 5728"/>
                  <a:gd name="connsiteX122-2627" fmla="*/ 2638 w 6642"/>
                  <a:gd name="connsiteY122-2628" fmla="*/ 5621 h 5728"/>
                  <a:gd name="connsiteX123-2629" fmla="*/ 2536 w 6642"/>
                  <a:gd name="connsiteY123-2630" fmla="*/ 5566 h 5728"/>
                  <a:gd name="connsiteX124-2631" fmla="*/ 2482 w 6642"/>
                  <a:gd name="connsiteY124-2632" fmla="*/ 5503 h 5728"/>
                  <a:gd name="connsiteX125-2633" fmla="*/ 2377 w 6642"/>
                  <a:gd name="connsiteY125-2634" fmla="*/ 5477 h 5728"/>
                  <a:gd name="connsiteX126-2635" fmla="*/ 2377 w 6642"/>
                  <a:gd name="connsiteY126-2636" fmla="*/ 5379 h 5728"/>
                  <a:gd name="connsiteX127-2637" fmla="*/ 2481 w 6642"/>
                  <a:gd name="connsiteY127-2638" fmla="*/ 5149 h 5728"/>
                  <a:gd name="connsiteX128-2639" fmla="*/ 2341 w 6642"/>
                  <a:gd name="connsiteY128-2640" fmla="*/ 5070 h 5728"/>
                  <a:gd name="connsiteX129-2641" fmla="*/ 2299 w 6642"/>
                  <a:gd name="connsiteY129-2642" fmla="*/ 5095 h 5728"/>
                  <a:gd name="connsiteX130-2643" fmla="*/ 2209 w 6642"/>
                  <a:gd name="connsiteY130-2644" fmla="*/ 5214 h 5728"/>
                  <a:gd name="connsiteX131-2645" fmla="*/ 2177 w 6642"/>
                  <a:gd name="connsiteY131-2646" fmla="*/ 5276 h 5728"/>
                  <a:gd name="connsiteX132-2647" fmla="*/ 2115 w 6642"/>
                  <a:gd name="connsiteY132-2648" fmla="*/ 5386 h 5728"/>
                  <a:gd name="connsiteX133-2649" fmla="*/ 2121 w 6642"/>
                  <a:gd name="connsiteY133-2650" fmla="*/ 5510 h 5728"/>
                  <a:gd name="connsiteX134-2651" fmla="*/ 2082 w 6642"/>
                  <a:gd name="connsiteY134-2652" fmla="*/ 5558 h 5728"/>
                  <a:gd name="connsiteX135-2653" fmla="*/ 1951 w 6642"/>
                  <a:gd name="connsiteY135-2654" fmla="*/ 5617 h 5728"/>
                  <a:gd name="connsiteX136-2655" fmla="*/ 1785 w 6642"/>
                  <a:gd name="connsiteY136-2656" fmla="*/ 5649 h 5728"/>
                  <a:gd name="connsiteX137-2657" fmla="*/ 1682 w 6642"/>
                  <a:gd name="connsiteY137-2658" fmla="*/ 5728 h 5728"/>
                  <a:gd name="connsiteX138-2659" fmla="*/ 1568 w 6642"/>
                  <a:gd name="connsiteY138-2660" fmla="*/ 5611 h 5728"/>
                  <a:gd name="connsiteX139-2661" fmla="*/ 1508 w 6642"/>
                  <a:gd name="connsiteY139-2662" fmla="*/ 5485 h 5728"/>
                  <a:gd name="connsiteX140-2663" fmla="*/ 1630 w 6642"/>
                  <a:gd name="connsiteY140-2664" fmla="*/ 5242 h 5728"/>
                  <a:gd name="connsiteX141-2665" fmla="*/ 1685 w 6642"/>
                  <a:gd name="connsiteY141-2666" fmla="*/ 5195 h 5728"/>
                  <a:gd name="connsiteX142-2667" fmla="*/ 1730 w 6642"/>
                  <a:gd name="connsiteY142-2668" fmla="*/ 5120 h 5728"/>
                  <a:gd name="connsiteX143-2669" fmla="*/ 1727 w 6642"/>
                  <a:gd name="connsiteY143-2670" fmla="*/ 5071 h 5728"/>
                  <a:gd name="connsiteX144-2671" fmla="*/ 1530 w 6642"/>
                  <a:gd name="connsiteY144-2672" fmla="*/ 5007 h 5728"/>
                  <a:gd name="connsiteX145-2673" fmla="*/ 1459 w 6642"/>
                  <a:gd name="connsiteY145-2674" fmla="*/ 5064 h 5728"/>
                  <a:gd name="connsiteX146-2675" fmla="*/ 1353 w 6642"/>
                  <a:gd name="connsiteY146-2676" fmla="*/ 5111 h 5728"/>
                  <a:gd name="connsiteX147-2677" fmla="*/ 1290 w 6642"/>
                  <a:gd name="connsiteY147-2678" fmla="*/ 5063 h 5728"/>
                  <a:gd name="connsiteX148-2679" fmla="*/ 1052 w 6642"/>
                  <a:gd name="connsiteY148-2680" fmla="*/ 5254 h 5728"/>
                  <a:gd name="connsiteX149-2681" fmla="*/ 924 w 6642"/>
                  <a:gd name="connsiteY149-2682" fmla="*/ 5231 h 5728"/>
                  <a:gd name="connsiteX150-2683" fmla="*/ 813 w 6642"/>
                  <a:gd name="connsiteY150-2684" fmla="*/ 5097 h 5728"/>
                  <a:gd name="connsiteX151-2685" fmla="*/ 683 w 6642"/>
                  <a:gd name="connsiteY151-2686" fmla="*/ 4930 h 5728"/>
                  <a:gd name="connsiteX152-2687" fmla="*/ 572 w 6642"/>
                  <a:gd name="connsiteY152-2688" fmla="*/ 4806 h 5728"/>
                  <a:gd name="connsiteX153-2689" fmla="*/ 505 w 6642"/>
                  <a:gd name="connsiteY153-2690" fmla="*/ 4788 h 5728"/>
                  <a:gd name="connsiteX154-2691" fmla="*/ 640 w 6642"/>
                  <a:gd name="connsiteY154-2692" fmla="*/ 4631 h 5728"/>
                  <a:gd name="connsiteX155-2693" fmla="*/ 683 w 6642"/>
                  <a:gd name="connsiteY155-2694" fmla="*/ 4541 h 5728"/>
                  <a:gd name="connsiteX156-2695" fmla="*/ 651 w 6642"/>
                  <a:gd name="connsiteY156-2696" fmla="*/ 4438 h 5728"/>
                  <a:gd name="connsiteX157-2697" fmla="*/ 277 w 6642"/>
                  <a:gd name="connsiteY157-2698" fmla="*/ 4491 h 5728"/>
                  <a:gd name="connsiteX158-2699" fmla="*/ 187 w 6642"/>
                  <a:gd name="connsiteY158-2700" fmla="*/ 4518 h 5728"/>
                  <a:gd name="connsiteX159-2701" fmla="*/ 195 w 6642"/>
                  <a:gd name="connsiteY159-2702" fmla="*/ 4384 h 5728"/>
                  <a:gd name="connsiteX160-2703" fmla="*/ 147 w 6642"/>
                  <a:gd name="connsiteY160-2704" fmla="*/ 4318 h 5728"/>
                  <a:gd name="connsiteX161-2705" fmla="*/ 39 w 6642"/>
                  <a:gd name="connsiteY161-2706" fmla="*/ 4220 h 5728"/>
                  <a:gd name="connsiteX162-2707" fmla="*/ 75 w 6642"/>
                  <a:gd name="connsiteY162-2708" fmla="*/ 4093 h 5728"/>
                  <a:gd name="connsiteX163-2709" fmla="*/ 63 w 6642"/>
                  <a:gd name="connsiteY163-2710" fmla="*/ 3929 h 5728"/>
                  <a:gd name="connsiteX164-2711" fmla="*/ 0 w 6642"/>
                  <a:gd name="connsiteY164-2712" fmla="*/ 3842 h 5728"/>
                  <a:gd name="connsiteX165-2713" fmla="*/ 0 w 6642"/>
                  <a:gd name="connsiteY165-2714" fmla="*/ 3737 h 5728"/>
                  <a:gd name="connsiteX166-2715" fmla="*/ 303 w 6642"/>
                  <a:gd name="connsiteY166-2716" fmla="*/ 3824 h 5728"/>
                  <a:gd name="connsiteX167-2717" fmla="*/ 830 w 6642"/>
                  <a:gd name="connsiteY167-2718" fmla="*/ 3840 h 5728"/>
                  <a:gd name="connsiteX168-2719" fmla="*/ 1044 w 6642"/>
                  <a:gd name="connsiteY168-2720" fmla="*/ 3908 h 5728"/>
                  <a:gd name="connsiteX169-2721" fmla="*/ 1213 w 6642"/>
                  <a:gd name="connsiteY169-2722" fmla="*/ 4053 h 5728"/>
                  <a:gd name="connsiteX170-2723" fmla="*/ 1257 w 6642"/>
                  <a:gd name="connsiteY170-2724" fmla="*/ 4077 h 5728"/>
                  <a:gd name="connsiteX171-2725" fmla="*/ 1417 w 6642"/>
                  <a:gd name="connsiteY171-2726" fmla="*/ 4107 h 5728"/>
                  <a:gd name="connsiteX172-2727" fmla="*/ 1487 w 6642"/>
                  <a:gd name="connsiteY172-2728" fmla="*/ 4158 h 5728"/>
                  <a:gd name="connsiteX173-2729" fmla="*/ 1688 w 6642"/>
                  <a:gd name="connsiteY173-2730" fmla="*/ 4229 h 5728"/>
                  <a:gd name="connsiteX174-2731" fmla="*/ 1904 w 6642"/>
                  <a:gd name="connsiteY174-2732" fmla="*/ 4309 h 5728"/>
                  <a:gd name="connsiteX175-2733" fmla="*/ 2068 w 6642"/>
                  <a:gd name="connsiteY175-2734" fmla="*/ 4212 h 5728"/>
                  <a:gd name="connsiteX176-2735" fmla="*/ 2267 w 6642"/>
                  <a:gd name="connsiteY176-2736" fmla="*/ 4125 h 5728"/>
                  <a:gd name="connsiteX177-2737" fmla="*/ 2363 w 6642"/>
                  <a:gd name="connsiteY177-2738" fmla="*/ 4075 h 5728"/>
                  <a:gd name="connsiteX178-2739" fmla="*/ 2539 w 6642"/>
                  <a:gd name="connsiteY178-2740" fmla="*/ 3995 h 5728"/>
                  <a:gd name="connsiteX179-2741" fmla="*/ 2721 w 6642"/>
                  <a:gd name="connsiteY179-2742" fmla="*/ 3970 h 5728"/>
                  <a:gd name="connsiteX180-2743" fmla="*/ 3073 w 6642"/>
                  <a:gd name="connsiteY180-2744" fmla="*/ 3979 h 5728"/>
                  <a:gd name="connsiteX181-2745" fmla="*/ 3416 w 6642"/>
                  <a:gd name="connsiteY181-2746" fmla="*/ 3722 h 5728"/>
                  <a:gd name="connsiteX182-2747" fmla="*/ 3519 w 6642"/>
                  <a:gd name="connsiteY182-2748" fmla="*/ 3636 h 5728"/>
                  <a:gd name="connsiteX183-2749" fmla="*/ 3609 w 6642"/>
                  <a:gd name="connsiteY183-2750" fmla="*/ 3563 h 5728"/>
                  <a:gd name="connsiteX184-2751" fmla="*/ 3705 w 6642"/>
                  <a:gd name="connsiteY184-2752" fmla="*/ 3503 h 5728"/>
                  <a:gd name="connsiteX185-2753" fmla="*/ 3702 w 6642"/>
                  <a:gd name="connsiteY185-2754" fmla="*/ 3422 h 5728"/>
                  <a:gd name="connsiteX186-2755" fmla="*/ 3597 w 6642"/>
                  <a:gd name="connsiteY186-2756" fmla="*/ 3317 h 5728"/>
                  <a:gd name="connsiteX187-2757" fmla="*/ 3582 w 6642"/>
                  <a:gd name="connsiteY187-2758" fmla="*/ 3252 h 5728"/>
                  <a:gd name="connsiteX188-2759" fmla="*/ 3692 w 6642"/>
                  <a:gd name="connsiteY188-2760" fmla="*/ 3012 h 5728"/>
                  <a:gd name="connsiteX189-2761" fmla="*/ 3835 w 6642"/>
                  <a:gd name="connsiteY189-2762" fmla="*/ 3094 h 5728"/>
                  <a:gd name="connsiteX190-2763" fmla="*/ 3915 w 6642"/>
                  <a:gd name="connsiteY190-2764" fmla="*/ 3122 h 5728"/>
                  <a:gd name="connsiteX191-2765" fmla="*/ 3998 w 6642"/>
                  <a:gd name="connsiteY191-2766" fmla="*/ 3124 h 5728"/>
                  <a:gd name="connsiteX192-2767" fmla="*/ 4258 w 6642"/>
                  <a:gd name="connsiteY192-2768" fmla="*/ 2876 h 5728"/>
                  <a:gd name="connsiteX193-2769" fmla="*/ 4431 w 6642"/>
                  <a:gd name="connsiteY193-2770" fmla="*/ 2857 h 5728"/>
                  <a:gd name="connsiteX194-2771" fmla="*/ 4543 w 6642"/>
                  <a:gd name="connsiteY194-2772" fmla="*/ 2801 h 5728"/>
                  <a:gd name="connsiteX0-2773" fmla="*/ 5456 w 6642"/>
                  <a:gd name="connsiteY0-2774" fmla="*/ 2333 h 5728"/>
                  <a:gd name="connsiteX1-2775" fmla="*/ 5454 w 6642"/>
                  <a:gd name="connsiteY1-2776" fmla="*/ 2117 h 5728"/>
                  <a:gd name="connsiteX2-2777" fmla="*/ 5378 w 6642"/>
                  <a:gd name="connsiteY2-2778" fmla="*/ 2039 h 5728"/>
                  <a:gd name="connsiteX3-2779" fmla="*/ 5235 w 6642"/>
                  <a:gd name="connsiteY3-2780" fmla="*/ 1951 h 5728"/>
                  <a:gd name="connsiteX4-2781" fmla="*/ 5143 w 6642"/>
                  <a:gd name="connsiteY4-2782" fmla="*/ 1827 h 5728"/>
                  <a:gd name="connsiteX5-2783" fmla="*/ 5047 w 6642"/>
                  <a:gd name="connsiteY5-2784" fmla="*/ 1828 h 5728"/>
                  <a:gd name="connsiteX6-2785" fmla="*/ 5002 w 6642"/>
                  <a:gd name="connsiteY6-2786" fmla="*/ 1883 h 5728"/>
                  <a:gd name="connsiteX7-2787" fmla="*/ 4909 w 6642"/>
                  <a:gd name="connsiteY7-2788" fmla="*/ 1877 h 5728"/>
                  <a:gd name="connsiteX8-2789" fmla="*/ 4889 w 6642"/>
                  <a:gd name="connsiteY8-2790" fmla="*/ 1994 h 5728"/>
                  <a:gd name="connsiteX9-2791" fmla="*/ 4708 w 6642"/>
                  <a:gd name="connsiteY9-2792" fmla="*/ 1941 h 5728"/>
                  <a:gd name="connsiteX10-2793" fmla="*/ 4625 w 6642"/>
                  <a:gd name="connsiteY10-2794" fmla="*/ 1939 h 5728"/>
                  <a:gd name="connsiteX11-2795" fmla="*/ 4500 w 6642"/>
                  <a:gd name="connsiteY11-2796" fmla="*/ 2014 h 5728"/>
                  <a:gd name="connsiteX12-2797" fmla="*/ 4388 w 6642"/>
                  <a:gd name="connsiteY12-2798" fmla="*/ 1890 h 5728"/>
                  <a:gd name="connsiteX13-2799" fmla="*/ 4482 w 6642"/>
                  <a:gd name="connsiteY13-2800" fmla="*/ 1804 h 5728"/>
                  <a:gd name="connsiteX14-2801" fmla="*/ 4486 w 6642"/>
                  <a:gd name="connsiteY14-2802" fmla="*/ 1634 h 5728"/>
                  <a:gd name="connsiteX15-2803" fmla="*/ 4541 w 6642"/>
                  <a:gd name="connsiteY15-2804" fmla="*/ 1514 h 5728"/>
                  <a:gd name="connsiteX16-2805" fmla="*/ 4584 w 6642"/>
                  <a:gd name="connsiteY16-2806" fmla="*/ 1306 h 5728"/>
                  <a:gd name="connsiteX17-2807" fmla="*/ 4644 w 6642"/>
                  <a:gd name="connsiteY17-2808" fmla="*/ 1307 h 5728"/>
                  <a:gd name="connsiteX18-2809" fmla="*/ 4967 w 6642"/>
                  <a:gd name="connsiteY18-2810" fmla="*/ 1286 h 5728"/>
                  <a:gd name="connsiteX19-2811" fmla="*/ 5141 w 6642"/>
                  <a:gd name="connsiteY19-2812" fmla="*/ 1117 h 5728"/>
                  <a:gd name="connsiteX20-2813" fmla="*/ 5210 w 6642"/>
                  <a:gd name="connsiteY20-2814" fmla="*/ 748 h 5728"/>
                  <a:gd name="connsiteX21-2815" fmla="*/ 5320 w 6642"/>
                  <a:gd name="connsiteY21-2816" fmla="*/ 486 h 5728"/>
                  <a:gd name="connsiteX22-2817" fmla="*/ 5318 w 6642"/>
                  <a:gd name="connsiteY22-2818" fmla="*/ 358 h 5728"/>
                  <a:gd name="connsiteX23-2819" fmla="*/ 5305 w 6642"/>
                  <a:gd name="connsiteY23-2820" fmla="*/ 328 h 5728"/>
                  <a:gd name="connsiteX24-2821" fmla="*/ 5238 w 6642"/>
                  <a:gd name="connsiteY24-2822" fmla="*/ 251 h 5728"/>
                  <a:gd name="connsiteX25-2823" fmla="*/ 5178 w 6642"/>
                  <a:gd name="connsiteY25-2824" fmla="*/ 217 h 5728"/>
                  <a:gd name="connsiteX26-2825" fmla="*/ 5303 w 6642"/>
                  <a:gd name="connsiteY26-2826" fmla="*/ 56 h 5728"/>
                  <a:gd name="connsiteX27-2827" fmla="*/ 5476 w 6642"/>
                  <a:gd name="connsiteY27-2828" fmla="*/ 2 h 5728"/>
                  <a:gd name="connsiteX28-2829" fmla="*/ 5508 w 6642"/>
                  <a:gd name="connsiteY28-2830" fmla="*/ 49 h 5728"/>
                  <a:gd name="connsiteX29-2831" fmla="*/ 5498 w 6642"/>
                  <a:gd name="connsiteY29-2832" fmla="*/ 133 h 5728"/>
                  <a:gd name="connsiteX30-2833" fmla="*/ 5437 w 6642"/>
                  <a:gd name="connsiteY30-2834" fmla="*/ 243 h 5728"/>
                  <a:gd name="connsiteX31-2835" fmla="*/ 5507 w 6642"/>
                  <a:gd name="connsiteY31-2836" fmla="*/ 301 h 5728"/>
                  <a:gd name="connsiteX32-2837" fmla="*/ 5621 w 6642"/>
                  <a:gd name="connsiteY32-2838" fmla="*/ 366 h 5728"/>
                  <a:gd name="connsiteX33-2839" fmla="*/ 5641 w 6642"/>
                  <a:gd name="connsiteY33-2840" fmla="*/ 255 h 5728"/>
                  <a:gd name="connsiteX34-2841" fmla="*/ 5775 w 6642"/>
                  <a:gd name="connsiteY34-2842" fmla="*/ 291 h 5728"/>
                  <a:gd name="connsiteX35-2843" fmla="*/ 5800 w 6642"/>
                  <a:gd name="connsiteY35-2844" fmla="*/ 331 h 5728"/>
                  <a:gd name="connsiteX36-2845" fmla="*/ 5876 w 6642"/>
                  <a:gd name="connsiteY36-2846" fmla="*/ 562 h 5728"/>
                  <a:gd name="connsiteX37-2847" fmla="*/ 5911 w 6642"/>
                  <a:gd name="connsiteY37-2848" fmla="*/ 586 h 5728"/>
                  <a:gd name="connsiteX38-2849" fmla="*/ 6003 w 6642"/>
                  <a:gd name="connsiteY38-2850" fmla="*/ 578 h 5728"/>
                  <a:gd name="connsiteX39-2851" fmla="*/ 6263 w 6642"/>
                  <a:gd name="connsiteY39-2852" fmla="*/ 490 h 5728"/>
                  <a:gd name="connsiteX40-2853" fmla="*/ 6483 w 6642"/>
                  <a:gd name="connsiteY40-2854" fmla="*/ 479 h 5728"/>
                  <a:gd name="connsiteX41-2855" fmla="*/ 6543 w 6642"/>
                  <a:gd name="connsiteY41-2856" fmla="*/ 648 h 5728"/>
                  <a:gd name="connsiteX42-2857" fmla="*/ 6461 w 6642"/>
                  <a:gd name="connsiteY42-2858" fmla="*/ 944 h 5728"/>
                  <a:gd name="connsiteX43-2859" fmla="*/ 6461 w 6642"/>
                  <a:gd name="connsiteY43-2860" fmla="*/ 1022 h 5728"/>
                  <a:gd name="connsiteX44-2861" fmla="*/ 6530 w 6642"/>
                  <a:gd name="connsiteY44-2862" fmla="*/ 1168 h 5728"/>
                  <a:gd name="connsiteX45-2863" fmla="*/ 6545 w 6642"/>
                  <a:gd name="connsiteY45-2864" fmla="*/ 1427 h 5728"/>
                  <a:gd name="connsiteX46-2865" fmla="*/ 6547 w 6642"/>
                  <a:gd name="connsiteY46-2866" fmla="*/ 1617 h 5728"/>
                  <a:gd name="connsiteX47-2867" fmla="*/ 6480 w 6642"/>
                  <a:gd name="connsiteY47-2868" fmla="*/ 1625 h 5728"/>
                  <a:gd name="connsiteX48-2869" fmla="*/ 6458 w 6642"/>
                  <a:gd name="connsiteY48-2870" fmla="*/ 1507 h 5728"/>
                  <a:gd name="connsiteX49-2871" fmla="*/ 6423 w 6642"/>
                  <a:gd name="connsiteY49-2872" fmla="*/ 1450 h 5728"/>
                  <a:gd name="connsiteX50-2873" fmla="*/ 6333 w 6642"/>
                  <a:gd name="connsiteY50-2874" fmla="*/ 1582 h 5728"/>
                  <a:gd name="connsiteX51-2875" fmla="*/ 6220 w 6642"/>
                  <a:gd name="connsiteY51-2876" fmla="*/ 1776 h 5728"/>
                  <a:gd name="connsiteX52-2877" fmla="*/ 6101 w 6642"/>
                  <a:gd name="connsiteY52-2878" fmla="*/ 1904 h 5728"/>
                  <a:gd name="connsiteX53-2879" fmla="*/ 6094 w 6642"/>
                  <a:gd name="connsiteY53-2880" fmla="*/ 2018 h 5728"/>
                  <a:gd name="connsiteX54-2881" fmla="*/ 6154 w 6642"/>
                  <a:gd name="connsiteY54-2882" fmla="*/ 2115 h 5728"/>
                  <a:gd name="connsiteX55-2883" fmla="*/ 6256 w 6642"/>
                  <a:gd name="connsiteY55-2884" fmla="*/ 2183 h 5728"/>
                  <a:gd name="connsiteX56-2885" fmla="*/ 6333 w 6642"/>
                  <a:gd name="connsiteY56-2886" fmla="*/ 2178 h 5728"/>
                  <a:gd name="connsiteX57-2887" fmla="*/ 6378 w 6642"/>
                  <a:gd name="connsiteY57-2888" fmla="*/ 2104 h 5728"/>
                  <a:gd name="connsiteX58-2889" fmla="*/ 6412 w 6642"/>
                  <a:gd name="connsiteY58-2890" fmla="*/ 2210 h 5728"/>
                  <a:gd name="connsiteX59-2891" fmla="*/ 6300 w 6642"/>
                  <a:gd name="connsiteY59-2892" fmla="*/ 2249 h 5728"/>
                  <a:gd name="connsiteX60-2893" fmla="*/ 6347 w 6642"/>
                  <a:gd name="connsiteY60-2894" fmla="*/ 2362 h 5728"/>
                  <a:gd name="connsiteX61-2895" fmla="*/ 6212 w 6642"/>
                  <a:gd name="connsiteY61-2896" fmla="*/ 2509 h 5728"/>
                  <a:gd name="connsiteX62-2897" fmla="*/ 6171 w 6642"/>
                  <a:gd name="connsiteY62-2898" fmla="*/ 2498 h 5728"/>
                  <a:gd name="connsiteX63-2899" fmla="*/ 6047 w 6642"/>
                  <a:gd name="connsiteY63-2900" fmla="*/ 2413 h 5728"/>
                  <a:gd name="connsiteX64-2901" fmla="*/ 5992 w 6642"/>
                  <a:gd name="connsiteY64-2902" fmla="*/ 2412 h 5728"/>
                  <a:gd name="connsiteX65-2903" fmla="*/ 5957 w 6642"/>
                  <a:gd name="connsiteY65-2904" fmla="*/ 2480 h 5728"/>
                  <a:gd name="connsiteX66-2905" fmla="*/ 5960 w 6642"/>
                  <a:gd name="connsiteY66-2906" fmla="*/ 2562 h 5728"/>
                  <a:gd name="connsiteX67-2907" fmla="*/ 6138 w 6642"/>
                  <a:gd name="connsiteY67-2908" fmla="*/ 2730 h 5728"/>
                  <a:gd name="connsiteX68-2909" fmla="*/ 6137 w 6642"/>
                  <a:gd name="connsiteY68-2910" fmla="*/ 2844 h 5728"/>
                  <a:gd name="connsiteX69-2911" fmla="*/ 6228 w 6642"/>
                  <a:gd name="connsiteY69-2912" fmla="*/ 3060 h 5728"/>
                  <a:gd name="connsiteX70-2913" fmla="*/ 6254 w 6642"/>
                  <a:gd name="connsiteY70-2914" fmla="*/ 3090 h 5728"/>
                  <a:gd name="connsiteX71-2915" fmla="*/ 6298 w 6642"/>
                  <a:gd name="connsiteY71-2916" fmla="*/ 3094 h 5728"/>
                  <a:gd name="connsiteX72-2917" fmla="*/ 6344 w 6642"/>
                  <a:gd name="connsiteY72-2918" fmla="*/ 3010 h 5728"/>
                  <a:gd name="connsiteX73-2919" fmla="*/ 6424 w 6642"/>
                  <a:gd name="connsiteY73-2920" fmla="*/ 2950 h 5728"/>
                  <a:gd name="connsiteX74-2921" fmla="*/ 6519 w 6642"/>
                  <a:gd name="connsiteY74-2922" fmla="*/ 3126 h 5728"/>
                  <a:gd name="connsiteX75-2923" fmla="*/ 6629 w 6642"/>
                  <a:gd name="connsiteY75-2924" fmla="*/ 3312 h 5728"/>
                  <a:gd name="connsiteX76-2925" fmla="*/ 6642 w 6642"/>
                  <a:gd name="connsiteY76-2926" fmla="*/ 3342 h 5728"/>
                  <a:gd name="connsiteX77-2927" fmla="*/ 6631 w 6642"/>
                  <a:gd name="connsiteY77-2928" fmla="*/ 3518 h 5728"/>
                  <a:gd name="connsiteX78-2929" fmla="*/ 6596 w 6642"/>
                  <a:gd name="connsiteY78-2930" fmla="*/ 3554 h 5728"/>
                  <a:gd name="connsiteX79-2931" fmla="*/ 6507 w 6642"/>
                  <a:gd name="connsiteY79-2932" fmla="*/ 3515 h 5728"/>
                  <a:gd name="connsiteX80-2933" fmla="*/ 6273 w 6642"/>
                  <a:gd name="connsiteY80-2934" fmla="*/ 3644 h 5728"/>
                  <a:gd name="connsiteX81-2935" fmla="*/ 6247 w 6642"/>
                  <a:gd name="connsiteY81-2936" fmla="*/ 3666 h 5728"/>
                  <a:gd name="connsiteX82-2937" fmla="*/ 6067 w 6642"/>
                  <a:gd name="connsiteY82-2938" fmla="*/ 3812 h 5728"/>
                  <a:gd name="connsiteX83-2939" fmla="*/ 5926 w 6642"/>
                  <a:gd name="connsiteY83-2940" fmla="*/ 3926 h 5728"/>
                  <a:gd name="connsiteX84-2941" fmla="*/ 5891 w 6642"/>
                  <a:gd name="connsiteY84-2942" fmla="*/ 3965 h 5728"/>
                  <a:gd name="connsiteX85-2943" fmla="*/ 5839 w 6642"/>
                  <a:gd name="connsiteY85-2944" fmla="*/ 3973 h 5728"/>
                  <a:gd name="connsiteX86-2945" fmla="*/ 5782 w 6642"/>
                  <a:gd name="connsiteY86-2946" fmla="*/ 3916 h 5728"/>
                  <a:gd name="connsiteX87-2947" fmla="*/ 5658 w 6642"/>
                  <a:gd name="connsiteY87-2948" fmla="*/ 3808 h 5728"/>
                  <a:gd name="connsiteX88-2949" fmla="*/ 5682 w 6642"/>
                  <a:gd name="connsiteY88-2950" fmla="*/ 4064 h 5728"/>
                  <a:gd name="connsiteX89-2951" fmla="*/ 5691 w 6642"/>
                  <a:gd name="connsiteY89-2952" fmla="*/ 4192 h 5728"/>
                  <a:gd name="connsiteX90-2953" fmla="*/ 5429 w 6642"/>
                  <a:gd name="connsiteY90-2954" fmla="*/ 4166 h 5728"/>
                  <a:gd name="connsiteX91-2955" fmla="*/ 5347 w 6642"/>
                  <a:gd name="connsiteY91-2956" fmla="*/ 3987 h 5728"/>
                  <a:gd name="connsiteX92-2957" fmla="*/ 5265 w 6642"/>
                  <a:gd name="connsiteY92-2958" fmla="*/ 3802 h 5728"/>
                  <a:gd name="connsiteX93-2959" fmla="*/ 5003 w 6642"/>
                  <a:gd name="connsiteY93-2960" fmla="*/ 3867 h 5728"/>
                  <a:gd name="connsiteX94-2961" fmla="*/ 4999 w 6642"/>
                  <a:gd name="connsiteY94-2962" fmla="*/ 4057 h 5728"/>
                  <a:gd name="connsiteX95-2963" fmla="*/ 4807 w 6642"/>
                  <a:gd name="connsiteY95-2964" fmla="*/ 4072 h 5728"/>
                  <a:gd name="connsiteX96-2965" fmla="*/ 4634 w 6642"/>
                  <a:gd name="connsiteY96-2966" fmla="*/ 4175 h 5728"/>
                  <a:gd name="connsiteX97-2967" fmla="*/ 4569 w 6642"/>
                  <a:gd name="connsiteY97-2968" fmla="*/ 4246 h 5728"/>
                  <a:gd name="connsiteX98-2969" fmla="*/ 4506 w 6642"/>
                  <a:gd name="connsiteY98-2970" fmla="*/ 4159 h 5728"/>
                  <a:gd name="connsiteX99-2971" fmla="*/ 4541 w 6642"/>
                  <a:gd name="connsiteY99-2972" fmla="*/ 4134 h 5728"/>
                  <a:gd name="connsiteX100-2973" fmla="*/ 4408 w 6642"/>
                  <a:gd name="connsiteY100-2974" fmla="*/ 3980 h 5728"/>
                  <a:gd name="connsiteX101-2975" fmla="*/ 4340 w 6642"/>
                  <a:gd name="connsiteY101-2976" fmla="*/ 4188 h 5728"/>
                  <a:gd name="connsiteX102-2977" fmla="*/ 4282 w 6642"/>
                  <a:gd name="connsiteY102-2978" fmla="*/ 4193 h 5728"/>
                  <a:gd name="connsiteX103-2979" fmla="*/ 4260 w 6642"/>
                  <a:gd name="connsiteY103-2980" fmla="*/ 4238 h 5728"/>
                  <a:gd name="connsiteX104-2981" fmla="*/ 4231 w 6642"/>
                  <a:gd name="connsiteY104-2982" fmla="*/ 4250 h 5728"/>
                  <a:gd name="connsiteX105-2983" fmla="*/ 4230 w 6642"/>
                  <a:gd name="connsiteY105-2984" fmla="*/ 4427 h 5728"/>
                  <a:gd name="connsiteX106-2985" fmla="*/ 4290 w 6642"/>
                  <a:gd name="connsiteY106-2986" fmla="*/ 4504 h 5728"/>
                  <a:gd name="connsiteX107-2987" fmla="*/ 4293 w 6642"/>
                  <a:gd name="connsiteY107-2988" fmla="*/ 4556 h 5728"/>
                  <a:gd name="connsiteX108-2989" fmla="*/ 4257 w 6642"/>
                  <a:gd name="connsiteY108-2990" fmla="*/ 4614 h 5728"/>
                  <a:gd name="connsiteX109-2991" fmla="*/ 3992 w 6642"/>
                  <a:gd name="connsiteY109-2992" fmla="*/ 4680 h 5728"/>
                  <a:gd name="connsiteX110-2993" fmla="*/ 3857 w 6642"/>
                  <a:gd name="connsiteY110-2994" fmla="*/ 4739 h 5728"/>
                  <a:gd name="connsiteX111-2995" fmla="*/ 3815 w 6642"/>
                  <a:gd name="connsiteY111-2996" fmla="*/ 4777 h 5728"/>
                  <a:gd name="connsiteX112-2997" fmla="*/ 3616 w 6642"/>
                  <a:gd name="connsiteY112-2998" fmla="*/ 5021 h 5728"/>
                  <a:gd name="connsiteX113-2999" fmla="*/ 3543 w 6642"/>
                  <a:gd name="connsiteY113-3000" fmla="*/ 4970 h 5728"/>
                  <a:gd name="connsiteX114-3001" fmla="*/ 3460 w 6642"/>
                  <a:gd name="connsiteY114-3002" fmla="*/ 4971 h 5728"/>
                  <a:gd name="connsiteX115-3003" fmla="*/ 3424 w 6642"/>
                  <a:gd name="connsiteY115-3004" fmla="*/ 5045 h 5728"/>
                  <a:gd name="connsiteX116-3005" fmla="*/ 3313 w 6642"/>
                  <a:gd name="connsiteY116-3006" fmla="*/ 5000 h 5728"/>
                  <a:gd name="connsiteX117-3007" fmla="*/ 3235 w 6642"/>
                  <a:gd name="connsiteY117-3008" fmla="*/ 5109 h 5728"/>
                  <a:gd name="connsiteX118-3009" fmla="*/ 3013 w 6642"/>
                  <a:gd name="connsiteY118-3010" fmla="*/ 5349 h 5728"/>
                  <a:gd name="connsiteX119-3011" fmla="*/ 2993 w 6642"/>
                  <a:gd name="connsiteY119-3012" fmla="*/ 5516 h 5728"/>
                  <a:gd name="connsiteX120-3013" fmla="*/ 2976 w 6642"/>
                  <a:gd name="connsiteY120-3014" fmla="*/ 5659 h 5728"/>
                  <a:gd name="connsiteX121-3015" fmla="*/ 2960 w 6642"/>
                  <a:gd name="connsiteY121-3016" fmla="*/ 5669 h 5728"/>
                  <a:gd name="connsiteX122-3017" fmla="*/ 2638 w 6642"/>
                  <a:gd name="connsiteY122-3018" fmla="*/ 5621 h 5728"/>
                  <a:gd name="connsiteX123-3019" fmla="*/ 2536 w 6642"/>
                  <a:gd name="connsiteY123-3020" fmla="*/ 5566 h 5728"/>
                  <a:gd name="connsiteX124-3021" fmla="*/ 2482 w 6642"/>
                  <a:gd name="connsiteY124-3022" fmla="*/ 5503 h 5728"/>
                  <a:gd name="connsiteX125-3023" fmla="*/ 2377 w 6642"/>
                  <a:gd name="connsiteY125-3024" fmla="*/ 5477 h 5728"/>
                  <a:gd name="connsiteX126-3025" fmla="*/ 2377 w 6642"/>
                  <a:gd name="connsiteY126-3026" fmla="*/ 5379 h 5728"/>
                  <a:gd name="connsiteX127-3027" fmla="*/ 2481 w 6642"/>
                  <a:gd name="connsiteY127-3028" fmla="*/ 5149 h 5728"/>
                  <a:gd name="connsiteX128-3029" fmla="*/ 2341 w 6642"/>
                  <a:gd name="connsiteY128-3030" fmla="*/ 5070 h 5728"/>
                  <a:gd name="connsiteX129-3031" fmla="*/ 2299 w 6642"/>
                  <a:gd name="connsiteY129-3032" fmla="*/ 5095 h 5728"/>
                  <a:gd name="connsiteX130-3033" fmla="*/ 2209 w 6642"/>
                  <a:gd name="connsiteY130-3034" fmla="*/ 5214 h 5728"/>
                  <a:gd name="connsiteX131-3035" fmla="*/ 2177 w 6642"/>
                  <a:gd name="connsiteY131-3036" fmla="*/ 5276 h 5728"/>
                  <a:gd name="connsiteX132-3037" fmla="*/ 2115 w 6642"/>
                  <a:gd name="connsiteY132-3038" fmla="*/ 5386 h 5728"/>
                  <a:gd name="connsiteX133-3039" fmla="*/ 2121 w 6642"/>
                  <a:gd name="connsiteY133-3040" fmla="*/ 5510 h 5728"/>
                  <a:gd name="connsiteX134-3041" fmla="*/ 2082 w 6642"/>
                  <a:gd name="connsiteY134-3042" fmla="*/ 5558 h 5728"/>
                  <a:gd name="connsiteX135-3043" fmla="*/ 1951 w 6642"/>
                  <a:gd name="connsiteY135-3044" fmla="*/ 5617 h 5728"/>
                  <a:gd name="connsiteX136-3045" fmla="*/ 1785 w 6642"/>
                  <a:gd name="connsiteY136-3046" fmla="*/ 5649 h 5728"/>
                  <a:gd name="connsiteX137-3047" fmla="*/ 1682 w 6642"/>
                  <a:gd name="connsiteY137-3048" fmla="*/ 5728 h 5728"/>
                  <a:gd name="connsiteX138-3049" fmla="*/ 1568 w 6642"/>
                  <a:gd name="connsiteY138-3050" fmla="*/ 5611 h 5728"/>
                  <a:gd name="connsiteX139-3051" fmla="*/ 1508 w 6642"/>
                  <a:gd name="connsiteY139-3052" fmla="*/ 5485 h 5728"/>
                  <a:gd name="connsiteX140-3053" fmla="*/ 1630 w 6642"/>
                  <a:gd name="connsiteY140-3054" fmla="*/ 5242 h 5728"/>
                  <a:gd name="connsiteX141-3055" fmla="*/ 1685 w 6642"/>
                  <a:gd name="connsiteY141-3056" fmla="*/ 5195 h 5728"/>
                  <a:gd name="connsiteX142-3057" fmla="*/ 1730 w 6642"/>
                  <a:gd name="connsiteY142-3058" fmla="*/ 5120 h 5728"/>
                  <a:gd name="connsiteX143-3059" fmla="*/ 1727 w 6642"/>
                  <a:gd name="connsiteY143-3060" fmla="*/ 5071 h 5728"/>
                  <a:gd name="connsiteX144-3061" fmla="*/ 1530 w 6642"/>
                  <a:gd name="connsiteY144-3062" fmla="*/ 5007 h 5728"/>
                  <a:gd name="connsiteX145-3063" fmla="*/ 1459 w 6642"/>
                  <a:gd name="connsiteY145-3064" fmla="*/ 5064 h 5728"/>
                  <a:gd name="connsiteX146-3065" fmla="*/ 1353 w 6642"/>
                  <a:gd name="connsiteY146-3066" fmla="*/ 5111 h 5728"/>
                  <a:gd name="connsiteX147-3067" fmla="*/ 1290 w 6642"/>
                  <a:gd name="connsiteY147-3068" fmla="*/ 5063 h 5728"/>
                  <a:gd name="connsiteX148-3069" fmla="*/ 1052 w 6642"/>
                  <a:gd name="connsiteY148-3070" fmla="*/ 5254 h 5728"/>
                  <a:gd name="connsiteX149-3071" fmla="*/ 924 w 6642"/>
                  <a:gd name="connsiteY149-3072" fmla="*/ 5231 h 5728"/>
                  <a:gd name="connsiteX150-3073" fmla="*/ 813 w 6642"/>
                  <a:gd name="connsiteY150-3074" fmla="*/ 5097 h 5728"/>
                  <a:gd name="connsiteX151-3075" fmla="*/ 683 w 6642"/>
                  <a:gd name="connsiteY151-3076" fmla="*/ 4930 h 5728"/>
                  <a:gd name="connsiteX152-3077" fmla="*/ 572 w 6642"/>
                  <a:gd name="connsiteY152-3078" fmla="*/ 4806 h 5728"/>
                  <a:gd name="connsiteX153-3079" fmla="*/ 505 w 6642"/>
                  <a:gd name="connsiteY153-3080" fmla="*/ 4788 h 5728"/>
                  <a:gd name="connsiteX154-3081" fmla="*/ 640 w 6642"/>
                  <a:gd name="connsiteY154-3082" fmla="*/ 4631 h 5728"/>
                  <a:gd name="connsiteX155-3083" fmla="*/ 683 w 6642"/>
                  <a:gd name="connsiteY155-3084" fmla="*/ 4541 h 5728"/>
                  <a:gd name="connsiteX156-3085" fmla="*/ 651 w 6642"/>
                  <a:gd name="connsiteY156-3086" fmla="*/ 4438 h 5728"/>
                  <a:gd name="connsiteX157-3087" fmla="*/ 277 w 6642"/>
                  <a:gd name="connsiteY157-3088" fmla="*/ 4491 h 5728"/>
                  <a:gd name="connsiteX158-3089" fmla="*/ 187 w 6642"/>
                  <a:gd name="connsiteY158-3090" fmla="*/ 4518 h 5728"/>
                  <a:gd name="connsiteX159-3091" fmla="*/ 195 w 6642"/>
                  <a:gd name="connsiteY159-3092" fmla="*/ 4384 h 5728"/>
                  <a:gd name="connsiteX160-3093" fmla="*/ 147 w 6642"/>
                  <a:gd name="connsiteY160-3094" fmla="*/ 4318 h 5728"/>
                  <a:gd name="connsiteX161-3095" fmla="*/ 39 w 6642"/>
                  <a:gd name="connsiteY161-3096" fmla="*/ 4220 h 5728"/>
                  <a:gd name="connsiteX162-3097" fmla="*/ 75 w 6642"/>
                  <a:gd name="connsiteY162-3098" fmla="*/ 4093 h 5728"/>
                  <a:gd name="connsiteX163-3099" fmla="*/ 63 w 6642"/>
                  <a:gd name="connsiteY163-3100" fmla="*/ 3929 h 5728"/>
                  <a:gd name="connsiteX164-3101" fmla="*/ 0 w 6642"/>
                  <a:gd name="connsiteY164-3102" fmla="*/ 3842 h 5728"/>
                  <a:gd name="connsiteX165-3103" fmla="*/ 0 w 6642"/>
                  <a:gd name="connsiteY165-3104" fmla="*/ 3737 h 5728"/>
                  <a:gd name="connsiteX166-3105" fmla="*/ 303 w 6642"/>
                  <a:gd name="connsiteY166-3106" fmla="*/ 3824 h 5728"/>
                  <a:gd name="connsiteX167-3107" fmla="*/ 830 w 6642"/>
                  <a:gd name="connsiteY167-3108" fmla="*/ 3840 h 5728"/>
                  <a:gd name="connsiteX168-3109" fmla="*/ 1044 w 6642"/>
                  <a:gd name="connsiteY168-3110" fmla="*/ 3908 h 5728"/>
                  <a:gd name="connsiteX169-3111" fmla="*/ 1213 w 6642"/>
                  <a:gd name="connsiteY169-3112" fmla="*/ 4053 h 5728"/>
                  <a:gd name="connsiteX170-3113" fmla="*/ 1257 w 6642"/>
                  <a:gd name="connsiteY170-3114" fmla="*/ 4077 h 5728"/>
                  <a:gd name="connsiteX171-3115" fmla="*/ 1417 w 6642"/>
                  <a:gd name="connsiteY171-3116" fmla="*/ 4107 h 5728"/>
                  <a:gd name="connsiteX172-3117" fmla="*/ 1487 w 6642"/>
                  <a:gd name="connsiteY172-3118" fmla="*/ 4158 h 5728"/>
                  <a:gd name="connsiteX173-3119" fmla="*/ 1688 w 6642"/>
                  <a:gd name="connsiteY173-3120" fmla="*/ 4229 h 5728"/>
                  <a:gd name="connsiteX174-3121" fmla="*/ 1904 w 6642"/>
                  <a:gd name="connsiteY174-3122" fmla="*/ 4309 h 5728"/>
                  <a:gd name="connsiteX175-3123" fmla="*/ 2068 w 6642"/>
                  <a:gd name="connsiteY175-3124" fmla="*/ 4212 h 5728"/>
                  <a:gd name="connsiteX176-3125" fmla="*/ 2267 w 6642"/>
                  <a:gd name="connsiteY176-3126" fmla="*/ 4125 h 5728"/>
                  <a:gd name="connsiteX177-3127" fmla="*/ 2363 w 6642"/>
                  <a:gd name="connsiteY177-3128" fmla="*/ 4075 h 5728"/>
                  <a:gd name="connsiteX178-3129" fmla="*/ 2539 w 6642"/>
                  <a:gd name="connsiteY178-3130" fmla="*/ 3995 h 5728"/>
                  <a:gd name="connsiteX179-3131" fmla="*/ 2721 w 6642"/>
                  <a:gd name="connsiteY179-3132" fmla="*/ 3970 h 5728"/>
                  <a:gd name="connsiteX180-3133" fmla="*/ 3073 w 6642"/>
                  <a:gd name="connsiteY180-3134" fmla="*/ 3979 h 5728"/>
                  <a:gd name="connsiteX181-3135" fmla="*/ 3416 w 6642"/>
                  <a:gd name="connsiteY181-3136" fmla="*/ 3722 h 5728"/>
                  <a:gd name="connsiteX182-3137" fmla="*/ 3519 w 6642"/>
                  <a:gd name="connsiteY182-3138" fmla="*/ 3636 h 5728"/>
                  <a:gd name="connsiteX183-3139" fmla="*/ 3609 w 6642"/>
                  <a:gd name="connsiteY183-3140" fmla="*/ 3563 h 5728"/>
                  <a:gd name="connsiteX184-3141" fmla="*/ 3705 w 6642"/>
                  <a:gd name="connsiteY184-3142" fmla="*/ 3503 h 5728"/>
                  <a:gd name="connsiteX185-3143" fmla="*/ 3702 w 6642"/>
                  <a:gd name="connsiteY185-3144" fmla="*/ 3422 h 5728"/>
                  <a:gd name="connsiteX186-3145" fmla="*/ 3597 w 6642"/>
                  <a:gd name="connsiteY186-3146" fmla="*/ 3317 h 5728"/>
                  <a:gd name="connsiteX187-3147" fmla="*/ 3582 w 6642"/>
                  <a:gd name="connsiteY187-3148" fmla="*/ 3252 h 5728"/>
                  <a:gd name="connsiteX188-3149" fmla="*/ 3692 w 6642"/>
                  <a:gd name="connsiteY188-3150" fmla="*/ 3012 h 5728"/>
                  <a:gd name="connsiteX189-3151" fmla="*/ 3835 w 6642"/>
                  <a:gd name="connsiteY189-3152" fmla="*/ 3094 h 5728"/>
                  <a:gd name="connsiteX190-3153" fmla="*/ 3915 w 6642"/>
                  <a:gd name="connsiteY190-3154" fmla="*/ 3122 h 5728"/>
                  <a:gd name="connsiteX191-3155" fmla="*/ 3998 w 6642"/>
                  <a:gd name="connsiteY191-3156" fmla="*/ 3124 h 5728"/>
                  <a:gd name="connsiteX192-3157" fmla="*/ 4258 w 6642"/>
                  <a:gd name="connsiteY192-3158" fmla="*/ 2876 h 5728"/>
                  <a:gd name="connsiteX193-3159" fmla="*/ 4431 w 6642"/>
                  <a:gd name="connsiteY193-3160" fmla="*/ 2857 h 5728"/>
                  <a:gd name="connsiteX0-3161" fmla="*/ 5456 w 6642"/>
                  <a:gd name="connsiteY0-3162" fmla="*/ 2333 h 5728"/>
                  <a:gd name="connsiteX1-3163" fmla="*/ 5454 w 6642"/>
                  <a:gd name="connsiteY1-3164" fmla="*/ 2117 h 5728"/>
                  <a:gd name="connsiteX2-3165" fmla="*/ 5378 w 6642"/>
                  <a:gd name="connsiteY2-3166" fmla="*/ 2039 h 5728"/>
                  <a:gd name="connsiteX3-3167" fmla="*/ 5235 w 6642"/>
                  <a:gd name="connsiteY3-3168" fmla="*/ 1951 h 5728"/>
                  <a:gd name="connsiteX4-3169" fmla="*/ 5143 w 6642"/>
                  <a:gd name="connsiteY4-3170" fmla="*/ 1827 h 5728"/>
                  <a:gd name="connsiteX5-3171" fmla="*/ 5047 w 6642"/>
                  <a:gd name="connsiteY5-3172" fmla="*/ 1828 h 5728"/>
                  <a:gd name="connsiteX6-3173" fmla="*/ 5002 w 6642"/>
                  <a:gd name="connsiteY6-3174" fmla="*/ 1883 h 5728"/>
                  <a:gd name="connsiteX7-3175" fmla="*/ 4909 w 6642"/>
                  <a:gd name="connsiteY7-3176" fmla="*/ 1877 h 5728"/>
                  <a:gd name="connsiteX8-3177" fmla="*/ 4889 w 6642"/>
                  <a:gd name="connsiteY8-3178" fmla="*/ 1994 h 5728"/>
                  <a:gd name="connsiteX9-3179" fmla="*/ 4708 w 6642"/>
                  <a:gd name="connsiteY9-3180" fmla="*/ 1941 h 5728"/>
                  <a:gd name="connsiteX10-3181" fmla="*/ 4625 w 6642"/>
                  <a:gd name="connsiteY10-3182" fmla="*/ 1939 h 5728"/>
                  <a:gd name="connsiteX11-3183" fmla="*/ 4500 w 6642"/>
                  <a:gd name="connsiteY11-3184" fmla="*/ 2014 h 5728"/>
                  <a:gd name="connsiteX12-3185" fmla="*/ 4388 w 6642"/>
                  <a:gd name="connsiteY12-3186" fmla="*/ 1890 h 5728"/>
                  <a:gd name="connsiteX13-3187" fmla="*/ 4482 w 6642"/>
                  <a:gd name="connsiteY13-3188" fmla="*/ 1804 h 5728"/>
                  <a:gd name="connsiteX14-3189" fmla="*/ 4486 w 6642"/>
                  <a:gd name="connsiteY14-3190" fmla="*/ 1634 h 5728"/>
                  <a:gd name="connsiteX15-3191" fmla="*/ 4541 w 6642"/>
                  <a:gd name="connsiteY15-3192" fmla="*/ 1514 h 5728"/>
                  <a:gd name="connsiteX16-3193" fmla="*/ 4584 w 6642"/>
                  <a:gd name="connsiteY16-3194" fmla="*/ 1306 h 5728"/>
                  <a:gd name="connsiteX17-3195" fmla="*/ 4644 w 6642"/>
                  <a:gd name="connsiteY17-3196" fmla="*/ 1307 h 5728"/>
                  <a:gd name="connsiteX18-3197" fmla="*/ 4967 w 6642"/>
                  <a:gd name="connsiteY18-3198" fmla="*/ 1286 h 5728"/>
                  <a:gd name="connsiteX19-3199" fmla="*/ 5141 w 6642"/>
                  <a:gd name="connsiteY19-3200" fmla="*/ 1117 h 5728"/>
                  <a:gd name="connsiteX20-3201" fmla="*/ 5210 w 6642"/>
                  <a:gd name="connsiteY20-3202" fmla="*/ 748 h 5728"/>
                  <a:gd name="connsiteX21-3203" fmla="*/ 5320 w 6642"/>
                  <a:gd name="connsiteY21-3204" fmla="*/ 486 h 5728"/>
                  <a:gd name="connsiteX22-3205" fmla="*/ 5318 w 6642"/>
                  <a:gd name="connsiteY22-3206" fmla="*/ 358 h 5728"/>
                  <a:gd name="connsiteX23-3207" fmla="*/ 5305 w 6642"/>
                  <a:gd name="connsiteY23-3208" fmla="*/ 328 h 5728"/>
                  <a:gd name="connsiteX24-3209" fmla="*/ 5238 w 6642"/>
                  <a:gd name="connsiteY24-3210" fmla="*/ 251 h 5728"/>
                  <a:gd name="connsiteX25-3211" fmla="*/ 5178 w 6642"/>
                  <a:gd name="connsiteY25-3212" fmla="*/ 217 h 5728"/>
                  <a:gd name="connsiteX26-3213" fmla="*/ 5303 w 6642"/>
                  <a:gd name="connsiteY26-3214" fmla="*/ 56 h 5728"/>
                  <a:gd name="connsiteX27-3215" fmla="*/ 5476 w 6642"/>
                  <a:gd name="connsiteY27-3216" fmla="*/ 2 h 5728"/>
                  <a:gd name="connsiteX28-3217" fmla="*/ 5508 w 6642"/>
                  <a:gd name="connsiteY28-3218" fmla="*/ 49 h 5728"/>
                  <a:gd name="connsiteX29-3219" fmla="*/ 5498 w 6642"/>
                  <a:gd name="connsiteY29-3220" fmla="*/ 133 h 5728"/>
                  <a:gd name="connsiteX30-3221" fmla="*/ 5437 w 6642"/>
                  <a:gd name="connsiteY30-3222" fmla="*/ 243 h 5728"/>
                  <a:gd name="connsiteX31-3223" fmla="*/ 5507 w 6642"/>
                  <a:gd name="connsiteY31-3224" fmla="*/ 301 h 5728"/>
                  <a:gd name="connsiteX32-3225" fmla="*/ 5621 w 6642"/>
                  <a:gd name="connsiteY32-3226" fmla="*/ 366 h 5728"/>
                  <a:gd name="connsiteX33-3227" fmla="*/ 5641 w 6642"/>
                  <a:gd name="connsiteY33-3228" fmla="*/ 255 h 5728"/>
                  <a:gd name="connsiteX34-3229" fmla="*/ 5775 w 6642"/>
                  <a:gd name="connsiteY34-3230" fmla="*/ 291 h 5728"/>
                  <a:gd name="connsiteX35-3231" fmla="*/ 5800 w 6642"/>
                  <a:gd name="connsiteY35-3232" fmla="*/ 331 h 5728"/>
                  <a:gd name="connsiteX36-3233" fmla="*/ 5876 w 6642"/>
                  <a:gd name="connsiteY36-3234" fmla="*/ 562 h 5728"/>
                  <a:gd name="connsiteX37-3235" fmla="*/ 5911 w 6642"/>
                  <a:gd name="connsiteY37-3236" fmla="*/ 586 h 5728"/>
                  <a:gd name="connsiteX38-3237" fmla="*/ 6003 w 6642"/>
                  <a:gd name="connsiteY38-3238" fmla="*/ 578 h 5728"/>
                  <a:gd name="connsiteX39-3239" fmla="*/ 6263 w 6642"/>
                  <a:gd name="connsiteY39-3240" fmla="*/ 490 h 5728"/>
                  <a:gd name="connsiteX40-3241" fmla="*/ 6483 w 6642"/>
                  <a:gd name="connsiteY40-3242" fmla="*/ 479 h 5728"/>
                  <a:gd name="connsiteX41-3243" fmla="*/ 6543 w 6642"/>
                  <a:gd name="connsiteY41-3244" fmla="*/ 648 h 5728"/>
                  <a:gd name="connsiteX42-3245" fmla="*/ 6461 w 6642"/>
                  <a:gd name="connsiteY42-3246" fmla="*/ 944 h 5728"/>
                  <a:gd name="connsiteX43-3247" fmla="*/ 6461 w 6642"/>
                  <a:gd name="connsiteY43-3248" fmla="*/ 1022 h 5728"/>
                  <a:gd name="connsiteX44-3249" fmla="*/ 6530 w 6642"/>
                  <a:gd name="connsiteY44-3250" fmla="*/ 1168 h 5728"/>
                  <a:gd name="connsiteX45-3251" fmla="*/ 6545 w 6642"/>
                  <a:gd name="connsiteY45-3252" fmla="*/ 1427 h 5728"/>
                  <a:gd name="connsiteX46-3253" fmla="*/ 6547 w 6642"/>
                  <a:gd name="connsiteY46-3254" fmla="*/ 1617 h 5728"/>
                  <a:gd name="connsiteX47-3255" fmla="*/ 6480 w 6642"/>
                  <a:gd name="connsiteY47-3256" fmla="*/ 1625 h 5728"/>
                  <a:gd name="connsiteX48-3257" fmla="*/ 6458 w 6642"/>
                  <a:gd name="connsiteY48-3258" fmla="*/ 1507 h 5728"/>
                  <a:gd name="connsiteX49-3259" fmla="*/ 6423 w 6642"/>
                  <a:gd name="connsiteY49-3260" fmla="*/ 1450 h 5728"/>
                  <a:gd name="connsiteX50-3261" fmla="*/ 6333 w 6642"/>
                  <a:gd name="connsiteY50-3262" fmla="*/ 1582 h 5728"/>
                  <a:gd name="connsiteX51-3263" fmla="*/ 6220 w 6642"/>
                  <a:gd name="connsiteY51-3264" fmla="*/ 1776 h 5728"/>
                  <a:gd name="connsiteX52-3265" fmla="*/ 6101 w 6642"/>
                  <a:gd name="connsiteY52-3266" fmla="*/ 1904 h 5728"/>
                  <a:gd name="connsiteX53-3267" fmla="*/ 6094 w 6642"/>
                  <a:gd name="connsiteY53-3268" fmla="*/ 2018 h 5728"/>
                  <a:gd name="connsiteX54-3269" fmla="*/ 6154 w 6642"/>
                  <a:gd name="connsiteY54-3270" fmla="*/ 2115 h 5728"/>
                  <a:gd name="connsiteX55-3271" fmla="*/ 6256 w 6642"/>
                  <a:gd name="connsiteY55-3272" fmla="*/ 2183 h 5728"/>
                  <a:gd name="connsiteX56-3273" fmla="*/ 6333 w 6642"/>
                  <a:gd name="connsiteY56-3274" fmla="*/ 2178 h 5728"/>
                  <a:gd name="connsiteX57-3275" fmla="*/ 6378 w 6642"/>
                  <a:gd name="connsiteY57-3276" fmla="*/ 2104 h 5728"/>
                  <a:gd name="connsiteX58-3277" fmla="*/ 6412 w 6642"/>
                  <a:gd name="connsiteY58-3278" fmla="*/ 2210 h 5728"/>
                  <a:gd name="connsiteX59-3279" fmla="*/ 6300 w 6642"/>
                  <a:gd name="connsiteY59-3280" fmla="*/ 2249 h 5728"/>
                  <a:gd name="connsiteX60-3281" fmla="*/ 6347 w 6642"/>
                  <a:gd name="connsiteY60-3282" fmla="*/ 2362 h 5728"/>
                  <a:gd name="connsiteX61-3283" fmla="*/ 6212 w 6642"/>
                  <a:gd name="connsiteY61-3284" fmla="*/ 2509 h 5728"/>
                  <a:gd name="connsiteX62-3285" fmla="*/ 6171 w 6642"/>
                  <a:gd name="connsiteY62-3286" fmla="*/ 2498 h 5728"/>
                  <a:gd name="connsiteX63-3287" fmla="*/ 6047 w 6642"/>
                  <a:gd name="connsiteY63-3288" fmla="*/ 2413 h 5728"/>
                  <a:gd name="connsiteX64-3289" fmla="*/ 5992 w 6642"/>
                  <a:gd name="connsiteY64-3290" fmla="*/ 2412 h 5728"/>
                  <a:gd name="connsiteX65-3291" fmla="*/ 5957 w 6642"/>
                  <a:gd name="connsiteY65-3292" fmla="*/ 2480 h 5728"/>
                  <a:gd name="connsiteX66-3293" fmla="*/ 5960 w 6642"/>
                  <a:gd name="connsiteY66-3294" fmla="*/ 2562 h 5728"/>
                  <a:gd name="connsiteX67-3295" fmla="*/ 6138 w 6642"/>
                  <a:gd name="connsiteY67-3296" fmla="*/ 2730 h 5728"/>
                  <a:gd name="connsiteX68-3297" fmla="*/ 6137 w 6642"/>
                  <a:gd name="connsiteY68-3298" fmla="*/ 2844 h 5728"/>
                  <a:gd name="connsiteX69-3299" fmla="*/ 6228 w 6642"/>
                  <a:gd name="connsiteY69-3300" fmla="*/ 3060 h 5728"/>
                  <a:gd name="connsiteX70-3301" fmla="*/ 6254 w 6642"/>
                  <a:gd name="connsiteY70-3302" fmla="*/ 3090 h 5728"/>
                  <a:gd name="connsiteX71-3303" fmla="*/ 6298 w 6642"/>
                  <a:gd name="connsiteY71-3304" fmla="*/ 3094 h 5728"/>
                  <a:gd name="connsiteX72-3305" fmla="*/ 6344 w 6642"/>
                  <a:gd name="connsiteY72-3306" fmla="*/ 3010 h 5728"/>
                  <a:gd name="connsiteX73-3307" fmla="*/ 6424 w 6642"/>
                  <a:gd name="connsiteY73-3308" fmla="*/ 2950 h 5728"/>
                  <a:gd name="connsiteX74-3309" fmla="*/ 6519 w 6642"/>
                  <a:gd name="connsiteY74-3310" fmla="*/ 3126 h 5728"/>
                  <a:gd name="connsiteX75-3311" fmla="*/ 6629 w 6642"/>
                  <a:gd name="connsiteY75-3312" fmla="*/ 3312 h 5728"/>
                  <a:gd name="connsiteX76-3313" fmla="*/ 6642 w 6642"/>
                  <a:gd name="connsiteY76-3314" fmla="*/ 3342 h 5728"/>
                  <a:gd name="connsiteX77-3315" fmla="*/ 6631 w 6642"/>
                  <a:gd name="connsiteY77-3316" fmla="*/ 3518 h 5728"/>
                  <a:gd name="connsiteX78-3317" fmla="*/ 6596 w 6642"/>
                  <a:gd name="connsiteY78-3318" fmla="*/ 3554 h 5728"/>
                  <a:gd name="connsiteX79-3319" fmla="*/ 6507 w 6642"/>
                  <a:gd name="connsiteY79-3320" fmla="*/ 3515 h 5728"/>
                  <a:gd name="connsiteX80-3321" fmla="*/ 6273 w 6642"/>
                  <a:gd name="connsiteY80-3322" fmla="*/ 3644 h 5728"/>
                  <a:gd name="connsiteX81-3323" fmla="*/ 6247 w 6642"/>
                  <a:gd name="connsiteY81-3324" fmla="*/ 3666 h 5728"/>
                  <a:gd name="connsiteX82-3325" fmla="*/ 6067 w 6642"/>
                  <a:gd name="connsiteY82-3326" fmla="*/ 3812 h 5728"/>
                  <a:gd name="connsiteX83-3327" fmla="*/ 5926 w 6642"/>
                  <a:gd name="connsiteY83-3328" fmla="*/ 3926 h 5728"/>
                  <a:gd name="connsiteX84-3329" fmla="*/ 5891 w 6642"/>
                  <a:gd name="connsiteY84-3330" fmla="*/ 3965 h 5728"/>
                  <a:gd name="connsiteX85-3331" fmla="*/ 5839 w 6642"/>
                  <a:gd name="connsiteY85-3332" fmla="*/ 3973 h 5728"/>
                  <a:gd name="connsiteX86-3333" fmla="*/ 5782 w 6642"/>
                  <a:gd name="connsiteY86-3334" fmla="*/ 3916 h 5728"/>
                  <a:gd name="connsiteX87-3335" fmla="*/ 5658 w 6642"/>
                  <a:gd name="connsiteY87-3336" fmla="*/ 3808 h 5728"/>
                  <a:gd name="connsiteX88-3337" fmla="*/ 5682 w 6642"/>
                  <a:gd name="connsiteY88-3338" fmla="*/ 4064 h 5728"/>
                  <a:gd name="connsiteX89-3339" fmla="*/ 5691 w 6642"/>
                  <a:gd name="connsiteY89-3340" fmla="*/ 4192 h 5728"/>
                  <a:gd name="connsiteX90-3341" fmla="*/ 5429 w 6642"/>
                  <a:gd name="connsiteY90-3342" fmla="*/ 4166 h 5728"/>
                  <a:gd name="connsiteX91-3343" fmla="*/ 5347 w 6642"/>
                  <a:gd name="connsiteY91-3344" fmla="*/ 3987 h 5728"/>
                  <a:gd name="connsiteX92-3345" fmla="*/ 5265 w 6642"/>
                  <a:gd name="connsiteY92-3346" fmla="*/ 3802 h 5728"/>
                  <a:gd name="connsiteX93-3347" fmla="*/ 5003 w 6642"/>
                  <a:gd name="connsiteY93-3348" fmla="*/ 3867 h 5728"/>
                  <a:gd name="connsiteX94-3349" fmla="*/ 4999 w 6642"/>
                  <a:gd name="connsiteY94-3350" fmla="*/ 4057 h 5728"/>
                  <a:gd name="connsiteX95-3351" fmla="*/ 4807 w 6642"/>
                  <a:gd name="connsiteY95-3352" fmla="*/ 4072 h 5728"/>
                  <a:gd name="connsiteX96-3353" fmla="*/ 4634 w 6642"/>
                  <a:gd name="connsiteY96-3354" fmla="*/ 4175 h 5728"/>
                  <a:gd name="connsiteX97-3355" fmla="*/ 4569 w 6642"/>
                  <a:gd name="connsiteY97-3356" fmla="*/ 4246 h 5728"/>
                  <a:gd name="connsiteX98-3357" fmla="*/ 4506 w 6642"/>
                  <a:gd name="connsiteY98-3358" fmla="*/ 4159 h 5728"/>
                  <a:gd name="connsiteX99-3359" fmla="*/ 4541 w 6642"/>
                  <a:gd name="connsiteY99-3360" fmla="*/ 4134 h 5728"/>
                  <a:gd name="connsiteX100-3361" fmla="*/ 4408 w 6642"/>
                  <a:gd name="connsiteY100-3362" fmla="*/ 3980 h 5728"/>
                  <a:gd name="connsiteX101-3363" fmla="*/ 4340 w 6642"/>
                  <a:gd name="connsiteY101-3364" fmla="*/ 4188 h 5728"/>
                  <a:gd name="connsiteX102-3365" fmla="*/ 4282 w 6642"/>
                  <a:gd name="connsiteY102-3366" fmla="*/ 4193 h 5728"/>
                  <a:gd name="connsiteX103-3367" fmla="*/ 4260 w 6642"/>
                  <a:gd name="connsiteY103-3368" fmla="*/ 4238 h 5728"/>
                  <a:gd name="connsiteX104-3369" fmla="*/ 4231 w 6642"/>
                  <a:gd name="connsiteY104-3370" fmla="*/ 4250 h 5728"/>
                  <a:gd name="connsiteX105-3371" fmla="*/ 4230 w 6642"/>
                  <a:gd name="connsiteY105-3372" fmla="*/ 4427 h 5728"/>
                  <a:gd name="connsiteX106-3373" fmla="*/ 4290 w 6642"/>
                  <a:gd name="connsiteY106-3374" fmla="*/ 4504 h 5728"/>
                  <a:gd name="connsiteX107-3375" fmla="*/ 4293 w 6642"/>
                  <a:gd name="connsiteY107-3376" fmla="*/ 4556 h 5728"/>
                  <a:gd name="connsiteX108-3377" fmla="*/ 4257 w 6642"/>
                  <a:gd name="connsiteY108-3378" fmla="*/ 4614 h 5728"/>
                  <a:gd name="connsiteX109-3379" fmla="*/ 3992 w 6642"/>
                  <a:gd name="connsiteY109-3380" fmla="*/ 4680 h 5728"/>
                  <a:gd name="connsiteX110-3381" fmla="*/ 3857 w 6642"/>
                  <a:gd name="connsiteY110-3382" fmla="*/ 4739 h 5728"/>
                  <a:gd name="connsiteX111-3383" fmla="*/ 3815 w 6642"/>
                  <a:gd name="connsiteY111-3384" fmla="*/ 4777 h 5728"/>
                  <a:gd name="connsiteX112-3385" fmla="*/ 3616 w 6642"/>
                  <a:gd name="connsiteY112-3386" fmla="*/ 5021 h 5728"/>
                  <a:gd name="connsiteX113-3387" fmla="*/ 3543 w 6642"/>
                  <a:gd name="connsiteY113-3388" fmla="*/ 4970 h 5728"/>
                  <a:gd name="connsiteX114-3389" fmla="*/ 3460 w 6642"/>
                  <a:gd name="connsiteY114-3390" fmla="*/ 4971 h 5728"/>
                  <a:gd name="connsiteX115-3391" fmla="*/ 3424 w 6642"/>
                  <a:gd name="connsiteY115-3392" fmla="*/ 5045 h 5728"/>
                  <a:gd name="connsiteX116-3393" fmla="*/ 3313 w 6642"/>
                  <a:gd name="connsiteY116-3394" fmla="*/ 5000 h 5728"/>
                  <a:gd name="connsiteX117-3395" fmla="*/ 3235 w 6642"/>
                  <a:gd name="connsiteY117-3396" fmla="*/ 5109 h 5728"/>
                  <a:gd name="connsiteX118-3397" fmla="*/ 3013 w 6642"/>
                  <a:gd name="connsiteY118-3398" fmla="*/ 5349 h 5728"/>
                  <a:gd name="connsiteX119-3399" fmla="*/ 2993 w 6642"/>
                  <a:gd name="connsiteY119-3400" fmla="*/ 5516 h 5728"/>
                  <a:gd name="connsiteX120-3401" fmla="*/ 2976 w 6642"/>
                  <a:gd name="connsiteY120-3402" fmla="*/ 5659 h 5728"/>
                  <a:gd name="connsiteX121-3403" fmla="*/ 2960 w 6642"/>
                  <a:gd name="connsiteY121-3404" fmla="*/ 5669 h 5728"/>
                  <a:gd name="connsiteX122-3405" fmla="*/ 2638 w 6642"/>
                  <a:gd name="connsiteY122-3406" fmla="*/ 5621 h 5728"/>
                  <a:gd name="connsiteX123-3407" fmla="*/ 2536 w 6642"/>
                  <a:gd name="connsiteY123-3408" fmla="*/ 5566 h 5728"/>
                  <a:gd name="connsiteX124-3409" fmla="*/ 2482 w 6642"/>
                  <a:gd name="connsiteY124-3410" fmla="*/ 5503 h 5728"/>
                  <a:gd name="connsiteX125-3411" fmla="*/ 2377 w 6642"/>
                  <a:gd name="connsiteY125-3412" fmla="*/ 5477 h 5728"/>
                  <a:gd name="connsiteX126-3413" fmla="*/ 2377 w 6642"/>
                  <a:gd name="connsiteY126-3414" fmla="*/ 5379 h 5728"/>
                  <a:gd name="connsiteX127-3415" fmla="*/ 2481 w 6642"/>
                  <a:gd name="connsiteY127-3416" fmla="*/ 5149 h 5728"/>
                  <a:gd name="connsiteX128-3417" fmla="*/ 2341 w 6642"/>
                  <a:gd name="connsiteY128-3418" fmla="*/ 5070 h 5728"/>
                  <a:gd name="connsiteX129-3419" fmla="*/ 2299 w 6642"/>
                  <a:gd name="connsiteY129-3420" fmla="*/ 5095 h 5728"/>
                  <a:gd name="connsiteX130-3421" fmla="*/ 2209 w 6642"/>
                  <a:gd name="connsiteY130-3422" fmla="*/ 5214 h 5728"/>
                  <a:gd name="connsiteX131-3423" fmla="*/ 2177 w 6642"/>
                  <a:gd name="connsiteY131-3424" fmla="*/ 5276 h 5728"/>
                  <a:gd name="connsiteX132-3425" fmla="*/ 2115 w 6642"/>
                  <a:gd name="connsiteY132-3426" fmla="*/ 5386 h 5728"/>
                  <a:gd name="connsiteX133-3427" fmla="*/ 2121 w 6642"/>
                  <a:gd name="connsiteY133-3428" fmla="*/ 5510 h 5728"/>
                  <a:gd name="connsiteX134-3429" fmla="*/ 2082 w 6642"/>
                  <a:gd name="connsiteY134-3430" fmla="*/ 5558 h 5728"/>
                  <a:gd name="connsiteX135-3431" fmla="*/ 1951 w 6642"/>
                  <a:gd name="connsiteY135-3432" fmla="*/ 5617 h 5728"/>
                  <a:gd name="connsiteX136-3433" fmla="*/ 1785 w 6642"/>
                  <a:gd name="connsiteY136-3434" fmla="*/ 5649 h 5728"/>
                  <a:gd name="connsiteX137-3435" fmla="*/ 1682 w 6642"/>
                  <a:gd name="connsiteY137-3436" fmla="*/ 5728 h 5728"/>
                  <a:gd name="connsiteX138-3437" fmla="*/ 1568 w 6642"/>
                  <a:gd name="connsiteY138-3438" fmla="*/ 5611 h 5728"/>
                  <a:gd name="connsiteX139-3439" fmla="*/ 1508 w 6642"/>
                  <a:gd name="connsiteY139-3440" fmla="*/ 5485 h 5728"/>
                  <a:gd name="connsiteX140-3441" fmla="*/ 1630 w 6642"/>
                  <a:gd name="connsiteY140-3442" fmla="*/ 5242 h 5728"/>
                  <a:gd name="connsiteX141-3443" fmla="*/ 1685 w 6642"/>
                  <a:gd name="connsiteY141-3444" fmla="*/ 5195 h 5728"/>
                  <a:gd name="connsiteX142-3445" fmla="*/ 1730 w 6642"/>
                  <a:gd name="connsiteY142-3446" fmla="*/ 5120 h 5728"/>
                  <a:gd name="connsiteX143-3447" fmla="*/ 1727 w 6642"/>
                  <a:gd name="connsiteY143-3448" fmla="*/ 5071 h 5728"/>
                  <a:gd name="connsiteX144-3449" fmla="*/ 1530 w 6642"/>
                  <a:gd name="connsiteY144-3450" fmla="*/ 5007 h 5728"/>
                  <a:gd name="connsiteX145-3451" fmla="*/ 1459 w 6642"/>
                  <a:gd name="connsiteY145-3452" fmla="*/ 5064 h 5728"/>
                  <a:gd name="connsiteX146-3453" fmla="*/ 1353 w 6642"/>
                  <a:gd name="connsiteY146-3454" fmla="*/ 5111 h 5728"/>
                  <a:gd name="connsiteX147-3455" fmla="*/ 1290 w 6642"/>
                  <a:gd name="connsiteY147-3456" fmla="*/ 5063 h 5728"/>
                  <a:gd name="connsiteX148-3457" fmla="*/ 1052 w 6642"/>
                  <a:gd name="connsiteY148-3458" fmla="*/ 5254 h 5728"/>
                  <a:gd name="connsiteX149-3459" fmla="*/ 924 w 6642"/>
                  <a:gd name="connsiteY149-3460" fmla="*/ 5231 h 5728"/>
                  <a:gd name="connsiteX150-3461" fmla="*/ 813 w 6642"/>
                  <a:gd name="connsiteY150-3462" fmla="*/ 5097 h 5728"/>
                  <a:gd name="connsiteX151-3463" fmla="*/ 683 w 6642"/>
                  <a:gd name="connsiteY151-3464" fmla="*/ 4930 h 5728"/>
                  <a:gd name="connsiteX152-3465" fmla="*/ 572 w 6642"/>
                  <a:gd name="connsiteY152-3466" fmla="*/ 4806 h 5728"/>
                  <a:gd name="connsiteX153-3467" fmla="*/ 505 w 6642"/>
                  <a:gd name="connsiteY153-3468" fmla="*/ 4788 h 5728"/>
                  <a:gd name="connsiteX154-3469" fmla="*/ 640 w 6642"/>
                  <a:gd name="connsiteY154-3470" fmla="*/ 4631 h 5728"/>
                  <a:gd name="connsiteX155-3471" fmla="*/ 683 w 6642"/>
                  <a:gd name="connsiteY155-3472" fmla="*/ 4541 h 5728"/>
                  <a:gd name="connsiteX156-3473" fmla="*/ 651 w 6642"/>
                  <a:gd name="connsiteY156-3474" fmla="*/ 4438 h 5728"/>
                  <a:gd name="connsiteX157-3475" fmla="*/ 277 w 6642"/>
                  <a:gd name="connsiteY157-3476" fmla="*/ 4491 h 5728"/>
                  <a:gd name="connsiteX158-3477" fmla="*/ 187 w 6642"/>
                  <a:gd name="connsiteY158-3478" fmla="*/ 4518 h 5728"/>
                  <a:gd name="connsiteX159-3479" fmla="*/ 195 w 6642"/>
                  <a:gd name="connsiteY159-3480" fmla="*/ 4384 h 5728"/>
                  <a:gd name="connsiteX160-3481" fmla="*/ 147 w 6642"/>
                  <a:gd name="connsiteY160-3482" fmla="*/ 4318 h 5728"/>
                  <a:gd name="connsiteX161-3483" fmla="*/ 39 w 6642"/>
                  <a:gd name="connsiteY161-3484" fmla="*/ 4220 h 5728"/>
                  <a:gd name="connsiteX162-3485" fmla="*/ 75 w 6642"/>
                  <a:gd name="connsiteY162-3486" fmla="*/ 4093 h 5728"/>
                  <a:gd name="connsiteX163-3487" fmla="*/ 63 w 6642"/>
                  <a:gd name="connsiteY163-3488" fmla="*/ 3929 h 5728"/>
                  <a:gd name="connsiteX164-3489" fmla="*/ 0 w 6642"/>
                  <a:gd name="connsiteY164-3490" fmla="*/ 3842 h 5728"/>
                  <a:gd name="connsiteX165-3491" fmla="*/ 0 w 6642"/>
                  <a:gd name="connsiteY165-3492" fmla="*/ 3737 h 5728"/>
                  <a:gd name="connsiteX166-3493" fmla="*/ 303 w 6642"/>
                  <a:gd name="connsiteY166-3494" fmla="*/ 3824 h 5728"/>
                  <a:gd name="connsiteX167-3495" fmla="*/ 830 w 6642"/>
                  <a:gd name="connsiteY167-3496" fmla="*/ 3840 h 5728"/>
                  <a:gd name="connsiteX168-3497" fmla="*/ 1044 w 6642"/>
                  <a:gd name="connsiteY168-3498" fmla="*/ 3908 h 5728"/>
                  <a:gd name="connsiteX169-3499" fmla="*/ 1213 w 6642"/>
                  <a:gd name="connsiteY169-3500" fmla="*/ 4053 h 5728"/>
                  <a:gd name="connsiteX170-3501" fmla="*/ 1257 w 6642"/>
                  <a:gd name="connsiteY170-3502" fmla="*/ 4077 h 5728"/>
                  <a:gd name="connsiteX171-3503" fmla="*/ 1417 w 6642"/>
                  <a:gd name="connsiteY171-3504" fmla="*/ 4107 h 5728"/>
                  <a:gd name="connsiteX172-3505" fmla="*/ 1487 w 6642"/>
                  <a:gd name="connsiteY172-3506" fmla="*/ 4158 h 5728"/>
                  <a:gd name="connsiteX173-3507" fmla="*/ 1688 w 6642"/>
                  <a:gd name="connsiteY173-3508" fmla="*/ 4229 h 5728"/>
                  <a:gd name="connsiteX174-3509" fmla="*/ 1904 w 6642"/>
                  <a:gd name="connsiteY174-3510" fmla="*/ 4309 h 5728"/>
                  <a:gd name="connsiteX175-3511" fmla="*/ 2068 w 6642"/>
                  <a:gd name="connsiteY175-3512" fmla="*/ 4212 h 5728"/>
                  <a:gd name="connsiteX176-3513" fmla="*/ 2267 w 6642"/>
                  <a:gd name="connsiteY176-3514" fmla="*/ 4125 h 5728"/>
                  <a:gd name="connsiteX177-3515" fmla="*/ 2363 w 6642"/>
                  <a:gd name="connsiteY177-3516" fmla="*/ 4075 h 5728"/>
                  <a:gd name="connsiteX178-3517" fmla="*/ 2539 w 6642"/>
                  <a:gd name="connsiteY178-3518" fmla="*/ 3995 h 5728"/>
                  <a:gd name="connsiteX179-3519" fmla="*/ 2721 w 6642"/>
                  <a:gd name="connsiteY179-3520" fmla="*/ 3970 h 5728"/>
                  <a:gd name="connsiteX180-3521" fmla="*/ 3073 w 6642"/>
                  <a:gd name="connsiteY180-3522" fmla="*/ 3979 h 5728"/>
                  <a:gd name="connsiteX181-3523" fmla="*/ 3416 w 6642"/>
                  <a:gd name="connsiteY181-3524" fmla="*/ 3722 h 5728"/>
                  <a:gd name="connsiteX182-3525" fmla="*/ 3519 w 6642"/>
                  <a:gd name="connsiteY182-3526" fmla="*/ 3636 h 5728"/>
                  <a:gd name="connsiteX183-3527" fmla="*/ 3609 w 6642"/>
                  <a:gd name="connsiteY183-3528" fmla="*/ 3563 h 5728"/>
                  <a:gd name="connsiteX184-3529" fmla="*/ 3705 w 6642"/>
                  <a:gd name="connsiteY184-3530" fmla="*/ 3503 h 5728"/>
                  <a:gd name="connsiteX185-3531" fmla="*/ 3702 w 6642"/>
                  <a:gd name="connsiteY185-3532" fmla="*/ 3422 h 5728"/>
                  <a:gd name="connsiteX186-3533" fmla="*/ 3597 w 6642"/>
                  <a:gd name="connsiteY186-3534" fmla="*/ 3317 h 5728"/>
                  <a:gd name="connsiteX187-3535" fmla="*/ 3582 w 6642"/>
                  <a:gd name="connsiteY187-3536" fmla="*/ 3252 h 5728"/>
                  <a:gd name="connsiteX188-3537" fmla="*/ 3692 w 6642"/>
                  <a:gd name="connsiteY188-3538" fmla="*/ 3012 h 5728"/>
                  <a:gd name="connsiteX189-3539" fmla="*/ 3835 w 6642"/>
                  <a:gd name="connsiteY189-3540" fmla="*/ 3094 h 5728"/>
                  <a:gd name="connsiteX190-3541" fmla="*/ 3915 w 6642"/>
                  <a:gd name="connsiteY190-3542" fmla="*/ 3122 h 5728"/>
                  <a:gd name="connsiteX191-3543" fmla="*/ 3998 w 6642"/>
                  <a:gd name="connsiteY191-3544" fmla="*/ 3124 h 5728"/>
                  <a:gd name="connsiteX192-3545" fmla="*/ 4258 w 6642"/>
                  <a:gd name="connsiteY192-3546" fmla="*/ 2876 h 5728"/>
                  <a:gd name="connsiteX0-3547" fmla="*/ 5456 w 6642"/>
                  <a:gd name="connsiteY0-3548" fmla="*/ 2333 h 5728"/>
                  <a:gd name="connsiteX1-3549" fmla="*/ 5454 w 6642"/>
                  <a:gd name="connsiteY1-3550" fmla="*/ 2117 h 5728"/>
                  <a:gd name="connsiteX2-3551" fmla="*/ 5378 w 6642"/>
                  <a:gd name="connsiteY2-3552" fmla="*/ 2039 h 5728"/>
                  <a:gd name="connsiteX3-3553" fmla="*/ 5235 w 6642"/>
                  <a:gd name="connsiteY3-3554" fmla="*/ 1951 h 5728"/>
                  <a:gd name="connsiteX4-3555" fmla="*/ 5143 w 6642"/>
                  <a:gd name="connsiteY4-3556" fmla="*/ 1827 h 5728"/>
                  <a:gd name="connsiteX5-3557" fmla="*/ 5047 w 6642"/>
                  <a:gd name="connsiteY5-3558" fmla="*/ 1828 h 5728"/>
                  <a:gd name="connsiteX6-3559" fmla="*/ 5002 w 6642"/>
                  <a:gd name="connsiteY6-3560" fmla="*/ 1883 h 5728"/>
                  <a:gd name="connsiteX7-3561" fmla="*/ 4909 w 6642"/>
                  <a:gd name="connsiteY7-3562" fmla="*/ 1877 h 5728"/>
                  <a:gd name="connsiteX8-3563" fmla="*/ 4889 w 6642"/>
                  <a:gd name="connsiteY8-3564" fmla="*/ 1994 h 5728"/>
                  <a:gd name="connsiteX9-3565" fmla="*/ 4708 w 6642"/>
                  <a:gd name="connsiteY9-3566" fmla="*/ 1941 h 5728"/>
                  <a:gd name="connsiteX10-3567" fmla="*/ 4625 w 6642"/>
                  <a:gd name="connsiteY10-3568" fmla="*/ 1939 h 5728"/>
                  <a:gd name="connsiteX11-3569" fmla="*/ 4500 w 6642"/>
                  <a:gd name="connsiteY11-3570" fmla="*/ 2014 h 5728"/>
                  <a:gd name="connsiteX12-3571" fmla="*/ 4388 w 6642"/>
                  <a:gd name="connsiteY12-3572" fmla="*/ 1890 h 5728"/>
                  <a:gd name="connsiteX13-3573" fmla="*/ 4482 w 6642"/>
                  <a:gd name="connsiteY13-3574" fmla="*/ 1804 h 5728"/>
                  <a:gd name="connsiteX14-3575" fmla="*/ 4486 w 6642"/>
                  <a:gd name="connsiteY14-3576" fmla="*/ 1634 h 5728"/>
                  <a:gd name="connsiteX15-3577" fmla="*/ 4541 w 6642"/>
                  <a:gd name="connsiteY15-3578" fmla="*/ 1514 h 5728"/>
                  <a:gd name="connsiteX16-3579" fmla="*/ 4584 w 6642"/>
                  <a:gd name="connsiteY16-3580" fmla="*/ 1306 h 5728"/>
                  <a:gd name="connsiteX17-3581" fmla="*/ 4644 w 6642"/>
                  <a:gd name="connsiteY17-3582" fmla="*/ 1307 h 5728"/>
                  <a:gd name="connsiteX18-3583" fmla="*/ 4967 w 6642"/>
                  <a:gd name="connsiteY18-3584" fmla="*/ 1286 h 5728"/>
                  <a:gd name="connsiteX19-3585" fmla="*/ 5141 w 6642"/>
                  <a:gd name="connsiteY19-3586" fmla="*/ 1117 h 5728"/>
                  <a:gd name="connsiteX20-3587" fmla="*/ 5210 w 6642"/>
                  <a:gd name="connsiteY20-3588" fmla="*/ 748 h 5728"/>
                  <a:gd name="connsiteX21-3589" fmla="*/ 5320 w 6642"/>
                  <a:gd name="connsiteY21-3590" fmla="*/ 486 h 5728"/>
                  <a:gd name="connsiteX22-3591" fmla="*/ 5318 w 6642"/>
                  <a:gd name="connsiteY22-3592" fmla="*/ 358 h 5728"/>
                  <a:gd name="connsiteX23-3593" fmla="*/ 5305 w 6642"/>
                  <a:gd name="connsiteY23-3594" fmla="*/ 328 h 5728"/>
                  <a:gd name="connsiteX24-3595" fmla="*/ 5238 w 6642"/>
                  <a:gd name="connsiteY24-3596" fmla="*/ 251 h 5728"/>
                  <a:gd name="connsiteX25-3597" fmla="*/ 5178 w 6642"/>
                  <a:gd name="connsiteY25-3598" fmla="*/ 217 h 5728"/>
                  <a:gd name="connsiteX26-3599" fmla="*/ 5303 w 6642"/>
                  <a:gd name="connsiteY26-3600" fmla="*/ 56 h 5728"/>
                  <a:gd name="connsiteX27-3601" fmla="*/ 5476 w 6642"/>
                  <a:gd name="connsiteY27-3602" fmla="*/ 2 h 5728"/>
                  <a:gd name="connsiteX28-3603" fmla="*/ 5508 w 6642"/>
                  <a:gd name="connsiteY28-3604" fmla="*/ 49 h 5728"/>
                  <a:gd name="connsiteX29-3605" fmla="*/ 5498 w 6642"/>
                  <a:gd name="connsiteY29-3606" fmla="*/ 133 h 5728"/>
                  <a:gd name="connsiteX30-3607" fmla="*/ 5437 w 6642"/>
                  <a:gd name="connsiteY30-3608" fmla="*/ 243 h 5728"/>
                  <a:gd name="connsiteX31-3609" fmla="*/ 5507 w 6642"/>
                  <a:gd name="connsiteY31-3610" fmla="*/ 301 h 5728"/>
                  <a:gd name="connsiteX32-3611" fmla="*/ 5621 w 6642"/>
                  <a:gd name="connsiteY32-3612" fmla="*/ 366 h 5728"/>
                  <a:gd name="connsiteX33-3613" fmla="*/ 5641 w 6642"/>
                  <a:gd name="connsiteY33-3614" fmla="*/ 255 h 5728"/>
                  <a:gd name="connsiteX34-3615" fmla="*/ 5775 w 6642"/>
                  <a:gd name="connsiteY34-3616" fmla="*/ 291 h 5728"/>
                  <a:gd name="connsiteX35-3617" fmla="*/ 5800 w 6642"/>
                  <a:gd name="connsiteY35-3618" fmla="*/ 331 h 5728"/>
                  <a:gd name="connsiteX36-3619" fmla="*/ 5876 w 6642"/>
                  <a:gd name="connsiteY36-3620" fmla="*/ 562 h 5728"/>
                  <a:gd name="connsiteX37-3621" fmla="*/ 5911 w 6642"/>
                  <a:gd name="connsiteY37-3622" fmla="*/ 586 h 5728"/>
                  <a:gd name="connsiteX38-3623" fmla="*/ 6003 w 6642"/>
                  <a:gd name="connsiteY38-3624" fmla="*/ 578 h 5728"/>
                  <a:gd name="connsiteX39-3625" fmla="*/ 6263 w 6642"/>
                  <a:gd name="connsiteY39-3626" fmla="*/ 490 h 5728"/>
                  <a:gd name="connsiteX40-3627" fmla="*/ 6483 w 6642"/>
                  <a:gd name="connsiteY40-3628" fmla="*/ 479 h 5728"/>
                  <a:gd name="connsiteX41-3629" fmla="*/ 6543 w 6642"/>
                  <a:gd name="connsiteY41-3630" fmla="*/ 648 h 5728"/>
                  <a:gd name="connsiteX42-3631" fmla="*/ 6461 w 6642"/>
                  <a:gd name="connsiteY42-3632" fmla="*/ 944 h 5728"/>
                  <a:gd name="connsiteX43-3633" fmla="*/ 6461 w 6642"/>
                  <a:gd name="connsiteY43-3634" fmla="*/ 1022 h 5728"/>
                  <a:gd name="connsiteX44-3635" fmla="*/ 6530 w 6642"/>
                  <a:gd name="connsiteY44-3636" fmla="*/ 1168 h 5728"/>
                  <a:gd name="connsiteX45-3637" fmla="*/ 6545 w 6642"/>
                  <a:gd name="connsiteY45-3638" fmla="*/ 1427 h 5728"/>
                  <a:gd name="connsiteX46-3639" fmla="*/ 6547 w 6642"/>
                  <a:gd name="connsiteY46-3640" fmla="*/ 1617 h 5728"/>
                  <a:gd name="connsiteX47-3641" fmla="*/ 6480 w 6642"/>
                  <a:gd name="connsiteY47-3642" fmla="*/ 1625 h 5728"/>
                  <a:gd name="connsiteX48-3643" fmla="*/ 6458 w 6642"/>
                  <a:gd name="connsiteY48-3644" fmla="*/ 1507 h 5728"/>
                  <a:gd name="connsiteX49-3645" fmla="*/ 6423 w 6642"/>
                  <a:gd name="connsiteY49-3646" fmla="*/ 1450 h 5728"/>
                  <a:gd name="connsiteX50-3647" fmla="*/ 6333 w 6642"/>
                  <a:gd name="connsiteY50-3648" fmla="*/ 1582 h 5728"/>
                  <a:gd name="connsiteX51-3649" fmla="*/ 6220 w 6642"/>
                  <a:gd name="connsiteY51-3650" fmla="*/ 1776 h 5728"/>
                  <a:gd name="connsiteX52-3651" fmla="*/ 6101 w 6642"/>
                  <a:gd name="connsiteY52-3652" fmla="*/ 1904 h 5728"/>
                  <a:gd name="connsiteX53-3653" fmla="*/ 6094 w 6642"/>
                  <a:gd name="connsiteY53-3654" fmla="*/ 2018 h 5728"/>
                  <a:gd name="connsiteX54-3655" fmla="*/ 6154 w 6642"/>
                  <a:gd name="connsiteY54-3656" fmla="*/ 2115 h 5728"/>
                  <a:gd name="connsiteX55-3657" fmla="*/ 6256 w 6642"/>
                  <a:gd name="connsiteY55-3658" fmla="*/ 2183 h 5728"/>
                  <a:gd name="connsiteX56-3659" fmla="*/ 6333 w 6642"/>
                  <a:gd name="connsiteY56-3660" fmla="*/ 2178 h 5728"/>
                  <a:gd name="connsiteX57-3661" fmla="*/ 6378 w 6642"/>
                  <a:gd name="connsiteY57-3662" fmla="*/ 2104 h 5728"/>
                  <a:gd name="connsiteX58-3663" fmla="*/ 6412 w 6642"/>
                  <a:gd name="connsiteY58-3664" fmla="*/ 2210 h 5728"/>
                  <a:gd name="connsiteX59-3665" fmla="*/ 6300 w 6642"/>
                  <a:gd name="connsiteY59-3666" fmla="*/ 2249 h 5728"/>
                  <a:gd name="connsiteX60-3667" fmla="*/ 6347 w 6642"/>
                  <a:gd name="connsiteY60-3668" fmla="*/ 2362 h 5728"/>
                  <a:gd name="connsiteX61-3669" fmla="*/ 6212 w 6642"/>
                  <a:gd name="connsiteY61-3670" fmla="*/ 2509 h 5728"/>
                  <a:gd name="connsiteX62-3671" fmla="*/ 6171 w 6642"/>
                  <a:gd name="connsiteY62-3672" fmla="*/ 2498 h 5728"/>
                  <a:gd name="connsiteX63-3673" fmla="*/ 6047 w 6642"/>
                  <a:gd name="connsiteY63-3674" fmla="*/ 2413 h 5728"/>
                  <a:gd name="connsiteX64-3675" fmla="*/ 5992 w 6642"/>
                  <a:gd name="connsiteY64-3676" fmla="*/ 2412 h 5728"/>
                  <a:gd name="connsiteX65-3677" fmla="*/ 5957 w 6642"/>
                  <a:gd name="connsiteY65-3678" fmla="*/ 2480 h 5728"/>
                  <a:gd name="connsiteX66-3679" fmla="*/ 5960 w 6642"/>
                  <a:gd name="connsiteY66-3680" fmla="*/ 2562 h 5728"/>
                  <a:gd name="connsiteX67-3681" fmla="*/ 6138 w 6642"/>
                  <a:gd name="connsiteY67-3682" fmla="*/ 2730 h 5728"/>
                  <a:gd name="connsiteX68-3683" fmla="*/ 6137 w 6642"/>
                  <a:gd name="connsiteY68-3684" fmla="*/ 2844 h 5728"/>
                  <a:gd name="connsiteX69-3685" fmla="*/ 6228 w 6642"/>
                  <a:gd name="connsiteY69-3686" fmla="*/ 3060 h 5728"/>
                  <a:gd name="connsiteX70-3687" fmla="*/ 6254 w 6642"/>
                  <a:gd name="connsiteY70-3688" fmla="*/ 3090 h 5728"/>
                  <a:gd name="connsiteX71-3689" fmla="*/ 6298 w 6642"/>
                  <a:gd name="connsiteY71-3690" fmla="*/ 3094 h 5728"/>
                  <a:gd name="connsiteX72-3691" fmla="*/ 6344 w 6642"/>
                  <a:gd name="connsiteY72-3692" fmla="*/ 3010 h 5728"/>
                  <a:gd name="connsiteX73-3693" fmla="*/ 6424 w 6642"/>
                  <a:gd name="connsiteY73-3694" fmla="*/ 2950 h 5728"/>
                  <a:gd name="connsiteX74-3695" fmla="*/ 6519 w 6642"/>
                  <a:gd name="connsiteY74-3696" fmla="*/ 3126 h 5728"/>
                  <a:gd name="connsiteX75-3697" fmla="*/ 6629 w 6642"/>
                  <a:gd name="connsiteY75-3698" fmla="*/ 3312 h 5728"/>
                  <a:gd name="connsiteX76-3699" fmla="*/ 6642 w 6642"/>
                  <a:gd name="connsiteY76-3700" fmla="*/ 3342 h 5728"/>
                  <a:gd name="connsiteX77-3701" fmla="*/ 6631 w 6642"/>
                  <a:gd name="connsiteY77-3702" fmla="*/ 3518 h 5728"/>
                  <a:gd name="connsiteX78-3703" fmla="*/ 6596 w 6642"/>
                  <a:gd name="connsiteY78-3704" fmla="*/ 3554 h 5728"/>
                  <a:gd name="connsiteX79-3705" fmla="*/ 6507 w 6642"/>
                  <a:gd name="connsiteY79-3706" fmla="*/ 3515 h 5728"/>
                  <a:gd name="connsiteX80-3707" fmla="*/ 6273 w 6642"/>
                  <a:gd name="connsiteY80-3708" fmla="*/ 3644 h 5728"/>
                  <a:gd name="connsiteX81-3709" fmla="*/ 6247 w 6642"/>
                  <a:gd name="connsiteY81-3710" fmla="*/ 3666 h 5728"/>
                  <a:gd name="connsiteX82-3711" fmla="*/ 6067 w 6642"/>
                  <a:gd name="connsiteY82-3712" fmla="*/ 3812 h 5728"/>
                  <a:gd name="connsiteX83-3713" fmla="*/ 5926 w 6642"/>
                  <a:gd name="connsiteY83-3714" fmla="*/ 3926 h 5728"/>
                  <a:gd name="connsiteX84-3715" fmla="*/ 5891 w 6642"/>
                  <a:gd name="connsiteY84-3716" fmla="*/ 3965 h 5728"/>
                  <a:gd name="connsiteX85-3717" fmla="*/ 5839 w 6642"/>
                  <a:gd name="connsiteY85-3718" fmla="*/ 3973 h 5728"/>
                  <a:gd name="connsiteX86-3719" fmla="*/ 5782 w 6642"/>
                  <a:gd name="connsiteY86-3720" fmla="*/ 3916 h 5728"/>
                  <a:gd name="connsiteX87-3721" fmla="*/ 5658 w 6642"/>
                  <a:gd name="connsiteY87-3722" fmla="*/ 3808 h 5728"/>
                  <a:gd name="connsiteX88-3723" fmla="*/ 5682 w 6642"/>
                  <a:gd name="connsiteY88-3724" fmla="*/ 4064 h 5728"/>
                  <a:gd name="connsiteX89-3725" fmla="*/ 5691 w 6642"/>
                  <a:gd name="connsiteY89-3726" fmla="*/ 4192 h 5728"/>
                  <a:gd name="connsiteX90-3727" fmla="*/ 5429 w 6642"/>
                  <a:gd name="connsiteY90-3728" fmla="*/ 4166 h 5728"/>
                  <a:gd name="connsiteX91-3729" fmla="*/ 5347 w 6642"/>
                  <a:gd name="connsiteY91-3730" fmla="*/ 3987 h 5728"/>
                  <a:gd name="connsiteX92-3731" fmla="*/ 5265 w 6642"/>
                  <a:gd name="connsiteY92-3732" fmla="*/ 3802 h 5728"/>
                  <a:gd name="connsiteX93-3733" fmla="*/ 5003 w 6642"/>
                  <a:gd name="connsiteY93-3734" fmla="*/ 3867 h 5728"/>
                  <a:gd name="connsiteX94-3735" fmla="*/ 4999 w 6642"/>
                  <a:gd name="connsiteY94-3736" fmla="*/ 4057 h 5728"/>
                  <a:gd name="connsiteX95-3737" fmla="*/ 4807 w 6642"/>
                  <a:gd name="connsiteY95-3738" fmla="*/ 4072 h 5728"/>
                  <a:gd name="connsiteX96-3739" fmla="*/ 4634 w 6642"/>
                  <a:gd name="connsiteY96-3740" fmla="*/ 4175 h 5728"/>
                  <a:gd name="connsiteX97-3741" fmla="*/ 4569 w 6642"/>
                  <a:gd name="connsiteY97-3742" fmla="*/ 4246 h 5728"/>
                  <a:gd name="connsiteX98-3743" fmla="*/ 4506 w 6642"/>
                  <a:gd name="connsiteY98-3744" fmla="*/ 4159 h 5728"/>
                  <a:gd name="connsiteX99-3745" fmla="*/ 4541 w 6642"/>
                  <a:gd name="connsiteY99-3746" fmla="*/ 4134 h 5728"/>
                  <a:gd name="connsiteX100-3747" fmla="*/ 4408 w 6642"/>
                  <a:gd name="connsiteY100-3748" fmla="*/ 3980 h 5728"/>
                  <a:gd name="connsiteX101-3749" fmla="*/ 4340 w 6642"/>
                  <a:gd name="connsiteY101-3750" fmla="*/ 4188 h 5728"/>
                  <a:gd name="connsiteX102-3751" fmla="*/ 4282 w 6642"/>
                  <a:gd name="connsiteY102-3752" fmla="*/ 4193 h 5728"/>
                  <a:gd name="connsiteX103-3753" fmla="*/ 4260 w 6642"/>
                  <a:gd name="connsiteY103-3754" fmla="*/ 4238 h 5728"/>
                  <a:gd name="connsiteX104-3755" fmla="*/ 4231 w 6642"/>
                  <a:gd name="connsiteY104-3756" fmla="*/ 4250 h 5728"/>
                  <a:gd name="connsiteX105-3757" fmla="*/ 4230 w 6642"/>
                  <a:gd name="connsiteY105-3758" fmla="*/ 4427 h 5728"/>
                  <a:gd name="connsiteX106-3759" fmla="*/ 4290 w 6642"/>
                  <a:gd name="connsiteY106-3760" fmla="*/ 4504 h 5728"/>
                  <a:gd name="connsiteX107-3761" fmla="*/ 4293 w 6642"/>
                  <a:gd name="connsiteY107-3762" fmla="*/ 4556 h 5728"/>
                  <a:gd name="connsiteX108-3763" fmla="*/ 4257 w 6642"/>
                  <a:gd name="connsiteY108-3764" fmla="*/ 4614 h 5728"/>
                  <a:gd name="connsiteX109-3765" fmla="*/ 3992 w 6642"/>
                  <a:gd name="connsiteY109-3766" fmla="*/ 4680 h 5728"/>
                  <a:gd name="connsiteX110-3767" fmla="*/ 3857 w 6642"/>
                  <a:gd name="connsiteY110-3768" fmla="*/ 4739 h 5728"/>
                  <a:gd name="connsiteX111-3769" fmla="*/ 3815 w 6642"/>
                  <a:gd name="connsiteY111-3770" fmla="*/ 4777 h 5728"/>
                  <a:gd name="connsiteX112-3771" fmla="*/ 3616 w 6642"/>
                  <a:gd name="connsiteY112-3772" fmla="*/ 5021 h 5728"/>
                  <a:gd name="connsiteX113-3773" fmla="*/ 3543 w 6642"/>
                  <a:gd name="connsiteY113-3774" fmla="*/ 4970 h 5728"/>
                  <a:gd name="connsiteX114-3775" fmla="*/ 3460 w 6642"/>
                  <a:gd name="connsiteY114-3776" fmla="*/ 4971 h 5728"/>
                  <a:gd name="connsiteX115-3777" fmla="*/ 3424 w 6642"/>
                  <a:gd name="connsiteY115-3778" fmla="*/ 5045 h 5728"/>
                  <a:gd name="connsiteX116-3779" fmla="*/ 3313 w 6642"/>
                  <a:gd name="connsiteY116-3780" fmla="*/ 5000 h 5728"/>
                  <a:gd name="connsiteX117-3781" fmla="*/ 3235 w 6642"/>
                  <a:gd name="connsiteY117-3782" fmla="*/ 5109 h 5728"/>
                  <a:gd name="connsiteX118-3783" fmla="*/ 3013 w 6642"/>
                  <a:gd name="connsiteY118-3784" fmla="*/ 5349 h 5728"/>
                  <a:gd name="connsiteX119-3785" fmla="*/ 2993 w 6642"/>
                  <a:gd name="connsiteY119-3786" fmla="*/ 5516 h 5728"/>
                  <a:gd name="connsiteX120-3787" fmla="*/ 2976 w 6642"/>
                  <a:gd name="connsiteY120-3788" fmla="*/ 5659 h 5728"/>
                  <a:gd name="connsiteX121-3789" fmla="*/ 2960 w 6642"/>
                  <a:gd name="connsiteY121-3790" fmla="*/ 5669 h 5728"/>
                  <a:gd name="connsiteX122-3791" fmla="*/ 2638 w 6642"/>
                  <a:gd name="connsiteY122-3792" fmla="*/ 5621 h 5728"/>
                  <a:gd name="connsiteX123-3793" fmla="*/ 2536 w 6642"/>
                  <a:gd name="connsiteY123-3794" fmla="*/ 5566 h 5728"/>
                  <a:gd name="connsiteX124-3795" fmla="*/ 2482 w 6642"/>
                  <a:gd name="connsiteY124-3796" fmla="*/ 5503 h 5728"/>
                  <a:gd name="connsiteX125-3797" fmla="*/ 2377 w 6642"/>
                  <a:gd name="connsiteY125-3798" fmla="*/ 5477 h 5728"/>
                  <a:gd name="connsiteX126-3799" fmla="*/ 2377 w 6642"/>
                  <a:gd name="connsiteY126-3800" fmla="*/ 5379 h 5728"/>
                  <a:gd name="connsiteX127-3801" fmla="*/ 2481 w 6642"/>
                  <a:gd name="connsiteY127-3802" fmla="*/ 5149 h 5728"/>
                  <a:gd name="connsiteX128-3803" fmla="*/ 2341 w 6642"/>
                  <a:gd name="connsiteY128-3804" fmla="*/ 5070 h 5728"/>
                  <a:gd name="connsiteX129-3805" fmla="*/ 2299 w 6642"/>
                  <a:gd name="connsiteY129-3806" fmla="*/ 5095 h 5728"/>
                  <a:gd name="connsiteX130-3807" fmla="*/ 2209 w 6642"/>
                  <a:gd name="connsiteY130-3808" fmla="*/ 5214 h 5728"/>
                  <a:gd name="connsiteX131-3809" fmla="*/ 2177 w 6642"/>
                  <a:gd name="connsiteY131-3810" fmla="*/ 5276 h 5728"/>
                  <a:gd name="connsiteX132-3811" fmla="*/ 2115 w 6642"/>
                  <a:gd name="connsiteY132-3812" fmla="*/ 5386 h 5728"/>
                  <a:gd name="connsiteX133-3813" fmla="*/ 2121 w 6642"/>
                  <a:gd name="connsiteY133-3814" fmla="*/ 5510 h 5728"/>
                  <a:gd name="connsiteX134-3815" fmla="*/ 2082 w 6642"/>
                  <a:gd name="connsiteY134-3816" fmla="*/ 5558 h 5728"/>
                  <a:gd name="connsiteX135-3817" fmla="*/ 1951 w 6642"/>
                  <a:gd name="connsiteY135-3818" fmla="*/ 5617 h 5728"/>
                  <a:gd name="connsiteX136-3819" fmla="*/ 1785 w 6642"/>
                  <a:gd name="connsiteY136-3820" fmla="*/ 5649 h 5728"/>
                  <a:gd name="connsiteX137-3821" fmla="*/ 1682 w 6642"/>
                  <a:gd name="connsiteY137-3822" fmla="*/ 5728 h 5728"/>
                  <a:gd name="connsiteX138-3823" fmla="*/ 1568 w 6642"/>
                  <a:gd name="connsiteY138-3824" fmla="*/ 5611 h 5728"/>
                  <a:gd name="connsiteX139-3825" fmla="*/ 1508 w 6642"/>
                  <a:gd name="connsiteY139-3826" fmla="*/ 5485 h 5728"/>
                  <a:gd name="connsiteX140-3827" fmla="*/ 1630 w 6642"/>
                  <a:gd name="connsiteY140-3828" fmla="*/ 5242 h 5728"/>
                  <a:gd name="connsiteX141-3829" fmla="*/ 1685 w 6642"/>
                  <a:gd name="connsiteY141-3830" fmla="*/ 5195 h 5728"/>
                  <a:gd name="connsiteX142-3831" fmla="*/ 1730 w 6642"/>
                  <a:gd name="connsiteY142-3832" fmla="*/ 5120 h 5728"/>
                  <a:gd name="connsiteX143-3833" fmla="*/ 1727 w 6642"/>
                  <a:gd name="connsiteY143-3834" fmla="*/ 5071 h 5728"/>
                  <a:gd name="connsiteX144-3835" fmla="*/ 1530 w 6642"/>
                  <a:gd name="connsiteY144-3836" fmla="*/ 5007 h 5728"/>
                  <a:gd name="connsiteX145-3837" fmla="*/ 1459 w 6642"/>
                  <a:gd name="connsiteY145-3838" fmla="*/ 5064 h 5728"/>
                  <a:gd name="connsiteX146-3839" fmla="*/ 1353 w 6642"/>
                  <a:gd name="connsiteY146-3840" fmla="*/ 5111 h 5728"/>
                  <a:gd name="connsiteX147-3841" fmla="*/ 1290 w 6642"/>
                  <a:gd name="connsiteY147-3842" fmla="*/ 5063 h 5728"/>
                  <a:gd name="connsiteX148-3843" fmla="*/ 1052 w 6642"/>
                  <a:gd name="connsiteY148-3844" fmla="*/ 5254 h 5728"/>
                  <a:gd name="connsiteX149-3845" fmla="*/ 924 w 6642"/>
                  <a:gd name="connsiteY149-3846" fmla="*/ 5231 h 5728"/>
                  <a:gd name="connsiteX150-3847" fmla="*/ 813 w 6642"/>
                  <a:gd name="connsiteY150-3848" fmla="*/ 5097 h 5728"/>
                  <a:gd name="connsiteX151-3849" fmla="*/ 683 w 6642"/>
                  <a:gd name="connsiteY151-3850" fmla="*/ 4930 h 5728"/>
                  <a:gd name="connsiteX152-3851" fmla="*/ 572 w 6642"/>
                  <a:gd name="connsiteY152-3852" fmla="*/ 4806 h 5728"/>
                  <a:gd name="connsiteX153-3853" fmla="*/ 505 w 6642"/>
                  <a:gd name="connsiteY153-3854" fmla="*/ 4788 h 5728"/>
                  <a:gd name="connsiteX154-3855" fmla="*/ 640 w 6642"/>
                  <a:gd name="connsiteY154-3856" fmla="*/ 4631 h 5728"/>
                  <a:gd name="connsiteX155-3857" fmla="*/ 683 w 6642"/>
                  <a:gd name="connsiteY155-3858" fmla="*/ 4541 h 5728"/>
                  <a:gd name="connsiteX156-3859" fmla="*/ 651 w 6642"/>
                  <a:gd name="connsiteY156-3860" fmla="*/ 4438 h 5728"/>
                  <a:gd name="connsiteX157-3861" fmla="*/ 277 w 6642"/>
                  <a:gd name="connsiteY157-3862" fmla="*/ 4491 h 5728"/>
                  <a:gd name="connsiteX158-3863" fmla="*/ 187 w 6642"/>
                  <a:gd name="connsiteY158-3864" fmla="*/ 4518 h 5728"/>
                  <a:gd name="connsiteX159-3865" fmla="*/ 195 w 6642"/>
                  <a:gd name="connsiteY159-3866" fmla="*/ 4384 h 5728"/>
                  <a:gd name="connsiteX160-3867" fmla="*/ 147 w 6642"/>
                  <a:gd name="connsiteY160-3868" fmla="*/ 4318 h 5728"/>
                  <a:gd name="connsiteX161-3869" fmla="*/ 39 w 6642"/>
                  <a:gd name="connsiteY161-3870" fmla="*/ 4220 h 5728"/>
                  <a:gd name="connsiteX162-3871" fmla="*/ 75 w 6642"/>
                  <a:gd name="connsiteY162-3872" fmla="*/ 4093 h 5728"/>
                  <a:gd name="connsiteX163-3873" fmla="*/ 63 w 6642"/>
                  <a:gd name="connsiteY163-3874" fmla="*/ 3929 h 5728"/>
                  <a:gd name="connsiteX164-3875" fmla="*/ 0 w 6642"/>
                  <a:gd name="connsiteY164-3876" fmla="*/ 3842 h 5728"/>
                  <a:gd name="connsiteX165-3877" fmla="*/ 0 w 6642"/>
                  <a:gd name="connsiteY165-3878" fmla="*/ 3737 h 5728"/>
                  <a:gd name="connsiteX166-3879" fmla="*/ 303 w 6642"/>
                  <a:gd name="connsiteY166-3880" fmla="*/ 3824 h 5728"/>
                  <a:gd name="connsiteX167-3881" fmla="*/ 830 w 6642"/>
                  <a:gd name="connsiteY167-3882" fmla="*/ 3840 h 5728"/>
                  <a:gd name="connsiteX168-3883" fmla="*/ 1044 w 6642"/>
                  <a:gd name="connsiteY168-3884" fmla="*/ 3908 h 5728"/>
                  <a:gd name="connsiteX169-3885" fmla="*/ 1213 w 6642"/>
                  <a:gd name="connsiteY169-3886" fmla="*/ 4053 h 5728"/>
                  <a:gd name="connsiteX170-3887" fmla="*/ 1257 w 6642"/>
                  <a:gd name="connsiteY170-3888" fmla="*/ 4077 h 5728"/>
                  <a:gd name="connsiteX171-3889" fmla="*/ 1417 w 6642"/>
                  <a:gd name="connsiteY171-3890" fmla="*/ 4107 h 5728"/>
                  <a:gd name="connsiteX172-3891" fmla="*/ 1487 w 6642"/>
                  <a:gd name="connsiteY172-3892" fmla="*/ 4158 h 5728"/>
                  <a:gd name="connsiteX173-3893" fmla="*/ 1688 w 6642"/>
                  <a:gd name="connsiteY173-3894" fmla="*/ 4229 h 5728"/>
                  <a:gd name="connsiteX174-3895" fmla="*/ 1904 w 6642"/>
                  <a:gd name="connsiteY174-3896" fmla="*/ 4309 h 5728"/>
                  <a:gd name="connsiteX175-3897" fmla="*/ 2068 w 6642"/>
                  <a:gd name="connsiteY175-3898" fmla="*/ 4212 h 5728"/>
                  <a:gd name="connsiteX176-3899" fmla="*/ 2267 w 6642"/>
                  <a:gd name="connsiteY176-3900" fmla="*/ 4125 h 5728"/>
                  <a:gd name="connsiteX177-3901" fmla="*/ 2363 w 6642"/>
                  <a:gd name="connsiteY177-3902" fmla="*/ 4075 h 5728"/>
                  <a:gd name="connsiteX178-3903" fmla="*/ 2539 w 6642"/>
                  <a:gd name="connsiteY178-3904" fmla="*/ 3995 h 5728"/>
                  <a:gd name="connsiteX179-3905" fmla="*/ 2721 w 6642"/>
                  <a:gd name="connsiteY179-3906" fmla="*/ 3970 h 5728"/>
                  <a:gd name="connsiteX180-3907" fmla="*/ 3073 w 6642"/>
                  <a:gd name="connsiteY180-3908" fmla="*/ 3979 h 5728"/>
                  <a:gd name="connsiteX181-3909" fmla="*/ 3416 w 6642"/>
                  <a:gd name="connsiteY181-3910" fmla="*/ 3722 h 5728"/>
                  <a:gd name="connsiteX182-3911" fmla="*/ 3519 w 6642"/>
                  <a:gd name="connsiteY182-3912" fmla="*/ 3636 h 5728"/>
                  <a:gd name="connsiteX183-3913" fmla="*/ 3609 w 6642"/>
                  <a:gd name="connsiteY183-3914" fmla="*/ 3563 h 5728"/>
                  <a:gd name="connsiteX184-3915" fmla="*/ 3705 w 6642"/>
                  <a:gd name="connsiteY184-3916" fmla="*/ 3503 h 5728"/>
                  <a:gd name="connsiteX185-3917" fmla="*/ 3702 w 6642"/>
                  <a:gd name="connsiteY185-3918" fmla="*/ 3422 h 5728"/>
                  <a:gd name="connsiteX186-3919" fmla="*/ 3597 w 6642"/>
                  <a:gd name="connsiteY186-3920" fmla="*/ 3317 h 5728"/>
                  <a:gd name="connsiteX187-3921" fmla="*/ 3582 w 6642"/>
                  <a:gd name="connsiteY187-3922" fmla="*/ 3252 h 5728"/>
                  <a:gd name="connsiteX188-3923" fmla="*/ 3692 w 6642"/>
                  <a:gd name="connsiteY188-3924" fmla="*/ 3012 h 5728"/>
                  <a:gd name="connsiteX189-3925" fmla="*/ 3835 w 6642"/>
                  <a:gd name="connsiteY189-3926" fmla="*/ 3094 h 5728"/>
                  <a:gd name="connsiteX190-3927" fmla="*/ 3915 w 6642"/>
                  <a:gd name="connsiteY190-3928" fmla="*/ 3122 h 5728"/>
                  <a:gd name="connsiteX191-3929" fmla="*/ 3998 w 6642"/>
                  <a:gd name="connsiteY191-3930" fmla="*/ 3124 h 5728"/>
                  <a:gd name="connsiteX0-3931" fmla="*/ 5456 w 6642"/>
                  <a:gd name="connsiteY0-3932" fmla="*/ 2333 h 5728"/>
                  <a:gd name="connsiteX1-3933" fmla="*/ 5454 w 6642"/>
                  <a:gd name="connsiteY1-3934" fmla="*/ 2117 h 5728"/>
                  <a:gd name="connsiteX2-3935" fmla="*/ 5378 w 6642"/>
                  <a:gd name="connsiteY2-3936" fmla="*/ 2039 h 5728"/>
                  <a:gd name="connsiteX3-3937" fmla="*/ 5235 w 6642"/>
                  <a:gd name="connsiteY3-3938" fmla="*/ 1951 h 5728"/>
                  <a:gd name="connsiteX4-3939" fmla="*/ 5143 w 6642"/>
                  <a:gd name="connsiteY4-3940" fmla="*/ 1827 h 5728"/>
                  <a:gd name="connsiteX5-3941" fmla="*/ 5047 w 6642"/>
                  <a:gd name="connsiteY5-3942" fmla="*/ 1828 h 5728"/>
                  <a:gd name="connsiteX6-3943" fmla="*/ 5002 w 6642"/>
                  <a:gd name="connsiteY6-3944" fmla="*/ 1883 h 5728"/>
                  <a:gd name="connsiteX7-3945" fmla="*/ 4909 w 6642"/>
                  <a:gd name="connsiteY7-3946" fmla="*/ 1877 h 5728"/>
                  <a:gd name="connsiteX8-3947" fmla="*/ 4889 w 6642"/>
                  <a:gd name="connsiteY8-3948" fmla="*/ 1994 h 5728"/>
                  <a:gd name="connsiteX9-3949" fmla="*/ 4708 w 6642"/>
                  <a:gd name="connsiteY9-3950" fmla="*/ 1941 h 5728"/>
                  <a:gd name="connsiteX10-3951" fmla="*/ 4625 w 6642"/>
                  <a:gd name="connsiteY10-3952" fmla="*/ 1939 h 5728"/>
                  <a:gd name="connsiteX11-3953" fmla="*/ 4500 w 6642"/>
                  <a:gd name="connsiteY11-3954" fmla="*/ 2014 h 5728"/>
                  <a:gd name="connsiteX12-3955" fmla="*/ 4388 w 6642"/>
                  <a:gd name="connsiteY12-3956" fmla="*/ 1890 h 5728"/>
                  <a:gd name="connsiteX13-3957" fmla="*/ 4482 w 6642"/>
                  <a:gd name="connsiteY13-3958" fmla="*/ 1804 h 5728"/>
                  <a:gd name="connsiteX14-3959" fmla="*/ 4486 w 6642"/>
                  <a:gd name="connsiteY14-3960" fmla="*/ 1634 h 5728"/>
                  <a:gd name="connsiteX15-3961" fmla="*/ 4541 w 6642"/>
                  <a:gd name="connsiteY15-3962" fmla="*/ 1514 h 5728"/>
                  <a:gd name="connsiteX16-3963" fmla="*/ 4584 w 6642"/>
                  <a:gd name="connsiteY16-3964" fmla="*/ 1306 h 5728"/>
                  <a:gd name="connsiteX17-3965" fmla="*/ 4644 w 6642"/>
                  <a:gd name="connsiteY17-3966" fmla="*/ 1307 h 5728"/>
                  <a:gd name="connsiteX18-3967" fmla="*/ 4967 w 6642"/>
                  <a:gd name="connsiteY18-3968" fmla="*/ 1286 h 5728"/>
                  <a:gd name="connsiteX19-3969" fmla="*/ 5141 w 6642"/>
                  <a:gd name="connsiteY19-3970" fmla="*/ 1117 h 5728"/>
                  <a:gd name="connsiteX20-3971" fmla="*/ 5210 w 6642"/>
                  <a:gd name="connsiteY20-3972" fmla="*/ 748 h 5728"/>
                  <a:gd name="connsiteX21-3973" fmla="*/ 5320 w 6642"/>
                  <a:gd name="connsiteY21-3974" fmla="*/ 486 h 5728"/>
                  <a:gd name="connsiteX22-3975" fmla="*/ 5318 w 6642"/>
                  <a:gd name="connsiteY22-3976" fmla="*/ 358 h 5728"/>
                  <a:gd name="connsiteX23-3977" fmla="*/ 5305 w 6642"/>
                  <a:gd name="connsiteY23-3978" fmla="*/ 328 h 5728"/>
                  <a:gd name="connsiteX24-3979" fmla="*/ 5238 w 6642"/>
                  <a:gd name="connsiteY24-3980" fmla="*/ 251 h 5728"/>
                  <a:gd name="connsiteX25-3981" fmla="*/ 5178 w 6642"/>
                  <a:gd name="connsiteY25-3982" fmla="*/ 217 h 5728"/>
                  <a:gd name="connsiteX26-3983" fmla="*/ 5303 w 6642"/>
                  <a:gd name="connsiteY26-3984" fmla="*/ 56 h 5728"/>
                  <a:gd name="connsiteX27-3985" fmla="*/ 5476 w 6642"/>
                  <a:gd name="connsiteY27-3986" fmla="*/ 2 h 5728"/>
                  <a:gd name="connsiteX28-3987" fmla="*/ 5508 w 6642"/>
                  <a:gd name="connsiteY28-3988" fmla="*/ 49 h 5728"/>
                  <a:gd name="connsiteX29-3989" fmla="*/ 5498 w 6642"/>
                  <a:gd name="connsiteY29-3990" fmla="*/ 133 h 5728"/>
                  <a:gd name="connsiteX30-3991" fmla="*/ 5437 w 6642"/>
                  <a:gd name="connsiteY30-3992" fmla="*/ 243 h 5728"/>
                  <a:gd name="connsiteX31-3993" fmla="*/ 5507 w 6642"/>
                  <a:gd name="connsiteY31-3994" fmla="*/ 301 h 5728"/>
                  <a:gd name="connsiteX32-3995" fmla="*/ 5621 w 6642"/>
                  <a:gd name="connsiteY32-3996" fmla="*/ 366 h 5728"/>
                  <a:gd name="connsiteX33-3997" fmla="*/ 5641 w 6642"/>
                  <a:gd name="connsiteY33-3998" fmla="*/ 255 h 5728"/>
                  <a:gd name="connsiteX34-3999" fmla="*/ 5775 w 6642"/>
                  <a:gd name="connsiteY34-4000" fmla="*/ 291 h 5728"/>
                  <a:gd name="connsiteX35-4001" fmla="*/ 5800 w 6642"/>
                  <a:gd name="connsiteY35-4002" fmla="*/ 331 h 5728"/>
                  <a:gd name="connsiteX36-4003" fmla="*/ 5876 w 6642"/>
                  <a:gd name="connsiteY36-4004" fmla="*/ 562 h 5728"/>
                  <a:gd name="connsiteX37-4005" fmla="*/ 5911 w 6642"/>
                  <a:gd name="connsiteY37-4006" fmla="*/ 586 h 5728"/>
                  <a:gd name="connsiteX38-4007" fmla="*/ 6003 w 6642"/>
                  <a:gd name="connsiteY38-4008" fmla="*/ 578 h 5728"/>
                  <a:gd name="connsiteX39-4009" fmla="*/ 6263 w 6642"/>
                  <a:gd name="connsiteY39-4010" fmla="*/ 490 h 5728"/>
                  <a:gd name="connsiteX40-4011" fmla="*/ 6483 w 6642"/>
                  <a:gd name="connsiteY40-4012" fmla="*/ 479 h 5728"/>
                  <a:gd name="connsiteX41-4013" fmla="*/ 6543 w 6642"/>
                  <a:gd name="connsiteY41-4014" fmla="*/ 648 h 5728"/>
                  <a:gd name="connsiteX42-4015" fmla="*/ 6461 w 6642"/>
                  <a:gd name="connsiteY42-4016" fmla="*/ 944 h 5728"/>
                  <a:gd name="connsiteX43-4017" fmla="*/ 6461 w 6642"/>
                  <a:gd name="connsiteY43-4018" fmla="*/ 1022 h 5728"/>
                  <a:gd name="connsiteX44-4019" fmla="*/ 6530 w 6642"/>
                  <a:gd name="connsiteY44-4020" fmla="*/ 1168 h 5728"/>
                  <a:gd name="connsiteX45-4021" fmla="*/ 6545 w 6642"/>
                  <a:gd name="connsiteY45-4022" fmla="*/ 1427 h 5728"/>
                  <a:gd name="connsiteX46-4023" fmla="*/ 6547 w 6642"/>
                  <a:gd name="connsiteY46-4024" fmla="*/ 1617 h 5728"/>
                  <a:gd name="connsiteX47-4025" fmla="*/ 6480 w 6642"/>
                  <a:gd name="connsiteY47-4026" fmla="*/ 1625 h 5728"/>
                  <a:gd name="connsiteX48-4027" fmla="*/ 6458 w 6642"/>
                  <a:gd name="connsiteY48-4028" fmla="*/ 1507 h 5728"/>
                  <a:gd name="connsiteX49-4029" fmla="*/ 6423 w 6642"/>
                  <a:gd name="connsiteY49-4030" fmla="*/ 1450 h 5728"/>
                  <a:gd name="connsiteX50-4031" fmla="*/ 6333 w 6642"/>
                  <a:gd name="connsiteY50-4032" fmla="*/ 1582 h 5728"/>
                  <a:gd name="connsiteX51-4033" fmla="*/ 6220 w 6642"/>
                  <a:gd name="connsiteY51-4034" fmla="*/ 1776 h 5728"/>
                  <a:gd name="connsiteX52-4035" fmla="*/ 6101 w 6642"/>
                  <a:gd name="connsiteY52-4036" fmla="*/ 1904 h 5728"/>
                  <a:gd name="connsiteX53-4037" fmla="*/ 6094 w 6642"/>
                  <a:gd name="connsiteY53-4038" fmla="*/ 2018 h 5728"/>
                  <a:gd name="connsiteX54-4039" fmla="*/ 6154 w 6642"/>
                  <a:gd name="connsiteY54-4040" fmla="*/ 2115 h 5728"/>
                  <a:gd name="connsiteX55-4041" fmla="*/ 6256 w 6642"/>
                  <a:gd name="connsiteY55-4042" fmla="*/ 2183 h 5728"/>
                  <a:gd name="connsiteX56-4043" fmla="*/ 6333 w 6642"/>
                  <a:gd name="connsiteY56-4044" fmla="*/ 2178 h 5728"/>
                  <a:gd name="connsiteX57-4045" fmla="*/ 6378 w 6642"/>
                  <a:gd name="connsiteY57-4046" fmla="*/ 2104 h 5728"/>
                  <a:gd name="connsiteX58-4047" fmla="*/ 6412 w 6642"/>
                  <a:gd name="connsiteY58-4048" fmla="*/ 2210 h 5728"/>
                  <a:gd name="connsiteX59-4049" fmla="*/ 6300 w 6642"/>
                  <a:gd name="connsiteY59-4050" fmla="*/ 2249 h 5728"/>
                  <a:gd name="connsiteX60-4051" fmla="*/ 6347 w 6642"/>
                  <a:gd name="connsiteY60-4052" fmla="*/ 2362 h 5728"/>
                  <a:gd name="connsiteX61-4053" fmla="*/ 6212 w 6642"/>
                  <a:gd name="connsiteY61-4054" fmla="*/ 2509 h 5728"/>
                  <a:gd name="connsiteX62-4055" fmla="*/ 6171 w 6642"/>
                  <a:gd name="connsiteY62-4056" fmla="*/ 2498 h 5728"/>
                  <a:gd name="connsiteX63-4057" fmla="*/ 6047 w 6642"/>
                  <a:gd name="connsiteY63-4058" fmla="*/ 2413 h 5728"/>
                  <a:gd name="connsiteX64-4059" fmla="*/ 5992 w 6642"/>
                  <a:gd name="connsiteY64-4060" fmla="*/ 2412 h 5728"/>
                  <a:gd name="connsiteX65-4061" fmla="*/ 5957 w 6642"/>
                  <a:gd name="connsiteY65-4062" fmla="*/ 2480 h 5728"/>
                  <a:gd name="connsiteX66-4063" fmla="*/ 5960 w 6642"/>
                  <a:gd name="connsiteY66-4064" fmla="*/ 2562 h 5728"/>
                  <a:gd name="connsiteX67-4065" fmla="*/ 6138 w 6642"/>
                  <a:gd name="connsiteY67-4066" fmla="*/ 2730 h 5728"/>
                  <a:gd name="connsiteX68-4067" fmla="*/ 6137 w 6642"/>
                  <a:gd name="connsiteY68-4068" fmla="*/ 2844 h 5728"/>
                  <a:gd name="connsiteX69-4069" fmla="*/ 6228 w 6642"/>
                  <a:gd name="connsiteY69-4070" fmla="*/ 3060 h 5728"/>
                  <a:gd name="connsiteX70-4071" fmla="*/ 6254 w 6642"/>
                  <a:gd name="connsiteY70-4072" fmla="*/ 3090 h 5728"/>
                  <a:gd name="connsiteX71-4073" fmla="*/ 6298 w 6642"/>
                  <a:gd name="connsiteY71-4074" fmla="*/ 3094 h 5728"/>
                  <a:gd name="connsiteX72-4075" fmla="*/ 6344 w 6642"/>
                  <a:gd name="connsiteY72-4076" fmla="*/ 3010 h 5728"/>
                  <a:gd name="connsiteX73-4077" fmla="*/ 6424 w 6642"/>
                  <a:gd name="connsiteY73-4078" fmla="*/ 2950 h 5728"/>
                  <a:gd name="connsiteX74-4079" fmla="*/ 6519 w 6642"/>
                  <a:gd name="connsiteY74-4080" fmla="*/ 3126 h 5728"/>
                  <a:gd name="connsiteX75-4081" fmla="*/ 6629 w 6642"/>
                  <a:gd name="connsiteY75-4082" fmla="*/ 3312 h 5728"/>
                  <a:gd name="connsiteX76-4083" fmla="*/ 6642 w 6642"/>
                  <a:gd name="connsiteY76-4084" fmla="*/ 3342 h 5728"/>
                  <a:gd name="connsiteX77-4085" fmla="*/ 6631 w 6642"/>
                  <a:gd name="connsiteY77-4086" fmla="*/ 3518 h 5728"/>
                  <a:gd name="connsiteX78-4087" fmla="*/ 6596 w 6642"/>
                  <a:gd name="connsiteY78-4088" fmla="*/ 3554 h 5728"/>
                  <a:gd name="connsiteX79-4089" fmla="*/ 6507 w 6642"/>
                  <a:gd name="connsiteY79-4090" fmla="*/ 3515 h 5728"/>
                  <a:gd name="connsiteX80-4091" fmla="*/ 6273 w 6642"/>
                  <a:gd name="connsiteY80-4092" fmla="*/ 3644 h 5728"/>
                  <a:gd name="connsiteX81-4093" fmla="*/ 6247 w 6642"/>
                  <a:gd name="connsiteY81-4094" fmla="*/ 3666 h 5728"/>
                  <a:gd name="connsiteX82-4095" fmla="*/ 6067 w 6642"/>
                  <a:gd name="connsiteY82-4096" fmla="*/ 3812 h 5728"/>
                  <a:gd name="connsiteX83-4097" fmla="*/ 5926 w 6642"/>
                  <a:gd name="connsiteY83-4098" fmla="*/ 3926 h 5728"/>
                  <a:gd name="connsiteX84-4099" fmla="*/ 5891 w 6642"/>
                  <a:gd name="connsiteY84-4100" fmla="*/ 3965 h 5728"/>
                  <a:gd name="connsiteX85-4101" fmla="*/ 5839 w 6642"/>
                  <a:gd name="connsiteY85-4102" fmla="*/ 3973 h 5728"/>
                  <a:gd name="connsiteX86-4103" fmla="*/ 5782 w 6642"/>
                  <a:gd name="connsiteY86-4104" fmla="*/ 3916 h 5728"/>
                  <a:gd name="connsiteX87-4105" fmla="*/ 5658 w 6642"/>
                  <a:gd name="connsiteY87-4106" fmla="*/ 3808 h 5728"/>
                  <a:gd name="connsiteX88-4107" fmla="*/ 5682 w 6642"/>
                  <a:gd name="connsiteY88-4108" fmla="*/ 4064 h 5728"/>
                  <a:gd name="connsiteX89-4109" fmla="*/ 5691 w 6642"/>
                  <a:gd name="connsiteY89-4110" fmla="*/ 4192 h 5728"/>
                  <a:gd name="connsiteX90-4111" fmla="*/ 5429 w 6642"/>
                  <a:gd name="connsiteY90-4112" fmla="*/ 4166 h 5728"/>
                  <a:gd name="connsiteX91-4113" fmla="*/ 5347 w 6642"/>
                  <a:gd name="connsiteY91-4114" fmla="*/ 3987 h 5728"/>
                  <a:gd name="connsiteX92-4115" fmla="*/ 5265 w 6642"/>
                  <a:gd name="connsiteY92-4116" fmla="*/ 3802 h 5728"/>
                  <a:gd name="connsiteX93-4117" fmla="*/ 4999 w 6642"/>
                  <a:gd name="connsiteY93-4118" fmla="*/ 4057 h 5728"/>
                  <a:gd name="connsiteX94-4119" fmla="*/ 4807 w 6642"/>
                  <a:gd name="connsiteY94-4120" fmla="*/ 4072 h 5728"/>
                  <a:gd name="connsiteX95-4121" fmla="*/ 4634 w 6642"/>
                  <a:gd name="connsiteY95-4122" fmla="*/ 4175 h 5728"/>
                  <a:gd name="connsiteX96-4123" fmla="*/ 4569 w 6642"/>
                  <a:gd name="connsiteY96-4124" fmla="*/ 4246 h 5728"/>
                  <a:gd name="connsiteX97-4125" fmla="*/ 4506 w 6642"/>
                  <a:gd name="connsiteY97-4126" fmla="*/ 4159 h 5728"/>
                  <a:gd name="connsiteX98-4127" fmla="*/ 4541 w 6642"/>
                  <a:gd name="connsiteY98-4128" fmla="*/ 4134 h 5728"/>
                  <a:gd name="connsiteX99-4129" fmla="*/ 4408 w 6642"/>
                  <a:gd name="connsiteY99-4130" fmla="*/ 3980 h 5728"/>
                  <a:gd name="connsiteX100-4131" fmla="*/ 4340 w 6642"/>
                  <a:gd name="connsiteY100-4132" fmla="*/ 4188 h 5728"/>
                  <a:gd name="connsiteX101-4133" fmla="*/ 4282 w 6642"/>
                  <a:gd name="connsiteY101-4134" fmla="*/ 4193 h 5728"/>
                  <a:gd name="connsiteX102-4135" fmla="*/ 4260 w 6642"/>
                  <a:gd name="connsiteY102-4136" fmla="*/ 4238 h 5728"/>
                  <a:gd name="connsiteX103-4137" fmla="*/ 4231 w 6642"/>
                  <a:gd name="connsiteY103-4138" fmla="*/ 4250 h 5728"/>
                  <a:gd name="connsiteX104-4139" fmla="*/ 4230 w 6642"/>
                  <a:gd name="connsiteY104-4140" fmla="*/ 4427 h 5728"/>
                  <a:gd name="connsiteX105-4141" fmla="*/ 4290 w 6642"/>
                  <a:gd name="connsiteY105-4142" fmla="*/ 4504 h 5728"/>
                  <a:gd name="connsiteX106-4143" fmla="*/ 4293 w 6642"/>
                  <a:gd name="connsiteY106-4144" fmla="*/ 4556 h 5728"/>
                  <a:gd name="connsiteX107-4145" fmla="*/ 4257 w 6642"/>
                  <a:gd name="connsiteY107-4146" fmla="*/ 4614 h 5728"/>
                  <a:gd name="connsiteX108-4147" fmla="*/ 3992 w 6642"/>
                  <a:gd name="connsiteY108-4148" fmla="*/ 4680 h 5728"/>
                  <a:gd name="connsiteX109-4149" fmla="*/ 3857 w 6642"/>
                  <a:gd name="connsiteY109-4150" fmla="*/ 4739 h 5728"/>
                  <a:gd name="connsiteX110-4151" fmla="*/ 3815 w 6642"/>
                  <a:gd name="connsiteY110-4152" fmla="*/ 4777 h 5728"/>
                  <a:gd name="connsiteX111-4153" fmla="*/ 3616 w 6642"/>
                  <a:gd name="connsiteY111-4154" fmla="*/ 5021 h 5728"/>
                  <a:gd name="connsiteX112-4155" fmla="*/ 3543 w 6642"/>
                  <a:gd name="connsiteY112-4156" fmla="*/ 4970 h 5728"/>
                  <a:gd name="connsiteX113-4157" fmla="*/ 3460 w 6642"/>
                  <a:gd name="connsiteY113-4158" fmla="*/ 4971 h 5728"/>
                  <a:gd name="connsiteX114-4159" fmla="*/ 3424 w 6642"/>
                  <a:gd name="connsiteY114-4160" fmla="*/ 5045 h 5728"/>
                  <a:gd name="connsiteX115-4161" fmla="*/ 3313 w 6642"/>
                  <a:gd name="connsiteY115-4162" fmla="*/ 5000 h 5728"/>
                  <a:gd name="connsiteX116-4163" fmla="*/ 3235 w 6642"/>
                  <a:gd name="connsiteY116-4164" fmla="*/ 5109 h 5728"/>
                  <a:gd name="connsiteX117-4165" fmla="*/ 3013 w 6642"/>
                  <a:gd name="connsiteY117-4166" fmla="*/ 5349 h 5728"/>
                  <a:gd name="connsiteX118-4167" fmla="*/ 2993 w 6642"/>
                  <a:gd name="connsiteY118-4168" fmla="*/ 5516 h 5728"/>
                  <a:gd name="connsiteX119-4169" fmla="*/ 2976 w 6642"/>
                  <a:gd name="connsiteY119-4170" fmla="*/ 5659 h 5728"/>
                  <a:gd name="connsiteX120-4171" fmla="*/ 2960 w 6642"/>
                  <a:gd name="connsiteY120-4172" fmla="*/ 5669 h 5728"/>
                  <a:gd name="connsiteX121-4173" fmla="*/ 2638 w 6642"/>
                  <a:gd name="connsiteY121-4174" fmla="*/ 5621 h 5728"/>
                  <a:gd name="connsiteX122-4175" fmla="*/ 2536 w 6642"/>
                  <a:gd name="connsiteY122-4176" fmla="*/ 5566 h 5728"/>
                  <a:gd name="connsiteX123-4177" fmla="*/ 2482 w 6642"/>
                  <a:gd name="connsiteY123-4178" fmla="*/ 5503 h 5728"/>
                  <a:gd name="connsiteX124-4179" fmla="*/ 2377 w 6642"/>
                  <a:gd name="connsiteY124-4180" fmla="*/ 5477 h 5728"/>
                  <a:gd name="connsiteX125-4181" fmla="*/ 2377 w 6642"/>
                  <a:gd name="connsiteY125-4182" fmla="*/ 5379 h 5728"/>
                  <a:gd name="connsiteX126-4183" fmla="*/ 2481 w 6642"/>
                  <a:gd name="connsiteY126-4184" fmla="*/ 5149 h 5728"/>
                  <a:gd name="connsiteX127-4185" fmla="*/ 2341 w 6642"/>
                  <a:gd name="connsiteY127-4186" fmla="*/ 5070 h 5728"/>
                  <a:gd name="connsiteX128-4187" fmla="*/ 2299 w 6642"/>
                  <a:gd name="connsiteY128-4188" fmla="*/ 5095 h 5728"/>
                  <a:gd name="connsiteX129-4189" fmla="*/ 2209 w 6642"/>
                  <a:gd name="connsiteY129-4190" fmla="*/ 5214 h 5728"/>
                  <a:gd name="connsiteX130-4191" fmla="*/ 2177 w 6642"/>
                  <a:gd name="connsiteY130-4192" fmla="*/ 5276 h 5728"/>
                  <a:gd name="connsiteX131-4193" fmla="*/ 2115 w 6642"/>
                  <a:gd name="connsiteY131-4194" fmla="*/ 5386 h 5728"/>
                  <a:gd name="connsiteX132-4195" fmla="*/ 2121 w 6642"/>
                  <a:gd name="connsiteY132-4196" fmla="*/ 5510 h 5728"/>
                  <a:gd name="connsiteX133-4197" fmla="*/ 2082 w 6642"/>
                  <a:gd name="connsiteY133-4198" fmla="*/ 5558 h 5728"/>
                  <a:gd name="connsiteX134-4199" fmla="*/ 1951 w 6642"/>
                  <a:gd name="connsiteY134-4200" fmla="*/ 5617 h 5728"/>
                  <a:gd name="connsiteX135-4201" fmla="*/ 1785 w 6642"/>
                  <a:gd name="connsiteY135-4202" fmla="*/ 5649 h 5728"/>
                  <a:gd name="connsiteX136-4203" fmla="*/ 1682 w 6642"/>
                  <a:gd name="connsiteY136-4204" fmla="*/ 5728 h 5728"/>
                  <a:gd name="connsiteX137-4205" fmla="*/ 1568 w 6642"/>
                  <a:gd name="connsiteY137-4206" fmla="*/ 5611 h 5728"/>
                  <a:gd name="connsiteX138-4207" fmla="*/ 1508 w 6642"/>
                  <a:gd name="connsiteY138-4208" fmla="*/ 5485 h 5728"/>
                  <a:gd name="connsiteX139-4209" fmla="*/ 1630 w 6642"/>
                  <a:gd name="connsiteY139-4210" fmla="*/ 5242 h 5728"/>
                  <a:gd name="connsiteX140-4211" fmla="*/ 1685 w 6642"/>
                  <a:gd name="connsiteY140-4212" fmla="*/ 5195 h 5728"/>
                  <a:gd name="connsiteX141-4213" fmla="*/ 1730 w 6642"/>
                  <a:gd name="connsiteY141-4214" fmla="*/ 5120 h 5728"/>
                  <a:gd name="connsiteX142-4215" fmla="*/ 1727 w 6642"/>
                  <a:gd name="connsiteY142-4216" fmla="*/ 5071 h 5728"/>
                  <a:gd name="connsiteX143-4217" fmla="*/ 1530 w 6642"/>
                  <a:gd name="connsiteY143-4218" fmla="*/ 5007 h 5728"/>
                  <a:gd name="connsiteX144-4219" fmla="*/ 1459 w 6642"/>
                  <a:gd name="connsiteY144-4220" fmla="*/ 5064 h 5728"/>
                  <a:gd name="connsiteX145-4221" fmla="*/ 1353 w 6642"/>
                  <a:gd name="connsiteY145-4222" fmla="*/ 5111 h 5728"/>
                  <a:gd name="connsiteX146-4223" fmla="*/ 1290 w 6642"/>
                  <a:gd name="connsiteY146-4224" fmla="*/ 5063 h 5728"/>
                  <a:gd name="connsiteX147-4225" fmla="*/ 1052 w 6642"/>
                  <a:gd name="connsiteY147-4226" fmla="*/ 5254 h 5728"/>
                  <a:gd name="connsiteX148-4227" fmla="*/ 924 w 6642"/>
                  <a:gd name="connsiteY148-4228" fmla="*/ 5231 h 5728"/>
                  <a:gd name="connsiteX149-4229" fmla="*/ 813 w 6642"/>
                  <a:gd name="connsiteY149-4230" fmla="*/ 5097 h 5728"/>
                  <a:gd name="connsiteX150-4231" fmla="*/ 683 w 6642"/>
                  <a:gd name="connsiteY150-4232" fmla="*/ 4930 h 5728"/>
                  <a:gd name="connsiteX151-4233" fmla="*/ 572 w 6642"/>
                  <a:gd name="connsiteY151-4234" fmla="*/ 4806 h 5728"/>
                  <a:gd name="connsiteX152-4235" fmla="*/ 505 w 6642"/>
                  <a:gd name="connsiteY152-4236" fmla="*/ 4788 h 5728"/>
                  <a:gd name="connsiteX153-4237" fmla="*/ 640 w 6642"/>
                  <a:gd name="connsiteY153-4238" fmla="*/ 4631 h 5728"/>
                  <a:gd name="connsiteX154-4239" fmla="*/ 683 w 6642"/>
                  <a:gd name="connsiteY154-4240" fmla="*/ 4541 h 5728"/>
                  <a:gd name="connsiteX155-4241" fmla="*/ 651 w 6642"/>
                  <a:gd name="connsiteY155-4242" fmla="*/ 4438 h 5728"/>
                  <a:gd name="connsiteX156-4243" fmla="*/ 277 w 6642"/>
                  <a:gd name="connsiteY156-4244" fmla="*/ 4491 h 5728"/>
                  <a:gd name="connsiteX157-4245" fmla="*/ 187 w 6642"/>
                  <a:gd name="connsiteY157-4246" fmla="*/ 4518 h 5728"/>
                  <a:gd name="connsiteX158-4247" fmla="*/ 195 w 6642"/>
                  <a:gd name="connsiteY158-4248" fmla="*/ 4384 h 5728"/>
                  <a:gd name="connsiteX159-4249" fmla="*/ 147 w 6642"/>
                  <a:gd name="connsiteY159-4250" fmla="*/ 4318 h 5728"/>
                  <a:gd name="connsiteX160-4251" fmla="*/ 39 w 6642"/>
                  <a:gd name="connsiteY160-4252" fmla="*/ 4220 h 5728"/>
                  <a:gd name="connsiteX161-4253" fmla="*/ 75 w 6642"/>
                  <a:gd name="connsiteY161-4254" fmla="*/ 4093 h 5728"/>
                  <a:gd name="connsiteX162-4255" fmla="*/ 63 w 6642"/>
                  <a:gd name="connsiteY162-4256" fmla="*/ 3929 h 5728"/>
                  <a:gd name="connsiteX163-4257" fmla="*/ 0 w 6642"/>
                  <a:gd name="connsiteY163-4258" fmla="*/ 3842 h 5728"/>
                  <a:gd name="connsiteX164-4259" fmla="*/ 0 w 6642"/>
                  <a:gd name="connsiteY164-4260" fmla="*/ 3737 h 5728"/>
                  <a:gd name="connsiteX165-4261" fmla="*/ 303 w 6642"/>
                  <a:gd name="connsiteY165-4262" fmla="*/ 3824 h 5728"/>
                  <a:gd name="connsiteX166-4263" fmla="*/ 830 w 6642"/>
                  <a:gd name="connsiteY166-4264" fmla="*/ 3840 h 5728"/>
                  <a:gd name="connsiteX167-4265" fmla="*/ 1044 w 6642"/>
                  <a:gd name="connsiteY167-4266" fmla="*/ 3908 h 5728"/>
                  <a:gd name="connsiteX168-4267" fmla="*/ 1213 w 6642"/>
                  <a:gd name="connsiteY168-4268" fmla="*/ 4053 h 5728"/>
                  <a:gd name="connsiteX169-4269" fmla="*/ 1257 w 6642"/>
                  <a:gd name="connsiteY169-4270" fmla="*/ 4077 h 5728"/>
                  <a:gd name="connsiteX170-4271" fmla="*/ 1417 w 6642"/>
                  <a:gd name="connsiteY170-4272" fmla="*/ 4107 h 5728"/>
                  <a:gd name="connsiteX171-4273" fmla="*/ 1487 w 6642"/>
                  <a:gd name="connsiteY171-4274" fmla="*/ 4158 h 5728"/>
                  <a:gd name="connsiteX172-4275" fmla="*/ 1688 w 6642"/>
                  <a:gd name="connsiteY172-4276" fmla="*/ 4229 h 5728"/>
                  <a:gd name="connsiteX173-4277" fmla="*/ 1904 w 6642"/>
                  <a:gd name="connsiteY173-4278" fmla="*/ 4309 h 5728"/>
                  <a:gd name="connsiteX174-4279" fmla="*/ 2068 w 6642"/>
                  <a:gd name="connsiteY174-4280" fmla="*/ 4212 h 5728"/>
                  <a:gd name="connsiteX175-4281" fmla="*/ 2267 w 6642"/>
                  <a:gd name="connsiteY175-4282" fmla="*/ 4125 h 5728"/>
                  <a:gd name="connsiteX176-4283" fmla="*/ 2363 w 6642"/>
                  <a:gd name="connsiteY176-4284" fmla="*/ 4075 h 5728"/>
                  <a:gd name="connsiteX177-4285" fmla="*/ 2539 w 6642"/>
                  <a:gd name="connsiteY177-4286" fmla="*/ 3995 h 5728"/>
                  <a:gd name="connsiteX178-4287" fmla="*/ 2721 w 6642"/>
                  <a:gd name="connsiteY178-4288" fmla="*/ 3970 h 5728"/>
                  <a:gd name="connsiteX179-4289" fmla="*/ 3073 w 6642"/>
                  <a:gd name="connsiteY179-4290" fmla="*/ 3979 h 5728"/>
                  <a:gd name="connsiteX180-4291" fmla="*/ 3416 w 6642"/>
                  <a:gd name="connsiteY180-4292" fmla="*/ 3722 h 5728"/>
                  <a:gd name="connsiteX181-4293" fmla="*/ 3519 w 6642"/>
                  <a:gd name="connsiteY181-4294" fmla="*/ 3636 h 5728"/>
                  <a:gd name="connsiteX182-4295" fmla="*/ 3609 w 6642"/>
                  <a:gd name="connsiteY182-4296" fmla="*/ 3563 h 5728"/>
                  <a:gd name="connsiteX183-4297" fmla="*/ 3705 w 6642"/>
                  <a:gd name="connsiteY183-4298" fmla="*/ 3503 h 5728"/>
                  <a:gd name="connsiteX184-4299" fmla="*/ 3702 w 6642"/>
                  <a:gd name="connsiteY184-4300" fmla="*/ 3422 h 5728"/>
                  <a:gd name="connsiteX185-4301" fmla="*/ 3597 w 6642"/>
                  <a:gd name="connsiteY185-4302" fmla="*/ 3317 h 5728"/>
                  <a:gd name="connsiteX186-4303" fmla="*/ 3582 w 6642"/>
                  <a:gd name="connsiteY186-4304" fmla="*/ 3252 h 5728"/>
                  <a:gd name="connsiteX187-4305" fmla="*/ 3692 w 6642"/>
                  <a:gd name="connsiteY187-4306" fmla="*/ 3012 h 5728"/>
                  <a:gd name="connsiteX188-4307" fmla="*/ 3835 w 6642"/>
                  <a:gd name="connsiteY188-4308" fmla="*/ 3094 h 5728"/>
                  <a:gd name="connsiteX189-4309" fmla="*/ 3915 w 6642"/>
                  <a:gd name="connsiteY189-4310" fmla="*/ 3122 h 5728"/>
                  <a:gd name="connsiteX190-4311" fmla="*/ 3998 w 6642"/>
                  <a:gd name="connsiteY190-4312" fmla="*/ 3124 h 5728"/>
                  <a:gd name="connsiteX0-4313" fmla="*/ 5456 w 6642"/>
                  <a:gd name="connsiteY0-4314" fmla="*/ 2333 h 5728"/>
                  <a:gd name="connsiteX1-4315" fmla="*/ 5454 w 6642"/>
                  <a:gd name="connsiteY1-4316" fmla="*/ 2117 h 5728"/>
                  <a:gd name="connsiteX2-4317" fmla="*/ 5378 w 6642"/>
                  <a:gd name="connsiteY2-4318" fmla="*/ 2039 h 5728"/>
                  <a:gd name="connsiteX3-4319" fmla="*/ 5235 w 6642"/>
                  <a:gd name="connsiteY3-4320" fmla="*/ 1951 h 5728"/>
                  <a:gd name="connsiteX4-4321" fmla="*/ 5143 w 6642"/>
                  <a:gd name="connsiteY4-4322" fmla="*/ 1827 h 5728"/>
                  <a:gd name="connsiteX5-4323" fmla="*/ 5047 w 6642"/>
                  <a:gd name="connsiteY5-4324" fmla="*/ 1828 h 5728"/>
                  <a:gd name="connsiteX6-4325" fmla="*/ 5002 w 6642"/>
                  <a:gd name="connsiteY6-4326" fmla="*/ 1883 h 5728"/>
                  <a:gd name="connsiteX7-4327" fmla="*/ 4909 w 6642"/>
                  <a:gd name="connsiteY7-4328" fmla="*/ 1877 h 5728"/>
                  <a:gd name="connsiteX8-4329" fmla="*/ 4889 w 6642"/>
                  <a:gd name="connsiteY8-4330" fmla="*/ 1994 h 5728"/>
                  <a:gd name="connsiteX9-4331" fmla="*/ 4708 w 6642"/>
                  <a:gd name="connsiteY9-4332" fmla="*/ 1941 h 5728"/>
                  <a:gd name="connsiteX10-4333" fmla="*/ 4625 w 6642"/>
                  <a:gd name="connsiteY10-4334" fmla="*/ 1939 h 5728"/>
                  <a:gd name="connsiteX11-4335" fmla="*/ 4500 w 6642"/>
                  <a:gd name="connsiteY11-4336" fmla="*/ 2014 h 5728"/>
                  <a:gd name="connsiteX12-4337" fmla="*/ 4388 w 6642"/>
                  <a:gd name="connsiteY12-4338" fmla="*/ 1890 h 5728"/>
                  <a:gd name="connsiteX13-4339" fmla="*/ 4482 w 6642"/>
                  <a:gd name="connsiteY13-4340" fmla="*/ 1804 h 5728"/>
                  <a:gd name="connsiteX14-4341" fmla="*/ 4486 w 6642"/>
                  <a:gd name="connsiteY14-4342" fmla="*/ 1634 h 5728"/>
                  <a:gd name="connsiteX15-4343" fmla="*/ 4541 w 6642"/>
                  <a:gd name="connsiteY15-4344" fmla="*/ 1514 h 5728"/>
                  <a:gd name="connsiteX16-4345" fmla="*/ 4584 w 6642"/>
                  <a:gd name="connsiteY16-4346" fmla="*/ 1306 h 5728"/>
                  <a:gd name="connsiteX17-4347" fmla="*/ 4644 w 6642"/>
                  <a:gd name="connsiteY17-4348" fmla="*/ 1307 h 5728"/>
                  <a:gd name="connsiteX18-4349" fmla="*/ 4967 w 6642"/>
                  <a:gd name="connsiteY18-4350" fmla="*/ 1286 h 5728"/>
                  <a:gd name="connsiteX19-4351" fmla="*/ 5141 w 6642"/>
                  <a:gd name="connsiteY19-4352" fmla="*/ 1117 h 5728"/>
                  <a:gd name="connsiteX20-4353" fmla="*/ 5210 w 6642"/>
                  <a:gd name="connsiteY20-4354" fmla="*/ 748 h 5728"/>
                  <a:gd name="connsiteX21-4355" fmla="*/ 5320 w 6642"/>
                  <a:gd name="connsiteY21-4356" fmla="*/ 486 h 5728"/>
                  <a:gd name="connsiteX22-4357" fmla="*/ 5318 w 6642"/>
                  <a:gd name="connsiteY22-4358" fmla="*/ 358 h 5728"/>
                  <a:gd name="connsiteX23-4359" fmla="*/ 5305 w 6642"/>
                  <a:gd name="connsiteY23-4360" fmla="*/ 328 h 5728"/>
                  <a:gd name="connsiteX24-4361" fmla="*/ 5238 w 6642"/>
                  <a:gd name="connsiteY24-4362" fmla="*/ 251 h 5728"/>
                  <a:gd name="connsiteX25-4363" fmla="*/ 5178 w 6642"/>
                  <a:gd name="connsiteY25-4364" fmla="*/ 217 h 5728"/>
                  <a:gd name="connsiteX26-4365" fmla="*/ 5303 w 6642"/>
                  <a:gd name="connsiteY26-4366" fmla="*/ 56 h 5728"/>
                  <a:gd name="connsiteX27-4367" fmla="*/ 5476 w 6642"/>
                  <a:gd name="connsiteY27-4368" fmla="*/ 2 h 5728"/>
                  <a:gd name="connsiteX28-4369" fmla="*/ 5508 w 6642"/>
                  <a:gd name="connsiteY28-4370" fmla="*/ 49 h 5728"/>
                  <a:gd name="connsiteX29-4371" fmla="*/ 5498 w 6642"/>
                  <a:gd name="connsiteY29-4372" fmla="*/ 133 h 5728"/>
                  <a:gd name="connsiteX30-4373" fmla="*/ 5437 w 6642"/>
                  <a:gd name="connsiteY30-4374" fmla="*/ 243 h 5728"/>
                  <a:gd name="connsiteX31-4375" fmla="*/ 5507 w 6642"/>
                  <a:gd name="connsiteY31-4376" fmla="*/ 301 h 5728"/>
                  <a:gd name="connsiteX32-4377" fmla="*/ 5621 w 6642"/>
                  <a:gd name="connsiteY32-4378" fmla="*/ 366 h 5728"/>
                  <a:gd name="connsiteX33-4379" fmla="*/ 5641 w 6642"/>
                  <a:gd name="connsiteY33-4380" fmla="*/ 255 h 5728"/>
                  <a:gd name="connsiteX34-4381" fmla="*/ 5775 w 6642"/>
                  <a:gd name="connsiteY34-4382" fmla="*/ 291 h 5728"/>
                  <a:gd name="connsiteX35-4383" fmla="*/ 5800 w 6642"/>
                  <a:gd name="connsiteY35-4384" fmla="*/ 331 h 5728"/>
                  <a:gd name="connsiteX36-4385" fmla="*/ 5876 w 6642"/>
                  <a:gd name="connsiteY36-4386" fmla="*/ 562 h 5728"/>
                  <a:gd name="connsiteX37-4387" fmla="*/ 5911 w 6642"/>
                  <a:gd name="connsiteY37-4388" fmla="*/ 586 h 5728"/>
                  <a:gd name="connsiteX38-4389" fmla="*/ 6003 w 6642"/>
                  <a:gd name="connsiteY38-4390" fmla="*/ 578 h 5728"/>
                  <a:gd name="connsiteX39-4391" fmla="*/ 6263 w 6642"/>
                  <a:gd name="connsiteY39-4392" fmla="*/ 490 h 5728"/>
                  <a:gd name="connsiteX40-4393" fmla="*/ 6483 w 6642"/>
                  <a:gd name="connsiteY40-4394" fmla="*/ 479 h 5728"/>
                  <a:gd name="connsiteX41-4395" fmla="*/ 6543 w 6642"/>
                  <a:gd name="connsiteY41-4396" fmla="*/ 648 h 5728"/>
                  <a:gd name="connsiteX42-4397" fmla="*/ 6461 w 6642"/>
                  <a:gd name="connsiteY42-4398" fmla="*/ 944 h 5728"/>
                  <a:gd name="connsiteX43-4399" fmla="*/ 6461 w 6642"/>
                  <a:gd name="connsiteY43-4400" fmla="*/ 1022 h 5728"/>
                  <a:gd name="connsiteX44-4401" fmla="*/ 6530 w 6642"/>
                  <a:gd name="connsiteY44-4402" fmla="*/ 1168 h 5728"/>
                  <a:gd name="connsiteX45-4403" fmla="*/ 6545 w 6642"/>
                  <a:gd name="connsiteY45-4404" fmla="*/ 1427 h 5728"/>
                  <a:gd name="connsiteX46-4405" fmla="*/ 6547 w 6642"/>
                  <a:gd name="connsiteY46-4406" fmla="*/ 1617 h 5728"/>
                  <a:gd name="connsiteX47-4407" fmla="*/ 6480 w 6642"/>
                  <a:gd name="connsiteY47-4408" fmla="*/ 1625 h 5728"/>
                  <a:gd name="connsiteX48-4409" fmla="*/ 6458 w 6642"/>
                  <a:gd name="connsiteY48-4410" fmla="*/ 1507 h 5728"/>
                  <a:gd name="connsiteX49-4411" fmla="*/ 6423 w 6642"/>
                  <a:gd name="connsiteY49-4412" fmla="*/ 1450 h 5728"/>
                  <a:gd name="connsiteX50-4413" fmla="*/ 6333 w 6642"/>
                  <a:gd name="connsiteY50-4414" fmla="*/ 1582 h 5728"/>
                  <a:gd name="connsiteX51-4415" fmla="*/ 6220 w 6642"/>
                  <a:gd name="connsiteY51-4416" fmla="*/ 1776 h 5728"/>
                  <a:gd name="connsiteX52-4417" fmla="*/ 6101 w 6642"/>
                  <a:gd name="connsiteY52-4418" fmla="*/ 1904 h 5728"/>
                  <a:gd name="connsiteX53-4419" fmla="*/ 6094 w 6642"/>
                  <a:gd name="connsiteY53-4420" fmla="*/ 2018 h 5728"/>
                  <a:gd name="connsiteX54-4421" fmla="*/ 6154 w 6642"/>
                  <a:gd name="connsiteY54-4422" fmla="*/ 2115 h 5728"/>
                  <a:gd name="connsiteX55-4423" fmla="*/ 6256 w 6642"/>
                  <a:gd name="connsiteY55-4424" fmla="*/ 2183 h 5728"/>
                  <a:gd name="connsiteX56-4425" fmla="*/ 6333 w 6642"/>
                  <a:gd name="connsiteY56-4426" fmla="*/ 2178 h 5728"/>
                  <a:gd name="connsiteX57-4427" fmla="*/ 6378 w 6642"/>
                  <a:gd name="connsiteY57-4428" fmla="*/ 2104 h 5728"/>
                  <a:gd name="connsiteX58-4429" fmla="*/ 6412 w 6642"/>
                  <a:gd name="connsiteY58-4430" fmla="*/ 2210 h 5728"/>
                  <a:gd name="connsiteX59-4431" fmla="*/ 6300 w 6642"/>
                  <a:gd name="connsiteY59-4432" fmla="*/ 2249 h 5728"/>
                  <a:gd name="connsiteX60-4433" fmla="*/ 6347 w 6642"/>
                  <a:gd name="connsiteY60-4434" fmla="*/ 2362 h 5728"/>
                  <a:gd name="connsiteX61-4435" fmla="*/ 6212 w 6642"/>
                  <a:gd name="connsiteY61-4436" fmla="*/ 2509 h 5728"/>
                  <a:gd name="connsiteX62-4437" fmla="*/ 6171 w 6642"/>
                  <a:gd name="connsiteY62-4438" fmla="*/ 2498 h 5728"/>
                  <a:gd name="connsiteX63-4439" fmla="*/ 6047 w 6642"/>
                  <a:gd name="connsiteY63-4440" fmla="*/ 2413 h 5728"/>
                  <a:gd name="connsiteX64-4441" fmla="*/ 5992 w 6642"/>
                  <a:gd name="connsiteY64-4442" fmla="*/ 2412 h 5728"/>
                  <a:gd name="connsiteX65-4443" fmla="*/ 5957 w 6642"/>
                  <a:gd name="connsiteY65-4444" fmla="*/ 2480 h 5728"/>
                  <a:gd name="connsiteX66-4445" fmla="*/ 5960 w 6642"/>
                  <a:gd name="connsiteY66-4446" fmla="*/ 2562 h 5728"/>
                  <a:gd name="connsiteX67-4447" fmla="*/ 6138 w 6642"/>
                  <a:gd name="connsiteY67-4448" fmla="*/ 2730 h 5728"/>
                  <a:gd name="connsiteX68-4449" fmla="*/ 6137 w 6642"/>
                  <a:gd name="connsiteY68-4450" fmla="*/ 2844 h 5728"/>
                  <a:gd name="connsiteX69-4451" fmla="*/ 6228 w 6642"/>
                  <a:gd name="connsiteY69-4452" fmla="*/ 3060 h 5728"/>
                  <a:gd name="connsiteX70-4453" fmla="*/ 6254 w 6642"/>
                  <a:gd name="connsiteY70-4454" fmla="*/ 3090 h 5728"/>
                  <a:gd name="connsiteX71-4455" fmla="*/ 6298 w 6642"/>
                  <a:gd name="connsiteY71-4456" fmla="*/ 3094 h 5728"/>
                  <a:gd name="connsiteX72-4457" fmla="*/ 6344 w 6642"/>
                  <a:gd name="connsiteY72-4458" fmla="*/ 3010 h 5728"/>
                  <a:gd name="connsiteX73-4459" fmla="*/ 6424 w 6642"/>
                  <a:gd name="connsiteY73-4460" fmla="*/ 2950 h 5728"/>
                  <a:gd name="connsiteX74-4461" fmla="*/ 6519 w 6642"/>
                  <a:gd name="connsiteY74-4462" fmla="*/ 3126 h 5728"/>
                  <a:gd name="connsiteX75-4463" fmla="*/ 6629 w 6642"/>
                  <a:gd name="connsiteY75-4464" fmla="*/ 3312 h 5728"/>
                  <a:gd name="connsiteX76-4465" fmla="*/ 6642 w 6642"/>
                  <a:gd name="connsiteY76-4466" fmla="*/ 3342 h 5728"/>
                  <a:gd name="connsiteX77-4467" fmla="*/ 6631 w 6642"/>
                  <a:gd name="connsiteY77-4468" fmla="*/ 3518 h 5728"/>
                  <a:gd name="connsiteX78-4469" fmla="*/ 6596 w 6642"/>
                  <a:gd name="connsiteY78-4470" fmla="*/ 3554 h 5728"/>
                  <a:gd name="connsiteX79-4471" fmla="*/ 6507 w 6642"/>
                  <a:gd name="connsiteY79-4472" fmla="*/ 3515 h 5728"/>
                  <a:gd name="connsiteX80-4473" fmla="*/ 6273 w 6642"/>
                  <a:gd name="connsiteY80-4474" fmla="*/ 3644 h 5728"/>
                  <a:gd name="connsiteX81-4475" fmla="*/ 6247 w 6642"/>
                  <a:gd name="connsiteY81-4476" fmla="*/ 3666 h 5728"/>
                  <a:gd name="connsiteX82-4477" fmla="*/ 6067 w 6642"/>
                  <a:gd name="connsiteY82-4478" fmla="*/ 3812 h 5728"/>
                  <a:gd name="connsiteX83-4479" fmla="*/ 5926 w 6642"/>
                  <a:gd name="connsiteY83-4480" fmla="*/ 3926 h 5728"/>
                  <a:gd name="connsiteX84-4481" fmla="*/ 5891 w 6642"/>
                  <a:gd name="connsiteY84-4482" fmla="*/ 3965 h 5728"/>
                  <a:gd name="connsiteX85-4483" fmla="*/ 5839 w 6642"/>
                  <a:gd name="connsiteY85-4484" fmla="*/ 3973 h 5728"/>
                  <a:gd name="connsiteX86-4485" fmla="*/ 5782 w 6642"/>
                  <a:gd name="connsiteY86-4486" fmla="*/ 3916 h 5728"/>
                  <a:gd name="connsiteX87-4487" fmla="*/ 5658 w 6642"/>
                  <a:gd name="connsiteY87-4488" fmla="*/ 3808 h 5728"/>
                  <a:gd name="connsiteX88-4489" fmla="*/ 5682 w 6642"/>
                  <a:gd name="connsiteY88-4490" fmla="*/ 4064 h 5728"/>
                  <a:gd name="connsiteX89-4491" fmla="*/ 5691 w 6642"/>
                  <a:gd name="connsiteY89-4492" fmla="*/ 4192 h 5728"/>
                  <a:gd name="connsiteX90-4493" fmla="*/ 5429 w 6642"/>
                  <a:gd name="connsiteY90-4494" fmla="*/ 4166 h 5728"/>
                  <a:gd name="connsiteX91-4495" fmla="*/ 5347 w 6642"/>
                  <a:gd name="connsiteY91-4496" fmla="*/ 3987 h 5728"/>
                  <a:gd name="connsiteX92-4497" fmla="*/ 5265 w 6642"/>
                  <a:gd name="connsiteY92-4498" fmla="*/ 3802 h 5728"/>
                  <a:gd name="connsiteX93-4499" fmla="*/ 4807 w 6642"/>
                  <a:gd name="connsiteY93-4500" fmla="*/ 4072 h 5728"/>
                  <a:gd name="connsiteX94-4501" fmla="*/ 4634 w 6642"/>
                  <a:gd name="connsiteY94-4502" fmla="*/ 4175 h 5728"/>
                  <a:gd name="connsiteX95-4503" fmla="*/ 4569 w 6642"/>
                  <a:gd name="connsiteY95-4504" fmla="*/ 4246 h 5728"/>
                  <a:gd name="connsiteX96-4505" fmla="*/ 4506 w 6642"/>
                  <a:gd name="connsiteY96-4506" fmla="*/ 4159 h 5728"/>
                  <a:gd name="connsiteX97-4507" fmla="*/ 4541 w 6642"/>
                  <a:gd name="connsiteY97-4508" fmla="*/ 4134 h 5728"/>
                  <a:gd name="connsiteX98-4509" fmla="*/ 4408 w 6642"/>
                  <a:gd name="connsiteY98-4510" fmla="*/ 3980 h 5728"/>
                  <a:gd name="connsiteX99-4511" fmla="*/ 4340 w 6642"/>
                  <a:gd name="connsiteY99-4512" fmla="*/ 4188 h 5728"/>
                  <a:gd name="connsiteX100-4513" fmla="*/ 4282 w 6642"/>
                  <a:gd name="connsiteY100-4514" fmla="*/ 4193 h 5728"/>
                  <a:gd name="connsiteX101-4515" fmla="*/ 4260 w 6642"/>
                  <a:gd name="connsiteY101-4516" fmla="*/ 4238 h 5728"/>
                  <a:gd name="connsiteX102-4517" fmla="*/ 4231 w 6642"/>
                  <a:gd name="connsiteY102-4518" fmla="*/ 4250 h 5728"/>
                  <a:gd name="connsiteX103-4519" fmla="*/ 4230 w 6642"/>
                  <a:gd name="connsiteY103-4520" fmla="*/ 4427 h 5728"/>
                  <a:gd name="connsiteX104-4521" fmla="*/ 4290 w 6642"/>
                  <a:gd name="connsiteY104-4522" fmla="*/ 4504 h 5728"/>
                  <a:gd name="connsiteX105-4523" fmla="*/ 4293 w 6642"/>
                  <a:gd name="connsiteY105-4524" fmla="*/ 4556 h 5728"/>
                  <a:gd name="connsiteX106-4525" fmla="*/ 4257 w 6642"/>
                  <a:gd name="connsiteY106-4526" fmla="*/ 4614 h 5728"/>
                  <a:gd name="connsiteX107-4527" fmla="*/ 3992 w 6642"/>
                  <a:gd name="connsiteY107-4528" fmla="*/ 4680 h 5728"/>
                  <a:gd name="connsiteX108-4529" fmla="*/ 3857 w 6642"/>
                  <a:gd name="connsiteY108-4530" fmla="*/ 4739 h 5728"/>
                  <a:gd name="connsiteX109-4531" fmla="*/ 3815 w 6642"/>
                  <a:gd name="connsiteY109-4532" fmla="*/ 4777 h 5728"/>
                  <a:gd name="connsiteX110-4533" fmla="*/ 3616 w 6642"/>
                  <a:gd name="connsiteY110-4534" fmla="*/ 5021 h 5728"/>
                  <a:gd name="connsiteX111-4535" fmla="*/ 3543 w 6642"/>
                  <a:gd name="connsiteY111-4536" fmla="*/ 4970 h 5728"/>
                  <a:gd name="connsiteX112-4537" fmla="*/ 3460 w 6642"/>
                  <a:gd name="connsiteY112-4538" fmla="*/ 4971 h 5728"/>
                  <a:gd name="connsiteX113-4539" fmla="*/ 3424 w 6642"/>
                  <a:gd name="connsiteY113-4540" fmla="*/ 5045 h 5728"/>
                  <a:gd name="connsiteX114-4541" fmla="*/ 3313 w 6642"/>
                  <a:gd name="connsiteY114-4542" fmla="*/ 5000 h 5728"/>
                  <a:gd name="connsiteX115-4543" fmla="*/ 3235 w 6642"/>
                  <a:gd name="connsiteY115-4544" fmla="*/ 5109 h 5728"/>
                  <a:gd name="connsiteX116-4545" fmla="*/ 3013 w 6642"/>
                  <a:gd name="connsiteY116-4546" fmla="*/ 5349 h 5728"/>
                  <a:gd name="connsiteX117-4547" fmla="*/ 2993 w 6642"/>
                  <a:gd name="connsiteY117-4548" fmla="*/ 5516 h 5728"/>
                  <a:gd name="connsiteX118-4549" fmla="*/ 2976 w 6642"/>
                  <a:gd name="connsiteY118-4550" fmla="*/ 5659 h 5728"/>
                  <a:gd name="connsiteX119-4551" fmla="*/ 2960 w 6642"/>
                  <a:gd name="connsiteY119-4552" fmla="*/ 5669 h 5728"/>
                  <a:gd name="connsiteX120-4553" fmla="*/ 2638 w 6642"/>
                  <a:gd name="connsiteY120-4554" fmla="*/ 5621 h 5728"/>
                  <a:gd name="connsiteX121-4555" fmla="*/ 2536 w 6642"/>
                  <a:gd name="connsiteY121-4556" fmla="*/ 5566 h 5728"/>
                  <a:gd name="connsiteX122-4557" fmla="*/ 2482 w 6642"/>
                  <a:gd name="connsiteY122-4558" fmla="*/ 5503 h 5728"/>
                  <a:gd name="connsiteX123-4559" fmla="*/ 2377 w 6642"/>
                  <a:gd name="connsiteY123-4560" fmla="*/ 5477 h 5728"/>
                  <a:gd name="connsiteX124-4561" fmla="*/ 2377 w 6642"/>
                  <a:gd name="connsiteY124-4562" fmla="*/ 5379 h 5728"/>
                  <a:gd name="connsiteX125-4563" fmla="*/ 2481 w 6642"/>
                  <a:gd name="connsiteY125-4564" fmla="*/ 5149 h 5728"/>
                  <a:gd name="connsiteX126-4565" fmla="*/ 2341 w 6642"/>
                  <a:gd name="connsiteY126-4566" fmla="*/ 5070 h 5728"/>
                  <a:gd name="connsiteX127-4567" fmla="*/ 2299 w 6642"/>
                  <a:gd name="connsiteY127-4568" fmla="*/ 5095 h 5728"/>
                  <a:gd name="connsiteX128-4569" fmla="*/ 2209 w 6642"/>
                  <a:gd name="connsiteY128-4570" fmla="*/ 5214 h 5728"/>
                  <a:gd name="connsiteX129-4571" fmla="*/ 2177 w 6642"/>
                  <a:gd name="connsiteY129-4572" fmla="*/ 5276 h 5728"/>
                  <a:gd name="connsiteX130-4573" fmla="*/ 2115 w 6642"/>
                  <a:gd name="connsiteY130-4574" fmla="*/ 5386 h 5728"/>
                  <a:gd name="connsiteX131-4575" fmla="*/ 2121 w 6642"/>
                  <a:gd name="connsiteY131-4576" fmla="*/ 5510 h 5728"/>
                  <a:gd name="connsiteX132-4577" fmla="*/ 2082 w 6642"/>
                  <a:gd name="connsiteY132-4578" fmla="*/ 5558 h 5728"/>
                  <a:gd name="connsiteX133-4579" fmla="*/ 1951 w 6642"/>
                  <a:gd name="connsiteY133-4580" fmla="*/ 5617 h 5728"/>
                  <a:gd name="connsiteX134-4581" fmla="*/ 1785 w 6642"/>
                  <a:gd name="connsiteY134-4582" fmla="*/ 5649 h 5728"/>
                  <a:gd name="connsiteX135-4583" fmla="*/ 1682 w 6642"/>
                  <a:gd name="connsiteY135-4584" fmla="*/ 5728 h 5728"/>
                  <a:gd name="connsiteX136-4585" fmla="*/ 1568 w 6642"/>
                  <a:gd name="connsiteY136-4586" fmla="*/ 5611 h 5728"/>
                  <a:gd name="connsiteX137-4587" fmla="*/ 1508 w 6642"/>
                  <a:gd name="connsiteY137-4588" fmla="*/ 5485 h 5728"/>
                  <a:gd name="connsiteX138-4589" fmla="*/ 1630 w 6642"/>
                  <a:gd name="connsiteY138-4590" fmla="*/ 5242 h 5728"/>
                  <a:gd name="connsiteX139-4591" fmla="*/ 1685 w 6642"/>
                  <a:gd name="connsiteY139-4592" fmla="*/ 5195 h 5728"/>
                  <a:gd name="connsiteX140-4593" fmla="*/ 1730 w 6642"/>
                  <a:gd name="connsiteY140-4594" fmla="*/ 5120 h 5728"/>
                  <a:gd name="connsiteX141-4595" fmla="*/ 1727 w 6642"/>
                  <a:gd name="connsiteY141-4596" fmla="*/ 5071 h 5728"/>
                  <a:gd name="connsiteX142-4597" fmla="*/ 1530 w 6642"/>
                  <a:gd name="connsiteY142-4598" fmla="*/ 5007 h 5728"/>
                  <a:gd name="connsiteX143-4599" fmla="*/ 1459 w 6642"/>
                  <a:gd name="connsiteY143-4600" fmla="*/ 5064 h 5728"/>
                  <a:gd name="connsiteX144-4601" fmla="*/ 1353 w 6642"/>
                  <a:gd name="connsiteY144-4602" fmla="*/ 5111 h 5728"/>
                  <a:gd name="connsiteX145-4603" fmla="*/ 1290 w 6642"/>
                  <a:gd name="connsiteY145-4604" fmla="*/ 5063 h 5728"/>
                  <a:gd name="connsiteX146-4605" fmla="*/ 1052 w 6642"/>
                  <a:gd name="connsiteY146-4606" fmla="*/ 5254 h 5728"/>
                  <a:gd name="connsiteX147-4607" fmla="*/ 924 w 6642"/>
                  <a:gd name="connsiteY147-4608" fmla="*/ 5231 h 5728"/>
                  <a:gd name="connsiteX148-4609" fmla="*/ 813 w 6642"/>
                  <a:gd name="connsiteY148-4610" fmla="*/ 5097 h 5728"/>
                  <a:gd name="connsiteX149-4611" fmla="*/ 683 w 6642"/>
                  <a:gd name="connsiteY149-4612" fmla="*/ 4930 h 5728"/>
                  <a:gd name="connsiteX150-4613" fmla="*/ 572 w 6642"/>
                  <a:gd name="connsiteY150-4614" fmla="*/ 4806 h 5728"/>
                  <a:gd name="connsiteX151-4615" fmla="*/ 505 w 6642"/>
                  <a:gd name="connsiteY151-4616" fmla="*/ 4788 h 5728"/>
                  <a:gd name="connsiteX152-4617" fmla="*/ 640 w 6642"/>
                  <a:gd name="connsiteY152-4618" fmla="*/ 4631 h 5728"/>
                  <a:gd name="connsiteX153-4619" fmla="*/ 683 w 6642"/>
                  <a:gd name="connsiteY153-4620" fmla="*/ 4541 h 5728"/>
                  <a:gd name="connsiteX154-4621" fmla="*/ 651 w 6642"/>
                  <a:gd name="connsiteY154-4622" fmla="*/ 4438 h 5728"/>
                  <a:gd name="connsiteX155-4623" fmla="*/ 277 w 6642"/>
                  <a:gd name="connsiteY155-4624" fmla="*/ 4491 h 5728"/>
                  <a:gd name="connsiteX156-4625" fmla="*/ 187 w 6642"/>
                  <a:gd name="connsiteY156-4626" fmla="*/ 4518 h 5728"/>
                  <a:gd name="connsiteX157-4627" fmla="*/ 195 w 6642"/>
                  <a:gd name="connsiteY157-4628" fmla="*/ 4384 h 5728"/>
                  <a:gd name="connsiteX158-4629" fmla="*/ 147 w 6642"/>
                  <a:gd name="connsiteY158-4630" fmla="*/ 4318 h 5728"/>
                  <a:gd name="connsiteX159-4631" fmla="*/ 39 w 6642"/>
                  <a:gd name="connsiteY159-4632" fmla="*/ 4220 h 5728"/>
                  <a:gd name="connsiteX160-4633" fmla="*/ 75 w 6642"/>
                  <a:gd name="connsiteY160-4634" fmla="*/ 4093 h 5728"/>
                  <a:gd name="connsiteX161-4635" fmla="*/ 63 w 6642"/>
                  <a:gd name="connsiteY161-4636" fmla="*/ 3929 h 5728"/>
                  <a:gd name="connsiteX162-4637" fmla="*/ 0 w 6642"/>
                  <a:gd name="connsiteY162-4638" fmla="*/ 3842 h 5728"/>
                  <a:gd name="connsiteX163-4639" fmla="*/ 0 w 6642"/>
                  <a:gd name="connsiteY163-4640" fmla="*/ 3737 h 5728"/>
                  <a:gd name="connsiteX164-4641" fmla="*/ 303 w 6642"/>
                  <a:gd name="connsiteY164-4642" fmla="*/ 3824 h 5728"/>
                  <a:gd name="connsiteX165-4643" fmla="*/ 830 w 6642"/>
                  <a:gd name="connsiteY165-4644" fmla="*/ 3840 h 5728"/>
                  <a:gd name="connsiteX166-4645" fmla="*/ 1044 w 6642"/>
                  <a:gd name="connsiteY166-4646" fmla="*/ 3908 h 5728"/>
                  <a:gd name="connsiteX167-4647" fmla="*/ 1213 w 6642"/>
                  <a:gd name="connsiteY167-4648" fmla="*/ 4053 h 5728"/>
                  <a:gd name="connsiteX168-4649" fmla="*/ 1257 w 6642"/>
                  <a:gd name="connsiteY168-4650" fmla="*/ 4077 h 5728"/>
                  <a:gd name="connsiteX169-4651" fmla="*/ 1417 w 6642"/>
                  <a:gd name="connsiteY169-4652" fmla="*/ 4107 h 5728"/>
                  <a:gd name="connsiteX170-4653" fmla="*/ 1487 w 6642"/>
                  <a:gd name="connsiteY170-4654" fmla="*/ 4158 h 5728"/>
                  <a:gd name="connsiteX171-4655" fmla="*/ 1688 w 6642"/>
                  <a:gd name="connsiteY171-4656" fmla="*/ 4229 h 5728"/>
                  <a:gd name="connsiteX172-4657" fmla="*/ 1904 w 6642"/>
                  <a:gd name="connsiteY172-4658" fmla="*/ 4309 h 5728"/>
                  <a:gd name="connsiteX173-4659" fmla="*/ 2068 w 6642"/>
                  <a:gd name="connsiteY173-4660" fmla="*/ 4212 h 5728"/>
                  <a:gd name="connsiteX174-4661" fmla="*/ 2267 w 6642"/>
                  <a:gd name="connsiteY174-4662" fmla="*/ 4125 h 5728"/>
                  <a:gd name="connsiteX175-4663" fmla="*/ 2363 w 6642"/>
                  <a:gd name="connsiteY175-4664" fmla="*/ 4075 h 5728"/>
                  <a:gd name="connsiteX176-4665" fmla="*/ 2539 w 6642"/>
                  <a:gd name="connsiteY176-4666" fmla="*/ 3995 h 5728"/>
                  <a:gd name="connsiteX177-4667" fmla="*/ 2721 w 6642"/>
                  <a:gd name="connsiteY177-4668" fmla="*/ 3970 h 5728"/>
                  <a:gd name="connsiteX178-4669" fmla="*/ 3073 w 6642"/>
                  <a:gd name="connsiteY178-4670" fmla="*/ 3979 h 5728"/>
                  <a:gd name="connsiteX179-4671" fmla="*/ 3416 w 6642"/>
                  <a:gd name="connsiteY179-4672" fmla="*/ 3722 h 5728"/>
                  <a:gd name="connsiteX180-4673" fmla="*/ 3519 w 6642"/>
                  <a:gd name="connsiteY180-4674" fmla="*/ 3636 h 5728"/>
                  <a:gd name="connsiteX181-4675" fmla="*/ 3609 w 6642"/>
                  <a:gd name="connsiteY181-4676" fmla="*/ 3563 h 5728"/>
                  <a:gd name="connsiteX182-4677" fmla="*/ 3705 w 6642"/>
                  <a:gd name="connsiteY182-4678" fmla="*/ 3503 h 5728"/>
                  <a:gd name="connsiteX183-4679" fmla="*/ 3702 w 6642"/>
                  <a:gd name="connsiteY183-4680" fmla="*/ 3422 h 5728"/>
                  <a:gd name="connsiteX184-4681" fmla="*/ 3597 w 6642"/>
                  <a:gd name="connsiteY184-4682" fmla="*/ 3317 h 5728"/>
                  <a:gd name="connsiteX185-4683" fmla="*/ 3582 w 6642"/>
                  <a:gd name="connsiteY185-4684" fmla="*/ 3252 h 5728"/>
                  <a:gd name="connsiteX186-4685" fmla="*/ 3692 w 6642"/>
                  <a:gd name="connsiteY186-4686" fmla="*/ 3012 h 5728"/>
                  <a:gd name="connsiteX187-4687" fmla="*/ 3835 w 6642"/>
                  <a:gd name="connsiteY187-4688" fmla="*/ 3094 h 5728"/>
                  <a:gd name="connsiteX188-4689" fmla="*/ 3915 w 6642"/>
                  <a:gd name="connsiteY188-4690" fmla="*/ 3122 h 5728"/>
                  <a:gd name="connsiteX189-4691" fmla="*/ 3998 w 6642"/>
                  <a:gd name="connsiteY189-4692" fmla="*/ 3124 h 5728"/>
                  <a:gd name="connsiteX0-4693" fmla="*/ 5456 w 6642"/>
                  <a:gd name="connsiteY0-4694" fmla="*/ 2333 h 5728"/>
                  <a:gd name="connsiteX1-4695" fmla="*/ 5454 w 6642"/>
                  <a:gd name="connsiteY1-4696" fmla="*/ 2117 h 5728"/>
                  <a:gd name="connsiteX2-4697" fmla="*/ 5378 w 6642"/>
                  <a:gd name="connsiteY2-4698" fmla="*/ 2039 h 5728"/>
                  <a:gd name="connsiteX3-4699" fmla="*/ 5235 w 6642"/>
                  <a:gd name="connsiteY3-4700" fmla="*/ 1951 h 5728"/>
                  <a:gd name="connsiteX4-4701" fmla="*/ 5143 w 6642"/>
                  <a:gd name="connsiteY4-4702" fmla="*/ 1827 h 5728"/>
                  <a:gd name="connsiteX5-4703" fmla="*/ 5047 w 6642"/>
                  <a:gd name="connsiteY5-4704" fmla="*/ 1828 h 5728"/>
                  <a:gd name="connsiteX6-4705" fmla="*/ 5002 w 6642"/>
                  <a:gd name="connsiteY6-4706" fmla="*/ 1883 h 5728"/>
                  <a:gd name="connsiteX7-4707" fmla="*/ 4909 w 6642"/>
                  <a:gd name="connsiteY7-4708" fmla="*/ 1877 h 5728"/>
                  <a:gd name="connsiteX8-4709" fmla="*/ 4889 w 6642"/>
                  <a:gd name="connsiteY8-4710" fmla="*/ 1994 h 5728"/>
                  <a:gd name="connsiteX9-4711" fmla="*/ 4708 w 6642"/>
                  <a:gd name="connsiteY9-4712" fmla="*/ 1941 h 5728"/>
                  <a:gd name="connsiteX10-4713" fmla="*/ 4625 w 6642"/>
                  <a:gd name="connsiteY10-4714" fmla="*/ 1939 h 5728"/>
                  <a:gd name="connsiteX11-4715" fmla="*/ 4500 w 6642"/>
                  <a:gd name="connsiteY11-4716" fmla="*/ 2014 h 5728"/>
                  <a:gd name="connsiteX12-4717" fmla="*/ 4388 w 6642"/>
                  <a:gd name="connsiteY12-4718" fmla="*/ 1890 h 5728"/>
                  <a:gd name="connsiteX13-4719" fmla="*/ 4482 w 6642"/>
                  <a:gd name="connsiteY13-4720" fmla="*/ 1804 h 5728"/>
                  <a:gd name="connsiteX14-4721" fmla="*/ 4486 w 6642"/>
                  <a:gd name="connsiteY14-4722" fmla="*/ 1634 h 5728"/>
                  <a:gd name="connsiteX15-4723" fmla="*/ 4541 w 6642"/>
                  <a:gd name="connsiteY15-4724" fmla="*/ 1514 h 5728"/>
                  <a:gd name="connsiteX16-4725" fmla="*/ 4584 w 6642"/>
                  <a:gd name="connsiteY16-4726" fmla="*/ 1306 h 5728"/>
                  <a:gd name="connsiteX17-4727" fmla="*/ 4644 w 6642"/>
                  <a:gd name="connsiteY17-4728" fmla="*/ 1307 h 5728"/>
                  <a:gd name="connsiteX18-4729" fmla="*/ 4967 w 6642"/>
                  <a:gd name="connsiteY18-4730" fmla="*/ 1286 h 5728"/>
                  <a:gd name="connsiteX19-4731" fmla="*/ 5141 w 6642"/>
                  <a:gd name="connsiteY19-4732" fmla="*/ 1117 h 5728"/>
                  <a:gd name="connsiteX20-4733" fmla="*/ 5210 w 6642"/>
                  <a:gd name="connsiteY20-4734" fmla="*/ 748 h 5728"/>
                  <a:gd name="connsiteX21-4735" fmla="*/ 5320 w 6642"/>
                  <a:gd name="connsiteY21-4736" fmla="*/ 486 h 5728"/>
                  <a:gd name="connsiteX22-4737" fmla="*/ 5318 w 6642"/>
                  <a:gd name="connsiteY22-4738" fmla="*/ 358 h 5728"/>
                  <a:gd name="connsiteX23-4739" fmla="*/ 5305 w 6642"/>
                  <a:gd name="connsiteY23-4740" fmla="*/ 328 h 5728"/>
                  <a:gd name="connsiteX24-4741" fmla="*/ 5238 w 6642"/>
                  <a:gd name="connsiteY24-4742" fmla="*/ 251 h 5728"/>
                  <a:gd name="connsiteX25-4743" fmla="*/ 5178 w 6642"/>
                  <a:gd name="connsiteY25-4744" fmla="*/ 217 h 5728"/>
                  <a:gd name="connsiteX26-4745" fmla="*/ 5303 w 6642"/>
                  <a:gd name="connsiteY26-4746" fmla="*/ 56 h 5728"/>
                  <a:gd name="connsiteX27-4747" fmla="*/ 5476 w 6642"/>
                  <a:gd name="connsiteY27-4748" fmla="*/ 2 h 5728"/>
                  <a:gd name="connsiteX28-4749" fmla="*/ 5508 w 6642"/>
                  <a:gd name="connsiteY28-4750" fmla="*/ 49 h 5728"/>
                  <a:gd name="connsiteX29-4751" fmla="*/ 5498 w 6642"/>
                  <a:gd name="connsiteY29-4752" fmla="*/ 133 h 5728"/>
                  <a:gd name="connsiteX30-4753" fmla="*/ 5437 w 6642"/>
                  <a:gd name="connsiteY30-4754" fmla="*/ 243 h 5728"/>
                  <a:gd name="connsiteX31-4755" fmla="*/ 5507 w 6642"/>
                  <a:gd name="connsiteY31-4756" fmla="*/ 301 h 5728"/>
                  <a:gd name="connsiteX32-4757" fmla="*/ 5621 w 6642"/>
                  <a:gd name="connsiteY32-4758" fmla="*/ 366 h 5728"/>
                  <a:gd name="connsiteX33-4759" fmla="*/ 5641 w 6642"/>
                  <a:gd name="connsiteY33-4760" fmla="*/ 255 h 5728"/>
                  <a:gd name="connsiteX34-4761" fmla="*/ 5775 w 6642"/>
                  <a:gd name="connsiteY34-4762" fmla="*/ 291 h 5728"/>
                  <a:gd name="connsiteX35-4763" fmla="*/ 5800 w 6642"/>
                  <a:gd name="connsiteY35-4764" fmla="*/ 331 h 5728"/>
                  <a:gd name="connsiteX36-4765" fmla="*/ 5876 w 6642"/>
                  <a:gd name="connsiteY36-4766" fmla="*/ 562 h 5728"/>
                  <a:gd name="connsiteX37-4767" fmla="*/ 5911 w 6642"/>
                  <a:gd name="connsiteY37-4768" fmla="*/ 586 h 5728"/>
                  <a:gd name="connsiteX38-4769" fmla="*/ 6003 w 6642"/>
                  <a:gd name="connsiteY38-4770" fmla="*/ 578 h 5728"/>
                  <a:gd name="connsiteX39-4771" fmla="*/ 6263 w 6642"/>
                  <a:gd name="connsiteY39-4772" fmla="*/ 490 h 5728"/>
                  <a:gd name="connsiteX40-4773" fmla="*/ 6483 w 6642"/>
                  <a:gd name="connsiteY40-4774" fmla="*/ 479 h 5728"/>
                  <a:gd name="connsiteX41-4775" fmla="*/ 6543 w 6642"/>
                  <a:gd name="connsiteY41-4776" fmla="*/ 648 h 5728"/>
                  <a:gd name="connsiteX42-4777" fmla="*/ 6461 w 6642"/>
                  <a:gd name="connsiteY42-4778" fmla="*/ 944 h 5728"/>
                  <a:gd name="connsiteX43-4779" fmla="*/ 6461 w 6642"/>
                  <a:gd name="connsiteY43-4780" fmla="*/ 1022 h 5728"/>
                  <a:gd name="connsiteX44-4781" fmla="*/ 6530 w 6642"/>
                  <a:gd name="connsiteY44-4782" fmla="*/ 1168 h 5728"/>
                  <a:gd name="connsiteX45-4783" fmla="*/ 6545 w 6642"/>
                  <a:gd name="connsiteY45-4784" fmla="*/ 1427 h 5728"/>
                  <a:gd name="connsiteX46-4785" fmla="*/ 6547 w 6642"/>
                  <a:gd name="connsiteY46-4786" fmla="*/ 1617 h 5728"/>
                  <a:gd name="connsiteX47-4787" fmla="*/ 6480 w 6642"/>
                  <a:gd name="connsiteY47-4788" fmla="*/ 1625 h 5728"/>
                  <a:gd name="connsiteX48-4789" fmla="*/ 6458 w 6642"/>
                  <a:gd name="connsiteY48-4790" fmla="*/ 1507 h 5728"/>
                  <a:gd name="connsiteX49-4791" fmla="*/ 6423 w 6642"/>
                  <a:gd name="connsiteY49-4792" fmla="*/ 1450 h 5728"/>
                  <a:gd name="connsiteX50-4793" fmla="*/ 6333 w 6642"/>
                  <a:gd name="connsiteY50-4794" fmla="*/ 1582 h 5728"/>
                  <a:gd name="connsiteX51-4795" fmla="*/ 6220 w 6642"/>
                  <a:gd name="connsiteY51-4796" fmla="*/ 1776 h 5728"/>
                  <a:gd name="connsiteX52-4797" fmla="*/ 6101 w 6642"/>
                  <a:gd name="connsiteY52-4798" fmla="*/ 1904 h 5728"/>
                  <a:gd name="connsiteX53-4799" fmla="*/ 6094 w 6642"/>
                  <a:gd name="connsiteY53-4800" fmla="*/ 2018 h 5728"/>
                  <a:gd name="connsiteX54-4801" fmla="*/ 6154 w 6642"/>
                  <a:gd name="connsiteY54-4802" fmla="*/ 2115 h 5728"/>
                  <a:gd name="connsiteX55-4803" fmla="*/ 6256 w 6642"/>
                  <a:gd name="connsiteY55-4804" fmla="*/ 2183 h 5728"/>
                  <a:gd name="connsiteX56-4805" fmla="*/ 6333 w 6642"/>
                  <a:gd name="connsiteY56-4806" fmla="*/ 2178 h 5728"/>
                  <a:gd name="connsiteX57-4807" fmla="*/ 6378 w 6642"/>
                  <a:gd name="connsiteY57-4808" fmla="*/ 2104 h 5728"/>
                  <a:gd name="connsiteX58-4809" fmla="*/ 6412 w 6642"/>
                  <a:gd name="connsiteY58-4810" fmla="*/ 2210 h 5728"/>
                  <a:gd name="connsiteX59-4811" fmla="*/ 6300 w 6642"/>
                  <a:gd name="connsiteY59-4812" fmla="*/ 2249 h 5728"/>
                  <a:gd name="connsiteX60-4813" fmla="*/ 6347 w 6642"/>
                  <a:gd name="connsiteY60-4814" fmla="*/ 2362 h 5728"/>
                  <a:gd name="connsiteX61-4815" fmla="*/ 6212 w 6642"/>
                  <a:gd name="connsiteY61-4816" fmla="*/ 2509 h 5728"/>
                  <a:gd name="connsiteX62-4817" fmla="*/ 6171 w 6642"/>
                  <a:gd name="connsiteY62-4818" fmla="*/ 2498 h 5728"/>
                  <a:gd name="connsiteX63-4819" fmla="*/ 6047 w 6642"/>
                  <a:gd name="connsiteY63-4820" fmla="*/ 2413 h 5728"/>
                  <a:gd name="connsiteX64-4821" fmla="*/ 5992 w 6642"/>
                  <a:gd name="connsiteY64-4822" fmla="*/ 2412 h 5728"/>
                  <a:gd name="connsiteX65-4823" fmla="*/ 5957 w 6642"/>
                  <a:gd name="connsiteY65-4824" fmla="*/ 2480 h 5728"/>
                  <a:gd name="connsiteX66-4825" fmla="*/ 5960 w 6642"/>
                  <a:gd name="connsiteY66-4826" fmla="*/ 2562 h 5728"/>
                  <a:gd name="connsiteX67-4827" fmla="*/ 6138 w 6642"/>
                  <a:gd name="connsiteY67-4828" fmla="*/ 2730 h 5728"/>
                  <a:gd name="connsiteX68-4829" fmla="*/ 6137 w 6642"/>
                  <a:gd name="connsiteY68-4830" fmla="*/ 2844 h 5728"/>
                  <a:gd name="connsiteX69-4831" fmla="*/ 6228 w 6642"/>
                  <a:gd name="connsiteY69-4832" fmla="*/ 3060 h 5728"/>
                  <a:gd name="connsiteX70-4833" fmla="*/ 6254 w 6642"/>
                  <a:gd name="connsiteY70-4834" fmla="*/ 3090 h 5728"/>
                  <a:gd name="connsiteX71-4835" fmla="*/ 6298 w 6642"/>
                  <a:gd name="connsiteY71-4836" fmla="*/ 3094 h 5728"/>
                  <a:gd name="connsiteX72-4837" fmla="*/ 6344 w 6642"/>
                  <a:gd name="connsiteY72-4838" fmla="*/ 3010 h 5728"/>
                  <a:gd name="connsiteX73-4839" fmla="*/ 6424 w 6642"/>
                  <a:gd name="connsiteY73-4840" fmla="*/ 2950 h 5728"/>
                  <a:gd name="connsiteX74-4841" fmla="*/ 6519 w 6642"/>
                  <a:gd name="connsiteY74-4842" fmla="*/ 3126 h 5728"/>
                  <a:gd name="connsiteX75-4843" fmla="*/ 6629 w 6642"/>
                  <a:gd name="connsiteY75-4844" fmla="*/ 3312 h 5728"/>
                  <a:gd name="connsiteX76-4845" fmla="*/ 6642 w 6642"/>
                  <a:gd name="connsiteY76-4846" fmla="*/ 3342 h 5728"/>
                  <a:gd name="connsiteX77-4847" fmla="*/ 6631 w 6642"/>
                  <a:gd name="connsiteY77-4848" fmla="*/ 3518 h 5728"/>
                  <a:gd name="connsiteX78-4849" fmla="*/ 6596 w 6642"/>
                  <a:gd name="connsiteY78-4850" fmla="*/ 3554 h 5728"/>
                  <a:gd name="connsiteX79-4851" fmla="*/ 6507 w 6642"/>
                  <a:gd name="connsiteY79-4852" fmla="*/ 3515 h 5728"/>
                  <a:gd name="connsiteX80-4853" fmla="*/ 6273 w 6642"/>
                  <a:gd name="connsiteY80-4854" fmla="*/ 3644 h 5728"/>
                  <a:gd name="connsiteX81-4855" fmla="*/ 6247 w 6642"/>
                  <a:gd name="connsiteY81-4856" fmla="*/ 3666 h 5728"/>
                  <a:gd name="connsiteX82-4857" fmla="*/ 6067 w 6642"/>
                  <a:gd name="connsiteY82-4858" fmla="*/ 3812 h 5728"/>
                  <a:gd name="connsiteX83-4859" fmla="*/ 5926 w 6642"/>
                  <a:gd name="connsiteY83-4860" fmla="*/ 3926 h 5728"/>
                  <a:gd name="connsiteX84-4861" fmla="*/ 5891 w 6642"/>
                  <a:gd name="connsiteY84-4862" fmla="*/ 3965 h 5728"/>
                  <a:gd name="connsiteX85-4863" fmla="*/ 5839 w 6642"/>
                  <a:gd name="connsiteY85-4864" fmla="*/ 3973 h 5728"/>
                  <a:gd name="connsiteX86-4865" fmla="*/ 5782 w 6642"/>
                  <a:gd name="connsiteY86-4866" fmla="*/ 3916 h 5728"/>
                  <a:gd name="connsiteX87-4867" fmla="*/ 5658 w 6642"/>
                  <a:gd name="connsiteY87-4868" fmla="*/ 3808 h 5728"/>
                  <a:gd name="connsiteX88-4869" fmla="*/ 5682 w 6642"/>
                  <a:gd name="connsiteY88-4870" fmla="*/ 4064 h 5728"/>
                  <a:gd name="connsiteX89-4871" fmla="*/ 5691 w 6642"/>
                  <a:gd name="connsiteY89-4872" fmla="*/ 4192 h 5728"/>
                  <a:gd name="connsiteX90-4873" fmla="*/ 5429 w 6642"/>
                  <a:gd name="connsiteY90-4874" fmla="*/ 4166 h 5728"/>
                  <a:gd name="connsiteX91-4875" fmla="*/ 5347 w 6642"/>
                  <a:gd name="connsiteY91-4876" fmla="*/ 3987 h 5728"/>
                  <a:gd name="connsiteX92-4877" fmla="*/ 5265 w 6642"/>
                  <a:gd name="connsiteY92-4878" fmla="*/ 3802 h 5728"/>
                  <a:gd name="connsiteX93-4879" fmla="*/ 4634 w 6642"/>
                  <a:gd name="connsiteY93-4880" fmla="*/ 4175 h 5728"/>
                  <a:gd name="connsiteX94-4881" fmla="*/ 4569 w 6642"/>
                  <a:gd name="connsiteY94-4882" fmla="*/ 4246 h 5728"/>
                  <a:gd name="connsiteX95-4883" fmla="*/ 4506 w 6642"/>
                  <a:gd name="connsiteY95-4884" fmla="*/ 4159 h 5728"/>
                  <a:gd name="connsiteX96-4885" fmla="*/ 4541 w 6642"/>
                  <a:gd name="connsiteY96-4886" fmla="*/ 4134 h 5728"/>
                  <a:gd name="connsiteX97-4887" fmla="*/ 4408 w 6642"/>
                  <a:gd name="connsiteY97-4888" fmla="*/ 3980 h 5728"/>
                  <a:gd name="connsiteX98-4889" fmla="*/ 4340 w 6642"/>
                  <a:gd name="connsiteY98-4890" fmla="*/ 4188 h 5728"/>
                  <a:gd name="connsiteX99-4891" fmla="*/ 4282 w 6642"/>
                  <a:gd name="connsiteY99-4892" fmla="*/ 4193 h 5728"/>
                  <a:gd name="connsiteX100-4893" fmla="*/ 4260 w 6642"/>
                  <a:gd name="connsiteY100-4894" fmla="*/ 4238 h 5728"/>
                  <a:gd name="connsiteX101-4895" fmla="*/ 4231 w 6642"/>
                  <a:gd name="connsiteY101-4896" fmla="*/ 4250 h 5728"/>
                  <a:gd name="connsiteX102-4897" fmla="*/ 4230 w 6642"/>
                  <a:gd name="connsiteY102-4898" fmla="*/ 4427 h 5728"/>
                  <a:gd name="connsiteX103-4899" fmla="*/ 4290 w 6642"/>
                  <a:gd name="connsiteY103-4900" fmla="*/ 4504 h 5728"/>
                  <a:gd name="connsiteX104-4901" fmla="*/ 4293 w 6642"/>
                  <a:gd name="connsiteY104-4902" fmla="*/ 4556 h 5728"/>
                  <a:gd name="connsiteX105-4903" fmla="*/ 4257 w 6642"/>
                  <a:gd name="connsiteY105-4904" fmla="*/ 4614 h 5728"/>
                  <a:gd name="connsiteX106-4905" fmla="*/ 3992 w 6642"/>
                  <a:gd name="connsiteY106-4906" fmla="*/ 4680 h 5728"/>
                  <a:gd name="connsiteX107-4907" fmla="*/ 3857 w 6642"/>
                  <a:gd name="connsiteY107-4908" fmla="*/ 4739 h 5728"/>
                  <a:gd name="connsiteX108-4909" fmla="*/ 3815 w 6642"/>
                  <a:gd name="connsiteY108-4910" fmla="*/ 4777 h 5728"/>
                  <a:gd name="connsiteX109-4911" fmla="*/ 3616 w 6642"/>
                  <a:gd name="connsiteY109-4912" fmla="*/ 5021 h 5728"/>
                  <a:gd name="connsiteX110-4913" fmla="*/ 3543 w 6642"/>
                  <a:gd name="connsiteY110-4914" fmla="*/ 4970 h 5728"/>
                  <a:gd name="connsiteX111-4915" fmla="*/ 3460 w 6642"/>
                  <a:gd name="connsiteY111-4916" fmla="*/ 4971 h 5728"/>
                  <a:gd name="connsiteX112-4917" fmla="*/ 3424 w 6642"/>
                  <a:gd name="connsiteY112-4918" fmla="*/ 5045 h 5728"/>
                  <a:gd name="connsiteX113-4919" fmla="*/ 3313 w 6642"/>
                  <a:gd name="connsiteY113-4920" fmla="*/ 5000 h 5728"/>
                  <a:gd name="connsiteX114-4921" fmla="*/ 3235 w 6642"/>
                  <a:gd name="connsiteY114-4922" fmla="*/ 5109 h 5728"/>
                  <a:gd name="connsiteX115-4923" fmla="*/ 3013 w 6642"/>
                  <a:gd name="connsiteY115-4924" fmla="*/ 5349 h 5728"/>
                  <a:gd name="connsiteX116-4925" fmla="*/ 2993 w 6642"/>
                  <a:gd name="connsiteY116-4926" fmla="*/ 5516 h 5728"/>
                  <a:gd name="connsiteX117-4927" fmla="*/ 2976 w 6642"/>
                  <a:gd name="connsiteY117-4928" fmla="*/ 5659 h 5728"/>
                  <a:gd name="connsiteX118-4929" fmla="*/ 2960 w 6642"/>
                  <a:gd name="connsiteY118-4930" fmla="*/ 5669 h 5728"/>
                  <a:gd name="connsiteX119-4931" fmla="*/ 2638 w 6642"/>
                  <a:gd name="connsiteY119-4932" fmla="*/ 5621 h 5728"/>
                  <a:gd name="connsiteX120-4933" fmla="*/ 2536 w 6642"/>
                  <a:gd name="connsiteY120-4934" fmla="*/ 5566 h 5728"/>
                  <a:gd name="connsiteX121-4935" fmla="*/ 2482 w 6642"/>
                  <a:gd name="connsiteY121-4936" fmla="*/ 5503 h 5728"/>
                  <a:gd name="connsiteX122-4937" fmla="*/ 2377 w 6642"/>
                  <a:gd name="connsiteY122-4938" fmla="*/ 5477 h 5728"/>
                  <a:gd name="connsiteX123-4939" fmla="*/ 2377 w 6642"/>
                  <a:gd name="connsiteY123-4940" fmla="*/ 5379 h 5728"/>
                  <a:gd name="connsiteX124-4941" fmla="*/ 2481 w 6642"/>
                  <a:gd name="connsiteY124-4942" fmla="*/ 5149 h 5728"/>
                  <a:gd name="connsiteX125-4943" fmla="*/ 2341 w 6642"/>
                  <a:gd name="connsiteY125-4944" fmla="*/ 5070 h 5728"/>
                  <a:gd name="connsiteX126-4945" fmla="*/ 2299 w 6642"/>
                  <a:gd name="connsiteY126-4946" fmla="*/ 5095 h 5728"/>
                  <a:gd name="connsiteX127-4947" fmla="*/ 2209 w 6642"/>
                  <a:gd name="connsiteY127-4948" fmla="*/ 5214 h 5728"/>
                  <a:gd name="connsiteX128-4949" fmla="*/ 2177 w 6642"/>
                  <a:gd name="connsiteY128-4950" fmla="*/ 5276 h 5728"/>
                  <a:gd name="connsiteX129-4951" fmla="*/ 2115 w 6642"/>
                  <a:gd name="connsiteY129-4952" fmla="*/ 5386 h 5728"/>
                  <a:gd name="connsiteX130-4953" fmla="*/ 2121 w 6642"/>
                  <a:gd name="connsiteY130-4954" fmla="*/ 5510 h 5728"/>
                  <a:gd name="connsiteX131-4955" fmla="*/ 2082 w 6642"/>
                  <a:gd name="connsiteY131-4956" fmla="*/ 5558 h 5728"/>
                  <a:gd name="connsiteX132-4957" fmla="*/ 1951 w 6642"/>
                  <a:gd name="connsiteY132-4958" fmla="*/ 5617 h 5728"/>
                  <a:gd name="connsiteX133-4959" fmla="*/ 1785 w 6642"/>
                  <a:gd name="connsiteY133-4960" fmla="*/ 5649 h 5728"/>
                  <a:gd name="connsiteX134-4961" fmla="*/ 1682 w 6642"/>
                  <a:gd name="connsiteY134-4962" fmla="*/ 5728 h 5728"/>
                  <a:gd name="connsiteX135-4963" fmla="*/ 1568 w 6642"/>
                  <a:gd name="connsiteY135-4964" fmla="*/ 5611 h 5728"/>
                  <a:gd name="connsiteX136-4965" fmla="*/ 1508 w 6642"/>
                  <a:gd name="connsiteY136-4966" fmla="*/ 5485 h 5728"/>
                  <a:gd name="connsiteX137-4967" fmla="*/ 1630 w 6642"/>
                  <a:gd name="connsiteY137-4968" fmla="*/ 5242 h 5728"/>
                  <a:gd name="connsiteX138-4969" fmla="*/ 1685 w 6642"/>
                  <a:gd name="connsiteY138-4970" fmla="*/ 5195 h 5728"/>
                  <a:gd name="connsiteX139-4971" fmla="*/ 1730 w 6642"/>
                  <a:gd name="connsiteY139-4972" fmla="*/ 5120 h 5728"/>
                  <a:gd name="connsiteX140-4973" fmla="*/ 1727 w 6642"/>
                  <a:gd name="connsiteY140-4974" fmla="*/ 5071 h 5728"/>
                  <a:gd name="connsiteX141-4975" fmla="*/ 1530 w 6642"/>
                  <a:gd name="connsiteY141-4976" fmla="*/ 5007 h 5728"/>
                  <a:gd name="connsiteX142-4977" fmla="*/ 1459 w 6642"/>
                  <a:gd name="connsiteY142-4978" fmla="*/ 5064 h 5728"/>
                  <a:gd name="connsiteX143-4979" fmla="*/ 1353 w 6642"/>
                  <a:gd name="connsiteY143-4980" fmla="*/ 5111 h 5728"/>
                  <a:gd name="connsiteX144-4981" fmla="*/ 1290 w 6642"/>
                  <a:gd name="connsiteY144-4982" fmla="*/ 5063 h 5728"/>
                  <a:gd name="connsiteX145-4983" fmla="*/ 1052 w 6642"/>
                  <a:gd name="connsiteY145-4984" fmla="*/ 5254 h 5728"/>
                  <a:gd name="connsiteX146-4985" fmla="*/ 924 w 6642"/>
                  <a:gd name="connsiteY146-4986" fmla="*/ 5231 h 5728"/>
                  <a:gd name="connsiteX147-4987" fmla="*/ 813 w 6642"/>
                  <a:gd name="connsiteY147-4988" fmla="*/ 5097 h 5728"/>
                  <a:gd name="connsiteX148-4989" fmla="*/ 683 w 6642"/>
                  <a:gd name="connsiteY148-4990" fmla="*/ 4930 h 5728"/>
                  <a:gd name="connsiteX149-4991" fmla="*/ 572 w 6642"/>
                  <a:gd name="connsiteY149-4992" fmla="*/ 4806 h 5728"/>
                  <a:gd name="connsiteX150-4993" fmla="*/ 505 w 6642"/>
                  <a:gd name="connsiteY150-4994" fmla="*/ 4788 h 5728"/>
                  <a:gd name="connsiteX151-4995" fmla="*/ 640 w 6642"/>
                  <a:gd name="connsiteY151-4996" fmla="*/ 4631 h 5728"/>
                  <a:gd name="connsiteX152-4997" fmla="*/ 683 w 6642"/>
                  <a:gd name="connsiteY152-4998" fmla="*/ 4541 h 5728"/>
                  <a:gd name="connsiteX153-4999" fmla="*/ 651 w 6642"/>
                  <a:gd name="connsiteY153-5000" fmla="*/ 4438 h 5728"/>
                  <a:gd name="connsiteX154-5001" fmla="*/ 277 w 6642"/>
                  <a:gd name="connsiteY154-5002" fmla="*/ 4491 h 5728"/>
                  <a:gd name="connsiteX155-5003" fmla="*/ 187 w 6642"/>
                  <a:gd name="connsiteY155-5004" fmla="*/ 4518 h 5728"/>
                  <a:gd name="connsiteX156-5005" fmla="*/ 195 w 6642"/>
                  <a:gd name="connsiteY156-5006" fmla="*/ 4384 h 5728"/>
                  <a:gd name="connsiteX157-5007" fmla="*/ 147 w 6642"/>
                  <a:gd name="connsiteY157-5008" fmla="*/ 4318 h 5728"/>
                  <a:gd name="connsiteX158-5009" fmla="*/ 39 w 6642"/>
                  <a:gd name="connsiteY158-5010" fmla="*/ 4220 h 5728"/>
                  <a:gd name="connsiteX159-5011" fmla="*/ 75 w 6642"/>
                  <a:gd name="connsiteY159-5012" fmla="*/ 4093 h 5728"/>
                  <a:gd name="connsiteX160-5013" fmla="*/ 63 w 6642"/>
                  <a:gd name="connsiteY160-5014" fmla="*/ 3929 h 5728"/>
                  <a:gd name="connsiteX161-5015" fmla="*/ 0 w 6642"/>
                  <a:gd name="connsiteY161-5016" fmla="*/ 3842 h 5728"/>
                  <a:gd name="connsiteX162-5017" fmla="*/ 0 w 6642"/>
                  <a:gd name="connsiteY162-5018" fmla="*/ 3737 h 5728"/>
                  <a:gd name="connsiteX163-5019" fmla="*/ 303 w 6642"/>
                  <a:gd name="connsiteY163-5020" fmla="*/ 3824 h 5728"/>
                  <a:gd name="connsiteX164-5021" fmla="*/ 830 w 6642"/>
                  <a:gd name="connsiteY164-5022" fmla="*/ 3840 h 5728"/>
                  <a:gd name="connsiteX165-5023" fmla="*/ 1044 w 6642"/>
                  <a:gd name="connsiteY165-5024" fmla="*/ 3908 h 5728"/>
                  <a:gd name="connsiteX166-5025" fmla="*/ 1213 w 6642"/>
                  <a:gd name="connsiteY166-5026" fmla="*/ 4053 h 5728"/>
                  <a:gd name="connsiteX167-5027" fmla="*/ 1257 w 6642"/>
                  <a:gd name="connsiteY167-5028" fmla="*/ 4077 h 5728"/>
                  <a:gd name="connsiteX168-5029" fmla="*/ 1417 w 6642"/>
                  <a:gd name="connsiteY168-5030" fmla="*/ 4107 h 5728"/>
                  <a:gd name="connsiteX169-5031" fmla="*/ 1487 w 6642"/>
                  <a:gd name="connsiteY169-5032" fmla="*/ 4158 h 5728"/>
                  <a:gd name="connsiteX170-5033" fmla="*/ 1688 w 6642"/>
                  <a:gd name="connsiteY170-5034" fmla="*/ 4229 h 5728"/>
                  <a:gd name="connsiteX171-5035" fmla="*/ 1904 w 6642"/>
                  <a:gd name="connsiteY171-5036" fmla="*/ 4309 h 5728"/>
                  <a:gd name="connsiteX172-5037" fmla="*/ 2068 w 6642"/>
                  <a:gd name="connsiteY172-5038" fmla="*/ 4212 h 5728"/>
                  <a:gd name="connsiteX173-5039" fmla="*/ 2267 w 6642"/>
                  <a:gd name="connsiteY173-5040" fmla="*/ 4125 h 5728"/>
                  <a:gd name="connsiteX174-5041" fmla="*/ 2363 w 6642"/>
                  <a:gd name="connsiteY174-5042" fmla="*/ 4075 h 5728"/>
                  <a:gd name="connsiteX175-5043" fmla="*/ 2539 w 6642"/>
                  <a:gd name="connsiteY175-5044" fmla="*/ 3995 h 5728"/>
                  <a:gd name="connsiteX176-5045" fmla="*/ 2721 w 6642"/>
                  <a:gd name="connsiteY176-5046" fmla="*/ 3970 h 5728"/>
                  <a:gd name="connsiteX177-5047" fmla="*/ 3073 w 6642"/>
                  <a:gd name="connsiteY177-5048" fmla="*/ 3979 h 5728"/>
                  <a:gd name="connsiteX178-5049" fmla="*/ 3416 w 6642"/>
                  <a:gd name="connsiteY178-5050" fmla="*/ 3722 h 5728"/>
                  <a:gd name="connsiteX179-5051" fmla="*/ 3519 w 6642"/>
                  <a:gd name="connsiteY179-5052" fmla="*/ 3636 h 5728"/>
                  <a:gd name="connsiteX180-5053" fmla="*/ 3609 w 6642"/>
                  <a:gd name="connsiteY180-5054" fmla="*/ 3563 h 5728"/>
                  <a:gd name="connsiteX181-5055" fmla="*/ 3705 w 6642"/>
                  <a:gd name="connsiteY181-5056" fmla="*/ 3503 h 5728"/>
                  <a:gd name="connsiteX182-5057" fmla="*/ 3702 w 6642"/>
                  <a:gd name="connsiteY182-5058" fmla="*/ 3422 h 5728"/>
                  <a:gd name="connsiteX183-5059" fmla="*/ 3597 w 6642"/>
                  <a:gd name="connsiteY183-5060" fmla="*/ 3317 h 5728"/>
                  <a:gd name="connsiteX184-5061" fmla="*/ 3582 w 6642"/>
                  <a:gd name="connsiteY184-5062" fmla="*/ 3252 h 5728"/>
                  <a:gd name="connsiteX185-5063" fmla="*/ 3692 w 6642"/>
                  <a:gd name="connsiteY185-5064" fmla="*/ 3012 h 5728"/>
                  <a:gd name="connsiteX186-5065" fmla="*/ 3835 w 6642"/>
                  <a:gd name="connsiteY186-5066" fmla="*/ 3094 h 5728"/>
                  <a:gd name="connsiteX187-5067" fmla="*/ 3915 w 6642"/>
                  <a:gd name="connsiteY187-5068" fmla="*/ 3122 h 5728"/>
                  <a:gd name="connsiteX188-5069" fmla="*/ 3998 w 6642"/>
                  <a:gd name="connsiteY188-5070" fmla="*/ 3124 h 5728"/>
                  <a:gd name="connsiteX0-5071" fmla="*/ 5456 w 6642"/>
                  <a:gd name="connsiteY0-5072" fmla="*/ 2333 h 5728"/>
                  <a:gd name="connsiteX1-5073" fmla="*/ 5454 w 6642"/>
                  <a:gd name="connsiteY1-5074" fmla="*/ 2117 h 5728"/>
                  <a:gd name="connsiteX2-5075" fmla="*/ 5378 w 6642"/>
                  <a:gd name="connsiteY2-5076" fmla="*/ 2039 h 5728"/>
                  <a:gd name="connsiteX3-5077" fmla="*/ 5235 w 6642"/>
                  <a:gd name="connsiteY3-5078" fmla="*/ 1951 h 5728"/>
                  <a:gd name="connsiteX4-5079" fmla="*/ 5143 w 6642"/>
                  <a:gd name="connsiteY4-5080" fmla="*/ 1827 h 5728"/>
                  <a:gd name="connsiteX5-5081" fmla="*/ 5047 w 6642"/>
                  <a:gd name="connsiteY5-5082" fmla="*/ 1828 h 5728"/>
                  <a:gd name="connsiteX6-5083" fmla="*/ 5002 w 6642"/>
                  <a:gd name="connsiteY6-5084" fmla="*/ 1883 h 5728"/>
                  <a:gd name="connsiteX7-5085" fmla="*/ 4909 w 6642"/>
                  <a:gd name="connsiteY7-5086" fmla="*/ 1877 h 5728"/>
                  <a:gd name="connsiteX8-5087" fmla="*/ 4889 w 6642"/>
                  <a:gd name="connsiteY8-5088" fmla="*/ 1994 h 5728"/>
                  <a:gd name="connsiteX9-5089" fmla="*/ 4708 w 6642"/>
                  <a:gd name="connsiteY9-5090" fmla="*/ 1941 h 5728"/>
                  <a:gd name="connsiteX10-5091" fmla="*/ 4625 w 6642"/>
                  <a:gd name="connsiteY10-5092" fmla="*/ 1939 h 5728"/>
                  <a:gd name="connsiteX11-5093" fmla="*/ 4500 w 6642"/>
                  <a:gd name="connsiteY11-5094" fmla="*/ 2014 h 5728"/>
                  <a:gd name="connsiteX12-5095" fmla="*/ 4388 w 6642"/>
                  <a:gd name="connsiteY12-5096" fmla="*/ 1890 h 5728"/>
                  <a:gd name="connsiteX13-5097" fmla="*/ 4482 w 6642"/>
                  <a:gd name="connsiteY13-5098" fmla="*/ 1804 h 5728"/>
                  <a:gd name="connsiteX14-5099" fmla="*/ 4486 w 6642"/>
                  <a:gd name="connsiteY14-5100" fmla="*/ 1634 h 5728"/>
                  <a:gd name="connsiteX15-5101" fmla="*/ 4541 w 6642"/>
                  <a:gd name="connsiteY15-5102" fmla="*/ 1514 h 5728"/>
                  <a:gd name="connsiteX16-5103" fmla="*/ 4584 w 6642"/>
                  <a:gd name="connsiteY16-5104" fmla="*/ 1306 h 5728"/>
                  <a:gd name="connsiteX17-5105" fmla="*/ 4644 w 6642"/>
                  <a:gd name="connsiteY17-5106" fmla="*/ 1307 h 5728"/>
                  <a:gd name="connsiteX18-5107" fmla="*/ 4967 w 6642"/>
                  <a:gd name="connsiteY18-5108" fmla="*/ 1286 h 5728"/>
                  <a:gd name="connsiteX19-5109" fmla="*/ 5141 w 6642"/>
                  <a:gd name="connsiteY19-5110" fmla="*/ 1117 h 5728"/>
                  <a:gd name="connsiteX20-5111" fmla="*/ 5210 w 6642"/>
                  <a:gd name="connsiteY20-5112" fmla="*/ 748 h 5728"/>
                  <a:gd name="connsiteX21-5113" fmla="*/ 5320 w 6642"/>
                  <a:gd name="connsiteY21-5114" fmla="*/ 486 h 5728"/>
                  <a:gd name="connsiteX22-5115" fmla="*/ 5318 w 6642"/>
                  <a:gd name="connsiteY22-5116" fmla="*/ 358 h 5728"/>
                  <a:gd name="connsiteX23-5117" fmla="*/ 5305 w 6642"/>
                  <a:gd name="connsiteY23-5118" fmla="*/ 328 h 5728"/>
                  <a:gd name="connsiteX24-5119" fmla="*/ 5238 w 6642"/>
                  <a:gd name="connsiteY24-5120" fmla="*/ 251 h 5728"/>
                  <a:gd name="connsiteX25-5121" fmla="*/ 5178 w 6642"/>
                  <a:gd name="connsiteY25-5122" fmla="*/ 217 h 5728"/>
                  <a:gd name="connsiteX26-5123" fmla="*/ 5303 w 6642"/>
                  <a:gd name="connsiteY26-5124" fmla="*/ 56 h 5728"/>
                  <a:gd name="connsiteX27-5125" fmla="*/ 5476 w 6642"/>
                  <a:gd name="connsiteY27-5126" fmla="*/ 2 h 5728"/>
                  <a:gd name="connsiteX28-5127" fmla="*/ 5508 w 6642"/>
                  <a:gd name="connsiteY28-5128" fmla="*/ 49 h 5728"/>
                  <a:gd name="connsiteX29-5129" fmla="*/ 5498 w 6642"/>
                  <a:gd name="connsiteY29-5130" fmla="*/ 133 h 5728"/>
                  <a:gd name="connsiteX30-5131" fmla="*/ 5437 w 6642"/>
                  <a:gd name="connsiteY30-5132" fmla="*/ 243 h 5728"/>
                  <a:gd name="connsiteX31-5133" fmla="*/ 5507 w 6642"/>
                  <a:gd name="connsiteY31-5134" fmla="*/ 301 h 5728"/>
                  <a:gd name="connsiteX32-5135" fmla="*/ 5621 w 6642"/>
                  <a:gd name="connsiteY32-5136" fmla="*/ 366 h 5728"/>
                  <a:gd name="connsiteX33-5137" fmla="*/ 5641 w 6642"/>
                  <a:gd name="connsiteY33-5138" fmla="*/ 255 h 5728"/>
                  <a:gd name="connsiteX34-5139" fmla="*/ 5775 w 6642"/>
                  <a:gd name="connsiteY34-5140" fmla="*/ 291 h 5728"/>
                  <a:gd name="connsiteX35-5141" fmla="*/ 5800 w 6642"/>
                  <a:gd name="connsiteY35-5142" fmla="*/ 331 h 5728"/>
                  <a:gd name="connsiteX36-5143" fmla="*/ 5876 w 6642"/>
                  <a:gd name="connsiteY36-5144" fmla="*/ 562 h 5728"/>
                  <a:gd name="connsiteX37-5145" fmla="*/ 5911 w 6642"/>
                  <a:gd name="connsiteY37-5146" fmla="*/ 586 h 5728"/>
                  <a:gd name="connsiteX38-5147" fmla="*/ 6003 w 6642"/>
                  <a:gd name="connsiteY38-5148" fmla="*/ 578 h 5728"/>
                  <a:gd name="connsiteX39-5149" fmla="*/ 6263 w 6642"/>
                  <a:gd name="connsiteY39-5150" fmla="*/ 490 h 5728"/>
                  <a:gd name="connsiteX40-5151" fmla="*/ 6483 w 6642"/>
                  <a:gd name="connsiteY40-5152" fmla="*/ 479 h 5728"/>
                  <a:gd name="connsiteX41-5153" fmla="*/ 6543 w 6642"/>
                  <a:gd name="connsiteY41-5154" fmla="*/ 648 h 5728"/>
                  <a:gd name="connsiteX42-5155" fmla="*/ 6461 w 6642"/>
                  <a:gd name="connsiteY42-5156" fmla="*/ 944 h 5728"/>
                  <a:gd name="connsiteX43-5157" fmla="*/ 6461 w 6642"/>
                  <a:gd name="connsiteY43-5158" fmla="*/ 1022 h 5728"/>
                  <a:gd name="connsiteX44-5159" fmla="*/ 6530 w 6642"/>
                  <a:gd name="connsiteY44-5160" fmla="*/ 1168 h 5728"/>
                  <a:gd name="connsiteX45-5161" fmla="*/ 6545 w 6642"/>
                  <a:gd name="connsiteY45-5162" fmla="*/ 1427 h 5728"/>
                  <a:gd name="connsiteX46-5163" fmla="*/ 6547 w 6642"/>
                  <a:gd name="connsiteY46-5164" fmla="*/ 1617 h 5728"/>
                  <a:gd name="connsiteX47-5165" fmla="*/ 6480 w 6642"/>
                  <a:gd name="connsiteY47-5166" fmla="*/ 1625 h 5728"/>
                  <a:gd name="connsiteX48-5167" fmla="*/ 6458 w 6642"/>
                  <a:gd name="connsiteY48-5168" fmla="*/ 1507 h 5728"/>
                  <a:gd name="connsiteX49-5169" fmla="*/ 6423 w 6642"/>
                  <a:gd name="connsiteY49-5170" fmla="*/ 1450 h 5728"/>
                  <a:gd name="connsiteX50-5171" fmla="*/ 6333 w 6642"/>
                  <a:gd name="connsiteY50-5172" fmla="*/ 1582 h 5728"/>
                  <a:gd name="connsiteX51-5173" fmla="*/ 6220 w 6642"/>
                  <a:gd name="connsiteY51-5174" fmla="*/ 1776 h 5728"/>
                  <a:gd name="connsiteX52-5175" fmla="*/ 6101 w 6642"/>
                  <a:gd name="connsiteY52-5176" fmla="*/ 1904 h 5728"/>
                  <a:gd name="connsiteX53-5177" fmla="*/ 6094 w 6642"/>
                  <a:gd name="connsiteY53-5178" fmla="*/ 2018 h 5728"/>
                  <a:gd name="connsiteX54-5179" fmla="*/ 6154 w 6642"/>
                  <a:gd name="connsiteY54-5180" fmla="*/ 2115 h 5728"/>
                  <a:gd name="connsiteX55-5181" fmla="*/ 6256 w 6642"/>
                  <a:gd name="connsiteY55-5182" fmla="*/ 2183 h 5728"/>
                  <a:gd name="connsiteX56-5183" fmla="*/ 6333 w 6642"/>
                  <a:gd name="connsiteY56-5184" fmla="*/ 2178 h 5728"/>
                  <a:gd name="connsiteX57-5185" fmla="*/ 6378 w 6642"/>
                  <a:gd name="connsiteY57-5186" fmla="*/ 2104 h 5728"/>
                  <a:gd name="connsiteX58-5187" fmla="*/ 6412 w 6642"/>
                  <a:gd name="connsiteY58-5188" fmla="*/ 2210 h 5728"/>
                  <a:gd name="connsiteX59-5189" fmla="*/ 6300 w 6642"/>
                  <a:gd name="connsiteY59-5190" fmla="*/ 2249 h 5728"/>
                  <a:gd name="connsiteX60-5191" fmla="*/ 6347 w 6642"/>
                  <a:gd name="connsiteY60-5192" fmla="*/ 2362 h 5728"/>
                  <a:gd name="connsiteX61-5193" fmla="*/ 6212 w 6642"/>
                  <a:gd name="connsiteY61-5194" fmla="*/ 2509 h 5728"/>
                  <a:gd name="connsiteX62-5195" fmla="*/ 6171 w 6642"/>
                  <a:gd name="connsiteY62-5196" fmla="*/ 2498 h 5728"/>
                  <a:gd name="connsiteX63-5197" fmla="*/ 6047 w 6642"/>
                  <a:gd name="connsiteY63-5198" fmla="*/ 2413 h 5728"/>
                  <a:gd name="connsiteX64-5199" fmla="*/ 5992 w 6642"/>
                  <a:gd name="connsiteY64-5200" fmla="*/ 2412 h 5728"/>
                  <a:gd name="connsiteX65-5201" fmla="*/ 5957 w 6642"/>
                  <a:gd name="connsiteY65-5202" fmla="*/ 2480 h 5728"/>
                  <a:gd name="connsiteX66-5203" fmla="*/ 5960 w 6642"/>
                  <a:gd name="connsiteY66-5204" fmla="*/ 2562 h 5728"/>
                  <a:gd name="connsiteX67-5205" fmla="*/ 6138 w 6642"/>
                  <a:gd name="connsiteY67-5206" fmla="*/ 2730 h 5728"/>
                  <a:gd name="connsiteX68-5207" fmla="*/ 6137 w 6642"/>
                  <a:gd name="connsiteY68-5208" fmla="*/ 2844 h 5728"/>
                  <a:gd name="connsiteX69-5209" fmla="*/ 6228 w 6642"/>
                  <a:gd name="connsiteY69-5210" fmla="*/ 3060 h 5728"/>
                  <a:gd name="connsiteX70-5211" fmla="*/ 6254 w 6642"/>
                  <a:gd name="connsiteY70-5212" fmla="*/ 3090 h 5728"/>
                  <a:gd name="connsiteX71-5213" fmla="*/ 6298 w 6642"/>
                  <a:gd name="connsiteY71-5214" fmla="*/ 3094 h 5728"/>
                  <a:gd name="connsiteX72-5215" fmla="*/ 6344 w 6642"/>
                  <a:gd name="connsiteY72-5216" fmla="*/ 3010 h 5728"/>
                  <a:gd name="connsiteX73-5217" fmla="*/ 6424 w 6642"/>
                  <a:gd name="connsiteY73-5218" fmla="*/ 2950 h 5728"/>
                  <a:gd name="connsiteX74-5219" fmla="*/ 6519 w 6642"/>
                  <a:gd name="connsiteY74-5220" fmla="*/ 3126 h 5728"/>
                  <a:gd name="connsiteX75-5221" fmla="*/ 6629 w 6642"/>
                  <a:gd name="connsiteY75-5222" fmla="*/ 3312 h 5728"/>
                  <a:gd name="connsiteX76-5223" fmla="*/ 6642 w 6642"/>
                  <a:gd name="connsiteY76-5224" fmla="*/ 3342 h 5728"/>
                  <a:gd name="connsiteX77-5225" fmla="*/ 6631 w 6642"/>
                  <a:gd name="connsiteY77-5226" fmla="*/ 3518 h 5728"/>
                  <a:gd name="connsiteX78-5227" fmla="*/ 6596 w 6642"/>
                  <a:gd name="connsiteY78-5228" fmla="*/ 3554 h 5728"/>
                  <a:gd name="connsiteX79-5229" fmla="*/ 6507 w 6642"/>
                  <a:gd name="connsiteY79-5230" fmla="*/ 3515 h 5728"/>
                  <a:gd name="connsiteX80-5231" fmla="*/ 6273 w 6642"/>
                  <a:gd name="connsiteY80-5232" fmla="*/ 3644 h 5728"/>
                  <a:gd name="connsiteX81-5233" fmla="*/ 6247 w 6642"/>
                  <a:gd name="connsiteY81-5234" fmla="*/ 3666 h 5728"/>
                  <a:gd name="connsiteX82-5235" fmla="*/ 6067 w 6642"/>
                  <a:gd name="connsiteY82-5236" fmla="*/ 3812 h 5728"/>
                  <a:gd name="connsiteX83-5237" fmla="*/ 5926 w 6642"/>
                  <a:gd name="connsiteY83-5238" fmla="*/ 3926 h 5728"/>
                  <a:gd name="connsiteX84-5239" fmla="*/ 5891 w 6642"/>
                  <a:gd name="connsiteY84-5240" fmla="*/ 3965 h 5728"/>
                  <a:gd name="connsiteX85-5241" fmla="*/ 5839 w 6642"/>
                  <a:gd name="connsiteY85-5242" fmla="*/ 3973 h 5728"/>
                  <a:gd name="connsiteX86-5243" fmla="*/ 5782 w 6642"/>
                  <a:gd name="connsiteY86-5244" fmla="*/ 3916 h 5728"/>
                  <a:gd name="connsiteX87-5245" fmla="*/ 5658 w 6642"/>
                  <a:gd name="connsiteY87-5246" fmla="*/ 3808 h 5728"/>
                  <a:gd name="connsiteX88-5247" fmla="*/ 5682 w 6642"/>
                  <a:gd name="connsiteY88-5248" fmla="*/ 4064 h 5728"/>
                  <a:gd name="connsiteX89-5249" fmla="*/ 5691 w 6642"/>
                  <a:gd name="connsiteY89-5250" fmla="*/ 4192 h 5728"/>
                  <a:gd name="connsiteX90-5251" fmla="*/ 5429 w 6642"/>
                  <a:gd name="connsiteY90-5252" fmla="*/ 4166 h 5728"/>
                  <a:gd name="connsiteX91-5253" fmla="*/ 5347 w 6642"/>
                  <a:gd name="connsiteY91-5254" fmla="*/ 3987 h 5728"/>
                  <a:gd name="connsiteX92-5255" fmla="*/ 5265 w 6642"/>
                  <a:gd name="connsiteY92-5256" fmla="*/ 3802 h 5728"/>
                  <a:gd name="connsiteX93-5257" fmla="*/ 4569 w 6642"/>
                  <a:gd name="connsiteY93-5258" fmla="*/ 4246 h 5728"/>
                  <a:gd name="connsiteX94-5259" fmla="*/ 4506 w 6642"/>
                  <a:gd name="connsiteY94-5260" fmla="*/ 4159 h 5728"/>
                  <a:gd name="connsiteX95-5261" fmla="*/ 4541 w 6642"/>
                  <a:gd name="connsiteY95-5262" fmla="*/ 4134 h 5728"/>
                  <a:gd name="connsiteX96-5263" fmla="*/ 4408 w 6642"/>
                  <a:gd name="connsiteY96-5264" fmla="*/ 3980 h 5728"/>
                  <a:gd name="connsiteX97-5265" fmla="*/ 4340 w 6642"/>
                  <a:gd name="connsiteY97-5266" fmla="*/ 4188 h 5728"/>
                  <a:gd name="connsiteX98-5267" fmla="*/ 4282 w 6642"/>
                  <a:gd name="connsiteY98-5268" fmla="*/ 4193 h 5728"/>
                  <a:gd name="connsiteX99-5269" fmla="*/ 4260 w 6642"/>
                  <a:gd name="connsiteY99-5270" fmla="*/ 4238 h 5728"/>
                  <a:gd name="connsiteX100-5271" fmla="*/ 4231 w 6642"/>
                  <a:gd name="connsiteY100-5272" fmla="*/ 4250 h 5728"/>
                  <a:gd name="connsiteX101-5273" fmla="*/ 4230 w 6642"/>
                  <a:gd name="connsiteY101-5274" fmla="*/ 4427 h 5728"/>
                  <a:gd name="connsiteX102-5275" fmla="*/ 4290 w 6642"/>
                  <a:gd name="connsiteY102-5276" fmla="*/ 4504 h 5728"/>
                  <a:gd name="connsiteX103-5277" fmla="*/ 4293 w 6642"/>
                  <a:gd name="connsiteY103-5278" fmla="*/ 4556 h 5728"/>
                  <a:gd name="connsiteX104-5279" fmla="*/ 4257 w 6642"/>
                  <a:gd name="connsiteY104-5280" fmla="*/ 4614 h 5728"/>
                  <a:gd name="connsiteX105-5281" fmla="*/ 3992 w 6642"/>
                  <a:gd name="connsiteY105-5282" fmla="*/ 4680 h 5728"/>
                  <a:gd name="connsiteX106-5283" fmla="*/ 3857 w 6642"/>
                  <a:gd name="connsiteY106-5284" fmla="*/ 4739 h 5728"/>
                  <a:gd name="connsiteX107-5285" fmla="*/ 3815 w 6642"/>
                  <a:gd name="connsiteY107-5286" fmla="*/ 4777 h 5728"/>
                  <a:gd name="connsiteX108-5287" fmla="*/ 3616 w 6642"/>
                  <a:gd name="connsiteY108-5288" fmla="*/ 5021 h 5728"/>
                  <a:gd name="connsiteX109-5289" fmla="*/ 3543 w 6642"/>
                  <a:gd name="connsiteY109-5290" fmla="*/ 4970 h 5728"/>
                  <a:gd name="connsiteX110-5291" fmla="*/ 3460 w 6642"/>
                  <a:gd name="connsiteY110-5292" fmla="*/ 4971 h 5728"/>
                  <a:gd name="connsiteX111-5293" fmla="*/ 3424 w 6642"/>
                  <a:gd name="connsiteY111-5294" fmla="*/ 5045 h 5728"/>
                  <a:gd name="connsiteX112-5295" fmla="*/ 3313 w 6642"/>
                  <a:gd name="connsiteY112-5296" fmla="*/ 5000 h 5728"/>
                  <a:gd name="connsiteX113-5297" fmla="*/ 3235 w 6642"/>
                  <a:gd name="connsiteY113-5298" fmla="*/ 5109 h 5728"/>
                  <a:gd name="connsiteX114-5299" fmla="*/ 3013 w 6642"/>
                  <a:gd name="connsiteY114-5300" fmla="*/ 5349 h 5728"/>
                  <a:gd name="connsiteX115-5301" fmla="*/ 2993 w 6642"/>
                  <a:gd name="connsiteY115-5302" fmla="*/ 5516 h 5728"/>
                  <a:gd name="connsiteX116-5303" fmla="*/ 2976 w 6642"/>
                  <a:gd name="connsiteY116-5304" fmla="*/ 5659 h 5728"/>
                  <a:gd name="connsiteX117-5305" fmla="*/ 2960 w 6642"/>
                  <a:gd name="connsiteY117-5306" fmla="*/ 5669 h 5728"/>
                  <a:gd name="connsiteX118-5307" fmla="*/ 2638 w 6642"/>
                  <a:gd name="connsiteY118-5308" fmla="*/ 5621 h 5728"/>
                  <a:gd name="connsiteX119-5309" fmla="*/ 2536 w 6642"/>
                  <a:gd name="connsiteY119-5310" fmla="*/ 5566 h 5728"/>
                  <a:gd name="connsiteX120-5311" fmla="*/ 2482 w 6642"/>
                  <a:gd name="connsiteY120-5312" fmla="*/ 5503 h 5728"/>
                  <a:gd name="connsiteX121-5313" fmla="*/ 2377 w 6642"/>
                  <a:gd name="connsiteY121-5314" fmla="*/ 5477 h 5728"/>
                  <a:gd name="connsiteX122-5315" fmla="*/ 2377 w 6642"/>
                  <a:gd name="connsiteY122-5316" fmla="*/ 5379 h 5728"/>
                  <a:gd name="connsiteX123-5317" fmla="*/ 2481 w 6642"/>
                  <a:gd name="connsiteY123-5318" fmla="*/ 5149 h 5728"/>
                  <a:gd name="connsiteX124-5319" fmla="*/ 2341 w 6642"/>
                  <a:gd name="connsiteY124-5320" fmla="*/ 5070 h 5728"/>
                  <a:gd name="connsiteX125-5321" fmla="*/ 2299 w 6642"/>
                  <a:gd name="connsiteY125-5322" fmla="*/ 5095 h 5728"/>
                  <a:gd name="connsiteX126-5323" fmla="*/ 2209 w 6642"/>
                  <a:gd name="connsiteY126-5324" fmla="*/ 5214 h 5728"/>
                  <a:gd name="connsiteX127-5325" fmla="*/ 2177 w 6642"/>
                  <a:gd name="connsiteY127-5326" fmla="*/ 5276 h 5728"/>
                  <a:gd name="connsiteX128-5327" fmla="*/ 2115 w 6642"/>
                  <a:gd name="connsiteY128-5328" fmla="*/ 5386 h 5728"/>
                  <a:gd name="connsiteX129-5329" fmla="*/ 2121 w 6642"/>
                  <a:gd name="connsiteY129-5330" fmla="*/ 5510 h 5728"/>
                  <a:gd name="connsiteX130-5331" fmla="*/ 2082 w 6642"/>
                  <a:gd name="connsiteY130-5332" fmla="*/ 5558 h 5728"/>
                  <a:gd name="connsiteX131-5333" fmla="*/ 1951 w 6642"/>
                  <a:gd name="connsiteY131-5334" fmla="*/ 5617 h 5728"/>
                  <a:gd name="connsiteX132-5335" fmla="*/ 1785 w 6642"/>
                  <a:gd name="connsiteY132-5336" fmla="*/ 5649 h 5728"/>
                  <a:gd name="connsiteX133-5337" fmla="*/ 1682 w 6642"/>
                  <a:gd name="connsiteY133-5338" fmla="*/ 5728 h 5728"/>
                  <a:gd name="connsiteX134-5339" fmla="*/ 1568 w 6642"/>
                  <a:gd name="connsiteY134-5340" fmla="*/ 5611 h 5728"/>
                  <a:gd name="connsiteX135-5341" fmla="*/ 1508 w 6642"/>
                  <a:gd name="connsiteY135-5342" fmla="*/ 5485 h 5728"/>
                  <a:gd name="connsiteX136-5343" fmla="*/ 1630 w 6642"/>
                  <a:gd name="connsiteY136-5344" fmla="*/ 5242 h 5728"/>
                  <a:gd name="connsiteX137-5345" fmla="*/ 1685 w 6642"/>
                  <a:gd name="connsiteY137-5346" fmla="*/ 5195 h 5728"/>
                  <a:gd name="connsiteX138-5347" fmla="*/ 1730 w 6642"/>
                  <a:gd name="connsiteY138-5348" fmla="*/ 5120 h 5728"/>
                  <a:gd name="connsiteX139-5349" fmla="*/ 1727 w 6642"/>
                  <a:gd name="connsiteY139-5350" fmla="*/ 5071 h 5728"/>
                  <a:gd name="connsiteX140-5351" fmla="*/ 1530 w 6642"/>
                  <a:gd name="connsiteY140-5352" fmla="*/ 5007 h 5728"/>
                  <a:gd name="connsiteX141-5353" fmla="*/ 1459 w 6642"/>
                  <a:gd name="connsiteY141-5354" fmla="*/ 5064 h 5728"/>
                  <a:gd name="connsiteX142-5355" fmla="*/ 1353 w 6642"/>
                  <a:gd name="connsiteY142-5356" fmla="*/ 5111 h 5728"/>
                  <a:gd name="connsiteX143-5357" fmla="*/ 1290 w 6642"/>
                  <a:gd name="connsiteY143-5358" fmla="*/ 5063 h 5728"/>
                  <a:gd name="connsiteX144-5359" fmla="*/ 1052 w 6642"/>
                  <a:gd name="connsiteY144-5360" fmla="*/ 5254 h 5728"/>
                  <a:gd name="connsiteX145-5361" fmla="*/ 924 w 6642"/>
                  <a:gd name="connsiteY145-5362" fmla="*/ 5231 h 5728"/>
                  <a:gd name="connsiteX146-5363" fmla="*/ 813 w 6642"/>
                  <a:gd name="connsiteY146-5364" fmla="*/ 5097 h 5728"/>
                  <a:gd name="connsiteX147-5365" fmla="*/ 683 w 6642"/>
                  <a:gd name="connsiteY147-5366" fmla="*/ 4930 h 5728"/>
                  <a:gd name="connsiteX148-5367" fmla="*/ 572 w 6642"/>
                  <a:gd name="connsiteY148-5368" fmla="*/ 4806 h 5728"/>
                  <a:gd name="connsiteX149-5369" fmla="*/ 505 w 6642"/>
                  <a:gd name="connsiteY149-5370" fmla="*/ 4788 h 5728"/>
                  <a:gd name="connsiteX150-5371" fmla="*/ 640 w 6642"/>
                  <a:gd name="connsiteY150-5372" fmla="*/ 4631 h 5728"/>
                  <a:gd name="connsiteX151-5373" fmla="*/ 683 w 6642"/>
                  <a:gd name="connsiteY151-5374" fmla="*/ 4541 h 5728"/>
                  <a:gd name="connsiteX152-5375" fmla="*/ 651 w 6642"/>
                  <a:gd name="connsiteY152-5376" fmla="*/ 4438 h 5728"/>
                  <a:gd name="connsiteX153-5377" fmla="*/ 277 w 6642"/>
                  <a:gd name="connsiteY153-5378" fmla="*/ 4491 h 5728"/>
                  <a:gd name="connsiteX154-5379" fmla="*/ 187 w 6642"/>
                  <a:gd name="connsiteY154-5380" fmla="*/ 4518 h 5728"/>
                  <a:gd name="connsiteX155-5381" fmla="*/ 195 w 6642"/>
                  <a:gd name="connsiteY155-5382" fmla="*/ 4384 h 5728"/>
                  <a:gd name="connsiteX156-5383" fmla="*/ 147 w 6642"/>
                  <a:gd name="connsiteY156-5384" fmla="*/ 4318 h 5728"/>
                  <a:gd name="connsiteX157-5385" fmla="*/ 39 w 6642"/>
                  <a:gd name="connsiteY157-5386" fmla="*/ 4220 h 5728"/>
                  <a:gd name="connsiteX158-5387" fmla="*/ 75 w 6642"/>
                  <a:gd name="connsiteY158-5388" fmla="*/ 4093 h 5728"/>
                  <a:gd name="connsiteX159-5389" fmla="*/ 63 w 6642"/>
                  <a:gd name="connsiteY159-5390" fmla="*/ 3929 h 5728"/>
                  <a:gd name="connsiteX160-5391" fmla="*/ 0 w 6642"/>
                  <a:gd name="connsiteY160-5392" fmla="*/ 3842 h 5728"/>
                  <a:gd name="connsiteX161-5393" fmla="*/ 0 w 6642"/>
                  <a:gd name="connsiteY161-5394" fmla="*/ 3737 h 5728"/>
                  <a:gd name="connsiteX162-5395" fmla="*/ 303 w 6642"/>
                  <a:gd name="connsiteY162-5396" fmla="*/ 3824 h 5728"/>
                  <a:gd name="connsiteX163-5397" fmla="*/ 830 w 6642"/>
                  <a:gd name="connsiteY163-5398" fmla="*/ 3840 h 5728"/>
                  <a:gd name="connsiteX164-5399" fmla="*/ 1044 w 6642"/>
                  <a:gd name="connsiteY164-5400" fmla="*/ 3908 h 5728"/>
                  <a:gd name="connsiteX165-5401" fmla="*/ 1213 w 6642"/>
                  <a:gd name="connsiteY165-5402" fmla="*/ 4053 h 5728"/>
                  <a:gd name="connsiteX166-5403" fmla="*/ 1257 w 6642"/>
                  <a:gd name="connsiteY166-5404" fmla="*/ 4077 h 5728"/>
                  <a:gd name="connsiteX167-5405" fmla="*/ 1417 w 6642"/>
                  <a:gd name="connsiteY167-5406" fmla="*/ 4107 h 5728"/>
                  <a:gd name="connsiteX168-5407" fmla="*/ 1487 w 6642"/>
                  <a:gd name="connsiteY168-5408" fmla="*/ 4158 h 5728"/>
                  <a:gd name="connsiteX169-5409" fmla="*/ 1688 w 6642"/>
                  <a:gd name="connsiteY169-5410" fmla="*/ 4229 h 5728"/>
                  <a:gd name="connsiteX170-5411" fmla="*/ 1904 w 6642"/>
                  <a:gd name="connsiteY170-5412" fmla="*/ 4309 h 5728"/>
                  <a:gd name="connsiteX171-5413" fmla="*/ 2068 w 6642"/>
                  <a:gd name="connsiteY171-5414" fmla="*/ 4212 h 5728"/>
                  <a:gd name="connsiteX172-5415" fmla="*/ 2267 w 6642"/>
                  <a:gd name="connsiteY172-5416" fmla="*/ 4125 h 5728"/>
                  <a:gd name="connsiteX173-5417" fmla="*/ 2363 w 6642"/>
                  <a:gd name="connsiteY173-5418" fmla="*/ 4075 h 5728"/>
                  <a:gd name="connsiteX174-5419" fmla="*/ 2539 w 6642"/>
                  <a:gd name="connsiteY174-5420" fmla="*/ 3995 h 5728"/>
                  <a:gd name="connsiteX175-5421" fmla="*/ 2721 w 6642"/>
                  <a:gd name="connsiteY175-5422" fmla="*/ 3970 h 5728"/>
                  <a:gd name="connsiteX176-5423" fmla="*/ 3073 w 6642"/>
                  <a:gd name="connsiteY176-5424" fmla="*/ 3979 h 5728"/>
                  <a:gd name="connsiteX177-5425" fmla="*/ 3416 w 6642"/>
                  <a:gd name="connsiteY177-5426" fmla="*/ 3722 h 5728"/>
                  <a:gd name="connsiteX178-5427" fmla="*/ 3519 w 6642"/>
                  <a:gd name="connsiteY178-5428" fmla="*/ 3636 h 5728"/>
                  <a:gd name="connsiteX179-5429" fmla="*/ 3609 w 6642"/>
                  <a:gd name="connsiteY179-5430" fmla="*/ 3563 h 5728"/>
                  <a:gd name="connsiteX180-5431" fmla="*/ 3705 w 6642"/>
                  <a:gd name="connsiteY180-5432" fmla="*/ 3503 h 5728"/>
                  <a:gd name="connsiteX181-5433" fmla="*/ 3702 w 6642"/>
                  <a:gd name="connsiteY181-5434" fmla="*/ 3422 h 5728"/>
                  <a:gd name="connsiteX182-5435" fmla="*/ 3597 w 6642"/>
                  <a:gd name="connsiteY182-5436" fmla="*/ 3317 h 5728"/>
                  <a:gd name="connsiteX183-5437" fmla="*/ 3582 w 6642"/>
                  <a:gd name="connsiteY183-5438" fmla="*/ 3252 h 5728"/>
                  <a:gd name="connsiteX184-5439" fmla="*/ 3692 w 6642"/>
                  <a:gd name="connsiteY184-5440" fmla="*/ 3012 h 5728"/>
                  <a:gd name="connsiteX185-5441" fmla="*/ 3835 w 6642"/>
                  <a:gd name="connsiteY185-5442" fmla="*/ 3094 h 5728"/>
                  <a:gd name="connsiteX186-5443" fmla="*/ 3915 w 6642"/>
                  <a:gd name="connsiteY186-5444" fmla="*/ 3122 h 5728"/>
                  <a:gd name="connsiteX187-5445" fmla="*/ 3998 w 6642"/>
                  <a:gd name="connsiteY187-5446" fmla="*/ 3124 h 5728"/>
                  <a:gd name="connsiteX0-5447" fmla="*/ 5456 w 6642"/>
                  <a:gd name="connsiteY0-5448" fmla="*/ 2333 h 5728"/>
                  <a:gd name="connsiteX1-5449" fmla="*/ 5454 w 6642"/>
                  <a:gd name="connsiteY1-5450" fmla="*/ 2117 h 5728"/>
                  <a:gd name="connsiteX2-5451" fmla="*/ 5378 w 6642"/>
                  <a:gd name="connsiteY2-5452" fmla="*/ 2039 h 5728"/>
                  <a:gd name="connsiteX3-5453" fmla="*/ 5235 w 6642"/>
                  <a:gd name="connsiteY3-5454" fmla="*/ 1951 h 5728"/>
                  <a:gd name="connsiteX4-5455" fmla="*/ 5143 w 6642"/>
                  <a:gd name="connsiteY4-5456" fmla="*/ 1827 h 5728"/>
                  <a:gd name="connsiteX5-5457" fmla="*/ 5047 w 6642"/>
                  <a:gd name="connsiteY5-5458" fmla="*/ 1828 h 5728"/>
                  <a:gd name="connsiteX6-5459" fmla="*/ 5002 w 6642"/>
                  <a:gd name="connsiteY6-5460" fmla="*/ 1883 h 5728"/>
                  <a:gd name="connsiteX7-5461" fmla="*/ 4909 w 6642"/>
                  <a:gd name="connsiteY7-5462" fmla="*/ 1877 h 5728"/>
                  <a:gd name="connsiteX8-5463" fmla="*/ 4889 w 6642"/>
                  <a:gd name="connsiteY8-5464" fmla="*/ 1994 h 5728"/>
                  <a:gd name="connsiteX9-5465" fmla="*/ 4708 w 6642"/>
                  <a:gd name="connsiteY9-5466" fmla="*/ 1941 h 5728"/>
                  <a:gd name="connsiteX10-5467" fmla="*/ 4625 w 6642"/>
                  <a:gd name="connsiteY10-5468" fmla="*/ 1939 h 5728"/>
                  <a:gd name="connsiteX11-5469" fmla="*/ 4500 w 6642"/>
                  <a:gd name="connsiteY11-5470" fmla="*/ 2014 h 5728"/>
                  <a:gd name="connsiteX12-5471" fmla="*/ 4388 w 6642"/>
                  <a:gd name="connsiteY12-5472" fmla="*/ 1890 h 5728"/>
                  <a:gd name="connsiteX13-5473" fmla="*/ 4482 w 6642"/>
                  <a:gd name="connsiteY13-5474" fmla="*/ 1804 h 5728"/>
                  <a:gd name="connsiteX14-5475" fmla="*/ 4486 w 6642"/>
                  <a:gd name="connsiteY14-5476" fmla="*/ 1634 h 5728"/>
                  <a:gd name="connsiteX15-5477" fmla="*/ 4541 w 6642"/>
                  <a:gd name="connsiteY15-5478" fmla="*/ 1514 h 5728"/>
                  <a:gd name="connsiteX16-5479" fmla="*/ 4584 w 6642"/>
                  <a:gd name="connsiteY16-5480" fmla="*/ 1306 h 5728"/>
                  <a:gd name="connsiteX17-5481" fmla="*/ 4644 w 6642"/>
                  <a:gd name="connsiteY17-5482" fmla="*/ 1307 h 5728"/>
                  <a:gd name="connsiteX18-5483" fmla="*/ 4967 w 6642"/>
                  <a:gd name="connsiteY18-5484" fmla="*/ 1286 h 5728"/>
                  <a:gd name="connsiteX19-5485" fmla="*/ 5141 w 6642"/>
                  <a:gd name="connsiteY19-5486" fmla="*/ 1117 h 5728"/>
                  <a:gd name="connsiteX20-5487" fmla="*/ 5210 w 6642"/>
                  <a:gd name="connsiteY20-5488" fmla="*/ 748 h 5728"/>
                  <a:gd name="connsiteX21-5489" fmla="*/ 5320 w 6642"/>
                  <a:gd name="connsiteY21-5490" fmla="*/ 486 h 5728"/>
                  <a:gd name="connsiteX22-5491" fmla="*/ 5318 w 6642"/>
                  <a:gd name="connsiteY22-5492" fmla="*/ 358 h 5728"/>
                  <a:gd name="connsiteX23-5493" fmla="*/ 5305 w 6642"/>
                  <a:gd name="connsiteY23-5494" fmla="*/ 328 h 5728"/>
                  <a:gd name="connsiteX24-5495" fmla="*/ 5238 w 6642"/>
                  <a:gd name="connsiteY24-5496" fmla="*/ 251 h 5728"/>
                  <a:gd name="connsiteX25-5497" fmla="*/ 5178 w 6642"/>
                  <a:gd name="connsiteY25-5498" fmla="*/ 217 h 5728"/>
                  <a:gd name="connsiteX26-5499" fmla="*/ 5303 w 6642"/>
                  <a:gd name="connsiteY26-5500" fmla="*/ 56 h 5728"/>
                  <a:gd name="connsiteX27-5501" fmla="*/ 5476 w 6642"/>
                  <a:gd name="connsiteY27-5502" fmla="*/ 2 h 5728"/>
                  <a:gd name="connsiteX28-5503" fmla="*/ 5508 w 6642"/>
                  <a:gd name="connsiteY28-5504" fmla="*/ 49 h 5728"/>
                  <a:gd name="connsiteX29-5505" fmla="*/ 5498 w 6642"/>
                  <a:gd name="connsiteY29-5506" fmla="*/ 133 h 5728"/>
                  <a:gd name="connsiteX30-5507" fmla="*/ 5437 w 6642"/>
                  <a:gd name="connsiteY30-5508" fmla="*/ 243 h 5728"/>
                  <a:gd name="connsiteX31-5509" fmla="*/ 5507 w 6642"/>
                  <a:gd name="connsiteY31-5510" fmla="*/ 301 h 5728"/>
                  <a:gd name="connsiteX32-5511" fmla="*/ 5621 w 6642"/>
                  <a:gd name="connsiteY32-5512" fmla="*/ 366 h 5728"/>
                  <a:gd name="connsiteX33-5513" fmla="*/ 5641 w 6642"/>
                  <a:gd name="connsiteY33-5514" fmla="*/ 255 h 5728"/>
                  <a:gd name="connsiteX34-5515" fmla="*/ 5775 w 6642"/>
                  <a:gd name="connsiteY34-5516" fmla="*/ 291 h 5728"/>
                  <a:gd name="connsiteX35-5517" fmla="*/ 5800 w 6642"/>
                  <a:gd name="connsiteY35-5518" fmla="*/ 331 h 5728"/>
                  <a:gd name="connsiteX36-5519" fmla="*/ 5876 w 6642"/>
                  <a:gd name="connsiteY36-5520" fmla="*/ 562 h 5728"/>
                  <a:gd name="connsiteX37-5521" fmla="*/ 5911 w 6642"/>
                  <a:gd name="connsiteY37-5522" fmla="*/ 586 h 5728"/>
                  <a:gd name="connsiteX38-5523" fmla="*/ 6003 w 6642"/>
                  <a:gd name="connsiteY38-5524" fmla="*/ 578 h 5728"/>
                  <a:gd name="connsiteX39-5525" fmla="*/ 6263 w 6642"/>
                  <a:gd name="connsiteY39-5526" fmla="*/ 490 h 5728"/>
                  <a:gd name="connsiteX40-5527" fmla="*/ 6483 w 6642"/>
                  <a:gd name="connsiteY40-5528" fmla="*/ 479 h 5728"/>
                  <a:gd name="connsiteX41-5529" fmla="*/ 6543 w 6642"/>
                  <a:gd name="connsiteY41-5530" fmla="*/ 648 h 5728"/>
                  <a:gd name="connsiteX42-5531" fmla="*/ 6461 w 6642"/>
                  <a:gd name="connsiteY42-5532" fmla="*/ 944 h 5728"/>
                  <a:gd name="connsiteX43-5533" fmla="*/ 6461 w 6642"/>
                  <a:gd name="connsiteY43-5534" fmla="*/ 1022 h 5728"/>
                  <a:gd name="connsiteX44-5535" fmla="*/ 6530 w 6642"/>
                  <a:gd name="connsiteY44-5536" fmla="*/ 1168 h 5728"/>
                  <a:gd name="connsiteX45-5537" fmla="*/ 6545 w 6642"/>
                  <a:gd name="connsiteY45-5538" fmla="*/ 1427 h 5728"/>
                  <a:gd name="connsiteX46-5539" fmla="*/ 6547 w 6642"/>
                  <a:gd name="connsiteY46-5540" fmla="*/ 1617 h 5728"/>
                  <a:gd name="connsiteX47-5541" fmla="*/ 6480 w 6642"/>
                  <a:gd name="connsiteY47-5542" fmla="*/ 1625 h 5728"/>
                  <a:gd name="connsiteX48-5543" fmla="*/ 6458 w 6642"/>
                  <a:gd name="connsiteY48-5544" fmla="*/ 1507 h 5728"/>
                  <a:gd name="connsiteX49-5545" fmla="*/ 6423 w 6642"/>
                  <a:gd name="connsiteY49-5546" fmla="*/ 1450 h 5728"/>
                  <a:gd name="connsiteX50-5547" fmla="*/ 6333 w 6642"/>
                  <a:gd name="connsiteY50-5548" fmla="*/ 1582 h 5728"/>
                  <a:gd name="connsiteX51-5549" fmla="*/ 6220 w 6642"/>
                  <a:gd name="connsiteY51-5550" fmla="*/ 1776 h 5728"/>
                  <a:gd name="connsiteX52-5551" fmla="*/ 6101 w 6642"/>
                  <a:gd name="connsiteY52-5552" fmla="*/ 1904 h 5728"/>
                  <a:gd name="connsiteX53-5553" fmla="*/ 6094 w 6642"/>
                  <a:gd name="connsiteY53-5554" fmla="*/ 2018 h 5728"/>
                  <a:gd name="connsiteX54-5555" fmla="*/ 6154 w 6642"/>
                  <a:gd name="connsiteY54-5556" fmla="*/ 2115 h 5728"/>
                  <a:gd name="connsiteX55-5557" fmla="*/ 6256 w 6642"/>
                  <a:gd name="connsiteY55-5558" fmla="*/ 2183 h 5728"/>
                  <a:gd name="connsiteX56-5559" fmla="*/ 6333 w 6642"/>
                  <a:gd name="connsiteY56-5560" fmla="*/ 2178 h 5728"/>
                  <a:gd name="connsiteX57-5561" fmla="*/ 6378 w 6642"/>
                  <a:gd name="connsiteY57-5562" fmla="*/ 2104 h 5728"/>
                  <a:gd name="connsiteX58-5563" fmla="*/ 6412 w 6642"/>
                  <a:gd name="connsiteY58-5564" fmla="*/ 2210 h 5728"/>
                  <a:gd name="connsiteX59-5565" fmla="*/ 6300 w 6642"/>
                  <a:gd name="connsiteY59-5566" fmla="*/ 2249 h 5728"/>
                  <a:gd name="connsiteX60-5567" fmla="*/ 6347 w 6642"/>
                  <a:gd name="connsiteY60-5568" fmla="*/ 2362 h 5728"/>
                  <a:gd name="connsiteX61-5569" fmla="*/ 6212 w 6642"/>
                  <a:gd name="connsiteY61-5570" fmla="*/ 2509 h 5728"/>
                  <a:gd name="connsiteX62-5571" fmla="*/ 6171 w 6642"/>
                  <a:gd name="connsiteY62-5572" fmla="*/ 2498 h 5728"/>
                  <a:gd name="connsiteX63-5573" fmla="*/ 6047 w 6642"/>
                  <a:gd name="connsiteY63-5574" fmla="*/ 2413 h 5728"/>
                  <a:gd name="connsiteX64-5575" fmla="*/ 5992 w 6642"/>
                  <a:gd name="connsiteY64-5576" fmla="*/ 2412 h 5728"/>
                  <a:gd name="connsiteX65-5577" fmla="*/ 5957 w 6642"/>
                  <a:gd name="connsiteY65-5578" fmla="*/ 2480 h 5728"/>
                  <a:gd name="connsiteX66-5579" fmla="*/ 5960 w 6642"/>
                  <a:gd name="connsiteY66-5580" fmla="*/ 2562 h 5728"/>
                  <a:gd name="connsiteX67-5581" fmla="*/ 6138 w 6642"/>
                  <a:gd name="connsiteY67-5582" fmla="*/ 2730 h 5728"/>
                  <a:gd name="connsiteX68-5583" fmla="*/ 6137 w 6642"/>
                  <a:gd name="connsiteY68-5584" fmla="*/ 2844 h 5728"/>
                  <a:gd name="connsiteX69-5585" fmla="*/ 6228 w 6642"/>
                  <a:gd name="connsiteY69-5586" fmla="*/ 3060 h 5728"/>
                  <a:gd name="connsiteX70-5587" fmla="*/ 6254 w 6642"/>
                  <a:gd name="connsiteY70-5588" fmla="*/ 3090 h 5728"/>
                  <a:gd name="connsiteX71-5589" fmla="*/ 6298 w 6642"/>
                  <a:gd name="connsiteY71-5590" fmla="*/ 3094 h 5728"/>
                  <a:gd name="connsiteX72-5591" fmla="*/ 6344 w 6642"/>
                  <a:gd name="connsiteY72-5592" fmla="*/ 3010 h 5728"/>
                  <a:gd name="connsiteX73-5593" fmla="*/ 6424 w 6642"/>
                  <a:gd name="connsiteY73-5594" fmla="*/ 2950 h 5728"/>
                  <a:gd name="connsiteX74-5595" fmla="*/ 6519 w 6642"/>
                  <a:gd name="connsiteY74-5596" fmla="*/ 3126 h 5728"/>
                  <a:gd name="connsiteX75-5597" fmla="*/ 6629 w 6642"/>
                  <a:gd name="connsiteY75-5598" fmla="*/ 3312 h 5728"/>
                  <a:gd name="connsiteX76-5599" fmla="*/ 6642 w 6642"/>
                  <a:gd name="connsiteY76-5600" fmla="*/ 3342 h 5728"/>
                  <a:gd name="connsiteX77-5601" fmla="*/ 6631 w 6642"/>
                  <a:gd name="connsiteY77-5602" fmla="*/ 3518 h 5728"/>
                  <a:gd name="connsiteX78-5603" fmla="*/ 6596 w 6642"/>
                  <a:gd name="connsiteY78-5604" fmla="*/ 3554 h 5728"/>
                  <a:gd name="connsiteX79-5605" fmla="*/ 6507 w 6642"/>
                  <a:gd name="connsiteY79-5606" fmla="*/ 3515 h 5728"/>
                  <a:gd name="connsiteX80-5607" fmla="*/ 6273 w 6642"/>
                  <a:gd name="connsiteY80-5608" fmla="*/ 3644 h 5728"/>
                  <a:gd name="connsiteX81-5609" fmla="*/ 6247 w 6642"/>
                  <a:gd name="connsiteY81-5610" fmla="*/ 3666 h 5728"/>
                  <a:gd name="connsiteX82-5611" fmla="*/ 6067 w 6642"/>
                  <a:gd name="connsiteY82-5612" fmla="*/ 3812 h 5728"/>
                  <a:gd name="connsiteX83-5613" fmla="*/ 5926 w 6642"/>
                  <a:gd name="connsiteY83-5614" fmla="*/ 3926 h 5728"/>
                  <a:gd name="connsiteX84-5615" fmla="*/ 5891 w 6642"/>
                  <a:gd name="connsiteY84-5616" fmla="*/ 3965 h 5728"/>
                  <a:gd name="connsiteX85-5617" fmla="*/ 5839 w 6642"/>
                  <a:gd name="connsiteY85-5618" fmla="*/ 3973 h 5728"/>
                  <a:gd name="connsiteX86-5619" fmla="*/ 5782 w 6642"/>
                  <a:gd name="connsiteY86-5620" fmla="*/ 3916 h 5728"/>
                  <a:gd name="connsiteX87-5621" fmla="*/ 5658 w 6642"/>
                  <a:gd name="connsiteY87-5622" fmla="*/ 3808 h 5728"/>
                  <a:gd name="connsiteX88-5623" fmla="*/ 5682 w 6642"/>
                  <a:gd name="connsiteY88-5624" fmla="*/ 4064 h 5728"/>
                  <a:gd name="connsiteX89-5625" fmla="*/ 5691 w 6642"/>
                  <a:gd name="connsiteY89-5626" fmla="*/ 4192 h 5728"/>
                  <a:gd name="connsiteX90-5627" fmla="*/ 5429 w 6642"/>
                  <a:gd name="connsiteY90-5628" fmla="*/ 4166 h 5728"/>
                  <a:gd name="connsiteX91-5629" fmla="*/ 5347 w 6642"/>
                  <a:gd name="connsiteY91-5630" fmla="*/ 3987 h 5728"/>
                  <a:gd name="connsiteX92-5631" fmla="*/ 5265 w 6642"/>
                  <a:gd name="connsiteY92-5632" fmla="*/ 3802 h 5728"/>
                  <a:gd name="connsiteX93-5633" fmla="*/ 4506 w 6642"/>
                  <a:gd name="connsiteY93-5634" fmla="*/ 4159 h 5728"/>
                  <a:gd name="connsiteX94-5635" fmla="*/ 4541 w 6642"/>
                  <a:gd name="connsiteY94-5636" fmla="*/ 4134 h 5728"/>
                  <a:gd name="connsiteX95-5637" fmla="*/ 4408 w 6642"/>
                  <a:gd name="connsiteY95-5638" fmla="*/ 3980 h 5728"/>
                  <a:gd name="connsiteX96-5639" fmla="*/ 4340 w 6642"/>
                  <a:gd name="connsiteY96-5640" fmla="*/ 4188 h 5728"/>
                  <a:gd name="connsiteX97-5641" fmla="*/ 4282 w 6642"/>
                  <a:gd name="connsiteY97-5642" fmla="*/ 4193 h 5728"/>
                  <a:gd name="connsiteX98-5643" fmla="*/ 4260 w 6642"/>
                  <a:gd name="connsiteY98-5644" fmla="*/ 4238 h 5728"/>
                  <a:gd name="connsiteX99-5645" fmla="*/ 4231 w 6642"/>
                  <a:gd name="connsiteY99-5646" fmla="*/ 4250 h 5728"/>
                  <a:gd name="connsiteX100-5647" fmla="*/ 4230 w 6642"/>
                  <a:gd name="connsiteY100-5648" fmla="*/ 4427 h 5728"/>
                  <a:gd name="connsiteX101-5649" fmla="*/ 4290 w 6642"/>
                  <a:gd name="connsiteY101-5650" fmla="*/ 4504 h 5728"/>
                  <a:gd name="connsiteX102-5651" fmla="*/ 4293 w 6642"/>
                  <a:gd name="connsiteY102-5652" fmla="*/ 4556 h 5728"/>
                  <a:gd name="connsiteX103-5653" fmla="*/ 4257 w 6642"/>
                  <a:gd name="connsiteY103-5654" fmla="*/ 4614 h 5728"/>
                  <a:gd name="connsiteX104-5655" fmla="*/ 3992 w 6642"/>
                  <a:gd name="connsiteY104-5656" fmla="*/ 4680 h 5728"/>
                  <a:gd name="connsiteX105-5657" fmla="*/ 3857 w 6642"/>
                  <a:gd name="connsiteY105-5658" fmla="*/ 4739 h 5728"/>
                  <a:gd name="connsiteX106-5659" fmla="*/ 3815 w 6642"/>
                  <a:gd name="connsiteY106-5660" fmla="*/ 4777 h 5728"/>
                  <a:gd name="connsiteX107-5661" fmla="*/ 3616 w 6642"/>
                  <a:gd name="connsiteY107-5662" fmla="*/ 5021 h 5728"/>
                  <a:gd name="connsiteX108-5663" fmla="*/ 3543 w 6642"/>
                  <a:gd name="connsiteY108-5664" fmla="*/ 4970 h 5728"/>
                  <a:gd name="connsiteX109-5665" fmla="*/ 3460 w 6642"/>
                  <a:gd name="connsiteY109-5666" fmla="*/ 4971 h 5728"/>
                  <a:gd name="connsiteX110-5667" fmla="*/ 3424 w 6642"/>
                  <a:gd name="connsiteY110-5668" fmla="*/ 5045 h 5728"/>
                  <a:gd name="connsiteX111-5669" fmla="*/ 3313 w 6642"/>
                  <a:gd name="connsiteY111-5670" fmla="*/ 5000 h 5728"/>
                  <a:gd name="connsiteX112-5671" fmla="*/ 3235 w 6642"/>
                  <a:gd name="connsiteY112-5672" fmla="*/ 5109 h 5728"/>
                  <a:gd name="connsiteX113-5673" fmla="*/ 3013 w 6642"/>
                  <a:gd name="connsiteY113-5674" fmla="*/ 5349 h 5728"/>
                  <a:gd name="connsiteX114-5675" fmla="*/ 2993 w 6642"/>
                  <a:gd name="connsiteY114-5676" fmla="*/ 5516 h 5728"/>
                  <a:gd name="connsiteX115-5677" fmla="*/ 2976 w 6642"/>
                  <a:gd name="connsiteY115-5678" fmla="*/ 5659 h 5728"/>
                  <a:gd name="connsiteX116-5679" fmla="*/ 2960 w 6642"/>
                  <a:gd name="connsiteY116-5680" fmla="*/ 5669 h 5728"/>
                  <a:gd name="connsiteX117-5681" fmla="*/ 2638 w 6642"/>
                  <a:gd name="connsiteY117-5682" fmla="*/ 5621 h 5728"/>
                  <a:gd name="connsiteX118-5683" fmla="*/ 2536 w 6642"/>
                  <a:gd name="connsiteY118-5684" fmla="*/ 5566 h 5728"/>
                  <a:gd name="connsiteX119-5685" fmla="*/ 2482 w 6642"/>
                  <a:gd name="connsiteY119-5686" fmla="*/ 5503 h 5728"/>
                  <a:gd name="connsiteX120-5687" fmla="*/ 2377 w 6642"/>
                  <a:gd name="connsiteY120-5688" fmla="*/ 5477 h 5728"/>
                  <a:gd name="connsiteX121-5689" fmla="*/ 2377 w 6642"/>
                  <a:gd name="connsiteY121-5690" fmla="*/ 5379 h 5728"/>
                  <a:gd name="connsiteX122-5691" fmla="*/ 2481 w 6642"/>
                  <a:gd name="connsiteY122-5692" fmla="*/ 5149 h 5728"/>
                  <a:gd name="connsiteX123-5693" fmla="*/ 2341 w 6642"/>
                  <a:gd name="connsiteY123-5694" fmla="*/ 5070 h 5728"/>
                  <a:gd name="connsiteX124-5695" fmla="*/ 2299 w 6642"/>
                  <a:gd name="connsiteY124-5696" fmla="*/ 5095 h 5728"/>
                  <a:gd name="connsiteX125-5697" fmla="*/ 2209 w 6642"/>
                  <a:gd name="connsiteY125-5698" fmla="*/ 5214 h 5728"/>
                  <a:gd name="connsiteX126-5699" fmla="*/ 2177 w 6642"/>
                  <a:gd name="connsiteY126-5700" fmla="*/ 5276 h 5728"/>
                  <a:gd name="connsiteX127-5701" fmla="*/ 2115 w 6642"/>
                  <a:gd name="connsiteY127-5702" fmla="*/ 5386 h 5728"/>
                  <a:gd name="connsiteX128-5703" fmla="*/ 2121 w 6642"/>
                  <a:gd name="connsiteY128-5704" fmla="*/ 5510 h 5728"/>
                  <a:gd name="connsiteX129-5705" fmla="*/ 2082 w 6642"/>
                  <a:gd name="connsiteY129-5706" fmla="*/ 5558 h 5728"/>
                  <a:gd name="connsiteX130-5707" fmla="*/ 1951 w 6642"/>
                  <a:gd name="connsiteY130-5708" fmla="*/ 5617 h 5728"/>
                  <a:gd name="connsiteX131-5709" fmla="*/ 1785 w 6642"/>
                  <a:gd name="connsiteY131-5710" fmla="*/ 5649 h 5728"/>
                  <a:gd name="connsiteX132-5711" fmla="*/ 1682 w 6642"/>
                  <a:gd name="connsiteY132-5712" fmla="*/ 5728 h 5728"/>
                  <a:gd name="connsiteX133-5713" fmla="*/ 1568 w 6642"/>
                  <a:gd name="connsiteY133-5714" fmla="*/ 5611 h 5728"/>
                  <a:gd name="connsiteX134-5715" fmla="*/ 1508 w 6642"/>
                  <a:gd name="connsiteY134-5716" fmla="*/ 5485 h 5728"/>
                  <a:gd name="connsiteX135-5717" fmla="*/ 1630 w 6642"/>
                  <a:gd name="connsiteY135-5718" fmla="*/ 5242 h 5728"/>
                  <a:gd name="connsiteX136-5719" fmla="*/ 1685 w 6642"/>
                  <a:gd name="connsiteY136-5720" fmla="*/ 5195 h 5728"/>
                  <a:gd name="connsiteX137-5721" fmla="*/ 1730 w 6642"/>
                  <a:gd name="connsiteY137-5722" fmla="*/ 5120 h 5728"/>
                  <a:gd name="connsiteX138-5723" fmla="*/ 1727 w 6642"/>
                  <a:gd name="connsiteY138-5724" fmla="*/ 5071 h 5728"/>
                  <a:gd name="connsiteX139-5725" fmla="*/ 1530 w 6642"/>
                  <a:gd name="connsiteY139-5726" fmla="*/ 5007 h 5728"/>
                  <a:gd name="connsiteX140-5727" fmla="*/ 1459 w 6642"/>
                  <a:gd name="connsiteY140-5728" fmla="*/ 5064 h 5728"/>
                  <a:gd name="connsiteX141-5729" fmla="*/ 1353 w 6642"/>
                  <a:gd name="connsiteY141-5730" fmla="*/ 5111 h 5728"/>
                  <a:gd name="connsiteX142-5731" fmla="*/ 1290 w 6642"/>
                  <a:gd name="connsiteY142-5732" fmla="*/ 5063 h 5728"/>
                  <a:gd name="connsiteX143-5733" fmla="*/ 1052 w 6642"/>
                  <a:gd name="connsiteY143-5734" fmla="*/ 5254 h 5728"/>
                  <a:gd name="connsiteX144-5735" fmla="*/ 924 w 6642"/>
                  <a:gd name="connsiteY144-5736" fmla="*/ 5231 h 5728"/>
                  <a:gd name="connsiteX145-5737" fmla="*/ 813 w 6642"/>
                  <a:gd name="connsiteY145-5738" fmla="*/ 5097 h 5728"/>
                  <a:gd name="connsiteX146-5739" fmla="*/ 683 w 6642"/>
                  <a:gd name="connsiteY146-5740" fmla="*/ 4930 h 5728"/>
                  <a:gd name="connsiteX147-5741" fmla="*/ 572 w 6642"/>
                  <a:gd name="connsiteY147-5742" fmla="*/ 4806 h 5728"/>
                  <a:gd name="connsiteX148-5743" fmla="*/ 505 w 6642"/>
                  <a:gd name="connsiteY148-5744" fmla="*/ 4788 h 5728"/>
                  <a:gd name="connsiteX149-5745" fmla="*/ 640 w 6642"/>
                  <a:gd name="connsiteY149-5746" fmla="*/ 4631 h 5728"/>
                  <a:gd name="connsiteX150-5747" fmla="*/ 683 w 6642"/>
                  <a:gd name="connsiteY150-5748" fmla="*/ 4541 h 5728"/>
                  <a:gd name="connsiteX151-5749" fmla="*/ 651 w 6642"/>
                  <a:gd name="connsiteY151-5750" fmla="*/ 4438 h 5728"/>
                  <a:gd name="connsiteX152-5751" fmla="*/ 277 w 6642"/>
                  <a:gd name="connsiteY152-5752" fmla="*/ 4491 h 5728"/>
                  <a:gd name="connsiteX153-5753" fmla="*/ 187 w 6642"/>
                  <a:gd name="connsiteY153-5754" fmla="*/ 4518 h 5728"/>
                  <a:gd name="connsiteX154-5755" fmla="*/ 195 w 6642"/>
                  <a:gd name="connsiteY154-5756" fmla="*/ 4384 h 5728"/>
                  <a:gd name="connsiteX155-5757" fmla="*/ 147 w 6642"/>
                  <a:gd name="connsiteY155-5758" fmla="*/ 4318 h 5728"/>
                  <a:gd name="connsiteX156-5759" fmla="*/ 39 w 6642"/>
                  <a:gd name="connsiteY156-5760" fmla="*/ 4220 h 5728"/>
                  <a:gd name="connsiteX157-5761" fmla="*/ 75 w 6642"/>
                  <a:gd name="connsiteY157-5762" fmla="*/ 4093 h 5728"/>
                  <a:gd name="connsiteX158-5763" fmla="*/ 63 w 6642"/>
                  <a:gd name="connsiteY158-5764" fmla="*/ 3929 h 5728"/>
                  <a:gd name="connsiteX159-5765" fmla="*/ 0 w 6642"/>
                  <a:gd name="connsiteY159-5766" fmla="*/ 3842 h 5728"/>
                  <a:gd name="connsiteX160-5767" fmla="*/ 0 w 6642"/>
                  <a:gd name="connsiteY160-5768" fmla="*/ 3737 h 5728"/>
                  <a:gd name="connsiteX161-5769" fmla="*/ 303 w 6642"/>
                  <a:gd name="connsiteY161-5770" fmla="*/ 3824 h 5728"/>
                  <a:gd name="connsiteX162-5771" fmla="*/ 830 w 6642"/>
                  <a:gd name="connsiteY162-5772" fmla="*/ 3840 h 5728"/>
                  <a:gd name="connsiteX163-5773" fmla="*/ 1044 w 6642"/>
                  <a:gd name="connsiteY163-5774" fmla="*/ 3908 h 5728"/>
                  <a:gd name="connsiteX164-5775" fmla="*/ 1213 w 6642"/>
                  <a:gd name="connsiteY164-5776" fmla="*/ 4053 h 5728"/>
                  <a:gd name="connsiteX165-5777" fmla="*/ 1257 w 6642"/>
                  <a:gd name="connsiteY165-5778" fmla="*/ 4077 h 5728"/>
                  <a:gd name="connsiteX166-5779" fmla="*/ 1417 w 6642"/>
                  <a:gd name="connsiteY166-5780" fmla="*/ 4107 h 5728"/>
                  <a:gd name="connsiteX167-5781" fmla="*/ 1487 w 6642"/>
                  <a:gd name="connsiteY167-5782" fmla="*/ 4158 h 5728"/>
                  <a:gd name="connsiteX168-5783" fmla="*/ 1688 w 6642"/>
                  <a:gd name="connsiteY168-5784" fmla="*/ 4229 h 5728"/>
                  <a:gd name="connsiteX169-5785" fmla="*/ 1904 w 6642"/>
                  <a:gd name="connsiteY169-5786" fmla="*/ 4309 h 5728"/>
                  <a:gd name="connsiteX170-5787" fmla="*/ 2068 w 6642"/>
                  <a:gd name="connsiteY170-5788" fmla="*/ 4212 h 5728"/>
                  <a:gd name="connsiteX171-5789" fmla="*/ 2267 w 6642"/>
                  <a:gd name="connsiteY171-5790" fmla="*/ 4125 h 5728"/>
                  <a:gd name="connsiteX172-5791" fmla="*/ 2363 w 6642"/>
                  <a:gd name="connsiteY172-5792" fmla="*/ 4075 h 5728"/>
                  <a:gd name="connsiteX173-5793" fmla="*/ 2539 w 6642"/>
                  <a:gd name="connsiteY173-5794" fmla="*/ 3995 h 5728"/>
                  <a:gd name="connsiteX174-5795" fmla="*/ 2721 w 6642"/>
                  <a:gd name="connsiteY174-5796" fmla="*/ 3970 h 5728"/>
                  <a:gd name="connsiteX175-5797" fmla="*/ 3073 w 6642"/>
                  <a:gd name="connsiteY175-5798" fmla="*/ 3979 h 5728"/>
                  <a:gd name="connsiteX176-5799" fmla="*/ 3416 w 6642"/>
                  <a:gd name="connsiteY176-5800" fmla="*/ 3722 h 5728"/>
                  <a:gd name="connsiteX177-5801" fmla="*/ 3519 w 6642"/>
                  <a:gd name="connsiteY177-5802" fmla="*/ 3636 h 5728"/>
                  <a:gd name="connsiteX178-5803" fmla="*/ 3609 w 6642"/>
                  <a:gd name="connsiteY178-5804" fmla="*/ 3563 h 5728"/>
                  <a:gd name="connsiteX179-5805" fmla="*/ 3705 w 6642"/>
                  <a:gd name="connsiteY179-5806" fmla="*/ 3503 h 5728"/>
                  <a:gd name="connsiteX180-5807" fmla="*/ 3702 w 6642"/>
                  <a:gd name="connsiteY180-5808" fmla="*/ 3422 h 5728"/>
                  <a:gd name="connsiteX181-5809" fmla="*/ 3597 w 6642"/>
                  <a:gd name="connsiteY181-5810" fmla="*/ 3317 h 5728"/>
                  <a:gd name="connsiteX182-5811" fmla="*/ 3582 w 6642"/>
                  <a:gd name="connsiteY182-5812" fmla="*/ 3252 h 5728"/>
                  <a:gd name="connsiteX183-5813" fmla="*/ 3692 w 6642"/>
                  <a:gd name="connsiteY183-5814" fmla="*/ 3012 h 5728"/>
                  <a:gd name="connsiteX184-5815" fmla="*/ 3835 w 6642"/>
                  <a:gd name="connsiteY184-5816" fmla="*/ 3094 h 5728"/>
                  <a:gd name="connsiteX185-5817" fmla="*/ 3915 w 6642"/>
                  <a:gd name="connsiteY185-5818" fmla="*/ 3122 h 5728"/>
                  <a:gd name="connsiteX186-5819" fmla="*/ 3998 w 6642"/>
                  <a:gd name="connsiteY186-5820" fmla="*/ 3124 h 5728"/>
                  <a:gd name="connsiteX0-5821" fmla="*/ 5456 w 6642"/>
                  <a:gd name="connsiteY0-5822" fmla="*/ 2333 h 5728"/>
                  <a:gd name="connsiteX1-5823" fmla="*/ 5454 w 6642"/>
                  <a:gd name="connsiteY1-5824" fmla="*/ 2117 h 5728"/>
                  <a:gd name="connsiteX2-5825" fmla="*/ 5378 w 6642"/>
                  <a:gd name="connsiteY2-5826" fmla="*/ 2039 h 5728"/>
                  <a:gd name="connsiteX3-5827" fmla="*/ 5235 w 6642"/>
                  <a:gd name="connsiteY3-5828" fmla="*/ 1951 h 5728"/>
                  <a:gd name="connsiteX4-5829" fmla="*/ 5143 w 6642"/>
                  <a:gd name="connsiteY4-5830" fmla="*/ 1827 h 5728"/>
                  <a:gd name="connsiteX5-5831" fmla="*/ 5047 w 6642"/>
                  <a:gd name="connsiteY5-5832" fmla="*/ 1828 h 5728"/>
                  <a:gd name="connsiteX6-5833" fmla="*/ 5002 w 6642"/>
                  <a:gd name="connsiteY6-5834" fmla="*/ 1883 h 5728"/>
                  <a:gd name="connsiteX7-5835" fmla="*/ 4909 w 6642"/>
                  <a:gd name="connsiteY7-5836" fmla="*/ 1877 h 5728"/>
                  <a:gd name="connsiteX8-5837" fmla="*/ 4889 w 6642"/>
                  <a:gd name="connsiteY8-5838" fmla="*/ 1994 h 5728"/>
                  <a:gd name="connsiteX9-5839" fmla="*/ 4708 w 6642"/>
                  <a:gd name="connsiteY9-5840" fmla="*/ 1941 h 5728"/>
                  <a:gd name="connsiteX10-5841" fmla="*/ 4625 w 6642"/>
                  <a:gd name="connsiteY10-5842" fmla="*/ 1939 h 5728"/>
                  <a:gd name="connsiteX11-5843" fmla="*/ 4500 w 6642"/>
                  <a:gd name="connsiteY11-5844" fmla="*/ 2014 h 5728"/>
                  <a:gd name="connsiteX12-5845" fmla="*/ 4388 w 6642"/>
                  <a:gd name="connsiteY12-5846" fmla="*/ 1890 h 5728"/>
                  <a:gd name="connsiteX13-5847" fmla="*/ 4482 w 6642"/>
                  <a:gd name="connsiteY13-5848" fmla="*/ 1804 h 5728"/>
                  <a:gd name="connsiteX14-5849" fmla="*/ 4486 w 6642"/>
                  <a:gd name="connsiteY14-5850" fmla="*/ 1634 h 5728"/>
                  <a:gd name="connsiteX15-5851" fmla="*/ 4541 w 6642"/>
                  <a:gd name="connsiteY15-5852" fmla="*/ 1514 h 5728"/>
                  <a:gd name="connsiteX16-5853" fmla="*/ 4584 w 6642"/>
                  <a:gd name="connsiteY16-5854" fmla="*/ 1306 h 5728"/>
                  <a:gd name="connsiteX17-5855" fmla="*/ 4644 w 6642"/>
                  <a:gd name="connsiteY17-5856" fmla="*/ 1307 h 5728"/>
                  <a:gd name="connsiteX18-5857" fmla="*/ 4967 w 6642"/>
                  <a:gd name="connsiteY18-5858" fmla="*/ 1286 h 5728"/>
                  <a:gd name="connsiteX19-5859" fmla="*/ 5141 w 6642"/>
                  <a:gd name="connsiteY19-5860" fmla="*/ 1117 h 5728"/>
                  <a:gd name="connsiteX20-5861" fmla="*/ 5210 w 6642"/>
                  <a:gd name="connsiteY20-5862" fmla="*/ 748 h 5728"/>
                  <a:gd name="connsiteX21-5863" fmla="*/ 5320 w 6642"/>
                  <a:gd name="connsiteY21-5864" fmla="*/ 486 h 5728"/>
                  <a:gd name="connsiteX22-5865" fmla="*/ 5318 w 6642"/>
                  <a:gd name="connsiteY22-5866" fmla="*/ 358 h 5728"/>
                  <a:gd name="connsiteX23-5867" fmla="*/ 5305 w 6642"/>
                  <a:gd name="connsiteY23-5868" fmla="*/ 328 h 5728"/>
                  <a:gd name="connsiteX24-5869" fmla="*/ 5238 w 6642"/>
                  <a:gd name="connsiteY24-5870" fmla="*/ 251 h 5728"/>
                  <a:gd name="connsiteX25-5871" fmla="*/ 5178 w 6642"/>
                  <a:gd name="connsiteY25-5872" fmla="*/ 217 h 5728"/>
                  <a:gd name="connsiteX26-5873" fmla="*/ 5303 w 6642"/>
                  <a:gd name="connsiteY26-5874" fmla="*/ 56 h 5728"/>
                  <a:gd name="connsiteX27-5875" fmla="*/ 5476 w 6642"/>
                  <a:gd name="connsiteY27-5876" fmla="*/ 2 h 5728"/>
                  <a:gd name="connsiteX28-5877" fmla="*/ 5508 w 6642"/>
                  <a:gd name="connsiteY28-5878" fmla="*/ 49 h 5728"/>
                  <a:gd name="connsiteX29-5879" fmla="*/ 5498 w 6642"/>
                  <a:gd name="connsiteY29-5880" fmla="*/ 133 h 5728"/>
                  <a:gd name="connsiteX30-5881" fmla="*/ 5437 w 6642"/>
                  <a:gd name="connsiteY30-5882" fmla="*/ 243 h 5728"/>
                  <a:gd name="connsiteX31-5883" fmla="*/ 5507 w 6642"/>
                  <a:gd name="connsiteY31-5884" fmla="*/ 301 h 5728"/>
                  <a:gd name="connsiteX32-5885" fmla="*/ 5621 w 6642"/>
                  <a:gd name="connsiteY32-5886" fmla="*/ 366 h 5728"/>
                  <a:gd name="connsiteX33-5887" fmla="*/ 5641 w 6642"/>
                  <a:gd name="connsiteY33-5888" fmla="*/ 255 h 5728"/>
                  <a:gd name="connsiteX34-5889" fmla="*/ 5775 w 6642"/>
                  <a:gd name="connsiteY34-5890" fmla="*/ 291 h 5728"/>
                  <a:gd name="connsiteX35-5891" fmla="*/ 5800 w 6642"/>
                  <a:gd name="connsiteY35-5892" fmla="*/ 331 h 5728"/>
                  <a:gd name="connsiteX36-5893" fmla="*/ 5876 w 6642"/>
                  <a:gd name="connsiteY36-5894" fmla="*/ 562 h 5728"/>
                  <a:gd name="connsiteX37-5895" fmla="*/ 5911 w 6642"/>
                  <a:gd name="connsiteY37-5896" fmla="*/ 586 h 5728"/>
                  <a:gd name="connsiteX38-5897" fmla="*/ 6003 w 6642"/>
                  <a:gd name="connsiteY38-5898" fmla="*/ 578 h 5728"/>
                  <a:gd name="connsiteX39-5899" fmla="*/ 6263 w 6642"/>
                  <a:gd name="connsiteY39-5900" fmla="*/ 490 h 5728"/>
                  <a:gd name="connsiteX40-5901" fmla="*/ 6483 w 6642"/>
                  <a:gd name="connsiteY40-5902" fmla="*/ 479 h 5728"/>
                  <a:gd name="connsiteX41-5903" fmla="*/ 6543 w 6642"/>
                  <a:gd name="connsiteY41-5904" fmla="*/ 648 h 5728"/>
                  <a:gd name="connsiteX42-5905" fmla="*/ 6461 w 6642"/>
                  <a:gd name="connsiteY42-5906" fmla="*/ 944 h 5728"/>
                  <a:gd name="connsiteX43-5907" fmla="*/ 6461 w 6642"/>
                  <a:gd name="connsiteY43-5908" fmla="*/ 1022 h 5728"/>
                  <a:gd name="connsiteX44-5909" fmla="*/ 6530 w 6642"/>
                  <a:gd name="connsiteY44-5910" fmla="*/ 1168 h 5728"/>
                  <a:gd name="connsiteX45-5911" fmla="*/ 6545 w 6642"/>
                  <a:gd name="connsiteY45-5912" fmla="*/ 1427 h 5728"/>
                  <a:gd name="connsiteX46-5913" fmla="*/ 6547 w 6642"/>
                  <a:gd name="connsiteY46-5914" fmla="*/ 1617 h 5728"/>
                  <a:gd name="connsiteX47-5915" fmla="*/ 6480 w 6642"/>
                  <a:gd name="connsiteY47-5916" fmla="*/ 1625 h 5728"/>
                  <a:gd name="connsiteX48-5917" fmla="*/ 6458 w 6642"/>
                  <a:gd name="connsiteY48-5918" fmla="*/ 1507 h 5728"/>
                  <a:gd name="connsiteX49-5919" fmla="*/ 6423 w 6642"/>
                  <a:gd name="connsiteY49-5920" fmla="*/ 1450 h 5728"/>
                  <a:gd name="connsiteX50-5921" fmla="*/ 6333 w 6642"/>
                  <a:gd name="connsiteY50-5922" fmla="*/ 1582 h 5728"/>
                  <a:gd name="connsiteX51-5923" fmla="*/ 6220 w 6642"/>
                  <a:gd name="connsiteY51-5924" fmla="*/ 1776 h 5728"/>
                  <a:gd name="connsiteX52-5925" fmla="*/ 6101 w 6642"/>
                  <a:gd name="connsiteY52-5926" fmla="*/ 1904 h 5728"/>
                  <a:gd name="connsiteX53-5927" fmla="*/ 6094 w 6642"/>
                  <a:gd name="connsiteY53-5928" fmla="*/ 2018 h 5728"/>
                  <a:gd name="connsiteX54-5929" fmla="*/ 6154 w 6642"/>
                  <a:gd name="connsiteY54-5930" fmla="*/ 2115 h 5728"/>
                  <a:gd name="connsiteX55-5931" fmla="*/ 6256 w 6642"/>
                  <a:gd name="connsiteY55-5932" fmla="*/ 2183 h 5728"/>
                  <a:gd name="connsiteX56-5933" fmla="*/ 6333 w 6642"/>
                  <a:gd name="connsiteY56-5934" fmla="*/ 2178 h 5728"/>
                  <a:gd name="connsiteX57-5935" fmla="*/ 6378 w 6642"/>
                  <a:gd name="connsiteY57-5936" fmla="*/ 2104 h 5728"/>
                  <a:gd name="connsiteX58-5937" fmla="*/ 6412 w 6642"/>
                  <a:gd name="connsiteY58-5938" fmla="*/ 2210 h 5728"/>
                  <a:gd name="connsiteX59-5939" fmla="*/ 6300 w 6642"/>
                  <a:gd name="connsiteY59-5940" fmla="*/ 2249 h 5728"/>
                  <a:gd name="connsiteX60-5941" fmla="*/ 6347 w 6642"/>
                  <a:gd name="connsiteY60-5942" fmla="*/ 2362 h 5728"/>
                  <a:gd name="connsiteX61-5943" fmla="*/ 6212 w 6642"/>
                  <a:gd name="connsiteY61-5944" fmla="*/ 2509 h 5728"/>
                  <a:gd name="connsiteX62-5945" fmla="*/ 6171 w 6642"/>
                  <a:gd name="connsiteY62-5946" fmla="*/ 2498 h 5728"/>
                  <a:gd name="connsiteX63-5947" fmla="*/ 6047 w 6642"/>
                  <a:gd name="connsiteY63-5948" fmla="*/ 2413 h 5728"/>
                  <a:gd name="connsiteX64-5949" fmla="*/ 5992 w 6642"/>
                  <a:gd name="connsiteY64-5950" fmla="*/ 2412 h 5728"/>
                  <a:gd name="connsiteX65-5951" fmla="*/ 5957 w 6642"/>
                  <a:gd name="connsiteY65-5952" fmla="*/ 2480 h 5728"/>
                  <a:gd name="connsiteX66-5953" fmla="*/ 5960 w 6642"/>
                  <a:gd name="connsiteY66-5954" fmla="*/ 2562 h 5728"/>
                  <a:gd name="connsiteX67-5955" fmla="*/ 6138 w 6642"/>
                  <a:gd name="connsiteY67-5956" fmla="*/ 2730 h 5728"/>
                  <a:gd name="connsiteX68-5957" fmla="*/ 6137 w 6642"/>
                  <a:gd name="connsiteY68-5958" fmla="*/ 2844 h 5728"/>
                  <a:gd name="connsiteX69-5959" fmla="*/ 6228 w 6642"/>
                  <a:gd name="connsiteY69-5960" fmla="*/ 3060 h 5728"/>
                  <a:gd name="connsiteX70-5961" fmla="*/ 6254 w 6642"/>
                  <a:gd name="connsiteY70-5962" fmla="*/ 3090 h 5728"/>
                  <a:gd name="connsiteX71-5963" fmla="*/ 6298 w 6642"/>
                  <a:gd name="connsiteY71-5964" fmla="*/ 3094 h 5728"/>
                  <a:gd name="connsiteX72-5965" fmla="*/ 6344 w 6642"/>
                  <a:gd name="connsiteY72-5966" fmla="*/ 3010 h 5728"/>
                  <a:gd name="connsiteX73-5967" fmla="*/ 6424 w 6642"/>
                  <a:gd name="connsiteY73-5968" fmla="*/ 2950 h 5728"/>
                  <a:gd name="connsiteX74-5969" fmla="*/ 6519 w 6642"/>
                  <a:gd name="connsiteY74-5970" fmla="*/ 3126 h 5728"/>
                  <a:gd name="connsiteX75-5971" fmla="*/ 6629 w 6642"/>
                  <a:gd name="connsiteY75-5972" fmla="*/ 3312 h 5728"/>
                  <a:gd name="connsiteX76-5973" fmla="*/ 6642 w 6642"/>
                  <a:gd name="connsiteY76-5974" fmla="*/ 3342 h 5728"/>
                  <a:gd name="connsiteX77-5975" fmla="*/ 6631 w 6642"/>
                  <a:gd name="connsiteY77-5976" fmla="*/ 3518 h 5728"/>
                  <a:gd name="connsiteX78-5977" fmla="*/ 6596 w 6642"/>
                  <a:gd name="connsiteY78-5978" fmla="*/ 3554 h 5728"/>
                  <a:gd name="connsiteX79-5979" fmla="*/ 6507 w 6642"/>
                  <a:gd name="connsiteY79-5980" fmla="*/ 3515 h 5728"/>
                  <a:gd name="connsiteX80-5981" fmla="*/ 6273 w 6642"/>
                  <a:gd name="connsiteY80-5982" fmla="*/ 3644 h 5728"/>
                  <a:gd name="connsiteX81-5983" fmla="*/ 6247 w 6642"/>
                  <a:gd name="connsiteY81-5984" fmla="*/ 3666 h 5728"/>
                  <a:gd name="connsiteX82-5985" fmla="*/ 6067 w 6642"/>
                  <a:gd name="connsiteY82-5986" fmla="*/ 3812 h 5728"/>
                  <a:gd name="connsiteX83-5987" fmla="*/ 5926 w 6642"/>
                  <a:gd name="connsiteY83-5988" fmla="*/ 3926 h 5728"/>
                  <a:gd name="connsiteX84-5989" fmla="*/ 5891 w 6642"/>
                  <a:gd name="connsiteY84-5990" fmla="*/ 3965 h 5728"/>
                  <a:gd name="connsiteX85-5991" fmla="*/ 5839 w 6642"/>
                  <a:gd name="connsiteY85-5992" fmla="*/ 3973 h 5728"/>
                  <a:gd name="connsiteX86-5993" fmla="*/ 5782 w 6642"/>
                  <a:gd name="connsiteY86-5994" fmla="*/ 3916 h 5728"/>
                  <a:gd name="connsiteX87-5995" fmla="*/ 5658 w 6642"/>
                  <a:gd name="connsiteY87-5996" fmla="*/ 3808 h 5728"/>
                  <a:gd name="connsiteX88-5997" fmla="*/ 5682 w 6642"/>
                  <a:gd name="connsiteY88-5998" fmla="*/ 4064 h 5728"/>
                  <a:gd name="connsiteX89-5999" fmla="*/ 5691 w 6642"/>
                  <a:gd name="connsiteY89-6000" fmla="*/ 4192 h 5728"/>
                  <a:gd name="connsiteX90-6001" fmla="*/ 5429 w 6642"/>
                  <a:gd name="connsiteY90-6002" fmla="*/ 4166 h 5728"/>
                  <a:gd name="connsiteX91-6003" fmla="*/ 5347 w 6642"/>
                  <a:gd name="connsiteY91-6004" fmla="*/ 3987 h 5728"/>
                  <a:gd name="connsiteX92-6005" fmla="*/ 5265 w 6642"/>
                  <a:gd name="connsiteY92-6006" fmla="*/ 3802 h 5728"/>
                  <a:gd name="connsiteX93-6007" fmla="*/ 4541 w 6642"/>
                  <a:gd name="connsiteY93-6008" fmla="*/ 4134 h 5728"/>
                  <a:gd name="connsiteX94-6009" fmla="*/ 4408 w 6642"/>
                  <a:gd name="connsiteY94-6010" fmla="*/ 3980 h 5728"/>
                  <a:gd name="connsiteX95-6011" fmla="*/ 4340 w 6642"/>
                  <a:gd name="connsiteY95-6012" fmla="*/ 4188 h 5728"/>
                  <a:gd name="connsiteX96-6013" fmla="*/ 4282 w 6642"/>
                  <a:gd name="connsiteY96-6014" fmla="*/ 4193 h 5728"/>
                  <a:gd name="connsiteX97-6015" fmla="*/ 4260 w 6642"/>
                  <a:gd name="connsiteY97-6016" fmla="*/ 4238 h 5728"/>
                  <a:gd name="connsiteX98-6017" fmla="*/ 4231 w 6642"/>
                  <a:gd name="connsiteY98-6018" fmla="*/ 4250 h 5728"/>
                  <a:gd name="connsiteX99-6019" fmla="*/ 4230 w 6642"/>
                  <a:gd name="connsiteY99-6020" fmla="*/ 4427 h 5728"/>
                  <a:gd name="connsiteX100-6021" fmla="*/ 4290 w 6642"/>
                  <a:gd name="connsiteY100-6022" fmla="*/ 4504 h 5728"/>
                  <a:gd name="connsiteX101-6023" fmla="*/ 4293 w 6642"/>
                  <a:gd name="connsiteY101-6024" fmla="*/ 4556 h 5728"/>
                  <a:gd name="connsiteX102-6025" fmla="*/ 4257 w 6642"/>
                  <a:gd name="connsiteY102-6026" fmla="*/ 4614 h 5728"/>
                  <a:gd name="connsiteX103-6027" fmla="*/ 3992 w 6642"/>
                  <a:gd name="connsiteY103-6028" fmla="*/ 4680 h 5728"/>
                  <a:gd name="connsiteX104-6029" fmla="*/ 3857 w 6642"/>
                  <a:gd name="connsiteY104-6030" fmla="*/ 4739 h 5728"/>
                  <a:gd name="connsiteX105-6031" fmla="*/ 3815 w 6642"/>
                  <a:gd name="connsiteY105-6032" fmla="*/ 4777 h 5728"/>
                  <a:gd name="connsiteX106-6033" fmla="*/ 3616 w 6642"/>
                  <a:gd name="connsiteY106-6034" fmla="*/ 5021 h 5728"/>
                  <a:gd name="connsiteX107-6035" fmla="*/ 3543 w 6642"/>
                  <a:gd name="connsiteY107-6036" fmla="*/ 4970 h 5728"/>
                  <a:gd name="connsiteX108-6037" fmla="*/ 3460 w 6642"/>
                  <a:gd name="connsiteY108-6038" fmla="*/ 4971 h 5728"/>
                  <a:gd name="connsiteX109-6039" fmla="*/ 3424 w 6642"/>
                  <a:gd name="connsiteY109-6040" fmla="*/ 5045 h 5728"/>
                  <a:gd name="connsiteX110-6041" fmla="*/ 3313 w 6642"/>
                  <a:gd name="connsiteY110-6042" fmla="*/ 5000 h 5728"/>
                  <a:gd name="connsiteX111-6043" fmla="*/ 3235 w 6642"/>
                  <a:gd name="connsiteY111-6044" fmla="*/ 5109 h 5728"/>
                  <a:gd name="connsiteX112-6045" fmla="*/ 3013 w 6642"/>
                  <a:gd name="connsiteY112-6046" fmla="*/ 5349 h 5728"/>
                  <a:gd name="connsiteX113-6047" fmla="*/ 2993 w 6642"/>
                  <a:gd name="connsiteY113-6048" fmla="*/ 5516 h 5728"/>
                  <a:gd name="connsiteX114-6049" fmla="*/ 2976 w 6642"/>
                  <a:gd name="connsiteY114-6050" fmla="*/ 5659 h 5728"/>
                  <a:gd name="connsiteX115-6051" fmla="*/ 2960 w 6642"/>
                  <a:gd name="connsiteY115-6052" fmla="*/ 5669 h 5728"/>
                  <a:gd name="connsiteX116-6053" fmla="*/ 2638 w 6642"/>
                  <a:gd name="connsiteY116-6054" fmla="*/ 5621 h 5728"/>
                  <a:gd name="connsiteX117-6055" fmla="*/ 2536 w 6642"/>
                  <a:gd name="connsiteY117-6056" fmla="*/ 5566 h 5728"/>
                  <a:gd name="connsiteX118-6057" fmla="*/ 2482 w 6642"/>
                  <a:gd name="connsiteY118-6058" fmla="*/ 5503 h 5728"/>
                  <a:gd name="connsiteX119-6059" fmla="*/ 2377 w 6642"/>
                  <a:gd name="connsiteY119-6060" fmla="*/ 5477 h 5728"/>
                  <a:gd name="connsiteX120-6061" fmla="*/ 2377 w 6642"/>
                  <a:gd name="connsiteY120-6062" fmla="*/ 5379 h 5728"/>
                  <a:gd name="connsiteX121-6063" fmla="*/ 2481 w 6642"/>
                  <a:gd name="connsiteY121-6064" fmla="*/ 5149 h 5728"/>
                  <a:gd name="connsiteX122-6065" fmla="*/ 2341 w 6642"/>
                  <a:gd name="connsiteY122-6066" fmla="*/ 5070 h 5728"/>
                  <a:gd name="connsiteX123-6067" fmla="*/ 2299 w 6642"/>
                  <a:gd name="connsiteY123-6068" fmla="*/ 5095 h 5728"/>
                  <a:gd name="connsiteX124-6069" fmla="*/ 2209 w 6642"/>
                  <a:gd name="connsiteY124-6070" fmla="*/ 5214 h 5728"/>
                  <a:gd name="connsiteX125-6071" fmla="*/ 2177 w 6642"/>
                  <a:gd name="connsiteY125-6072" fmla="*/ 5276 h 5728"/>
                  <a:gd name="connsiteX126-6073" fmla="*/ 2115 w 6642"/>
                  <a:gd name="connsiteY126-6074" fmla="*/ 5386 h 5728"/>
                  <a:gd name="connsiteX127-6075" fmla="*/ 2121 w 6642"/>
                  <a:gd name="connsiteY127-6076" fmla="*/ 5510 h 5728"/>
                  <a:gd name="connsiteX128-6077" fmla="*/ 2082 w 6642"/>
                  <a:gd name="connsiteY128-6078" fmla="*/ 5558 h 5728"/>
                  <a:gd name="connsiteX129-6079" fmla="*/ 1951 w 6642"/>
                  <a:gd name="connsiteY129-6080" fmla="*/ 5617 h 5728"/>
                  <a:gd name="connsiteX130-6081" fmla="*/ 1785 w 6642"/>
                  <a:gd name="connsiteY130-6082" fmla="*/ 5649 h 5728"/>
                  <a:gd name="connsiteX131-6083" fmla="*/ 1682 w 6642"/>
                  <a:gd name="connsiteY131-6084" fmla="*/ 5728 h 5728"/>
                  <a:gd name="connsiteX132-6085" fmla="*/ 1568 w 6642"/>
                  <a:gd name="connsiteY132-6086" fmla="*/ 5611 h 5728"/>
                  <a:gd name="connsiteX133-6087" fmla="*/ 1508 w 6642"/>
                  <a:gd name="connsiteY133-6088" fmla="*/ 5485 h 5728"/>
                  <a:gd name="connsiteX134-6089" fmla="*/ 1630 w 6642"/>
                  <a:gd name="connsiteY134-6090" fmla="*/ 5242 h 5728"/>
                  <a:gd name="connsiteX135-6091" fmla="*/ 1685 w 6642"/>
                  <a:gd name="connsiteY135-6092" fmla="*/ 5195 h 5728"/>
                  <a:gd name="connsiteX136-6093" fmla="*/ 1730 w 6642"/>
                  <a:gd name="connsiteY136-6094" fmla="*/ 5120 h 5728"/>
                  <a:gd name="connsiteX137-6095" fmla="*/ 1727 w 6642"/>
                  <a:gd name="connsiteY137-6096" fmla="*/ 5071 h 5728"/>
                  <a:gd name="connsiteX138-6097" fmla="*/ 1530 w 6642"/>
                  <a:gd name="connsiteY138-6098" fmla="*/ 5007 h 5728"/>
                  <a:gd name="connsiteX139-6099" fmla="*/ 1459 w 6642"/>
                  <a:gd name="connsiteY139-6100" fmla="*/ 5064 h 5728"/>
                  <a:gd name="connsiteX140-6101" fmla="*/ 1353 w 6642"/>
                  <a:gd name="connsiteY140-6102" fmla="*/ 5111 h 5728"/>
                  <a:gd name="connsiteX141-6103" fmla="*/ 1290 w 6642"/>
                  <a:gd name="connsiteY141-6104" fmla="*/ 5063 h 5728"/>
                  <a:gd name="connsiteX142-6105" fmla="*/ 1052 w 6642"/>
                  <a:gd name="connsiteY142-6106" fmla="*/ 5254 h 5728"/>
                  <a:gd name="connsiteX143-6107" fmla="*/ 924 w 6642"/>
                  <a:gd name="connsiteY143-6108" fmla="*/ 5231 h 5728"/>
                  <a:gd name="connsiteX144-6109" fmla="*/ 813 w 6642"/>
                  <a:gd name="connsiteY144-6110" fmla="*/ 5097 h 5728"/>
                  <a:gd name="connsiteX145-6111" fmla="*/ 683 w 6642"/>
                  <a:gd name="connsiteY145-6112" fmla="*/ 4930 h 5728"/>
                  <a:gd name="connsiteX146-6113" fmla="*/ 572 w 6642"/>
                  <a:gd name="connsiteY146-6114" fmla="*/ 4806 h 5728"/>
                  <a:gd name="connsiteX147-6115" fmla="*/ 505 w 6642"/>
                  <a:gd name="connsiteY147-6116" fmla="*/ 4788 h 5728"/>
                  <a:gd name="connsiteX148-6117" fmla="*/ 640 w 6642"/>
                  <a:gd name="connsiteY148-6118" fmla="*/ 4631 h 5728"/>
                  <a:gd name="connsiteX149-6119" fmla="*/ 683 w 6642"/>
                  <a:gd name="connsiteY149-6120" fmla="*/ 4541 h 5728"/>
                  <a:gd name="connsiteX150-6121" fmla="*/ 651 w 6642"/>
                  <a:gd name="connsiteY150-6122" fmla="*/ 4438 h 5728"/>
                  <a:gd name="connsiteX151-6123" fmla="*/ 277 w 6642"/>
                  <a:gd name="connsiteY151-6124" fmla="*/ 4491 h 5728"/>
                  <a:gd name="connsiteX152-6125" fmla="*/ 187 w 6642"/>
                  <a:gd name="connsiteY152-6126" fmla="*/ 4518 h 5728"/>
                  <a:gd name="connsiteX153-6127" fmla="*/ 195 w 6642"/>
                  <a:gd name="connsiteY153-6128" fmla="*/ 4384 h 5728"/>
                  <a:gd name="connsiteX154-6129" fmla="*/ 147 w 6642"/>
                  <a:gd name="connsiteY154-6130" fmla="*/ 4318 h 5728"/>
                  <a:gd name="connsiteX155-6131" fmla="*/ 39 w 6642"/>
                  <a:gd name="connsiteY155-6132" fmla="*/ 4220 h 5728"/>
                  <a:gd name="connsiteX156-6133" fmla="*/ 75 w 6642"/>
                  <a:gd name="connsiteY156-6134" fmla="*/ 4093 h 5728"/>
                  <a:gd name="connsiteX157-6135" fmla="*/ 63 w 6642"/>
                  <a:gd name="connsiteY157-6136" fmla="*/ 3929 h 5728"/>
                  <a:gd name="connsiteX158-6137" fmla="*/ 0 w 6642"/>
                  <a:gd name="connsiteY158-6138" fmla="*/ 3842 h 5728"/>
                  <a:gd name="connsiteX159-6139" fmla="*/ 0 w 6642"/>
                  <a:gd name="connsiteY159-6140" fmla="*/ 3737 h 5728"/>
                  <a:gd name="connsiteX160-6141" fmla="*/ 303 w 6642"/>
                  <a:gd name="connsiteY160-6142" fmla="*/ 3824 h 5728"/>
                  <a:gd name="connsiteX161-6143" fmla="*/ 830 w 6642"/>
                  <a:gd name="connsiteY161-6144" fmla="*/ 3840 h 5728"/>
                  <a:gd name="connsiteX162-6145" fmla="*/ 1044 w 6642"/>
                  <a:gd name="connsiteY162-6146" fmla="*/ 3908 h 5728"/>
                  <a:gd name="connsiteX163-6147" fmla="*/ 1213 w 6642"/>
                  <a:gd name="connsiteY163-6148" fmla="*/ 4053 h 5728"/>
                  <a:gd name="connsiteX164-6149" fmla="*/ 1257 w 6642"/>
                  <a:gd name="connsiteY164-6150" fmla="*/ 4077 h 5728"/>
                  <a:gd name="connsiteX165-6151" fmla="*/ 1417 w 6642"/>
                  <a:gd name="connsiteY165-6152" fmla="*/ 4107 h 5728"/>
                  <a:gd name="connsiteX166-6153" fmla="*/ 1487 w 6642"/>
                  <a:gd name="connsiteY166-6154" fmla="*/ 4158 h 5728"/>
                  <a:gd name="connsiteX167-6155" fmla="*/ 1688 w 6642"/>
                  <a:gd name="connsiteY167-6156" fmla="*/ 4229 h 5728"/>
                  <a:gd name="connsiteX168-6157" fmla="*/ 1904 w 6642"/>
                  <a:gd name="connsiteY168-6158" fmla="*/ 4309 h 5728"/>
                  <a:gd name="connsiteX169-6159" fmla="*/ 2068 w 6642"/>
                  <a:gd name="connsiteY169-6160" fmla="*/ 4212 h 5728"/>
                  <a:gd name="connsiteX170-6161" fmla="*/ 2267 w 6642"/>
                  <a:gd name="connsiteY170-6162" fmla="*/ 4125 h 5728"/>
                  <a:gd name="connsiteX171-6163" fmla="*/ 2363 w 6642"/>
                  <a:gd name="connsiteY171-6164" fmla="*/ 4075 h 5728"/>
                  <a:gd name="connsiteX172-6165" fmla="*/ 2539 w 6642"/>
                  <a:gd name="connsiteY172-6166" fmla="*/ 3995 h 5728"/>
                  <a:gd name="connsiteX173-6167" fmla="*/ 2721 w 6642"/>
                  <a:gd name="connsiteY173-6168" fmla="*/ 3970 h 5728"/>
                  <a:gd name="connsiteX174-6169" fmla="*/ 3073 w 6642"/>
                  <a:gd name="connsiteY174-6170" fmla="*/ 3979 h 5728"/>
                  <a:gd name="connsiteX175-6171" fmla="*/ 3416 w 6642"/>
                  <a:gd name="connsiteY175-6172" fmla="*/ 3722 h 5728"/>
                  <a:gd name="connsiteX176-6173" fmla="*/ 3519 w 6642"/>
                  <a:gd name="connsiteY176-6174" fmla="*/ 3636 h 5728"/>
                  <a:gd name="connsiteX177-6175" fmla="*/ 3609 w 6642"/>
                  <a:gd name="connsiteY177-6176" fmla="*/ 3563 h 5728"/>
                  <a:gd name="connsiteX178-6177" fmla="*/ 3705 w 6642"/>
                  <a:gd name="connsiteY178-6178" fmla="*/ 3503 h 5728"/>
                  <a:gd name="connsiteX179-6179" fmla="*/ 3702 w 6642"/>
                  <a:gd name="connsiteY179-6180" fmla="*/ 3422 h 5728"/>
                  <a:gd name="connsiteX180-6181" fmla="*/ 3597 w 6642"/>
                  <a:gd name="connsiteY180-6182" fmla="*/ 3317 h 5728"/>
                  <a:gd name="connsiteX181-6183" fmla="*/ 3582 w 6642"/>
                  <a:gd name="connsiteY181-6184" fmla="*/ 3252 h 5728"/>
                  <a:gd name="connsiteX182-6185" fmla="*/ 3692 w 6642"/>
                  <a:gd name="connsiteY182-6186" fmla="*/ 3012 h 5728"/>
                  <a:gd name="connsiteX183-6187" fmla="*/ 3835 w 6642"/>
                  <a:gd name="connsiteY183-6188" fmla="*/ 3094 h 5728"/>
                  <a:gd name="connsiteX184-6189" fmla="*/ 3915 w 6642"/>
                  <a:gd name="connsiteY184-6190" fmla="*/ 3122 h 5728"/>
                  <a:gd name="connsiteX185-6191" fmla="*/ 3998 w 6642"/>
                  <a:gd name="connsiteY185-6192" fmla="*/ 3124 h 5728"/>
                  <a:gd name="connsiteX0-6193" fmla="*/ 5456 w 6642"/>
                  <a:gd name="connsiteY0-6194" fmla="*/ 2333 h 5728"/>
                  <a:gd name="connsiteX1-6195" fmla="*/ 5454 w 6642"/>
                  <a:gd name="connsiteY1-6196" fmla="*/ 2117 h 5728"/>
                  <a:gd name="connsiteX2-6197" fmla="*/ 5378 w 6642"/>
                  <a:gd name="connsiteY2-6198" fmla="*/ 2039 h 5728"/>
                  <a:gd name="connsiteX3-6199" fmla="*/ 5235 w 6642"/>
                  <a:gd name="connsiteY3-6200" fmla="*/ 1951 h 5728"/>
                  <a:gd name="connsiteX4-6201" fmla="*/ 5143 w 6642"/>
                  <a:gd name="connsiteY4-6202" fmla="*/ 1827 h 5728"/>
                  <a:gd name="connsiteX5-6203" fmla="*/ 5047 w 6642"/>
                  <a:gd name="connsiteY5-6204" fmla="*/ 1828 h 5728"/>
                  <a:gd name="connsiteX6-6205" fmla="*/ 5002 w 6642"/>
                  <a:gd name="connsiteY6-6206" fmla="*/ 1883 h 5728"/>
                  <a:gd name="connsiteX7-6207" fmla="*/ 4909 w 6642"/>
                  <a:gd name="connsiteY7-6208" fmla="*/ 1877 h 5728"/>
                  <a:gd name="connsiteX8-6209" fmla="*/ 4889 w 6642"/>
                  <a:gd name="connsiteY8-6210" fmla="*/ 1994 h 5728"/>
                  <a:gd name="connsiteX9-6211" fmla="*/ 4708 w 6642"/>
                  <a:gd name="connsiteY9-6212" fmla="*/ 1941 h 5728"/>
                  <a:gd name="connsiteX10-6213" fmla="*/ 4625 w 6642"/>
                  <a:gd name="connsiteY10-6214" fmla="*/ 1939 h 5728"/>
                  <a:gd name="connsiteX11-6215" fmla="*/ 4500 w 6642"/>
                  <a:gd name="connsiteY11-6216" fmla="*/ 2014 h 5728"/>
                  <a:gd name="connsiteX12-6217" fmla="*/ 4388 w 6642"/>
                  <a:gd name="connsiteY12-6218" fmla="*/ 1890 h 5728"/>
                  <a:gd name="connsiteX13-6219" fmla="*/ 4482 w 6642"/>
                  <a:gd name="connsiteY13-6220" fmla="*/ 1804 h 5728"/>
                  <a:gd name="connsiteX14-6221" fmla="*/ 4486 w 6642"/>
                  <a:gd name="connsiteY14-6222" fmla="*/ 1634 h 5728"/>
                  <a:gd name="connsiteX15-6223" fmla="*/ 4541 w 6642"/>
                  <a:gd name="connsiteY15-6224" fmla="*/ 1514 h 5728"/>
                  <a:gd name="connsiteX16-6225" fmla="*/ 4584 w 6642"/>
                  <a:gd name="connsiteY16-6226" fmla="*/ 1306 h 5728"/>
                  <a:gd name="connsiteX17-6227" fmla="*/ 4644 w 6642"/>
                  <a:gd name="connsiteY17-6228" fmla="*/ 1307 h 5728"/>
                  <a:gd name="connsiteX18-6229" fmla="*/ 4967 w 6642"/>
                  <a:gd name="connsiteY18-6230" fmla="*/ 1286 h 5728"/>
                  <a:gd name="connsiteX19-6231" fmla="*/ 5141 w 6642"/>
                  <a:gd name="connsiteY19-6232" fmla="*/ 1117 h 5728"/>
                  <a:gd name="connsiteX20-6233" fmla="*/ 5210 w 6642"/>
                  <a:gd name="connsiteY20-6234" fmla="*/ 748 h 5728"/>
                  <a:gd name="connsiteX21-6235" fmla="*/ 5320 w 6642"/>
                  <a:gd name="connsiteY21-6236" fmla="*/ 486 h 5728"/>
                  <a:gd name="connsiteX22-6237" fmla="*/ 5318 w 6642"/>
                  <a:gd name="connsiteY22-6238" fmla="*/ 358 h 5728"/>
                  <a:gd name="connsiteX23-6239" fmla="*/ 5305 w 6642"/>
                  <a:gd name="connsiteY23-6240" fmla="*/ 328 h 5728"/>
                  <a:gd name="connsiteX24-6241" fmla="*/ 5238 w 6642"/>
                  <a:gd name="connsiteY24-6242" fmla="*/ 251 h 5728"/>
                  <a:gd name="connsiteX25-6243" fmla="*/ 5178 w 6642"/>
                  <a:gd name="connsiteY25-6244" fmla="*/ 217 h 5728"/>
                  <a:gd name="connsiteX26-6245" fmla="*/ 5303 w 6642"/>
                  <a:gd name="connsiteY26-6246" fmla="*/ 56 h 5728"/>
                  <a:gd name="connsiteX27-6247" fmla="*/ 5476 w 6642"/>
                  <a:gd name="connsiteY27-6248" fmla="*/ 2 h 5728"/>
                  <a:gd name="connsiteX28-6249" fmla="*/ 5508 w 6642"/>
                  <a:gd name="connsiteY28-6250" fmla="*/ 49 h 5728"/>
                  <a:gd name="connsiteX29-6251" fmla="*/ 5498 w 6642"/>
                  <a:gd name="connsiteY29-6252" fmla="*/ 133 h 5728"/>
                  <a:gd name="connsiteX30-6253" fmla="*/ 5437 w 6642"/>
                  <a:gd name="connsiteY30-6254" fmla="*/ 243 h 5728"/>
                  <a:gd name="connsiteX31-6255" fmla="*/ 5507 w 6642"/>
                  <a:gd name="connsiteY31-6256" fmla="*/ 301 h 5728"/>
                  <a:gd name="connsiteX32-6257" fmla="*/ 5621 w 6642"/>
                  <a:gd name="connsiteY32-6258" fmla="*/ 366 h 5728"/>
                  <a:gd name="connsiteX33-6259" fmla="*/ 5641 w 6642"/>
                  <a:gd name="connsiteY33-6260" fmla="*/ 255 h 5728"/>
                  <a:gd name="connsiteX34-6261" fmla="*/ 5775 w 6642"/>
                  <a:gd name="connsiteY34-6262" fmla="*/ 291 h 5728"/>
                  <a:gd name="connsiteX35-6263" fmla="*/ 5800 w 6642"/>
                  <a:gd name="connsiteY35-6264" fmla="*/ 331 h 5728"/>
                  <a:gd name="connsiteX36-6265" fmla="*/ 5876 w 6642"/>
                  <a:gd name="connsiteY36-6266" fmla="*/ 562 h 5728"/>
                  <a:gd name="connsiteX37-6267" fmla="*/ 5911 w 6642"/>
                  <a:gd name="connsiteY37-6268" fmla="*/ 586 h 5728"/>
                  <a:gd name="connsiteX38-6269" fmla="*/ 6003 w 6642"/>
                  <a:gd name="connsiteY38-6270" fmla="*/ 578 h 5728"/>
                  <a:gd name="connsiteX39-6271" fmla="*/ 6263 w 6642"/>
                  <a:gd name="connsiteY39-6272" fmla="*/ 490 h 5728"/>
                  <a:gd name="connsiteX40-6273" fmla="*/ 6483 w 6642"/>
                  <a:gd name="connsiteY40-6274" fmla="*/ 479 h 5728"/>
                  <a:gd name="connsiteX41-6275" fmla="*/ 6543 w 6642"/>
                  <a:gd name="connsiteY41-6276" fmla="*/ 648 h 5728"/>
                  <a:gd name="connsiteX42-6277" fmla="*/ 6461 w 6642"/>
                  <a:gd name="connsiteY42-6278" fmla="*/ 944 h 5728"/>
                  <a:gd name="connsiteX43-6279" fmla="*/ 6461 w 6642"/>
                  <a:gd name="connsiteY43-6280" fmla="*/ 1022 h 5728"/>
                  <a:gd name="connsiteX44-6281" fmla="*/ 6530 w 6642"/>
                  <a:gd name="connsiteY44-6282" fmla="*/ 1168 h 5728"/>
                  <a:gd name="connsiteX45-6283" fmla="*/ 6545 w 6642"/>
                  <a:gd name="connsiteY45-6284" fmla="*/ 1427 h 5728"/>
                  <a:gd name="connsiteX46-6285" fmla="*/ 6547 w 6642"/>
                  <a:gd name="connsiteY46-6286" fmla="*/ 1617 h 5728"/>
                  <a:gd name="connsiteX47-6287" fmla="*/ 6480 w 6642"/>
                  <a:gd name="connsiteY47-6288" fmla="*/ 1625 h 5728"/>
                  <a:gd name="connsiteX48-6289" fmla="*/ 6458 w 6642"/>
                  <a:gd name="connsiteY48-6290" fmla="*/ 1507 h 5728"/>
                  <a:gd name="connsiteX49-6291" fmla="*/ 6423 w 6642"/>
                  <a:gd name="connsiteY49-6292" fmla="*/ 1450 h 5728"/>
                  <a:gd name="connsiteX50-6293" fmla="*/ 6333 w 6642"/>
                  <a:gd name="connsiteY50-6294" fmla="*/ 1582 h 5728"/>
                  <a:gd name="connsiteX51-6295" fmla="*/ 6220 w 6642"/>
                  <a:gd name="connsiteY51-6296" fmla="*/ 1776 h 5728"/>
                  <a:gd name="connsiteX52-6297" fmla="*/ 6101 w 6642"/>
                  <a:gd name="connsiteY52-6298" fmla="*/ 1904 h 5728"/>
                  <a:gd name="connsiteX53-6299" fmla="*/ 6094 w 6642"/>
                  <a:gd name="connsiteY53-6300" fmla="*/ 2018 h 5728"/>
                  <a:gd name="connsiteX54-6301" fmla="*/ 6154 w 6642"/>
                  <a:gd name="connsiteY54-6302" fmla="*/ 2115 h 5728"/>
                  <a:gd name="connsiteX55-6303" fmla="*/ 6256 w 6642"/>
                  <a:gd name="connsiteY55-6304" fmla="*/ 2183 h 5728"/>
                  <a:gd name="connsiteX56-6305" fmla="*/ 6333 w 6642"/>
                  <a:gd name="connsiteY56-6306" fmla="*/ 2178 h 5728"/>
                  <a:gd name="connsiteX57-6307" fmla="*/ 6378 w 6642"/>
                  <a:gd name="connsiteY57-6308" fmla="*/ 2104 h 5728"/>
                  <a:gd name="connsiteX58-6309" fmla="*/ 6412 w 6642"/>
                  <a:gd name="connsiteY58-6310" fmla="*/ 2210 h 5728"/>
                  <a:gd name="connsiteX59-6311" fmla="*/ 6300 w 6642"/>
                  <a:gd name="connsiteY59-6312" fmla="*/ 2249 h 5728"/>
                  <a:gd name="connsiteX60-6313" fmla="*/ 6347 w 6642"/>
                  <a:gd name="connsiteY60-6314" fmla="*/ 2362 h 5728"/>
                  <a:gd name="connsiteX61-6315" fmla="*/ 6212 w 6642"/>
                  <a:gd name="connsiteY61-6316" fmla="*/ 2509 h 5728"/>
                  <a:gd name="connsiteX62-6317" fmla="*/ 6171 w 6642"/>
                  <a:gd name="connsiteY62-6318" fmla="*/ 2498 h 5728"/>
                  <a:gd name="connsiteX63-6319" fmla="*/ 6047 w 6642"/>
                  <a:gd name="connsiteY63-6320" fmla="*/ 2413 h 5728"/>
                  <a:gd name="connsiteX64-6321" fmla="*/ 5992 w 6642"/>
                  <a:gd name="connsiteY64-6322" fmla="*/ 2412 h 5728"/>
                  <a:gd name="connsiteX65-6323" fmla="*/ 5957 w 6642"/>
                  <a:gd name="connsiteY65-6324" fmla="*/ 2480 h 5728"/>
                  <a:gd name="connsiteX66-6325" fmla="*/ 5960 w 6642"/>
                  <a:gd name="connsiteY66-6326" fmla="*/ 2562 h 5728"/>
                  <a:gd name="connsiteX67-6327" fmla="*/ 6138 w 6642"/>
                  <a:gd name="connsiteY67-6328" fmla="*/ 2730 h 5728"/>
                  <a:gd name="connsiteX68-6329" fmla="*/ 6137 w 6642"/>
                  <a:gd name="connsiteY68-6330" fmla="*/ 2844 h 5728"/>
                  <a:gd name="connsiteX69-6331" fmla="*/ 6228 w 6642"/>
                  <a:gd name="connsiteY69-6332" fmla="*/ 3060 h 5728"/>
                  <a:gd name="connsiteX70-6333" fmla="*/ 6254 w 6642"/>
                  <a:gd name="connsiteY70-6334" fmla="*/ 3090 h 5728"/>
                  <a:gd name="connsiteX71-6335" fmla="*/ 6298 w 6642"/>
                  <a:gd name="connsiteY71-6336" fmla="*/ 3094 h 5728"/>
                  <a:gd name="connsiteX72-6337" fmla="*/ 6344 w 6642"/>
                  <a:gd name="connsiteY72-6338" fmla="*/ 3010 h 5728"/>
                  <a:gd name="connsiteX73-6339" fmla="*/ 6424 w 6642"/>
                  <a:gd name="connsiteY73-6340" fmla="*/ 2950 h 5728"/>
                  <a:gd name="connsiteX74-6341" fmla="*/ 6519 w 6642"/>
                  <a:gd name="connsiteY74-6342" fmla="*/ 3126 h 5728"/>
                  <a:gd name="connsiteX75-6343" fmla="*/ 6629 w 6642"/>
                  <a:gd name="connsiteY75-6344" fmla="*/ 3312 h 5728"/>
                  <a:gd name="connsiteX76-6345" fmla="*/ 6642 w 6642"/>
                  <a:gd name="connsiteY76-6346" fmla="*/ 3342 h 5728"/>
                  <a:gd name="connsiteX77-6347" fmla="*/ 6631 w 6642"/>
                  <a:gd name="connsiteY77-6348" fmla="*/ 3518 h 5728"/>
                  <a:gd name="connsiteX78-6349" fmla="*/ 6596 w 6642"/>
                  <a:gd name="connsiteY78-6350" fmla="*/ 3554 h 5728"/>
                  <a:gd name="connsiteX79-6351" fmla="*/ 6507 w 6642"/>
                  <a:gd name="connsiteY79-6352" fmla="*/ 3515 h 5728"/>
                  <a:gd name="connsiteX80-6353" fmla="*/ 6273 w 6642"/>
                  <a:gd name="connsiteY80-6354" fmla="*/ 3644 h 5728"/>
                  <a:gd name="connsiteX81-6355" fmla="*/ 6247 w 6642"/>
                  <a:gd name="connsiteY81-6356" fmla="*/ 3666 h 5728"/>
                  <a:gd name="connsiteX82-6357" fmla="*/ 6067 w 6642"/>
                  <a:gd name="connsiteY82-6358" fmla="*/ 3812 h 5728"/>
                  <a:gd name="connsiteX83-6359" fmla="*/ 5926 w 6642"/>
                  <a:gd name="connsiteY83-6360" fmla="*/ 3926 h 5728"/>
                  <a:gd name="connsiteX84-6361" fmla="*/ 5891 w 6642"/>
                  <a:gd name="connsiteY84-6362" fmla="*/ 3965 h 5728"/>
                  <a:gd name="connsiteX85-6363" fmla="*/ 5839 w 6642"/>
                  <a:gd name="connsiteY85-6364" fmla="*/ 3973 h 5728"/>
                  <a:gd name="connsiteX86-6365" fmla="*/ 5782 w 6642"/>
                  <a:gd name="connsiteY86-6366" fmla="*/ 3916 h 5728"/>
                  <a:gd name="connsiteX87-6367" fmla="*/ 5658 w 6642"/>
                  <a:gd name="connsiteY87-6368" fmla="*/ 3808 h 5728"/>
                  <a:gd name="connsiteX88-6369" fmla="*/ 5682 w 6642"/>
                  <a:gd name="connsiteY88-6370" fmla="*/ 4064 h 5728"/>
                  <a:gd name="connsiteX89-6371" fmla="*/ 5691 w 6642"/>
                  <a:gd name="connsiteY89-6372" fmla="*/ 4192 h 5728"/>
                  <a:gd name="connsiteX90-6373" fmla="*/ 5429 w 6642"/>
                  <a:gd name="connsiteY90-6374" fmla="*/ 4166 h 5728"/>
                  <a:gd name="connsiteX91-6375" fmla="*/ 5347 w 6642"/>
                  <a:gd name="connsiteY91-6376" fmla="*/ 3987 h 5728"/>
                  <a:gd name="connsiteX92-6377" fmla="*/ 5265 w 6642"/>
                  <a:gd name="connsiteY92-6378" fmla="*/ 3802 h 5728"/>
                  <a:gd name="connsiteX93-6379" fmla="*/ 4408 w 6642"/>
                  <a:gd name="connsiteY93-6380" fmla="*/ 3980 h 5728"/>
                  <a:gd name="connsiteX94-6381" fmla="*/ 4340 w 6642"/>
                  <a:gd name="connsiteY94-6382" fmla="*/ 4188 h 5728"/>
                  <a:gd name="connsiteX95-6383" fmla="*/ 4282 w 6642"/>
                  <a:gd name="connsiteY95-6384" fmla="*/ 4193 h 5728"/>
                  <a:gd name="connsiteX96-6385" fmla="*/ 4260 w 6642"/>
                  <a:gd name="connsiteY96-6386" fmla="*/ 4238 h 5728"/>
                  <a:gd name="connsiteX97-6387" fmla="*/ 4231 w 6642"/>
                  <a:gd name="connsiteY97-6388" fmla="*/ 4250 h 5728"/>
                  <a:gd name="connsiteX98-6389" fmla="*/ 4230 w 6642"/>
                  <a:gd name="connsiteY98-6390" fmla="*/ 4427 h 5728"/>
                  <a:gd name="connsiteX99-6391" fmla="*/ 4290 w 6642"/>
                  <a:gd name="connsiteY99-6392" fmla="*/ 4504 h 5728"/>
                  <a:gd name="connsiteX100-6393" fmla="*/ 4293 w 6642"/>
                  <a:gd name="connsiteY100-6394" fmla="*/ 4556 h 5728"/>
                  <a:gd name="connsiteX101-6395" fmla="*/ 4257 w 6642"/>
                  <a:gd name="connsiteY101-6396" fmla="*/ 4614 h 5728"/>
                  <a:gd name="connsiteX102-6397" fmla="*/ 3992 w 6642"/>
                  <a:gd name="connsiteY102-6398" fmla="*/ 4680 h 5728"/>
                  <a:gd name="connsiteX103-6399" fmla="*/ 3857 w 6642"/>
                  <a:gd name="connsiteY103-6400" fmla="*/ 4739 h 5728"/>
                  <a:gd name="connsiteX104-6401" fmla="*/ 3815 w 6642"/>
                  <a:gd name="connsiteY104-6402" fmla="*/ 4777 h 5728"/>
                  <a:gd name="connsiteX105-6403" fmla="*/ 3616 w 6642"/>
                  <a:gd name="connsiteY105-6404" fmla="*/ 5021 h 5728"/>
                  <a:gd name="connsiteX106-6405" fmla="*/ 3543 w 6642"/>
                  <a:gd name="connsiteY106-6406" fmla="*/ 4970 h 5728"/>
                  <a:gd name="connsiteX107-6407" fmla="*/ 3460 w 6642"/>
                  <a:gd name="connsiteY107-6408" fmla="*/ 4971 h 5728"/>
                  <a:gd name="connsiteX108-6409" fmla="*/ 3424 w 6642"/>
                  <a:gd name="connsiteY108-6410" fmla="*/ 5045 h 5728"/>
                  <a:gd name="connsiteX109-6411" fmla="*/ 3313 w 6642"/>
                  <a:gd name="connsiteY109-6412" fmla="*/ 5000 h 5728"/>
                  <a:gd name="connsiteX110-6413" fmla="*/ 3235 w 6642"/>
                  <a:gd name="connsiteY110-6414" fmla="*/ 5109 h 5728"/>
                  <a:gd name="connsiteX111-6415" fmla="*/ 3013 w 6642"/>
                  <a:gd name="connsiteY111-6416" fmla="*/ 5349 h 5728"/>
                  <a:gd name="connsiteX112-6417" fmla="*/ 2993 w 6642"/>
                  <a:gd name="connsiteY112-6418" fmla="*/ 5516 h 5728"/>
                  <a:gd name="connsiteX113-6419" fmla="*/ 2976 w 6642"/>
                  <a:gd name="connsiteY113-6420" fmla="*/ 5659 h 5728"/>
                  <a:gd name="connsiteX114-6421" fmla="*/ 2960 w 6642"/>
                  <a:gd name="connsiteY114-6422" fmla="*/ 5669 h 5728"/>
                  <a:gd name="connsiteX115-6423" fmla="*/ 2638 w 6642"/>
                  <a:gd name="connsiteY115-6424" fmla="*/ 5621 h 5728"/>
                  <a:gd name="connsiteX116-6425" fmla="*/ 2536 w 6642"/>
                  <a:gd name="connsiteY116-6426" fmla="*/ 5566 h 5728"/>
                  <a:gd name="connsiteX117-6427" fmla="*/ 2482 w 6642"/>
                  <a:gd name="connsiteY117-6428" fmla="*/ 5503 h 5728"/>
                  <a:gd name="connsiteX118-6429" fmla="*/ 2377 w 6642"/>
                  <a:gd name="connsiteY118-6430" fmla="*/ 5477 h 5728"/>
                  <a:gd name="connsiteX119-6431" fmla="*/ 2377 w 6642"/>
                  <a:gd name="connsiteY119-6432" fmla="*/ 5379 h 5728"/>
                  <a:gd name="connsiteX120-6433" fmla="*/ 2481 w 6642"/>
                  <a:gd name="connsiteY120-6434" fmla="*/ 5149 h 5728"/>
                  <a:gd name="connsiteX121-6435" fmla="*/ 2341 w 6642"/>
                  <a:gd name="connsiteY121-6436" fmla="*/ 5070 h 5728"/>
                  <a:gd name="connsiteX122-6437" fmla="*/ 2299 w 6642"/>
                  <a:gd name="connsiteY122-6438" fmla="*/ 5095 h 5728"/>
                  <a:gd name="connsiteX123-6439" fmla="*/ 2209 w 6642"/>
                  <a:gd name="connsiteY123-6440" fmla="*/ 5214 h 5728"/>
                  <a:gd name="connsiteX124-6441" fmla="*/ 2177 w 6642"/>
                  <a:gd name="connsiteY124-6442" fmla="*/ 5276 h 5728"/>
                  <a:gd name="connsiteX125-6443" fmla="*/ 2115 w 6642"/>
                  <a:gd name="connsiteY125-6444" fmla="*/ 5386 h 5728"/>
                  <a:gd name="connsiteX126-6445" fmla="*/ 2121 w 6642"/>
                  <a:gd name="connsiteY126-6446" fmla="*/ 5510 h 5728"/>
                  <a:gd name="connsiteX127-6447" fmla="*/ 2082 w 6642"/>
                  <a:gd name="connsiteY127-6448" fmla="*/ 5558 h 5728"/>
                  <a:gd name="connsiteX128-6449" fmla="*/ 1951 w 6642"/>
                  <a:gd name="connsiteY128-6450" fmla="*/ 5617 h 5728"/>
                  <a:gd name="connsiteX129-6451" fmla="*/ 1785 w 6642"/>
                  <a:gd name="connsiteY129-6452" fmla="*/ 5649 h 5728"/>
                  <a:gd name="connsiteX130-6453" fmla="*/ 1682 w 6642"/>
                  <a:gd name="connsiteY130-6454" fmla="*/ 5728 h 5728"/>
                  <a:gd name="connsiteX131-6455" fmla="*/ 1568 w 6642"/>
                  <a:gd name="connsiteY131-6456" fmla="*/ 5611 h 5728"/>
                  <a:gd name="connsiteX132-6457" fmla="*/ 1508 w 6642"/>
                  <a:gd name="connsiteY132-6458" fmla="*/ 5485 h 5728"/>
                  <a:gd name="connsiteX133-6459" fmla="*/ 1630 w 6642"/>
                  <a:gd name="connsiteY133-6460" fmla="*/ 5242 h 5728"/>
                  <a:gd name="connsiteX134-6461" fmla="*/ 1685 w 6642"/>
                  <a:gd name="connsiteY134-6462" fmla="*/ 5195 h 5728"/>
                  <a:gd name="connsiteX135-6463" fmla="*/ 1730 w 6642"/>
                  <a:gd name="connsiteY135-6464" fmla="*/ 5120 h 5728"/>
                  <a:gd name="connsiteX136-6465" fmla="*/ 1727 w 6642"/>
                  <a:gd name="connsiteY136-6466" fmla="*/ 5071 h 5728"/>
                  <a:gd name="connsiteX137-6467" fmla="*/ 1530 w 6642"/>
                  <a:gd name="connsiteY137-6468" fmla="*/ 5007 h 5728"/>
                  <a:gd name="connsiteX138-6469" fmla="*/ 1459 w 6642"/>
                  <a:gd name="connsiteY138-6470" fmla="*/ 5064 h 5728"/>
                  <a:gd name="connsiteX139-6471" fmla="*/ 1353 w 6642"/>
                  <a:gd name="connsiteY139-6472" fmla="*/ 5111 h 5728"/>
                  <a:gd name="connsiteX140-6473" fmla="*/ 1290 w 6642"/>
                  <a:gd name="connsiteY140-6474" fmla="*/ 5063 h 5728"/>
                  <a:gd name="connsiteX141-6475" fmla="*/ 1052 w 6642"/>
                  <a:gd name="connsiteY141-6476" fmla="*/ 5254 h 5728"/>
                  <a:gd name="connsiteX142-6477" fmla="*/ 924 w 6642"/>
                  <a:gd name="connsiteY142-6478" fmla="*/ 5231 h 5728"/>
                  <a:gd name="connsiteX143-6479" fmla="*/ 813 w 6642"/>
                  <a:gd name="connsiteY143-6480" fmla="*/ 5097 h 5728"/>
                  <a:gd name="connsiteX144-6481" fmla="*/ 683 w 6642"/>
                  <a:gd name="connsiteY144-6482" fmla="*/ 4930 h 5728"/>
                  <a:gd name="connsiteX145-6483" fmla="*/ 572 w 6642"/>
                  <a:gd name="connsiteY145-6484" fmla="*/ 4806 h 5728"/>
                  <a:gd name="connsiteX146-6485" fmla="*/ 505 w 6642"/>
                  <a:gd name="connsiteY146-6486" fmla="*/ 4788 h 5728"/>
                  <a:gd name="connsiteX147-6487" fmla="*/ 640 w 6642"/>
                  <a:gd name="connsiteY147-6488" fmla="*/ 4631 h 5728"/>
                  <a:gd name="connsiteX148-6489" fmla="*/ 683 w 6642"/>
                  <a:gd name="connsiteY148-6490" fmla="*/ 4541 h 5728"/>
                  <a:gd name="connsiteX149-6491" fmla="*/ 651 w 6642"/>
                  <a:gd name="connsiteY149-6492" fmla="*/ 4438 h 5728"/>
                  <a:gd name="connsiteX150-6493" fmla="*/ 277 w 6642"/>
                  <a:gd name="connsiteY150-6494" fmla="*/ 4491 h 5728"/>
                  <a:gd name="connsiteX151-6495" fmla="*/ 187 w 6642"/>
                  <a:gd name="connsiteY151-6496" fmla="*/ 4518 h 5728"/>
                  <a:gd name="connsiteX152-6497" fmla="*/ 195 w 6642"/>
                  <a:gd name="connsiteY152-6498" fmla="*/ 4384 h 5728"/>
                  <a:gd name="connsiteX153-6499" fmla="*/ 147 w 6642"/>
                  <a:gd name="connsiteY153-6500" fmla="*/ 4318 h 5728"/>
                  <a:gd name="connsiteX154-6501" fmla="*/ 39 w 6642"/>
                  <a:gd name="connsiteY154-6502" fmla="*/ 4220 h 5728"/>
                  <a:gd name="connsiteX155-6503" fmla="*/ 75 w 6642"/>
                  <a:gd name="connsiteY155-6504" fmla="*/ 4093 h 5728"/>
                  <a:gd name="connsiteX156-6505" fmla="*/ 63 w 6642"/>
                  <a:gd name="connsiteY156-6506" fmla="*/ 3929 h 5728"/>
                  <a:gd name="connsiteX157-6507" fmla="*/ 0 w 6642"/>
                  <a:gd name="connsiteY157-6508" fmla="*/ 3842 h 5728"/>
                  <a:gd name="connsiteX158-6509" fmla="*/ 0 w 6642"/>
                  <a:gd name="connsiteY158-6510" fmla="*/ 3737 h 5728"/>
                  <a:gd name="connsiteX159-6511" fmla="*/ 303 w 6642"/>
                  <a:gd name="connsiteY159-6512" fmla="*/ 3824 h 5728"/>
                  <a:gd name="connsiteX160-6513" fmla="*/ 830 w 6642"/>
                  <a:gd name="connsiteY160-6514" fmla="*/ 3840 h 5728"/>
                  <a:gd name="connsiteX161-6515" fmla="*/ 1044 w 6642"/>
                  <a:gd name="connsiteY161-6516" fmla="*/ 3908 h 5728"/>
                  <a:gd name="connsiteX162-6517" fmla="*/ 1213 w 6642"/>
                  <a:gd name="connsiteY162-6518" fmla="*/ 4053 h 5728"/>
                  <a:gd name="connsiteX163-6519" fmla="*/ 1257 w 6642"/>
                  <a:gd name="connsiteY163-6520" fmla="*/ 4077 h 5728"/>
                  <a:gd name="connsiteX164-6521" fmla="*/ 1417 w 6642"/>
                  <a:gd name="connsiteY164-6522" fmla="*/ 4107 h 5728"/>
                  <a:gd name="connsiteX165-6523" fmla="*/ 1487 w 6642"/>
                  <a:gd name="connsiteY165-6524" fmla="*/ 4158 h 5728"/>
                  <a:gd name="connsiteX166-6525" fmla="*/ 1688 w 6642"/>
                  <a:gd name="connsiteY166-6526" fmla="*/ 4229 h 5728"/>
                  <a:gd name="connsiteX167-6527" fmla="*/ 1904 w 6642"/>
                  <a:gd name="connsiteY167-6528" fmla="*/ 4309 h 5728"/>
                  <a:gd name="connsiteX168-6529" fmla="*/ 2068 w 6642"/>
                  <a:gd name="connsiteY168-6530" fmla="*/ 4212 h 5728"/>
                  <a:gd name="connsiteX169-6531" fmla="*/ 2267 w 6642"/>
                  <a:gd name="connsiteY169-6532" fmla="*/ 4125 h 5728"/>
                  <a:gd name="connsiteX170-6533" fmla="*/ 2363 w 6642"/>
                  <a:gd name="connsiteY170-6534" fmla="*/ 4075 h 5728"/>
                  <a:gd name="connsiteX171-6535" fmla="*/ 2539 w 6642"/>
                  <a:gd name="connsiteY171-6536" fmla="*/ 3995 h 5728"/>
                  <a:gd name="connsiteX172-6537" fmla="*/ 2721 w 6642"/>
                  <a:gd name="connsiteY172-6538" fmla="*/ 3970 h 5728"/>
                  <a:gd name="connsiteX173-6539" fmla="*/ 3073 w 6642"/>
                  <a:gd name="connsiteY173-6540" fmla="*/ 3979 h 5728"/>
                  <a:gd name="connsiteX174-6541" fmla="*/ 3416 w 6642"/>
                  <a:gd name="connsiteY174-6542" fmla="*/ 3722 h 5728"/>
                  <a:gd name="connsiteX175-6543" fmla="*/ 3519 w 6642"/>
                  <a:gd name="connsiteY175-6544" fmla="*/ 3636 h 5728"/>
                  <a:gd name="connsiteX176-6545" fmla="*/ 3609 w 6642"/>
                  <a:gd name="connsiteY176-6546" fmla="*/ 3563 h 5728"/>
                  <a:gd name="connsiteX177-6547" fmla="*/ 3705 w 6642"/>
                  <a:gd name="connsiteY177-6548" fmla="*/ 3503 h 5728"/>
                  <a:gd name="connsiteX178-6549" fmla="*/ 3702 w 6642"/>
                  <a:gd name="connsiteY178-6550" fmla="*/ 3422 h 5728"/>
                  <a:gd name="connsiteX179-6551" fmla="*/ 3597 w 6642"/>
                  <a:gd name="connsiteY179-6552" fmla="*/ 3317 h 5728"/>
                  <a:gd name="connsiteX180-6553" fmla="*/ 3582 w 6642"/>
                  <a:gd name="connsiteY180-6554" fmla="*/ 3252 h 5728"/>
                  <a:gd name="connsiteX181-6555" fmla="*/ 3692 w 6642"/>
                  <a:gd name="connsiteY181-6556" fmla="*/ 3012 h 5728"/>
                  <a:gd name="connsiteX182-6557" fmla="*/ 3835 w 6642"/>
                  <a:gd name="connsiteY182-6558" fmla="*/ 3094 h 5728"/>
                  <a:gd name="connsiteX183-6559" fmla="*/ 3915 w 6642"/>
                  <a:gd name="connsiteY183-6560" fmla="*/ 3122 h 5728"/>
                  <a:gd name="connsiteX184-6561" fmla="*/ 3998 w 6642"/>
                  <a:gd name="connsiteY184-6562" fmla="*/ 3124 h 5728"/>
                  <a:gd name="connsiteX0-6563" fmla="*/ 5456 w 6642"/>
                  <a:gd name="connsiteY0-6564" fmla="*/ 2333 h 5728"/>
                  <a:gd name="connsiteX1-6565" fmla="*/ 5454 w 6642"/>
                  <a:gd name="connsiteY1-6566" fmla="*/ 2117 h 5728"/>
                  <a:gd name="connsiteX2-6567" fmla="*/ 5378 w 6642"/>
                  <a:gd name="connsiteY2-6568" fmla="*/ 2039 h 5728"/>
                  <a:gd name="connsiteX3-6569" fmla="*/ 5235 w 6642"/>
                  <a:gd name="connsiteY3-6570" fmla="*/ 1951 h 5728"/>
                  <a:gd name="connsiteX4-6571" fmla="*/ 5143 w 6642"/>
                  <a:gd name="connsiteY4-6572" fmla="*/ 1827 h 5728"/>
                  <a:gd name="connsiteX5-6573" fmla="*/ 5047 w 6642"/>
                  <a:gd name="connsiteY5-6574" fmla="*/ 1828 h 5728"/>
                  <a:gd name="connsiteX6-6575" fmla="*/ 5002 w 6642"/>
                  <a:gd name="connsiteY6-6576" fmla="*/ 1883 h 5728"/>
                  <a:gd name="connsiteX7-6577" fmla="*/ 4909 w 6642"/>
                  <a:gd name="connsiteY7-6578" fmla="*/ 1877 h 5728"/>
                  <a:gd name="connsiteX8-6579" fmla="*/ 4889 w 6642"/>
                  <a:gd name="connsiteY8-6580" fmla="*/ 1994 h 5728"/>
                  <a:gd name="connsiteX9-6581" fmla="*/ 4708 w 6642"/>
                  <a:gd name="connsiteY9-6582" fmla="*/ 1941 h 5728"/>
                  <a:gd name="connsiteX10-6583" fmla="*/ 4625 w 6642"/>
                  <a:gd name="connsiteY10-6584" fmla="*/ 1939 h 5728"/>
                  <a:gd name="connsiteX11-6585" fmla="*/ 4500 w 6642"/>
                  <a:gd name="connsiteY11-6586" fmla="*/ 2014 h 5728"/>
                  <a:gd name="connsiteX12-6587" fmla="*/ 4388 w 6642"/>
                  <a:gd name="connsiteY12-6588" fmla="*/ 1890 h 5728"/>
                  <a:gd name="connsiteX13-6589" fmla="*/ 4482 w 6642"/>
                  <a:gd name="connsiteY13-6590" fmla="*/ 1804 h 5728"/>
                  <a:gd name="connsiteX14-6591" fmla="*/ 4486 w 6642"/>
                  <a:gd name="connsiteY14-6592" fmla="*/ 1634 h 5728"/>
                  <a:gd name="connsiteX15-6593" fmla="*/ 4541 w 6642"/>
                  <a:gd name="connsiteY15-6594" fmla="*/ 1514 h 5728"/>
                  <a:gd name="connsiteX16-6595" fmla="*/ 4584 w 6642"/>
                  <a:gd name="connsiteY16-6596" fmla="*/ 1306 h 5728"/>
                  <a:gd name="connsiteX17-6597" fmla="*/ 4644 w 6642"/>
                  <a:gd name="connsiteY17-6598" fmla="*/ 1307 h 5728"/>
                  <a:gd name="connsiteX18-6599" fmla="*/ 4967 w 6642"/>
                  <a:gd name="connsiteY18-6600" fmla="*/ 1286 h 5728"/>
                  <a:gd name="connsiteX19-6601" fmla="*/ 5141 w 6642"/>
                  <a:gd name="connsiteY19-6602" fmla="*/ 1117 h 5728"/>
                  <a:gd name="connsiteX20-6603" fmla="*/ 5210 w 6642"/>
                  <a:gd name="connsiteY20-6604" fmla="*/ 748 h 5728"/>
                  <a:gd name="connsiteX21-6605" fmla="*/ 5320 w 6642"/>
                  <a:gd name="connsiteY21-6606" fmla="*/ 486 h 5728"/>
                  <a:gd name="connsiteX22-6607" fmla="*/ 5318 w 6642"/>
                  <a:gd name="connsiteY22-6608" fmla="*/ 358 h 5728"/>
                  <a:gd name="connsiteX23-6609" fmla="*/ 5305 w 6642"/>
                  <a:gd name="connsiteY23-6610" fmla="*/ 328 h 5728"/>
                  <a:gd name="connsiteX24-6611" fmla="*/ 5238 w 6642"/>
                  <a:gd name="connsiteY24-6612" fmla="*/ 251 h 5728"/>
                  <a:gd name="connsiteX25-6613" fmla="*/ 5178 w 6642"/>
                  <a:gd name="connsiteY25-6614" fmla="*/ 217 h 5728"/>
                  <a:gd name="connsiteX26-6615" fmla="*/ 5303 w 6642"/>
                  <a:gd name="connsiteY26-6616" fmla="*/ 56 h 5728"/>
                  <a:gd name="connsiteX27-6617" fmla="*/ 5476 w 6642"/>
                  <a:gd name="connsiteY27-6618" fmla="*/ 2 h 5728"/>
                  <a:gd name="connsiteX28-6619" fmla="*/ 5508 w 6642"/>
                  <a:gd name="connsiteY28-6620" fmla="*/ 49 h 5728"/>
                  <a:gd name="connsiteX29-6621" fmla="*/ 5498 w 6642"/>
                  <a:gd name="connsiteY29-6622" fmla="*/ 133 h 5728"/>
                  <a:gd name="connsiteX30-6623" fmla="*/ 5437 w 6642"/>
                  <a:gd name="connsiteY30-6624" fmla="*/ 243 h 5728"/>
                  <a:gd name="connsiteX31-6625" fmla="*/ 5507 w 6642"/>
                  <a:gd name="connsiteY31-6626" fmla="*/ 301 h 5728"/>
                  <a:gd name="connsiteX32-6627" fmla="*/ 5621 w 6642"/>
                  <a:gd name="connsiteY32-6628" fmla="*/ 366 h 5728"/>
                  <a:gd name="connsiteX33-6629" fmla="*/ 5641 w 6642"/>
                  <a:gd name="connsiteY33-6630" fmla="*/ 255 h 5728"/>
                  <a:gd name="connsiteX34-6631" fmla="*/ 5775 w 6642"/>
                  <a:gd name="connsiteY34-6632" fmla="*/ 291 h 5728"/>
                  <a:gd name="connsiteX35-6633" fmla="*/ 5800 w 6642"/>
                  <a:gd name="connsiteY35-6634" fmla="*/ 331 h 5728"/>
                  <a:gd name="connsiteX36-6635" fmla="*/ 5876 w 6642"/>
                  <a:gd name="connsiteY36-6636" fmla="*/ 562 h 5728"/>
                  <a:gd name="connsiteX37-6637" fmla="*/ 5911 w 6642"/>
                  <a:gd name="connsiteY37-6638" fmla="*/ 586 h 5728"/>
                  <a:gd name="connsiteX38-6639" fmla="*/ 6003 w 6642"/>
                  <a:gd name="connsiteY38-6640" fmla="*/ 578 h 5728"/>
                  <a:gd name="connsiteX39-6641" fmla="*/ 6263 w 6642"/>
                  <a:gd name="connsiteY39-6642" fmla="*/ 490 h 5728"/>
                  <a:gd name="connsiteX40-6643" fmla="*/ 6483 w 6642"/>
                  <a:gd name="connsiteY40-6644" fmla="*/ 479 h 5728"/>
                  <a:gd name="connsiteX41-6645" fmla="*/ 6543 w 6642"/>
                  <a:gd name="connsiteY41-6646" fmla="*/ 648 h 5728"/>
                  <a:gd name="connsiteX42-6647" fmla="*/ 6461 w 6642"/>
                  <a:gd name="connsiteY42-6648" fmla="*/ 944 h 5728"/>
                  <a:gd name="connsiteX43-6649" fmla="*/ 6461 w 6642"/>
                  <a:gd name="connsiteY43-6650" fmla="*/ 1022 h 5728"/>
                  <a:gd name="connsiteX44-6651" fmla="*/ 6530 w 6642"/>
                  <a:gd name="connsiteY44-6652" fmla="*/ 1168 h 5728"/>
                  <a:gd name="connsiteX45-6653" fmla="*/ 6545 w 6642"/>
                  <a:gd name="connsiteY45-6654" fmla="*/ 1427 h 5728"/>
                  <a:gd name="connsiteX46-6655" fmla="*/ 6547 w 6642"/>
                  <a:gd name="connsiteY46-6656" fmla="*/ 1617 h 5728"/>
                  <a:gd name="connsiteX47-6657" fmla="*/ 6480 w 6642"/>
                  <a:gd name="connsiteY47-6658" fmla="*/ 1625 h 5728"/>
                  <a:gd name="connsiteX48-6659" fmla="*/ 6458 w 6642"/>
                  <a:gd name="connsiteY48-6660" fmla="*/ 1507 h 5728"/>
                  <a:gd name="connsiteX49-6661" fmla="*/ 6423 w 6642"/>
                  <a:gd name="connsiteY49-6662" fmla="*/ 1450 h 5728"/>
                  <a:gd name="connsiteX50-6663" fmla="*/ 6333 w 6642"/>
                  <a:gd name="connsiteY50-6664" fmla="*/ 1582 h 5728"/>
                  <a:gd name="connsiteX51-6665" fmla="*/ 6220 w 6642"/>
                  <a:gd name="connsiteY51-6666" fmla="*/ 1776 h 5728"/>
                  <a:gd name="connsiteX52-6667" fmla="*/ 6101 w 6642"/>
                  <a:gd name="connsiteY52-6668" fmla="*/ 1904 h 5728"/>
                  <a:gd name="connsiteX53-6669" fmla="*/ 6094 w 6642"/>
                  <a:gd name="connsiteY53-6670" fmla="*/ 2018 h 5728"/>
                  <a:gd name="connsiteX54-6671" fmla="*/ 6154 w 6642"/>
                  <a:gd name="connsiteY54-6672" fmla="*/ 2115 h 5728"/>
                  <a:gd name="connsiteX55-6673" fmla="*/ 6256 w 6642"/>
                  <a:gd name="connsiteY55-6674" fmla="*/ 2183 h 5728"/>
                  <a:gd name="connsiteX56-6675" fmla="*/ 6333 w 6642"/>
                  <a:gd name="connsiteY56-6676" fmla="*/ 2178 h 5728"/>
                  <a:gd name="connsiteX57-6677" fmla="*/ 6378 w 6642"/>
                  <a:gd name="connsiteY57-6678" fmla="*/ 2104 h 5728"/>
                  <a:gd name="connsiteX58-6679" fmla="*/ 6412 w 6642"/>
                  <a:gd name="connsiteY58-6680" fmla="*/ 2210 h 5728"/>
                  <a:gd name="connsiteX59-6681" fmla="*/ 6300 w 6642"/>
                  <a:gd name="connsiteY59-6682" fmla="*/ 2249 h 5728"/>
                  <a:gd name="connsiteX60-6683" fmla="*/ 6347 w 6642"/>
                  <a:gd name="connsiteY60-6684" fmla="*/ 2362 h 5728"/>
                  <a:gd name="connsiteX61-6685" fmla="*/ 6212 w 6642"/>
                  <a:gd name="connsiteY61-6686" fmla="*/ 2509 h 5728"/>
                  <a:gd name="connsiteX62-6687" fmla="*/ 6171 w 6642"/>
                  <a:gd name="connsiteY62-6688" fmla="*/ 2498 h 5728"/>
                  <a:gd name="connsiteX63-6689" fmla="*/ 6047 w 6642"/>
                  <a:gd name="connsiteY63-6690" fmla="*/ 2413 h 5728"/>
                  <a:gd name="connsiteX64-6691" fmla="*/ 5992 w 6642"/>
                  <a:gd name="connsiteY64-6692" fmla="*/ 2412 h 5728"/>
                  <a:gd name="connsiteX65-6693" fmla="*/ 5957 w 6642"/>
                  <a:gd name="connsiteY65-6694" fmla="*/ 2480 h 5728"/>
                  <a:gd name="connsiteX66-6695" fmla="*/ 5960 w 6642"/>
                  <a:gd name="connsiteY66-6696" fmla="*/ 2562 h 5728"/>
                  <a:gd name="connsiteX67-6697" fmla="*/ 6138 w 6642"/>
                  <a:gd name="connsiteY67-6698" fmla="*/ 2730 h 5728"/>
                  <a:gd name="connsiteX68-6699" fmla="*/ 6137 w 6642"/>
                  <a:gd name="connsiteY68-6700" fmla="*/ 2844 h 5728"/>
                  <a:gd name="connsiteX69-6701" fmla="*/ 6228 w 6642"/>
                  <a:gd name="connsiteY69-6702" fmla="*/ 3060 h 5728"/>
                  <a:gd name="connsiteX70-6703" fmla="*/ 6254 w 6642"/>
                  <a:gd name="connsiteY70-6704" fmla="*/ 3090 h 5728"/>
                  <a:gd name="connsiteX71-6705" fmla="*/ 6298 w 6642"/>
                  <a:gd name="connsiteY71-6706" fmla="*/ 3094 h 5728"/>
                  <a:gd name="connsiteX72-6707" fmla="*/ 6344 w 6642"/>
                  <a:gd name="connsiteY72-6708" fmla="*/ 3010 h 5728"/>
                  <a:gd name="connsiteX73-6709" fmla="*/ 6424 w 6642"/>
                  <a:gd name="connsiteY73-6710" fmla="*/ 2950 h 5728"/>
                  <a:gd name="connsiteX74-6711" fmla="*/ 6519 w 6642"/>
                  <a:gd name="connsiteY74-6712" fmla="*/ 3126 h 5728"/>
                  <a:gd name="connsiteX75-6713" fmla="*/ 6629 w 6642"/>
                  <a:gd name="connsiteY75-6714" fmla="*/ 3312 h 5728"/>
                  <a:gd name="connsiteX76-6715" fmla="*/ 6642 w 6642"/>
                  <a:gd name="connsiteY76-6716" fmla="*/ 3342 h 5728"/>
                  <a:gd name="connsiteX77-6717" fmla="*/ 6631 w 6642"/>
                  <a:gd name="connsiteY77-6718" fmla="*/ 3518 h 5728"/>
                  <a:gd name="connsiteX78-6719" fmla="*/ 6596 w 6642"/>
                  <a:gd name="connsiteY78-6720" fmla="*/ 3554 h 5728"/>
                  <a:gd name="connsiteX79-6721" fmla="*/ 6507 w 6642"/>
                  <a:gd name="connsiteY79-6722" fmla="*/ 3515 h 5728"/>
                  <a:gd name="connsiteX80-6723" fmla="*/ 6273 w 6642"/>
                  <a:gd name="connsiteY80-6724" fmla="*/ 3644 h 5728"/>
                  <a:gd name="connsiteX81-6725" fmla="*/ 6247 w 6642"/>
                  <a:gd name="connsiteY81-6726" fmla="*/ 3666 h 5728"/>
                  <a:gd name="connsiteX82-6727" fmla="*/ 6067 w 6642"/>
                  <a:gd name="connsiteY82-6728" fmla="*/ 3812 h 5728"/>
                  <a:gd name="connsiteX83-6729" fmla="*/ 5926 w 6642"/>
                  <a:gd name="connsiteY83-6730" fmla="*/ 3926 h 5728"/>
                  <a:gd name="connsiteX84-6731" fmla="*/ 5891 w 6642"/>
                  <a:gd name="connsiteY84-6732" fmla="*/ 3965 h 5728"/>
                  <a:gd name="connsiteX85-6733" fmla="*/ 5839 w 6642"/>
                  <a:gd name="connsiteY85-6734" fmla="*/ 3973 h 5728"/>
                  <a:gd name="connsiteX86-6735" fmla="*/ 5782 w 6642"/>
                  <a:gd name="connsiteY86-6736" fmla="*/ 3916 h 5728"/>
                  <a:gd name="connsiteX87-6737" fmla="*/ 5658 w 6642"/>
                  <a:gd name="connsiteY87-6738" fmla="*/ 3808 h 5728"/>
                  <a:gd name="connsiteX88-6739" fmla="*/ 5682 w 6642"/>
                  <a:gd name="connsiteY88-6740" fmla="*/ 4064 h 5728"/>
                  <a:gd name="connsiteX89-6741" fmla="*/ 5691 w 6642"/>
                  <a:gd name="connsiteY89-6742" fmla="*/ 4192 h 5728"/>
                  <a:gd name="connsiteX90-6743" fmla="*/ 5429 w 6642"/>
                  <a:gd name="connsiteY90-6744" fmla="*/ 4166 h 5728"/>
                  <a:gd name="connsiteX91-6745" fmla="*/ 5347 w 6642"/>
                  <a:gd name="connsiteY91-6746" fmla="*/ 3987 h 5728"/>
                  <a:gd name="connsiteX92-6747" fmla="*/ 5265 w 6642"/>
                  <a:gd name="connsiteY92-6748" fmla="*/ 3802 h 5728"/>
                  <a:gd name="connsiteX93-6749" fmla="*/ 4340 w 6642"/>
                  <a:gd name="connsiteY93-6750" fmla="*/ 4188 h 5728"/>
                  <a:gd name="connsiteX94-6751" fmla="*/ 4282 w 6642"/>
                  <a:gd name="connsiteY94-6752" fmla="*/ 4193 h 5728"/>
                  <a:gd name="connsiteX95-6753" fmla="*/ 4260 w 6642"/>
                  <a:gd name="connsiteY95-6754" fmla="*/ 4238 h 5728"/>
                  <a:gd name="connsiteX96-6755" fmla="*/ 4231 w 6642"/>
                  <a:gd name="connsiteY96-6756" fmla="*/ 4250 h 5728"/>
                  <a:gd name="connsiteX97-6757" fmla="*/ 4230 w 6642"/>
                  <a:gd name="connsiteY97-6758" fmla="*/ 4427 h 5728"/>
                  <a:gd name="connsiteX98-6759" fmla="*/ 4290 w 6642"/>
                  <a:gd name="connsiteY98-6760" fmla="*/ 4504 h 5728"/>
                  <a:gd name="connsiteX99-6761" fmla="*/ 4293 w 6642"/>
                  <a:gd name="connsiteY99-6762" fmla="*/ 4556 h 5728"/>
                  <a:gd name="connsiteX100-6763" fmla="*/ 4257 w 6642"/>
                  <a:gd name="connsiteY100-6764" fmla="*/ 4614 h 5728"/>
                  <a:gd name="connsiteX101-6765" fmla="*/ 3992 w 6642"/>
                  <a:gd name="connsiteY101-6766" fmla="*/ 4680 h 5728"/>
                  <a:gd name="connsiteX102-6767" fmla="*/ 3857 w 6642"/>
                  <a:gd name="connsiteY102-6768" fmla="*/ 4739 h 5728"/>
                  <a:gd name="connsiteX103-6769" fmla="*/ 3815 w 6642"/>
                  <a:gd name="connsiteY103-6770" fmla="*/ 4777 h 5728"/>
                  <a:gd name="connsiteX104-6771" fmla="*/ 3616 w 6642"/>
                  <a:gd name="connsiteY104-6772" fmla="*/ 5021 h 5728"/>
                  <a:gd name="connsiteX105-6773" fmla="*/ 3543 w 6642"/>
                  <a:gd name="connsiteY105-6774" fmla="*/ 4970 h 5728"/>
                  <a:gd name="connsiteX106-6775" fmla="*/ 3460 w 6642"/>
                  <a:gd name="connsiteY106-6776" fmla="*/ 4971 h 5728"/>
                  <a:gd name="connsiteX107-6777" fmla="*/ 3424 w 6642"/>
                  <a:gd name="connsiteY107-6778" fmla="*/ 5045 h 5728"/>
                  <a:gd name="connsiteX108-6779" fmla="*/ 3313 w 6642"/>
                  <a:gd name="connsiteY108-6780" fmla="*/ 5000 h 5728"/>
                  <a:gd name="connsiteX109-6781" fmla="*/ 3235 w 6642"/>
                  <a:gd name="connsiteY109-6782" fmla="*/ 5109 h 5728"/>
                  <a:gd name="connsiteX110-6783" fmla="*/ 3013 w 6642"/>
                  <a:gd name="connsiteY110-6784" fmla="*/ 5349 h 5728"/>
                  <a:gd name="connsiteX111-6785" fmla="*/ 2993 w 6642"/>
                  <a:gd name="connsiteY111-6786" fmla="*/ 5516 h 5728"/>
                  <a:gd name="connsiteX112-6787" fmla="*/ 2976 w 6642"/>
                  <a:gd name="connsiteY112-6788" fmla="*/ 5659 h 5728"/>
                  <a:gd name="connsiteX113-6789" fmla="*/ 2960 w 6642"/>
                  <a:gd name="connsiteY113-6790" fmla="*/ 5669 h 5728"/>
                  <a:gd name="connsiteX114-6791" fmla="*/ 2638 w 6642"/>
                  <a:gd name="connsiteY114-6792" fmla="*/ 5621 h 5728"/>
                  <a:gd name="connsiteX115-6793" fmla="*/ 2536 w 6642"/>
                  <a:gd name="connsiteY115-6794" fmla="*/ 5566 h 5728"/>
                  <a:gd name="connsiteX116-6795" fmla="*/ 2482 w 6642"/>
                  <a:gd name="connsiteY116-6796" fmla="*/ 5503 h 5728"/>
                  <a:gd name="connsiteX117-6797" fmla="*/ 2377 w 6642"/>
                  <a:gd name="connsiteY117-6798" fmla="*/ 5477 h 5728"/>
                  <a:gd name="connsiteX118-6799" fmla="*/ 2377 w 6642"/>
                  <a:gd name="connsiteY118-6800" fmla="*/ 5379 h 5728"/>
                  <a:gd name="connsiteX119-6801" fmla="*/ 2481 w 6642"/>
                  <a:gd name="connsiteY119-6802" fmla="*/ 5149 h 5728"/>
                  <a:gd name="connsiteX120-6803" fmla="*/ 2341 w 6642"/>
                  <a:gd name="connsiteY120-6804" fmla="*/ 5070 h 5728"/>
                  <a:gd name="connsiteX121-6805" fmla="*/ 2299 w 6642"/>
                  <a:gd name="connsiteY121-6806" fmla="*/ 5095 h 5728"/>
                  <a:gd name="connsiteX122-6807" fmla="*/ 2209 w 6642"/>
                  <a:gd name="connsiteY122-6808" fmla="*/ 5214 h 5728"/>
                  <a:gd name="connsiteX123-6809" fmla="*/ 2177 w 6642"/>
                  <a:gd name="connsiteY123-6810" fmla="*/ 5276 h 5728"/>
                  <a:gd name="connsiteX124-6811" fmla="*/ 2115 w 6642"/>
                  <a:gd name="connsiteY124-6812" fmla="*/ 5386 h 5728"/>
                  <a:gd name="connsiteX125-6813" fmla="*/ 2121 w 6642"/>
                  <a:gd name="connsiteY125-6814" fmla="*/ 5510 h 5728"/>
                  <a:gd name="connsiteX126-6815" fmla="*/ 2082 w 6642"/>
                  <a:gd name="connsiteY126-6816" fmla="*/ 5558 h 5728"/>
                  <a:gd name="connsiteX127-6817" fmla="*/ 1951 w 6642"/>
                  <a:gd name="connsiteY127-6818" fmla="*/ 5617 h 5728"/>
                  <a:gd name="connsiteX128-6819" fmla="*/ 1785 w 6642"/>
                  <a:gd name="connsiteY128-6820" fmla="*/ 5649 h 5728"/>
                  <a:gd name="connsiteX129-6821" fmla="*/ 1682 w 6642"/>
                  <a:gd name="connsiteY129-6822" fmla="*/ 5728 h 5728"/>
                  <a:gd name="connsiteX130-6823" fmla="*/ 1568 w 6642"/>
                  <a:gd name="connsiteY130-6824" fmla="*/ 5611 h 5728"/>
                  <a:gd name="connsiteX131-6825" fmla="*/ 1508 w 6642"/>
                  <a:gd name="connsiteY131-6826" fmla="*/ 5485 h 5728"/>
                  <a:gd name="connsiteX132-6827" fmla="*/ 1630 w 6642"/>
                  <a:gd name="connsiteY132-6828" fmla="*/ 5242 h 5728"/>
                  <a:gd name="connsiteX133-6829" fmla="*/ 1685 w 6642"/>
                  <a:gd name="connsiteY133-6830" fmla="*/ 5195 h 5728"/>
                  <a:gd name="connsiteX134-6831" fmla="*/ 1730 w 6642"/>
                  <a:gd name="connsiteY134-6832" fmla="*/ 5120 h 5728"/>
                  <a:gd name="connsiteX135-6833" fmla="*/ 1727 w 6642"/>
                  <a:gd name="connsiteY135-6834" fmla="*/ 5071 h 5728"/>
                  <a:gd name="connsiteX136-6835" fmla="*/ 1530 w 6642"/>
                  <a:gd name="connsiteY136-6836" fmla="*/ 5007 h 5728"/>
                  <a:gd name="connsiteX137-6837" fmla="*/ 1459 w 6642"/>
                  <a:gd name="connsiteY137-6838" fmla="*/ 5064 h 5728"/>
                  <a:gd name="connsiteX138-6839" fmla="*/ 1353 w 6642"/>
                  <a:gd name="connsiteY138-6840" fmla="*/ 5111 h 5728"/>
                  <a:gd name="connsiteX139-6841" fmla="*/ 1290 w 6642"/>
                  <a:gd name="connsiteY139-6842" fmla="*/ 5063 h 5728"/>
                  <a:gd name="connsiteX140-6843" fmla="*/ 1052 w 6642"/>
                  <a:gd name="connsiteY140-6844" fmla="*/ 5254 h 5728"/>
                  <a:gd name="connsiteX141-6845" fmla="*/ 924 w 6642"/>
                  <a:gd name="connsiteY141-6846" fmla="*/ 5231 h 5728"/>
                  <a:gd name="connsiteX142-6847" fmla="*/ 813 w 6642"/>
                  <a:gd name="connsiteY142-6848" fmla="*/ 5097 h 5728"/>
                  <a:gd name="connsiteX143-6849" fmla="*/ 683 w 6642"/>
                  <a:gd name="connsiteY143-6850" fmla="*/ 4930 h 5728"/>
                  <a:gd name="connsiteX144-6851" fmla="*/ 572 w 6642"/>
                  <a:gd name="connsiteY144-6852" fmla="*/ 4806 h 5728"/>
                  <a:gd name="connsiteX145-6853" fmla="*/ 505 w 6642"/>
                  <a:gd name="connsiteY145-6854" fmla="*/ 4788 h 5728"/>
                  <a:gd name="connsiteX146-6855" fmla="*/ 640 w 6642"/>
                  <a:gd name="connsiteY146-6856" fmla="*/ 4631 h 5728"/>
                  <a:gd name="connsiteX147-6857" fmla="*/ 683 w 6642"/>
                  <a:gd name="connsiteY147-6858" fmla="*/ 4541 h 5728"/>
                  <a:gd name="connsiteX148-6859" fmla="*/ 651 w 6642"/>
                  <a:gd name="connsiteY148-6860" fmla="*/ 4438 h 5728"/>
                  <a:gd name="connsiteX149-6861" fmla="*/ 277 w 6642"/>
                  <a:gd name="connsiteY149-6862" fmla="*/ 4491 h 5728"/>
                  <a:gd name="connsiteX150-6863" fmla="*/ 187 w 6642"/>
                  <a:gd name="connsiteY150-6864" fmla="*/ 4518 h 5728"/>
                  <a:gd name="connsiteX151-6865" fmla="*/ 195 w 6642"/>
                  <a:gd name="connsiteY151-6866" fmla="*/ 4384 h 5728"/>
                  <a:gd name="connsiteX152-6867" fmla="*/ 147 w 6642"/>
                  <a:gd name="connsiteY152-6868" fmla="*/ 4318 h 5728"/>
                  <a:gd name="connsiteX153-6869" fmla="*/ 39 w 6642"/>
                  <a:gd name="connsiteY153-6870" fmla="*/ 4220 h 5728"/>
                  <a:gd name="connsiteX154-6871" fmla="*/ 75 w 6642"/>
                  <a:gd name="connsiteY154-6872" fmla="*/ 4093 h 5728"/>
                  <a:gd name="connsiteX155-6873" fmla="*/ 63 w 6642"/>
                  <a:gd name="connsiteY155-6874" fmla="*/ 3929 h 5728"/>
                  <a:gd name="connsiteX156-6875" fmla="*/ 0 w 6642"/>
                  <a:gd name="connsiteY156-6876" fmla="*/ 3842 h 5728"/>
                  <a:gd name="connsiteX157-6877" fmla="*/ 0 w 6642"/>
                  <a:gd name="connsiteY157-6878" fmla="*/ 3737 h 5728"/>
                  <a:gd name="connsiteX158-6879" fmla="*/ 303 w 6642"/>
                  <a:gd name="connsiteY158-6880" fmla="*/ 3824 h 5728"/>
                  <a:gd name="connsiteX159-6881" fmla="*/ 830 w 6642"/>
                  <a:gd name="connsiteY159-6882" fmla="*/ 3840 h 5728"/>
                  <a:gd name="connsiteX160-6883" fmla="*/ 1044 w 6642"/>
                  <a:gd name="connsiteY160-6884" fmla="*/ 3908 h 5728"/>
                  <a:gd name="connsiteX161-6885" fmla="*/ 1213 w 6642"/>
                  <a:gd name="connsiteY161-6886" fmla="*/ 4053 h 5728"/>
                  <a:gd name="connsiteX162-6887" fmla="*/ 1257 w 6642"/>
                  <a:gd name="connsiteY162-6888" fmla="*/ 4077 h 5728"/>
                  <a:gd name="connsiteX163-6889" fmla="*/ 1417 w 6642"/>
                  <a:gd name="connsiteY163-6890" fmla="*/ 4107 h 5728"/>
                  <a:gd name="connsiteX164-6891" fmla="*/ 1487 w 6642"/>
                  <a:gd name="connsiteY164-6892" fmla="*/ 4158 h 5728"/>
                  <a:gd name="connsiteX165-6893" fmla="*/ 1688 w 6642"/>
                  <a:gd name="connsiteY165-6894" fmla="*/ 4229 h 5728"/>
                  <a:gd name="connsiteX166-6895" fmla="*/ 1904 w 6642"/>
                  <a:gd name="connsiteY166-6896" fmla="*/ 4309 h 5728"/>
                  <a:gd name="connsiteX167-6897" fmla="*/ 2068 w 6642"/>
                  <a:gd name="connsiteY167-6898" fmla="*/ 4212 h 5728"/>
                  <a:gd name="connsiteX168-6899" fmla="*/ 2267 w 6642"/>
                  <a:gd name="connsiteY168-6900" fmla="*/ 4125 h 5728"/>
                  <a:gd name="connsiteX169-6901" fmla="*/ 2363 w 6642"/>
                  <a:gd name="connsiteY169-6902" fmla="*/ 4075 h 5728"/>
                  <a:gd name="connsiteX170-6903" fmla="*/ 2539 w 6642"/>
                  <a:gd name="connsiteY170-6904" fmla="*/ 3995 h 5728"/>
                  <a:gd name="connsiteX171-6905" fmla="*/ 2721 w 6642"/>
                  <a:gd name="connsiteY171-6906" fmla="*/ 3970 h 5728"/>
                  <a:gd name="connsiteX172-6907" fmla="*/ 3073 w 6642"/>
                  <a:gd name="connsiteY172-6908" fmla="*/ 3979 h 5728"/>
                  <a:gd name="connsiteX173-6909" fmla="*/ 3416 w 6642"/>
                  <a:gd name="connsiteY173-6910" fmla="*/ 3722 h 5728"/>
                  <a:gd name="connsiteX174-6911" fmla="*/ 3519 w 6642"/>
                  <a:gd name="connsiteY174-6912" fmla="*/ 3636 h 5728"/>
                  <a:gd name="connsiteX175-6913" fmla="*/ 3609 w 6642"/>
                  <a:gd name="connsiteY175-6914" fmla="*/ 3563 h 5728"/>
                  <a:gd name="connsiteX176-6915" fmla="*/ 3705 w 6642"/>
                  <a:gd name="connsiteY176-6916" fmla="*/ 3503 h 5728"/>
                  <a:gd name="connsiteX177-6917" fmla="*/ 3702 w 6642"/>
                  <a:gd name="connsiteY177-6918" fmla="*/ 3422 h 5728"/>
                  <a:gd name="connsiteX178-6919" fmla="*/ 3597 w 6642"/>
                  <a:gd name="connsiteY178-6920" fmla="*/ 3317 h 5728"/>
                  <a:gd name="connsiteX179-6921" fmla="*/ 3582 w 6642"/>
                  <a:gd name="connsiteY179-6922" fmla="*/ 3252 h 5728"/>
                  <a:gd name="connsiteX180-6923" fmla="*/ 3692 w 6642"/>
                  <a:gd name="connsiteY180-6924" fmla="*/ 3012 h 5728"/>
                  <a:gd name="connsiteX181-6925" fmla="*/ 3835 w 6642"/>
                  <a:gd name="connsiteY181-6926" fmla="*/ 3094 h 5728"/>
                  <a:gd name="connsiteX182-6927" fmla="*/ 3915 w 6642"/>
                  <a:gd name="connsiteY182-6928" fmla="*/ 3122 h 5728"/>
                  <a:gd name="connsiteX183-6929" fmla="*/ 3998 w 6642"/>
                  <a:gd name="connsiteY183-6930" fmla="*/ 3124 h 5728"/>
                  <a:gd name="connsiteX0-6931" fmla="*/ 5456 w 6642"/>
                  <a:gd name="connsiteY0-6932" fmla="*/ 2333 h 5728"/>
                  <a:gd name="connsiteX1-6933" fmla="*/ 5454 w 6642"/>
                  <a:gd name="connsiteY1-6934" fmla="*/ 2117 h 5728"/>
                  <a:gd name="connsiteX2-6935" fmla="*/ 5378 w 6642"/>
                  <a:gd name="connsiteY2-6936" fmla="*/ 2039 h 5728"/>
                  <a:gd name="connsiteX3-6937" fmla="*/ 5235 w 6642"/>
                  <a:gd name="connsiteY3-6938" fmla="*/ 1951 h 5728"/>
                  <a:gd name="connsiteX4-6939" fmla="*/ 5143 w 6642"/>
                  <a:gd name="connsiteY4-6940" fmla="*/ 1827 h 5728"/>
                  <a:gd name="connsiteX5-6941" fmla="*/ 5047 w 6642"/>
                  <a:gd name="connsiteY5-6942" fmla="*/ 1828 h 5728"/>
                  <a:gd name="connsiteX6-6943" fmla="*/ 5002 w 6642"/>
                  <a:gd name="connsiteY6-6944" fmla="*/ 1883 h 5728"/>
                  <a:gd name="connsiteX7-6945" fmla="*/ 4909 w 6642"/>
                  <a:gd name="connsiteY7-6946" fmla="*/ 1877 h 5728"/>
                  <a:gd name="connsiteX8-6947" fmla="*/ 4889 w 6642"/>
                  <a:gd name="connsiteY8-6948" fmla="*/ 1994 h 5728"/>
                  <a:gd name="connsiteX9-6949" fmla="*/ 4708 w 6642"/>
                  <a:gd name="connsiteY9-6950" fmla="*/ 1941 h 5728"/>
                  <a:gd name="connsiteX10-6951" fmla="*/ 4625 w 6642"/>
                  <a:gd name="connsiteY10-6952" fmla="*/ 1939 h 5728"/>
                  <a:gd name="connsiteX11-6953" fmla="*/ 4500 w 6642"/>
                  <a:gd name="connsiteY11-6954" fmla="*/ 2014 h 5728"/>
                  <a:gd name="connsiteX12-6955" fmla="*/ 4388 w 6642"/>
                  <a:gd name="connsiteY12-6956" fmla="*/ 1890 h 5728"/>
                  <a:gd name="connsiteX13-6957" fmla="*/ 4482 w 6642"/>
                  <a:gd name="connsiteY13-6958" fmla="*/ 1804 h 5728"/>
                  <a:gd name="connsiteX14-6959" fmla="*/ 4486 w 6642"/>
                  <a:gd name="connsiteY14-6960" fmla="*/ 1634 h 5728"/>
                  <a:gd name="connsiteX15-6961" fmla="*/ 4541 w 6642"/>
                  <a:gd name="connsiteY15-6962" fmla="*/ 1514 h 5728"/>
                  <a:gd name="connsiteX16-6963" fmla="*/ 4584 w 6642"/>
                  <a:gd name="connsiteY16-6964" fmla="*/ 1306 h 5728"/>
                  <a:gd name="connsiteX17-6965" fmla="*/ 4644 w 6642"/>
                  <a:gd name="connsiteY17-6966" fmla="*/ 1307 h 5728"/>
                  <a:gd name="connsiteX18-6967" fmla="*/ 4967 w 6642"/>
                  <a:gd name="connsiteY18-6968" fmla="*/ 1286 h 5728"/>
                  <a:gd name="connsiteX19-6969" fmla="*/ 5141 w 6642"/>
                  <a:gd name="connsiteY19-6970" fmla="*/ 1117 h 5728"/>
                  <a:gd name="connsiteX20-6971" fmla="*/ 5210 w 6642"/>
                  <a:gd name="connsiteY20-6972" fmla="*/ 748 h 5728"/>
                  <a:gd name="connsiteX21-6973" fmla="*/ 5320 w 6642"/>
                  <a:gd name="connsiteY21-6974" fmla="*/ 486 h 5728"/>
                  <a:gd name="connsiteX22-6975" fmla="*/ 5318 w 6642"/>
                  <a:gd name="connsiteY22-6976" fmla="*/ 358 h 5728"/>
                  <a:gd name="connsiteX23-6977" fmla="*/ 5305 w 6642"/>
                  <a:gd name="connsiteY23-6978" fmla="*/ 328 h 5728"/>
                  <a:gd name="connsiteX24-6979" fmla="*/ 5238 w 6642"/>
                  <a:gd name="connsiteY24-6980" fmla="*/ 251 h 5728"/>
                  <a:gd name="connsiteX25-6981" fmla="*/ 5178 w 6642"/>
                  <a:gd name="connsiteY25-6982" fmla="*/ 217 h 5728"/>
                  <a:gd name="connsiteX26-6983" fmla="*/ 5303 w 6642"/>
                  <a:gd name="connsiteY26-6984" fmla="*/ 56 h 5728"/>
                  <a:gd name="connsiteX27-6985" fmla="*/ 5476 w 6642"/>
                  <a:gd name="connsiteY27-6986" fmla="*/ 2 h 5728"/>
                  <a:gd name="connsiteX28-6987" fmla="*/ 5508 w 6642"/>
                  <a:gd name="connsiteY28-6988" fmla="*/ 49 h 5728"/>
                  <a:gd name="connsiteX29-6989" fmla="*/ 5498 w 6642"/>
                  <a:gd name="connsiteY29-6990" fmla="*/ 133 h 5728"/>
                  <a:gd name="connsiteX30-6991" fmla="*/ 5437 w 6642"/>
                  <a:gd name="connsiteY30-6992" fmla="*/ 243 h 5728"/>
                  <a:gd name="connsiteX31-6993" fmla="*/ 5507 w 6642"/>
                  <a:gd name="connsiteY31-6994" fmla="*/ 301 h 5728"/>
                  <a:gd name="connsiteX32-6995" fmla="*/ 5621 w 6642"/>
                  <a:gd name="connsiteY32-6996" fmla="*/ 366 h 5728"/>
                  <a:gd name="connsiteX33-6997" fmla="*/ 5641 w 6642"/>
                  <a:gd name="connsiteY33-6998" fmla="*/ 255 h 5728"/>
                  <a:gd name="connsiteX34-6999" fmla="*/ 5775 w 6642"/>
                  <a:gd name="connsiteY34-7000" fmla="*/ 291 h 5728"/>
                  <a:gd name="connsiteX35-7001" fmla="*/ 5800 w 6642"/>
                  <a:gd name="connsiteY35-7002" fmla="*/ 331 h 5728"/>
                  <a:gd name="connsiteX36-7003" fmla="*/ 5876 w 6642"/>
                  <a:gd name="connsiteY36-7004" fmla="*/ 562 h 5728"/>
                  <a:gd name="connsiteX37-7005" fmla="*/ 5911 w 6642"/>
                  <a:gd name="connsiteY37-7006" fmla="*/ 586 h 5728"/>
                  <a:gd name="connsiteX38-7007" fmla="*/ 6003 w 6642"/>
                  <a:gd name="connsiteY38-7008" fmla="*/ 578 h 5728"/>
                  <a:gd name="connsiteX39-7009" fmla="*/ 6263 w 6642"/>
                  <a:gd name="connsiteY39-7010" fmla="*/ 490 h 5728"/>
                  <a:gd name="connsiteX40-7011" fmla="*/ 6483 w 6642"/>
                  <a:gd name="connsiteY40-7012" fmla="*/ 479 h 5728"/>
                  <a:gd name="connsiteX41-7013" fmla="*/ 6543 w 6642"/>
                  <a:gd name="connsiteY41-7014" fmla="*/ 648 h 5728"/>
                  <a:gd name="connsiteX42-7015" fmla="*/ 6461 w 6642"/>
                  <a:gd name="connsiteY42-7016" fmla="*/ 944 h 5728"/>
                  <a:gd name="connsiteX43-7017" fmla="*/ 6461 w 6642"/>
                  <a:gd name="connsiteY43-7018" fmla="*/ 1022 h 5728"/>
                  <a:gd name="connsiteX44-7019" fmla="*/ 6530 w 6642"/>
                  <a:gd name="connsiteY44-7020" fmla="*/ 1168 h 5728"/>
                  <a:gd name="connsiteX45-7021" fmla="*/ 6545 w 6642"/>
                  <a:gd name="connsiteY45-7022" fmla="*/ 1427 h 5728"/>
                  <a:gd name="connsiteX46-7023" fmla="*/ 6547 w 6642"/>
                  <a:gd name="connsiteY46-7024" fmla="*/ 1617 h 5728"/>
                  <a:gd name="connsiteX47-7025" fmla="*/ 6480 w 6642"/>
                  <a:gd name="connsiteY47-7026" fmla="*/ 1625 h 5728"/>
                  <a:gd name="connsiteX48-7027" fmla="*/ 6458 w 6642"/>
                  <a:gd name="connsiteY48-7028" fmla="*/ 1507 h 5728"/>
                  <a:gd name="connsiteX49-7029" fmla="*/ 6423 w 6642"/>
                  <a:gd name="connsiteY49-7030" fmla="*/ 1450 h 5728"/>
                  <a:gd name="connsiteX50-7031" fmla="*/ 6333 w 6642"/>
                  <a:gd name="connsiteY50-7032" fmla="*/ 1582 h 5728"/>
                  <a:gd name="connsiteX51-7033" fmla="*/ 6220 w 6642"/>
                  <a:gd name="connsiteY51-7034" fmla="*/ 1776 h 5728"/>
                  <a:gd name="connsiteX52-7035" fmla="*/ 6101 w 6642"/>
                  <a:gd name="connsiteY52-7036" fmla="*/ 1904 h 5728"/>
                  <a:gd name="connsiteX53-7037" fmla="*/ 6094 w 6642"/>
                  <a:gd name="connsiteY53-7038" fmla="*/ 2018 h 5728"/>
                  <a:gd name="connsiteX54-7039" fmla="*/ 6154 w 6642"/>
                  <a:gd name="connsiteY54-7040" fmla="*/ 2115 h 5728"/>
                  <a:gd name="connsiteX55-7041" fmla="*/ 6256 w 6642"/>
                  <a:gd name="connsiteY55-7042" fmla="*/ 2183 h 5728"/>
                  <a:gd name="connsiteX56-7043" fmla="*/ 6333 w 6642"/>
                  <a:gd name="connsiteY56-7044" fmla="*/ 2178 h 5728"/>
                  <a:gd name="connsiteX57-7045" fmla="*/ 6378 w 6642"/>
                  <a:gd name="connsiteY57-7046" fmla="*/ 2104 h 5728"/>
                  <a:gd name="connsiteX58-7047" fmla="*/ 6412 w 6642"/>
                  <a:gd name="connsiteY58-7048" fmla="*/ 2210 h 5728"/>
                  <a:gd name="connsiteX59-7049" fmla="*/ 6300 w 6642"/>
                  <a:gd name="connsiteY59-7050" fmla="*/ 2249 h 5728"/>
                  <a:gd name="connsiteX60-7051" fmla="*/ 6347 w 6642"/>
                  <a:gd name="connsiteY60-7052" fmla="*/ 2362 h 5728"/>
                  <a:gd name="connsiteX61-7053" fmla="*/ 6212 w 6642"/>
                  <a:gd name="connsiteY61-7054" fmla="*/ 2509 h 5728"/>
                  <a:gd name="connsiteX62-7055" fmla="*/ 6171 w 6642"/>
                  <a:gd name="connsiteY62-7056" fmla="*/ 2498 h 5728"/>
                  <a:gd name="connsiteX63-7057" fmla="*/ 6047 w 6642"/>
                  <a:gd name="connsiteY63-7058" fmla="*/ 2413 h 5728"/>
                  <a:gd name="connsiteX64-7059" fmla="*/ 5992 w 6642"/>
                  <a:gd name="connsiteY64-7060" fmla="*/ 2412 h 5728"/>
                  <a:gd name="connsiteX65-7061" fmla="*/ 5957 w 6642"/>
                  <a:gd name="connsiteY65-7062" fmla="*/ 2480 h 5728"/>
                  <a:gd name="connsiteX66-7063" fmla="*/ 5960 w 6642"/>
                  <a:gd name="connsiteY66-7064" fmla="*/ 2562 h 5728"/>
                  <a:gd name="connsiteX67-7065" fmla="*/ 6138 w 6642"/>
                  <a:gd name="connsiteY67-7066" fmla="*/ 2730 h 5728"/>
                  <a:gd name="connsiteX68-7067" fmla="*/ 6137 w 6642"/>
                  <a:gd name="connsiteY68-7068" fmla="*/ 2844 h 5728"/>
                  <a:gd name="connsiteX69-7069" fmla="*/ 6228 w 6642"/>
                  <a:gd name="connsiteY69-7070" fmla="*/ 3060 h 5728"/>
                  <a:gd name="connsiteX70-7071" fmla="*/ 6254 w 6642"/>
                  <a:gd name="connsiteY70-7072" fmla="*/ 3090 h 5728"/>
                  <a:gd name="connsiteX71-7073" fmla="*/ 6298 w 6642"/>
                  <a:gd name="connsiteY71-7074" fmla="*/ 3094 h 5728"/>
                  <a:gd name="connsiteX72-7075" fmla="*/ 6344 w 6642"/>
                  <a:gd name="connsiteY72-7076" fmla="*/ 3010 h 5728"/>
                  <a:gd name="connsiteX73-7077" fmla="*/ 6424 w 6642"/>
                  <a:gd name="connsiteY73-7078" fmla="*/ 2950 h 5728"/>
                  <a:gd name="connsiteX74-7079" fmla="*/ 6519 w 6642"/>
                  <a:gd name="connsiteY74-7080" fmla="*/ 3126 h 5728"/>
                  <a:gd name="connsiteX75-7081" fmla="*/ 6629 w 6642"/>
                  <a:gd name="connsiteY75-7082" fmla="*/ 3312 h 5728"/>
                  <a:gd name="connsiteX76-7083" fmla="*/ 6642 w 6642"/>
                  <a:gd name="connsiteY76-7084" fmla="*/ 3342 h 5728"/>
                  <a:gd name="connsiteX77-7085" fmla="*/ 6631 w 6642"/>
                  <a:gd name="connsiteY77-7086" fmla="*/ 3518 h 5728"/>
                  <a:gd name="connsiteX78-7087" fmla="*/ 6596 w 6642"/>
                  <a:gd name="connsiteY78-7088" fmla="*/ 3554 h 5728"/>
                  <a:gd name="connsiteX79-7089" fmla="*/ 6507 w 6642"/>
                  <a:gd name="connsiteY79-7090" fmla="*/ 3515 h 5728"/>
                  <a:gd name="connsiteX80-7091" fmla="*/ 6273 w 6642"/>
                  <a:gd name="connsiteY80-7092" fmla="*/ 3644 h 5728"/>
                  <a:gd name="connsiteX81-7093" fmla="*/ 6247 w 6642"/>
                  <a:gd name="connsiteY81-7094" fmla="*/ 3666 h 5728"/>
                  <a:gd name="connsiteX82-7095" fmla="*/ 6067 w 6642"/>
                  <a:gd name="connsiteY82-7096" fmla="*/ 3812 h 5728"/>
                  <a:gd name="connsiteX83-7097" fmla="*/ 5926 w 6642"/>
                  <a:gd name="connsiteY83-7098" fmla="*/ 3926 h 5728"/>
                  <a:gd name="connsiteX84-7099" fmla="*/ 5891 w 6642"/>
                  <a:gd name="connsiteY84-7100" fmla="*/ 3965 h 5728"/>
                  <a:gd name="connsiteX85-7101" fmla="*/ 5839 w 6642"/>
                  <a:gd name="connsiteY85-7102" fmla="*/ 3973 h 5728"/>
                  <a:gd name="connsiteX86-7103" fmla="*/ 5782 w 6642"/>
                  <a:gd name="connsiteY86-7104" fmla="*/ 3916 h 5728"/>
                  <a:gd name="connsiteX87-7105" fmla="*/ 5658 w 6642"/>
                  <a:gd name="connsiteY87-7106" fmla="*/ 3808 h 5728"/>
                  <a:gd name="connsiteX88-7107" fmla="*/ 5682 w 6642"/>
                  <a:gd name="connsiteY88-7108" fmla="*/ 4064 h 5728"/>
                  <a:gd name="connsiteX89-7109" fmla="*/ 5691 w 6642"/>
                  <a:gd name="connsiteY89-7110" fmla="*/ 4192 h 5728"/>
                  <a:gd name="connsiteX90-7111" fmla="*/ 5429 w 6642"/>
                  <a:gd name="connsiteY90-7112" fmla="*/ 4166 h 5728"/>
                  <a:gd name="connsiteX91-7113" fmla="*/ 5347 w 6642"/>
                  <a:gd name="connsiteY91-7114" fmla="*/ 3987 h 5728"/>
                  <a:gd name="connsiteX92-7115" fmla="*/ 5265 w 6642"/>
                  <a:gd name="connsiteY92-7116" fmla="*/ 3802 h 5728"/>
                  <a:gd name="connsiteX93-7117" fmla="*/ 4282 w 6642"/>
                  <a:gd name="connsiteY93-7118" fmla="*/ 4193 h 5728"/>
                  <a:gd name="connsiteX94-7119" fmla="*/ 4260 w 6642"/>
                  <a:gd name="connsiteY94-7120" fmla="*/ 4238 h 5728"/>
                  <a:gd name="connsiteX95-7121" fmla="*/ 4231 w 6642"/>
                  <a:gd name="connsiteY95-7122" fmla="*/ 4250 h 5728"/>
                  <a:gd name="connsiteX96-7123" fmla="*/ 4230 w 6642"/>
                  <a:gd name="connsiteY96-7124" fmla="*/ 4427 h 5728"/>
                  <a:gd name="connsiteX97-7125" fmla="*/ 4290 w 6642"/>
                  <a:gd name="connsiteY97-7126" fmla="*/ 4504 h 5728"/>
                  <a:gd name="connsiteX98-7127" fmla="*/ 4293 w 6642"/>
                  <a:gd name="connsiteY98-7128" fmla="*/ 4556 h 5728"/>
                  <a:gd name="connsiteX99-7129" fmla="*/ 4257 w 6642"/>
                  <a:gd name="connsiteY99-7130" fmla="*/ 4614 h 5728"/>
                  <a:gd name="connsiteX100-7131" fmla="*/ 3992 w 6642"/>
                  <a:gd name="connsiteY100-7132" fmla="*/ 4680 h 5728"/>
                  <a:gd name="connsiteX101-7133" fmla="*/ 3857 w 6642"/>
                  <a:gd name="connsiteY101-7134" fmla="*/ 4739 h 5728"/>
                  <a:gd name="connsiteX102-7135" fmla="*/ 3815 w 6642"/>
                  <a:gd name="connsiteY102-7136" fmla="*/ 4777 h 5728"/>
                  <a:gd name="connsiteX103-7137" fmla="*/ 3616 w 6642"/>
                  <a:gd name="connsiteY103-7138" fmla="*/ 5021 h 5728"/>
                  <a:gd name="connsiteX104-7139" fmla="*/ 3543 w 6642"/>
                  <a:gd name="connsiteY104-7140" fmla="*/ 4970 h 5728"/>
                  <a:gd name="connsiteX105-7141" fmla="*/ 3460 w 6642"/>
                  <a:gd name="connsiteY105-7142" fmla="*/ 4971 h 5728"/>
                  <a:gd name="connsiteX106-7143" fmla="*/ 3424 w 6642"/>
                  <a:gd name="connsiteY106-7144" fmla="*/ 5045 h 5728"/>
                  <a:gd name="connsiteX107-7145" fmla="*/ 3313 w 6642"/>
                  <a:gd name="connsiteY107-7146" fmla="*/ 5000 h 5728"/>
                  <a:gd name="connsiteX108-7147" fmla="*/ 3235 w 6642"/>
                  <a:gd name="connsiteY108-7148" fmla="*/ 5109 h 5728"/>
                  <a:gd name="connsiteX109-7149" fmla="*/ 3013 w 6642"/>
                  <a:gd name="connsiteY109-7150" fmla="*/ 5349 h 5728"/>
                  <a:gd name="connsiteX110-7151" fmla="*/ 2993 w 6642"/>
                  <a:gd name="connsiteY110-7152" fmla="*/ 5516 h 5728"/>
                  <a:gd name="connsiteX111-7153" fmla="*/ 2976 w 6642"/>
                  <a:gd name="connsiteY111-7154" fmla="*/ 5659 h 5728"/>
                  <a:gd name="connsiteX112-7155" fmla="*/ 2960 w 6642"/>
                  <a:gd name="connsiteY112-7156" fmla="*/ 5669 h 5728"/>
                  <a:gd name="connsiteX113-7157" fmla="*/ 2638 w 6642"/>
                  <a:gd name="connsiteY113-7158" fmla="*/ 5621 h 5728"/>
                  <a:gd name="connsiteX114-7159" fmla="*/ 2536 w 6642"/>
                  <a:gd name="connsiteY114-7160" fmla="*/ 5566 h 5728"/>
                  <a:gd name="connsiteX115-7161" fmla="*/ 2482 w 6642"/>
                  <a:gd name="connsiteY115-7162" fmla="*/ 5503 h 5728"/>
                  <a:gd name="connsiteX116-7163" fmla="*/ 2377 w 6642"/>
                  <a:gd name="connsiteY116-7164" fmla="*/ 5477 h 5728"/>
                  <a:gd name="connsiteX117-7165" fmla="*/ 2377 w 6642"/>
                  <a:gd name="connsiteY117-7166" fmla="*/ 5379 h 5728"/>
                  <a:gd name="connsiteX118-7167" fmla="*/ 2481 w 6642"/>
                  <a:gd name="connsiteY118-7168" fmla="*/ 5149 h 5728"/>
                  <a:gd name="connsiteX119-7169" fmla="*/ 2341 w 6642"/>
                  <a:gd name="connsiteY119-7170" fmla="*/ 5070 h 5728"/>
                  <a:gd name="connsiteX120-7171" fmla="*/ 2299 w 6642"/>
                  <a:gd name="connsiteY120-7172" fmla="*/ 5095 h 5728"/>
                  <a:gd name="connsiteX121-7173" fmla="*/ 2209 w 6642"/>
                  <a:gd name="connsiteY121-7174" fmla="*/ 5214 h 5728"/>
                  <a:gd name="connsiteX122-7175" fmla="*/ 2177 w 6642"/>
                  <a:gd name="connsiteY122-7176" fmla="*/ 5276 h 5728"/>
                  <a:gd name="connsiteX123-7177" fmla="*/ 2115 w 6642"/>
                  <a:gd name="connsiteY123-7178" fmla="*/ 5386 h 5728"/>
                  <a:gd name="connsiteX124-7179" fmla="*/ 2121 w 6642"/>
                  <a:gd name="connsiteY124-7180" fmla="*/ 5510 h 5728"/>
                  <a:gd name="connsiteX125-7181" fmla="*/ 2082 w 6642"/>
                  <a:gd name="connsiteY125-7182" fmla="*/ 5558 h 5728"/>
                  <a:gd name="connsiteX126-7183" fmla="*/ 1951 w 6642"/>
                  <a:gd name="connsiteY126-7184" fmla="*/ 5617 h 5728"/>
                  <a:gd name="connsiteX127-7185" fmla="*/ 1785 w 6642"/>
                  <a:gd name="connsiteY127-7186" fmla="*/ 5649 h 5728"/>
                  <a:gd name="connsiteX128-7187" fmla="*/ 1682 w 6642"/>
                  <a:gd name="connsiteY128-7188" fmla="*/ 5728 h 5728"/>
                  <a:gd name="connsiteX129-7189" fmla="*/ 1568 w 6642"/>
                  <a:gd name="connsiteY129-7190" fmla="*/ 5611 h 5728"/>
                  <a:gd name="connsiteX130-7191" fmla="*/ 1508 w 6642"/>
                  <a:gd name="connsiteY130-7192" fmla="*/ 5485 h 5728"/>
                  <a:gd name="connsiteX131-7193" fmla="*/ 1630 w 6642"/>
                  <a:gd name="connsiteY131-7194" fmla="*/ 5242 h 5728"/>
                  <a:gd name="connsiteX132-7195" fmla="*/ 1685 w 6642"/>
                  <a:gd name="connsiteY132-7196" fmla="*/ 5195 h 5728"/>
                  <a:gd name="connsiteX133-7197" fmla="*/ 1730 w 6642"/>
                  <a:gd name="connsiteY133-7198" fmla="*/ 5120 h 5728"/>
                  <a:gd name="connsiteX134-7199" fmla="*/ 1727 w 6642"/>
                  <a:gd name="connsiteY134-7200" fmla="*/ 5071 h 5728"/>
                  <a:gd name="connsiteX135-7201" fmla="*/ 1530 w 6642"/>
                  <a:gd name="connsiteY135-7202" fmla="*/ 5007 h 5728"/>
                  <a:gd name="connsiteX136-7203" fmla="*/ 1459 w 6642"/>
                  <a:gd name="connsiteY136-7204" fmla="*/ 5064 h 5728"/>
                  <a:gd name="connsiteX137-7205" fmla="*/ 1353 w 6642"/>
                  <a:gd name="connsiteY137-7206" fmla="*/ 5111 h 5728"/>
                  <a:gd name="connsiteX138-7207" fmla="*/ 1290 w 6642"/>
                  <a:gd name="connsiteY138-7208" fmla="*/ 5063 h 5728"/>
                  <a:gd name="connsiteX139-7209" fmla="*/ 1052 w 6642"/>
                  <a:gd name="connsiteY139-7210" fmla="*/ 5254 h 5728"/>
                  <a:gd name="connsiteX140-7211" fmla="*/ 924 w 6642"/>
                  <a:gd name="connsiteY140-7212" fmla="*/ 5231 h 5728"/>
                  <a:gd name="connsiteX141-7213" fmla="*/ 813 w 6642"/>
                  <a:gd name="connsiteY141-7214" fmla="*/ 5097 h 5728"/>
                  <a:gd name="connsiteX142-7215" fmla="*/ 683 w 6642"/>
                  <a:gd name="connsiteY142-7216" fmla="*/ 4930 h 5728"/>
                  <a:gd name="connsiteX143-7217" fmla="*/ 572 w 6642"/>
                  <a:gd name="connsiteY143-7218" fmla="*/ 4806 h 5728"/>
                  <a:gd name="connsiteX144-7219" fmla="*/ 505 w 6642"/>
                  <a:gd name="connsiteY144-7220" fmla="*/ 4788 h 5728"/>
                  <a:gd name="connsiteX145-7221" fmla="*/ 640 w 6642"/>
                  <a:gd name="connsiteY145-7222" fmla="*/ 4631 h 5728"/>
                  <a:gd name="connsiteX146-7223" fmla="*/ 683 w 6642"/>
                  <a:gd name="connsiteY146-7224" fmla="*/ 4541 h 5728"/>
                  <a:gd name="connsiteX147-7225" fmla="*/ 651 w 6642"/>
                  <a:gd name="connsiteY147-7226" fmla="*/ 4438 h 5728"/>
                  <a:gd name="connsiteX148-7227" fmla="*/ 277 w 6642"/>
                  <a:gd name="connsiteY148-7228" fmla="*/ 4491 h 5728"/>
                  <a:gd name="connsiteX149-7229" fmla="*/ 187 w 6642"/>
                  <a:gd name="connsiteY149-7230" fmla="*/ 4518 h 5728"/>
                  <a:gd name="connsiteX150-7231" fmla="*/ 195 w 6642"/>
                  <a:gd name="connsiteY150-7232" fmla="*/ 4384 h 5728"/>
                  <a:gd name="connsiteX151-7233" fmla="*/ 147 w 6642"/>
                  <a:gd name="connsiteY151-7234" fmla="*/ 4318 h 5728"/>
                  <a:gd name="connsiteX152-7235" fmla="*/ 39 w 6642"/>
                  <a:gd name="connsiteY152-7236" fmla="*/ 4220 h 5728"/>
                  <a:gd name="connsiteX153-7237" fmla="*/ 75 w 6642"/>
                  <a:gd name="connsiteY153-7238" fmla="*/ 4093 h 5728"/>
                  <a:gd name="connsiteX154-7239" fmla="*/ 63 w 6642"/>
                  <a:gd name="connsiteY154-7240" fmla="*/ 3929 h 5728"/>
                  <a:gd name="connsiteX155-7241" fmla="*/ 0 w 6642"/>
                  <a:gd name="connsiteY155-7242" fmla="*/ 3842 h 5728"/>
                  <a:gd name="connsiteX156-7243" fmla="*/ 0 w 6642"/>
                  <a:gd name="connsiteY156-7244" fmla="*/ 3737 h 5728"/>
                  <a:gd name="connsiteX157-7245" fmla="*/ 303 w 6642"/>
                  <a:gd name="connsiteY157-7246" fmla="*/ 3824 h 5728"/>
                  <a:gd name="connsiteX158-7247" fmla="*/ 830 w 6642"/>
                  <a:gd name="connsiteY158-7248" fmla="*/ 3840 h 5728"/>
                  <a:gd name="connsiteX159-7249" fmla="*/ 1044 w 6642"/>
                  <a:gd name="connsiteY159-7250" fmla="*/ 3908 h 5728"/>
                  <a:gd name="connsiteX160-7251" fmla="*/ 1213 w 6642"/>
                  <a:gd name="connsiteY160-7252" fmla="*/ 4053 h 5728"/>
                  <a:gd name="connsiteX161-7253" fmla="*/ 1257 w 6642"/>
                  <a:gd name="connsiteY161-7254" fmla="*/ 4077 h 5728"/>
                  <a:gd name="connsiteX162-7255" fmla="*/ 1417 w 6642"/>
                  <a:gd name="connsiteY162-7256" fmla="*/ 4107 h 5728"/>
                  <a:gd name="connsiteX163-7257" fmla="*/ 1487 w 6642"/>
                  <a:gd name="connsiteY163-7258" fmla="*/ 4158 h 5728"/>
                  <a:gd name="connsiteX164-7259" fmla="*/ 1688 w 6642"/>
                  <a:gd name="connsiteY164-7260" fmla="*/ 4229 h 5728"/>
                  <a:gd name="connsiteX165-7261" fmla="*/ 1904 w 6642"/>
                  <a:gd name="connsiteY165-7262" fmla="*/ 4309 h 5728"/>
                  <a:gd name="connsiteX166-7263" fmla="*/ 2068 w 6642"/>
                  <a:gd name="connsiteY166-7264" fmla="*/ 4212 h 5728"/>
                  <a:gd name="connsiteX167-7265" fmla="*/ 2267 w 6642"/>
                  <a:gd name="connsiteY167-7266" fmla="*/ 4125 h 5728"/>
                  <a:gd name="connsiteX168-7267" fmla="*/ 2363 w 6642"/>
                  <a:gd name="connsiteY168-7268" fmla="*/ 4075 h 5728"/>
                  <a:gd name="connsiteX169-7269" fmla="*/ 2539 w 6642"/>
                  <a:gd name="connsiteY169-7270" fmla="*/ 3995 h 5728"/>
                  <a:gd name="connsiteX170-7271" fmla="*/ 2721 w 6642"/>
                  <a:gd name="connsiteY170-7272" fmla="*/ 3970 h 5728"/>
                  <a:gd name="connsiteX171-7273" fmla="*/ 3073 w 6642"/>
                  <a:gd name="connsiteY171-7274" fmla="*/ 3979 h 5728"/>
                  <a:gd name="connsiteX172-7275" fmla="*/ 3416 w 6642"/>
                  <a:gd name="connsiteY172-7276" fmla="*/ 3722 h 5728"/>
                  <a:gd name="connsiteX173-7277" fmla="*/ 3519 w 6642"/>
                  <a:gd name="connsiteY173-7278" fmla="*/ 3636 h 5728"/>
                  <a:gd name="connsiteX174-7279" fmla="*/ 3609 w 6642"/>
                  <a:gd name="connsiteY174-7280" fmla="*/ 3563 h 5728"/>
                  <a:gd name="connsiteX175-7281" fmla="*/ 3705 w 6642"/>
                  <a:gd name="connsiteY175-7282" fmla="*/ 3503 h 5728"/>
                  <a:gd name="connsiteX176-7283" fmla="*/ 3702 w 6642"/>
                  <a:gd name="connsiteY176-7284" fmla="*/ 3422 h 5728"/>
                  <a:gd name="connsiteX177-7285" fmla="*/ 3597 w 6642"/>
                  <a:gd name="connsiteY177-7286" fmla="*/ 3317 h 5728"/>
                  <a:gd name="connsiteX178-7287" fmla="*/ 3582 w 6642"/>
                  <a:gd name="connsiteY178-7288" fmla="*/ 3252 h 5728"/>
                  <a:gd name="connsiteX179-7289" fmla="*/ 3692 w 6642"/>
                  <a:gd name="connsiteY179-7290" fmla="*/ 3012 h 5728"/>
                  <a:gd name="connsiteX180-7291" fmla="*/ 3835 w 6642"/>
                  <a:gd name="connsiteY180-7292" fmla="*/ 3094 h 5728"/>
                  <a:gd name="connsiteX181-7293" fmla="*/ 3915 w 6642"/>
                  <a:gd name="connsiteY181-7294" fmla="*/ 3122 h 5728"/>
                  <a:gd name="connsiteX182-7295" fmla="*/ 3998 w 6642"/>
                  <a:gd name="connsiteY182-7296" fmla="*/ 3124 h 5728"/>
                  <a:gd name="connsiteX0-7297" fmla="*/ 5456 w 6642"/>
                  <a:gd name="connsiteY0-7298" fmla="*/ 2333 h 5728"/>
                  <a:gd name="connsiteX1-7299" fmla="*/ 5454 w 6642"/>
                  <a:gd name="connsiteY1-7300" fmla="*/ 2117 h 5728"/>
                  <a:gd name="connsiteX2-7301" fmla="*/ 5378 w 6642"/>
                  <a:gd name="connsiteY2-7302" fmla="*/ 2039 h 5728"/>
                  <a:gd name="connsiteX3-7303" fmla="*/ 5235 w 6642"/>
                  <a:gd name="connsiteY3-7304" fmla="*/ 1951 h 5728"/>
                  <a:gd name="connsiteX4-7305" fmla="*/ 5143 w 6642"/>
                  <a:gd name="connsiteY4-7306" fmla="*/ 1827 h 5728"/>
                  <a:gd name="connsiteX5-7307" fmla="*/ 5047 w 6642"/>
                  <a:gd name="connsiteY5-7308" fmla="*/ 1828 h 5728"/>
                  <a:gd name="connsiteX6-7309" fmla="*/ 5002 w 6642"/>
                  <a:gd name="connsiteY6-7310" fmla="*/ 1883 h 5728"/>
                  <a:gd name="connsiteX7-7311" fmla="*/ 4909 w 6642"/>
                  <a:gd name="connsiteY7-7312" fmla="*/ 1877 h 5728"/>
                  <a:gd name="connsiteX8-7313" fmla="*/ 4889 w 6642"/>
                  <a:gd name="connsiteY8-7314" fmla="*/ 1994 h 5728"/>
                  <a:gd name="connsiteX9-7315" fmla="*/ 4708 w 6642"/>
                  <a:gd name="connsiteY9-7316" fmla="*/ 1941 h 5728"/>
                  <a:gd name="connsiteX10-7317" fmla="*/ 4625 w 6642"/>
                  <a:gd name="connsiteY10-7318" fmla="*/ 1939 h 5728"/>
                  <a:gd name="connsiteX11-7319" fmla="*/ 4500 w 6642"/>
                  <a:gd name="connsiteY11-7320" fmla="*/ 2014 h 5728"/>
                  <a:gd name="connsiteX12-7321" fmla="*/ 4388 w 6642"/>
                  <a:gd name="connsiteY12-7322" fmla="*/ 1890 h 5728"/>
                  <a:gd name="connsiteX13-7323" fmla="*/ 4482 w 6642"/>
                  <a:gd name="connsiteY13-7324" fmla="*/ 1804 h 5728"/>
                  <a:gd name="connsiteX14-7325" fmla="*/ 4486 w 6642"/>
                  <a:gd name="connsiteY14-7326" fmla="*/ 1634 h 5728"/>
                  <a:gd name="connsiteX15-7327" fmla="*/ 4541 w 6642"/>
                  <a:gd name="connsiteY15-7328" fmla="*/ 1514 h 5728"/>
                  <a:gd name="connsiteX16-7329" fmla="*/ 4584 w 6642"/>
                  <a:gd name="connsiteY16-7330" fmla="*/ 1306 h 5728"/>
                  <a:gd name="connsiteX17-7331" fmla="*/ 4644 w 6642"/>
                  <a:gd name="connsiteY17-7332" fmla="*/ 1307 h 5728"/>
                  <a:gd name="connsiteX18-7333" fmla="*/ 4967 w 6642"/>
                  <a:gd name="connsiteY18-7334" fmla="*/ 1286 h 5728"/>
                  <a:gd name="connsiteX19-7335" fmla="*/ 5141 w 6642"/>
                  <a:gd name="connsiteY19-7336" fmla="*/ 1117 h 5728"/>
                  <a:gd name="connsiteX20-7337" fmla="*/ 5210 w 6642"/>
                  <a:gd name="connsiteY20-7338" fmla="*/ 748 h 5728"/>
                  <a:gd name="connsiteX21-7339" fmla="*/ 5320 w 6642"/>
                  <a:gd name="connsiteY21-7340" fmla="*/ 486 h 5728"/>
                  <a:gd name="connsiteX22-7341" fmla="*/ 5318 w 6642"/>
                  <a:gd name="connsiteY22-7342" fmla="*/ 358 h 5728"/>
                  <a:gd name="connsiteX23-7343" fmla="*/ 5305 w 6642"/>
                  <a:gd name="connsiteY23-7344" fmla="*/ 328 h 5728"/>
                  <a:gd name="connsiteX24-7345" fmla="*/ 5238 w 6642"/>
                  <a:gd name="connsiteY24-7346" fmla="*/ 251 h 5728"/>
                  <a:gd name="connsiteX25-7347" fmla="*/ 5178 w 6642"/>
                  <a:gd name="connsiteY25-7348" fmla="*/ 217 h 5728"/>
                  <a:gd name="connsiteX26-7349" fmla="*/ 5303 w 6642"/>
                  <a:gd name="connsiteY26-7350" fmla="*/ 56 h 5728"/>
                  <a:gd name="connsiteX27-7351" fmla="*/ 5476 w 6642"/>
                  <a:gd name="connsiteY27-7352" fmla="*/ 2 h 5728"/>
                  <a:gd name="connsiteX28-7353" fmla="*/ 5508 w 6642"/>
                  <a:gd name="connsiteY28-7354" fmla="*/ 49 h 5728"/>
                  <a:gd name="connsiteX29-7355" fmla="*/ 5498 w 6642"/>
                  <a:gd name="connsiteY29-7356" fmla="*/ 133 h 5728"/>
                  <a:gd name="connsiteX30-7357" fmla="*/ 5437 w 6642"/>
                  <a:gd name="connsiteY30-7358" fmla="*/ 243 h 5728"/>
                  <a:gd name="connsiteX31-7359" fmla="*/ 5507 w 6642"/>
                  <a:gd name="connsiteY31-7360" fmla="*/ 301 h 5728"/>
                  <a:gd name="connsiteX32-7361" fmla="*/ 5621 w 6642"/>
                  <a:gd name="connsiteY32-7362" fmla="*/ 366 h 5728"/>
                  <a:gd name="connsiteX33-7363" fmla="*/ 5641 w 6642"/>
                  <a:gd name="connsiteY33-7364" fmla="*/ 255 h 5728"/>
                  <a:gd name="connsiteX34-7365" fmla="*/ 5775 w 6642"/>
                  <a:gd name="connsiteY34-7366" fmla="*/ 291 h 5728"/>
                  <a:gd name="connsiteX35-7367" fmla="*/ 5800 w 6642"/>
                  <a:gd name="connsiteY35-7368" fmla="*/ 331 h 5728"/>
                  <a:gd name="connsiteX36-7369" fmla="*/ 5876 w 6642"/>
                  <a:gd name="connsiteY36-7370" fmla="*/ 562 h 5728"/>
                  <a:gd name="connsiteX37-7371" fmla="*/ 5911 w 6642"/>
                  <a:gd name="connsiteY37-7372" fmla="*/ 586 h 5728"/>
                  <a:gd name="connsiteX38-7373" fmla="*/ 6003 w 6642"/>
                  <a:gd name="connsiteY38-7374" fmla="*/ 578 h 5728"/>
                  <a:gd name="connsiteX39-7375" fmla="*/ 6263 w 6642"/>
                  <a:gd name="connsiteY39-7376" fmla="*/ 490 h 5728"/>
                  <a:gd name="connsiteX40-7377" fmla="*/ 6483 w 6642"/>
                  <a:gd name="connsiteY40-7378" fmla="*/ 479 h 5728"/>
                  <a:gd name="connsiteX41-7379" fmla="*/ 6543 w 6642"/>
                  <a:gd name="connsiteY41-7380" fmla="*/ 648 h 5728"/>
                  <a:gd name="connsiteX42-7381" fmla="*/ 6461 w 6642"/>
                  <a:gd name="connsiteY42-7382" fmla="*/ 944 h 5728"/>
                  <a:gd name="connsiteX43-7383" fmla="*/ 6461 w 6642"/>
                  <a:gd name="connsiteY43-7384" fmla="*/ 1022 h 5728"/>
                  <a:gd name="connsiteX44-7385" fmla="*/ 6530 w 6642"/>
                  <a:gd name="connsiteY44-7386" fmla="*/ 1168 h 5728"/>
                  <a:gd name="connsiteX45-7387" fmla="*/ 6545 w 6642"/>
                  <a:gd name="connsiteY45-7388" fmla="*/ 1427 h 5728"/>
                  <a:gd name="connsiteX46-7389" fmla="*/ 6547 w 6642"/>
                  <a:gd name="connsiteY46-7390" fmla="*/ 1617 h 5728"/>
                  <a:gd name="connsiteX47-7391" fmla="*/ 6480 w 6642"/>
                  <a:gd name="connsiteY47-7392" fmla="*/ 1625 h 5728"/>
                  <a:gd name="connsiteX48-7393" fmla="*/ 6458 w 6642"/>
                  <a:gd name="connsiteY48-7394" fmla="*/ 1507 h 5728"/>
                  <a:gd name="connsiteX49-7395" fmla="*/ 6423 w 6642"/>
                  <a:gd name="connsiteY49-7396" fmla="*/ 1450 h 5728"/>
                  <a:gd name="connsiteX50-7397" fmla="*/ 6333 w 6642"/>
                  <a:gd name="connsiteY50-7398" fmla="*/ 1582 h 5728"/>
                  <a:gd name="connsiteX51-7399" fmla="*/ 6220 w 6642"/>
                  <a:gd name="connsiteY51-7400" fmla="*/ 1776 h 5728"/>
                  <a:gd name="connsiteX52-7401" fmla="*/ 6101 w 6642"/>
                  <a:gd name="connsiteY52-7402" fmla="*/ 1904 h 5728"/>
                  <a:gd name="connsiteX53-7403" fmla="*/ 6094 w 6642"/>
                  <a:gd name="connsiteY53-7404" fmla="*/ 2018 h 5728"/>
                  <a:gd name="connsiteX54-7405" fmla="*/ 6154 w 6642"/>
                  <a:gd name="connsiteY54-7406" fmla="*/ 2115 h 5728"/>
                  <a:gd name="connsiteX55-7407" fmla="*/ 6256 w 6642"/>
                  <a:gd name="connsiteY55-7408" fmla="*/ 2183 h 5728"/>
                  <a:gd name="connsiteX56-7409" fmla="*/ 6333 w 6642"/>
                  <a:gd name="connsiteY56-7410" fmla="*/ 2178 h 5728"/>
                  <a:gd name="connsiteX57-7411" fmla="*/ 6378 w 6642"/>
                  <a:gd name="connsiteY57-7412" fmla="*/ 2104 h 5728"/>
                  <a:gd name="connsiteX58-7413" fmla="*/ 6412 w 6642"/>
                  <a:gd name="connsiteY58-7414" fmla="*/ 2210 h 5728"/>
                  <a:gd name="connsiteX59-7415" fmla="*/ 6300 w 6642"/>
                  <a:gd name="connsiteY59-7416" fmla="*/ 2249 h 5728"/>
                  <a:gd name="connsiteX60-7417" fmla="*/ 6347 w 6642"/>
                  <a:gd name="connsiteY60-7418" fmla="*/ 2362 h 5728"/>
                  <a:gd name="connsiteX61-7419" fmla="*/ 6212 w 6642"/>
                  <a:gd name="connsiteY61-7420" fmla="*/ 2509 h 5728"/>
                  <a:gd name="connsiteX62-7421" fmla="*/ 6171 w 6642"/>
                  <a:gd name="connsiteY62-7422" fmla="*/ 2498 h 5728"/>
                  <a:gd name="connsiteX63-7423" fmla="*/ 6047 w 6642"/>
                  <a:gd name="connsiteY63-7424" fmla="*/ 2413 h 5728"/>
                  <a:gd name="connsiteX64-7425" fmla="*/ 5992 w 6642"/>
                  <a:gd name="connsiteY64-7426" fmla="*/ 2412 h 5728"/>
                  <a:gd name="connsiteX65-7427" fmla="*/ 5957 w 6642"/>
                  <a:gd name="connsiteY65-7428" fmla="*/ 2480 h 5728"/>
                  <a:gd name="connsiteX66-7429" fmla="*/ 5960 w 6642"/>
                  <a:gd name="connsiteY66-7430" fmla="*/ 2562 h 5728"/>
                  <a:gd name="connsiteX67-7431" fmla="*/ 6138 w 6642"/>
                  <a:gd name="connsiteY67-7432" fmla="*/ 2730 h 5728"/>
                  <a:gd name="connsiteX68-7433" fmla="*/ 6137 w 6642"/>
                  <a:gd name="connsiteY68-7434" fmla="*/ 2844 h 5728"/>
                  <a:gd name="connsiteX69-7435" fmla="*/ 6228 w 6642"/>
                  <a:gd name="connsiteY69-7436" fmla="*/ 3060 h 5728"/>
                  <a:gd name="connsiteX70-7437" fmla="*/ 6254 w 6642"/>
                  <a:gd name="connsiteY70-7438" fmla="*/ 3090 h 5728"/>
                  <a:gd name="connsiteX71-7439" fmla="*/ 6298 w 6642"/>
                  <a:gd name="connsiteY71-7440" fmla="*/ 3094 h 5728"/>
                  <a:gd name="connsiteX72-7441" fmla="*/ 6344 w 6642"/>
                  <a:gd name="connsiteY72-7442" fmla="*/ 3010 h 5728"/>
                  <a:gd name="connsiteX73-7443" fmla="*/ 6424 w 6642"/>
                  <a:gd name="connsiteY73-7444" fmla="*/ 2950 h 5728"/>
                  <a:gd name="connsiteX74-7445" fmla="*/ 6519 w 6642"/>
                  <a:gd name="connsiteY74-7446" fmla="*/ 3126 h 5728"/>
                  <a:gd name="connsiteX75-7447" fmla="*/ 6629 w 6642"/>
                  <a:gd name="connsiteY75-7448" fmla="*/ 3312 h 5728"/>
                  <a:gd name="connsiteX76-7449" fmla="*/ 6642 w 6642"/>
                  <a:gd name="connsiteY76-7450" fmla="*/ 3342 h 5728"/>
                  <a:gd name="connsiteX77-7451" fmla="*/ 6631 w 6642"/>
                  <a:gd name="connsiteY77-7452" fmla="*/ 3518 h 5728"/>
                  <a:gd name="connsiteX78-7453" fmla="*/ 6596 w 6642"/>
                  <a:gd name="connsiteY78-7454" fmla="*/ 3554 h 5728"/>
                  <a:gd name="connsiteX79-7455" fmla="*/ 6507 w 6642"/>
                  <a:gd name="connsiteY79-7456" fmla="*/ 3515 h 5728"/>
                  <a:gd name="connsiteX80-7457" fmla="*/ 6273 w 6642"/>
                  <a:gd name="connsiteY80-7458" fmla="*/ 3644 h 5728"/>
                  <a:gd name="connsiteX81-7459" fmla="*/ 6247 w 6642"/>
                  <a:gd name="connsiteY81-7460" fmla="*/ 3666 h 5728"/>
                  <a:gd name="connsiteX82-7461" fmla="*/ 6067 w 6642"/>
                  <a:gd name="connsiteY82-7462" fmla="*/ 3812 h 5728"/>
                  <a:gd name="connsiteX83-7463" fmla="*/ 5926 w 6642"/>
                  <a:gd name="connsiteY83-7464" fmla="*/ 3926 h 5728"/>
                  <a:gd name="connsiteX84-7465" fmla="*/ 5891 w 6642"/>
                  <a:gd name="connsiteY84-7466" fmla="*/ 3965 h 5728"/>
                  <a:gd name="connsiteX85-7467" fmla="*/ 5839 w 6642"/>
                  <a:gd name="connsiteY85-7468" fmla="*/ 3973 h 5728"/>
                  <a:gd name="connsiteX86-7469" fmla="*/ 5782 w 6642"/>
                  <a:gd name="connsiteY86-7470" fmla="*/ 3916 h 5728"/>
                  <a:gd name="connsiteX87-7471" fmla="*/ 5658 w 6642"/>
                  <a:gd name="connsiteY87-7472" fmla="*/ 3808 h 5728"/>
                  <a:gd name="connsiteX88-7473" fmla="*/ 5682 w 6642"/>
                  <a:gd name="connsiteY88-7474" fmla="*/ 4064 h 5728"/>
                  <a:gd name="connsiteX89-7475" fmla="*/ 5691 w 6642"/>
                  <a:gd name="connsiteY89-7476" fmla="*/ 4192 h 5728"/>
                  <a:gd name="connsiteX90-7477" fmla="*/ 5429 w 6642"/>
                  <a:gd name="connsiteY90-7478" fmla="*/ 4166 h 5728"/>
                  <a:gd name="connsiteX91-7479" fmla="*/ 5347 w 6642"/>
                  <a:gd name="connsiteY91-7480" fmla="*/ 3987 h 5728"/>
                  <a:gd name="connsiteX92-7481" fmla="*/ 5265 w 6642"/>
                  <a:gd name="connsiteY92-7482" fmla="*/ 3802 h 5728"/>
                  <a:gd name="connsiteX93-7483" fmla="*/ 4260 w 6642"/>
                  <a:gd name="connsiteY93-7484" fmla="*/ 4238 h 5728"/>
                  <a:gd name="connsiteX94-7485" fmla="*/ 4231 w 6642"/>
                  <a:gd name="connsiteY94-7486" fmla="*/ 4250 h 5728"/>
                  <a:gd name="connsiteX95-7487" fmla="*/ 4230 w 6642"/>
                  <a:gd name="connsiteY95-7488" fmla="*/ 4427 h 5728"/>
                  <a:gd name="connsiteX96-7489" fmla="*/ 4290 w 6642"/>
                  <a:gd name="connsiteY96-7490" fmla="*/ 4504 h 5728"/>
                  <a:gd name="connsiteX97-7491" fmla="*/ 4293 w 6642"/>
                  <a:gd name="connsiteY97-7492" fmla="*/ 4556 h 5728"/>
                  <a:gd name="connsiteX98-7493" fmla="*/ 4257 w 6642"/>
                  <a:gd name="connsiteY98-7494" fmla="*/ 4614 h 5728"/>
                  <a:gd name="connsiteX99-7495" fmla="*/ 3992 w 6642"/>
                  <a:gd name="connsiteY99-7496" fmla="*/ 4680 h 5728"/>
                  <a:gd name="connsiteX100-7497" fmla="*/ 3857 w 6642"/>
                  <a:gd name="connsiteY100-7498" fmla="*/ 4739 h 5728"/>
                  <a:gd name="connsiteX101-7499" fmla="*/ 3815 w 6642"/>
                  <a:gd name="connsiteY101-7500" fmla="*/ 4777 h 5728"/>
                  <a:gd name="connsiteX102-7501" fmla="*/ 3616 w 6642"/>
                  <a:gd name="connsiteY102-7502" fmla="*/ 5021 h 5728"/>
                  <a:gd name="connsiteX103-7503" fmla="*/ 3543 w 6642"/>
                  <a:gd name="connsiteY103-7504" fmla="*/ 4970 h 5728"/>
                  <a:gd name="connsiteX104-7505" fmla="*/ 3460 w 6642"/>
                  <a:gd name="connsiteY104-7506" fmla="*/ 4971 h 5728"/>
                  <a:gd name="connsiteX105-7507" fmla="*/ 3424 w 6642"/>
                  <a:gd name="connsiteY105-7508" fmla="*/ 5045 h 5728"/>
                  <a:gd name="connsiteX106-7509" fmla="*/ 3313 w 6642"/>
                  <a:gd name="connsiteY106-7510" fmla="*/ 5000 h 5728"/>
                  <a:gd name="connsiteX107-7511" fmla="*/ 3235 w 6642"/>
                  <a:gd name="connsiteY107-7512" fmla="*/ 5109 h 5728"/>
                  <a:gd name="connsiteX108-7513" fmla="*/ 3013 w 6642"/>
                  <a:gd name="connsiteY108-7514" fmla="*/ 5349 h 5728"/>
                  <a:gd name="connsiteX109-7515" fmla="*/ 2993 w 6642"/>
                  <a:gd name="connsiteY109-7516" fmla="*/ 5516 h 5728"/>
                  <a:gd name="connsiteX110-7517" fmla="*/ 2976 w 6642"/>
                  <a:gd name="connsiteY110-7518" fmla="*/ 5659 h 5728"/>
                  <a:gd name="connsiteX111-7519" fmla="*/ 2960 w 6642"/>
                  <a:gd name="connsiteY111-7520" fmla="*/ 5669 h 5728"/>
                  <a:gd name="connsiteX112-7521" fmla="*/ 2638 w 6642"/>
                  <a:gd name="connsiteY112-7522" fmla="*/ 5621 h 5728"/>
                  <a:gd name="connsiteX113-7523" fmla="*/ 2536 w 6642"/>
                  <a:gd name="connsiteY113-7524" fmla="*/ 5566 h 5728"/>
                  <a:gd name="connsiteX114-7525" fmla="*/ 2482 w 6642"/>
                  <a:gd name="connsiteY114-7526" fmla="*/ 5503 h 5728"/>
                  <a:gd name="connsiteX115-7527" fmla="*/ 2377 w 6642"/>
                  <a:gd name="connsiteY115-7528" fmla="*/ 5477 h 5728"/>
                  <a:gd name="connsiteX116-7529" fmla="*/ 2377 w 6642"/>
                  <a:gd name="connsiteY116-7530" fmla="*/ 5379 h 5728"/>
                  <a:gd name="connsiteX117-7531" fmla="*/ 2481 w 6642"/>
                  <a:gd name="connsiteY117-7532" fmla="*/ 5149 h 5728"/>
                  <a:gd name="connsiteX118-7533" fmla="*/ 2341 w 6642"/>
                  <a:gd name="connsiteY118-7534" fmla="*/ 5070 h 5728"/>
                  <a:gd name="connsiteX119-7535" fmla="*/ 2299 w 6642"/>
                  <a:gd name="connsiteY119-7536" fmla="*/ 5095 h 5728"/>
                  <a:gd name="connsiteX120-7537" fmla="*/ 2209 w 6642"/>
                  <a:gd name="connsiteY120-7538" fmla="*/ 5214 h 5728"/>
                  <a:gd name="connsiteX121-7539" fmla="*/ 2177 w 6642"/>
                  <a:gd name="connsiteY121-7540" fmla="*/ 5276 h 5728"/>
                  <a:gd name="connsiteX122-7541" fmla="*/ 2115 w 6642"/>
                  <a:gd name="connsiteY122-7542" fmla="*/ 5386 h 5728"/>
                  <a:gd name="connsiteX123-7543" fmla="*/ 2121 w 6642"/>
                  <a:gd name="connsiteY123-7544" fmla="*/ 5510 h 5728"/>
                  <a:gd name="connsiteX124-7545" fmla="*/ 2082 w 6642"/>
                  <a:gd name="connsiteY124-7546" fmla="*/ 5558 h 5728"/>
                  <a:gd name="connsiteX125-7547" fmla="*/ 1951 w 6642"/>
                  <a:gd name="connsiteY125-7548" fmla="*/ 5617 h 5728"/>
                  <a:gd name="connsiteX126-7549" fmla="*/ 1785 w 6642"/>
                  <a:gd name="connsiteY126-7550" fmla="*/ 5649 h 5728"/>
                  <a:gd name="connsiteX127-7551" fmla="*/ 1682 w 6642"/>
                  <a:gd name="connsiteY127-7552" fmla="*/ 5728 h 5728"/>
                  <a:gd name="connsiteX128-7553" fmla="*/ 1568 w 6642"/>
                  <a:gd name="connsiteY128-7554" fmla="*/ 5611 h 5728"/>
                  <a:gd name="connsiteX129-7555" fmla="*/ 1508 w 6642"/>
                  <a:gd name="connsiteY129-7556" fmla="*/ 5485 h 5728"/>
                  <a:gd name="connsiteX130-7557" fmla="*/ 1630 w 6642"/>
                  <a:gd name="connsiteY130-7558" fmla="*/ 5242 h 5728"/>
                  <a:gd name="connsiteX131-7559" fmla="*/ 1685 w 6642"/>
                  <a:gd name="connsiteY131-7560" fmla="*/ 5195 h 5728"/>
                  <a:gd name="connsiteX132-7561" fmla="*/ 1730 w 6642"/>
                  <a:gd name="connsiteY132-7562" fmla="*/ 5120 h 5728"/>
                  <a:gd name="connsiteX133-7563" fmla="*/ 1727 w 6642"/>
                  <a:gd name="connsiteY133-7564" fmla="*/ 5071 h 5728"/>
                  <a:gd name="connsiteX134-7565" fmla="*/ 1530 w 6642"/>
                  <a:gd name="connsiteY134-7566" fmla="*/ 5007 h 5728"/>
                  <a:gd name="connsiteX135-7567" fmla="*/ 1459 w 6642"/>
                  <a:gd name="connsiteY135-7568" fmla="*/ 5064 h 5728"/>
                  <a:gd name="connsiteX136-7569" fmla="*/ 1353 w 6642"/>
                  <a:gd name="connsiteY136-7570" fmla="*/ 5111 h 5728"/>
                  <a:gd name="connsiteX137-7571" fmla="*/ 1290 w 6642"/>
                  <a:gd name="connsiteY137-7572" fmla="*/ 5063 h 5728"/>
                  <a:gd name="connsiteX138-7573" fmla="*/ 1052 w 6642"/>
                  <a:gd name="connsiteY138-7574" fmla="*/ 5254 h 5728"/>
                  <a:gd name="connsiteX139-7575" fmla="*/ 924 w 6642"/>
                  <a:gd name="connsiteY139-7576" fmla="*/ 5231 h 5728"/>
                  <a:gd name="connsiteX140-7577" fmla="*/ 813 w 6642"/>
                  <a:gd name="connsiteY140-7578" fmla="*/ 5097 h 5728"/>
                  <a:gd name="connsiteX141-7579" fmla="*/ 683 w 6642"/>
                  <a:gd name="connsiteY141-7580" fmla="*/ 4930 h 5728"/>
                  <a:gd name="connsiteX142-7581" fmla="*/ 572 w 6642"/>
                  <a:gd name="connsiteY142-7582" fmla="*/ 4806 h 5728"/>
                  <a:gd name="connsiteX143-7583" fmla="*/ 505 w 6642"/>
                  <a:gd name="connsiteY143-7584" fmla="*/ 4788 h 5728"/>
                  <a:gd name="connsiteX144-7585" fmla="*/ 640 w 6642"/>
                  <a:gd name="connsiteY144-7586" fmla="*/ 4631 h 5728"/>
                  <a:gd name="connsiteX145-7587" fmla="*/ 683 w 6642"/>
                  <a:gd name="connsiteY145-7588" fmla="*/ 4541 h 5728"/>
                  <a:gd name="connsiteX146-7589" fmla="*/ 651 w 6642"/>
                  <a:gd name="connsiteY146-7590" fmla="*/ 4438 h 5728"/>
                  <a:gd name="connsiteX147-7591" fmla="*/ 277 w 6642"/>
                  <a:gd name="connsiteY147-7592" fmla="*/ 4491 h 5728"/>
                  <a:gd name="connsiteX148-7593" fmla="*/ 187 w 6642"/>
                  <a:gd name="connsiteY148-7594" fmla="*/ 4518 h 5728"/>
                  <a:gd name="connsiteX149-7595" fmla="*/ 195 w 6642"/>
                  <a:gd name="connsiteY149-7596" fmla="*/ 4384 h 5728"/>
                  <a:gd name="connsiteX150-7597" fmla="*/ 147 w 6642"/>
                  <a:gd name="connsiteY150-7598" fmla="*/ 4318 h 5728"/>
                  <a:gd name="connsiteX151-7599" fmla="*/ 39 w 6642"/>
                  <a:gd name="connsiteY151-7600" fmla="*/ 4220 h 5728"/>
                  <a:gd name="connsiteX152-7601" fmla="*/ 75 w 6642"/>
                  <a:gd name="connsiteY152-7602" fmla="*/ 4093 h 5728"/>
                  <a:gd name="connsiteX153-7603" fmla="*/ 63 w 6642"/>
                  <a:gd name="connsiteY153-7604" fmla="*/ 3929 h 5728"/>
                  <a:gd name="connsiteX154-7605" fmla="*/ 0 w 6642"/>
                  <a:gd name="connsiteY154-7606" fmla="*/ 3842 h 5728"/>
                  <a:gd name="connsiteX155-7607" fmla="*/ 0 w 6642"/>
                  <a:gd name="connsiteY155-7608" fmla="*/ 3737 h 5728"/>
                  <a:gd name="connsiteX156-7609" fmla="*/ 303 w 6642"/>
                  <a:gd name="connsiteY156-7610" fmla="*/ 3824 h 5728"/>
                  <a:gd name="connsiteX157-7611" fmla="*/ 830 w 6642"/>
                  <a:gd name="connsiteY157-7612" fmla="*/ 3840 h 5728"/>
                  <a:gd name="connsiteX158-7613" fmla="*/ 1044 w 6642"/>
                  <a:gd name="connsiteY158-7614" fmla="*/ 3908 h 5728"/>
                  <a:gd name="connsiteX159-7615" fmla="*/ 1213 w 6642"/>
                  <a:gd name="connsiteY159-7616" fmla="*/ 4053 h 5728"/>
                  <a:gd name="connsiteX160-7617" fmla="*/ 1257 w 6642"/>
                  <a:gd name="connsiteY160-7618" fmla="*/ 4077 h 5728"/>
                  <a:gd name="connsiteX161-7619" fmla="*/ 1417 w 6642"/>
                  <a:gd name="connsiteY161-7620" fmla="*/ 4107 h 5728"/>
                  <a:gd name="connsiteX162-7621" fmla="*/ 1487 w 6642"/>
                  <a:gd name="connsiteY162-7622" fmla="*/ 4158 h 5728"/>
                  <a:gd name="connsiteX163-7623" fmla="*/ 1688 w 6642"/>
                  <a:gd name="connsiteY163-7624" fmla="*/ 4229 h 5728"/>
                  <a:gd name="connsiteX164-7625" fmla="*/ 1904 w 6642"/>
                  <a:gd name="connsiteY164-7626" fmla="*/ 4309 h 5728"/>
                  <a:gd name="connsiteX165-7627" fmla="*/ 2068 w 6642"/>
                  <a:gd name="connsiteY165-7628" fmla="*/ 4212 h 5728"/>
                  <a:gd name="connsiteX166-7629" fmla="*/ 2267 w 6642"/>
                  <a:gd name="connsiteY166-7630" fmla="*/ 4125 h 5728"/>
                  <a:gd name="connsiteX167-7631" fmla="*/ 2363 w 6642"/>
                  <a:gd name="connsiteY167-7632" fmla="*/ 4075 h 5728"/>
                  <a:gd name="connsiteX168-7633" fmla="*/ 2539 w 6642"/>
                  <a:gd name="connsiteY168-7634" fmla="*/ 3995 h 5728"/>
                  <a:gd name="connsiteX169-7635" fmla="*/ 2721 w 6642"/>
                  <a:gd name="connsiteY169-7636" fmla="*/ 3970 h 5728"/>
                  <a:gd name="connsiteX170-7637" fmla="*/ 3073 w 6642"/>
                  <a:gd name="connsiteY170-7638" fmla="*/ 3979 h 5728"/>
                  <a:gd name="connsiteX171-7639" fmla="*/ 3416 w 6642"/>
                  <a:gd name="connsiteY171-7640" fmla="*/ 3722 h 5728"/>
                  <a:gd name="connsiteX172-7641" fmla="*/ 3519 w 6642"/>
                  <a:gd name="connsiteY172-7642" fmla="*/ 3636 h 5728"/>
                  <a:gd name="connsiteX173-7643" fmla="*/ 3609 w 6642"/>
                  <a:gd name="connsiteY173-7644" fmla="*/ 3563 h 5728"/>
                  <a:gd name="connsiteX174-7645" fmla="*/ 3705 w 6642"/>
                  <a:gd name="connsiteY174-7646" fmla="*/ 3503 h 5728"/>
                  <a:gd name="connsiteX175-7647" fmla="*/ 3702 w 6642"/>
                  <a:gd name="connsiteY175-7648" fmla="*/ 3422 h 5728"/>
                  <a:gd name="connsiteX176-7649" fmla="*/ 3597 w 6642"/>
                  <a:gd name="connsiteY176-7650" fmla="*/ 3317 h 5728"/>
                  <a:gd name="connsiteX177-7651" fmla="*/ 3582 w 6642"/>
                  <a:gd name="connsiteY177-7652" fmla="*/ 3252 h 5728"/>
                  <a:gd name="connsiteX178-7653" fmla="*/ 3692 w 6642"/>
                  <a:gd name="connsiteY178-7654" fmla="*/ 3012 h 5728"/>
                  <a:gd name="connsiteX179-7655" fmla="*/ 3835 w 6642"/>
                  <a:gd name="connsiteY179-7656" fmla="*/ 3094 h 5728"/>
                  <a:gd name="connsiteX180-7657" fmla="*/ 3915 w 6642"/>
                  <a:gd name="connsiteY180-7658" fmla="*/ 3122 h 5728"/>
                  <a:gd name="connsiteX181-7659" fmla="*/ 3998 w 6642"/>
                  <a:gd name="connsiteY181-7660" fmla="*/ 3124 h 5728"/>
                  <a:gd name="connsiteX0-7661" fmla="*/ 5456 w 6642"/>
                  <a:gd name="connsiteY0-7662" fmla="*/ 2333 h 5728"/>
                  <a:gd name="connsiteX1-7663" fmla="*/ 5454 w 6642"/>
                  <a:gd name="connsiteY1-7664" fmla="*/ 2117 h 5728"/>
                  <a:gd name="connsiteX2-7665" fmla="*/ 5378 w 6642"/>
                  <a:gd name="connsiteY2-7666" fmla="*/ 2039 h 5728"/>
                  <a:gd name="connsiteX3-7667" fmla="*/ 5235 w 6642"/>
                  <a:gd name="connsiteY3-7668" fmla="*/ 1951 h 5728"/>
                  <a:gd name="connsiteX4-7669" fmla="*/ 5143 w 6642"/>
                  <a:gd name="connsiteY4-7670" fmla="*/ 1827 h 5728"/>
                  <a:gd name="connsiteX5-7671" fmla="*/ 5047 w 6642"/>
                  <a:gd name="connsiteY5-7672" fmla="*/ 1828 h 5728"/>
                  <a:gd name="connsiteX6-7673" fmla="*/ 5002 w 6642"/>
                  <a:gd name="connsiteY6-7674" fmla="*/ 1883 h 5728"/>
                  <a:gd name="connsiteX7-7675" fmla="*/ 4909 w 6642"/>
                  <a:gd name="connsiteY7-7676" fmla="*/ 1877 h 5728"/>
                  <a:gd name="connsiteX8-7677" fmla="*/ 4889 w 6642"/>
                  <a:gd name="connsiteY8-7678" fmla="*/ 1994 h 5728"/>
                  <a:gd name="connsiteX9-7679" fmla="*/ 4708 w 6642"/>
                  <a:gd name="connsiteY9-7680" fmla="*/ 1941 h 5728"/>
                  <a:gd name="connsiteX10-7681" fmla="*/ 4625 w 6642"/>
                  <a:gd name="connsiteY10-7682" fmla="*/ 1939 h 5728"/>
                  <a:gd name="connsiteX11-7683" fmla="*/ 4500 w 6642"/>
                  <a:gd name="connsiteY11-7684" fmla="*/ 2014 h 5728"/>
                  <a:gd name="connsiteX12-7685" fmla="*/ 4388 w 6642"/>
                  <a:gd name="connsiteY12-7686" fmla="*/ 1890 h 5728"/>
                  <a:gd name="connsiteX13-7687" fmla="*/ 4482 w 6642"/>
                  <a:gd name="connsiteY13-7688" fmla="*/ 1804 h 5728"/>
                  <a:gd name="connsiteX14-7689" fmla="*/ 4486 w 6642"/>
                  <a:gd name="connsiteY14-7690" fmla="*/ 1634 h 5728"/>
                  <a:gd name="connsiteX15-7691" fmla="*/ 4541 w 6642"/>
                  <a:gd name="connsiteY15-7692" fmla="*/ 1514 h 5728"/>
                  <a:gd name="connsiteX16-7693" fmla="*/ 4584 w 6642"/>
                  <a:gd name="connsiteY16-7694" fmla="*/ 1306 h 5728"/>
                  <a:gd name="connsiteX17-7695" fmla="*/ 4644 w 6642"/>
                  <a:gd name="connsiteY17-7696" fmla="*/ 1307 h 5728"/>
                  <a:gd name="connsiteX18-7697" fmla="*/ 4967 w 6642"/>
                  <a:gd name="connsiteY18-7698" fmla="*/ 1286 h 5728"/>
                  <a:gd name="connsiteX19-7699" fmla="*/ 5141 w 6642"/>
                  <a:gd name="connsiteY19-7700" fmla="*/ 1117 h 5728"/>
                  <a:gd name="connsiteX20-7701" fmla="*/ 5210 w 6642"/>
                  <a:gd name="connsiteY20-7702" fmla="*/ 748 h 5728"/>
                  <a:gd name="connsiteX21-7703" fmla="*/ 5320 w 6642"/>
                  <a:gd name="connsiteY21-7704" fmla="*/ 486 h 5728"/>
                  <a:gd name="connsiteX22-7705" fmla="*/ 5318 w 6642"/>
                  <a:gd name="connsiteY22-7706" fmla="*/ 358 h 5728"/>
                  <a:gd name="connsiteX23-7707" fmla="*/ 5305 w 6642"/>
                  <a:gd name="connsiteY23-7708" fmla="*/ 328 h 5728"/>
                  <a:gd name="connsiteX24-7709" fmla="*/ 5238 w 6642"/>
                  <a:gd name="connsiteY24-7710" fmla="*/ 251 h 5728"/>
                  <a:gd name="connsiteX25-7711" fmla="*/ 5178 w 6642"/>
                  <a:gd name="connsiteY25-7712" fmla="*/ 217 h 5728"/>
                  <a:gd name="connsiteX26-7713" fmla="*/ 5303 w 6642"/>
                  <a:gd name="connsiteY26-7714" fmla="*/ 56 h 5728"/>
                  <a:gd name="connsiteX27-7715" fmla="*/ 5476 w 6642"/>
                  <a:gd name="connsiteY27-7716" fmla="*/ 2 h 5728"/>
                  <a:gd name="connsiteX28-7717" fmla="*/ 5508 w 6642"/>
                  <a:gd name="connsiteY28-7718" fmla="*/ 49 h 5728"/>
                  <a:gd name="connsiteX29-7719" fmla="*/ 5498 w 6642"/>
                  <a:gd name="connsiteY29-7720" fmla="*/ 133 h 5728"/>
                  <a:gd name="connsiteX30-7721" fmla="*/ 5437 w 6642"/>
                  <a:gd name="connsiteY30-7722" fmla="*/ 243 h 5728"/>
                  <a:gd name="connsiteX31-7723" fmla="*/ 5507 w 6642"/>
                  <a:gd name="connsiteY31-7724" fmla="*/ 301 h 5728"/>
                  <a:gd name="connsiteX32-7725" fmla="*/ 5621 w 6642"/>
                  <a:gd name="connsiteY32-7726" fmla="*/ 366 h 5728"/>
                  <a:gd name="connsiteX33-7727" fmla="*/ 5641 w 6642"/>
                  <a:gd name="connsiteY33-7728" fmla="*/ 255 h 5728"/>
                  <a:gd name="connsiteX34-7729" fmla="*/ 5775 w 6642"/>
                  <a:gd name="connsiteY34-7730" fmla="*/ 291 h 5728"/>
                  <a:gd name="connsiteX35-7731" fmla="*/ 5800 w 6642"/>
                  <a:gd name="connsiteY35-7732" fmla="*/ 331 h 5728"/>
                  <a:gd name="connsiteX36-7733" fmla="*/ 5876 w 6642"/>
                  <a:gd name="connsiteY36-7734" fmla="*/ 562 h 5728"/>
                  <a:gd name="connsiteX37-7735" fmla="*/ 5911 w 6642"/>
                  <a:gd name="connsiteY37-7736" fmla="*/ 586 h 5728"/>
                  <a:gd name="connsiteX38-7737" fmla="*/ 6003 w 6642"/>
                  <a:gd name="connsiteY38-7738" fmla="*/ 578 h 5728"/>
                  <a:gd name="connsiteX39-7739" fmla="*/ 6263 w 6642"/>
                  <a:gd name="connsiteY39-7740" fmla="*/ 490 h 5728"/>
                  <a:gd name="connsiteX40-7741" fmla="*/ 6483 w 6642"/>
                  <a:gd name="connsiteY40-7742" fmla="*/ 479 h 5728"/>
                  <a:gd name="connsiteX41-7743" fmla="*/ 6543 w 6642"/>
                  <a:gd name="connsiteY41-7744" fmla="*/ 648 h 5728"/>
                  <a:gd name="connsiteX42-7745" fmla="*/ 6461 w 6642"/>
                  <a:gd name="connsiteY42-7746" fmla="*/ 944 h 5728"/>
                  <a:gd name="connsiteX43-7747" fmla="*/ 6461 w 6642"/>
                  <a:gd name="connsiteY43-7748" fmla="*/ 1022 h 5728"/>
                  <a:gd name="connsiteX44-7749" fmla="*/ 6530 w 6642"/>
                  <a:gd name="connsiteY44-7750" fmla="*/ 1168 h 5728"/>
                  <a:gd name="connsiteX45-7751" fmla="*/ 6545 w 6642"/>
                  <a:gd name="connsiteY45-7752" fmla="*/ 1427 h 5728"/>
                  <a:gd name="connsiteX46-7753" fmla="*/ 6547 w 6642"/>
                  <a:gd name="connsiteY46-7754" fmla="*/ 1617 h 5728"/>
                  <a:gd name="connsiteX47-7755" fmla="*/ 6480 w 6642"/>
                  <a:gd name="connsiteY47-7756" fmla="*/ 1625 h 5728"/>
                  <a:gd name="connsiteX48-7757" fmla="*/ 6458 w 6642"/>
                  <a:gd name="connsiteY48-7758" fmla="*/ 1507 h 5728"/>
                  <a:gd name="connsiteX49-7759" fmla="*/ 6423 w 6642"/>
                  <a:gd name="connsiteY49-7760" fmla="*/ 1450 h 5728"/>
                  <a:gd name="connsiteX50-7761" fmla="*/ 6333 w 6642"/>
                  <a:gd name="connsiteY50-7762" fmla="*/ 1582 h 5728"/>
                  <a:gd name="connsiteX51-7763" fmla="*/ 6220 w 6642"/>
                  <a:gd name="connsiteY51-7764" fmla="*/ 1776 h 5728"/>
                  <a:gd name="connsiteX52-7765" fmla="*/ 6101 w 6642"/>
                  <a:gd name="connsiteY52-7766" fmla="*/ 1904 h 5728"/>
                  <a:gd name="connsiteX53-7767" fmla="*/ 6094 w 6642"/>
                  <a:gd name="connsiteY53-7768" fmla="*/ 2018 h 5728"/>
                  <a:gd name="connsiteX54-7769" fmla="*/ 6154 w 6642"/>
                  <a:gd name="connsiteY54-7770" fmla="*/ 2115 h 5728"/>
                  <a:gd name="connsiteX55-7771" fmla="*/ 6256 w 6642"/>
                  <a:gd name="connsiteY55-7772" fmla="*/ 2183 h 5728"/>
                  <a:gd name="connsiteX56-7773" fmla="*/ 6333 w 6642"/>
                  <a:gd name="connsiteY56-7774" fmla="*/ 2178 h 5728"/>
                  <a:gd name="connsiteX57-7775" fmla="*/ 6378 w 6642"/>
                  <a:gd name="connsiteY57-7776" fmla="*/ 2104 h 5728"/>
                  <a:gd name="connsiteX58-7777" fmla="*/ 6412 w 6642"/>
                  <a:gd name="connsiteY58-7778" fmla="*/ 2210 h 5728"/>
                  <a:gd name="connsiteX59-7779" fmla="*/ 6300 w 6642"/>
                  <a:gd name="connsiteY59-7780" fmla="*/ 2249 h 5728"/>
                  <a:gd name="connsiteX60-7781" fmla="*/ 6347 w 6642"/>
                  <a:gd name="connsiteY60-7782" fmla="*/ 2362 h 5728"/>
                  <a:gd name="connsiteX61-7783" fmla="*/ 6212 w 6642"/>
                  <a:gd name="connsiteY61-7784" fmla="*/ 2509 h 5728"/>
                  <a:gd name="connsiteX62-7785" fmla="*/ 6171 w 6642"/>
                  <a:gd name="connsiteY62-7786" fmla="*/ 2498 h 5728"/>
                  <a:gd name="connsiteX63-7787" fmla="*/ 6047 w 6642"/>
                  <a:gd name="connsiteY63-7788" fmla="*/ 2413 h 5728"/>
                  <a:gd name="connsiteX64-7789" fmla="*/ 5992 w 6642"/>
                  <a:gd name="connsiteY64-7790" fmla="*/ 2412 h 5728"/>
                  <a:gd name="connsiteX65-7791" fmla="*/ 5957 w 6642"/>
                  <a:gd name="connsiteY65-7792" fmla="*/ 2480 h 5728"/>
                  <a:gd name="connsiteX66-7793" fmla="*/ 5960 w 6642"/>
                  <a:gd name="connsiteY66-7794" fmla="*/ 2562 h 5728"/>
                  <a:gd name="connsiteX67-7795" fmla="*/ 6138 w 6642"/>
                  <a:gd name="connsiteY67-7796" fmla="*/ 2730 h 5728"/>
                  <a:gd name="connsiteX68-7797" fmla="*/ 6137 w 6642"/>
                  <a:gd name="connsiteY68-7798" fmla="*/ 2844 h 5728"/>
                  <a:gd name="connsiteX69-7799" fmla="*/ 6228 w 6642"/>
                  <a:gd name="connsiteY69-7800" fmla="*/ 3060 h 5728"/>
                  <a:gd name="connsiteX70-7801" fmla="*/ 6254 w 6642"/>
                  <a:gd name="connsiteY70-7802" fmla="*/ 3090 h 5728"/>
                  <a:gd name="connsiteX71-7803" fmla="*/ 6298 w 6642"/>
                  <a:gd name="connsiteY71-7804" fmla="*/ 3094 h 5728"/>
                  <a:gd name="connsiteX72-7805" fmla="*/ 6344 w 6642"/>
                  <a:gd name="connsiteY72-7806" fmla="*/ 3010 h 5728"/>
                  <a:gd name="connsiteX73-7807" fmla="*/ 6424 w 6642"/>
                  <a:gd name="connsiteY73-7808" fmla="*/ 2950 h 5728"/>
                  <a:gd name="connsiteX74-7809" fmla="*/ 6519 w 6642"/>
                  <a:gd name="connsiteY74-7810" fmla="*/ 3126 h 5728"/>
                  <a:gd name="connsiteX75-7811" fmla="*/ 6629 w 6642"/>
                  <a:gd name="connsiteY75-7812" fmla="*/ 3312 h 5728"/>
                  <a:gd name="connsiteX76-7813" fmla="*/ 6642 w 6642"/>
                  <a:gd name="connsiteY76-7814" fmla="*/ 3342 h 5728"/>
                  <a:gd name="connsiteX77-7815" fmla="*/ 6631 w 6642"/>
                  <a:gd name="connsiteY77-7816" fmla="*/ 3518 h 5728"/>
                  <a:gd name="connsiteX78-7817" fmla="*/ 6596 w 6642"/>
                  <a:gd name="connsiteY78-7818" fmla="*/ 3554 h 5728"/>
                  <a:gd name="connsiteX79-7819" fmla="*/ 6507 w 6642"/>
                  <a:gd name="connsiteY79-7820" fmla="*/ 3515 h 5728"/>
                  <a:gd name="connsiteX80-7821" fmla="*/ 6273 w 6642"/>
                  <a:gd name="connsiteY80-7822" fmla="*/ 3644 h 5728"/>
                  <a:gd name="connsiteX81-7823" fmla="*/ 6247 w 6642"/>
                  <a:gd name="connsiteY81-7824" fmla="*/ 3666 h 5728"/>
                  <a:gd name="connsiteX82-7825" fmla="*/ 6067 w 6642"/>
                  <a:gd name="connsiteY82-7826" fmla="*/ 3812 h 5728"/>
                  <a:gd name="connsiteX83-7827" fmla="*/ 5926 w 6642"/>
                  <a:gd name="connsiteY83-7828" fmla="*/ 3926 h 5728"/>
                  <a:gd name="connsiteX84-7829" fmla="*/ 5891 w 6642"/>
                  <a:gd name="connsiteY84-7830" fmla="*/ 3965 h 5728"/>
                  <a:gd name="connsiteX85-7831" fmla="*/ 5839 w 6642"/>
                  <a:gd name="connsiteY85-7832" fmla="*/ 3973 h 5728"/>
                  <a:gd name="connsiteX86-7833" fmla="*/ 5782 w 6642"/>
                  <a:gd name="connsiteY86-7834" fmla="*/ 3916 h 5728"/>
                  <a:gd name="connsiteX87-7835" fmla="*/ 5658 w 6642"/>
                  <a:gd name="connsiteY87-7836" fmla="*/ 3808 h 5728"/>
                  <a:gd name="connsiteX88-7837" fmla="*/ 5682 w 6642"/>
                  <a:gd name="connsiteY88-7838" fmla="*/ 4064 h 5728"/>
                  <a:gd name="connsiteX89-7839" fmla="*/ 5691 w 6642"/>
                  <a:gd name="connsiteY89-7840" fmla="*/ 4192 h 5728"/>
                  <a:gd name="connsiteX90-7841" fmla="*/ 5429 w 6642"/>
                  <a:gd name="connsiteY90-7842" fmla="*/ 4166 h 5728"/>
                  <a:gd name="connsiteX91-7843" fmla="*/ 5347 w 6642"/>
                  <a:gd name="connsiteY91-7844" fmla="*/ 3987 h 5728"/>
                  <a:gd name="connsiteX92-7845" fmla="*/ 5265 w 6642"/>
                  <a:gd name="connsiteY92-7846" fmla="*/ 3802 h 5728"/>
                  <a:gd name="connsiteX93-7847" fmla="*/ 4231 w 6642"/>
                  <a:gd name="connsiteY93-7848" fmla="*/ 4250 h 5728"/>
                  <a:gd name="connsiteX94-7849" fmla="*/ 4230 w 6642"/>
                  <a:gd name="connsiteY94-7850" fmla="*/ 4427 h 5728"/>
                  <a:gd name="connsiteX95-7851" fmla="*/ 4290 w 6642"/>
                  <a:gd name="connsiteY95-7852" fmla="*/ 4504 h 5728"/>
                  <a:gd name="connsiteX96-7853" fmla="*/ 4293 w 6642"/>
                  <a:gd name="connsiteY96-7854" fmla="*/ 4556 h 5728"/>
                  <a:gd name="connsiteX97-7855" fmla="*/ 4257 w 6642"/>
                  <a:gd name="connsiteY97-7856" fmla="*/ 4614 h 5728"/>
                  <a:gd name="connsiteX98-7857" fmla="*/ 3992 w 6642"/>
                  <a:gd name="connsiteY98-7858" fmla="*/ 4680 h 5728"/>
                  <a:gd name="connsiteX99-7859" fmla="*/ 3857 w 6642"/>
                  <a:gd name="connsiteY99-7860" fmla="*/ 4739 h 5728"/>
                  <a:gd name="connsiteX100-7861" fmla="*/ 3815 w 6642"/>
                  <a:gd name="connsiteY100-7862" fmla="*/ 4777 h 5728"/>
                  <a:gd name="connsiteX101-7863" fmla="*/ 3616 w 6642"/>
                  <a:gd name="connsiteY101-7864" fmla="*/ 5021 h 5728"/>
                  <a:gd name="connsiteX102-7865" fmla="*/ 3543 w 6642"/>
                  <a:gd name="connsiteY102-7866" fmla="*/ 4970 h 5728"/>
                  <a:gd name="connsiteX103-7867" fmla="*/ 3460 w 6642"/>
                  <a:gd name="connsiteY103-7868" fmla="*/ 4971 h 5728"/>
                  <a:gd name="connsiteX104-7869" fmla="*/ 3424 w 6642"/>
                  <a:gd name="connsiteY104-7870" fmla="*/ 5045 h 5728"/>
                  <a:gd name="connsiteX105-7871" fmla="*/ 3313 w 6642"/>
                  <a:gd name="connsiteY105-7872" fmla="*/ 5000 h 5728"/>
                  <a:gd name="connsiteX106-7873" fmla="*/ 3235 w 6642"/>
                  <a:gd name="connsiteY106-7874" fmla="*/ 5109 h 5728"/>
                  <a:gd name="connsiteX107-7875" fmla="*/ 3013 w 6642"/>
                  <a:gd name="connsiteY107-7876" fmla="*/ 5349 h 5728"/>
                  <a:gd name="connsiteX108-7877" fmla="*/ 2993 w 6642"/>
                  <a:gd name="connsiteY108-7878" fmla="*/ 5516 h 5728"/>
                  <a:gd name="connsiteX109-7879" fmla="*/ 2976 w 6642"/>
                  <a:gd name="connsiteY109-7880" fmla="*/ 5659 h 5728"/>
                  <a:gd name="connsiteX110-7881" fmla="*/ 2960 w 6642"/>
                  <a:gd name="connsiteY110-7882" fmla="*/ 5669 h 5728"/>
                  <a:gd name="connsiteX111-7883" fmla="*/ 2638 w 6642"/>
                  <a:gd name="connsiteY111-7884" fmla="*/ 5621 h 5728"/>
                  <a:gd name="connsiteX112-7885" fmla="*/ 2536 w 6642"/>
                  <a:gd name="connsiteY112-7886" fmla="*/ 5566 h 5728"/>
                  <a:gd name="connsiteX113-7887" fmla="*/ 2482 w 6642"/>
                  <a:gd name="connsiteY113-7888" fmla="*/ 5503 h 5728"/>
                  <a:gd name="connsiteX114-7889" fmla="*/ 2377 w 6642"/>
                  <a:gd name="connsiteY114-7890" fmla="*/ 5477 h 5728"/>
                  <a:gd name="connsiteX115-7891" fmla="*/ 2377 w 6642"/>
                  <a:gd name="connsiteY115-7892" fmla="*/ 5379 h 5728"/>
                  <a:gd name="connsiteX116-7893" fmla="*/ 2481 w 6642"/>
                  <a:gd name="connsiteY116-7894" fmla="*/ 5149 h 5728"/>
                  <a:gd name="connsiteX117-7895" fmla="*/ 2341 w 6642"/>
                  <a:gd name="connsiteY117-7896" fmla="*/ 5070 h 5728"/>
                  <a:gd name="connsiteX118-7897" fmla="*/ 2299 w 6642"/>
                  <a:gd name="connsiteY118-7898" fmla="*/ 5095 h 5728"/>
                  <a:gd name="connsiteX119-7899" fmla="*/ 2209 w 6642"/>
                  <a:gd name="connsiteY119-7900" fmla="*/ 5214 h 5728"/>
                  <a:gd name="connsiteX120-7901" fmla="*/ 2177 w 6642"/>
                  <a:gd name="connsiteY120-7902" fmla="*/ 5276 h 5728"/>
                  <a:gd name="connsiteX121-7903" fmla="*/ 2115 w 6642"/>
                  <a:gd name="connsiteY121-7904" fmla="*/ 5386 h 5728"/>
                  <a:gd name="connsiteX122-7905" fmla="*/ 2121 w 6642"/>
                  <a:gd name="connsiteY122-7906" fmla="*/ 5510 h 5728"/>
                  <a:gd name="connsiteX123-7907" fmla="*/ 2082 w 6642"/>
                  <a:gd name="connsiteY123-7908" fmla="*/ 5558 h 5728"/>
                  <a:gd name="connsiteX124-7909" fmla="*/ 1951 w 6642"/>
                  <a:gd name="connsiteY124-7910" fmla="*/ 5617 h 5728"/>
                  <a:gd name="connsiteX125-7911" fmla="*/ 1785 w 6642"/>
                  <a:gd name="connsiteY125-7912" fmla="*/ 5649 h 5728"/>
                  <a:gd name="connsiteX126-7913" fmla="*/ 1682 w 6642"/>
                  <a:gd name="connsiteY126-7914" fmla="*/ 5728 h 5728"/>
                  <a:gd name="connsiteX127-7915" fmla="*/ 1568 w 6642"/>
                  <a:gd name="connsiteY127-7916" fmla="*/ 5611 h 5728"/>
                  <a:gd name="connsiteX128-7917" fmla="*/ 1508 w 6642"/>
                  <a:gd name="connsiteY128-7918" fmla="*/ 5485 h 5728"/>
                  <a:gd name="connsiteX129-7919" fmla="*/ 1630 w 6642"/>
                  <a:gd name="connsiteY129-7920" fmla="*/ 5242 h 5728"/>
                  <a:gd name="connsiteX130-7921" fmla="*/ 1685 w 6642"/>
                  <a:gd name="connsiteY130-7922" fmla="*/ 5195 h 5728"/>
                  <a:gd name="connsiteX131-7923" fmla="*/ 1730 w 6642"/>
                  <a:gd name="connsiteY131-7924" fmla="*/ 5120 h 5728"/>
                  <a:gd name="connsiteX132-7925" fmla="*/ 1727 w 6642"/>
                  <a:gd name="connsiteY132-7926" fmla="*/ 5071 h 5728"/>
                  <a:gd name="connsiteX133-7927" fmla="*/ 1530 w 6642"/>
                  <a:gd name="connsiteY133-7928" fmla="*/ 5007 h 5728"/>
                  <a:gd name="connsiteX134-7929" fmla="*/ 1459 w 6642"/>
                  <a:gd name="connsiteY134-7930" fmla="*/ 5064 h 5728"/>
                  <a:gd name="connsiteX135-7931" fmla="*/ 1353 w 6642"/>
                  <a:gd name="connsiteY135-7932" fmla="*/ 5111 h 5728"/>
                  <a:gd name="connsiteX136-7933" fmla="*/ 1290 w 6642"/>
                  <a:gd name="connsiteY136-7934" fmla="*/ 5063 h 5728"/>
                  <a:gd name="connsiteX137-7935" fmla="*/ 1052 w 6642"/>
                  <a:gd name="connsiteY137-7936" fmla="*/ 5254 h 5728"/>
                  <a:gd name="connsiteX138-7937" fmla="*/ 924 w 6642"/>
                  <a:gd name="connsiteY138-7938" fmla="*/ 5231 h 5728"/>
                  <a:gd name="connsiteX139-7939" fmla="*/ 813 w 6642"/>
                  <a:gd name="connsiteY139-7940" fmla="*/ 5097 h 5728"/>
                  <a:gd name="connsiteX140-7941" fmla="*/ 683 w 6642"/>
                  <a:gd name="connsiteY140-7942" fmla="*/ 4930 h 5728"/>
                  <a:gd name="connsiteX141-7943" fmla="*/ 572 w 6642"/>
                  <a:gd name="connsiteY141-7944" fmla="*/ 4806 h 5728"/>
                  <a:gd name="connsiteX142-7945" fmla="*/ 505 w 6642"/>
                  <a:gd name="connsiteY142-7946" fmla="*/ 4788 h 5728"/>
                  <a:gd name="connsiteX143-7947" fmla="*/ 640 w 6642"/>
                  <a:gd name="connsiteY143-7948" fmla="*/ 4631 h 5728"/>
                  <a:gd name="connsiteX144-7949" fmla="*/ 683 w 6642"/>
                  <a:gd name="connsiteY144-7950" fmla="*/ 4541 h 5728"/>
                  <a:gd name="connsiteX145-7951" fmla="*/ 651 w 6642"/>
                  <a:gd name="connsiteY145-7952" fmla="*/ 4438 h 5728"/>
                  <a:gd name="connsiteX146-7953" fmla="*/ 277 w 6642"/>
                  <a:gd name="connsiteY146-7954" fmla="*/ 4491 h 5728"/>
                  <a:gd name="connsiteX147-7955" fmla="*/ 187 w 6642"/>
                  <a:gd name="connsiteY147-7956" fmla="*/ 4518 h 5728"/>
                  <a:gd name="connsiteX148-7957" fmla="*/ 195 w 6642"/>
                  <a:gd name="connsiteY148-7958" fmla="*/ 4384 h 5728"/>
                  <a:gd name="connsiteX149-7959" fmla="*/ 147 w 6642"/>
                  <a:gd name="connsiteY149-7960" fmla="*/ 4318 h 5728"/>
                  <a:gd name="connsiteX150-7961" fmla="*/ 39 w 6642"/>
                  <a:gd name="connsiteY150-7962" fmla="*/ 4220 h 5728"/>
                  <a:gd name="connsiteX151-7963" fmla="*/ 75 w 6642"/>
                  <a:gd name="connsiteY151-7964" fmla="*/ 4093 h 5728"/>
                  <a:gd name="connsiteX152-7965" fmla="*/ 63 w 6642"/>
                  <a:gd name="connsiteY152-7966" fmla="*/ 3929 h 5728"/>
                  <a:gd name="connsiteX153-7967" fmla="*/ 0 w 6642"/>
                  <a:gd name="connsiteY153-7968" fmla="*/ 3842 h 5728"/>
                  <a:gd name="connsiteX154-7969" fmla="*/ 0 w 6642"/>
                  <a:gd name="connsiteY154-7970" fmla="*/ 3737 h 5728"/>
                  <a:gd name="connsiteX155-7971" fmla="*/ 303 w 6642"/>
                  <a:gd name="connsiteY155-7972" fmla="*/ 3824 h 5728"/>
                  <a:gd name="connsiteX156-7973" fmla="*/ 830 w 6642"/>
                  <a:gd name="connsiteY156-7974" fmla="*/ 3840 h 5728"/>
                  <a:gd name="connsiteX157-7975" fmla="*/ 1044 w 6642"/>
                  <a:gd name="connsiteY157-7976" fmla="*/ 3908 h 5728"/>
                  <a:gd name="connsiteX158-7977" fmla="*/ 1213 w 6642"/>
                  <a:gd name="connsiteY158-7978" fmla="*/ 4053 h 5728"/>
                  <a:gd name="connsiteX159-7979" fmla="*/ 1257 w 6642"/>
                  <a:gd name="connsiteY159-7980" fmla="*/ 4077 h 5728"/>
                  <a:gd name="connsiteX160-7981" fmla="*/ 1417 w 6642"/>
                  <a:gd name="connsiteY160-7982" fmla="*/ 4107 h 5728"/>
                  <a:gd name="connsiteX161-7983" fmla="*/ 1487 w 6642"/>
                  <a:gd name="connsiteY161-7984" fmla="*/ 4158 h 5728"/>
                  <a:gd name="connsiteX162-7985" fmla="*/ 1688 w 6642"/>
                  <a:gd name="connsiteY162-7986" fmla="*/ 4229 h 5728"/>
                  <a:gd name="connsiteX163-7987" fmla="*/ 1904 w 6642"/>
                  <a:gd name="connsiteY163-7988" fmla="*/ 4309 h 5728"/>
                  <a:gd name="connsiteX164-7989" fmla="*/ 2068 w 6642"/>
                  <a:gd name="connsiteY164-7990" fmla="*/ 4212 h 5728"/>
                  <a:gd name="connsiteX165-7991" fmla="*/ 2267 w 6642"/>
                  <a:gd name="connsiteY165-7992" fmla="*/ 4125 h 5728"/>
                  <a:gd name="connsiteX166-7993" fmla="*/ 2363 w 6642"/>
                  <a:gd name="connsiteY166-7994" fmla="*/ 4075 h 5728"/>
                  <a:gd name="connsiteX167-7995" fmla="*/ 2539 w 6642"/>
                  <a:gd name="connsiteY167-7996" fmla="*/ 3995 h 5728"/>
                  <a:gd name="connsiteX168-7997" fmla="*/ 2721 w 6642"/>
                  <a:gd name="connsiteY168-7998" fmla="*/ 3970 h 5728"/>
                  <a:gd name="connsiteX169-7999" fmla="*/ 3073 w 6642"/>
                  <a:gd name="connsiteY169-8000" fmla="*/ 3979 h 5728"/>
                  <a:gd name="connsiteX170-8001" fmla="*/ 3416 w 6642"/>
                  <a:gd name="connsiteY170-8002" fmla="*/ 3722 h 5728"/>
                  <a:gd name="connsiteX171-8003" fmla="*/ 3519 w 6642"/>
                  <a:gd name="connsiteY171-8004" fmla="*/ 3636 h 5728"/>
                  <a:gd name="connsiteX172-8005" fmla="*/ 3609 w 6642"/>
                  <a:gd name="connsiteY172-8006" fmla="*/ 3563 h 5728"/>
                  <a:gd name="connsiteX173-8007" fmla="*/ 3705 w 6642"/>
                  <a:gd name="connsiteY173-8008" fmla="*/ 3503 h 5728"/>
                  <a:gd name="connsiteX174-8009" fmla="*/ 3702 w 6642"/>
                  <a:gd name="connsiteY174-8010" fmla="*/ 3422 h 5728"/>
                  <a:gd name="connsiteX175-8011" fmla="*/ 3597 w 6642"/>
                  <a:gd name="connsiteY175-8012" fmla="*/ 3317 h 5728"/>
                  <a:gd name="connsiteX176-8013" fmla="*/ 3582 w 6642"/>
                  <a:gd name="connsiteY176-8014" fmla="*/ 3252 h 5728"/>
                  <a:gd name="connsiteX177-8015" fmla="*/ 3692 w 6642"/>
                  <a:gd name="connsiteY177-8016" fmla="*/ 3012 h 5728"/>
                  <a:gd name="connsiteX178-8017" fmla="*/ 3835 w 6642"/>
                  <a:gd name="connsiteY178-8018" fmla="*/ 3094 h 5728"/>
                  <a:gd name="connsiteX179-8019" fmla="*/ 3915 w 6642"/>
                  <a:gd name="connsiteY179-8020" fmla="*/ 3122 h 5728"/>
                  <a:gd name="connsiteX180-8021" fmla="*/ 3998 w 6642"/>
                  <a:gd name="connsiteY180-8022" fmla="*/ 3124 h 5728"/>
                  <a:gd name="connsiteX0-8023" fmla="*/ 5456 w 6642"/>
                  <a:gd name="connsiteY0-8024" fmla="*/ 2333 h 5728"/>
                  <a:gd name="connsiteX1-8025" fmla="*/ 5454 w 6642"/>
                  <a:gd name="connsiteY1-8026" fmla="*/ 2117 h 5728"/>
                  <a:gd name="connsiteX2-8027" fmla="*/ 5378 w 6642"/>
                  <a:gd name="connsiteY2-8028" fmla="*/ 2039 h 5728"/>
                  <a:gd name="connsiteX3-8029" fmla="*/ 5235 w 6642"/>
                  <a:gd name="connsiteY3-8030" fmla="*/ 1951 h 5728"/>
                  <a:gd name="connsiteX4-8031" fmla="*/ 5143 w 6642"/>
                  <a:gd name="connsiteY4-8032" fmla="*/ 1827 h 5728"/>
                  <a:gd name="connsiteX5-8033" fmla="*/ 5047 w 6642"/>
                  <a:gd name="connsiteY5-8034" fmla="*/ 1828 h 5728"/>
                  <a:gd name="connsiteX6-8035" fmla="*/ 5002 w 6642"/>
                  <a:gd name="connsiteY6-8036" fmla="*/ 1883 h 5728"/>
                  <a:gd name="connsiteX7-8037" fmla="*/ 4909 w 6642"/>
                  <a:gd name="connsiteY7-8038" fmla="*/ 1877 h 5728"/>
                  <a:gd name="connsiteX8-8039" fmla="*/ 4889 w 6642"/>
                  <a:gd name="connsiteY8-8040" fmla="*/ 1994 h 5728"/>
                  <a:gd name="connsiteX9-8041" fmla="*/ 4708 w 6642"/>
                  <a:gd name="connsiteY9-8042" fmla="*/ 1941 h 5728"/>
                  <a:gd name="connsiteX10-8043" fmla="*/ 4625 w 6642"/>
                  <a:gd name="connsiteY10-8044" fmla="*/ 1939 h 5728"/>
                  <a:gd name="connsiteX11-8045" fmla="*/ 4500 w 6642"/>
                  <a:gd name="connsiteY11-8046" fmla="*/ 2014 h 5728"/>
                  <a:gd name="connsiteX12-8047" fmla="*/ 4388 w 6642"/>
                  <a:gd name="connsiteY12-8048" fmla="*/ 1890 h 5728"/>
                  <a:gd name="connsiteX13-8049" fmla="*/ 4482 w 6642"/>
                  <a:gd name="connsiteY13-8050" fmla="*/ 1804 h 5728"/>
                  <a:gd name="connsiteX14-8051" fmla="*/ 4486 w 6642"/>
                  <a:gd name="connsiteY14-8052" fmla="*/ 1634 h 5728"/>
                  <a:gd name="connsiteX15-8053" fmla="*/ 4541 w 6642"/>
                  <a:gd name="connsiteY15-8054" fmla="*/ 1514 h 5728"/>
                  <a:gd name="connsiteX16-8055" fmla="*/ 4584 w 6642"/>
                  <a:gd name="connsiteY16-8056" fmla="*/ 1306 h 5728"/>
                  <a:gd name="connsiteX17-8057" fmla="*/ 4644 w 6642"/>
                  <a:gd name="connsiteY17-8058" fmla="*/ 1307 h 5728"/>
                  <a:gd name="connsiteX18-8059" fmla="*/ 4967 w 6642"/>
                  <a:gd name="connsiteY18-8060" fmla="*/ 1286 h 5728"/>
                  <a:gd name="connsiteX19-8061" fmla="*/ 5141 w 6642"/>
                  <a:gd name="connsiteY19-8062" fmla="*/ 1117 h 5728"/>
                  <a:gd name="connsiteX20-8063" fmla="*/ 5210 w 6642"/>
                  <a:gd name="connsiteY20-8064" fmla="*/ 748 h 5728"/>
                  <a:gd name="connsiteX21-8065" fmla="*/ 5320 w 6642"/>
                  <a:gd name="connsiteY21-8066" fmla="*/ 486 h 5728"/>
                  <a:gd name="connsiteX22-8067" fmla="*/ 5318 w 6642"/>
                  <a:gd name="connsiteY22-8068" fmla="*/ 358 h 5728"/>
                  <a:gd name="connsiteX23-8069" fmla="*/ 5305 w 6642"/>
                  <a:gd name="connsiteY23-8070" fmla="*/ 328 h 5728"/>
                  <a:gd name="connsiteX24-8071" fmla="*/ 5238 w 6642"/>
                  <a:gd name="connsiteY24-8072" fmla="*/ 251 h 5728"/>
                  <a:gd name="connsiteX25-8073" fmla="*/ 5178 w 6642"/>
                  <a:gd name="connsiteY25-8074" fmla="*/ 217 h 5728"/>
                  <a:gd name="connsiteX26-8075" fmla="*/ 5303 w 6642"/>
                  <a:gd name="connsiteY26-8076" fmla="*/ 56 h 5728"/>
                  <a:gd name="connsiteX27-8077" fmla="*/ 5476 w 6642"/>
                  <a:gd name="connsiteY27-8078" fmla="*/ 2 h 5728"/>
                  <a:gd name="connsiteX28-8079" fmla="*/ 5508 w 6642"/>
                  <a:gd name="connsiteY28-8080" fmla="*/ 49 h 5728"/>
                  <a:gd name="connsiteX29-8081" fmla="*/ 5498 w 6642"/>
                  <a:gd name="connsiteY29-8082" fmla="*/ 133 h 5728"/>
                  <a:gd name="connsiteX30-8083" fmla="*/ 5437 w 6642"/>
                  <a:gd name="connsiteY30-8084" fmla="*/ 243 h 5728"/>
                  <a:gd name="connsiteX31-8085" fmla="*/ 5507 w 6642"/>
                  <a:gd name="connsiteY31-8086" fmla="*/ 301 h 5728"/>
                  <a:gd name="connsiteX32-8087" fmla="*/ 5621 w 6642"/>
                  <a:gd name="connsiteY32-8088" fmla="*/ 366 h 5728"/>
                  <a:gd name="connsiteX33-8089" fmla="*/ 5641 w 6642"/>
                  <a:gd name="connsiteY33-8090" fmla="*/ 255 h 5728"/>
                  <a:gd name="connsiteX34-8091" fmla="*/ 5775 w 6642"/>
                  <a:gd name="connsiteY34-8092" fmla="*/ 291 h 5728"/>
                  <a:gd name="connsiteX35-8093" fmla="*/ 5800 w 6642"/>
                  <a:gd name="connsiteY35-8094" fmla="*/ 331 h 5728"/>
                  <a:gd name="connsiteX36-8095" fmla="*/ 5876 w 6642"/>
                  <a:gd name="connsiteY36-8096" fmla="*/ 562 h 5728"/>
                  <a:gd name="connsiteX37-8097" fmla="*/ 5911 w 6642"/>
                  <a:gd name="connsiteY37-8098" fmla="*/ 586 h 5728"/>
                  <a:gd name="connsiteX38-8099" fmla="*/ 6003 w 6642"/>
                  <a:gd name="connsiteY38-8100" fmla="*/ 578 h 5728"/>
                  <a:gd name="connsiteX39-8101" fmla="*/ 6263 w 6642"/>
                  <a:gd name="connsiteY39-8102" fmla="*/ 490 h 5728"/>
                  <a:gd name="connsiteX40-8103" fmla="*/ 6483 w 6642"/>
                  <a:gd name="connsiteY40-8104" fmla="*/ 479 h 5728"/>
                  <a:gd name="connsiteX41-8105" fmla="*/ 6543 w 6642"/>
                  <a:gd name="connsiteY41-8106" fmla="*/ 648 h 5728"/>
                  <a:gd name="connsiteX42-8107" fmla="*/ 6461 w 6642"/>
                  <a:gd name="connsiteY42-8108" fmla="*/ 944 h 5728"/>
                  <a:gd name="connsiteX43-8109" fmla="*/ 6461 w 6642"/>
                  <a:gd name="connsiteY43-8110" fmla="*/ 1022 h 5728"/>
                  <a:gd name="connsiteX44-8111" fmla="*/ 6530 w 6642"/>
                  <a:gd name="connsiteY44-8112" fmla="*/ 1168 h 5728"/>
                  <a:gd name="connsiteX45-8113" fmla="*/ 6545 w 6642"/>
                  <a:gd name="connsiteY45-8114" fmla="*/ 1427 h 5728"/>
                  <a:gd name="connsiteX46-8115" fmla="*/ 6547 w 6642"/>
                  <a:gd name="connsiteY46-8116" fmla="*/ 1617 h 5728"/>
                  <a:gd name="connsiteX47-8117" fmla="*/ 6480 w 6642"/>
                  <a:gd name="connsiteY47-8118" fmla="*/ 1625 h 5728"/>
                  <a:gd name="connsiteX48-8119" fmla="*/ 6458 w 6642"/>
                  <a:gd name="connsiteY48-8120" fmla="*/ 1507 h 5728"/>
                  <a:gd name="connsiteX49-8121" fmla="*/ 6423 w 6642"/>
                  <a:gd name="connsiteY49-8122" fmla="*/ 1450 h 5728"/>
                  <a:gd name="connsiteX50-8123" fmla="*/ 6333 w 6642"/>
                  <a:gd name="connsiteY50-8124" fmla="*/ 1582 h 5728"/>
                  <a:gd name="connsiteX51-8125" fmla="*/ 6220 w 6642"/>
                  <a:gd name="connsiteY51-8126" fmla="*/ 1776 h 5728"/>
                  <a:gd name="connsiteX52-8127" fmla="*/ 6101 w 6642"/>
                  <a:gd name="connsiteY52-8128" fmla="*/ 1904 h 5728"/>
                  <a:gd name="connsiteX53-8129" fmla="*/ 6094 w 6642"/>
                  <a:gd name="connsiteY53-8130" fmla="*/ 2018 h 5728"/>
                  <a:gd name="connsiteX54-8131" fmla="*/ 6154 w 6642"/>
                  <a:gd name="connsiteY54-8132" fmla="*/ 2115 h 5728"/>
                  <a:gd name="connsiteX55-8133" fmla="*/ 6256 w 6642"/>
                  <a:gd name="connsiteY55-8134" fmla="*/ 2183 h 5728"/>
                  <a:gd name="connsiteX56-8135" fmla="*/ 6333 w 6642"/>
                  <a:gd name="connsiteY56-8136" fmla="*/ 2178 h 5728"/>
                  <a:gd name="connsiteX57-8137" fmla="*/ 6378 w 6642"/>
                  <a:gd name="connsiteY57-8138" fmla="*/ 2104 h 5728"/>
                  <a:gd name="connsiteX58-8139" fmla="*/ 6412 w 6642"/>
                  <a:gd name="connsiteY58-8140" fmla="*/ 2210 h 5728"/>
                  <a:gd name="connsiteX59-8141" fmla="*/ 6300 w 6642"/>
                  <a:gd name="connsiteY59-8142" fmla="*/ 2249 h 5728"/>
                  <a:gd name="connsiteX60-8143" fmla="*/ 6347 w 6642"/>
                  <a:gd name="connsiteY60-8144" fmla="*/ 2362 h 5728"/>
                  <a:gd name="connsiteX61-8145" fmla="*/ 6212 w 6642"/>
                  <a:gd name="connsiteY61-8146" fmla="*/ 2509 h 5728"/>
                  <a:gd name="connsiteX62-8147" fmla="*/ 6171 w 6642"/>
                  <a:gd name="connsiteY62-8148" fmla="*/ 2498 h 5728"/>
                  <a:gd name="connsiteX63-8149" fmla="*/ 6047 w 6642"/>
                  <a:gd name="connsiteY63-8150" fmla="*/ 2413 h 5728"/>
                  <a:gd name="connsiteX64-8151" fmla="*/ 5992 w 6642"/>
                  <a:gd name="connsiteY64-8152" fmla="*/ 2412 h 5728"/>
                  <a:gd name="connsiteX65-8153" fmla="*/ 5957 w 6642"/>
                  <a:gd name="connsiteY65-8154" fmla="*/ 2480 h 5728"/>
                  <a:gd name="connsiteX66-8155" fmla="*/ 5960 w 6642"/>
                  <a:gd name="connsiteY66-8156" fmla="*/ 2562 h 5728"/>
                  <a:gd name="connsiteX67-8157" fmla="*/ 6138 w 6642"/>
                  <a:gd name="connsiteY67-8158" fmla="*/ 2730 h 5728"/>
                  <a:gd name="connsiteX68-8159" fmla="*/ 6137 w 6642"/>
                  <a:gd name="connsiteY68-8160" fmla="*/ 2844 h 5728"/>
                  <a:gd name="connsiteX69-8161" fmla="*/ 6228 w 6642"/>
                  <a:gd name="connsiteY69-8162" fmla="*/ 3060 h 5728"/>
                  <a:gd name="connsiteX70-8163" fmla="*/ 6254 w 6642"/>
                  <a:gd name="connsiteY70-8164" fmla="*/ 3090 h 5728"/>
                  <a:gd name="connsiteX71-8165" fmla="*/ 6298 w 6642"/>
                  <a:gd name="connsiteY71-8166" fmla="*/ 3094 h 5728"/>
                  <a:gd name="connsiteX72-8167" fmla="*/ 6344 w 6642"/>
                  <a:gd name="connsiteY72-8168" fmla="*/ 3010 h 5728"/>
                  <a:gd name="connsiteX73-8169" fmla="*/ 6424 w 6642"/>
                  <a:gd name="connsiteY73-8170" fmla="*/ 2950 h 5728"/>
                  <a:gd name="connsiteX74-8171" fmla="*/ 6519 w 6642"/>
                  <a:gd name="connsiteY74-8172" fmla="*/ 3126 h 5728"/>
                  <a:gd name="connsiteX75-8173" fmla="*/ 6629 w 6642"/>
                  <a:gd name="connsiteY75-8174" fmla="*/ 3312 h 5728"/>
                  <a:gd name="connsiteX76-8175" fmla="*/ 6642 w 6642"/>
                  <a:gd name="connsiteY76-8176" fmla="*/ 3342 h 5728"/>
                  <a:gd name="connsiteX77-8177" fmla="*/ 6631 w 6642"/>
                  <a:gd name="connsiteY77-8178" fmla="*/ 3518 h 5728"/>
                  <a:gd name="connsiteX78-8179" fmla="*/ 6596 w 6642"/>
                  <a:gd name="connsiteY78-8180" fmla="*/ 3554 h 5728"/>
                  <a:gd name="connsiteX79-8181" fmla="*/ 6507 w 6642"/>
                  <a:gd name="connsiteY79-8182" fmla="*/ 3515 h 5728"/>
                  <a:gd name="connsiteX80-8183" fmla="*/ 6273 w 6642"/>
                  <a:gd name="connsiteY80-8184" fmla="*/ 3644 h 5728"/>
                  <a:gd name="connsiteX81-8185" fmla="*/ 6247 w 6642"/>
                  <a:gd name="connsiteY81-8186" fmla="*/ 3666 h 5728"/>
                  <a:gd name="connsiteX82-8187" fmla="*/ 6067 w 6642"/>
                  <a:gd name="connsiteY82-8188" fmla="*/ 3812 h 5728"/>
                  <a:gd name="connsiteX83-8189" fmla="*/ 5926 w 6642"/>
                  <a:gd name="connsiteY83-8190" fmla="*/ 3926 h 5728"/>
                  <a:gd name="connsiteX84-8191" fmla="*/ 5891 w 6642"/>
                  <a:gd name="connsiteY84-8192" fmla="*/ 3965 h 5728"/>
                  <a:gd name="connsiteX85-8193" fmla="*/ 5839 w 6642"/>
                  <a:gd name="connsiteY85-8194" fmla="*/ 3973 h 5728"/>
                  <a:gd name="connsiteX86-8195" fmla="*/ 5782 w 6642"/>
                  <a:gd name="connsiteY86-8196" fmla="*/ 3916 h 5728"/>
                  <a:gd name="connsiteX87-8197" fmla="*/ 5658 w 6642"/>
                  <a:gd name="connsiteY87-8198" fmla="*/ 3808 h 5728"/>
                  <a:gd name="connsiteX88-8199" fmla="*/ 5682 w 6642"/>
                  <a:gd name="connsiteY88-8200" fmla="*/ 4064 h 5728"/>
                  <a:gd name="connsiteX89-8201" fmla="*/ 5691 w 6642"/>
                  <a:gd name="connsiteY89-8202" fmla="*/ 4192 h 5728"/>
                  <a:gd name="connsiteX90-8203" fmla="*/ 5429 w 6642"/>
                  <a:gd name="connsiteY90-8204" fmla="*/ 4166 h 5728"/>
                  <a:gd name="connsiteX91-8205" fmla="*/ 5347 w 6642"/>
                  <a:gd name="connsiteY91-8206" fmla="*/ 3987 h 5728"/>
                  <a:gd name="connsiteX92-8207" fmla="*/ 5265 w 6642"/>
                  <a:gd name="connsiteY92-8208" fmla="*/ 3802 h 5728"/>
                  <a:gd name="connsiteX93-8209" fmla="*/ 4230 w 6642"/>
                  <a:gd name="connsiteY93-8210" fmla="*/ 4427 h 5728"/>
                  <a:gd name="connsiteX94-8211" fmla="*/ 4290 w 6642"/>
                  <a:gd name="connsiteY94-8212" fmla="*/ 4504 h 5728"/>
                  <a:gd name="connsiteX95-8213" fmla="*/ 4293 w 6642"/>
                  <a:gd name="connsiteY95-8214" fmla="*/ 4556 h 5728"/>
                  <a:gd name="connsiteX96-8215" fmla="*/ 4257 w 6642"/>
                  <a:gd name="connsiteY96-8216" fmla="*/ 4614 h 5728"/>
                  <a:gd name="connsiteX97-8217" fmla="*/ 3992 w 6642"/>
                  <a:gd name="connsiteY97-8218" fmla="*/ 4680 h 5728"/>
                  <a:gd name="connsiteX98-8219" fmla="*/ 3857 w 6642"/>
                  <a:gd name="connsiteY98-8220" fmla="*/ 4739 h 5728"/>
                  <a:gd name="connsiteX99-8221" fmla="*/ 3815 w 6642"/>
                  <a:gd name="connsiteY99-8222" fmla="*/ 4777 h 5728"/>
                  <a:gd name="connsiteX100-8223" fmla="*/ 3616 w 6642"/>
                  <a:gd name="connsiteY100-8224" fmla="*/ 5021 h 5728"/>
                  <a:gd name="connsiteX101-8225" fmla="*/ 3543 w 6642"/>
                  <a:gd name="connsiteY101-8226" fmla="*/ 4970 h 5728"/>
                  <a:gd name="connsiteX102-8227" fmla="*/ 3460 w 6642"/>
                  <a:gd name="connsiteY102-8228" fmla="*/ 4971 h 5728"/>
                  <a:gd name="connsiteX103-8229" fmla="*/ 3424 w 6642"/>
                  <a:gd name="connsiteY103-8230" fmla="*/ 5045 h 5728"/>
                  <a:gd name="connsiteX104-8231" fmla="*/ 3313 w 6642"/>
                  <a:gd name="connsiteY104-8232" fmla="*/ 5000 h 5728"/>
                  <a:gd name="connsiteX105-8233" fmla="*/ 3235 w 6642"/>
                  <a:gd name="connsiteY105-8234" fmla="*/ 5109 h 5728"/>
                  <a:gd name="connsiteX106-8235" fmla="*/ 3013 w 6642"/>
                  <a:gd name="connsiteY106-8236" fmla="*/ 5349 h 5728"/>
                  <a:gd name="connsiteX107-8237" fmla="*/ 2993 w 6642"/>
                  <a:gd name="connsiteY107-8238" fmla="*/ 5516 h 5728"/>
                  <a:gd name="connsiteX108-8239" fmla="*/ 2976 w 6642"/>
                  <a:gd name="connsiteY108-8240" fmla="*/ 5659 h 5728"/>
                  <a:gd name="connsiteX109-8241" fmla="*/ 2960 w 6642"/>
                  <a:gd name="connsiteY109-8242" fmla="*/ 5669 h 5728"/>
                  <a:gd name="connsiteX110-8243" fmla="*/ 2638 w 6642"/>
                  <a:gd name="connsiteY110-8244" fmla="*/ 5621 h 5728"/>
                  <a:gd name="connsiteX111-8245" fmla="*/ 2536 w 6642"/>
                  <a:gd name="connsiteY111-8246" fmla="*/ 5566 h 5728"/>
                  <a:gd name="connsiteX112-8247" fmla="*/ 2482 w 6642"/>
                  <a:gd name="connsiteY112-8248" fmla="*/ 5503 h 5728"/>
                  <a:gd name="connsiteX113-8249" fmla="*/ 2377 w 6642"/>
                  <a:gd name="connsiteY113-8250" fmla="*/ 5477 h 5728"/>
                  <a:gd name="connsiteX114-8251" fmla="*/ 2377 w 6642"/>
                  <a:gd name="connsiteY114-8252" fmla="*/ 5379 h 5728"/>
                  <a:gd name="connsiteX115-8253" fmla="*/ 2481 w 6642"/>
                  <a:gd name="connsiteY115-8254" fmla="*/ 5149 h 5728"/>
                  <a:gd name="connsiteX116-8255" fmla="*/ 2341 w 6642"/>
                  <a:gd name="connsiteY116-8256" fmla="*/ 5070 h 5728"/>
                  <a:gd name="connsiteX117-8257" fmla="*/ 2299 w 6642"/>
                  <a:gd name="connsiteY117-8258" fmla="*/ 5095 h 5728"/>
                  <a:gd name="connsiteX118-8259" fmla="*/ 2209 w 6642"/>
                  <a:gd name="connsiteY118-8260" fmla="*/ 5214 h 5728"/>
                  <a:gd name="connsiteX119-8261" fmla="*/ 2177 w 6642"/>
                  <a:gd name="connsiteY119-8262" fmla="*/ 5276 h 5728"/>
                  <a:gd name="connsiteX120-8263" fmla="*/ 2115 w 6642"/>
                  <a:gd name="connsiteY120-8264" fmla="*/ 5386 h 5728"/>
                  <a:gd name="connsiteX121-8265" fmla="*/ 2121 w 6642"/>
                  <a:gd name="connsiteY121-8266" fmla="*/ 5510 h 5728"/>
                  <a:gd name="connsiteX122-8267" fmla="*/ 2082 w 6642"/>
                  <a:gd name="connsiteY122-8268" fmla="*/ 5558 h 5728"/>
                  <a:gd name="connsiteX123-8269" fmla="*/ 1951 w 6642"/>
                  <a:gd name="connsiteY123-8270" fmla="*/ 5617 h 5728"/>
                  <a:gd name="connsiteX124-8271" fmla="*/ 1785 w 6642"/>
                  <a:gd name="connsiteY124-8272" fmla="*/ 5649 h 5728"/>
                  <a:gd name="connsiteX125-8273" fmla="*/ 1682 w 6642"/>
                  <a:gd name="connsiteY125-8274" fmla="*/ 5728 h 5728"/>
                  <a:gd name="connsiteX126-8275" fmla="*/ 1568 w 6642"/>
                  <a:gd name="connsiteY126-8276" fmla="*/ 5611 h 5728"/>
                  <a:gd name="connsiteX127-8277" fmla="*/ 1508 w 6642"/>
                  <a:gd name="connsiteY127-8278" fmla="*/ 5485 h 5728"/>
                  <a:gd name="connsiteX128-8279" fmla="*/ 1630 w 6642"/>
                  <a:gd name="connsiteY128-8280" fmla="*/ 5242 h 5728"/>
                  <a:gd name="connsiteX129-8281" fmla="*/ 1685 w 6642"/>
                  <a:gd name="connsiteY129-8282" fmla="*/ 5195 h 5728"/>
                  <a:gd name="connsiteX130-8283" fmla="*/ 1730 w 6642"/>
                  <a:gd name="connsiteY130-8284" fmla="*/ 5120 h 5728"/>
                  <a:gd name="connsiteX131-8285" fmla="*/ 1727 w 6642"/>
                  <a:gd name="connsiteY131-8286" fmla="*/ 5071 h 5728"/>
                  <a:gd name="connsiteX132-8287" fmla="*/ 1530 w 6642"/>
                  <a:gd name="connsiteY132-8288" fmla="*/ 5007 h 5728"/>
                  <a:gd name="connsiteX133-8289" fmla="*/ 1459 w 6642"/>
                  <a:gd name="connsiteY133-8290" fmla="*/ 5064 h 5728"/>
                  <a:gd name="connsiteX134-8291" fmla="*/ 1353 w 6642"/>
                  <a:gd name="connsiteY134-8292" fmla="*/ 5111 h 5728"/>
                  <a:gd name="connsiteX135-8293" fmla="*/ 1290 w 6642"/>
                  <a:gd name="connsiteY135-8294" fmla="*/ 5063 h 5728"/>
                  <a:gd name="connsiteX136-8295" fmla="*/ 1052 w 6642"/>
                  <a:gd name="connsiteY136-8296" fmla="*/ 5254 h 5728"/>
                  <a:gd name="connsiteX137-8297" fmla="*/ 924 w 6642"/>
                  <a:gd name="connsiteY137-8298" fmla="*/ 5231 h 5728"/>
                  <a:gd name="connsiteX138-8299" fmla="*/ 813 w 6642"/>
                  <a:gd name="connsiteY138-8300" fmla="*/ 5097 h 5728"/>
                  <a:gd name="connsiteX139-8301" fmla="*/ 683 w 6642"/>
                  <a:gd name="connsiteY139-8302" fmla="*/ 4930 h 5728"/>
                  <a:gd name="connsiteX140-8303" fmla="*/ 572 w 6642"/>
                  <a:gd name="connsiteY140-8304" fmla="*/ 4806 h 5728"/>
                  <a:gd name="connsiteX141-8305" fmla="*/ 505 w 6642"/>
                  <a:gd name="connsiteY141-8306" fmla="*/ 4788 h 5728"/>
                  <a:gd name="connsiteX142-8307" fmla="*/ 640 w 6642"/>
                  <a:gd name="connsiteY142-8308" fmla="*/ 4631 h 5728"/>
                  <a:gd name="connsiteX143-8309" fmla="*/ 683 w 6642"/>
                  <a:gd name="connsiteY143-8310" fmla="*/ 4541 h 5728"/>
                  <a:gd name="connsiteX144-8311" fmla="*/ 651 w 6642"/>
                  <a:gd name="connsiteY144-8312" fmla="*/ 4438 h 5728"/>
                  <a:gd name="connsiteX145-8313" fmla="*/ 277 w 6642"/>
                  <a:gd name="connsiteY145-8314" fmla="*/ 4491 h 5728"/>
                  <a:gd name="connsiteX146-8315" fmla="*/ 187 w 6642"/>
                  <a:gd name="connsiteY146-8316" fmla="*/ 4518 h 5728"/>
                  <a:gd name="connsiteX147-8317" fmla="*/ 195 w 6642"/>
                  <a:gd name="connsiteY147-8318" fmla="*/ 4384 h 5728"/>
                  <a:gd name="connsiteX148-8319" fmla="*/ 147 w 6642"/>
                  <a:gd name="connsiteY148-8320" fmla="*/ 4318 h 5728"/>
                  <a:gd name="connsiteX149-8321" fmla="*/ 39 w 6642"/>
                  <a:gd name="connsiteY149-8322" fmla="*/ 4220 h 5728"/>
                  <a:gd name="connsiteX150-8323" fmla="*/ 75 w 6642"/>
                  <a:gd name="connsiteY150-8324" fmla="*/ 4093 h 5728"/>
                  <a:gd name="connsiteX151-8325" fmla="*/ 63 w 6642"/>
                  <a:gd name="connsiteY151-8326" fmla="*/ 3929 h 5728"/>
                  <a:gd name="connsiteX152-8327" fmla="*/ 0 w 6642"/>
                  <a:gd name="connsiteY152-8328" fmla="*/ 3842 h 5728"/>
                  <a:gd name="connsiteX153-8329" fmla="*/ 0 w 6642"/>
                  <a:gd name="connsiteY153-8330" fmla="*/ 3737 h 5728"/>
                  <a:gd name="connsiteX154-8331" fmla="*/ 303 w 6642"/>
                  <a:gd name="connsiteY154-8332" fmla="*/ 3824 h 5728"/>
                  <a:gd name="connsiteX155-8333" fmla="*/ 830 w 6642"/>
                  <a:gd name="connsiteY155-8334" fmla="*/ 3840 h 5728"/>
                  <a:gd name="connsiteX156-8335" fmla="*/ 1044 w 6642"/>
                  <a:gd name="connsiteY156-8336" fmla="*/ 3908 h 5728"/>
                  <a:gd name="connsiteX157-8337" fmla="*/ 1213 w 6642"/>
                  <a:gd name="connsiteY157-8338" fmla="*/ 4053 h 5728"/>
                  <a:gd name="connsiteX158-8339" fmla="*/ 1257 w 6642"/>
                  <a:gd name="connsiteY158-8340" fmla="*/ 4077 h 5728"/>
                  <a:gd name="connsiteX159-8341" fmla="*/ 1417 w 6642"/>
                  <a:gd name="connsiteY159-8342" fmla="*/ 4107 h 5728"/>
                  <a:gd name="connsiteX160-8343" fmla="*/ 1487 w 6642"/>
                  <a:gd name="connsiteY160-8344" fmla="*/ 4158 h 5728"/>
                  <a:gd name="connsiteX161-8345" fmla="*/ 1688 w 6642"/>
                  <a:gd name="connsiteY161-8346" fmla="*/ 4229 h 5728"/>
                  <a:gd name="connsiteX162-8347" fmla="*/ 1904 w 6642"/>
                  <a:gd name="connsiteY162-8348" fmla="*/ 4309 h 5728"/>
                  <a:gd name="connsiteX163-8349" fmla="*/ 2068 w 6642"/>
                  <a:gd name="connsiteY163-8350" fmla="*/ 4212 h 5728"/>
                  <a:gd name="connsiteX164-8351" fmla="*/ 2267 w 6642"/>
                  <a:gd name="connsiteY164-8352" fmla="*/ 4125 h 5728"/>
                  <a:gd name="connsiteX165-8353" fmla="*/ 2363 w 6642"/>
                  <a:gd name="connsiteY165-8354" fmla="*/ 4075 h 5728"/>
                  <a:gd name="connsiteX166-8355" fmla="*/ 2539 w 6642"/>
                  <a:gd name="connsiteY166-8356" fmla="*/ 3995 h 5728"/>
                  <a:gd name="connsiteX167-8357" fmla="*/ 2721 w 6642"/>
                  <a:gd name="connsiteY167-8358" fmla="*/ 3970 h 5728"/>
                  <a:gd name="connsiteX168-8359" fmla="*/ 3073 w 6642"/>
                  <a:gd name="connsiteY168-8360" fmla="*/ 3979 h 5728"/>
                  <a:gd name="connsiteX169-8361" fmla="*/ 3416 w 6642"/>
                  <a:gd name="connsiteY169-8362" fmla="*/ 3722 h 5728"/>
                  <a:gd name="connsiteX170-8363" fmla="*/ 3519 w 6642"/>
                  <a:gd name="connsiteY170-8364" fmla="*/ 3636 h 5728"/>
                  <a:gd name="connsiteX171-8365" fmla="*/ 3609 w 6642"/>
                  <a:gd name="connsiteY171-8366" fmla="*/ 3563 h 5728"/>
                  <a:gd name="connsiteX172-8367" fmla="*/ 3705 w 6642"/>
                  <a:gd name="connsiteY172-8368" fmla="*/ 3503 h 5728"/>
                  <a:gd name="connsiteX173-8369" fmla="*/ 3702 w 6642"/>
                  <a:gd name="connsiteY173-8370" fmla="*/ 3422 h 5728"/>
                  <a:gd name="connsiteX174-8371" fmla="*/ 3597 w 6642"/>
                  <a:gd name="connsiteY174-8372" fmla="*/ 3317 h 5728"/>
                  <a:gd name="connsiteX175-8373" fmla="*/ 3582 w 6642"/>
                  <a:gd name="connsiteY175-8374" fmla="*/ 3252 h 5728"/>
                  <a:gd name="connsiteX176-8375" fmla="*/ 3692 w 6642"/>
                  <a:gd name="connsiteY176-8376" fmla="*/ 3012 h 5728"/>
                  <a:gd name="connsiteX177-8377" fmla="*/ 3835 w 6642"/>
                  <a:gd name="connsiteY177-8378" fmla="*/ 3094 h 5728"/>
                  <a:gd name="connsiteX178-8379" fmla="*/ 3915 w 6642"/>
                  <a:gd name="connsiteY178-8380" fmla="*/ 3122 h 5728"/>
                  <a:gd name="connsiteX179-8381" fmla="*/ 3998 w 6642"/>
                  <a:gd name="connsiteY179-8382" fmla="*/ 3124 h 5728"/>
                  <a:gd name="connsiteX0-8383" fmla="*/ 5456 w 6642"/>
                  <a:gd name="connsiteY0-8384" fmla="*/ 2333 h 5728"/>
                  <a:gd name="connsiteX1-8385" fmla="*/ 5454 w 6642"/>
                  <a:gd name="connsiteY1-8386" fmla="*/ 2117 h 5728"/>
                  <a:gd name="connsiteX2-8387" fmla="*/ 5378 w 6642"/>
                  <a:gd name="connsiteY2-8388" fmla="*/ 2039 h 5728"/>
                  <a:gd name="connsiteX3-8389" fmla="*/ 5235 w 6642"/>
                  <a:gd name="connsiteY3-8390" fmla="*/ 1951 h 5728"/>
                  <a:gd name="connsiteX4-8391" fmla="*/ 5143 w 6642"/>
                  <a:gd name="connsiteY4-8392" fmla="*/ 1827 h 5728"/>
                  <a:gd name="connsiteX5-8393" fmla="*/ 5047 w 6642"/>
                  <a:gd name="connsiteY5-8394" fmla="*/ 1828 h 5728"/>
                  <a:gd name="connsiteX6-8395" fmla="*/ 5002 w 6642"/>
                  <a:gd name="connsiteY6-8396" fmla="*/ 1883 h 5728"/>
                  <a:gd name="connsiteX7-8397" fmla="*/ 4909 w 6642"/>
                  <a:gd name="connsiteY7-8398" fmla="*/ 1877 h 5728"/>
                  <a:gd name="connsiteX8-8399" fmla="*/ 4889 w 6642"/>
                  <a:gd name="connsiteY8-8400" fmla="*/ 1994 h 5728"/>
                  <a:gd name="connsiteX9-8401" fmla="*/ 4708 w 6642"/>
                  <a:gd name="connsiteY9-8402" fmla="*/ 1941 h 5728"/>
                  <a:gd name="connsiteX10-8403" fmla="*/ 4625 w 6642"/>
                  <a:gd name="connsiteY10-8404" fmla="*/ 1939 h 5728"/>
                  <a:gd name="connsiteX11-8405" fmla="*/ 4500 w 6642"/>
                  <a:gd name="connsiteY11-8406" fmla="*/ 2014 h 5728"/>
                  <a:gd name="connsiteX12-8407" fmla="*/ 4388 w 6642"/>
                  <a:gd name="connsiteY12-8408" fmla="*/ 1890 h 5728"/>
                  <a:gd name="connsiteX13-8409" fmla="*/ 4482 w 6642"/>
                  <a:gd name="connsiteY13-8410" fmla="*/ 1804 h 5728"/>
                  <a:gd name="connsiteX14-8411" fmla="*/ 4486 w 6642"/>
                  <a:gd name="connsiteY14-8412" fmla="*/ 1634 h 5728"/>
                  <a:gd name="connsiteX15-8413" fmla="*/ 4541 w 6642"/>
                  <a:gd name="connsiteY15-8414" fmla="*/ 1514 h 5728"/>
                  <a:gd name="connsiteX16-8415" fmla="*/ 4584 w 6642"/>
                  <a:gd name="connsiteY16-8416" fmla="*/ 1306 h 5728"/>
                  <a:gd name="connsiteX17-8417" fmla="*/ 4644 w 6642"/>
                  <a:gd name="connsiteY17-8418" fmla="*/ 1307 h 5728"/>
                  <a:gd name="connsiteX18-8419" fmla="*/ 4967 w 6642"/>
                  <a:gd name="connsiteY18-8420" fmla="*/ 1286 h 5728"/>
                  <a:gd name="connsiteX19-8421" fmla="*/ 5141 w 6642"/>
                  <a:gd name="connsiteY19-8422" fmla="*/ 1117 h 5728"/>
                  <a:gd name="connsiteX20-8423" fmla="*/ 5210 w 6642"/>
                  <a:gd name="connsiteY20-8424" fmla="*/ 748 h 5728"/>
                  <a:gd name="connsiteX21-8425" fmla="*/ 5320 w 6642"/>
                  <a:gd name="connsiteY21-8426" fmla="*/ 486 h 5728"/>
                  <a:gd name="connsiteX22-8427" fmla="*/ 5318 w 6642"/>
                  <a:gd name="connsiteY22-8428" fmla="*/ 358 h 5728"/>
                  <a:gd name="connsiteX23-8429" fmla="*/ 5305 w 6642"/>
                  <a:gd name="connsiteY23-8430" fmla="*/ 328 h 5728"/>
                  <a:gd name="connsiteX24-8431" fmla="*/ 5238 w 6642"/>
                  <a:gd name="connsiteY24-8432" fmla="*/ 251 h 5728"/>
                  <a:gd name="connsiteX25-8433" fmla="*/ 5178 w 6642"/>
                  <a:gd name="connsiteY25-8434" fmla="*/ 217 h 5728"/>
                  <a:gd name="connsiteX26-8435" fmla="*/ 5303 w 6642"/>
                  <a:gd name="connsiteY26-8436" fmla="*/ 56 h 5728"/>
                  <a:gd name="connsiteX27-8437" fmla="*/ 5476 w 6642"/>
                  <a:gd name="connsiteY27-8438" fmla="*/ 2 h 5728"/>
                  <a:gd name="connsiteX28-8439" fmla="*/ 5508 w 6642"/>
                  <a:gd name="connsiteY28-8440" fmla="*/ 49 h 5728"/>
                  <a:gd name="connsiteX29-8441" fmla="*/ 5498 w 6642"/>
                  <a:gd name="connsiteY29-8442" fmla="*/ 133 h 5728"/>
                  <a:gd name="connsiteX30-8443" fmla="*/ 5437 w 6642"/>
                  <a:gd name="connsiteY30-8444" fmla="*/ 243 h 5728"/>
                  <a:gd name="connsiteX31-8445" fmla="*/ 5507 w 6642"/>
                  <a:gd name="connsiteY31-8446" fmla="*/ 301 h 5728"/>
                  <a:gd name="connsiteX32-8447" fmla="*/ 5621 w 6642"/>
                  <a:gd name="connsiteY32-8448" fmla="*/ 366 h 5728"/>
                  <a:gd name="connsiteX33-8449" fmla="*/ 5641 w 6642"/>
                  <a:gd name="connsiteY33-8450" fmla="*/ 255 h 5728"/>
                  <a:gd name="connsiteX34-8451" fmla="*/ 5775 w 6642"/>
                  <a:gd name="connsiteY34-8452" fmla="*/ 291 h 5728"/>
                  <a:gd name="connsiteX35-8453" fmla="*/ 5800 w 6642"/>
                  <a:gd name="connsiteY35-8454" fmla="*/ 331 h 5728"/>
                  <a:gd name="connsiteX36-8455" fmla="*/ 5876 w 6642"/>
                  <a:gd name="connsiteY36-8456" fmla="*/ 562 h 5728"/>
                  <a:gd name="connsiteX37-8457" fmla="*/ 5911 w 6642"/>
                  <a:gd name="connsiteY37-8458" fmla="*/ 586 h 5728"/>
                  <a:gd name="connsiteX38-8459" fmla="*/ 6003 w 6642"/>
                  <a:gd name="connsiteY38-8460" fmla="*/ 578 h 5728"/>
                  <a:gd name="connsiteX39-8461" fmla="*/ 6263 w 6642"/>
                  <a:gd name="connsiteY39-8462" fmla="*/ 490 h 5728"/>
                  <a:gd name="connsiteX40-8463" fmla="*/ 6483 w 6642"/>
                  <a:gd name="connsiteY40-8464" fmla="*/ 479 h 5728"/>
                  <a:gd name="connsiteX41-8465" fmla="*/ 6543 w 6642"/>
                  <a:gd name="connsiteY41-8466" fmla="*/ 648 h 5728"/>
                  <a:gd name="connsiteX42-8467" fmla="*/ 6461 w 6642"/>
                  <a:gd name="connsiteY42-8468" fmla="*/ 944 h 5728"/>
                  <a:gd name="connsiteX43-8469" fmla="*/ 6461 w 6642"/>
                  <a:gd name="connsiteY43-8470" fmla="*/ 1022 h 5728"/>
                  <a:gd name="connsiteX44-8471" fmla="*/ 6530 w 6642"/>
                  <a:gd name="connsiteY44-8472" fmla="*/ 1168 h 5728"/>
                  <a:gd name="connsiteX45-8473" fmla="*/ 6545 w 6642"/>
                  <a:gd name="connsiteY45-8474" fmla="*/ 1427 h 5728"/>
                  <a:gd name="connsiteX46-8475" fmla="*/ 6547 w 6642"/>
                  <a:gd name="connsiteY46-8476" fmla="*/ 1617 h 5728"/>
                  <a:gd name="connsiteX47-8477" fmla="*/ 6480 w 6642"/>
                  <a:gd name="connsiteY47-8478" fmla="*/ 1625 h 5728"/>
                  <a:gd name="connsiteX48-8479" fmla="*/ 6458 w 6642"/>
                  <a:gd name="connsiteY48-8480" fmla="*/ 1507 h 5728"/>
                  <a:gd name="connsiteX49-8481" fmla="*/ 6423 w 6642"/>
                  <a:gd name="connsiteY49-8482" fmla="*/ 1450 h 5728"/>
                  <a:gd name="connsiteX50-8483" fmla="*/ 6333 w 6642"/>
                  <a:gd name="connsiteY50-8484" fmla="*/ 1582 h 5728"/>
                  <a:gd name="connsiteX51-8485" fmla="*/ 6220 w 6642"/>
                  <a:gd name="connsiteY51-8486" fmla="*/ 1776 h 5728"/>
                  <a:gd name="connsiteX52-8487" fmla="*/ 6101 w 6642"/>
                  <a:gd name="connsiteY52-8488" fmla="*/ 1904 h 5728"/>
                  <a:gd name="connsiteX53-8489" fmla="*/ 6094 w 6642"/>
                  <a:gd name="connsiteY53-8490" fmla="*/ 2018 h 5728"/>
                  <a:gd name="connsiteX54-8491" fmla="*/ 6154 w 6642"/>
                  <a:gd name="connsiteY54-8492" fmla="*/ 2115 h 5728"/>
                  <a:gd name="connsiteX55-8493" fmla="*/ 6256 w 6642"/>
                  <a:gd name="connsiteY55-8494" fmla="*/ 2183 h 5728"/>
                  <a:gd name="connsiteX56-8495" fmla="*/ 6333 w 6642"/>
                  <a:gd name="connsiteY56-8496" fmla="*/ 2178 h 5728"/>
                  <a:gd name="connsiteX57-8497" fmla="*/ 6378 w 6642"/>
                  <a:gd name="connsiteY57-8498" fmla="*/ 2104 h 5728"/>
                  <a:gd name="connsiteX58-8499" fmla="*/ 6412 w 6642"/>
                  <a:gd name="connsiteY58-8500" fmla="*/ 2210 h 5728"/>
                  <a:gd name="connsiteX59-8501" fmla="*/ 6300 w 6642"/>
                  <a:gd name="connsiteY59-8502" fmla="*/ 2249 h 5728"/>
                  <a:gd name="connsiteX60-8503" fmla="*/ 6347 w 6642"/>
                  <a:gd name="connsiteY60-8504" fmla="*/ 2362 h 5728"/>
                  <a:gd name="connsiteX61-8505" fmla="*/ 6212 w 6642"/>
                  <a:gd name="connsiteY61-8506" fmla="*/ 2509 h 5728"/>
                  <a:gd name="connsiteX62-8507" fmla="*/ 6171 w 6642"/>
                  <a:gd name="connsiteY62-8508" fmla="*/ 2498 h 5728"/>
                  <a:gd name="connsiteX63-8509" fmla="*/ 6047 w 6642"/>
                  <a:gd name="connsiteY63-8510" fmla="*/ 2413 h 5728"/>
                  <a:gd name="connsiteX64-8511" fmla="*/ 5992 w 6642"/>
                  <a:gd name="connsiteY64-8512" fmla="*/ 2412 h 5728"/>
                  <a:gd name="connsiteX65-8513" fmla="*/ 5957 w 6642"/>
                  <a:gd name="connsiteY65-8514" fmla="*/ 2480 h 5728"/>
                  <a:gd name="connsiteX66-8515" fmla="*/ 5960 w 6642"/>
                  <a:gd name="connsiteY66-8516" fmla="*/ 2562 h 5728"/>
                  <a:gd name="connsiteX67-8517" fmla="*/ 6138 w 6642"/>
                  <a:gd name="connsiteY67-8518" fmla="*/ 2730 h 5728"/>
                  <a:gd name="connsiteX68-8519" fmla="*/ 6137 w 6642"/>
                  <a:gd name="connsiteY68-8520" fmla="*/ 2844 h 5728"/>
                  <a:gd name="connsiteX69-8521" fmla="*/ 6228 w 6642"/>
                  <a:gd name="connsiteY69-8522" fmla="*/ 3060 h 5728"/>
                  <a:gd name="connsiteX70-8523" fmla="*/ 6254 w 6642"/>
                  <a:gd name="connsiteY70-8524" fmla="*/ 3090 h 5728"/>
                  <a:gd name="connsiteX71-8525" fmla="*/ 6298 w 6642"/>
                  <a:gd name="connsiteY71-8526" fmla="*/ 3094 h 5728"/>
                  <a:gd name="connsiteX72-8527" fmla="*/ 6344 w 6642"/>
                  <a:gd name="connsiteY72-8528" fmla="*/ 3010 h 5728"/>
                  <a:gd name="connsiteX73-8529" fmla="*/ 6424 w 6642"/>
                  <a:gd name="connsiteY73-8530" fmla="*/ 2950 h 5728"/>
                  <a:gd name="connsiteX74-8531" fmla="*/ 6519 w 6642"/>
                  <a:gd name="connsiteY74-8532" fmla="*/ 3126 h 5728"/>
                  <a:gd name="connsiteX75-8533" fmla="*/ 6629 w 6642"/>
                  <a:gd name="connsiteY75-8534" fmla="*/ 3312 h 5728"/>
                  <a:gd name="connsiteX76-8535" fmla="*/ 6642 w 6642"/>
                  <a:gd name="connsiteY76-8536" fmla="*/ 3342 h 5728"/>
                  <a:gd name="connsiteX77-8537" fmla="*/ 6631 w 6642"/>
                  <a:gd name="connsiteY77-8538" fmla="*/ 3518 h 5728"/>
                  <a:gd name="connsiteX78-8539" fmla="*/ 6596 w 6642"/>
                  <a:gd name="connsiteY78-8540" fmla="*/ 3554 h 5728"/>
                  <a:gd name="connsiteX79-8541" fmla="*/ 6507 w 6642"/>
                  <a:gd name="connsiteY79-8542" fmla="*/ 3515 h 5728"/>
                  <a:gd name="connsiteX80-8543" fmla="*/ 6273 w 6642"/>
                  <a:gd name="connsiteY80-8544" fmla="*/ 3644 h 5728"/>
                  <a:gd name="connsiteX81-8545" fmla="*/ 6247 w 6642"/>
                  <a:gd name="connsiteY81-8546" fmla="*/ 3666 h 5728"/>
                  <a:gd name="connsiteX82-8547" fmla="*/ 6067 w 6642"/>
                  <a:gd name="connsiteY82-8548" fmla="*/ 3812 h 5728"/>
                  <a:gd name="connsiteX83-8549" fmla="*/ 5926 w 6642"/>
                  <a:gd name="connsiteY83-8550" fmla="*/ 3926 h 5728"/>
                  <a:gd name="connsiteX84-8551" fmla="*/ 5891 w 6642"/>
                  <a:gd name="connsiteY84-8552" fmla="*/ 3965 h 5728"/>
                  <a:gd name="connsiteX85-8553" fmla="*/ 5839 w 6642"/>
                  <a:gd name="connsiteY85-8554" fmla="*/ 3973 h 5728"/>
                  <a:gd name="connsiteX86-8555" fmla="*/ 5782 w 6642"/>
                  <a:gd name="connsiteY86-8556" fmla="*/ 3916 h 5728"/>
                  <a:gd name="connsiteX87-8557" fmla="*/ 5658 w 6642"/>
                  <a:gd name="connsiteY87-8558" fmla="*/ 3808 h 5728"/>
                  <a:gd name="connsiteX88-8559" fmla="*/ 5682 w 6642"/>
                  <a:gd name="connsiteY88-8560" fmla="*/ 4064 h 5728"/>
                  <a:gd name="connsiteX89-8561" fmla="*/ 5691 w 6642"/>
                  <a:gd name="connsiteY89-8562" fmla="*/ 4192 h 5728"/>
                  <a:gd name="connsiteX90-8563" fmla="*/ 5429 w 6642"/>
                  <a:gd name="connsiteY90-8564" fmla="*/ 4166 h 5728"/>
                  <a:gd name="connsiteX91-8565" fmla="*/ 5347 w 6642"/>
                  <a:gd name="connsiteY91-8566" fmla="*/ 3987 h 5728"/>
                  <a:gd name="connsiteX92-8567" fmla="*/ 5265 w 6642"/>
                  <a:gd name="connsiteY92-8568" fmla="*/ 3802 h 5728"/>
                  <a:gd name="connsiteX93-8569" fmla="*/ 4290 w 6642"/>
                  <a:gd name="connsiteY93-8570" fmla="*/ 4504 h 5728"/>
                  <a:gd name="connsiteX94-8571" fmla="*/ 4293 w 6642"/>
                  <a:gd name="connsiteY94-8572" fmla="*/ 4556 h 5728"/>
                  <a:gd name="connsiteX95-8573" fmla="*/ 4257 w 6642"/>
                  <a:gd name="connsiteY95-8574" fmla="*/ 4614 h 5728"/>
                  <a:gd name="connsiteX96-8575" fmla="*/ 3992 w 6642"/>
                  <a:gd name="connsiteY96-8576" fmla="*/ 4680 h 5728"/>
                  <a:gd name="connsiteX97-8577" fmla="*/ 3857 w 6642"/>
                  <a:gd name="connsiteY97-8578" fmla="*/ 4739 h 5728"/>
                  <a:gd name="connsiteX98-8579" fmla="*/ 3815 w 6642"/>
                  <a:gd name="connsiteY98-8580" fmla="*/ 4777 h 5728"/>
                  <a:gd name="connsiteX99-8581" fmla="*/ 3616 w 6642"/>
                  <a:gd name="connsiteY99-8582" fmla="*/ 5021 h 5728"/>
                  <a:gd name="connsiteX100-8583" fmla="*/ 3543 w 6642"/>
                  <a:gd name="connsiteY100-8584" fmla="*/ 4970 h 5728"/>
                  <a:gd name="connsiteX101-8585" fmla="*/ 3460 w 6642"/>
                  <a:gd name="connsiteY101-8586" fmla="*/ 4971 h 5728"/>
                  <a:gd name="connsiteX102-8587" fmla="*/ 3424 w 6642"/>
                  <a:gd name="connsiteY102-8588" fmla="*/ 5045 h 5728"/>
                  <a:gd name="connsiteX103-8589" fmla="*/ 3313 w 6642"/>
                  <a:gd name="connsiteY103-8590" fmla="*/ 5000 h 5728"/>
                  <a:gd name="connsiteX104-8591" fmla="*/ 3235 w 6642"/>
                  <a:gd name="connsiteY104-8592" fmla="*/ 5109 h 5728"/>
                  <a:gd name="connsiteX105-8593" fmla="*/ 3013 w 6642"/>
                  <a:gd name="connsiteY105-8594" fmla="*/ 5349 h 5728"/>
                  <a:gd name="connsiteX106-8595" fmla="*/ 2993 w 6642"/>
                  <a:gd name="connsiteY106-8596" fmla="*/ 5516 h 5728"/>
                  <a:gd name="connsiteX107-8597" fmla="*/ 2976 w 6642"/>
                  <a:gd name="connsiteY107-8598" fmla="*/ 5659 h 5728"/>
                  <a:gd name="connsiteX108-8599" fmla="*/ 2960 w 6642"/>
                  <a:gd name="connsiteY108-8600" fmla="*/ 5669 h 5728"/>
                  <a:gd name="connsiteX109-8601" fmla="*/ 2638 w 6642"/>
                  <a:gd name="connsiteY109-8602" fmla="*/ 5621 h 5728"/>
                  <a:gd name="connsiteX110-8603" fmla="*/ 2536 w 6642"/>
                  <a:gd name="connsiteY110-8604" fmla="*/ 5566 h 5728"/>
                  <a:gd name="connsiteX111-8605" fmla="*/ 2482 w 6642"/>
                  <a:gd name="connsiteY111-8606" fmla="*/ 5503 h 5728"/>
                  <a:gd name="connsiteX112-8607" fmla="*/ 2377 w 6642"/>
                  <a:gd name="connsiteY112-8608" fmla="*/ 5477 h 5728"/>
                  <a:gd name="connsiteX113-8609" fmla="*/ 2377 w 6642"/>
                  <a:gd name="connsiteY113-8610" fmla="*/ 5379 h 5728"/>
                  <a:gd name="connsiteX114-8611" fmla="*/ 2481 w 6642"/>
                  <a:gd name="connsiteY114-8612" fmla="*/ 5149 h 5728"/>
                  <a:gd name="connsiteX115-8613" fmla="*/ 2341 w 6642"/>
                  <a:gd name="connsiteY115-8614" fmla="*/ 5070 h 5728"/>
                  <a:gd name="connsiteX116-8615" fmla="*/ 2299 w 6642"/>
                  <a:gd name="connsiteY116-8616" fmla="*/ 5095 h 5728"/>
                  <a:gd name="connsiteX117-8617" fmla="*/ 2209 w 6642"/>
                  <a:gd name="connsiteY117-8618" fmla="*/ 5214 h 5728"/>
                  <a:gd name="connsiteX118-8619" fmla="*/ 2177 w 6642"/>
                  <a:gd name="connsiteY118-8620" fmla="*/ 5276 h 5728"/>
                  <a:gd name="connsiteX119-8621" fmla="*/ 2115 w 6642"/>
                  <a:gd name="connsiteY119-8622" fmla="*/ 5386 h 5728"/>
                  <a:gd name="connsiteX120-8623" fmla="*/ 2121 w 6642"/>
                  <a:gd name="connsiteY120-8624" fmla="*/ 5510 h 5728"/>
                  <a:gd name="connsiteX121-8625" fmla="*/ 2082 w 6642"/>
                  <a:gd name="connsiteY121-8626" fmla="*/ 5558 h 5728"/>
                  <a:gd name="connsiteX122-8627" fmla="*/ 1951 w 6642"/>
                  <a:gd name="connsiteY122-8628" fmla="*/ 5617 h 5728"/>
                  <a:gd name="connsiteX123-8629" fmla="*/ 1785 w 6642"/>
                  <a:gd name="connsiteY123-8630" fmla="*/ 5649 h 5728"/>
                  <a:gd name="connsiteX124-8631" fmla="*/ 1682 w 6642"/>
                  <a:gd name="connsiteY124-8632" fmla="*/ 5728 h 5728"/>
                  <a:gd name="connsiteX125-8633" fmla="*/ 1568 w 6642"/>
                  <a:gd name="connsiteY125-8634" fmla="*/ 5611 h 5728"/>
                  <a:gd name="connsiteX126-8635" fmla="*/ 1508 w 6642"/>
                  <a:gd name="connsiteY126-8636" fmla="*/ 5485 h 5728"/>
                  <a:gd name="connsiteX127-8637" fmla="*/ 1630 w 6642"/>
                  <a:gd name="connsiteY127-8638" fmla="*/ 5242 h 5728"/>
                  <a:gd name="connsiteX128-8639" fmla="*/ 1685 w 6642"/>
                  <a:gd name="connsiteY128-8640" fmla="*/ 5195 h 5728"/>
                  <a:gd name="connsiteX129-8641" fmla="*/ 1730 w 6642"/>
                  <a:gd name="connsiteY129-8642" fmla="*/ 5120 h 5728"/>
                  <a:gd name="connsiteX130-8643" fmla="*/ 1727 w 6642"/>
                  <a:gd name="connsiteY130-8644" fmla="*/ 5071 h 5728"/>
                  <a:gd name="connsiteX131-8645" fmla="*/ 1530 w 6642"/>
                  <a:gd name="connsiteY131-8646" fmla="*/ 5007 h 5728"/>
                  <a:gd name="connsiteX132-8647" fmla="*/ 1459 w 6642"/>
                  <a:gd name="connsiteY132-8648" fmla="*/ 5064 h 5728"/>
                  <a:gd name="connsiteX133-8649" fmla="*/ 1353 w 6642"/>
                  <a:gd name="connsiteY133-8650" fmla="*/ 5111 h 5728"/>
                  <a:gd name="connsiteX134-8651" fmla="*/ 1290 w 6642"/>
                  <a:gd name="connsiteY134-8652" fmla="*/ 5063 h 5728"/>
                  <a:gd name="connsiteX135-8653" fmla="*/ 1052 w 6642"/>
                  <a:gd name="connsiteY135-8654" fmla="*/ 5254 h 5728"/>
                  <a:gd name="connsiteX136-8655" fmla="*/ 924 w 6642"/>
                  <a:gd name="connsiteY136-8656" fmla="*/ 5231 h 5728"/>
                  <a:gd name="connsiteX137-8657" fmla="*/ 813 w 6642"/>
                  <a:gd name="connsiteY137-8658" fmla="*/ 5097 h 5728"/>
                  <a:gd name="connsiteX138-8659" fmla="*/ 683 w 6642"/>
                  <a:gd name="connsiteY138-8660" fmla="*/ 4930 h 5728"/>
                  <a:gd name="connsiteX139-8661" fmla="*/ 572 w 6642"/>
                  <a:gd name="connsiteY139-8662" fmla="*/ 4806 h 5728"/>
                  <a:gd name="connsiteX140-8663" fmla="*/ 505 w 6642"/>
                  <a:gd name="connsiteY140-8664" fmla="*/ 4788 h 5728"/>
                  <a:gd name="connsiteX141-8665" fmla="*/ 640 w 6642"/>
                  <a:gd name="connsiteY141-8666" fmla="*/ 4631 h 5728"/>
                  <a:gd name="connsiteX142-8667" fmla="*/ 683 w 6642"/>
                  <a:gd name="connsiteY142-8668" fmla="*/ 4541 h 5728"/>
                  <a:gd name="connsiteX143-8669" fmla="*/ 651 w 6642"/>
                  <a:gd name="connsiteY143-8670" fmla="*/ 4438 h 5728"/>
                  <a:gd name="connsiteX144-8671" fmla="*/ 277 w 6642"/>
                  <a:gd name="connsiteY144-8672" fmla="*/ 4491 h 5728"/>
                  <a:gd name="connsiteX145-8673" fmla="*/ 187 w 6642"/>
                  <a:gd name="connsiteY145-8674" fmla="*/ 4518 h 5728"/>
                  <a:gd name="connsiteX146-8675" fmla="*/ 195 w 6642"/>
                  <a:gd name="connsiteY146-8676" fmla="*/ 4384 h 5728"/>
                  <a:gd name="connsiteX147-8677" fmla="*/ 147 w 6642"/>
                  <a:gd name="connsiteY147-8678" fmla="*/ 4318 h 5728"/>
                  <a:gd name="connsiteX148-8679" fmla="*/ 39 w 6642"/>
                  <a:gd name="connsiteY148-8680" fmla="*/ 4220 h 5728"/>
                  <a:gd name="connsiteX149-8681" fmla="*/ 75 w 6642"/>
                  <a:gd name="connsiteY149-8682" fmla="*/ 4093 h 5728"/>
                  <a:gd name="connsiteX150-8683" fmla="*/ 63 w 6642"/>
                  <a:gd name="connsiteY150-8684" fmla="*/ 3929 h 5728"/>
                  <a:gd name="connsiteX151-8685" fmla="*/ 0 w 6642"/>
                  <a:gd name="connsiteY151-8686" fmla="*/ 3842 h 5728"/>
                  <a:gd name="connsiteX152-8687" fmla="*/ 0 w 6642"/>
                  <a:gd name="connsiteY152-8688" fmla="*/ 3737 h 5728"/>
                  <a:gd name="connsiteX153-8689" fmla="*/ 303 w 6642"/>
                  <a:gd name="connsiteY153-8690" fmla="*/ 3824 h 5728"/>
                  <a:gd name="connsiteX154-8691" fmla="*/ 830 w 6642"/>
                  <a:gd name="connsiteY154-8692" fmla="*/ 3840 h 5728"/>
                  <a:gd name="connsiteX155-8693" fmla="*/ 1044 w 6642"/>
                  <a:gd name="connsiteY155-8694" fmla="*/ 3908 h 5728"/>
                  <a:gd name="connsiteX156-8695" fmla="*/ 1213 w 6642"/>
                  <a:gd name="connsiteY156-8696" fmla="*/ 4053 h 5728"/>
                  <a:gd name="connsiteX157-8697" fmla="*/ 1257 w 6642"/>
                  <a:gd name="connsiteY157-8698" fmla="*/ 4077 h 5728"/>
                  <a:gd name="connsiteX158-8699" fmla="*/ 1417 w 6642"/>
                  <a:gd name="connsiteY158-8700" fmla="*/ 4107 h 5728"/>
                  <a:gd name="connsiteX159-8701" fmla="*/ 1487 w 6642"/>
                  <a:gd name="connsiteY159-8702" fmla="*/ 4158 h 5728"/>
                  <a:gd name="connsiteX160-8703" fmla="*/ 1688 w 6642"/>
                  <a:gd name="connsiteY160-8704" fmla="*/ 4229 h 5728"/>
                  <a:gd name="connsiteX161-8705" fmla="*/ 1904 w 6642"/>
                  <a:gd name="connsiteY161-8706" fmla="*/ 4309 h 5728"/>
                  <a:gd name="connsiteX162-8707" fmla="*/ 2068 w 6642"/>
                  <a:gd name="connsiteY162-8708" fmla="*/ 4212 h 5728"/>
                  <a:gd name="connsiteX163-8709" fmla="*/ 2267 w 6642"/>
                  <a:gd name="connsiteY163-8710" fmla="*/ 4125 h 5728"/>
                  <a:gd name="connsiteX164-8711" fmla="*/ 2363 w 6642"/>
                  <a:gd name="connsiteY164-8712" fmla="*/ 4075 h 5728"/>
                  <a:gd name="connsiteX165-8713" fmla="*/ 2539 w 6642"/>
                  <a:gd name="connsiteY165-8714" fmla="*/ 3995 h 5728"/>
                  <a:gd name="connsiteX166-8715" fmla="*/ 2721 w 6642"/>
                  <a:gd name="connsiteY166-8716" fmla="*/ 3970 h 5728"/>
                  <a:gd name="connsiteX167-8717" fmla="*/ 3073 w 6642"/>
                  <a:gd name="connsiteY167-8718" fmla="*/ 3979 h 5728"/>
                  <a:gd name="connsiteX168-8719" fmla="*/ 3416 w 6642"/>
                  <a:gd name="connsiteY168-8720" fmla="*/ 3722 h 5728"/>
                  <a:gd name="connsiteX169-8721" fmla="*/ 3519 w 6642"/>
                  <a:gd name="connsiteY169-8722" fmla="*/ 3636 h 5728"/>
                  <a:gd name="connsiteX170-8723" fmla="*/ 3609 w 6642"/>
                  <a:gd name="connsiteY170-8724" fmla="*/ 3563 h 5728"/>
                  <a:gd name="connsiteX171-8725" fmla="*/ 3705 w 6642"/>
                  <a:gd name="connsiteY171-8726" fmla="*/ 3503 h 5728"/>
                  <a:gd name="connsiteX172-8727" fmla="*/ 3702 w 6642"/>
                  <a:gd name="connsiteY172-8728" fmla="*/ 3422 h 5728"/>
                  <a:gd name="connsiteX173-8729" fmla="*/ 3597 w 6642"/>
                  <a:gd name="connsiteY173-8730" fmla="*/ 3317 h 5728"/>
                  <a:gd name="connsiteX174-8731" fmla="*/ 3582 w 6642"/>
                  <a:gd name="connsiteY174-8732" fmla="*/ 3252 h 5728"/>
                  <a:gd name="connsiteX175-8733" fmla="*/ 3692 w 6642"/>
                  <a:gd name="connsiteY175-8734" fmla="*/ 3012 h 5728"/>
                  <a:gd name="connsiteX176-8735" fmla="*/ 3835 w 6642"/>
                  <a:gd name="connsiteY176-8736" fmla="*/ 3094 h 5728"/>
                  <a:gd name="connsiteX177-8737" fmla="*/ 3915 w 6642"/>
                  <a:gd name="connsiteY177-8738" fmla="*/ 3122 h 5728"/>
                  <a:gd name="connsiteX178-8739" fmla="*/ 3998 w 6642"/>
                  <a:gd name="connsiteY178-8740" fmla="*/ 3124 h 5728"/>
                  <a:gd name="connsiteX0-8741" fmla="*/ 5456 w 6642"/>
                  <a:gd name="connsiteY0-8742" fmla="*/ 2333 h 5728"/>
                  <a:gd name="connsiteX1-8743" fmla="*/ 5454 w 6642"/>
                  <a:gd name="connsiteY1-8744" fmla="*/ 2117 h 5728"/>
                  <a:gd name="connsiteX2-8745" fmla="*/ 5378 w 6642"/>
                  <a:gd name="connsiteY2-8746" fmla="*/ 2039 h 5728"/>
                  <a:gd name="connsiteX3-8747" fmla="*/ 5235 w 6642"/>
                  <a:gd name="connsiteY3-8748" fmla="*/ 1951 h 5728"/>
                  <a:gd name="connsiteX4-8749" fmla="*/ 5143 w 6642"/>
                  <a:gd name="connsiteY4-8750" fmla="*/ 1827 h 5728"/>
                  <a:gd name="connsiteX5-8751" fmla="*/ 5047 w 6642"/>
                  <a:gd name="connsiteY5-8752" fmla="*/ 1828 h 5728"/>
                  <a:gd name="connsiteX6-8753" fmla="*/ 5002 w 6642"/>
                  <a:gd name="connsiteY6-8754" fmla="*/ 1883 h 5728"/>
                  <a:gd name="connsiteX7-8755" fmla="*/ 4909 w 6642"/>
                  <a:gd name="connsiteY7-8756" fmla="*/ 1877 h 5728"/>
                  <a:gd name="connsiteX8-8757" fmla="*/ 4889 w 6642"/>
                  <a:gd name="connsiteY8-8758" fmla="*/ 1994 h 5728"/>
                  <a:gd name="connsiteX9-8759" fmla="*/ 4708 w 6642"/>
                  <a:gd name="connsiteY9-8760" fmla="*/ 1941 h 5728"/>
                  <a:gd name="connsiteX10-8761" fmla="*/ 4625 w 6642"/>
                  <a:gd name="connsiteY10-8762" fmla="*/ 1939 h 5728"/>
                  <a:gd name="connsiteX11-8763" fmla="*/ 4500 w 6642"/>
                  <a:gd name="connsiteY11-8764" fmla="*/ 2014 h 5728"/>
                  <a:gd name="connsiteX12-8765" fmla="*/ 4388 w 6642"/>
                  <a:gd name="connsiteY12-8766" fmla="*/ 1890 h 5728"/>
                  <a:gd name="connsiteX13-8767" fmla="*/ 4482 w 6642"/>
                  <a:gd name="connsiteY13-8768" fmla="*/ 1804 h 5728"/>
                  <a:gd name="connsiteX14-8769" fmla="*/ 4486 w 6642"/>
                  <a:gd name="connsiteY14-8770" fmla="*/ 1634 h 5728"/>
                  <a:gd name="connsiteX15-8771" fmla="*/ 4541 w 6642"/>
                  <a:gd name="connsiteY15-8772" fmla="*/ 1514 h 5728"/>
                  <a:gd name="connsiteX16-8773" fmla="*/ 4584 w 6642"/>
                  <a:gd name="connsiteY16-8774" fmla="*/ 1306 h 5728"/>
                  <a:gd name="connsiteX17-8775" fmla="*/ 4644 w 6642"/>
                  <a:gd name="connsiteY17-8776" fmla="*/ 1307 h 5728"/>
                  <a:gd name="connsiteX18-8777" fmla="*/ 4967 w 6642"/>
                  <a:gd name="connsiteY18-8778" fmla="*/ 1286 h 5728"/>
                  <a:gd name="connsiteX19-8779" fmla="*/ 5141 w 6642"/>
                  <a:gd name="connsiteY19-8780" fmla="*/ 1117 h 5728"/>
                  <a:gd name="connsiteX20-8781" fmla="*/ 5210 w 6642"/>
                  <a:gd name="connsiteY20-8782" fmla="*/ 748 h 5728"/>
                  <a:gd name="connsiteX21-8783" fmla="*/ 5320 w 6642"/>
                  <a:gd name="connsiteY21-8784" fmla="*/ 486 h 5728"/>
                  <a:gd name="connsiteX22-8785" fmla="*/ 5318 w 6642"/>
                  <a:gd name="connsiteY22-8786" fmla="*/ 358 h 5728"/>
                  <a:gd name="connsiteX23-8787" fmla="*/ 5305 w 6642"/>
                  <a:gd name="connsiteY23-8788" fmla="*/ 328 h 5728"/>
                  <a:gd name="connsiteX24-8789" fmla="*/ 5238 w 6642"/>
                  <a:gd name="connsiteY24-8790" fmla="*/ 251 h 5728"/>
                  <a:gd name="connsiteX25-8791" fmla="*/ 5178 w 6642"/>
                  <a:gd name="connsiteY25-8792" fmla="*/ 217 h 5728"/>
                  <a:gd name="connsiteX26-8793" fmla="*/ 5303 w 6642"/>
                  <a:gd name="connsiteY26-8794" fmla="*/ 56 h 5728"/>
                  <a:gd name="connsiteX27-8795" fmla="*/ 5476 w 6642"/>
                  <a:gd name="connsiteY27-8796" fmla="*/ 2 h 5728"/>
                  <a:gd name="connsiteX28-8797" fmla="*/ 5508 w 6642"/>
                  <a:gd name="connsiteY28-8798" fmla="*/ 49 h 5728"/>
                  <a:gd name="connsiteX29-8799" fmla="*/ 5498 w 6642"/>
                  <a:gd name="connsiteY29-8800" fmla="*/ 133 h 5728"/>
                  <a:gd name="connsiteX30-8801" fmla="*/ 5437 w 6642"/>
                  <a:gd name="connsiteY30-8802" fmla="*/ 243 h 5728"/>
                  <a:gd name="connsiteX31-8803" fmla="*/ 5507 w 6642"/>
                  <a:gd name="connsiteY31-8804" fmla="*/ 301 h 5728"/>
                  <a:gd name="connsiteX32-8805" fmla="*/ 5621 w 6642"/>
                  <a:gd name="connsiteY32-8806" fmla="*/ 366 h 5728"/>
                  <a:gd name="connsiteX33-8807" fmla="*/ 5641 w 6642"/>
                  <a:gd name="connsiteY33-8808" fmla="*/ 255 h 5728"/>
                  <a:gd name="connsiteX34-8809" fmla="*/ 5775 w 6642"/>
                  <a:gd name="connsiteY34-8810" fmla="*/ 291 h 5728"/>
                  <a:gd name="connsiteX35-8811" fmla="*/ 5800 w 6642"/>
                  <a:gd name="connsiteY35-8812" fmla="*/ 331 h 5728"/>
                  <a:gd name="connsiteX36-8813" fmla="*/ 5876 w 6642"/>
                  <a:gd name="connsiteY36-8814" fmla="*/ 562 h 5728"/>
                  <a:gd name="connsiteX37-8815" fmla="*/ 5911 w 6642"/>
                  <a:gd name="connsiteY37-8816" fmla="*/ 586 h 5728"/>
                  <a:gd name="connsiteX38-8817" fmla="*/ 6003 w 6642"/>
                  <a:gd name="connsiteY38-8818" fmla="*/ 578 h 5728"/>
                  <a:gd name="connsiteX39-8819" fmla="*/ 6263 w 6642"/>
                  <a:gd name="connsiteY39-8820" fmla="*/ 490 h 5728"/>
                  <a:gd name="connsiteX40-8821" fmla="*/ 6483 w 6642"/>
                  <a:gd name="connsiteY40-8822" fmla="*/ 479 h 5728"/>
                  <a:gd name="connsiteX41-8823" fmla="*/ 6543 w 6642"/>
                  <a:gd name="connsiteY41-8824" fmla="*/ 648 h 5728"/>
                  <a:gd name="connsiteX42-8825" fmla="*/ 6461 w 6642"/>
                  <a:gd name="connsiteY42-8826" fmla="*/ 944 h 5728"/>
                  <a:gd name="connsiteX43-8827" fmla="*/ 6461 w 6642"/>
                  <a:gd name="connsiteY43-8828" fmla="*/ 1022 h 5728"/>
                  <a:gd name="connsiteX44-8829" fmla="*/ 6530 w 6642"/>
                  <a:gd name="connsiteY44-8830" fmla="*/ 1168 h 5728"/>
                  <a:gd name="connsiteX45-8831" fmla="*/ 6545 w 6642"/>
                  <a:gd name="connsiteY45-8832" fmla="*/ 1427 h 5728"/>
                  <a:gd name="connsiteX46-8833" fmla="*/ 6547 w 6642"/>
                  <a:gd name="connsiteY46-8834" fmla="*/ 1617 h 5728"/>
                  <a:gd name="connsiteX47-8835" fmla="*/ 6480 w 6642"/>
                  <a:gd name="connsiteY47-8836" fmla="*/ 1625 h 5728"/>
                  <a:gd name="connsiteX48-8837" fmla="*/ 6458 w 6642"/>
                  <a:gd name="connsiteY48-8838" fmla="*/ 1507 h 5728"/>
                  <a:gd name="connsiteX49-8839" fmla="*/ 6423 w 6642"/>
                  <a:gd name="connsiteY49-8840" fmla="*/ 1450 h 5728"/>
                  <a:gd name="connsiteX50-8841" fmla="*/ 6333 w 6642"/>
                  <a:gd name="connsiteY50-8842" fmla="*/ 1582 h 5728"/>
                  <a:gd name="connsiteX51-8843" fmla="*/ 6220 w 6642"/>
                  <a:gd name="connsiteY51-8844" fmla="*/ 1776 h 5728"/>
                  <a:gd name="connsiteX52-8845" fmla="*/ 6101 w 6642"/>
                  <a:gd name="connsiteY52-8846" fmla="*/ 1904 h 5728"/>
                  <a:gd name="connsiteX53-8847" fmla="*/ 6094 w 6642"/>
                  <a:gd name="connsiteY53-8848" fmla="*/ 2018 h 5728"/>
                  <a:gd name="connsiteX54-8849" fmla="*/ 6154 w 6642"/>
                  <a:gd name="connsiteY54-8850" fmla="*/ 2115 h 5728"/>
                  <a:gd name="connsiteX55-8851" fmla="*/ 6256 w 6642"/>
                  <a:gd name="connsiteY55-8852" fmla="*/ 2183 h 5728"/>
                  <a:gd name="connsiteX56-8853" fmla="*/ 6333 w 6642"/>
                  <a:gd name="connsiteY56-8854" fmla="*/ 2178 h 5728"/>
                  <a:gd name="connsiteX57-8855" fmla="*/ 6378 w 6642"/>
                  <a:gd name="connsiteY57-8856" fmla="*/ 2104 h 5728"/>
                  <a:gd name="connsiteX58-8857" fmla="*/ 6412 w 6642"/>
                  <a:gd name="connsiteY58-8858" fmla="*/ 2210 h 5728"/>
                  <a:gd name="connsiteX59-8859" fmla="*/ 6300 w 6642"/>
                  <a:gd name="connsiteY59-8860" fmla="*/ 2249 h 5728"/>
                  <a:gd name="connsiteX60-8861" fmla="*/ 6347 w 6642"/>
                  <a:gd name="connsiteY60-8862" fmla="*/ 2362 h 5728"/>
                  <a:gd name="connsiteX61-8863" fmla="*/ 6212 w 6642"/>
                  <a:gd name="connsiteY61-8864" fmla="*/ 2509 h 5728"/>
                  <a:gd name="connsiteX62-8865" fmla="*/ 6171 w 6642"/>
                  <a:gd name="connsiteY62-8866" fmla="*/ 2498 h 5728"/>
                  <a:gd name="connsiteX63-8867" fmla="*/ 6047 w 6642"/>
                  <a:gd name="connsiteY63-8868" fmla="*/ 2413 h 5728"/>
                  <a:gd name="connsiteX64-8869" fmla="*/ 5992 w 6642"/>
                  <a:gd name="connsiteY64-8870" fmla="*/ 2412 h 5728"/>
                  <a:gd name="connsiteX65-8871" fmla="*/ 5957 w 6642"/>
                  <a:gd name="connsiteY65-8872" fmla="*/ 2480 h 5728"/>
                  <a:gd name="connsiteX66-8873" fmla="*/ 5960 w 6642"/>
                  <a:gd name="connsiteY66-8874" fmla="*/ 2562 h 5728"/>
                  <a:gd name="connsiteX67-8875" fmla="*/ 6138 w 6642"/>
                  <a:gd name="connsiteY67-8876" fmla="*/ 2730 h 5728"/>
                  <a:gd name="connsiteX68-8877" fmla="*/ 6137 w 6642"/>
                  <a:gd name="connsiteY68-8878" fmla="*/ 2844 h 5728"/>
                  <a:gd name="connsiteX69-8879" fmla="*/ 6228 w 6642"/>
                  <a:gd name="connsiteY69-8880" fmla="*/ 3060 h 5728"/>
                  <a:gd name="connsiteX70-8881" fmla="*/ 6254 w 6642"/>
                  <a:gd name="connsiteY70-8882" fmla="*/ 3090 h 5728"/>
                  <a:gd name="connsiteX71-8883" fmla="*/ 6298 w 6642"/>
                  <a:gd name="connsiteY71-8884" fmla="*/ 3094 h 5728"/>
                  <a:gd name="connsiteX72-8885" fmla="*/ 6344 w 6642"/>
                  <a:gd name="connsiteY72-8886" fmla="*/ 3010 h 5728"/>
                  <a:gd name="connsiteX73-8887" fmla="*/ 6424 w 6642"/>
                  <a:gd name="connsiteY73-8888" fmla="*/ 2950 h 5728"/>
                  <a:gd name="connsiteX74-8889" fmla="*/ 6519 w 6642"/>
                  <a:gd name="connsiteY74-8890" fmla="*/ 3126 h 5728"/>
                  <a:gd name="connsiteX75-8891" fmla="*/ 6629 w 6642"/>
                  <a:gd name="connsiteY75-8892" fmla="*/ 3312 h 5728"/>
                  <a:gd name="connsiteX76-8893" fmla="*/ 6642 w 6642"/>
                  <a:gd name="connsiteY76-8894" fmla="*/ 3342 h 5728"/>
                  <a:gd name="connsiteX77-8895" fmla="*/ 6631 w 6642"/>
                  <a:gd name="connsiteY77-8896" fmla="*/ 3518 h 5728"/>
                  <a:gd name="connsiteX78-8897" fmla="*/ 6596 w 6642"/>
                  <a:gd name="connsiteY78-8898" fmla="*/ 3554 h 5728"/>
                  <a:gd name="connsiteX79-8899" fmla="*/ 6507 w 6642"/>
                  <a:gd name="connsiteY79-8900" fmla="*/ 3515 h 5728"/>
                  <a:gd name="connsiteX80-8901" fmla="*/ 6273 w 6642"/>
                  <a:gd name="connsiteY80-8902" fmla="*/ 3644 h 5728"/>
                  <a:gd name="connsiteX81-8903" fmla="*/ 6247 w 6642"/>
                  <a:gd name="connsiteY81-8904" fmla="*/ 3666 h 5728"/>
                  <a:gd name="connsiteX82-8905" fmla="*/ 6067 w 6642"/>
                  <a:gd name="connsiteY82-8906" fmla="*/ 3812 h 5728"/>
                  <a:gd name="connsiteX83-8907" fmla="*/ 5926 w 6642"/>
                  <a:gd name="connsiteY83-8908" fmla="*/ 3926 h 5728"/>
                  <a:gd name="connsiteX84-8909" fmla="*/ 5891 w 6642"/>
                  <a:gd name="connsiteY84-8910" fmla="*/ 3965 h 5728"/>
                  <a:gd name="connsiteX85-8911" fmla="*/ 5839 w 6642"/>
                  <a:gd name="connsiteY85-8912" fmla="*/ 3973 h 5728"/>
                  <a:gd name="connsiteX86-8913" fmla="*/ 5782 w 6642"/>
                  <a:gd name="connsiteY86-8914" fmla="*/ 3916 h 5728"/>
                  <a:gd name="connsiteX87-8915" fmla="*/ 5658 w 6642"/>
                  <a:gd name="connsiteY87-8916" fmla="*/ 3808 h 5728"/>
                  <a:gd name="connsiteX88-8917" fmla="*/ 5682 w 6642"/>
                  <a:gd name="connsiteY88-8918" fmla="*/ 4064 h 5728"/>
                  <a:gd name="connsiteX89-8919" fmla="*/ 5691 w 6642"/>
                  <a:gd name="connsiteY89-8920" fmla="*/ 4192 h 5728"/>
                  <a:gd name="connsiteX90-8921" fmla="*/ 5429 w 6642"/>
                  <a:gd name="connsiteY90-8922" fmla="*/ 4166 h 5728"/>
                  <a:gd name="connsiteX91-8923" fmla="*/ 5347 w 6642"/>
                  <a:gd name="connsiteY91-8924" fmla="*/ 3987 h 5728"/>
                  <a:gd name="connsiteX92-8925" fmla="*/ 5265 w 6642"/>
                  <a:gd name="connsiteY92-8926" fmla="*/ 3802 h 5728"/>
                  <a:gd name="connsiteX93-8927" fmla="*/ 4290 w 6642"/>
                  <a:gd name="connsiteY93-8928" fmla="*/ 4504 h 5728"/>
                  <a:gd name="connsiteX94-8929" fmla="*/ 4293 w 6642"/>
                  <a:gd name="connsiteY94-8930" fmla="*/ 4556 h 5728"/>
                  <a:gd name="connsiteX95-8931" fmla="*/ 4257 w 6642"/>
                  <a:gd name="connsiteY95-8932" fmla="*/ 4614 h 5728"/>
                  <a:gd name="connsiteX96-8933" fmla="*/ 3992 w 6642"/>
                  <a:gd name="connsiteY96-8934" fmla="*/ 4680 h 5728"/>
                  <a:gd name="connsiteX97-8935" fmla="*/ 3857 w 6642"/>
                  <a:gd name="connsiteY97-8936" fmla="*/ 4739 h 5728"/>
                  <a:gd name="connsiteX98-8937" fmla="*/ 3815 w 6642"/>
                  <a:gd name="connsiteY98-8938" fmla="*/ 4777 h 5728"/>
                  <a:gd name="connsiteX99-8939" fmla="*/ 3616 w 6642"/>
                  <a:gd name="connsiteY99-8940" fmla="*/ 5021 h 5728"/>
                  <a:gd name="connsiteX100-8941" fmla="*/ 3543 w 6642"/>
                  <a:gd name="connsiteY100-8942" fmla="*/ 4970 h 5728"/>
                  <a:gd name="connsiteX101-8943" fmla="*/ 3460 w 6642"/>
                  <a:gd name="connsiteY101-8944" fmla="*/ 4971 h 5728"/>
                  <a:gd name="connsiteX102-8945" fmla="*/ 3424 w 6642"/>
                  <a:gd name="connsiteY102-8946" fmla="*/ 5045 h 5728"/>
                  <a:gd name="connsiteX103-8947" fmla="*/ 3313 w 6642"/>
                  <a:gd name="connsiteY103-8948" fmla="*/ 5000 h 5728"/>
                  <a:gd name="connsiteX104-8949" fmla="*/ 3235 w 6642"/>
                  <a:gd name="connsiteY104-8950" fmla="*/ 5109 h 5728"/>
                  <a:gd name="connsiteX105-8951" fmla="*/ 3013 w 6642"/>
                  <a:gd name="connsiteY105-8952" fmla="*/ 5349 h 5728"/>
                  <a:gd name="connsiteX106-8953" fmla="*/ 2993 w 6642"/>
                  <a:gd name="connsiteY106-8954" fmla="*/ 5516 h 5728"/>
                  <a:gd name="connsiteX107-8955" fmla="*/ 2976 w 6642"/>
                  <a:gd name="connsiteY107-8956" fmla="*/ 5659 h 5728"/>
                  <a:gd name="connsiteX108-8957" fmla="*/ 2960 w 6642"/>
                  <a:gd name="connsiteY108-8958" fmla="*/ 5669 h 5728"/>
                  <a:gd name="connsiteX109-8959" fmla="*/ 2638 w 6642"/>
                  <a:gd name="connsiteY109-8960" fmla="*/ 5621 h 5728"/>
                  <a:gd name="connsiteX110-8961" fmla="*/ 2536 w 6642"/>
                  <a:gd name="connsiteY110-8962" fmla="*/ 5566 h 5728"/>
                  <a:gd name="connsiteX111-8963" fmla="*/ 2482 w 6642"/>
                  <a:gd name="connsiteY111-8964" fmla="*/ 5503 h 5728"/>
                  <a:gd name="connsiteX112-8965" fmla="*/ 2377 w 6642"/>
                  <a:gd name="connsiteY112-8966" fmla="*/ 5477 h 5728"/>
                  <a:gd name="connsiteX113-8967" fmla="*/ 2377 w 6642"/>
                  <a:gd name="connsiteY113-8968" fmla="*/ 5379 h 5728"/>
                  <a:gd name="connsiteX114-8969" fmla="*/ 2481 w 6642"/>
                  <a:gd name="connsiteY114-8970" fmla="*/ 5149 h 5728"/>
                  <a:gd name="connsiteX115-8971" fmla="*/ 2341 w 6642"/>
                  <a:gd name="connsiteY115-8972" fmla="*/ 5070 h 5728"/>
                  <a:gd name="connsiteX116-8973" fmla="*/ 2299 w 6642"/>
                  <a:gd name="connsiteY116-8974" fmla="*/ 5095 h 5728"/>
                  <a:gd name="connsiteX117-8975" fmla="*/ 2209 w 6642"/>
                  <a:gd name="connsiteY117-8976" fmla="*/ 5214 h 5728"/>
                  <a:gd name="connsiteX118-8977" fmla="*/ 2177 w 6642"/>
                  <a:gd name="connsiteY118-8978" fmla="*/ 5276 h 5728"/>
                  <a:gd name="connsiteX119-8979" fmla="*/ 2115 w 6642"/>
                  <a:gd name="connsiteY119-8980" fmla="*/ 5386 h 5728"/>
                  <a:gd name="connsiteX120-8981" fmla="*/ 2121 w 6642"/>
                  <a:gd name="connsiteY120-8982" fmla="*/ 5510 h 5728"/>
                  <a:gd name="connsiteX121-8983" fmla="*/ 2082 w 6642"/>
                  <a:gd name="connsiteY121-8984" fmla="*/ 5558 h 5728"/>
                  <a:gd name="connsiteX122-8985" fmla="*/ 1951 w 6642"/>
                  <a:gd name="connsiteY122-8986" fmla="*/ 5617 h 5728"/>
                  <a:gd name="connsiteX123-8987" fmla="*/ 1785 w 6642"/>
                  <a:gd name="connsiteY123-8988" fmla="*/ 5649 h 5728"/>
                  <a:gd name="connsiteX124-8989" fmla="*/ 1682 w 6642"/>
                  <a:gd name="connsiteY124-8990" fmla="*/ 5728 h 5728"/>
                  <a:gd name="connsiteX125-8991" fmla="*/ 1568 w 6642"/>
                  <a:gd name="connsiteY125-8992" fmla="*/ 5611 h 5728"/>
                  <a:gd name="connsiteX126-8993" fmla="*/ 1508 w 6642"/>
                  <a:gd name="connsiteY126-8994" fmla="*/ 5485 h 5728"/>
                  <a:gd name="connsiteX127-8995" fmla="*/ 1630 w 6642"/>
                  <a:gd name="connsiteY127-8996" fmla="*/ 5242 h 5728"/>
                  <a:gd name="connsiteX128-8997" fmla="*/ 1685 w 6642"/>
                  <a:gd name="connsiteY128-8998" fmla="*/ 5195 h 5728"/>
                  <a:gd name="connsiteX129-8999" fmla="*/ 1730 w 6642"/>
                  <a:gd name="connsiteY129-9000" fmla="*/ 5120 h 5728"/>
                  <a:gd name="connsiteX130-9001" fmla="*/ 1727 w 6642"/>
                  <a:gd name="connsiteY130-9002" fmla="*/ 5071 h 5728"/>
                  <a:gd name="connsiteX131-9003" fmla="*/ 1530 w 6642"/>
                  <a:gd name="connsiteY131-9004" fmla="*/ 5007 h 5728"/>
                  <a:gd name="connsiteX132-9005" fmla="*/ 1459 w 6642"/>
                  <a:gd name="connsiteY132-9006" fmla="*/ 5064 h 5728"/>
                  <a:gd name="connsiteX133-9007" fmla="*/ 1353 w 6642"/>
                  <a:gd name="connsiteY133-9008" fmla="*/ 5111 h 5728"/>
                  <a:gd name="connsiteX134-9009" fmla="*/ 1290 w 6642"/>
                  <a:gd name="connsiteY134-9010" fmla="*/ 5063 h 5728"/>
                  <a:gd name="connsiteX135-9011" fmla="*/ 1052 w 6642"/>
                  <a:gd name="connsiteY135-9012" fmla="*/ 5254 h 5728"/>
                  <a:gd name="connsiteX136-9013" fmla="*/ 924 w 6642"/>
                  <a:gd name="connsiteY136-9014" fmla="*/ 5231 h 5728"/>
                  <a:gd name="connsiteX137-9015" fmla="*/ 813 w 6642"/>
                  <a:gd name="connsiteY137-9016" fmla="*/ 5097 h 5728"/>
                  <a:gd name="connsiteX138-9017" fmla="*/ 683 w 6642"/>
                  <a:gd name="connsiteY138-9018" fmla="*/ 4930 h 5728"/>
                  <a:gd name="connsiteX139-9019" fmla="*/ 572 w 6642"/>
                  <a:gd name="connsiteY139-9020" fmla="*/ 4806 h 5728"/>
                  <a:gd name="connsiteX140-9021" fmla="*/ 505 w 6642"/>
                  <a:gd name="connsiteY140-9022" fmla="*/ 4788 h 5728"/>
                  <a:gd name="connsiteX141-9023" fmla="*/ 640 w 6642"/>
                  <a:gd name="connsiteY141-9024" fmla="*/ 4631 h 5728"/>
                  <a:gd name="connsiteX142-9025" fmla="*/ 683 w 6642"/>
                  <a:gd name="connsiteY142-9026" fmla="*/ 4541 h 5728"/>
                  <a:gd name="connsiteX143-9027" fmla="*/ 651 w 6642"/>
                  <a:gd name="connsiteY143-9028" fmla="*/ 4438 h 5728"/>
                  <a:gd name="connsiteX144-9029" fmla="*/ 277 w 6642"/>
                  <a:gd name="connsiteY144-9030" fmla="*/ 4491 h 5728"/>
                  <a:gd name="connsiteX145-9031" fmla="*/ 187 w 6642"/>
                  <a:gd name="connsiteY145-9032" fmla="*/ 4518 h 5728"/>
                  <a:gd name="connsiteX146-9033" fmla="*/ 195 w 6642"/>
                  <a:gd name="connsiteY146-9034" fmla="*/ 4384 h 5728"/>
                  <a:gd name="connsiteX147-9035" fmla="*/ 147 w 6642"/>
                  <a:gd name="connsiteY147-9036" fmla="*/ 4318 h 5728"/>
                  <a:gd name="connsiteX148-9037" fmla="*/ 39 w 6642"/>
                  <a:gd name="connsiteY148-9038" fmla="*/ 4220 h 5728"/>
                  <a:gd name="connsiteX149-9039" fmla="*/ 75 w 6642"/>
                  <a:gd name="connsiteY149-9040" fmla="*/ 4093 h 5728"/>
                  <a:gd name="connsiteX150-9041" fmla="*/ 63 w 6642"/>
                  <a:gd name="connsiteY150-9042" fmla="*/ 3929 h 5728"/>
                  <a:gd name="connsiteX151-9043" fmla="*/ 0 w 6642"/>
                  <a:gd name="connsiteY151-9044" fmla="*/ 3842 h 5728"/>
                  <a:gd name="connsiteX152-9045" fmla="*/ 0 w 6642"/>
                  <a:gd name="connsiteY152-9046" fmla="*/ 3737 h 5728"/>
                  <a:gd name="connsiteX153-9047" fmla="*/ 303 w 6642"/>
                  <a:gd name="connsiteY153-9048" fmla="*/ 3824 h 5728"/>
                  <a:gd name="connsiteX154-9049" fmla="*/ 830 w 6642"/>
                  <a:gd name="connsiteY154-9050" fmla="*/ 3840 h 5728"/>
                  <a:gd name="connsiteX155-9051" fmla="*/ 1044 w 6642"/>
                  <a:gd name="connsiteY155-9052" fmla="*/ 3908 h 5728"/>
                  <a:gd name="connsiteX156-9053" fmla="*/ 1213 w 6642"/>
                  <a:gd name="connsiteY156-9054" fmla="*/ 4053 h 5728"/>
                  <a:gd name="connsiteX157-9055" fmla="*/ 1257 w 6642"/>
                  <a:gd name="connsiteY157-9056" fmla="*/ 4077 h 5728"/>
                  <a:gd name="connsiteX158-9057" fmla="*/ 1417 w 6642"/>
                  <a:gd name="connsiteY158-9058" fmla="*/ 4107 h 5728"/>
                  <a:gd name="connsiteX159-9059" fmla="*/ 1487 w 6642"/>
                  <a:gd name="connsiteY159-9060" fmla="*/ 4158 h 5728"/>
                  <a:gd name="connsiteX160-9061" fmla="*/ 1688 w 6642"/>
                  <a:gd name="connsiteY160-9062" fmla="*/ 4229 h 5728"/>
                  <a:gd name="connsiteX161-9063" fmla="*/ 1904 w 6642"/>
                  <a:gd name="connsiteY161-9064" fmla="*/ 4309 h 5728"/>
                  <a:gd name="connsiteX162-9065" fmla="*/ 2068 w 6642"/>
                  <a:gd name="connsiteY162-9066" fmla="*/ 4212 h 5728"/>
                  <a:gd name="connsiteX163-9067" fmla="*/ 2267 w 6642"/>
                  <a:gd name="connsiteY163-9068" fmla="*/ 4125 h 5728"/>
                  <a:gd name="connsiteX164-9069" fmla="*/ 2363 w 6642"/>
                  <a:gd name="connsiteY164-9070" fmla="*/ 4075 h 5728"/>
                  <a:gd name="connsiteX165-9071" fmla="*/ 2539 w 6642"/>
                  <a:gd name="connsiteY165-9072" fmla="*/ 3995 h 5728"/>
                  <a:gd name="connsiteX166-9073" fmla="*/ 2721 w 6642"/>
                  <a:gd name="connsiteY166-9074" fmla="*/ 3970 h 5728"/>
                  <a:gd name="connsiteX167-9075" fmla="*/ 3073 w 6642"/>
                  <a:gd name="connsiteY167-9076" fmla="*/ 3979 h 5728"/>
                  <a:gd name="connsiteX168-9077" fmla="*/ 3416 w 6642"/>
                  <a:gd name="connsiteY168-9078" fmla="*/ 3722 h 5728"/>
                  <a:gd name="connsiteX169-9079" fmla="*/ 3519 w 6642"/>
                  <a:gd name="connsiteY169-9080" fmla="*/ 3636 h 5728"/>
                  <a:gd name="connsiteX170-9081" fmla="*/ 3609 w 6642"/>
                  <a:gd name="connsiteY170-9082" fmla="*/ 3563 h 5728"/>
                  <a:gd name="connsiteX171-9083" fmla="*/ 3705 w 6642"/>
                  <a:gd name="connsiteY171-9084" fmla="*/ 3503 h 5728"/>
                  <a:gd name="connsiteX172-9085" fmla="*/ 3702 w 6642"/>
                  <a:gd name="connsiteY172-9086" fmla="*/ 3422 h 5728"/>
                  <a:gd name="connsiteX173-9087" fmla="*/ 3597 w 6642"/>
                  <a:gd name="connsiteY173-9088" fmla="*/ 3317 h 5728"/>
                  <a:gd name="connsiteX174-9089" fmla="*/ 3582 w 6642"/>
                  <a:gd name="connsiteY174-9090" fmla="*/ 3252 h 5728"/>
                  <a:gd name="connsiteX175-9091" fmla="*/ 3692 w 6642"/>
                  <a:gd name="connsiteY175-9092" fmla="*/ 3012 h 5728"/>
                  <a:gd name="connsiteX176-9093" fmla="*/ 3835 w 6642"/>
                  <a:gd name="connsiteY176-9094" fmla="*/ 3094 h 5728"/>
                  <a:gd name="connsiteX177-9095" fmla="*/ 3915 w 6642"/>
                  <a:gd name="connsiteY177-9096" fmla="*/ 3122 h 5728"/>
                  <a:gd name="connsiteX0-9097" fmla="*/ 5456 w 6642"/>
                  <a:gd name="connsiteY0-9098" fmla="*/ 2333 h 5728"/>
                  <a:gd name="connsiteX1-9099" fmla="*/ 5454 w 6642"/>
                  <a:gd name="connsiteY1-9100" fmla="*/ 2117 h 5728"/>
                  <a:gd name="connsiteX2-9101" fmla="*/ 5378 w 6642"/>
                  <a:gd name="connsiteY2-9102" fmla="*/ 2039 h 5728"/>
                  <a:gd name="connsiteX3-9103" fmla="*/ 5235 w 6642"/>
                  <a:gd name="connsiteY3-9104" fmla="*/ 1951 h 5728"/>
                  <a:gd name="connsiteX4-9105" fmla="*/ 5143 w 6642"/>
                  <a:gd name="connsiteY4-9106" fmla="*/ 1827 h 5728"/>
                  <a:gd name="connsiteX5-9107" fmla="*/ 5047 w 6642"/>
                  <a:gd name="connsiteY5-9108" fmla="*/ 1828 h 5728"/>
                  <a:gd name="connsiteX6-9109" fmla="*/ 5002 w 6642"/>
                  <a:gd name="connsiteY6-9110" fmla="*/ 1883 h 5728"/>
                  <a:gd name="connsiteX7-9111" fmla="*/ 4909 w 6642"/>
                  <a:gd name="connsiteY7-9112" fmla="*/ 1877 h 5728"/>
                  <a:gd name="connsiteX8-9113" fmla="*/ 4889 w 6642"/>
                  <a:gd name="connsiteY8-9114" fmla="*/ 1994 h 5728"/>
                  <a:gd name="connsiteX9-9115" fmla="*/ 4708 w 6642"/>
                  <a:gd name="connsiteY9-9116" fmla="*/ 1941 h 5728"/>
                  <a:gd name="connsiteX10-9117" fmla="*/ 4625 w 6642"/>
                  <a:gd name="connsiteY10-9118" fmla="*/ 1939 h 5728"/>
                  <a:gd name="connsiteX11-9119" fmla="*/ 4500 w 6642"/>
                  <a:gd name="connsiteY11-9120" fmla="*/ 2014 h 5728"/>
                  <a:gd name="connsiteX12-9121" fmla="*/ 4388 w 6642"/>
                  <a:gd name="connsiteY12-9122" fmla="*/ 1890 h 5728"/>
                  <a:gd name="connsiteX13-9123" fmla="*/ 4482 w 6642"/>
                  <a:gd name="connsiteY13-9124" fmla="*/ 1804 h 5728"/>
                  <a:gd name="connsiteX14-9125" fmla="*/ 4486 w 6642"/>
                  <a:gd name="connsiteY14-9126" fmla="*/ 1634 h 5728"/>
                  <a:gd name="connsiteX15-9127" fmla="*/ 4541 w 6642"/>
                  <a:gd name="connsiteY15-9128" fmla="*/ 1514 h 5728"/>
                  <a:gd name="connsiteX16-9129" fmla="*/ 4584 w 6642"/>
                  <a:gd name="connsiteY16-9130" fmla="*/ 1306 h 5728"/>
                  <a:gd name="connsiteX17-9131" fmla="*/ 4644 w 6642"/>
                  <a:gd name="connsiteY17-9132" fmla="*/ 1307 h 5728"/>
                  <a:gd name="connsiteX18-9133" fmla="*/ 4967 w 6642"/>
                  <a:gd name="connsiteY18-9134" fmla="*/ 1286 h 5728"/>
                  <a:gd name="connsiteX19-9135" fmla="*/ 5141 w 6642"/>
                  <a:gd name="connsiteY19-9136" fmla="*/ 1117 h 5728"/>
                  <a:gd name="connsiteX20-9137" fmla="*/ 5210 w 6642"/>
                  <a:gd name="connsiteY20-9138" fmla="*/ 748 h 5728"/>
                  <a:gd name="connsiteX21-9139" fmla="*/ 5320 w 6642"/>
                  <a:gd name="connsiteY21-9140" fmla="*/ 486 h 5728"/>
                  <a:gd name="connsiteX22-9141" fmla="*/ 5318 w 6642"/>
                  <a:gd name="connsiteY22-9142" fmla="*/ 358 h 5728"/>
                  <a:gd name="connsiteX23-9143" fmla="*/ 5305 w 6642"/>
                  <a:gd name="connsiteY23-9144" fmla="*/ 328 h 5728"/>
                  <a:gd name="connsiteX24-9145" fmla="*/ 5238 w 6642"/>
                  <a:gd name="connsiteY24-9146" fmla="*/ 251 h 5728"/>
                  <a:gd name="connsiteX25-9147" fmla="*/ 5178 w 6642"/>
                  <a:gd name="connsiteY25-9148" fmla="*/ 217 h 5728"/>
                  <a:gd name="connsiteX26-9149" fmla="*/ 5303 w 6642"/>
                  <a:gd name="connsiteY26-9150" fmla="*/ 56 h 5728"/>
                  <a:gd name="connsiteX27-9151" fmla="*/ 5476 w 6642"/>
                  <a:gd name="connsiteY27-9152" fmla="*/ 2 h 5728"/>
                  <a:gd name="connsiteX28-9153" fmla="*/ 5508 w 6642"/>
                  <a:gd name="connsiteY28-9154" fmla="*/ 49 h 5728"/>
                  <a:gd name="connsiteX29-9155" fmla="*/ 5498 w 6642"/>
                  <a:gd name="connsiteY29-9156" fmla="*/ 133 h 5728"/>
                  <a:gd name="connsiteX30-9157" fmla="*/ 5437 w 6642"/>
                  <a:gd name="connsiteY30-9158" fmla="*/ 243 h 5728"/>
                  <a:gd name="connsiteX31-9159" fmla="*/ 5507 w 6642"/>
                  <a:gd name="connsiteY31-9160" fmla="*/ 301 h 5728"/>
                  <a:gd name="connsiteX32-9161" fmla="*/ 5621 w 6642"/>
                  <a:gd name="connsiteY32-9162" fmla="*/ 366 h 5728"/>
                  <a:gd name="connsiteX33-9163" fmla="*/ 5641 w 6642"/>
                  <a:gd name="connsiteY33-9164" fmla="*/ 255 h 5728"/>
                  <a:gd name="connsiteX34-9165" fmla="*/ 5775 w 6642"/>
                  <a:gd name="connsiteY34-9166" fmla="*/ 291 h 5728"/>
                  <a:gd name="connsiteX35-9167" fmla="*/ 5800 w 6642"/>
                  <a:gd name="connsiteY35-9168" fmla="*/ 331 h 5728"/>
                  <a:gd name="connsiteX36-9169" fmla="*/ 5876 w 6642"/>
                  <a:gd name="connsiteY36-9170" fmla="*/ 562 h 5728"/>
                  <a:gd name="connsiteX37-9171" fmla="*/ 5911 w 6642"/>
                  <a:gd name="connsiteY37-9172" fmla="*/ 586 h 5728"/>
                  <a:gd name="connsiteX38-9173" fmla="*/ 6003 w 6642"/>
                  <a:gd name="connsiteY38-9174" fmla="*/ 578 h 5728"/>
                  <a:gd name="connsiteX39-9175" fmla="*/ 6263 w 6642"/>
                  <a:gd name="connsiteY39-9176" fmla="*/ 490 h 5728"/>
                  <a:gd name="connsiteX40-9177" fmla="*/ 6483 w 6642"/>
                  <a:gd name="connsiteY40-9178" fmla="*/ 479 h 5728"/>
                  <a:gd name="connsiteX41-9179" fmla="*/ 6543 w 6642"/>
                  <a:gd name="connsiteY41-9180" fmla="*/ 648 h 5728"/>
                  <a:gd name="connsiteX42-9181" fmla="*/ 6461 w 6642"/>
                  <a:gd name="connsiteY42-9182" fmla="*/ 944 h 5728"/>
                  <a:gd name="connsiteX43-9183" fmla="*/ 6461 w 6642"/>
                  <a:gd name="connsiteY43-9184" fmla="*/ 1022 h 5728"/>
                  <a:gd name="connsiteX44-9185" fmla="*/ 6530 w 6642"/>
                  <a:gd name="connsiteY44-9186" fmla="*/ 1168 h 5728"/>
                  <a:gd name="connsiteX45-9187" fmla="*/ 6545 w 6642"/>
                  <a:gd name="connsiteY45-9188" fmla="*/ 1427 h 5728"/>
                  <a:gd name="connsiteX46-9189" fmla="*/ 6547 w 6642"/>
                  <a:gd name="connsiteY46-9190" fmla="*/ 1617 h 5728"/>
                  <a:gd name="connsiteX47-9191" fmla="*/ 6480 w 6642"/>
                  <a:gd name="connsiteY47-9192" fmla="*/ 1625 h 5728"/>
                  <a:gd name="connsiteX48-9193" fmla="*/ 6458 w 6642"/>
                  <a:gd name="connsiteY48-9194" fmla="*/ 1507 h 5728"/>
                  <a:gd name="connsiteX49-9195" fmla="*/ 6423 w 6642"/>
                  <a:gd name="connsiteY49-9196" fmla="*/ 1450 h 5728"/>
                  <a:gd name="connsiteX50-9197" fmla="*/ 6333 w 6642"/>
                  <a:gd name="connsiteY50-9198" fmla="*/ 1582 h 5728"/>
                  <a:gd name="connsiteX51-9199" fmla="*/ 6220 w 6642"/>
                  <a:gd name="connsiteY51-9200" fmla="*/ 1776 h 5728"/>
                  <a:gd name="connsiteX52-9201" fmla="*/ 6101 w 6642"/>
                  <a:gd name="connsiteY52-9202" fmla="*/ 1904 h 5728"/>
                  <a:gd name="connsiteX53-9203" fmla="*/ 6094 w 6642"/>
                  <a:gd name="connsiteY53-9204" fmla="*/ 2018 h 5728"/>
                  <a:gd name="connsiteX54-9205" fmla="*/ 6154 w 6642"/>
                  <a:gd name="connsiteY54-9206" fmla="*/ 2115 h 5728"/>
                  <a:gd name="connsiteX55-9207" fmla="*/ 6256 w 6642"/>
                  <a:gd name="connsiteY55-9208" fmla="*/ 2183 h 5728"/>
                  <a:gd name="connsiteX56-9209" fmla="*/ 6333 w 6642"/>
                  <a:gd name="connsiteY56-9210" fmla="*/ 2178 h 5728"/>
                  <a:gd name="connsiteX57-9211" fmla="*/ 6378 w 6642"/>
                  <a:gd name="connsiteY57-9212" fmla="*/ 2104 h 5728"/>
                  <a:gd name="connsiteX58-9213" fmla="*/ 6412 w 6642"/>
                  <a:gd name="connsiteY58-9214" fmla="*/ 2210 h 5728"/>
                  <a:gd name="connsiteX59-9215" fmla="*/ 6300 w 6642"/>
                  <a:gd name="connsiteY59-9216" fmla="*/ 2249 h 5728"/>
                  <a:gd name="connsiteX60-9217" fmla="*/ 6347 w 6642"/>
                  <a:gd name="connsiteY60-9218" fmla="*/ 2362 h 5728"/>
                  <a:gd name="connsiteX61-9219" fmla="*/ 6212 w 6642"/>
                  <a:gd name="connsiteY61-9220" fmla="*/ 2509 h 5728"/>
                  <a:gd name="connsiteX62-9221" fmla="*/ 6171 w 6642"/>
                  <a:gd name="connsiteY62-9222" fmla="*/ 2498 h 5728"/>
                  <a:gd name="connsiteX63-9223" fmla="*/ 6047 w 6642"/>
                  <a:gd name="connsiteY63-9224" fmla="*/ 2413 h 5728"/>
                  <a:gd name="connsiteX64-9225" fmla="*/ 5992 w 6642"/>
                  <a:gd name="connsiteY64-9226" fmla="*/ 2412 h 5728"/>
                  <a:gd name="connsiteX65-9227" fmla="*/ 5957 w 6642"/>
                  <a:gd name="connsiteY65-9228" fmla="*/ 2480 h 5728"/>
                  <a:gd name="connsiteX66-9229" fmla="*/ 5960 w 6642"/>
                  <a:gd name="connsiteY66-9230" fmla="*/ 2562 h 5728"/>
                  <a:gd name="connsiteX67-9231" fmla="*/ 6138 w 6642"/>
                  <a:gd name="connsiteY67-9232" fmla="*/ 2730 h 5728"/>
                  <a:gd name="connsiteX68-9233" fmla="*/ 6137 w 6642"/>
                  <a:gd name="connsiteY68-9234" fmla="*/ 2844 h 5728"/>
                  <a:gd name="connsiteX69-9235" fmla="*/ 6228 w 6642"/>
                  <a:gd name="connsiteY69-9236" fmla="*/ 3060 h 5728"/>
                  <a:gd name="connsiteX70-9237" fmla="*/ 6254 w 6642"/>
                  <a:gd name="connsiteY70-9238" fmla="*/ 3090 h 5728"/>
                  <a:gd name="connsiteX71-9239" fmla="*/ 6298 w 6642"/>
                  <a:gd name="connsiteY71-9240" fmla="*/ 3094 h 5728"/>
                  <a:gd name="connsiteX72-9241" fmla="*/ 6344 w 6642"/>
                  <a:gd name="connsiteY72-9242" fmla="*/ 3010 h 5728"/>
                  <a:gd name="connsiteX73-9243" fmla="*/ 6424 w 6642"/>
                  <a:gd name="connsiteY73-9244" fmla="*/ 2950 h 5728"/>
                  <a:gd name="connsiteX74-9245" fmla="*/ 6519 w 6642"/>
                  <a:gd name="connsiteY74-9246" fmla="*/ 3126 h 5728"/>
                  <a:gd name="connsiteX75-9247" fmla="*/ 6629 w 6642"/>
                  <a:gd name="connsiteY75-9248" fmla="*/ 3312 h 5728"/>
                  <a:gd name="connsiteX76-9249" fmla="*/ 6642 w 6642"/>
                  <a:gd name="connsiteY76-9250" fmla="*/ 3342 h 5728"/>
                  <a:gd name="connsiteX77-9251" fmla="*/ 6631 w 6642"/>
                  <a:gd name="connsiteY77-9252" fmla="*/ 3518 h 5728"/>
                  <a:gd name="connsiteX78-9253" fmla="*/ 6596 w 6642"/>
                  <a:gd name="connsiteY78-9254" fmla="*/ 3554 h 5728"/>
                  <a:gd name="connsiteX79-9255" fmla="*/ 6507 w 6642"/>
                  <a:gd name="connsiteY79-9256" fmla="*/ 3515 h 5728"/>
                  <a:gd name="connsiteX80-9257" fmla="*/ 6273 w 6642"/>
                  <a:gd name="connsiteY80-9258" fmla="*/ 3644 h 5728"/>
                  <a:gd name="connsiteX81-9259" fmla="*/ 6247 w 6642"/>
                  <a:gd name="connsiteY81-9260" fmla="*/ 3666 h 5728"/>
                  <a:gd name="connsiteX82-9261" fmla="*/ 6067 w 6642"/>
                  <a:gd name="connsiteY82-9262" fmla="*/ 3812 h 5728"/>
                  <a:gd name="connsiteX83-9263" fmla="*/ 5926 w 6642"/>
                  <a:gd name="connsiteY83-9264" fmla="*/ 3926 h 5728"/>
                  <a:gd name="connsiteX84-9265" fmla="*/ 5891 w 6642"/>
                  <a:gd name="connsiteY84-9266" fmla="*/ 3965 h 5728"/>
                  <a:gd name="connsiteX85-9267" fmla="*/ 5839 w 6642"/>
                  <a:gd name="connsiteY85-9268" fmla="*/ 3973 h 5728"/>
                  <a:gd name="connsiteX86-9269" fmla="*/ 5782 w 6642"/>
                  <a:gd name="connsiteY86-9270" fmla="*/ 3916 h 5728"/>
                  <a:gd name="connsiteX87-9271" fmla="*/ 5658 w 6642"/>
                  <a:gd name="connsiteY87-9272" fmla="*/ 3808 h 5728"/>
                  <a:gd name="connsiteX88-9273" fmla="*/ 5682 w 6642"/>
                  <a:gd name="connsiteY88-9274" fmla="*/ 4064 h 5728"/>
                  <a:gd name="connsiteX89-9275" fmla="*/ 5691 w 6642"/>
                  <a:gd name="connsiteY89-9276" fmla="*/ 4192 h 5728"/>
                  <a:gd name="connsiteX90-9277" fmla="*/ 5429 w 6642"/>
                  <a:gd name="connsiteY90-9278" fmla="*/ 4166 h 5728"/>
                  <a:gd name="connsiteX91-9279" fmla="*/ 5347 w 6642"/>
                  <a:gd name="connsiteY91-9280" fmla="*/ 3987 h 5728"/>
                  <a:gd name="connsiteX92-9281" fmla="*/ 5265 w 6642"/>
                  <a:gd name="connsiteY92-9282" fmla="*/ 3802 h 5728"/>
                  <a:gd name="connsiteX93-9283" fmla="*/ 4290 w 6642"/>
                  <a:gd name="connsiteY93-9284" fmla="*/ 4504 h 5728"/>
                  <a:gd name="connsiteX94-9285" fmla="*/ 4293 w 6642"/>
                  <a:gd name="connsiteY94-9286" fmla="*/ 4556 h 5728"/>
                  <a:gd name="connsiteX95-9287" fmla="*/ 4257 w 6642"/>
                  <a:gd name="connsiteY95-9288" fmla="*/ 4614 h 5728"/>
                  <a:gd name="connsiteX96-9289" fmla="*/ 3992 w 6642"/>
                  <a:gd name="connsiteY96-9290" fmla="*/ 4680 h 5728"/>
                  <a:gd name="connsiteX97-9291" fmla="*/ 3857 w 6642"/>
                  <a:gd name="connsiteY97-9292" fmla="*/ 4739 h 5728"/>
                  <a:gd name="connsiteX98-9293" fmla="*/ 3815 w 6642"/>
                  <a:gd name="connsiteY98-9294" fmla="*/ 4777 h 5728"/>
                  <a:gd name="connsiteX99-9295" fmla="*/ 3616 w 6642"/>
                  <a:gd name="connsiteY99-9296" fmla="*/ 5021 h 5728"/>
                  <a:gd name="connsiteX100-9297" fmla="*/ 3543 w 6642"/>
                  <a:gd name="connsiteY100-9298" fmla="*/ 4970 h 5728"/>
                  <a:gd name="connsiteX101-9299" fmla="*/ 3460 w 6642"/>
                  <a:gd name="connsiteY101-9300" fmla="*/ 4971 h 5728"/>
                  <a:gd name="connsiteX102-9301" fmla="*/ 3424 w 6642"/>
                  <a:gd name="connsiteY102-9302" fmla="*/ 5045 h 5728"/>
                  <a:gd name="connsiteX103-9303" fmla="*/ 3313 w 6642"/>
                  <a:gd name="connsiteY103-9304" fmla="*/ 5000 h 5728"/>
                  <a:gd name="connsiteX104-9305" fmla="*/ 3235 w 6642"/>
                  <a:gd name="connsiteY104-9306" fmla="*/ 5109 h 5728"/>
                  <a:gd name="connsiteX105-9307" fmla="*/ 3013 w 6642"/>
                  <a:gd name="connsiteY105-9308" fmla="*/ 5349 h 5728"/>
                  <a:gd name="connsiteX106-9309" fmla="*/ 2993 w 6642"/>
                  <a:gd name="connsiteY106-9310" fmla="*/ 5516 h 5728"/>
                  <a:gd name="connsiteX107-9311" fmla="*/ 2976 w 6642"/>
                  <a:gd name="connsiteY107-9312" fmla="*/ 5659 h 5728"/>
                  <a:gd name="connsiteX108-9313" fmla="*/ 2960 w 6642"/>
                  <a:gd name="connsiteY108-9314" fmla="*/ 5669 h 5728"/>
                  <a:gd name="connsiteX109-9315" fmla="*/ 2638 w 6642"/>
                  <a:gd name="connsiteY109-9316" fmla="*/ 5621 h 5728"/>
                  <a:gd name="connsiteX110-9317" fmla="*/ 2536 w 6642"/>
                  <a:gd name="connsiteY110-9318" fmla="*/ 5566 h 5728"/>
                  <a:gd name="connsiteX111-9319" fmla="*/ 2482 w 6642"/>
                  <a:gd name="connsiteY111-9320" fmla="*/ 5503 h 5728"/>
                  <a:gd name="connsiteX112-9321" fmla="*/ 2377 w 6642"/>
                  <a:gd name="connsiteY112-9322" fmla="*/ 5477 h 5728"/>
                  <a:gd name="connsiteX113-9323" fmla="*/ 2377 w 6642"/>
                  <a:gd name="connsiteY113-9324" fmla="*/ 5379 h 5728"/>
                  <a:gd name="connsiteX114-9325" fmla="*/ 2481 w 6642"/>
                  <a:gd name="connsiteY114-9326" fmla="*/ 5149 h 5728"/>
                  <a:gd name="connsiteX115-9327" fmla="*/ 2341 w 6642"/>
                  <a:gd name="connsiteY115-9328" fmla="*/ 5070 h 5728"/>
                  <a:gd name="connsiteX116-9329" fmla="*/ 2299 w 6642"/>
                  <a:gd name="connsiteY116-9330" fmla="*/ 5095 h 5728"/>
                  <a:gd name="connsiteX117-9331" fmla="*/ 2209 w 6642"/>
                  <a:gd name="connsiteY117-9332" fmla="*/ 5214 h 5728"/>
                  <a:gd name="connsiteX118-9333" fmla="*/ 2177 w 6642"/>
                  <a:gd name="connsiteY118-9334" fmla="*/ 5276 h 5728"/>
                  <a:gd name="connsiteX119-9335" fmla="*/ 2115 w 6642"/>
                  <a:gd name="connsiteY119-9336" fmla="*/ 5386 h 5728"/>
                  <a:gd name="connsiteX120-9337" fmla="*/ 2121 w 6642"/>
                  <a:gd name="connsiteY120-9338" fmla="*/ 5510 h 5728"/>
                  <a:gd name="connsiteX121-9339" fmla="*/ 2082 w 6642"/>
                  <a:gd name="connsiteY121-9340" fmla="*/ 5558 h 5728"/>
                  <a:gd name="connsiteX122-9341" fmla="*/ 1951 w 6642"/>
                  <a:gd name="connsiteY122-9342" fmla="*/ 5617 h 5728"/>
                  <a:gd name="connsiteX123-9343" fmla="*/ 1785 w 6642"/>
                  <a:gd name="connsiteY123-9344" fmla="*/ 5649 h 5728"/>
                  <a:gd name="connsiteX124-9345" fmla="*/ 1682 w 6642"/>
                  <a:gd name="connsiteY124-9346" fmla="*/ 5728 h 5728"/>
                  <a:gd name="connsiteX125-9347" fmla="*/ 1568 w 6642"/>
                  <a:gd name="connsiteY125-9348" fmla="*/ 5611 h 5728"/>
                  <a:gd name="connsiteX126-9349" fmla="*/ 1508 w 6642"/>
                  <a:gd name="connsiteY126-9350" fmla="*/ 5485 h 5728"/>
                  <a:gd name="connsiteX127-9351" fmla="*/ 1630 w 6642"/>
                  <a:gd name="connsiteY127-9352" fmla="*/ 5242 h 5728"/>
                  <a:gd name="connsiteX128-9353" fmla="*/ 1685 w 6642"/>
                  <a:gd name="connsiteY128-9354" fmla="*/ 5195 h 5728"/>
                  <a:gd name="connsiteX129-9355" fmla="*/ 1730 w 6642"/>
                  <a:gd name="connsiteY129-9356" fmla="*/ 5120 h 5728"/>
                  <a:gd name="connsiteX130-9357" fmla="*/ 1727 w 6642"/>
                  <a:gd name="connsiteY130-9358" fmla="*/ 5071 h 5728"/>
                  <a:gd name="connsiteX131-9359" fmla="*/ 1530 w 6642"/>
                  <a:gd name="connsiteY131-9360" fmla="*/ 5007 h 5728"/>
                  <a:gd name="connsiteX132-9361" fmla="*/ 1459 w 6642"/>
                  <a:gd name="connsiteY132-9362" fmla="*/ 5064 h 5728"/>
                  <a:gd name="connsiteX133-9363" fmla="*/ 1353 w 6642"/>
                  <a:gd name="connsiteY133-9364" fmla="*/ 5111 h 5728"/>
                  <a:gd name="connsiteX134-9365" fmla="*/ 1290 w 6642"/>
                  <a:gd name="connsiteY134-9366" fmla="*/ 5063 h 5728"/>
                  <a:gd name="connsiteX135-9367" fmla="*/ 1052 w 6642"/>
                  <a:gd name="connsiteY135-9368" fmla="*/ 5254 h 5728"/>
                  <a:gd name="connsiteX136-9369" fmla="*/ 924 w 6642"/>
                  <a:gd name="connsiteY136-9370" fmla="*/ 5231 h 5728"/>
                  <a:gd name="connsiteX137-9371" fmla="*/ 813 w 6642"/>
                  <a:gd name="connsiteY137-9372" fmla="*/ 5097 h 5728"/>
                  <a:gd name="connsiteX138-9373" fmla="*/ 683 w 6642"/>
                  <a:gd name="connsiteY138-9374" fmla="*/ 4930 h 5728"/>
                  <a:gd name="connsiteX139-9375" fmla="*/ 572 w 6642"/>
                  <a:gd name="connsiteY139-9376" fmla="*/ 4806 h 5728"/>
                  <a:gd name="connsiteX140-9377" fmla="*/ 505 w 6642"/>
                  <a:gd name="connsiteY140-9378" fmla="*/ 4788 h 5728"/>
                  <a:gd name="connsiteX141-9379" fmla="*/ 640 w 6642"/>
                  <a:gd name="connsiteY141-9380" fmla="*/ 4631 h 5728"/>
                  <a:gd name="connsiteX142-9381" fmla="*/ 683 w 6642"/>
                  <a:gd name="connsiteY142-9382" fmla="*/ 4541 h 5728"/>
                  <a:gd name="connsiteX143-9383" fmla="*/ 651 w 6642"/>
                  <a:gd name="connsiteY143-9384" fmla="*/ 4438 h 5728"/>
                  <a:gd name="connsiteX144-9385" fmla="*/ 277 w 6642"/>
                  <a:gd name="connsiteY144-9386" fmla="*/ 4491 h 5728"/>
                  <a:gd name="connsiteX145-9387" fmla="*/ 187 w 6642"/>
                  <a:gd name="connsiteY145-9388" fmla="*/ 4518 h 5728"/>
                  <a:gd name="connsiteX146-9389" fmla="*/ 195 w 6642"/>
                  <a:gd name="connsiteY146-9390" fmla="*/ 4384 h 5728"/>
                  <a:gd name="connsiteX147-9391" fmla="*/ 147 w 6642"/>
                  <a:gd name="connsiteY147-9392" fmla="*/ 4318 h 5728"/>
                  <a:gd name="connsiteX148-9393" fmla="*/ 39 w 6642"/>
                  <a:gd name="connsiteY148-9394" fmla="*/ 4220 h 5728"/>
                  <a:gd name="connsiteX149-9395" fmla="*/ 75 w 6642"/>
                  <a:gd name="connsiteY149-9396" fmla="*/ 4093 h 5728"/>
                  <a:gd name="connsiteX150-9397" fmla="*/ 63 w 6642"/>
                  <a:gd name="connsiteY150-9398" fmla="*/ 3929 h 5728"/>
                  <a:gd name="connsiteX151-9399" fmla="*/ 0 w 6642"/>
                  <a:gd name="connsiteY151-9400" fmla="*/ 3842 h 5728"/>
                  <a:gd name="connsiteX152-9401" fmla="*/ 0 w 6642"/>
                  <a:gd name="connsiteY152-9402" fmla="*/ 3737 h 5728"/>
                  <a:gd name="connsiteX153-9403" fmla="*/ 303 w 6642"/>
                  <a:gd name="connsiteY153-9404" fmla="*/ 3824 h 5728"/>
                  <a:gd name="connsiteX154-9405" fmla="*/ 830 w 6642"/>
                  <a:gd name="connsiteY154-9406" fmla="*/ 3840 h 5728"/>
                  <a:gd name="connsiteX155-9407" fmla="*/ 1044 w 6642"/>
                  <a:gd name="connsiteY155-9408" fmla="*/ 3908 h 5728"/>
                  <a:gd name="connsiteX156-9409" fmla="*/ 1213 w 6642"/>
                  <a:gd name="connsiteY156-9410" fmla="*/ 4053 h 5728"/>
                  <a:gd name="connsiteX157-9411" fmla="*/ 1257 w 6642"/>
                  <a:gd name="connsiteY157-9412" fmla="*/ 4077 h 5728"/>
                  <a:gd name="connsiteX158-9413" fmla="*/ 1417 w 6642"/>
                  <a:gd name="connsiteY158-9414" fmla="*/ 4107 h 5728"/>
                  <a:gd name="connsiteX159-9415" fmla="*/ 1487 w 6642"/>
                  <a:gd name="connsiteY159-9416" fmla="*/ 4158 h 5728"/>
                  <a:gd name="connsiteX160-9417" fmla="*/ 1688 w 6642"/>
                  <a:gd name="connsiteY160-9418" fmla="*/ 4229 h 5728"/>
                  <a:gd name="connsiteX161-9419" fmla="*/ 1904 w 6642"/>
                  <a:gd name="connsiteY161-9420" fmla="*/ 4309 h 5728"/>
                  <a:gd name="connsiteX162-9421" fmla="*/ 2068 w 6642"/>
                  <a:gd name="connsiteY162-9422" fmla="*/ 4212 h 5728"/>
                  <a:gd name="connsiteX163-9423" fmla="*/ 2267 w 6642"/>
                  <a:gd name="connsiteY163-9424" fmla="*/ 4125 h 5728"/>
                  <a:gd name="connsiteX164-9425" fmla="*/ 2363 w 6642"/>
                  <a:gd name="connsiteY164-9426" fmla="*/ 4075 h 5728"/>
                  <a:gd name="connsiteX165-9427" fmla="*/ 2539 w 6642"/>
                  <a:gd name="connsiteY165-9428" fmla="*/ 3995 h 5728"/>
                  <a:gd name="connsiteX166-9429" fmla="*/ 2721 w 6642"/>
                  <a:gd name="connsiteY166-9430" fmla="*/ 3970 h 5728"/>
                  <a:gd name="connsiteX167-9431" fmla="*/ 3073 w 6642"/>
                  <a:gd name="connsiteY167-9432" fmla="*/ 3979 h 5728"/>
                  <a:gd name="connsiteX168-9433" fmla="*/ 3416 w 6642"/>
                  <a:gd name="connsiteY168-9434" fmla="*/ 3722 h 5728"/>
                  <a:gd name="connsiteX169-9435" fmla="*/ 3519 w 6642"/>
                  <a:gd name="connsiteY169-9436" fmla="*/ 3636 h 5728"/>
                  <a:gd name="connsiteX170-9437" fmla="*/ 3609 w 6642"/>
                  <a:gd name="connsiteY170-9438" fmla="*/ 3563 h 5728"/>
                  <a:gd name="connsiteX171-9439" fmla="*/ 3705 w 6642"/>
                  <a:gd name="connsiteY171-9440" fmla="*/ 3503 h 5728"/>
                  <a:gd name="connsiteX172-9441" fmla="*/ 3702 w 6642"/>
                  <a:gd name="connsiteY172-9442" fmla="*/ 3422 h 5728"/>
                  <a:gd name="connsiteX173-9443" fmla="*/ 3597 w 6642"/>
                  <a:gd name="connsiteY173-9444" fmla="*/ 3317 h 5728"/>
                  <a:gd name="connsiteX174-9445" fmla="*/ 3582 w 6642"/>
                  <a:gd name="connsiteY174-9446" fmla="*/ 3252 h 5728"/>
                  <a:gd name="connsiteX175-9447" fmla="*/ 3692 w 6642"/>
                  <a:gd name="connsiteY175-9448" fmla="*/ 3012 h 5728"/>
                  <a:gd name="connsiteX176-9449" fmla="*/ 3835 w 6642"/>
                  <a:gd name="connsiteY176-9450" fmla="*/ 3094 h 5728"/>
                  <a:gd name="connsiteX0-9451" fmla="*/ 5456 w 6642"/>
                  <a:gd name="connsiteY0-9452" fmla="*/ 2333 h 5728"/>
                  <a:gd name="connsiteX1-9453" fmla="*/ 5454 w 6642"/>
                  <a:gd name="connsiteY1-9454" fmla="*/ 2117 h 5728"/>
                  <a:gd name="connsiteX2-9455" fmla="*/ 5378 w 6642"/>
                  <a:gd name="connsiteY2-9456" fmla="*/ 2039 h 5728"/>
                  <a:gd name="connsiteX3-9457" fmla="*/ 5235 w 6642"/>
                  <a:gd name="connsiteY3-9458" fmla="*/ 1951 h 5728"/>
                  <a:gd name="connsiteX4-9459" fmla="*/ 5143 w 6642"/>
                  <a:gd name="connsiteY4-9460" fmla="*/ 1827 h 5728"/>
                  <a:gd name="connsiteX5-9461" fmla="*/ 5047 w 6642"/>
                  <a:gd name="connsiteY5-9462" fmla="*/ 1828 h 5728"/>
                  <a:gd name="connsiteX6-9463" fmla="*/ 5002 w 6642"/>
                  <a:gd name="connsiteY6-9464" fmla="*/ 1883 h 5728"/>
                  <a:gd name="connsiteX7-9465" fmla="*/ 4909 w 6642"/>
                  <a:gd name="connsiteY7-9466" fmla="*/ 1877 h 5728"/>
                  <a:gd name="connsiteX8-9467" fmla="*/ 4889 w 6642"/>
                  <a:gd name="connsiteY8-9468" fmla="*/ 1994 h 5728"/>
                  <a:gd name="connsiteX9-9469" fmla="*/ 4708 w 6642"/>
                  <a:gd name="connsiteY9-9470" fmla="*/ 1941 h 5728"/>
                  <a:gd name="connsiteX10-9471" fmla="*/ 4625 w 6642"/>
                  <a:gd name="connsiteY10-9472" fmla="*/ 1939 h 5728"/>
                  <a:gd name="connsiteX11-9473" fmla="*/ 4500 w 6642"/>
                  <a:gd name="connsiteY11-9474" fmla="*/ 2014 h 5728"/>
                  <a:gd name="connsiteX12-9475" fmla="*/ 4388 w 6642"/>
                  <a:gd name="connsiteY12-9476" fmla="*/ 1890 h 5728"/>
                  <a:gd name="connsiteX13-9477" fmla="*/ 4482 w 6642"/>
                  <a:gd name="connsiteY13-9478" fmla="*/ 1804 h 5728"/>
                  <a:gd name="connsiteX14-9479" fmla="*/ 4486 w 6642"/>
                  <a:gd name="connsiteY14-9480" fmla="*/ 1634 h 5728"/>
                  <a:gd name="connsiteX15-9481" fmla="*/ 4541 w 6642"/>
                  <a:gd name="connsiteY15-9482" fmla="*/ 1514 h 5728"/>
                  <a:gd name="connsiteX16-9483" fmla="*/ 4584 w 6642"/>
                  <a:gd name="connsiteY16-9484" fmla="*/ 1306 h 5728"/>
                  <a:gd name="connsiteX17-9485" fmla="*/ 4644 w 6642"/>
                  <a:gd name="connsiteY17-9486" fmla="*/ 1307 h 5728"/>
                  <a:gd name="connsiteX18-9487" fmla="*/ 4967 w 6642"/>
                  <a:gd name="connsiteY18-9488" fmla="*/ 1286 h 5728"/>
                  <a:gd name="connsiteX19-9489" fmla="*/ 5141 w 6642"/>
                  <a:gd name="connsiteY19-9490" fmla="*/ 1117 h 5728"/>
                  <a:gd name="connsiteX20-9491" fmla="*/ 5210 w 6642"/>
                  <a:gd name="connsiteY20-9492" fmla="*/ 748 h 5728"/>
                  <a:gd name="connsiteX21-9493" fmla="*/ 5320 w 6642"/>
                  <a:gd name="connsiteY21-9494" fmla="*/ 486 h 5728"/>
                  <a:gd name="connsiteX22-9495" fmla="*/ 5318 w 6642"/>
                  <a:gd name="connsiteY22-9496" fmla="*/ 358 h 5728"/>
                  <a:gd name="connsiteX23-9497" fmla="*/ 5305 w 6642"/>
                  <a:gd name="connsiteY23-9498" fmla="*/ 328 h 5728"/>
                  <a:gd name="connsiteX24-9499" fmla="*/ 5238 w 6642"/>
                  <a:gd name="connsiteY24-9500" fmla="*/ 251 h 5728"/>
                  <a:gd name="connsiteX25-9501" fmla="*/ 5178 w 6642"/>
                  <a:gd name="connsiteY25-9502" fmla="*/ 217 h 5728"/>
                  <a:gd name="connsiteX26-9503" fmla="*/ 5303 w 6642"/>
                  <a:gd name="connsiteY26-9504" fmla="*/ 56 h 5728"/>
                  <a:gd name="connsiteX27-9505" fmla="*/ 5476 w 6642"/>
                  <a:gd name="connsiteY27-9506" fmla="*/ 2 h 5728"/>
                  <a:gd name="connsiteX28-9507" fmla="*/ 5508 w 6642"/>
                  <a:gd name="connsiteY28-9508" fmla="*/ 49 h 5728"/>
                  <a:gd name="connsiteX29-9509" fmla="*/ 5498 w 6642"/>
                  <a:gd name="connsiteY29-9510" fmla="*/ 133 h 5728"/>
                  <a:gd name="connsiteX30-9511" fmla="*/ 5437 w 6642"/>
                  <a:gd name="connsiteY30-9512" fmla="*/ 243 h 5728"/>
                  <a:gd name="connsiteX31-9513" fmla="*/ 5507 w 6642"/>
                  <a:gd name="connsiteY31-9514" fmla="*/ 301 h 5728"/>
                  <a:gd name="connsiteX32-9515" fmla="*/ 5621 w 6642"/>
                  <a:gd name="connsiteY32-9516" fmla="*/ 366 h 5728"/>
                  <a:gd name="connsiteX33-9517" fmla="*/ 5641 w 6642"/>
                  <a:gd name="connsiteY33-9518" fmla="*/ 255 h 5728"/>
                  <a:gd name="connsiteX34-9519" fmla="*/ 5775 w 6642"/>
                  <a:gd name="connsiteY34-9520" fmla="*/ 291 h 5728"/>
                  <a:gd name="connsiteX35-9521" fmla="*/ 5800 w 6642"/>
                  <a:gd name="connsiteY35-9522" fmla="*/ 331 h 5728"/>
                  <a:gd name="connsiteX36-9523" fmla="*/ 5876 w 6642"/>
                  <a:gd name="connsiteY36-9524" fmla="*/ 562 h 5728"/>
                  <a:gd name="connsiteX37-9525" fmla="*/ 5911 w 6642"/>
                  <a:gd name="connsiteY37-9526" fmla="*/ 586 h 5728"/>
                  <a:gd name="connsiteX38-9527" fmla="*/ 6003 w 6642"/>
                  <a:gd name="connsiteY38-9528" fmla="*/ 578 h 5728"/>
                  <a:gd name="connsiteX39-9529" fmla="*/ 6263 w 6642"/>
                  <a:gd name="connsiteY39-9530" fmla="*/ 490 h 5728"/>
                  <a:gd name="connsiteX40-9531" fmla="*/ 6483 w 6642"/>
                  <a:gd name="connsiteY40-9532" fmla="*/ 479 h 5728"/>
                  <a:gd name="connsiteX41-9533" fmla="*/ 6543 w 6642"/>
                  <a:gd name="connsiteY41-9534" fmla="*/ 648 h 5728"/>
                  <a:gd name="connsiteX42-9535" fmla="*/ 6461 w 6642"/>
                  <a:gd name="connsiteY42-9536" fmla="*/ 944 h 5728"/>
                  <a:gd name="connsiteX43-9537" fmla="*/ 6461 w 6642"/>
                  <a:gd name="connsiteY43-9538" fmla="*/ 1022 h 5728"/>
                  <a:gd name="connsiteX44-9539" fmla="*/ 6530 w 6642"/>
                  <a:gd name="connsiteY44-9540" fmla="*/ 1168 h 5728"/>
                  <a:gd name="connsiteX45-9541" fmla="*/ 6545 w 6642"/>
                  <a:gd name="connsiteY45-9542" fmla="*/ 1427 h 5728"/>
                  <a:gd name="connsiteX46-9543" fmla="*/ 6547 w 6642"/>
                  <a:gd name="connsiteY46-9544" fmla="*/ 1617 h 5728"/>
                  <a:gd name="connsiteX47-9545" fmla="*/ 6480 w 6642"/>
                  <a:gd name="connsiteY47-9546" fmla="*/ 1625 h 5728"/>
                  <a:gd name="connsiteX48-9547" fmla="*/ 6458 w 6642"/>
                  <a:gd name="connsiteY48-9548" fmla="*/ 1507 h 5728"/>
                  <a:gd name="connsiteX49-9549" fmla="*/ 6423 w 6642"/>
                  <a:gd name="connsiteY49-9550" fmla="*/ 1450 h 5728"/>
                  <a:gd name="connsiteX50-9551" fmla="*/ 6333 w 6642"/>
                  <a:gd name="connsiteY50-9552" fmla="*/ 1582 h 5728"/>
                  <a:gd name="connsiteX51-9553" fmla="*/ 6220 w 6642"/>
                  <a:gd name="connsiteY51-9554" fmla="*/ 1776 h 5728"/>
                  <a:gd name="connsiteX52-9555" fmla="*/ 6101 w 6642"/>
                  <a:gd name="connsiteY52-9556" fmla="*/ 1904 h 5728"/>
                  <a:gd name="connsiteX53-9557" fmla="*/ 6094 w 6642"/>
                  <a:gd name="connsiteY53-9558" fmla="*/ 2018 h 5728"/>
                  <a:gd name="connsiteX54-9559" fmla="*/ 6154 w 6642"/>
                  <a:gd name="connsiteY54-9560" fmla="*/ 2115 h 5728"/>
                  <a:gd name="connsiteX55-9561" fmla="*/ 6256 w 6642"/>
                  <a:gd name="connsiteY55-9562" fmla="*/ 2183 h 5728"/>
                  <a:gd name="connsiteX56-9563" fmla="*/ 6333 w 6642"/>
                  <a:gd name="connsiteY56-9564" fmla="*/ 2178 h 5728"/>
                  <a:gd name="connsiteX57-9565" fmla="*/ 6378 w 6642"/>
                  <a:gd name="connsiteY57-9566" fmla="*/ 2104 h 5728"/>
                  <a:gd name="connsiteX58-9567" fmla="*/ 6412 w 6642"/>
                  <a:gd name="connsiteY58-9568" fmla="*/ 2210 h 5728"/>
                  <a:gd name="connsiteX59-9569" fmla="*/ 6300 w 6642"/>
                  <a:gd name="connsiteY59-9570" fmla="*/ 2249 h 5728"/>
                  <a:gd name="connsiteX60-9571" fmla="*/ 6347 w 6642"/>
                  <a:gd name="connsiteY60-9572" fmla="*/ 2362 h 5728"/>
                  <a:gd name="connsiteX61-9573" fmla="*/ 6212 w 6642"/>
                  <a:gd name="connsiteY61-9574" fmla="*/ 2509 h 5728"/>
                  <a:gd name="connsiteX62-9575" fmla="*/ 6171 w 6642"/>
                  <a:gd name="connsiteY62-9576" fmla="*/ 2498 h 5728"/>
                  <a:gd name="connsiteX63-9577" fmla="*/ 6047 w 6642"/>
                  <a:gd name="connsiteY63-9578" fmla="*/ 2413 h 5728"/>
                  <a:gd name="connsiteX64-9579" fmla="*/ 5992 w 6642"/>
                  <a:gd name="connsiteY64-9580" fmla="*/ 2412 h 5728"/>
                  <a:gd name="connsiteX65-9581" fmla="*/ 5957 w 6642"/>
                  <a:gd name="connsiteY65-9582" fmla="*/ 2480 h 5728"/>
                  <a:gd name="connsiteX66-9583" fmla="*/ 5960 w 6642"/>
                  <a:gd name="connsiteY66-9584" fmla="*/ 2562 h 5728"/>
                  <a:gd name="connsiteX67-9585" fmla="*/ 6138 w 6642"/>
                  <a:gd name="connsiteY67-9586" fmla="*/ 2730 h 5728"/>
                  <a:gd name="connsiteX68-9587" fmla="*/ 6137 w 6642"/>
                  <a:gd name="connsiteY68-9588" fmla="*/ 2844 h 5728"/>
                  <a:gd name="connsiteX69-9589" fmla="*/ 6228 w 6642"/>
                  <a:gd name="connsiteY69-9590" fmla="*/ 3060 h 5728"/>
                  <a:gd name="connsiteX70-9591" fmla="*/ 6254 w 6642"/>
                  <a:gd name="connsiteY70-9592" fmla="*/ 3090 h 5728"/>
                  <a:gd name="connsiteX71-9593" fmla="*/ 6298 w 6642"/>
                  <a:gd name="connsiteY71-9594" fmla="*/ 3094 h 5728"/>
                  <a:gd name="connsiteX72-9595" fmla="*/ 6344 w 6642"/>
                  <a:gd name="connsiteY72-9596" fmla="*/ 3010 h 5728"/>
                  <a:gd name="connsiteX73-9597" fmla="*/ 6424 w 6642"/>
                  <a:gd name="connsiteY73-9598" fmla="*/ 2950 h 5728"/>
                  <a:gd name="connsiteX74-9599" fmla="*/ 6519 w 6642"/>
                  <a:gd name="connsiteY74-9600" fmla="*/ 3126 h 5728"/>
                  <a:gd name="connsiteX75-9601" fmla="*/ 6629 w 6642"/>
                  <a:gd name="connsiteY75-9602" fmla="*/ 3312 h 5728"/>
                  <a:gd name="connsiteX76-9603" fmla="*/ 6642 w 6642"/>
                  <a:gd name="connsiteY76-9604" fmla="*/ 3342 h 5728"/>
                  <a:gd name="connsiteX77-9605" fmla="*/ 6631 w 6642"/>
                  <a:gd name="connsiteY77-9606" fmla="*/ 3518 h 5728"/>
                  <a:gd name="connsiteX78-9607" fmla="*/ 6596 w 6642"/>
                  <a:gd name="connsiteY78-9608" fmla="*/ 3554 h 5728"/>
                  <a:gd name="connsiteX79-9609" fmla="*/ 6507 w 6642"/>
                  <a:gd name="connsiteY79-9610" fmla="*/ 3515 h 5728"/>
                  <a:gd name="connsiteX80-9611" fmla="*/ 6273 w 6642"/>
                  <a:gd name="connsiteY80-9612" fmla="*/ 3644 h 5728"/>
                  <a:gd name="connsiteX81-9613" fmla="*/ 6247 w 6642"/>
                  <a:gd name="connsiteY81-9614" fmla="*/ 3666 h 5728"/>
                  <a:gd name="connsiteX82-9615" fmla="*/ 6067 w 6642"/>
                  <a:gd name="connsiteY82-9616" fmla="*/ 3812 h 5728"/>
                  <a:gd name="connsiteX83-9617" fmla="*/ 5926 w 6642"/>
                  <a:gd name="connsiteY83-9618" fmla="*/ 3926 h 5728"/>
                  <a:gd name="connsiteX84-9619" fmla="*/ 5891 w 6642"/>
                  <a:gd name="connsiteY84-9620" fmla="*/ 3965 h 5728"/>
                  <a:gd name="connsiteX85-9621" fmla="*/ 5839 w 6642"/>
                  <a:gd name="connsiteY85-9622" fmla="*/ 3973 h 5728"/>
                  <a:gd name="connsiteX86-9623" fmla="*/ 5782 w 6642"/>
                  <a:gd name="connsiteY86-9624" fmla="*/ 3916 h 5728"/>
                  <a:gd name="connsiteX87-9625" fmla="*/ 5658 w 6642"/>
                  <a:gd name="connsiteY87-9626" fmla="*/ 3808 h 5728"/>
                  <a:gd name="connsiteX88-9627" fmla="*/ 5682 w 6642"/>
                  <a:gd name="connsiteY88-9628" fmla="*/ 4064 h 5728"/>
                  <a:gd name="connsiteX89-9629" fmla="*/ 5691 w 6642"/>
                  <a:gd name="connsiteY89-9630" fmla="*/ 4192 h 5728"/>
                  <a:gd name="connsiteX90-9631" fmla="*/ 5429 w 6642"/>
                  <a:gd name="connsiteY90-9632" fmla="*/ 4166 h 5728"/>
                  <a:gd name="connsiteX91-9633" fmla="*/ 5347 w 6642"/>
                  <a:gd name="connsiteY91-9634" fmla="*/ 3987 h 5728"/>
                  <a:gd name="connsiteX92-9635" fmla="*/ 5265 w 6642"/>
                  <a:gd name="connsiteY92-9636" fmla="*/ 3802 h 5728"/>
                  <a:gd name="connsiteX93-9637" fmla="*/ 4290 w 6642"/>
                  <a:gd name="connsiteY93-9638" fmla="*/ 4504 h 5728"/>
                  <a:gd name="connsiteX94-9639" fmla="*/ 4293 w 6642"/>
                  <a:gd name="connsiteY94-9640" fmla="*/ 4556 h 5728"/>
                  <a:gd name="connsiteX95-9641" fmla="*/ 4257 w 6642"/>
                  <a:gd name="connsiteY95-9642" fmla="*/ 4614 h 5728"/>
                  <a:gd name="connsiteX96-9643" fmla="*/ 3992 w 6642"/>
                  <a:gd name="connsiteY96-9644" fmla="*/ 4680 h 5728"/>
                  <a:gd name="connsiteX97-9645" fmla="*/ 3857 w 6642"/>
                  <a:gd name="connsiteY97-9646" fmla="*/ 4739 h 5728"/>
                  <a:gd name="connsiteX98-9647" fmla="*/ 3815 w 6642"/>
                  <a:gd name="connsiteY98-9648" fmla="*/ 4777 h 5728"/>
                  <a:gd name="connsiteX99-9649" fmla="*/ 3616 w 6642"/>
                  <a:gd name="connsiteY99-9650" fmla="*/ 5021 h 5728"/>
                  <a:gd name="connsiteX100-9651" fmla="*/ 3543 w 6642"/>
                  <a:gd name="connsiteY100-9652" fmla="*/ 4970 h 5728"/>
                  <a:gd name="connsiteX101-9653" fmla="*/ 3460 w 6642"/>
                  <a:gd name="connsiteY101-9654" fmla="*/ 4971 h 5728"/>
                  <a:gd name="connsiteX102-9655" fmla="*/ 3424 w 6642"/>
                  <a:gd name="connsiteY102-9656" fmla="*/ 5045 h 5728"/>
                  <a:gd name="connsiteX103-9657" fmla="*/ 3313 w 6642"/>
                  <a:gd name="connsiteY103-9658" fmla="*/ 5000 h 5728"/>
                  <a:gd name="connsiteX104-9659" fmla="*/ 3235 w 6642"/>
                  <a:gd name="connsiteY104-9660" fmla="*/ 5109 h 5728"/>
                  <a:gd name="connsiteX105-9661" fmla="*/ 3013 w 6642"/>
                  <a:gd name="connsiteY105-9662" fmla="*/ 5349 h 5728"/>
                  <a:gd name="connsiteX106-9663" fmla="*/ 2993 w 6642"/>
                  <a:gd name="connsiteY106-9664" fmla="*/ 5516 h 5728"/>
                  <a:gd name="connsiteX107-9665" fmla="*/ 2976 w 6642"/>
                  <a:gd name="connsiteY107-9666" fmla="*/ 5659 h 5728"/>
                  <a:gd name="connsiteX108-9667" fmla="*/ 2960 w 6642"/>
                  <a:gd name="connsiteY108-9668" fmla="*/ 5669 h 5728"/>
                  <a:gd name="connsiteX109-9669" fmla="*/ 2638 w 6642"/>
                  <a:gd name="connsiteY109-9670" fmla="*/ 5621 h 5728"/>
                  <a:gd name="connsiteX110-9671" fmla="*/ 2536 w 6642"/>
                  <a:gd name="connsiteY110-9672" fmla="*/ 5566 h 5728"/>
                  <a:gd name="connsiteX111-9673" fmla="*/ 2482 w 6642"/>
                  <a:gd name="connsiteY111-9674" fmla="*/ 5503 h 5728"/>
                  <a:gd name="connsiteX112-9675" fmla="*/ 2377 w 6642"/>
                  <a:gd name="connsiteY112-9676" fmla="*/ 5477 h 5728"/>
                  <a:gd name="connsiteX113-9677" fmla="*/ 2377 w 6642"/>
                  <a:gd name="connsiteY113-9678" fmla="*/ 5379 h 5728"/>
                  <a:gd name="connsiteX114-9679" fmla="*/ 2481 w 6642"/>
                  <a:gd name="connsiteY114-9680" fmla="*/ 5149 h 5728"/>
                  <a:gd name="connsiteX115-9681" fmla="*/ 2341 w 6642"/>
                  <a:gd name="connsiteY115-9682" fmla="*/ 5070 h 5728"/>
                  <a:gd name="connsiteX116-9683" fmla="*/ 2299 w 6642"/>
                  <a:gd name="connsiteY116-9684" fmla="*/ 5095 h 5728"/>
                  <a:gd name="connsiteX117-9685" fmla="*/ 2209 w 6642"/>
                  <a:gd name="connsiteY117-9686" fmla="*/ 5214 h 5728"/>
                  <a:gd name="connsiteX118-9687" fmla="*/ 2177 w 6642"/>
                  <a:gd name="connsiteY118-9688" fmla="*/ 5276 h 5728"/>
                  <a:gd name="connsiteX119-9689" fmla="*/ 2115 w 6642"/>
                  <a:gd name="connsiteY119-9690" fmla="*/ 5386 h 5728"/>
                  <a:gd name="connsiteX120-9691" fmla="*/ 2121 w 6642"/>
                  <a:gd name="connsiteY120-9692" fmla="*/ 5510 h 5728"/>
                  <a:gd name="connsiteX121-9693" fmla="*/ 2082 w 6642"/>
                  <a:gd name="connsiteY121-9694" fmla="*/ 5558 h 5728"/>
                  <a:gd name="connsiteX122-9695" fmla="*/ 1951 w 6642"/>
                  <a:gd name="connsiteY122-9696" fmla="*/ 5617 h 5728"/>
                  <a:gd name="connsiteX123-9697" fmla="*/ 1785 w 6642"/>
                  <a:gd name="connsiteY123-9698" fmla="*/ 5649 h 5728"/>
                  <a:gd name="connsiteX124-9699" fmla="*/ 1682 w 6642"/>
                  <a:gd name="connsiteY124-9700" fmla="*/ 5728 h 5728"/>
                  <a:gd name="connsiteX125-9701" fmla="*/ 1568 w 6642"/>
                  <a:gd name="connsiteY125-9702" fmla="*/ 5611 h 5728"/>
                  <a:gd name="connsiteX126-9703" fmla="*/ 1508 w 6642"/>
                  <a:gd name="connsiteY126-9704" fmla="*/ 5485 h 5728"/>
                  <a:gd name="connsiteX127-9705" fmla="*/ 1630 w 6642"/>
                  <a:gd name="connsiteY127-9706" fmla="*/ 5242 h 5728"/>
                  <a:gd name="connsiteX128-9707" fmla="*/ 1685 w 6642"/>
                  <a:gd name="connsiteY128-9708" fmla="*/ 5195 h 5728"/>
                  <a:gd name="connsiteX129-9709" fmla="*/ 1730 w 6642"/>
                  <a:gd name="connsiteY129-9710" fmla="*/ 5120 h 5728"/>
                  <a:gd name="connsiteX130-9711" fmla="*/ 1727 w 6642"/>
                  <a:gd name="connsiteY130-9712" fmla="*/ 5071 h 5728"/>
                  <a:gd name="connsiteX131-9713" fmla="*/ 1530 w 6642"/>
                  <a:gd name="connsiteY131-9714" fmla="*/ 5007 h 5728"/>
                  <a:gd name="connsiteX132-9715" fmla="*/ 1459 w 6642"/>
                  <a:gd name="connsiteY132-9716" fmla="*/ 5064 h 5728"/>
                  <a:gd name="connsiteX133-9717" fmla="*/ 1353 w 6642"/>
                  <a:gd name="connsiteY133-9718" fmla="*/ 5111 h 5728"/>
                  <a:gd name="connsiteX134-9719" fmla="*/ 1290 w 6642"/>
                  <a:gd name="connsiteY134-9720" fmla="*/ 5063 h 5728"/>
                  <a:gd name="connsiteX135-9721" fmla="*/ 1052 w 6642"/>
                  <a:gd name="connsiteY135-9722" fmla="*/ 5254 h 5728"/>
                  <a:gd name="connsiteX136-9723" fmla="*/ 924 w 6642"/>
                  <a:gd name="connsiteY136-9724" fmla="*/ 5231 h 5728"/>
                  <a:gd name="connsiteX137-9725" fmla="*/ 813 w 6642"/>
                  <a:gd name="connsiteY137-9726" fmla="*/ 5097 h 5728"/>
                  <a:gd name="connsiteX138-9727" fmla="*/ 683 w 6642"/>
                  <a:gd name="connsiteY138-9728" fmla="*/ 4930 h 5728"/>
                  <a:gd name="connsiteX139-9729" fmla="*/ 572 w 6642"/>
                  <a:gd name="connsiteY139-9730" fmla="*/ 4806 h 5728"/>
                  <a:gd name="connsiteX140-9731" fmla="*/ 505 w 6642"/>
                  <a:gd name="connsiteY140-9732" fmla="*/ 4788 h 5728"/>
                  <a:gd name="connsiteX141-9733" fmla="*/ 640 w 6642"/>
                  <a:gd name="connsiteY141-9734" fmla="*/ 4631 h 5728"/>
                  <a:gd name="connsiteX142-9735" fmla="*/ 683 w 6642"/>
                  <a:gd name="connsiteY142-9736" fmla="*/ 4541 h 5728"/>
                  <a:gd name="connsiteX143-9737" fmla="*/ 651 w 6642"/>
                  <a:gd name="connsiteY143-9738" fmla="*/ 4438 h 5728"/>
                  <a:gd name="connsiteX144-9739" fmla="*/ 277 w 6642"/>
                  <a:gd name="connsiteY144-9740" fmla="*/ 4491 h 5728"/>
                  <a:gd name="connsiteX145-9741" fmla="*/ 187 w 6642"/>
                  <a:gd name="connsiteY145-9742" fmla="*/ 4518 h 5728"/>
                  <a:gd name="connsiteX146-9743" fmla="*/ 195 w 6642"/>
                  <a:gd name="connsiteY146-9744" fmla="*/ 4384 h 5728"/>
                  <a:gd name="connsiteX147-9745" fmla="*/ 147 w 6642"/>
                  <a:gd name="connsiteY147-9746" fmla="*/ 4318 h 5728"/>
                  <a:gd name="connsiteX148-9747" fmla="*/ 39 w 6642"/>
                  <a:gd name="connsiteY148-9748" fmla="*/ 4220 h 5728"/>
                  <a:gd name="connsiteX149-9749" fmla="*/ 75 w 6642"/>
                  <a:gd name="connsiteY149-9750" fmla="*/ 4093 h 5728"/>
                  <a:gd name="connsiteX150-9751" fmla="*/ 63 w 6642"/>
                  <a:gd name="connsiteY150-9752" fmla="*/ 3929 h 5728"/>
                  <a:gd name="connsiteX151-9753" fmla="*/ 0 w 6642"/>
                  <a:gd name="connsiteY151-9754" fmla="*/ 3842 h 5728"/>
                  <a:gd name="connsiteX152-9755" fmla="*/ 0 w 6642"/>
                  <a:gd name="connsiteY152-9756" fmla="*/ 3737 h 5728"/>
                  <a:gd name="connsiteX153-9757" fmla="*/ 303 w 6642"/>
                  <a:gd name="connsiteY153-9758" fmla="*/ 3824 h 5728"/>
                  <a:gd name="connsiteX154-9759" fmla="*/ 830 w 6642"/>
                  <a:gd name="connsiteY154-9760" fmla="*/ 3840 h 5728"/>
                  <a:gd name="connsiteX155-9761" fmla="*/ 1044 w 6642"/>
                  <a:gd name="connsiteY155-9762" fmla="*/ 3908 h 5728"/>
                  <a:gd name="connsiteX156-9763" fmla="*/ 1213 w 6642"/>
                  <a:gd name="connsiteY156-9764" fmla="*/ 4053 h 5728"/>
                  <a:gd name="connsiteX157-9765" fmla="*/ 1257 w 6642"/>
                  <a:gd name="connsiteY157-9766" fmla="*/ 4077 h 5728"/>
                  <a:gd name="connsiteX158-9767" fmla="*/ 1417 w 6642"/>
                  <a:gd name="connsiteY158-9768" fmla="*/ 4107 h 5728"/>
                  <a:gd name="connsiteX159-9769" fmla="*/ 1487 w 6642"/>
                  <a:gd name="connsiteY159-9770" fmla="*/ 4158 h 5728"/>
                  <a:gd name="connsiteX160-9771" fmla="*/ 1688 w 6642"/>
                  <a:gd name="connsiteY160-9772" fmla="*/ 4229 h 5728"/>
                  <a:gd name="connsiteX161-9773" fmla="*/ 1904 w 6642"/>
                  <a:gd name="connsiteY161-9774" fmla="*/ 4309 h 5728"/>
                  <a:gd name="connsiteX162-9775" fmla="*/ 2068 w 6642"/>
                  <a:gd name="connsiteY162-9776" fmla="*/ 4212 h 5728"/>
                  <a:gd name="connsiteX163-9777" fmla="*/ 2267 w 6642"/>
                  <a:gd name="connsiteY163-9778" fmla="*/ 4125 h 5728"/>
                  <a:gd name="connsiteX164-9779" fmla="*/ 2363 w 6642"/>
                  <a:gd name="connsiteY164-9780" fmla="*/ 4075 h 5728"/>
                  <a:gd name="connsiteX165-9781" fmla="*/ 2539 w 6642"/>
                  <a:gd name="connsiteY165-9782" fmla="*/ 3995 h 5728"/>
                  <a:gd name="connsiteX166-9783" fmla="*/ 2721 w 6642"/>
                  <a:gd name="connsiteY166-9784" fmla="*/ 3970 h 5728"/>
                  <a:gd name="connsiteX167-9785" fmla="*/ 3073 w 6642"/>
                  <a:gd name="connsiteY167-9786" fmla="*/ 3979 h 5728"/>
                  <a:gd name="connsiteX168-9787" fmla="*/ 3416 w 6642"/>
                  <a:gd name="connsiteY168-9788" fmla="*/ 3722 h 5728"/>
                  <a:gd name="connsiteX169-9789" fmla="*/ 3519 w 6642"/>
                  <a:gd name="connsiteY169-9790" fmla="*/ 3636 h 5728"/>
                  <a:gd name="connsiteX170-9791" fmla="*/ 3609 w 6642"/>
                  <a:gd name="connsiteY170-9792" fmla="*/ 3563 h 5728"/>
                  <a:gd name="connsiteX171-9793" fmla="*/ 3705 w 6642"/>
                  <a:gd name="connsiteY171-9794" fmla="*/ 3503 h 5728"/>
                  <a:gd name="connsiteX172-9795" fmla="*/ 3702 w 6642"/>
                  <a:gd name="connsiteY172-9796" fmla="*/ 3422 h 5728"/>
                  <a:gd name="connsiteX173-9797" fmla="*/ 3597 w 6642"/>
                  <a:gd name="connsiteY173-9798" fmla="*/ 3317 h 5728"/>
                  <a:gd name="connsiteX174-9799" fmla="*/ 3582 w 6642"/>
                  <a:gd name="connsiteY174-9800" fmla="*/ 3252 h 5728"/>
                  <a:gd name="connsiteX175-9801" fmla="*/ 3692 w 6642"/>
                  <a:gd name="connsiteY175-9802" fmla="*/ 3012 h 5728"/>
                  <a:gd name="connsiteX0-9803" fmla="*/ 5456 w 6642"/>
                  <a:gd name="connsiteY0-9804" fmla="*/ 2333 h 5728"/>
                  <a:gd name="connsiteX1-9805" fmla="*/ 5454 w 6642"/>
                  <a:gd name="connsiteY1-9806" fmla="*/ 2117 h 5728"/>
                  <a:gd name="connsiteX2-9807" fmla="*/ 5378 w 6642"/>
                  <a:gd name="connsiteY2-9808" fmla="*/ 2039 h 5728"/>
                  <a:gd name="connsiteX3-9809" fmla="*/ 5235 w 6642"/>
                  <a:gd name="connsiteY3-9810" fmla="*/ 1951 h 5728"/>
                  <a:gd name="connsiteX4-9811" fmla="*/ 5143 w 6642"/>
                  <a:gd name="connsiteY4-9812" fmla="*/ 1827 h 5728"/>
                  <a:gd name="connsiteX5-9813" fmla="*/ 5047 w 6642"/>
                  <a:gd name="connsiteY5-9814" fmla="*/ 1828 h 5728"/>
                  <a:gd name="connsiteX6-9815" fmla="*/ 5002 w 6642"/>
                  <a:gd name="connsiteY6-9816" fmla="*/ 1883 h 5728"/>
                  <a:gd name="connsiteX7-9817" fmla="*/ 4909 w 6642"/>
                  <a:gd name="connsiteY7-9818" fmla="*/ 1877 h 5728"/>
                  <a:gd name="connsiteX8-9819" fmla="*/ 4889 w 6642"/>
                  <a:gd name="connsiteY8-9820" fmla="*/ 1994 h 5728"/>
                  <a:gd name="connsiteX9-9821" fmla="*/ 4708 w 6642"/>
                  <a:gd name="connsiteY9-9822" fmla="*/ 1941 h 5728"/>
                  <a:gd name="connsiteX10-9823" fmla="*/ 4625 w 6642"/>
                  <a:gd name="connsiteY10-9824" fmla="*/ 1939 h 5728"/>
                  <a:gd name="connsiteX11-9825" fmla="*/ 4500 w 6642"/>
                  <a:gd name="connsiteY11-9826" fmla="*/ 2014 h 5728"/>
                  <a:gd name="connsiteX12-9827" fmla="*/ 4388 w 6642"/>
                  <a:gd name="connsiteY12-9828" fmla="*/ 1890 h 5728"/>
                  <a:gd name="connsiteX13-9829" fmla="*/ 4482 w 6642"/>
                  <a:gd name="connsiteY13-9830" fmla="*/ 1804 h 5728"/>
                  <a:gd name="connsiteX14-9831" fmla="*/ 4486 w 6642"/>
                  <a:gd name="connsiteY14-9832" fmla="*/ 1634 h 5728"/>
                  <a:gd name="connsiteX15-9833" fmla="*/ 4541 w 6642"/>
                  <a:gd name="connsiteY15-9834" fmla="*/ 1514 h 5728"/>
                  <a:gd name="connsiteX16-9835" fmla="*/ 4584 w 6642"/>
                  <a:gd name="connsiteY16-9836" fmla="*/ 1306 h 5728"/>
                  <a:gd name="connsiteX17-9837" fmla="*/ 4644 w 6642"/>
                  <a:gd name="connsiteY17-9838" fmla="*/ 1307 h 5728"/>
                  <a:gd name="connsiteX18-9839" fmla="*/ 4967 w 6642"/>
                  <a:gd name="connsiteY18-9840" fmla="*/ 1286 h 5728"/>
                  <a:gd name="connsiteX19-9841" fmla="*/ 5141 w 6642"/>
                  <a:gd name="connsiteY19-9842" fmla="*/ 1117 h 5728"/>
                  <a:gd name="connsiteX20-9843" fmla="*/ 5210 w 6642"/>
                  <a:gd name="connsiteY20-9844" fmla="*/ 748 h 5728"/>
                  <a:gd name="connsiteX21-9845" fmla="*/ 5320 w 6642"/>
                  <a:gd name="connsiteY21-9846" fmla="*/ 486 h 5728"/>
                  <a:gd name="connsiteX22-9847" fmla="*/ 5318 w 6642"/>
                  <a:gd name="connsiteY22-9848" fmla="*/ 358 h 5728"/>
                  <a:gd name="connsiteX23-9849" fmla="*/ 5305 w 6642"/>
                  <a:gd name="connsiteY23-9850" fmla="*/ 328 h 5728"/>
                  <a:gd name="connsiteX24-9851" fmla="*/ 5238 w 6642"/>
                  <a:gd name="connsiteY24-9852" fmla="*/ 251 h 5728"/>
                  <a:gd name="connsiteX25-9853" fmla="*/ 5178 w 6642"/>
                  <a:gd name="connsiteY25-9854" fmla="*/ 217 h 5728"/>
                  <a:gd name="connsiteX26-9855" fmla="*/ 5303 w 6642"/>
                  <a:gd name="connsiteY26-9856" fmla="*/ 56 h 5728"/>
                  <a:gd name="connsiteX27-9857" fmla="*/ 5476 w 6642"/>
                  <a:gd name="connsiteY27-9858" fmla="*/ 2 h 5728"/>
                  <a:gd name="connsiteX28-9859" fmla="*/ 5508 w 6642"/>
                  <a:gd name="connsiteY28-9860" fmla="*/ 49 h 5728"/>
                  <a:gd name="connsiteX29-9861" fmla="*/ 5498 w 6642"/>
                  <a:gd name="connsiteY29-9862" fmla="*/ 133 h 5728"/>
                  <a:gd name="connsiteX30-9863" fmla="*/ 5437 w 6642"/>
                  <a:gd name="connsiteY30-9864" fmla="*/ 243 h 5728"/>
                  <a:gd name="connsiteX31-9865" fmla="*/ 5507 w 6642"/>
                  <a:gd name="connsiteY31-9866" fmla="*/ 301 h 5728"/>
                  <a:gd name="connsiteX32-9867" fmla="*/ 5621 w 6642"/>
                  <a:gd name="connsiteY32-9868" fmla="*/ 366 h 5728"/>
                  <a:gd name="connsiteX33-9869" fmla="*/ 5641 w 6642"/>
                  <a:gd name="connsiteY33-9870" fmla="*/ 255 h 5728"/>
                  <a:gd name="connsiteX34-9871" fmla="*/ 5775 w 6642"/>
                  <a:gd name="connsiteY34-9872" fmla="*/ 291 h 5728"/>
                  <a:gd name="connsiteX35-9873" fmla="*/ 5800 w 6642"/>
                  <a:gd name="connsiteY35-9874" fmla="*/ 331 h 5728"/>
                  <a:gd name="connsiteX36-9875" fmla="*/ 5876 w 6642"/>
                  <a:gd name="connsiteY36-9876" fmla="*/ 562 h 5728"/>
                  <a:gd name="connsiteX37-9877" fmla="*/ 5911 w 6642"/>
                  <a:gd name="connsiteY37-9878" fmla="*/ 586 h 5728"/>
                  <a:gd name="connsiteX38-9879" fmla="*/ 6003 w 6642"/>
                  <a:gd name="connsiteY38-9880" fmla="*/ 578 h 5728"/>
                  <a:gd name="connsiteX39-9881" fmla="*/ 6263 w 6642"/>
                  <a:gd name="connsiteY39-9882" fmla="*/ 490 h 5728"/>
                  <a:gd name="connsiteX40-9883" fmla="*/ 6483 w 6642"/>
                  <a:gd name="connsiteY40-9884" fmla="*/ 479 h 5728"/>
                  <a:gd name="connsiteX41-9885" fmla="*/ 6543 w 6642"/>
                  <a:gd name="connsiteY41-9886" fmla="*/ 648 h 5728"/>
                  <a:gd name="connsiteX42-9887" fmla="*/ 6461 w 6642"/>
                  <a:gd name="connsiteY42-9888" fmla="*/ 944 h 5728"/>
                  <a:gd name="connsiteX43-9889" fmla="*/ 6461 w 6642"/>
                  <a:gd name="connsiteY43-9890" fmla="*/ 1022 h 5728"/>
                  <a:gd name="connsiteX44-9891" fmla="*/ 6530 w 6642"/>
                  <a:gd name="connsiteY44-9892" fmla="*/ 1168 h 5728"/>
                  <a:gd name="connsiteX45-9893" fmla="*/ 6545 w 6642"/>
                  <a:gd name="connsiteY45-9894" fmla="*/ 1427 h 5728"/>
                  <a:gd name="connsiteX46-9895" fmla="*/ 6547 w 6642"/>
                  <a:gd name="connsiteY46-9896" fmla="*/ 1617 h 5728"/>
                  <a:gd name="connsiteX47-9897" fmla="*/ 6480 w 6642"/>
                  <a:gd name="connsiteY47-9898" fmla="*/ 1625 h 5728"/>
                  <a:gd name="connsiteX48-9899" fmla="*/ 6458 w 6642"/>
                  <a:gd name="connsiteY48-9900" fmla="*/ 1507 h 5728"/>
                  <a:gd name="connsiteX49-9901" fmla="*/ 6423 w 6642"/>
                  <a:gd name="connsiteY49-9902" fmla="*/ 1450 h 5728"/>
                  <a:gd name="connsiteX50-9903" fmla="*/ 6333 w 6642"/>
                  <a:gd name="connsiteY50-9904" fmla="*/ 1582 h 5728"/>
                  <a:gd name="connsiteX51-9905" fmla="*/ 6220 w 6642"/>
                  <a:gd name="connsiteY51-9906" fmla="*/ 1776 h 5728"/>
                  <a:gd name="connsiteX52-9907" fmla="*/ 6101 w 6642"/>
                  <a:gd name="connsiteY52-9908" fmla="*/ 1904 h 5728"/>
                  <a:gd name="connsiteX53-9909" fmla="*/ 6094 w 6642"/>
                  <a:gd name="connsiteY53-9910" fmla="*/ 2018 h 5728"/>
                  <a:gd name="connsiteX54-9911" fmla="*/ 6154 w 6642"/>
                  <a:gd name="connsiteY54-9912" fmla="*/ 2115 h 5728"/>
                  <a:gd name="connsiteX55-9913" fmla="*/ 6256 w 6642"/>
                  <a:gd name="connsiteY55-9914" fmla="*/ 2183 h 5728"/>
                  <a:gd name="connsiteX56-9915" fmla="*/ 6333 w 6642"/>
                  <a:gd name="connsiteY56-9916" fmla="*/ 2178 h 5728"/>
                  <a:gd name="connsiteX57-9917" fmla="*/ 6378 w 6642"/>
                  <a:gd name="connsiteY57-9918" fmla="*/ 2104 h 5728"/>
                  <a:gd name="connsiteX58-9919" fmla="*/ 6412 w 6642"/>
                  <a:gd name="connsiteY58-9920" fmla="*/ 2210 h 5728"/>
                  <a:gd name="connsiteX59-9921" fmla="*/ 6300 w 6642"/>
                  <a:gd name="connsiteY59-9922" fmla="*/ 2249 h 5728"/>
                  <a:gd name="connsiteX60-9923" fmla="*/ 6347 w 6642"/>
                  <a:gd name="connsiteY60-9924" fmla="*/ 2362 h 5728"/>
                  <a:gd name="connsiteX61-9925" fmla="*/ 6212 w 6642"/>
                  <a:gd name="connsiteY61-9926" fmla="*/ 2509 h 5728"/>
                  <a:gd name="connsiteX62-9927" fmla="*/ 6171 w 6642"/>
                  <a:gd name="connsiteY62-9928" fmla="*/ 2498 h 5728"/>
                  <a:gd name="connsiteX63-9929" fmla="*/ 6047 w 6642"/>
                  <a:gd name="connsiteY63-9930" fmla="*/ 2413 h 5728"/>
                  <a:gd name="connsiteX64-9931" fmla="*/ 5992 w 6642"/>
                  <a:gd name="connsiteY64-9932" fmla="*/ 2412 h 5728"/>
                  <a:gd name="connsiteX65-9933" fmla="*/ 5957 w 6642"/>
                  <a:gd name="connsiteY65-9934" fmla="*/ 2480 h 5728"/>
                  <a:gd name="connsiteX66-9935" fmla="*/ 5960 w 6642"/>
                  <a:gd name="connsiteY66-9936" fmla="*/ 2562 h 5728"/>
                  <a:gd name="connsiteX67-9937" fmla="*/ 6138 w 6642"/>
                  <a:gd name="connsiteY67-9938" fmla="*/ 2730 h 5728"/>
                  <a:gd name="connsiteX68-9939" fmla="*/ 6137 w 6642"/>
                  <a:gd name="connsiteY68-9940" fmla="*/ 2844 h 5728"/>
                  <a:gd name="connsiteX69-9941" fmla="*/ 6228 w 6642"/>
                  <a:gd name="connsiteY69-9942" fmla="*/ 3060 h 5728"/>
                  <a:gd name="connsiteX70-9943" fmla="*/ 6254 w 6642"/>
                  <a:gd name="connsiteY70-9944" fmla="*/ 3090 h 5728"/>
                  <a:gd name="connsiteX71-9945" fmla="*/ 6298 w 6642"/>
                  <a:gd name="connsiteY71-9946" fmla="*/ 3094 h 5728"/>
                  <a:gd name="connsiteX72-9947" fmla="*/ 6344 w 6642"/>
                  <a:gd name="connsiteY72-9948" fmla="*/ 3010 h 5728"/>
                  <a:gd name="connsiteX73-9949" fmla="*/ 6424 w 6642"/>
                  <a:gd name="connsiteY73-9950" fmla="*/ 2950 h 5728"/>
                  <a:gd name="connsiteX74-9951" fmla="*/ 6519 w 6642"/>
                  <a:gd name="connsiteY74-9952" fmla="*/ 3126 h 5728"/>
                  <a:gd name="connsiteX75-9953" fmla="*/ 6629 w 6642"/>
                  <a:gd name="connsiteY75-9954" fmla="*/ 3312 h 5728"/>
                  <a:gd name="connsiteX76-9955" fmla="*/ 6642 w 6642"/>
                  <a:gd name="connsiteY76-9956" fmla="*/ 3342 h 5728"/>
                  <a:gd name="connsiteX77-9957" fmla="*/ 6631 w 6642"/>
                  <a:gd name="connsiteY77-9958" fmla="*/ 3518 h 5728"/>
                  <a:gd name="connsiteX78-9959" fmla="*/ 6596 w 6642"/>
                  <a:gd name="connsiteY78-9960" fmla="*/ 3554 h 5728"/>
                  <a:gd name="connsiteX79-9961" fmla="*/ 6507 w 6642"/>
                  <a:gd name="connsiteY79-9962" fmla="*/ 3515 h 5728"/>
                  <a:gd name="connsiteX80-9963" fmla="*/ 6273 w 6642"/>
                  <a:gd name="connsiteY80-9964" fmla="*/ 3644 h 5728"/>
                  <a:gd name="connsiteX81-9965" fmla="*/ 6247 w 6642"/>
                  <a:gd name="connsiteY81-9966" fmla="*/ 3666 h 5728"/>
                  <a:gd name="connsiteX82-9967" fmla="*/ 6067 w 6642"/>
                  <a:gd name="connsiteY82-9968" fmla="*/ 3812 h 5728"/>
                  <a:gd name="connsiteX83-9969" fmla="*/ 5926 w 6642"/>
                  <a:gd name="connsiteY83-9970" fmla="*/ 3926 h 5728"/>
                  <a:gd name="connsiteX84-9971" fmla="*/ 5891 w 6642"/>
                  <a:gd name="connsiteY84-9972" fmla="*/ 3965 h 5728"/>
                  <a:gd name="connsiteX85-9973" fmla="*/ 5839 w 6642"/>
                  <a:gd name="connsiteY85-9974" fmla="*/ 3973 h 5728"/>
                  <a:gd name="connsiteX86-9975" fmla="*/ 5782 w 6642"/>
                  <a:gd name="connsiteY86-9976" fmla="*/ 3916 h 5728"/>
                  <a:gd name="connsiteX87-9977" fmla="*/ 5658 w 6642"/>
                  <a:gd name="connsiteY87-9978" fmla="*/ 3808 h 5728"/>
                  <a:gd name="connsiteX88-9979" fmla="*/ 5682 w 6642"/>
                  <a:gd name="connsiteY88-9980" fmla="*/ 4064 h 5728"/>
                  <a:gd name="connsiteX89-9981" fmla="*/ 5691 w 6642"/>
                  <a:gd name="connsiteY89-9982" fmla="*/ 4192 h 5728"/>
                  <a:gd name="connsiteX90-9983" fmla="*/ 5429 w 6642"/>
                  <a:gd name="connsiteY90-9984" fmla="*/ 4166 h 5728"/>
                  <a:gd name="connsiteX91-9985" fmla="*/ 5347 w 6642"/>
                  <a:gd name="connsiteY91-9986" fmla="*/ 3987 h 5728"/>
                  <a:gd name="connsiteX92-9987" fmla="*/ 5265 w 6642"/>
                  <a:gd name="connsiteY92-9988" fmla="*/ 3802 h 5728"/>
                  <a:gd name="connsiteX93-9989" fmla="*/ 4290 w 6642"/>
                  <a:gd name="connsiteY93-9990" fmla="*/ 4504 h 5728"/>
                  <a:gd name="connsiteX94-9991" fmla="*/ 4293 w 6642"/>
                  <a:gd name="connsiteY94-9992" fmla="*/ 4556 h 5728"/>
                  <a:gd name="connsiteX95-9993" fmla="*/ 4257 w 6642"/>
                  <a:gd name="connsiteY95-9994" fmla="*/ 4614 h 5728"/>
                  <a:gd name="connsiteX96-9995" fmla="*/ 3992 w 6642"/>
                  <a:gd name="connsiteY96-9996" fmla="*/ 4680 h 5728"/>
                  <a:gd name="connsiteX97-9997" fmla="*/ 3857 w 6642"/>
                  <a:gd name="connsiteY97-9998" fmla="*/ 4739 h 5728"/>
                  <a:gd name="connsiteX98-9999" fmla="*/ 3815 w 6642"/>
                  <a:gd name="connsiteY98-10000" fmla="*/ 4777 h 5728"/>
                  <a:gd name="connsiteX99-10001" fmla="*/ 3616 w 6642"/>
                  <a:gd name="connsiteY99-10002" fmla="*/ 5021 h 5728"/>
                  <a:gd name="connsiteX100-10003" fmla="*/ 3543 w 6642"/>
                  <a:gd name="connsiteY100-10004" fmla="*/ 4970 h 5728"/>
                  <a:gd name="connsiteX101-10005" fmla="*/ 3460 w 6642"/>
                  <a:gd name="connsiteY101-10006" fmla="*/ 4971 h 5728"/>
                  <a:gd name="connsiteX102-10007" fmla="*/ 3424 w 6642"/>
                  <a:gd name="connsiteY102-10008" fmla="*/ 5045 h 5728"/>
                  <a:gd name="connsiteX103-10009" fmla="*/ 3313 w 6642"/>
                  <a:gd name="connsiteY103-10010" fmla="*/ 5000 h 5728"/>
                  <a:gd name="connsiteX104-10011" fmla="*/ 3235 w 6642"/>
                  <a:gd name="connsiteY104-10012" fmla="*/ 5109 h 5728"/>
                  <a:gd name="connsiteX105-10013" fmla="*/ 3013 w 6642"/>
                  <a:gd name="connsiteY105-10014" fmla="*/ 5349 h 5728"/>
                  <a:gd name="connsiteX106-10015" fmla="*/ 2993 w 6642"/>
                  <a:gd name="connsiteY106-10016" fmla="*/ 5516 h 5728"/>
                  <a:gd name="connsiteX107-10017" fmla="*/ 2976 w 6642"/>
                  <a:gd name="connsiteY107-10018" fmla="*/ 5659 h 5728"/>
                  <a:gd name="connsiteX108-10019" fmla="*/ 2960 w 6642"/>
                  <a:gd name="connsiteY108-10020" fmla="*/ 5669 h 5728"/>
                  <a:gd name="connsiteX109-10021" fmla="*/ 2638 w 6642"/>
                  <a:gd name="connsiteY109-10022" fmla="*/ 5621 h 5728"/>
                  <a:gd name="connsiteX110-10023" fmla="*/ 2536 w 6642"/>
                  <a:gd name="connsiteY110-10024" fmla="*/ 5566 h 5728"/>
                  <a:gd name="connsiteX111-10025" fmla="*/ 2482 w 6642"/>
                  <a:gd name="connsiteY111-10026" fmla="*/ 5503 h 5728"/>
                  <a:gd name="connsiteX112-10027" fmla="*/ 2377 w 6642"/>
                  <a:gd name="connsiteY112-10028" fmla="*/ 5477 h 5728"/>
                  <a:gd name="connsiteX113-10029" fmla="*/ 2377 w 6642"/>
                  <a:gd name="connsiteY113-10030" fmla="*/ 5379 h 5728"/>
                  <a:gd name="connsiteX114-10031" fmla="*/ 2481 w 6642"/>
                  <a:gd name="connsiteY114-10032" fmla="*/ 5149 h 5728"/>
                  <a:gd name="connsiteX115-10033" fmla="*/ 2341 w 6642"/>
                  <a:gd name="connsiteY115-10034" fmla="*/ 5070 h 5728"/>
                  <a:gd name="connsiteX116-10035" fmla="*/ 2299 w 6642"/>
                  <a:gd name="connsiteY116-10036" fmla="*/ 5095 h 5728"/>
                  <a:gd name="connsiteX117-10037" fmla="*/ 2209 w 6642"/>
                  <a:gd name="connsiteY117-10038" fmla="*/ 5214 h 5728"/>
                  <a:gd name="connsiteX118-10039" fmla="*/ 2177 w 6642"/>
                  <a:gd name="connsiteY118-10040" fmla="*/ 5276 h 5728"/>
                  <a:gd name="connsiteX119-10041" fmla="*/ 2115 w 6642"/>
                  <a:gd name="connsiteY119-10042" fmla="*/ 5386 h 5728"/>
                  <a:gd name="connsiteX120-10043" fmla="*/ 2121 w 6642"/>
                  <a:gd name="connsiteY120-10044" fmla="*/ 5510 h 5728"/>
                  <a:gd name="connsiteX121-10045" fmla="*/ 2082 w 6642"/>
                  <a:gd name="connsiteY121-10046" fmla="*/ 5558 h 5728"/>
                  <a:gd name="connsiteX122-10047" fmla="*/ 1951 w 6642"/>
                  <a:gd name="connsiteY122-10048" fmla="*/ 5617 h 5728"/>
                  <a:gd name="connsiteX123-10049" fmla="*/ 1785 w 6642"/>
                  <a:gd name="connsiteY123-10050" fmla="*/ 5649 h 5728"/>
                  <a:gd name="connsiteX124-10051" fmla="*/ 1682 w 6642"/>
                  <a:gd name="connsiteY124-10052" fmla="*/ 5728 h 5728"/>
                  <a:gd name="connsiteX125-10053" fmla="*/ 1568 w 6642"/>
                  <a:gd name="connsiteY125-10054" fmla="*/ 5611 h 5728"/>
                  <a:gd name="connsiteX126-10055" fmla="*/ 1508 w 6642"/>
                  <a:gd name="connsiteY126-10056" fmla="*/ 5485 h 5728"/>
                  <a:gd name="connsiteX127-10057" fmla="*/ 1630 w 6642"/>
                  <a:gd name="connsiteY127-10058" fmla="*/ 5242 h 5728"/>
                  <a:gd name="connsiteX128-10059" fmla="*/ 1685 w 6642"/>
                  <a:gd name="connsiteY128-10060" fmla="*/ 5195 h 5728"/>
                  <a:gd name="connsiteX129-10061" fmla="*/ 1730 w 6642"/>
                  <a:gd name="connsiteY129-10062" fmla="*/ 5120 h 5728"/>
                  <a:gd name="connsiteX130-10063" fmla="*/ 1727 w 6642"/>
                  <a:gd name="connsiteY130-10064" fmla="*/ 5071 h 5728"/>
                  <a:gd name="connsiteX131-10065" fmla="*/ 1530 w 6642"/>
                  <a:gd name="connsiteY131-10066" fmla="*/ 5007 h 5728"/>
                  <a:gd name="connsiteX132-10067" fmla="*/ 1459 w 6642"/>
                  <a:gd name="connsiteY132-10068" fmla="*/ 5064 h 5728"/>
                  <a:gd name="connsiteX133-10069" fmla="*/ 1353 w 6642"/>
                  <a:gd name="connsiteY133-10070" fmla="*/ 5111 h 5728"/>
                  <a:gd name="connsiteX134-10071" fmla="*/ 1290 w 6642"/>
                  <a:gd name="connsiteY134-10072" fmla="*/ 5063 h 5728"/>
                  <a:gd name="connsiteX135-10073" fmla="*/ 1052 w 6642"/>
                  <a:gd name="connsiteY135-10074" fmla="*/ 5254 h 5728"/>
                  <a:gd name="connsiteX136-10075" fmla="*/ 924 w 6642"/>
                  <a:gd name="connsiteY136-10076" fmla="*/ 5231 h 5728"/>
                  <a:gd name="connsiteX137-10077" fmla="*/ 813 w 6642"/>
                  <a:gd name="connsiteY137-10078" fmla="*/ 5097 h 5728"/>
                  <a:gd name="connsiteX138-10079" fmla="*/ 683 w 6642"/>
                  <a:gd name="connsiteY138-10080" fmla="*/ 4930 h 5728"/>
                  <a:gd name="connsiteX139-10081" fmla="*/ 572 w 6642"/>
                  <a:gd name="connsiteY139-10082" fmla="*/ 4806 h 5728"/>
                  <a:gd name="connsiteX140-10083" fmla="*/ 505 w 6642"/>
                  <a:gd name="connsiteY140-10084" fmla="*/ 4788 h 5728"/>
                  <a:gd name="connsiteX141-10085" fmla="*/ 640 w 6642"/>
                  <a:gd name="connsiteY141-10086" fmla="*/ 4631 h 5728"/>
                  <a:gd name="connsiteX142-10087" fmla="*/ 683 w 6642"/>
                  <a:gd name="connsiteY142-10088" fmla="*/ 4541 h 5728"/>
                  <a:gd name="connsiteX143-10089" fmla="*/ 651 w 6642"/>
                  <a:gd name="connsiteY143-10090" fmla="*/ 4438 h 5728"/>
                  <a:gd name="connsiteX144-10091" fmla="*/ 277 w 6642"/>
                  <a:gd name="connsiteY144-10092" fmla="*/ 4491 h 5728"/>
                  <a:gd name="connsiteX145-10093" fmla="*/ 187 w 6642"/>
                  <a:gd name="connsiteY145-10094" fmla="*/ 4518 h 5728"/>
                  <a:gd name="connsiteX146-10095" fmla="*/ 195 w 6642"/>
                  <a:gd name="connsiteY146-10096" fmla="*/ 4384 h 5728"/>
                  <a:gd name="connsiteX147-10097" fmla="*/ 147 w 6642"/>
                  <a:gd name="connsiteY147-10098" fmla="*/ 4318 h 5728"/>
                  <a:gd name="connsiteX148-10099" fmla="*/ 39 w 6642"/>
                  <a:gd name="connsiteY148-10100" fmla="*/ 4220 h 5728"/>
                  <a:gd name="connsiteX149-10101" fmla="*/ 75 w 6642"/>
                  <a:gd name="connsiteY149-10102" fmla="*/ 4093 h 5728"/>
                  <a:gd name="connsiteX150-10103" fmla="*/ 63 w 6642"/>
                  <a:gd name="connsiteY150-10104" fmla="*/ 3929 h 5728"/>
                  <a:gd name="connsiteX151-10105" fmla="*/ 0 w 6642"/>
                  <a:gd name="connsiteY151-10106" fmla="*/ 3842 h 5728"/>
                  <a:gd name="connsiteX152-10107" fmla="*/ 0 w 6642"/>
                  <a:gd name="connsiteY152-10108" fmla="*/ 3737 h 5728"/>
                  <a:gd name="connsiteX153-10109" fmla="*/ 303 w 6642"/>
                  <a:gd name="connsiteY153-10110" fmla="*/ 3824 h 5728"/>
                  <a:gd name="connsiteX154-10111" fmla="*/ 830 w 6642"/>
                  <a:gd name="connsiteY154-10112" fmla="*/ 3840 h 5728"/>
                  <a:gd name="connsiteX155-10113" fmla="*/ 1044 w 6642"/>
                  <a:gd name="connsiteY155-10114" fmla="*/ 3908 h 5728"/>
                  <a:gd name="connsiteX156-10115" fmla="*/ 1213 w 6642"/>
                  <a:gd name="connsiteY156-10116" fmla="*/ 4053 h 5728"/>
                  <a:gd name="connsiteX157-10117" fmla="*/ 1257 w 6642"/>
                  <a:gd name="connsiteY157-10118" fmla="*/ 4077 h 5728"/>
                  <a:gd name="connsiteX158-10119" fmla="*/ 1417 w 6642"/>
                  <a:gd name="connsiteY158-10120" fmla="*/ 4107 h 5728"/>
                  <a:gd name="connsiteX159-10121" fmla="*/ 1487 w 6642"/>
                  <a:gd name="connsiteY159-10122" fmla="*/ 4158 h 5728"/>
                  <a:gd name="connsiteX160-10123" fmla="*/ 1688 w 6642"/>
                  <a:gd name="connsiteY160-10124" fmla="*/ 4229 h 5728"/>
                  <a:gd name="connsiteX161-10125" fmla="*/ 1904 w 6642"/>
                  <a:gd name="connsiteY161-10126" fmla="*/ 4309 h 5728"/>
                  <a:gd name="connsiteX162-10127" fmla="*/ 2068 w 6642"/>
                  <a:gd name="connsiteY162-10128" fmla="*/ 4212 h 5728"/>
                  <a:gd name="connsiteX163-10129" fmla="*/ 2267 w 6642"/>
                  <a:gd name="connsiteY163-10130" fmla="*/ 4125 h 5728"/>
                  <a:gd name="connsiteX164-10131" fmla="*/ 2363 w 6642"/>
                  <a:gd name="connsiteY164-10132" fmla="*/ 4075 h 5728"/>
                  <a:gd name="connsiteX165-10133" fmla="*/ 2539 w 6642"/>
                  <a:gd name="connsiteY165-10134" fmla="*/ 3995 h 5728"/>
                  <a:gd name="connsiteX166-10135" fmla="*/ 2721 w 6642"/>
                  <a:gd name="connsiteY166-10136" fmla="*/ 3970 h 5728"/>
                  <a:gd name="connsiteX167-10137" fmla="*/ 3073 w 6642"/>
                  <a:gd name="connsiteY167-10138" fmla="*/ 3979 h 5728"/>
                  <a:gd name="connsiteX168-10139" fmla="*/ 3416 w 6642"/>
                  <a:gd name="connsiteY168-10140" fmla="*/ 3722 h 5728"/>
                  <a:gd name="connsiteX169-10141" fmla="*/ 3519 w 6642"/>
                  <a:gd name="connsiteY169-10142" fmla="*/ 3636 h 5728"/>
                  <a:gd name="connsiteX170-10143" fmla="*/ 3609 w 6642"/>
                  <a:gd name="connsiteY170-10144" fmla="*/ 3563 h 5728"/>
                  <a:gd name="connsiteX171-10145" fmla="*/ 3705 w 6642"/>
                  <a:gd name="connsiteY171-10146" fmla="*/ 3503 h 5728"/>
                  <a:gd name="connsiteX172-10147" fmla="*/ 3702 w 6642"/>
                  <a:gd name="connsiteY172-10148" fmla="*/ 3422 h 5728"/>
                  <a:gd name="connsiteX173-10149" fmla="*/ 3597 w 6642"/>
                  <a:gd name="connsiteY173-10150" fmla="*/ 3317 h 5728"/>
                  <a:gd name="connsiteX174-10151" fmla="*/ 3582 w 6642"/>
                  <a:gd name="connsiteY174-10152" fmla="*/ 3252 h 5728"/>
                  <a:gd name="connsiteX0-10153" fmla="*/ 5456 w 6642"/>
                  <a:gd name="connsiteY0-10154" fmla="*/ 2333 h 5728"/>
                  <a:gd name="connsiteX1-10155" fmla="*/ 5454 w 6642"/>
                  <a:gd name="connsiteY1-10156" fmla="*/ 2117 h 5728"/>
                  <a:gd name="connsiteX2-10157" fmla="*/ 5378 w 6642"/>
                  <a:gd name="connsiteY2-10158" fmla="*/ 2039 h 5728"/>
                  <a:gd name="connsiteX3-10159" fmla="*/ 5235 w 6642"/>
                  <a:gd name="connsiteY3-10160" fmla="*/ 1951 h 5728"/>
                  <a:gd name="connsiteX4-10161" fmla="*/ 5143 w 6642"/>
                  <a:gd name="connsiteY4-10162" fmla="*/ 1827 h 5728"/>
                  <a:gd name="connsiteX5-10163" fmla="*/ 5047 w 6642"/>
                  <a:gd name="connsiteY5-10164" fmla="*/ 1828 h 5728"/>
                  <a:gd name="connsiteX6-10165" fmla="*/ 5002 w 6642"/>
                  <a:gd name="connsiteY6-10166" fmla="*/ 1883 h 5728"/>
                  <a:gd name="connsiteX7-10167" fmla="*/ 4909 w 6642"/>
                  <a:gd name="connsiteY7-10168" fmla="*/ 1877 h 5728"/>
                  <a:gd name="connsiteX8-10169" fmla="*/ 4889 w 6642"/>
                  <a:gd name="connsiteY8-10170" fmla="*/ 1994 h 5728"/>
                  <a:gd name="connsiteX9-10171" fmla="*/ 4708 w 6642"/>
                  <a:gd name="connsiteY9-10172" fmla="*/ 1941 h 5728"/>
                  <a:gd name="connsiteX10-10173" fmla="*/ 4625 w 6642"/>
                  <a:gd name="connsiteY10-10174" fmla="*/ 1939 h 5728"/>
                  <a:gd name="connsiteX11-10175" fmla="*/ 4500 w 6642"/>
                  <a:gd name="connsiteY11-10176" fmla="*/ 2014 h 5728"/>
                  <a:gd name="connsiteX12-10177" fmla="*/ 4388 w 6642"/>
                  <a:gd name="connsiteY12-10178" fmla="*/ 1890 h 5728"/>
                  <a:gd name="connsiteX13-10179" fmla="*/ 4482 w 6642"/>
                  <a:gd name="connsiteY13-10180" fmla="*/ 1804 h 5728"/>
                  <a:gd name="connsiteX14-10181" fmla="*/ 4486 w 6642"/>
                  <a:gd name="connsiteY14-10182" fmla="*/ 1634 h 5728"/>
                  <a:gd name="connsiteX15-10183" fmla="*/ 4541 w 6642"/>
                  <a:gd name="connsiteY15-10184" fmla="*/ 1514 h 5728"/>
                  <a:gd name="connsiteX16-10185" fmla="*/ 4584 w 6642"/>
                  <a:gd name="connsiteY16-10186" fmla="*/ 1306 h 5728"/>
                  <a:gd name="connsiteX17-10187" fmla="*/ 4644 w 6642"/>
                  <a:gd name="connsiteY17-10188" fmla="*/ 1307 h 5728"/>
                  <a:gd name="connsiteX18-10189" fmla="*/ 4967 w 6642"/>
                  <a:gd name="connsiteY18-10190" fmla="*/ 1286 h 5728"/>
                  <a:gd name="connsiteX19-10191" fmla="*/ 5141 w 6642"/>
                  <a:gd name="connsiteY19-10192" fmla="*/ 1117 h 5728"/>
                  <a:gd name="connsiteX20-10193" fmla="*/ 5210 w 6642"/>
                  <a:gd name="connsiteY20-10194" fmla="*/ 748 h 5728"/>
                  <a:gd name="connsiteX21-10195" fmla="*/ 5320 w 6642"/>
                  <a:gd name="connsiteY21-10196" fmla="*/ 486 h 5728"/>
                  <a:gd name="connsiteX22-10197" fmla="*/ 5318 w 6642"/>
                  <a:gd name="connsiteY22-10198" fmla="*/ 358 h 5728"/>
                  <a:gd name="connsiteX23-10199" fmla="*/ 5305 w 6642"/>
                  <a:gd name="connsiteY23-10200" fmla="*/ 328 h 5728"/>
                  <a:gd name="connsiteX24-10201" fmla="*/ 5238 w 6642"/>
                  <a:gd name="connsiteY24-10202" fmla="*/ 251 h 5728"/>
                  <a:gd name="connsiteX25-10203" fmla="*/ 5178 w 6642"/>
                  <a:gd name="connsiteY25-10204" fmla="*/ 217 h 5728"/>
                  <a:gd name="connsiteX26-10205" fmla="*/ 5303 w 6642"/>
                  <a:gd name="connsiteY26-10206" fmla="*/ 56 h 5728"/>
                  <a:gd name="connsiteX27-10207" fmla="*/ 5476 w 6642"/>
                  <a:gd name="connsiteY27-10208" fmla="*/ 2 h 5728"/>
                  <a:gd name="connsiteX28-10209" fmla="*/ 5508 w 6642"/>
                  <a:gd name="connsiteY28-10210" fmla="*/ 49 h 5728"/>
                  <a:gd name="connsiteX29-10211" fmla="*/ 5498 w 6642"/>
                  <a:gd name="connsiteY29-10212" fmla="*/ 133 h 5728"/>
                  <a:gd name="connsiteX30-10213" fmla="*/ 5437 w 6642"/>
                  <a:gd name="connsiteY30-10214" fmla="*/ 243 h 5728"/>
                  <a:gd name="connsiteX31-10215" fmla="*/ 5507 w 6642"/>
                  <a:gd name="connsiteY31-10216" fmla="*/ 301 h 5728"/>
                  <a:gd name="connsiteX32-10217" fmla="*/ 5621 w 6642"/>
                  <a:gd name="connsiteY32-10218" fmla="*/ 366 h 5728"/>
                  <a:gd name="connsiteX33-10219" fmla="*/ 5641 w 6642"/>
                  <a:gd name="connsiteY33-10220" fmla="*/ 255 h 5728"/>
                  <a:gd name="connsiteX34-10221" fmla="*/ 5775 w 6642"/>
                  <a:gd name="connsiteY34-10222" fmla="*/ 291 h 5728"/>
                  <a:gd name="connsiteX35-10223" fmla="*/ 5800 w 6642"/>
                  <a:gd name="connsiteY35-10224" fmla="*/ 331 h 5728"/>
                  <a:gd name="connsiteX36-10225" fmla="*/ 5876 w 6642"/>
                  <a:gd name="connsiteY36-10226" fmla="*/ 562 h 5728"/>
                  <a:gd name="connsiteX37-10227" fmla="*/ 5911 w 6642"/>
                  <a:gd name="connsiteY37-10228" fmla="*/ 586 h 5728"/>
                  <a:gd name="connsiteX38-10229" fmla="*/ 6003 w 6642"/>
                  <a:gd name="connsiteY38-10230" fmla="*/ 578 h 5728"/>
                  <a:gd name="connsiteX39-10231" fmla="*/ 6263 w 6642"/>
                  <a:gd name="connsiteY39-10232" fmla="*/ 490 h 5728"/>
                  <a:gd name="connsiteX40-10233" fmla="*/ 6483 w 6642"/>
                  <a:gd name="connsiteY40-10234" fmla="*/ 479 h 5728"/>
                  <a:gd name="connsiteX41-10235" fmla="*/ 6543 w 6642"/>
                  <a:gd name="connsiteY41-10236" fmla="*/ 648 h 5728"/>
                  <a:gd name="connsiteX42-10237" fmla="*/ 6461 w 6642"/>
                  <a:gd name="connsiteY42-10238" fmla="*/ 944 h 5728"/>
                  <a:gd name="connsiteX43-10239" fmla="*/ 6461 w 6642"/>
                  <a:gd name="connsiteY43-10240" fmla="*/ 1022 h 5728"/>
                  <a:gd name="connsiteX44-10241" fmla="*/ 6530 w 6642"/>
                  <a:gd name="connsiteY44-10242" fmla="*/ 1168 h 5728"/>
                  <a:gd name="connsiteX45-10243" fmla="*/ 6545 w 6642"/>
                  <a:gd name="connsiteY45-10244" fmla="*/ 1427 h 5728"/>
                  <a:gd name="connsiteX46-10245" fmla="*/ 6547 w 6642"/>
                  <a:gd name="connsiteY46-10246" fmla="*/ 1617 h 5728"/>
                  <a:gd name="connsiteX47-10247" fmla="*/ 6480 w 6642"/>
                  <a:gd name="connsiteY47-10248" fmla="*/ 1625 h 5728"/>
                  <a:gd name="connsiteX48-10249" fmla="*/ 6458 w 6642"/>
                  <a:gd name="connsiteY48-10250" fmla="*/ 1507 h 5728"/>
                  <a:gd name="connsiteX49-10251" fmla="*/ 6423 w 6642"/>
                  <a:gd name="connsiteY49-10252" fmla="*/ 1450 h 5728"/>
                  <a:gd name="connsiteX50-10253" fmla="*/ 6333 w 6642"/>
                  <a:gd name="connsiteY50-10254" fmla="*/ 1582 h 5728"/>
                  <a:gd name="connsiteX51-10255" fmla="*/ 6220 w 6642"/>
                  <a:gd name="connsiteY51-10256" fmla="*/ 1776 h 5728"/>
                  <a:gd name="connsiteX52-10257" fmla="*/ 6101 w 6642"/>
                  <a:gd name="connsiteY52-10258" fmla="*/ 1904 h 5728"/>
                  <a:gd name="connsiteX53-10259" fmla="*/ 6094 w 6642"/>
                  <a:gd name="connsiteY53-10260" fmla="*/ 2018 h 5728"/>
                  <a:gd name="connsiteX54-10261" fmla="*/ 6154 w 6642"/>
                  <a:gd name="connsiteY54-10262" fmla="*/ 2115 h 5728"/>
                  <a:gd name="connsiteX55-10263" fmla="*/ 6256 w 6642"/>
                  <a:gd name="connsiteY55-10264" fmla="*/ 2183 h 5728"/>
                  <a:gd name="connsiteX56-10265" fmla="*/ 6333 w 6642"/>
                  <a:gd name="connsiteY56-10266" fmla="*/ 2178 h 5728"/>
                  <a:gd name="connsiteX57-10267" fmla="*/ 6378 w 6642"/>
                  <a:gd name="connsiteY57-10268" fmla="*/ 2104 h 5728"/>
                  <a:gd name="connsiteX58-10269" fmla="*/ 6412 w 6642"/>
                  <a:gd name="connsiteY58-10270" fmla="*/ 2210 h 5728"/>
                  <a:gd name="connsiteX59-10271" fmla="*/ 6300 w 6642"/>
                  <a:gd name="connsiteY59-10272" fmla="*/ 2249 h 5728"/>
                  <a:gd name="connsiteX60-10273" fmla="*/ 6347 w 6642"/>
                  <a:gd name="connsiteY60-10274" fmla="*/ 2362 h 5728"/>
                  <a:gd name="connsiteX61-10275" fmla="*/ 6212 w 6642"/>
                  <a:gd name="connsiteY61-10276" fmla="*/ 2509 h 5728"/>
                  <a:gd name="connsiteX62-10277" fmla="*/ 6171 w 6642"/>
                  <a:gd name="connsiteY62-10278" fmla="*/ 2498 h 5728"/>
                  <a:gd name="connsiteX63-10279" fmla="*/ 6047 w 6642"/>
                  <a:gd name="connsiteY63-10280" fmla="*/ 2413 h 5728"/>
                  <a:gd name="connsiteX64-10281" fmla="*/ 5992 w 6642"/>
                  <a:gd name="connsiteY64-10282" fmla="*/ 2412 h 5728"/>
                  <a:gd name="connsiteX65-10283" fmla="*/ 5957 w 6642"/>
                  <a:gd name="connsiteY65-10284" fmla="*/ 2480 h 5728"/>
                  <a:gd name="connsiteX66-10285" fmla="*/ 5960 w 6642"/>
                  <a:gd name="connsiteY66-10286" fmla="*/ 2562 h 5728"/>
                  <a:gd name="connsiteX67-10287" fmla="*/ 6138 w 6642"/>
                  <a:gd name="connsiteY67-10288" fmla="*/ 2730 h 5728"/>
                  <a:gd name="connsiteX68-10289" fmla="*/ 6137 w 6642"/>
                  <a:gd name="connsiteY68-10290" fmla="*/ 2844 h 5728"/>
                  <a:gd name="connsiteX69-10291" fmla="*/ 6228 w 6642"/>
                  <a:gd name="connsiteY69-10292" fmla="*/ 3060 h 5728"/>
                  <a:gd name="connsiteX70-10293" fmla="*/ 6254 w 6642"/>
                  <a:gd name="connsiteY70-10294" fmla="*/ 3090 h 5728"/>
                  <a:gd name="connsiteX71-10295" fmla="*/ 6298 w 6642"/>
                  <a:gd name="connsiteY71-10296" fmla="*/ 3094 h 5728"/>
                  <a:gd name="connsiteX72-10297" fmla="*/ 6344 w 6642"/>
                  <a:gd name="connsiteY72-10298" fmla="*/ 3010 h 5728"/>
                  <a:gd name="connsiteX73-10299" fmla="*/ 6424 w 6642"/>
                  <a:gd name="connsiteY73-10300" fmla="*/ 2950 h 5728"/>
                  <a:gd name="connsiteX74-10301" fmla="*/ 6519 w 6642"/>
                  <a:gd name="connsiteY74-10302" fmla="*/ 3126 h 5728"/>
                  <a:gd name="connsiteX75-10303" fmla="*/ 6629 w 6642"/>
                  <a:gd name="connsiteY75-10304" fmla="*/ 3312 h 5728"/>
                  <a:gd name="connsiteX76-10305" fmla="*/ 6642 w 6642"/>
                  <a:gd name="connsiteY76-10306" fmla="*/ 3342 h 5728"/>
                  <a:gd name="connsiteX77-10307" fmla="*/ 6631 w 6642"/>
                  <a:gd name="connsiteY77-10308" fmla="*/ 3518 h 5728"/>
                  <a:gd name="connsiteX78-10309" fmla="*/ 6596 w 6642"/>
                  <a:gd name="connsiteY78-10310" fmla="*/ 3554 h 5728"/>
                  <a:gd name="connsiteX79-10311" fmla="*/ 6507 w 6642"/>
                  <a:gd name="connsiteY79-10312" fmla="*/ 3515 h 5728"/>
                  <a:gd name="connsiteX80-10313" fmla="*/ 6273 w 6642"/>
                  <a:gd name="connsiteY80-10314" fmla="*/ 3644 h 5728"/>
                  <a:gd name="connsiteX81-10315" fmla="*/ 6247 w 6642"/>
                  <a:gd name="connsiteY81-10316" fmla="*/ 3666 h 5728"/>
                  <a:gd name="connsiteX82-10317" fmla="*/ 6067 w 6642"/>
                  <a:gd name="connsiteY82-10318" fmla="*/ 3812 h 5728"/>
                  <a:gd name="connsiteX83-10319" fmla="*/ 5926 w 6642"/>
                  <a:gd name="connsiteY83-10320" fmla="*/ 3926 h 5728"/>
                  <a:gd name="connsiteX84-10321" fmla="*/ 5891 w 6642"/>
                  <a:gd name="connsiteY84-10322" fmla="*/ 3965 h 5728"/>
                  <a:gd name="connsiteX85-10323" fmla="*/ 5839 w 6642"/>
                  <a:gd name="connsiteY85-10324" fmla="*/ 3973 h 5728"/>
                  <a:gd name="connsiteX86-10325" fmla="*/ 5782 w 6642"/>
                  <a:gd name="connsiteY86-10326" fmla="*/ 3916 h 5728"/>
                  <a:gd name="connsiteX87-10327" fmla="*/ 5658 w 6642"/>
                  <a:gd name="connsiteY87-10328" fmla="*/ 3808 h 5728"/>
                  <a:gd name="connsiteX88-10329" fmla="*/ 5682 w 6642"/>
                  <a:gd name="connsiteY88-10330" fmla="*/ 4064 h 5728"/>
                  <a:gd name="connsiteX89-10331" fmla="*/ 5691 w 6642"/>
                  <a:gd name="connsiteY89-10332" fmla="*/ 4192 h 5728"/>
                  <a:gd name="connsiteX90-10333" fmla="*/ 5429 w 6642"/>
                  <a:gd name="connsiteY90-10334" fmla="*/ 4166 h 5728"/>
                  <a:gd name="connsiteX91-10335" fmla="*/ 5347 w 6642"/>
                  <a:gd name="connsiteY91-10336" fmla="*/ 3987 h 5728"/>
                  <a:gd name="connsiteX92-10337" fmla="*/ 5265 w 6642"/>
                  <a:gd name="connsiteY92-10338" fmla="*/ 3802 h 5728"/>
                  <a:gd name="connsiteX93-10339" fmla="*/ 4290 w 6642"/>
                  <a:gd name="connsiteY93-10340" fmla="*/ 4504 h 5728"/>
                  <a:gd name="connsiteX94-10341" fmla="*/ 4293 w 6642"/>
                  <a:gd name="connsiteY94-10342" fmla="*/ 4556 h 5728"/>
                  <a:gd name="connsiteX95-10343" fmla="*/ 4257 w 6642"/>
                  <a:gd name="connsiteY95-10344" fmla="*/ 4614 h 5728"/>
                  <a:gd name="connsiteX96-10345" fmla="*/ 3992 w 6642"/>
                  <a:gd name="connsiteY96-10346" fmla="*/ 4680 h 5728"/>
                  <a:gd name="connsiteX97-10347" fmla="*/ 3857 w 6642"/>
                  <a:gd name="connsiteY97-10348" fmla="*/ 4739 h 5728"/>
                  <a:gd name="connsiteX98-10349" fmla="*/ 3815 w 6642"/>
                  <a:gd name="connsiteY98-10350" fmla="*/ 4777 h 5728"/>
                  <a:gd name="connsiteX99-10351" fmla="*/ 3616 w 6642"/>
                  <a:gd name="connsiteY99-10352" fmla="*/ 5021 h 5728"/>
                  <a:gd name="connsiteX100-10353" fmla="*/ 3543 w 6642"/>
                  <a:gd name="connsiteY100-10354" fmla="*/ 4970 h 5728"/>
                  <a:gd name="connsiteX101-10355" fmla="*/ 3460 w 6642"/>
                  <a:gd name="connsiteY101-10356" fmla="*/ 4971 h 5728"/>
                  <a:gd name="connsiteX102-10357" fmla="*/ 3424 w 6642"/>
                  <a:gd name="connsiteY102-10358" fmla="*/ 5045 h 5728"/>
                  <a:gd name="connsiteX103-10359" fmla="*/ 3313 w 6642"/>
                  <a:gd name="connsiteY103-10360" fmla="*/ 5000 h 5728"/>
                  <a:gd name="connsiteX104-10361" fmla="*/ 3235 w 6642"/>
                  <a:gd name="connsiteY104-10362" fmla="*/ 5109 h 5728"/>
                  <a:gd name="connsiteX105-10363" fmla="*/ 3013 w 6642"/>
                  <a:gd name="connsiteY105-10364" fmla="*/ 5349 h 5728"/>
                  <a:gd name="connsiteX106-10365" fmla="*/ 2993 w 6642"/>
                  <a:gd name="connsiteY106-10366" fmla="*/ 5516 h 5728"/>
                  <a:gd name="connsiteX107-10367" fmla="*/ 2976 w 6642"/>
                  <a:gd name="connsiteY107-10368" fmla="*/ 5659 h 5728"/>
                  <a:gd name="connsiteX108-10369" fmla="*/ 2960 w 6642"/>
                  <a:gd name="connsiteY108-10370" fmla="*/ 5669 h 5728"/>
                  <a:gd name="connsiteX109-10371" fmla="*/ 2638 w 6642"/>
                  <a:gd name="connsiteY109-10372" fmla="*/ 5621 h 5728"/>
                  <a:gd name="connsiteX110-10373" fmla="*/ 2536 w 6642"/>
                  <a:gd name="connsiteY110-10374" fmla="*/ 5566 h 5728"/>
                  <a:gd name="connsiteX111-10375" fmla="*/ 2482 w 6642"/>
                  <a:gd name="connsiteY111-10376" fmla="*/ 5503 h 5728"/>
                  <a:gd name="connsiteX112-10377" fmla="*/ 2377 w 6642"/>
                  <a:gd name="connsiteY112-10378" fmla="*/ 5477 h 5728"/>
                  <a:gd name="connsiteX113-10379" fmla="*/ 2377 w 6642"/>
                  <a:gd name="connsiteY113-10380" fmla="*/ 5379 h 5728"/>
                  <a:gd name="connsiteX114-10381" fmla="*/ 2481 w 6642"/>
                  <a:gd name="connsiteY114-10382" fmla="*/ 5149 h 5728"/>
                  <a:gd name="connsiteX115-10383" fmla="*/ 2341 w 6642"/>
                  <a:gd name="connsiteY115-10384" fmla="*/ 5070 h 5728"/>
                  <a:gd name="connsiteX116-10385" fmla="*/ 2299 w 6642"/>
                  <a:gd name="connsiteY116-10386" fmla="*/ 5095 h 5728"/>
                  <a:gd name="connsiteX117-10387" fmla="*/ 2209 w 6642"/>
                  <a:gd name="connsiteY117-10388" fmla="*/ 5214 h 5728"/>
                  <a:gd name="connsiteX118-10389" fmla="*/ 2177 w 6642"/>
                  <a:gd name="connsiteY118-10390" fmla="*/ 5276 h 5728"/>
                  <a:gd name="connsiteX119-10391" fmla="*/ 2115 w 6642"/>
                  <a:gd name="connsiteY119-10392" fmla="*/ 5386 h 5728"/>
                  <a:gd name="connsiteX120-10393" fmla="*/ 2121 w 6642"/>
                  <a:gd name="connsiteY120-10394" fmla="*/ 5510 h 5728"/>
                  <a:gd name="connsiteX121-10395" fmla="*/ 2082 w 6642"/>
                  <a:gd name="connsiteY121-10396" fmla="*/ 5558 h 5728"/>
                  <a:gd name="connsiteX122-10397" fmla="*/ 1951 w 6642"/>
                  <a:gd name="connsiteY122-10398" fmla="*/ 5617 h 5728"/>
                  <a:gd name="connsiteX123-10399" fmla="*/ 1785 w 6642"/>
                  <a:gd name="connsiteY123-10400" fmla="*/ 5649 h 5728"/>
                  <a:gd name="connsiteX124-10401" fmla="*/ 1682 w 6642"/>
                  <a:gd name="connsiteY124-10402" fmla="*/ 5728 h 5728"/>
                  <a:gd name="connsiteX125-10403" fmla="*/ 1568 w 6642"/>
                  <a:gd name="connsiteY125-10404" fmla="*/ 5611 h 5728"/>
                  <a:gd name="connsiteX126-10405" fmla="*/ 1508 w 6642"/>
                  <a:gd name="connsiteY126-10406" fmla="*/ 5485 h 5728"/>
                  <a:gd name="connsiteX127-10407" fmla="*/ 1630 w 6642"/>
                  <a:gd name="connsiteY127-10408" fmla="*/ 5242 h 5728"/>
                  <a:gd name="connsiteX128-10409" fmla="*/ 1685 w 6642"/>
                  <a:gd name="connsiteY128-10410" fmla="*/ 5195 h 5728"/>
                  <a:gd name="connsiteX129-10411" fmla="*/ 1730 w 6642"/>
                  <a:gd name="connsiteY129-10412" fmla="*/ 5120 h 5728"/>
                  <a:gd name="connsiteX130-10413" fmla="*/ 1727 w 6642"/>
                  <a:gd name="connsiteY130-10414" fmla="*/ 5071 h 5728"/>
                  <a:gd name="connsiteX131-10415" fmla="*/ 1530 w 6642"/>
                  <a:gd name="connsiteY131-10416" fmla="*/ 5007 h 5728"/>
                  <a:gd name="connsiteX132-10417" fmla="*/ 1459 w 6642"/>
                  <a:gd name="connsiteY132-10418" fmla="*/ 5064 h 5728"/>
                  <a:gd name="connsiteX133-10419" fmla="*/ 1353 w 6642"/>
                  <a:gd name="connsiteY133-10420" fmla="*/ 5111 h 5728"/>
                  <a:gd name="connsiteX134-10421" fmla="*/ 1290 w 6642"/>
                  <a:gd name="connsiteY134-10422" fmla="*/ 5063 h 5728"/>
                  <a:gd name="connsiteX135-10423" fmla="*/ 1052 w 6642"/>
                  <a:gd name="connsiteY135-10424" fmla="*/ 5254 h 5728"/>
                  <a:gd name="connsiteX136-10425" fmla="*/ 924 w 6642"/>
                  <a:gd name="connsiteY136-10426" fmla="*/ 5231 h 5728"/>
                  <a:gd name="connsiteX137-10427" fmla="*/ 813 w 6642"/>
                  <a:gd name="connsiteY137-10428" fmla="*/ 5097 h 5728"/>
                  <a:gd name="connsiteX138-10429" fmla="*/ 683 w 6642"/>
                  <a:gd name="connsiteY138-10430" fmla="*/ 4930 h 5728"/>
                  <a:gd name="connsiteX139-10431" fmla="*/ 572 w 6642"/>
                  <a:gd name="connsiteY139-10432" fmla="*/ 4806 h 5728"/>
                  <a:gd name="connsiteX140-10433" fmla="*/ 505 w 6642"/>
                  <a:gd name="connsiteY140-10434" fmla="*/ 4788 h 5728"/>
                  <a:gd name="connsiteX141-10435" fmla="*/ 640 w 6642"/>
                  <a:gd name="connsiteY141-10436" fmla="*/ 4631 h 5728"/>
                  <a:gd name="connsiteX142-10437" fmla="*/ 683 w 6642"/>
                  <a:gd name="connsiteY142-10438" fmla="*/ 4541 h 5728"/>
                  <a:gd name="connsiteX143-10439" fmla="*/ 651 w 6642"/>
                  <a:gd name="connsiteY143-10440" fmla="*/ 4438 h 5728"/>
                  <a:gd name="connsiteX144-10441" fmla="*/ 277 w 6642"/>
                  <a:gd name="connsiteY144-10442" fmla="*/ 4491 h 5728"/>
                  <a:gd name="connsiteX145-10443" fmla="*/ 187 w 6642"/>
                  <a:gd name="connsiteY145-10444" fmla="*/ 4518 h 5728"/>
                  <a:gd name="connsiteX146-10445" fmla="*/ 195 w 6642"/>
                  <a:gd name="connsiteY146-10446" fmla="*/ 4384 h 5728"/>
                  <a:gd name="connsiteX147-10447" fmla="*/ 147 w 6642"/>
                  <a:gd name="connsiteY147-10448" fmla="*/ 4318 h 5728"/>
                  <a:gd name="connsiteX148-10449" fmla="*/ 39 w 6642"/>
                  <a:gd name="connsiteY148-10450" fmla="*/ 4220 h 5728"/>
                  <a:gd name="connsiteX149-10451" fmla="*/ 75 w 6642"/>
                  <a:gd name="connsiteY149-10452" fmla="*/ 4093 h 5728"/>
                  <a:gd name="connsiteX150-10453" fmla="*/ 63 w 6642"/>
                  <a:gd name="connsiteY150-10454" fmla="*/ 3929 h 5728"/>
                  <a:gd name="connsiteX151-10455" fmla="*/ 0 w 6642"/>
                  <a:gd name="connsiteY151-10456" fmla="*/ 3842 h 5728"/>
                  <a:gd name="connsiteX152-10457" fmla="*/ 0 w 6642"/>
                  <a:gd name="connsiteY152-10458" fmla="*/ 3737 h 5728"/>
                  <a:gd name="connsiteX153-10459" fmla="*/ 303 w 6642"/>
                  <a:gd name="connsiteY153-10460" fmla="*/ 3824 h 5728"/>
                  <a:gd name="connsiteX154-10461" fmla="*/ 830 w 6642"/>
                  <a:gd name="connsiteY154-10462" fmla="*/ 3840 h 5728"/>
                  <a:gd name="connsiteX155-10463" fmla="*/ 1044 w 6642"/>
                  <a:gd name="connsiteY155-10464" fmla="*/ 3908 h 5728"/>
                  <a:gd name="connsiteX156-10465" fmla="*/ 1213 w 6642"/>
                  <a:gd name="connsiteY156-10466" fmla="*/ 4053 h 5728"/>
                  <a:gd name="connsiteX157-10467" fmla="*/ 1257 w 6642"/>
                  <a:gd name="connsiteY157-10468" fmla="*/ 4077 h 5728"/>
                  <a:gd name="connsiteX158-10469" fmla="*/ 1417 w 6642"/>
                  <a:gd name="connsiteY158-10470" fmla="*/ 4107 h 5728"/>
                  <a:gd name="connsiteX159-10471" fmla="*/ 1487 w 6642"/>
                  <a:gd name="connsiteY159-10472" fmla="*/ 4158 h 5728"/>
                  <a:gd name="connsiteX160-10473" fmla="*/ 1688 w 6642"/>
                  <a:gd name="connsiteY160-10474" fmla="*/ 4229 h 5728"/>
                  <a:gd name="connsiteX161-10475" fmla="*/ 1904 w 6642"/>
                  <a:gd name="connsiteY161-10476" fmla="*/ 4309 h 5728"/>
                  <a:gd name="connsiteX162-10477" fmla="*/ 2068 w 6642"/>
                  <a:gd name="connsiteY162-10478" fmla="*/ 4212 h 5728"/>
                  <a:gd name="connsiteX163-10479" fmla="*/ 2267 w 6642"/>
                  <a:gd name="connsiteY163-10480" fmla="*/ 4125 h 5728"/>
                  <a:gd name="connsiteX164-10481" fmla="*/ 2363 w 6642"/>
                  <a:gd name="connsiteY164-10482" fmla="*/ 4075 h 5728"/>
                  <a:gd name="connsiteX165-10483" fmla="*/ 2539 w 6642"/>
                  <a:gd name="connsiteY165-10484" fmla="*/ 3995 h 5728"/>
                  <a:gd name="connsiteX166-10485" fmla="*/ 2721 w 6642"/>
                  <a:gd name="connsiteY166-10486" fmla="*/ 3970 h 5728"/>
                  <a:gd name="connsiteX167-10487" fmla="*/ 3073 w 6642"/>
                  <a:gd name="connsiteY167-10488" fmla="*/ 3979 h 5728"/>
                  <a:gd name="connsiteX168-10489" fmla="*/ 3416 w 6642"/>
                  <a:gd name="connsiteY168-10490" fmla="*/ 3722 h 5728"/>
                  <a:gd name="connsiteX169-10491" fmla="*/ 3519 w 6642"/>
                  <a:gd name="connsiteY169-10492" fmla="*/ 3636 h 5728"/>
                  <a:gd name="connsiteX170-10493" fmla="*/ 3609 w 6642"/>
                  <a:gd name="connsiteY170-10494" fmla="*/ 3563 h 5728"/>
                  <a:gd name="connsiteX171-10495" fmla="*/ 3705 w 6642"/>
                  <a:gd name="connsiteY171-10496" fmla="*/ 3503 h 5728"/>
                  <a:gd name="connsiteX172-10497" fmla="*/ 3702 w 6642"/>
                  <a:gd name="connsiteY172-10498" fmla="*/ 3422 h 5728"/>
                  <a:gd name="connsiteX173-10499" fmla="*/ 3597 w 6642"/>
                  <a:gd name="connsiteY173-10500" fmla="*/ 3317 h 5728"/>
                  <a:gd name="connsiteX0-10501" fmla="*/ 5456 w 6642"/>
                  <a:gd name="connsiteY0-10502" fmla="*/ 2333 h 5728"/>
                  <a:gd name="connsiteX1-10503" fmla="*/ 5454 w 6642"/>
                  <a:gd name="connsiteY1-10504" fmla="*/ 2117 h 5728"/>
                  <a:gd name="connsiteX2-10505" fmla="*/ 5378 w 6642"/>
                  <a:gd name="connsiteY2-10506" fmla="*/ 2039 h 5728"/>
                  <a:gd name="connsiteX3-10507" fmla="*/ 5235 w 6642"/>
                  <a:gd name="connsiteY3-10508" fmla="*/ 1951 h 5728"/>
                  <a:gd name="connsiteX4-10509" fmla="*/ 5143 w 6642"/>
                  <a:gd name="connsiteY4-10510" fmla="*/ 1827 h 5728"/>
                  <a:gd name="connsiteX5-10511" fmla="*/ 5047 w 6642"/>
                  <a:gd name="connsiteY5-10512" fmla="*/ 1828 h 5728"/>
                  <a:gd name="connsiteX6-10513" fmla="*/ 5002 w 6642"/>
                  <a:gd name="connsiteY6-10514" fmla="*/ 1883 h 5728"/>
                  <a:gd name="connsiteX7-10515" fmla="*/ 4909 w 6642"/>
                  <a:gd name="connsiteY7-10516" fmla="*/ 1877 h 5728"/>
                  <a:gd name="connsiteX8-10517" fmla="*/ 4889 w 6642"/>
                  <a:gd name="connsiteY8-10518" fmla="*/ 1994 h 5728"/>
                  <a:gd name="connsiteX9-10519" fmla="*/ 4708 w 6642"/>
                  <a:gd name="connsiteY9-10520" fmla="*/ 1941 h 5728"/>
                  <a:gd name="connsiteX10-10521" fmla="*/ 4625 w 6642"/>
                  <a:gd name="connsiteY10-10522" fmla="*/ 1939 h 5728"/>
                  <a:gd name="connsiteX11-10523" fmla="*/ 4500 w 6642"/>
                  <a:gd name="connsiteY11-10524" fmla="*/ 2014 h 5728"/>
                  <a:gd name="connsiteX12-10525" fmla="*/ 4388 w 6642"/>
                  <a:gd name="connsiteY12-10526" fmla="*/ 1890 h 5728"/>
                  <a:gd name="connsiteX13-10527" fmla="*/ 4482 w 6642"/>
                  <a:gd name="connsiteY13-10528" fmla="*/ 1804 h 5728"/>
                  <a:gd name="connsiteX14-10529" fmla="*/ 4486 w 6642"/>
                  <a:gd name="connsiteY14-10530" fmla="*/ 1634 h 5728"/>
                  <a:gd name="connsiteX15-10531" fmla="*/ 4541 w 6642"/>
                  <a:gd name="connsiteY15-10532" fmla="*/ 1514 h 5728"/>
                  <a:gd name="connsiteX16-10533" fmla="*/ 4584 w 6642"/>
                  <a:gd name="connsiteY16-10534" fmla="*/ 1306 h 5728"/>
                  <a:gd name="connsiteX17-10535" fmla="*/ 4644 w 6642"/>
                  <a:gd name="connsiteY17-10536" fmla="*/ 1307 h 5728"/>
                  <a:gd name="connsiteX18-10537" fmla="*/ 4967 w 6642"/>
                  <a:gd name="connsiteY18-10538" fmla="*/ 1286 h 5728"/>
                  <a:gd name="connsiteX19-10539" fmla="*/ 5141 w 6642"/>
                  <a:gd name="connsiteY19-10540" fmla="*/ 1117 h 5728"/>
                  <a:gd name="connsiteX20-10541" fmla="*/ 5210 w 6642"/>
                  <a:gd name="connsiteY20-10542" fmla="*/ 748 h 5728"/>
                  <a:gd name="connsiteX21-10543" fmla="*/ 5320 w 6642"/>
                  <a:gd name="connsiteY21-10544" fmla="*/ 486 h 5728"/>
                  <a:gd name="connsiteX22-10545" fmla="*/ 5318 w 6642"/>
                  <a:gd name="connsiteY22-10546" fmla="*/ 358 h 5728"/>
                  <a:gd name="connsiteX23-10547" fmla="*/ 5305 w 6642"/>
                  <a:gd name="connsiteY23-10548" fmla="*/ 328 h 5728"/>
                  <a:gd name="connsiteX24-10549" fmla="*/ 5238 w 6642"/>
                  <a:gd name="connsiteY24-10550" fmla="*/ 251 h 5728"/>
                  <a:gd name="connsiteX25-10551" fmla="*/ 5178 w 6642"/>
                  <a:gd name="connsiteY25-10552" fmla="*/ 217 h 5728"/>
                  <a:gd name="connsiteX26-10553" fmla="*/ 5303 w 6642"/>
                  <a:gd name="connsiteY26-10554" fmla="*/ 56 h 5728"/>
                  <a:gd name="connsiteX27-10555" fmla="*/ 5476 w 6642"/>
                  <a:gd name="connsiteY27-10556" fmla="*/ 2 h 5728"/>
                  <a:gd name="connsiteX28-10557" fmla="*/ 5508 w 6642"/>
                  <a:gd name="connsiteY28-10558" fmla="*/ 49 h 5728"/>
                  <a:gd name="connsiteX29-10559" fmla="*/ 5498 w 6642"/>
                  <a:gd name="connsiteY29-10560" fmla="*/ 133 h 5728"/>
                  <a:gd name="connsiteX30-10561" fmla="*/ 5437 w 6642"/>
                  <a:gd name="connsiteY30-10562" fmla="*/ 243 h 5728"/>
                  <a:gd name="connsiteX31-10563" fmla="*/ 5507 w 6642"/>
                  <a:gd name="connsiteY31-10564" fmla="*/ 301 h 5728"/>
                  <a:gd name="connsiteX32-10565" fmla="*/ 5621 w 6642"/>
                  <a:gd name="connsiteY32-10566" fmla="*/ 366 h 5728"/>
                  <a:gd name="connsiteX33-10567" fmla="*/ 5641 w 6642"/>
                  <a:gd name="connsiteY33-10568" fmla="*/ 255 h 5728"/>
                  <a:gd name="connsiteX34-10569" fmla="*/ 5775 w 6642"/>
                  <a:gd name="connsiteY34-10570" fmla="*/ 291 h 5728"/>
                  <a:gd name="connsiteX35-10571" fmla="*/ 5800 w 6642"/>
                  <a:gd name="connsiteY35-10572" fmla="*/ 331 h 5728"/>
                  <a:gd name="connsiteX36-10573" fmla="*/ 5876 w 6642"/>
                  <a:gd name="connsiteY36-10574" fmla="*/ 562 h 5728"/>
                  <a:gd name="connsiteX37-10575" fmla="*/ 5911 w 6642"/>
                  <a:gd name="connsiteY37-10576" fmla="*/ 586 h 5728"/>
                  <a:gd name="connsiteX38-10577" fmla="*/ 6003 w 6642"/>
                  <a:gd name="connsiteY38-10578" fmla="*/ 578 h 5728"/>
                  <a:gd name="connsiteX39-10579" fmla="*/ 6263 w 6642"/>
                  <a:gd name="connsiteY39-10580" fmla="*/ 490 h 5728"/>
                  <a:gd name="connsiteX40-10581" fmla="*/ 6483 w 6642"/>
                  <a:gd name="connsiteY40-10582" fmla="*/ 479 h 5728"/>
                  <a:gd name="connsiteX41-10583" fmla="*/ 6543 w 6642"/>
                  <a:gd name="connsiteY41-10584" fmla="*/ 648 h 5728"/>
                  <a:gd name="connsiteX42-10585" fmla="*/ 6461 w 6642"/>
                  <a:gd name="connsiteY42-10586" fmla="*/ 944 h 5728"/>
                  <a:gd name="connsiteX43-10587" fmla="*/ 6461 w 6642"/>
                  <a:gd name="connsiteY43-10588" fmla="*/ 1022 h 5728"/>
                  <a:gd name="connsiteX44-10589" fmla="*/ 6530 w 6642"/>
                  <a:gd name="connsiteY44-10590" fmla="*/ 1168 h 5728"/>
                  <a:gd name="connsiteX45-10591" fmla="*/ 6545 w 6642"/>
                  <a:gd name="connsiteY45-10592" fmla="*/ 1427 h 5728"/>
                  <a:gd name="connsiteX46-10593" fmla="*/ 6547 w 6642"/>
                  <a:gd name="connsiteY46-10594" fmla="*/ 1617 h 5728"/>
                  <a:gd name="connsiteX47-10595" fmla="*/ 6480 w 6642"/>
                  <a:gd name="connsiteY47-10596" fmla="*/ 1625 h 5728"/>
                  <a:gd name="connsiteX48-10597" fmla="*/ 6458 w 6642"/>
                  <a:gd name="connsiteY48-10598" fmla="*/ 1507 h 5728"/>
                  <a:gd name="connsiteX49-10599" fmla="*/ 6423 w 6642"/>
                  <a:gd name="connsiteY49-10600" fmla="*/ 1450 h 5728"/>
                  <a:gd name="connsiteX50-10601" fmla="*/ 6333 w 6642"/>
                  <a:gd name="connsiteY50-10602" fmla="*/ 1582 h 5728"/>
                  <a:gd name="connsiteX51-10603" fmla="*/ 6220 w 6642"/>
                  <a:gd name="connsiteY51-10604" fmla="*/ 1776 h 5728"/>
                  <a:gd name="connsiteX52-10605" fmla="*/ 6101 w 6642"/>
                  <a:gd name="connsiteY52-10606" fmla="*/ 1904 h 5728"/>
                  <a:gd name="connsiteX53-10607" fmla="*/ 6094 w 6642"/>
                  <a:gd name="connsiteY53-10608" fmla="*/ 2018 h 5728"/>
                  <a:gd name="connsiteX54-10609" fmla="*/ 6154 w 6642"/>
                  <a:gd name="connsiteY54-10610" fmla="*/ 2115 h 5728"/>
                  <a:gd name="connsiteX55-10611" fmla="*/ 6256 w 6642"/>
                  <a:gd name="connsiteY55-10612" fmla="*/ 2183 h 5728"/>
                  <a:gd name="connsiteX56-10613" fmla="*/ 6333 w 6642"/>
                  <a:gd name="connsiteY56-10614" fmla="*/ 2178 h 5728"/>
                  <a:gd name="connsiteX57-10615" fmla="*/ 6378 w 6642"/>
                  <a:gd name="connsiteY57-10616" fmla="*/ 2104 h 5728"/>
                  <a:gd name="connsiteX58-10617" fmla="*/ 6412 w 6642"/>
                  <a:gd name="connsiteY58-10618" fmla="*/ 2210 h 5728"/>
                  <a:gd name="connsiteX59-10619" fmla="*/ 6300 w 6642"/>
                  <a:gd name="connsiteY59-10620" fmla="*/ 2249 h 5728"/>
                  <a:gd name="connsiteX60-10621" fmla="*/ 6347 w 6642"/>
                  <a:gd name="connsiteY60-10622" fmla="*/ 2362 h 5728"/>
                  <a:gd name="connsiteX61-10623" fmla="*/ 6212 w 6642"/>
                  <a:gd name="connsiteY61-10624" fmla="*/ 2509 h 5728"/>
                  <a:gd name="connsiteX62-10625" fmla="*/ 6171 w 6642"/>
                  <a:gd name="connsiteY62-10626" fmla="*/ 2498 h 5728"/>
                  <a:gd name="connsiteX63-10627" fmla="*/ 6047 w 6642"/>
                  <a:gd name="connsiteY63-10628" fmla="*/ 2413 h 5728"/>
                  <a:gd name="connsiteX64-10629" fmla="*/ 5992 w 6642"/>
                  <a:gd name="connsiteY64-10630" fmla="*/ 2412 h 5728"/>
                  <a:gd name="connsiteX65-10631" fmla="*/ 5957 w 6642"/>
                  <a:gd name="connsiteY65-10632" fmla="*/ 2480 h 5728"/>
                  <a:gd name="connsiteX66-10633" fmla="*/ 5960 w 6642"/>
                  <a:gd name="connsiteY66-10634" fmla="*/ 2562 h 5728"/>
                  <a:gd name="connsiteX67-10635" fmla="*/ 6138 w 6642"/>
                  <a:gd name="connsiteY67-10636" fmla="*/ 2730 h 5728"/>
                  <a:gd name="connsiteX68-10637" fmla="*/ 6137 w 6642"/>
                  <a:gd name="connsiteY68-10638" fmla="*/ 2844 h 5728"/>
                  <a:gd name="connsiteX69-10639" fmla="*/ 6228 w 6642"/>
                  <a:gd name="connsiteY69-10640" fmla="*/ 3060 h 5728"/>
                  <a:gd name="connsiteX70-10641" fmla="*/ 6254 w 6642"/>
                  <a:gd name="connsiteY70-10642" fmla="*/ 3090 h 5728"/>
                  <a:gd name="connsiteX71-10643" fmla="*/ 6298 w 6642"/>
                  <a:gd name="connsiteY71-10644" fmla="*/ 3094 h 5728"/>
                  <a:gd name="connsiteX72-10645" fmla="*/ 6344 w 6642"/>
                  <a:gd name="connsiteY72-10646" fmla="*/ 3010 h 5728"/>
                  <a:gd name="connsiteX73-10647" fmla="*/ 6424 w 6642"/>
                  <a:gd name="connsiteY73-10648" fmla="*/ 2950 h 5728"/>
                  <a:gd name="connsiteX74-10649" fmla="*/ 6519 w 6642"/>
                  <a:gd name="connsiteY74-10650" fmla="*/ 3126 h 5728"/>
                  <a:gd name="connsiteX75-10651" fmla="*/ 6629 w 6642"/>
                  <a:gd name="connsiteY75-10652" fmla="*/ 3312 h 5728"/>
                  <a:gd name="connsiteX76-10653" fmla="*/ 6642 w 6642"/>
                  <a:gd name="connsiteY76-10654" fmla="*/ 3342 h 5728"/>
                  <a:gd name="connsiteX77-10655" fmla="*/ 6631 w 6642"/>
                  <a:gd name="connsiteY77-10656" fmla="*/ 3518 h 5728"/>
                  <a:gd name="connsiteX78-10657" fmla="*/ 6596 w 6642"/>
                  <a:gd name="connsiteY78-10658" fmla="*/ 3554 h 5728"/>
                  <a:gd name="connsiteX79-10659" fmla="*/ 6507 w 6642"/>
                  <a:gd name="connsiteY79-10660" fmla="*/ 3515 h 5728"/>
                  <a:gd name="connsiteX80-10661" fmla="*/ 6273 w 6642"/>
                  <a:gd name="connsiteY80-10662" fmla="*/ 3644 h 5728"/>
                  <a:gd name="connsiteX81-10663" fmla="*/ 6247 w 6642"/>
                  <a:gd name="connsiteY81-10664" fmla="*/ 3666 h 5728"/>
                  <a:gd name="connsiteX82-10665" fmla="*/ 6067 w 6642"/>
                  <a:gd name="connsiteY82-10666" fmla="*/ 3812 h 5728"/>
                  <a:gd name="connsiteX83-10667" fmla="*/ 5926 w 6642"/>
                  <a:gd name="connsiteY83-10668" fmla="*/ 3926 h 5728"/>
                  <a:gd name="connsiteX84-10669" fmla="*/ 5891 w 6642"/>
                  <a:gd name="connsiteY84-10670" fmla="*/ 3965 h 5728"/>
                  <a:gd name="connsiteX85-10671" fmla="*/ 5839 w 6642"/>
                  <a:gd name="connsiteY85-10672" fmla="*/ 3973 h 5728"/>
                  <a:gd name="connsiteX86-10673" fmla="*/ 5782 w 6642"/>
                  <a:gd name="connsiteY86-10674" fmla="*/ 3916 h 5728"/>
                  <a:gd name="connsiteX87-10675" fmla="*/ 5658 w 6642"/>
                  <a:gd name="connsiteY87-10676" fmla="*/ 3808 h 5728"/>
                  <a:gd name="connsiteX88-10677" fmla="*/ 5682 w 6642"/>
                  <a:gd name="connsiteY88-10678" fmla="*/ 4064 h 5728"/>
                  <a:gd name="connsiteX89-10679" fmla="*/ 5691 w 6642"/>
                  <a:gd name="connsiteY89-10680" fmla="*/ 4192 h 5728"/>
                  <a:gd name="connsiteX90-10681" fmla="*/ 5429 w 6642"/>
                  <a:gd name="connsiteY90-10682" fmla="*/ 4166 h 5728"/>
                  <a:gd name="connsiteX91-10683" fmla="*/ 5347 w 6642"/>
                  <a:gd name="connsiteY91-10684" fmla="*/ 3987 h 5728"/>
                  <a:gd name="connsiteX92-10685" fmla="*/ 5265 w 6642"/>
                  <a:gd name="connsiteY92-10686" fmla="*/ 3802 h 5728"/>
                  <a:gd name="connsiteX93-10687" fmla="*/ 4290 w 6642"/>
                  <a:gd name="connsiteY93-10688" fmla="*/ 4504 h 5728"/>
                  <a:gd name="connsiteX94-10689" fmla="*/ 4293 w 6642"/>
                  <a:gd name="connsiteY94-10690" fmla="*/ 4556 h 5728"/>
                  <a:gd name="connsiteX95-10691" fmla="*/ 4257 w 6642"/>
                  <a:gd name="connsiteY95-10692" fmla="*/ 4614 h 5728"/>
                  <a:gd name="connsiteX96-10693" fmla="*/ 3992 w 6642"/>
                  <a:gd name="connsiteY96-10694" fmla="*/ 4680 h 5728"/>
                  <a:gd name="connsiteX97-10695" fmla="*/ 3857 w 6642"/>
                  <a:gd name="connsiteY97-10696" fmla="*/ 4739 h 5728"/>
                  <a:gd name="connsiteX98-10697" fmla="*/ 3815 w 6642"/>
                  <a:gd name="connsiteY98-10698" fmla="*/ 4777 h 5728"/>
                  <a:gd name="connsiteX99-10699" fmla="*/ 3616 w 6642"/>
                  <a:gd name="connsiteY99-10700" fmla="*/ 5021 h 5728"/>
                  <a:gd name="connsiteX100-10701" fmla="*/ 3543 w 6642"/>
                  <a:gd name="connsiteY100-10702" fmla="*/ 4970 h 5728"/>
                  <a:gd name="connsiteX101-10703" fmla="*/ 3460 w 6642"/>
                  <a:gd name="connsiteY101-10704" fmla="*/ 4971 h 5728"/>
                  <a:gd name="connsiteX102-10705" fmla="*/ 3424 w 6642"/>
                  <a:gd name="connsiteY102-10706" fmla="*/ 5045 h 5728"/>
                  <a:gd name="connsiteX103-10707" fmla="*/ 3313 w 6642"/>
                  <a:gd name="connsiteY103-10708" fmla="*/ 5000 h 5728"/>
                  <a:gd name="connsiteX104-10709" fmla="*/ 3235 w 6642"/>
                  <a:gd name="connsiteY104-10710" fmla="*/ 5109 h 5728"/>
                  <a:gd name="connsiteX105-10711" fmla="*/ 3013 w 6642"/>
                  <a:gd name="connsiteY105-10712" fmla="*/ 5349 h 5728"/>
                  <a:gd name="connsiteX106-10713" fmla="*/ 2993 w 6642"/>
                  <a:gd name="connsiteY106-10714" fmla="*/ 5516 h 5728"/>
                  <a:gd name="connsiteX107-10715" fmla="*/ 2976 w 6642"/>
                  <a:gd name="connsiteY107-10716" fmla="*/ 5659 h 5728"/>
                  <a:gd name="connsiteX108-10717" fmla="*/ 2960 w 6642"/>
                  <a:gd name="connsiteY108-10718" fmla="*/ 5669 h 5728"/>
                  <a:gd name="connsiteX109-10719" fmla="*/ 2638 w 6642"/>
                  <a:gd name="connsiteY109-10720" fmla="*/ 5621 h 5728"/>
                  <a:gd name="connsiteX110-10721" fmla="*/ 2536 w 6642"/>
                  <a:gd name="connsiteY110-10722" fmla="*/ 5566 h 5728"/>
                  <a:gd name="connsiteX111-10723" fmla="*/ 2482 w 6642"/>
                  <a:gd name="connsiteY111-10724" fmla="*/ 5503 h 5728"/>
                  <a:gd name="connsiteX112-10725" fmla="*/ 2377 w 6642"/>
                  <a:gd name="connsiteY112-10726" fmla="*/ 5477 h 5728"/>
                  <a:gd name="connsiteX113-10727" fmla="*/ 2377 w 6642"/>
                  <a:gd name="connsiteY113-10728" fmla="*/ 5379 h 5728"/>
                  <a:gd name="connsiteX114-10729" fmla="*/ 2481 w 6642"/>
                  <a:gd name="connsiteY114-10730" fmla="*/ 5149 h 5728"/>
                  <a:gd name="connsiteX115-10731" fmla="*/ 2341 w 6642"/>
                  <a:gd name="connsiteY115-10732" fmla="*/ 5070 h 5728"/>
                  <a:gd name="connsiteX116-10733" fmla="*/ 2299 w 6642"/>
                  <a:gd name="connsiteY116-10734" fmla="*/ 5095 h 5728"/>
                  <a:gd name="connsiteX117-10735" fmla="*/ 2209 w 6642"/>
                  <a:gd name="connsiteY117-10736" fmla="*/ 5214 h 5728"/>
                  <a:gd name="connsiteX118-10737" fmla="*/ 2177 w 6642"/>
                  <a:gd name="connsiteY118-10738" fmla="*/ 5276 h 5728"/>
                  <a:gd name="connsiteX119-10739" fmla="*/ 2115 w 6642"/>
                  <a:gd name="connsiteY119-10740" fmla="*/ 5386 h 5728"/>
                  <a:gd name="connsiteX120-10741" fmla="*/ 2121 w 6642"/>
                  <a:gd name="connsiteY120-10742" fmla="*/ 5510 h 5728"/>
                  <a:gd name="connsiteX121-10743" fmla="*/ 2082 w 6642"/>
                  <a:gd name="connsiteY121-10744" fmla="*/ 5558 h 5728"/>
                  <a:gd name="connsiteX122-10745" fmla="*/ 1951 w 6642"/>
                  <a:gd name="connsiteY122-10746" fmla="*/ 5617 h 5728"/>
                  <a:gd name="connsiteX123-10747" fmla="*/ 1785 w 6642"/>
                  <a:gd name="connsiteY123-10748" fmla="*/ 5649 h 5728"/>
                  <a:gd name="connsiteX124-10749" fmla="*/ 1682 w 6642"/>
                  <a:gd name="connsiteY124-10750" fmla="*/ 5728 h 5728"/>
                  <a:gd name="connsiteX125-10751" fmla="*/ 1568 w 6642"/>
                  <a:gd name="connsiteY125-10752" fmla="*/ 5611 h 5728"/>
                  <a:gd name="connsiteX126-10753" fmla="*/ 1508 w 6642"/>
                  <a:gd name="connsiteY126-10754" fmla="*/ 5485 h 5728"/>
                  <a:gd name="connsiteX127-10755" fmla="*/ 1630 w 6642"/>
                  <a:gd name="connsiteY127-10756" fmla="*/ 5242 h 5728"/>
                  <a:gd name="connsiteX128-10757" fmla="*/ 1685 w 6642"/>
                  <a:gd name="connsiteY128-10758" fmla="*/ 5195 h 5728"/>
                  <a:gd name="connsiteX129-10759" fmla="*/ 1730 w 6642"/>
                  <a:gd name="connsiteY129-10760" fmla="*/ 5120 h 5728"/>
                  <a:gd name="connsiteX130-10761" fmla="*/ 1727 w 6642"/>
                  <a:gd name="connsiteY130-10762" fmla="*/ 5071 h 5728"/>
                  <a:gd name="connsiteX131-10763" fmla="*/ 1530 w 6642"/>
                  <a:gd name="connsiteY131-10764" fmla="*/ 5007 h 5728"/>
                  <a:gd name="connsiteX132-10765" fmla="*/ 1459 w 6642"/>
                  <a:gd name="connsiteY132-10766" fmla="*/ 5064 h 5728"/>
                  <a:gd name="connsiteX133-10767" fmla="*/ 1353 w 6642"/>
                  <a:gd name="connsiteY133-10768" fmla="*/ 5111 h 5728"/>
                  <a:gd name="connsiteX134-10769" fmla="*/ 1290 w 6642"/>
                  <a:gd name="connsiteY134-10770" fmla="*/ 5063 h 5728"/>
                  <a:gd name="connsiteX135-10771" fmla="*/ 1052 w 6642"/>
                  <a:gd name="connsiteY135-10772" fmla="*/ 5254 h 5728"/>
                  <a:gd name="connsiteX136-10773" fmla="*/ 924 w 6642"/>
                  <a:gd name="connsiteY136-10774" fmla="*/ 5231 h 5728"/>
                  <a:gd name="connsiteX137-10775" fmla="*/ 813 w 6642"/>
                  <a:gd name="connsiteY137-10776" fmla="*/ 5097 h 5728"/>
                  <a:gd name="connsiteX138-10777" fmla="*/ 683 w 6642"/>
                  <a:gd name="connsiteY138-10778" fmla="*/ 4930 h 5728"/>
                  <a:gd name="connsiteX139-10779" fmla="*/ 572 w 6642"/>
                  <a:gd name="connsiteY139-10780" fmla="*/ 4806 h 5728"/>
                  <a:gd name="connsiteX140-10781" fmla="*/ 505 w 6642"/>
                  <a:gd name="connsiteY140-10782" fmla="*/ 4788 h 5728"/>
                  <a:gd name="connsiteX141-10783" fmla="*/ 640 w 6642"/>
                  <a:gd name="connsiteY141-10784" fmla="*/ 4631 h 5728"/>
                  <a:gd name="connsiteX142-10785" fmla="*/ 683 w 6642"/>
                  <a:gd name="connsiteY142-10786" fmla="*/ 4541 h 5728"/>
                  <a:gd name="connsiteX143-10787" fmla="*/ 651 w 6642"/>
                  <a:gd name="connsiteY143-10788" fmla="*/ 4438 h 5728"/>
                  <a:gd name="connsiteX144-10789" fmla="*/ 277 w 6642"/>
                  <a:gd name="connsiteY144-10790" fmla="*/ 4491 h 5728"/>
                  <a:gd name="connsiteX145-10791" fmla="*/ 187 w 6642"/>
                  <a:gd name="connsiteY145-10792" fmla="*/ 4518 h 5728"/>
                  <a:gd name="connsiteX146-10793" fmla="*/ 195 w 6642"/>
                  <a:gd name="connsiteY146-10794" fmla="*/ 4384 h 5728"/>
                  <a:gd name="connsiteX147-10795" fmla="*/ 147 w 6642"/>
                  <a:gd name="connsiteY147-10796" fmla="*/ 4318 h 5728"/>
                  <a:gd name="connsiteX148-10797" fmla="*/ 39 w 6642"/>
                  <a:gd name="connsiteY148-10798" fmla="*/ 4220 h 5728"/>
                  <a:gd name="connsiteX149-10799" fmla="*/ 75 w 6642"/>
                  <a:gd name="connsiteY149-10800" fmla="*/ 4093 h 5728"/>
                  <a:gd name="connsiteX150-10801" fmla="*/ 63 w 6642"/>
                  <a:gd name="connsiteY150-10802" fmla="*/ 3929 h 5728"/>
                  <a:gd name="connsiteX151-10803" fmla="*/ 0 w 6642"/>
                  <a:gd name="connsiteY151-10804" fmla="*/ 3842 h 5728"/>
                  <a:gd name="connsiteX152-10805" fmla="*/ 0 w 6642"/>
                  <a:gd name="connsiteY152-10806" fmla="*/ 3737 h 5728"/>
                  <a:gd name="connsiteX153-10807" fmla="*/ 303 w 6642"/>
                  <a:gd name="connsiteY153-10808" fmla="*/ 3824 h 5728"/>
                  <a:gd name="connsiteX154-10809" fmla="*/ 830 w 6642"/>
                  <a:gd name="connsiteY154-10810" fmla="*/ 3840 h 5728"/>
                  <a:gd name="connsiteX155-10811" fmla="*/ 1044 w 6642"/>
                  <a:gd name="connsiteY155-10812" fmla="*/ 3908 h 5728"/>
                  <a:gd name="connsiteX156-10813" fmla="*/ 1213 w 6642"/>
                  <a:gd name="connsiteY156-10814" fmla="*/ 4053 h 5728"/>
                  <a:gd name="connsiteX157-10815" fmla="*/ 1257 w 6642"/>
                  <a:gd name="connsiteY157-10816" fmla="*/ 4077 h 5728"/>
                  <a:gd name="connsiteX158-10817" fmla="*/ 1417 w 6642"/>
                  <a:gd name="connsiteY158-10818" fmla="*/ 4107 h 5728"/>
                  <a:gd name="connsiteX159-10819" fmla="*/ 1487 w 6642"/>
                  <a:gd name="connsiteY159-10820" fmla="*/ 4158 h 5728"/>
                  <a:gd name="connsiteX160-10821" fmla="*/ 1688 w 6642"/>
                  <a:gd name="connsiteY160-10822" fmla="*/ 4229 h 5728"/>
                  <a:gd name="connsiteX161-10823" fmla="*/ 1904 w 6642"/>
                  <a:gd name="connsiteY161-10824" fmla="*/ 4309 h 5728"/>
                  <a:gd name="connsiteX162-10825" fmla="*/ 2068 w 6642"/>
                  <a:gd name="connsiteY162-10826" fmla="*/ 4212 h 5728"/>
                  <a:gd name="connsiteX163-10827" fmla="*/ 2267 w 6642"/>
                  <a:gd name="connsiteY163-10828" fmla="*/ 4125 h 5728"/>
                  <a:gd name="connsiteX164-10829" fmla="*/ 2363 w 6642"/>
                  <a:gd name="connsiteY164-10830" fmla="*/ 4075 h 5728"/>
                  <a:gd name="connsiteX165-10831" fmla="*/ 2539 w 6642"/>
                  <a:gd name="connsiteY165-10832" fmla="*/ 3995 h 5728"/>
                  <a:gd name="connsiteX166-10833" fmla="*/ 2721 w 6642"/>
                  <a:gd name="connsiteY166-10834" fmla="*/ 3970 h 5728"/>
                  <a:gd name="connsiteX167-10835" fmla="*/ 3073 w 6642"/>
                  <a:gd name="connsiteY167-10836" fmla="*/ 3979 h 5728"/>
                  <a:gd name="connsiteX168-10837" fmla="*/ 3416 w 6642"/>
                  <a:gd name="connsiteY168-10838" fmla="*/ 3722 h 5728"/>
                  <a:gd name="connsiteX169-10839" fmla="*/ 3519 w 6642"/>
                  <a:gd name="connsiteY169-10840" fmla="*/ 3636 h 5728"/>
                  <a:gd name="connsiteX170-10841" fmla="*/ 3609 w 6642"/>
                  <a:gd name="connsiteY170-10842" fmla="*/ 3563 h 5728"/>
                  <a:gd name="connsiteX171-10843" fmla="*/ 3705 w 6642"/>
                  <a:gd name="connsiteY171-10844" fmla="*/ 3503 h 5728"/>
                  <a:gd name="connsiteX172-10845" fmla="*/ 3702 w 6642"/>
                  <a:gd name="connsiteY172-10846" fmla="*/ 3422 h 5728"/>
                  <a:gd name="connsiteX0-10847" fmla="*/ 5456 w 6642"/>
                  <a:gd name="connsiteY0-10848" fmla="*/ 2333 h 5728"/>
                  <a:gd name="connsiteX1-10849" fmla="*/ 5454 w 6642"/>
                  <a:gd name="connsiteY1-10850" fmla="*/ 2117 h 5728"/>
                  <a:gd name="connsiteX2-10851" fmla="*/ 5378 w 6642"/>
                  <a:gd name="connsiteY2-10852" fmla="*/ 2039 h 5728"/>
                  <a:gd name="connsiteX3-10853" fmla="*/ 5235 w 6642"/>
                  <a:gd name="connsiteY3-10854" fmla="*/ 1951 h 5728"/>
                  <a:gd name="connsiteX4-10855" fmla="*/ 5143 w 6642"/>
                  <a:gd name="connsiteY4-10856" fmla="*/ 1827 h 5728"/>
                  <a:gd name="connsiteX5-10857" fmla="*/ 5047 w 6642"/>
                  <a:gd name="connsiteY5-10858" fmla="*/ 1828 h 5728"/>
                  <a:gd name="connsiteX6-10859" fmla="*/ 5002 w 6642"/>
                  <a:gd name="connsiteY6-10860" fmla="*/ 1883 h 5728"/>
                  <a:gd name="connsiteX7-10861" fmla="*/ 4909 w 6642"/>
                  <a:gd name="connsiteY7-10862" fmla="*/ 1877 h 5728"/>
                  <a:gd name="connsiteX8-10863" fmla="*/ 4889 w 6642"/>
                  <a:gd name="connsiteY8-10864" fmla="*/ 1994 h 5728"/>
                  <a:gd name="connsiteX9-10865" fmla="*/ 4708 w 6642"/>
                  <a:gd name="connsiteY9-10866" fmla="*/ 1941 h 5728"/>
                  <a:gd name="connsiteX10-10867" fmla="*/ 4625 w 6642"/>
                  <a:gd name="connsiteY10-10868" fmla="*/ 1939 h 5728"/>
                  <a:gd name="connsiteX11-10869" fmla="*/ 4500 w 6642"/>
                  <a:gd name="connsiteY11-10870" fmla="*/ 2014 h 5728"/>
                  <a:gd name="connsiteX12-10871" fmla="*/ 4388 w 6642"/>
                  <a:gd name="connsiteY12-10872" fmla="*/ 1890 h 5728"/>
                  <a:gd name="connsiteX13-10873" fmla="*/ 4482 w 6642"/>
                  <a:gd name="connsiteY13-10874" fmla="*/ 1804 h 5728"/>
                  <a:gd name="connsiteX14-10875" fmla="*/ 4486 w 6642"/>
                  <a:gd name="connsiteY14-10876" fmla="*/ 1634 h 5728"/>
                  <a:gd name="connsiteX15-10877" fmla="*/ 4541 w 6642"/>
                  <a:gd name="connsiteY15-10878" fmla="*/ 1514 h 5728"/>
                  <a:gd name="connsiteX16-10879" fmla="*/ 4584 w 6642"/>
                  <a:gd name="connsiteY16-10880" fmla="*/ 1306 h 5728"/>
                  <a:gd name="connsiteX17-10881" fmla="*/ 4644 w 6642"/>
                  <a:gd name="connsiteY17-10882" fmla="*/ 1307 h 5728"/>
                  <a:gd name="connsiteX18-10883" fmla="*/ 4967 w 6642"/>
                  <a:gd name="connsiteY18-10884" fmla="*/ 1286 h 5728"/>
                  <a:gd name="connsiteX19-10885" fmla="*/ 5141 w 6642"/>
                  <a:gd name="connsiteY19-10886" fmla="*/ 1117 h 5728"/>
                  <a:gd name="connsiteX20-10887" fmla="*/ 5210 w 6642"/>
                  <a:gd name="connsiteY20-10888" fmla="*/ 748 h 5728"/>
                  <a:gd name="connsiteX21-10889" fmla="*/ 5320 w 6642"/>
                  <a:gd name="connsiteY21-10890" fmla="*/ 486 h 5728"/>
                  <a:gd name="connsiteX22-10891" fmla="*/ 5318 w 6642"/>
                  <a:gd name="connsiteY22-10892" fmla="*/ 358 h 5728"/>
                  <a:gd name="connsiteX23-10893" fmla="*/ 5305 w 6642"/>
                  <a:gd name="connsiteY23-10894" fmla="*/ 328 h 5728"/>
                  <a:gd name="connsiteX24-10895" fmla="*/ 5238 w 6642"/>
                  <a:gd name="connsiteY24-10896" fmla="*/ 251 h 5728"/>
                  <a:gd name="connsiteX25-10897" fmla="*/ 5178 w 6642"/>
                  <a:gd name="connsiteY25-10898" fmla="*/ 217 h 5728"/>
                  <a:gd name="connsiteX26-10899" fmla="*/ 5303 w 6642"/>
                  <a:gd name="connsiteY26-10900" fmla="*/ 56 h 5728"/>
                  <a:gd name="connsiteX27-10901" fmla="*/ 5476 w 6642"/>
                  <a:gd name="connsiteY27-10902" fmla="*/ 2 h 5728"/>
                  <a:gd name="connsiteX28-10903" fmla="*/ 5508 w 6642"/>
                  <a:gd name="connsiteY28-10904" fmla="*/ 49 h 5728"/>
                  <a:gd name="connsiteX29-10905" fmla="*/ 5498 w 6642"/>
                  <a:gd name="connsiteY29-10906" fmla="*/ 133 h 5728"/>
                  <a:gd name="connsiteX30-10907" fmla="*/ 5437 w 6642"/>
                  <a:gd name="connsiteY30-10908" fmla="*/ 243 h 5728"/>
                  <a:gd name="connsiteX31-10909" fmla="*/ 5507 w 6642"/>
                  <a:gd name="connsiteY31-10910" fmla="*/ 301 h 5728"/>
                  <a:gd name="connsiteX32-10911" fmla="*/ 5621 w 6642"/>
                  <a:gd name="connsiteY32-10912" fmla="*/ 366 h 5728"/>
                  <a:gd name="connsiteX33-10913" fmla="*/ 5641 w 6642"/>
                  <a:gd name="connsiteY33-10914" fmla="*/ 255 h 5728"/>
                  <a:gd name="connsiteX34-10915" fmla="*/ 5775 w 6642"/>
                  <a:gd name="connsiteY34-10916" fmla="*/ 291 h 5728"/>
                  <a:gd name="connsiteX35-10917" fmla="*/ 5800 w 6642"/>
                  <a:gd name="connsiteY35-10918" fmla="*/ 331 h 5728"/>
                  <a:gd name="connsiteX36-10919" fmla="*/ 5876 w 6642"/>
                  <a:gd name="connsiteY36-10920" fmla="*/ 562 h 5728"/>
                  <a:gd name="connsiteX37-10921" fmla="*/ 5911 w 6642"/>
                  <a:gd name="connsiteY37-10922" fmla="*/ 586 h 5728"/>
                  <a:gd name="connsiteX38-10923" fmla="*/ 6003 w 6642"/>
                  <a:gd name="connsiteY38-10924" fmla="*/ 578 h 5728"/>
                  <a:gd name="connsiteX39-10925" fmla="*/ 6263 w 6642"/>
                  <a:gd name="connsiteY39-10926" fmla="*/ 490 h 5728"/>
                  <a:gd name="connsiteX40-10927" fmla="*/ 6483 w 6642"/>
                  <a:gd name="connsiteY40-10928" fmla="*/ 479 h 5728"/>
                  <a:gd name="connsiteX41-10929" fmla="*/ 6543 w 6642"/>
                  <a:gd name="connsiteY41-10930" fmla="*/ 648 h 5728"/>
                  <a:gd name="connsiteX42-10931" fmla="*/ 6461 w 6642"/>
                  <a:gd name="connsiteY42-10932" fmla="*/ 944 h 5728"/>
                  <a:gd name="connsiteX43-10933" fmla="*/ 6461 w 6642"/>
                  <a:gd name="connsiteY43-10934" fmla="*/ 1022 h 5728"/>
                  <a:gd name="connsiteX44-10935" fmla="*/ 6530 w 6642"/>
                  <a:gd name="connsiteY44-10936" fmla="*/ 1168 h 5728"/>
                  <a:gd name="connsiteX45-10937" fmla="*/ 6545 w 6642"/>
                  <a:gd name="connsiteY45-10938" fmla="*/ 1427 h 5728"/>
                  <a:gd name="connsiteX46-10939" fmla="*/ 6547 w 6642"/>
                  <a:gd name="connsiteY46-10940" fmla="*/ 1617 h 5728"/>
                  <a:gd name="connsiteX47-10941" fmla="*/ 6480 w 6642"/>
                  <a:gd name="connsiteY47-10942" fmla="*/ 1625 h 5728"/>
                  <a:gd name="connsiteX48-10943" fmla="*/ 6458 w 6642"/>
                  <a:gd name="connsiteY48-10944" fmla="*/ 1507 h 5728"/>
                  <a:gd name="connsiteX49-10945" fmla="*/ 6423 w 6642"/>
                  <a:gd name="connsiteY49-10946" fmla="*/ 1450 h 5728"/>
                  <a:gd name="connsiteX50-10947" fmla="*/ 6333 w 6642"/>
                  <a:gd name="connsiteY50-10948" fmla="*/ 1582 h 5728"/>
                  <a:gd name="connsiteX51-10949" fmla="*/ 6220 w 6642"/>
                  <a:gd name="connsiteY51-10950" fmla="*/ 1776 h 5728"/>
                  <a:gd name="connsiteX52-10951" fmla="*/ 6101 w 6642"/>
                  <a:gd name="connsiteY52-10952" fmla="*/ 1904 h 5728"/>
                  <a:gd name="connsiteX53-10953" fmla="*/ 6094 w 6642"/>
                  <a:gd name="connsiteY53-10954" fmla="*/ 2018 h 5728"/>
                  <a:gd name="connsiteX54-10955" fmla="*/ 6154 w 6642"/>
                  <a:gd name="connsiteY54-10956" fmla="*/ 2115 h 5728"/>
                  <a:gd name="connsiteX55-10957" fmla="*/ 6256 w 6642"/>
                  <a:gd name="connsiteY55-10958" fmla="*/ 2183 h 5728"/>
                  <a:gd name="connsiteX56-10959" fmla="*/ 6333 w 6642"/>
                  <a:gd name="connsiteY56-10960" fmla="*/ 2178 h 5728"/>
                  <a:gd name="connsiteX57-10961" fmla="*/ 6378 w 6642"/>
                  <a:gd name="connsiteY57-10962" fmla="*/ 2104 h 5728"/>
                  <a:gd name="connsiteX58-10963" fmla="*/ 6412 w 6642"/>
                  <a:gd name="connsiteY58-10964" fmla="*/ 2210 h 5728"/>
                  <a:gd name="connsiteX59-10965" fmla="*/ 6300 w 6642"/>
                  <a:gd name="connsiteY59-10966" fmla="*/ 2249 h 5728"/>
                  <a:gd name="connsiteX60-10967" fmla="*/ 6347 w 6642"/>
                  <a:gd name="connsiteY60-10968" fmla="*/ 2362 h 5728"/>
                  <a:gd name="connsiteX61-10969" fmla="*/ 6212 w 6642"/>
                  <a:gd name="connsiteY61-10970" fmla="*/ 2509 h 5728"/>
                  <a:gd name="connsiteX62-10971" fmla="*/ 6171 w 6642"/>
                  <a:gd name="connsiteY62-10972" fmla="*/ 2498 h 5728"/>
                  <a:gd name="connsiteX63-10973" fmla="*/ 6047 w 6642"/>
                  <a:gd name="connsiteY63-10974" fmla="*/ 2413 h 5728"/>
                  <a:gd name="connsiteX64-10975" fmla="*/ 5992 w 6642"/>
                  <a:gd name="connsiteY64-10976" fmla="*/ 2412 h 5728"/>
                  <a:gd name="connsiteX65-10977" fmla="*/ 5957 w 6642"/>
                  <a:gd name="connsiteY65-10978" fmla="*/ 2480 h 5728"/>
                  <a:gd name="connsiteX66-10979" fmla="*/ 5960 w 6642"/>
                  <a:gd name="connsiteY66-10980" fmla="*/ 2562 h 5728"/>
                  <a:gd name="connsiteX67-10981" fmla="*/ 6138 w 6642"/>
                  <a:gd name="connsiteY67-10982" fmla="*/ 2730 h 5728"/>
                  <a:gd name="connsiteX68-10983" fmla="*/ 6137 w 6642"/>
                  <a:gd name="connsiteY68-10984" fmla="*/ 2844 h 5728"/>
                  <a:gd name="connsiteX69-10985" fmla="*/ 6228 w 6642"/>
                  <a:gd name="connsiteY69-10986" fmla="*/ 3060 h 5728"/>
                  <a:gd name="connsiteX70-10987" fmla="*/ 6254 w 6642"/>
                  <a:gd name="connsiteY70-10988" fmla="*/ 3090 h 5728"/>
                  <a:gd name="connsiteX71-10989" fmla="*/ 6298 w 6642"/>
                  <a:gd name="connsiteY71-10990" fmla="*/ 3094 h 5728"/>
                  <a:gd name="connsiteX72-10991" fmla="*/ 6344 w 6642"/>
                  <a:gd name="connsiteY72-10992" fmla="*/ 3010 h 5728"/>
                  <a:gd name="connsiteX73-10993" fmla="*/ 6424 w 6642"/>
                  <a:gd name="connsiteY73-10994" fmla="*/ 2950 h 5728"/>
                  <a:gd name="connsiteX74-10995" fmla="*/ 6519 w 6642"/>
                  <a:gd name="connsiteY74-10996" fmla="*/ 3126 h 5728"/>
                  <a:gd name="connsiteX75-10997" fmla="*/ 6629 w 6642"/>
                  <a:gd name="connsiteY75-10998" fmla="*/ 3312 h 5728"/>
                  <a:gd name="connsiteX76-10999" fmla="*/ 6642 w 6642"/>
                  <a:gd name="connsiteY76-11000" fmla="*/ 3342 h 5728"/>
                  <a:gd name="connsiteX77-11001" fmla="*/ 6631 w 6642"/>
                  <a:gd name="connsiteY77-11002" fmla="*/ 3518 h 5728"/>
                  <a:gd name="connsiteX78-11003" fmla="*/ 6596 w 6642"/>
                  <a:gd name="connsiteY78-11004" fmla="*/ 3554 h 5728"/>
                  <a:gd name="connsiteX79-11005" fmla="*/ 6507 w 6642"/>
                  <a:gd name="connsiteY79-11006" fmla="*/ 3515 h 5728"/>
                  <a:gd name="connsiteX80-11007" fmla="*/ 6273 w 6642"/>
                  <a:gd name="connsiteY80-11008" fmla="*/ 3644 h 5728"/>
                  <a:gd name="connsiteX81-11009" fmla="*/ 6247 w 6642"/>
                  <a:gd name="connsiteY81-11010" fmla="*/ 3666 h 5728"/>
                  <a:gd name="connsiteX82-11011" fmla="*/ 6067 w 6642"/>
                  <a:gd name="connsiteY82-11012" fmla="*/ 3812 h 5728"/>
                  <a:gd name="connsiteX83-11013" fmla="*/ 5926 w 6642"/>
                  <a:gd name="connsiteY83-11014" fmla="*/ 3926 h 5728"/>
                  <a:gd name="connsiteX84-11015" fmla="*/ 5891 w 6642"/>
                  <a:gd name="connsiteY84-11016" fmla="*/ 3965 h 5728"/>
                  <a:gd name="connsiteX85-11017" fmla="*/ 5839 w 6642"/>
                  <a:gd name="connsiteY85-11018" fmla="*/ 3973 h 5728"/>
                  <a:gd name="connsiteX86-11019" fmla="*/ 5782 w 6642"/>
                  <a:gd name="connsiteY86-11020" fmla="*/ 3916 h 5728"/>
                  <a:gd name="connsiteX87-11021" fmla="*/ 5658 w 6642"/>
                  <a:gd name="connsiteY87-11022" fmla="*/ 3808 h 5728"/>
                  <a:gd name="connsiteX88-11023" fmla="*/ 5682 w 6642"/>
                  <a:gd name="connsiteY88-11024" fmla="*/ 4064 h 5728"/>
                  <a:gd name="connsiteX89-11025" fmla="*/ 5691 w 6642"/>
                  <a:gd name="connsiteY89-11026" fmla="*/ 4192 h 5728"/>
                  <a:gd name="connsiteX90-11027" fmla="*/ 5429 w 6642"/>
                  <a:gd name="connsiteY90-11028" fmla="*/ 4166 h 5728"/>
                  <a:gd name="connsiteX91-11029" fmla="*/ 5347 w 6642"/>
                  <a:gd name="connsiteY91-11030" fmla="*/ 3987 h 5728"/>
                  <a:gd name="connsiteX92-11031" fmla="*/ 5265 w 6642"/>
                  <a:gd name="connsiteY92-11032" fmla="*/ 3802 h 5728"/>
                  <a:gd name="connsiteX93-11033" fmla="*/ 4290 w 6642"/>
                  <a:gd name="connsiteY93-11034" fmla="*/ 4504 h 5728"/>
                  <a:gd name="connsiteX94-11035" fmla="*/ 4293 w 6642"/>
                  <a:gd name="connsiteY94-11036" fmla="*/ 4556 h 5728"/>
                  <a:gd name="connsiteX95-11037" fmla="*/ 4257 w 6642"/>
                  <a:gd name="connsiteY95-11038" fmla="*/ 4614 h 5728"/>
                  <a:gd name="connsiteX96-11039" fmla="*/ 3992 w 6642"/>
                  <a:gd name="connsiteY96-11040" fmla="*/ 4680 h 5728"/>
                  <a:gd name="connsiteX97-11041" fmla="*/ 3857 w 6642"/>
                  <a:gd name="connsiteY97-11042" fmla="*/ 4739 h 5728"/>
                  <a:gd name="connsiteX98-11043" fmla="*/ 3815 w 6642"/>
                  <a:gd name="connsiteY98-11044" fmla="*/ 4777 h 5728"/>
                  <a:gd name="connsiteX99-11045" fmla="*/ 3616 w 6642"/>
                  <a:gd name="connsiteY99-11046" fmla="*/ 5021 h 5728"/>
                  <a:gd name="connsiteX100-11047" fmla="*/ 3543 w 6642"/>
                  <a:gd name="connsiteY100-11048" fmla="*/ 4970 h 5728"/>
                  <a:gd name="connsiteX101-11049" fmla="*/ 3460 w 6642"/>
                  <a:gd name="connsiteY101-11050" fmla="*/ 4971 h 5728"/>
                  <a:gd name="connsiteX102-11051" fmla="*/ 3424 w 6642"/>
                  <a:gd name="connsiteY102-11052" fmla="*/ 5045 h 5728"/>
                  <a:gd name="connsiteX103-11053" fmla="*/ 3313 w 6642"/>
                  <a:gd name="connsiteY103-11054" fmla="*/ 5000 h 5728"/>
                  <a:gd name="connsiteX104-11055" fmla="*/ 3235 w 6642"/>
                  <a:gd name="connsiteY104-11056" fmla="*/ 5109 h 5728"/>
                  <a:gd name="connsiteX105-11057" fmla="*/ 3013 w 6642"/>
                  <a:gd name="connsiteY105-11058" fmla="*/ 5349 h 5728"/>
                  <a:gd name="connsiteX106-11059" fmla="*/ 2993 w 6642"/>
                  <a:gd name="connsiteY106-11060" fmla="*/ 5516 h 5728"/>
                  <a:gd name="connsiteX107-11061" fmla="*/ 2976 w 6642"/>
                  <a:gd name="connsiteY107-11062" fmla="*/ 5659 h 5728"/>
                  <a:gd name="connsiteX108-11063" fmla="*/ 2960 w 6642"/>
                  <a:gd name="connsiteY108-11064" fmla="*/ 5669 h 5728"/>
                  <a:gd name="connsiteX109-11065" fmla="*/ 2638 w 6642"/>
                  <a:gd name="connsiteY109-11066" fmla="*/ 5621 h 5728"/>
                  <a:gd name="connsiteX110-11067" fmla="*/ 2536 w 6642"/>
                  <a:gd name="connsiteY110-11068" fmla="*/ 5566 h 5728"/>
                  <a:gd name="connsiteX111-11069" fmla="*/ 2482 w 6642"/>
                  <a:gd name="connsiteY111-11070" fmla="*/ 5503 h 5728"/>
                  <a:gd name="connsiteX112-11071" fmla="*/ 2377 w 6642"/>
                  <a:gd name="connsiteY112-11072" fmla="*/ 5477 h 5728"/>
                  <a:gd name="connsiteX113-11073" fmla="*/ 2377 w 6642"/>
                  <a:gd name="connsiteY113-11074" fmla="*/ 5379 h 5728"/>
                  <a:gd name="connsiteX114-11075" fmla="*/ 2481 w 6642"/>
                  <a:gd name="connsiteY114-11076" fmla="*/ 5149 h 5728"/>
                  <a:gd name="connsiteX115-11077" fmla="*/ 2341 w 6642"/>
                  <a:gd name="connsiteY115-11078" fmla="*/ 5070 h 5728"/>
                  <a:gd name="connsiteX116-11079" fmla="*/ 2299 w 6642"/>
                  <a:gd name="connsiteY116-11080" fmla="*/ 5095 h 5728"/>
                  <a:gd name="connsiteX117-11081" fmla="*/ 2209 w 6642"/>
                  <a:gd name="connsiteY117-11082" fmla="*/ 5214 h 5728"/>
                  <a:gd name="connsiteX118-11083" fmla="*/ 2177 w 6642"/>
                  <a:gd name="connsiteY118-11084" fmla="*/ 5276 h 5728"/>
                  <a:gd name="connsiteX119-11085" fmla="*/ 2115 w 6642"/>
                  <a:gd name="connsiteY119-11086" fmla="*/ 5386 h 5728"/>
                  <a:gd name="connsiteX120-11087" fmla="*/ 2121 w 6642"/>
                  <a:gd name="connsiteY120-11088" fmla="*/ 5510 h 5728"/>
                  <a:gd name="connsiteX121-11089" fmla="*/ 2082 w 6642"/>
                  <a:gd name="connsiteY121-11090" fmla="*/ 5558 h 5728"/>
                  <a:gd name="connsiteX122-11091" fmla="*/ 1951 w 6642"/>
                  <a:gd name="connsiteY122-11092" fmla="*/ 5617 h 5728"/>
                  <a:gd name="connsiteX123-11093" fmla="*/ 1785 w 6642"/>
                  <a:gd name="connsiteY123-11094" fmla="*/ 5649 h 5728"/>
                  <a:gd name="connsiteX124-11095" fmla="*/ 1682 w 6642"/>
                  <a:gd name="connsiteY124-11096" fmla="*/ 5728 h 5728"/>
                  <a:gd name="connsiteX125-11097" fmla="*/ 1568 w 6642"/>
                  <a:gd name="connsiteY125-11098" fmla="*/ 5611 h 5728"/>
                  <a:gd name="connsiteX126-11099" fmla="*/ 1508 w 6642"/>
                  <a:gd name="connsiteY126-11100" fmla="*/ 5485 h 5728"/>
                  <a:gd name="connsiteX127-11101" fmla="*/ 1630 w 6642"/>
                  <a:gd name="connsiteY127-11102" fmla="*/ 5242 h 5728"/>
                  <a:gd name="connsiteX128-11103" fmla="*/ 1685 w 6642"/>
                  <a:gd name="connsiteY128-11104" fmla="*/ 5195 h 5728"/>
                  <a:gd name="connsiteX129-11105" fmla="*/ 1730 w 6642"/>
                  <a:gd name="connsiteY129-11106" fmla="*/ 5120 h 5728"/>
                  <a:gd name="connsiteX130-11107" fmla="*/ 1727 w 6642"/>
                  <a:gd name="connsiteY130-11108" fmla="*/ 5071 h 5728"/>
                  <a:gd name="connsiteX131-11109" fmla="*/ 1530 w 6642"/>
                  <a:gd name="connsiteY131-11110" fmla="*/ 5007 h 5728"/>
                  <a:gd name="connsiteX132-11111" fmla="*/ 1459 w 6642"/>
                  <a:gd name="connsiteY132-11112" fmla="*/ 5064 h 5728"/>
                  <a:gd name="connsiteX133-11113" fmla="*/ 1353 w 6642"/>
                  <a:gd name="connsiteY133-11114" fmla="*/ 5111 h 5728"/>
                  <a:gd name="connsiteX134-11115" fmla="*/ 1290 w 6642"/>
                  <a:gd name="connsiteY134-11116" fmla="*/ 5063 h 5728"/>
                  <a:gd name="connsiteX135-11117" fmla="*/ 1052 w 6642"/>
                  <a:gd name="connsiteY135-11118" fmla="*/ 5254 h 5728"/>
                  <a:gd name="connsiteX136-11119" fmla="*/ 924 w 6642"/>
                  <a:gd name="connsiteY136-11120" fmla="*/ 5231 h 5728"/>
                  <a:gd name="connsiteX137-11121" fmla="*/ 813 w 6642"/>
                  <a:gd name="connsiteY137-11122" fmla="*/ 5097 h 5728"/>
                  <a:gd name="connsiteX138-11123" fmla="*/ 683 w 6642"/>
                  <a:gd name="connsiteY138-11124" fmla="*/ 4930 h 5728"/>
                  <a:gd name="connsiteX139-11125" fmla="*/ 572 w 6642"/>
                  <a:gd name="connsiteY139-11126" fmla="*/ 4806 h 5728"/>
                  <a:gd name="connsiteX140-11127" fmla="*/ 505 w 6642"/>
                  <a:gd name="connsiteY140-11128" fmla="*/ 4788 h 5728"/>
                  <a:gd name="connsiteX141-11129" fmla="*/ 640 w 6642"/>
                  <a:gd name="connsiteY141-11130" fmla="*/ 4631 h 5728"/>
                  <a:gd name="connsiteX142-11131" fmla="*/ 683 w 6642"/>
                  <a:gd name="connsiteY142-11132" fmla="*/ 4541 h 5728"/>
                  <a:gd name="connsiteX143-11133" fmla="*/ 651 w 6642"/>
                  <a:gd name="connsiteY143-11134" fmla="*/ 4438 h 5728"/>
                  <a:gd name="connsiteX144-11135" fmla="*/ 277 w 6642"/>
                  <a:gd name="connsiteY144-11136" fmla="*/ 4491 h 5728"/>
                  <a:gd name="connsiteX145-11137" fmla="*/ 187 w 6642"/>
                  <a:gd name="connsiteY145-11138" fmla="*/ 4518 h 5728"/>
                  <a:gd name="connsiteX146-11139" fmla="*/ 195 w 6642"/>
                  <a:gd name="connsiteY146-11140" fmla="*/ 4384 h 5728"/>
                  <a:gd name="connsiteX147-11141" fmla="*/ 147 w 6642"/>
                  <a:gd name="connsiteY147-11142" fmla="*/ 4318 h 5728"/>
                  <a:gd name="connsiteX148-11143" fmla="*/ 39 w 6642"/>
                  <a:gd name="connsiteY148-11144" fmla="*/ 4220 h 5728"/>
                  <a:gd name="connsiteX149-11145" fmla="*/ 75 w 6642"/>
                  <a:gd name="connsiteY149-11146" fmla="*/ 4093 h 5728"/>
                  <a:gd name="connsiteX150-11147" fmla="*/ 63 w 6642"/>
                  <a:gd name="connsiteY150-11148" fmla="*/ 3929 h 5728"/>
                  <a:gd name="connsiteX151-11149" fmla="*/ 0 w 6642"/>
                  <a:gd name="connsiteY151-11150" fmla="*/ 3842 h 5728"/>
                  <a:gd name="connsiteX152-11151" fmla="*/ 0 w 6642"/>
                  <a:gd name="connsiteY152-11152" fmla="*/ 3737 h 5728"/>
                  <a:gd name="connsiteX153-11153" fmla="*/ 303 w 6642"/>
                  <a:gd name="connsiteY153-11154" fmla="*/ 3824 h 5728"/>
                  <a:gd name="connsiteX154-11155" fmla="*/ 830 w 6642"/>
                  <a:gd name="connsiteY154-11156" fmla="*/ 3840 h 5728"/>
                  <a:gd name="connsiteX155-11157" fmla="*/ 1044 w 6642"/>
                  <a:gd name="connsiteY155-11158" fmla="*/ 3908 h 5728"/>
                  <a:gd name="connsiteX156-11159" fmla="*/ 1213 w 6642"/>
                  <a:gd name="connsiteY156-11160" fmla="*/ 4053 h 5728"/>
                  <a:gd name="connsiteX157-11161" fmla="*/ 1257 w 6642"/>
                  <a:gd name="connsiteY157-11162" fmla="*/ 4077 h 5728"/>
                  <a:gd name="connsiteX158-11163" fmla="*/ 1417 w 6642"/>
                  <a:gd name="connsiteY158-11164" fmla="*/ 4107 h 5728"/>
                  <a:gd name="connsiteX159-11165" fmla="*/ 1487 w 6642"/>
                  <a:gd name="connsiteY159-11166" fmla="*/ 4158 h 5728"/>
                  <a:gd name="connsiteX160-11167" fmla="*/ 1688 w 6642"/>
                  <a:gd name="connsiteY160-11168" fmla="*/ 4229 h 5728"/>
                  <a:gd name="connsiteX161-11169" fmla="*/ 1904 w 6642"/>
                  <a:gd name="connsiteY161-11170" fmla="*/ 4309 h 5728"/>
                  <a:gd name="connsiteX162-11171" fmla="*/ 2068 w 6642"/>
                  <a:gd name="connsiteY162-11172" fmla="*/ 4212 h 5728"/>
                  <a:gd name="connsiteX163-11173" fmla="*/ 2267 w 6642"/>
                  <a:gd name="connsiteY163-11174" fmla="*/ 4125 h 5728"/>
                  <a:gd name="connsiteX164-11175" fmla="*/ 2363 w 6642"/>
                  <a:gd name="connsiteY164-11176" fmla="*/ 4075 h 5728"/>
                  <a:gd name="connsiteX165-11177" fmla="*/ 2539 w 6642"/>
                  <a:gd name="connsiteY165-11178" fmla="*/ 3995 h 5728"/>
                  <a:gd name="connsiteX166-11179" fmla="*/ 2721 w 6642"/>
                  <a:gd name="connsiteY166-11180" fmla="*/ 3970 h 5728"/>
                  <a:gd name="connsiteX167-11181" fmla="*/ 3073 w 6642"/>
                  <a:gd name="connsiteY167-11182" fmla="*/ 3979 h 5728"/>
                  <a:gd name="connsiteX168-11183" fmla="*/ 3416 w 6642"/>
                  <a:gd name="connsiteY168-11184" fmla="*/ 3722 h 5728"/>
                  <a:gd name="connsiteX169-11185" fmla="*/ 3519 w 6642"/>
                  <a:gd name="connsiteY169-11186" fmla="*/ 3636 h 5728"/>
                  <a:gd name="connsiteX170-11187" fmla="*/ 3609 w 6642"/>
                  <a:gd name="connsiteY170-11188" fmla="*/ 3563 h 5728"/>
                  <a:gd name="connsiteX171-11189" fmla="*/ 3705 w 6642"/>
                  <a:gd name="connsiteY171-11190" fmla="*/ 3503 h 5728"/>
                  <a:gd name="connsiteX0-11191" fmla="*/ 5456 w 6642"/>
                  <a:gd name="connsiteY0-11192" fmla="*/ 2333 h 5728"/>
                  <a:gd name="connsiteX1-11193" fmla="*/ 5454 w 6642"/>
                  <a:gd name="connsiteY1-11194" fmla="*/ 2117 h 5728"/>
                  <a:gd name="connsiteX2-11195" fmla="*/ 5378 w 6642"/>
                  <a:gd name="connsiteY2-11196" fmla="*/ 2039 h 5728"/>
                  <a:gd name="connsiteX3-11197" fmla="*/ 5235 w 6642"/>
                  <a:gd name="connsiteY3-11198" fmla="*/ 1951 h 5728"/>
                  <a:gd name="connsiteX4-11199" fmla="*/ 5143 w 6642"/>
                  <a:gd name="connsiteY4-11200" fmla="*/ 1827 h 5728"/>
                  <a:gd name="connsiteX5-11201" fmla="*/ 5047 w 6642"/>
                  <a:gd name="connsiteY5-11202" fmla="*/ 1828 h 5728"/>
                  <a:gd name="connsiteX6-11203" fmla="*/ 5002 w 6642"/>
                  <a:gd name="connsiteY6-11204" fmla="*/ 1883 h 5728"/>
                  <a:gd name="connsiteX7-11205" fmla="*/ 4909 w 6642"/>
                  <a:gd name="connsiteY7-11206" fmla="*/ 1877 h 5728"/>
                  <a:gd name="connsiteX8-11207" fmla="*/ 4889 w 6642"/>
                  <a:gd name="connsiteY8-11208" fmla="*/ 1994 h 5728"/>
                  <a:gd name="connsiteX9-11209" fmla="*/ 4708 w 6642"/>
                  <a:gd name="connsiteY9-11210" fmla="*/ 1941 h 5728"/>
                  <a:gd name="connsiteX10-11211" fmla="*/ 4625 w 6642"/>
                  <a:gd name="connsiteY10-11212" fmla="*/ 1939 h 5728"/>
                  <a:gd name="connsiteX11-11213" fmla="*/ 4500 w 6642"/>
                  <a:gd name="connsiteY11-11214" fmla="*/ 2014 h 5728"/>
                  <a:gd name="connsiteX12-11215" fmla="*/ 4388 w 6642"/>
                  <a:gd name="connsiteY12-11216" fmla="*/ 1890 h 5728"/>
                  <a:gd name="connsiteX13-11217" fmla="*/ 4482 w 6642"/>
                  <a:gd name="connsiteY13-11218" fmla="*/ 1804 h 5728"/>
                  <a:gd name="connsiteX14-11219" fmla="*/ 4486 w 6642"/>
                  <a:gd name="connsiteY14-11220" fmla="*/ 1634 h 5728"/>
                  <a:gd name="connsiteX15-11221" fmla="*/ 4541 w 6642"/>
                  <a:gd name="connsiteY15-11222" fmla="*/ 1514 h 5728"/>
                  <a:gd name="connsiteX16-11223" fmla="*/ 4584 w 6642"/>
                  <a:gd name="connsiteY16-11224" fmla="*/ 1306 h 5728"/>
                  <a:gd name="connsiteX17-11225" fmla="*/ 4644 w 6642"/>
                  <a:gd name="connsiteY17-11226" fmla="*/ 1307 h 5728"/>
                  <a:gd name="connsiteX18-11227" fmla="*/ 4967 w 6642"/>
                  <a:gd name="connsiteY18-11228" fmla="*/ 1286 h 5728"/>
                  <a:gd name="connsiteX19-11229" fmla="*/ 5141 w 6642"/>
                  <a:gd name="connsiteY19-11230" fmla="*/ 1117 h 5728"/>
                  <a:gd name="connsiteX20-11231" fmla="*/ 5210 w 6642"/>
                  <a:gd name="connsiteY20-11232" fmla="*/ 748 h 5728"/>
                  <a:gd name="connsiteX21-11233" fmla="*/ 5320 w 6642"/>
                  <a:gd name="connsiteY21-11234" fmla="*/ 486 h 5728"/>
                  <a:gd name="connsiteX22-11235" fmla="*/ 5318 w 6642"/>
                  <a:gd name="connsiteY22-11236" fmla="*/ 358 h 5728"/>
                  <a:gd name="connsiteX23-11237" fmla="*/ 5305 w 6642"/>
                  <a:gd name="connsiteY23-11238" fmla="*/ 328 h 5728"/>
                  <a:gd name="connsiteX24-11239" fmla="*/ 5238 w 6642"/>
                  <a:gd name="connsiteY24-11240" fmla="*/ 251 h 5728"/>
                  <a:gd name="connsiteX25-11241" fmla="*/ 5178 w 6642"/>
                  <a:gd name="connsiteY25-11242" fmla="*/ 217 h 5728"/>
                  <a:gd name="connsiteX26-11243" fmla="*/ 5303 w 6642"/>
                  <a:gd name="connsiteY26-11244" fmla="*/ 56 h 5728"/>
                  <a:gd name="connsiteX27-11245" fmla="*/ 5476 w 6642"/>
                  <a:gd name="connsiteY27-11246" fmla="*/ 2 h 5728"/>
                  <a:gd name="connsiteX28-11247" fmla="*/ 5508 w 6642"/>
                  <a:gd name="connsiteY28-11248" fmla="*/ 49 h 5728"/>
                  <a:gd name="connsiteX29-11249" fmla="*/ 5498 w 6642"/>
                  <a:gd name="connsiteY29-11250" fmla="*/ 133 h 5728"/>
                  <a:gd name="connsiteX30-11251" fmla="*/ 5437 w 6642"/>
                  <a:gd name="connsiteY30-11252" fmla="*/ 243 h 5728"/>
                  <a:gd name="connsiteX31-11253" fmla="*/ 5507 w 6642"/>
                  <a:gd name="connsiteY31-11254" fmla="*/ 301 h 5728"/>
                  <a:gd name="connsiteX32-11255" fmla="*/ 5621 w 6642"/>
                  <a:gd name="connsiteY32-11256" fmla="*/ 366 h 5728"/>
                  <a:gd name="connsiteX33-11257" fmla="*/ 5641 w 6642"/>
                  <a:gd name="connsiteY33-11258" fmla="*/ 255 h 5728"/>
                  <a:gd name="connsiteX34-11259" fmla="*/ 5775 w 6642"/>
                  <a:gd name="connsiteY34-11260" fmla="*/ 291 h 5728"/>
                  <a:gd name="connsiteX35-11261" fmla="*/ 5800 w 6642"/>
                  <a:gd name="connsiteY35-11262" fmla="*/ 331 h 5728"/>
                  <a:gd name="connsiteX36-11263" fmla="*/ 5876 w 6642"/>
                  <a:gd name="connsiteY36-11264" fmla="*/ 562 h 5728"/>
                  <a:gd name="connsiteX37-11265" fmla="*/ 5911 w 6642"/>
                  <a:gd name="connsiteY37-11266" fmla="*/ 586 h 5728"/>
                  <a:gd name="connsiteX38-11267" fmla="*/ 6003 w 6642"/>
                  <a:gd name="connsiteY38-11268" fmla="*/ 578 h 5728"/>
                  <a:gd name="connsiteX39-11269" fmla="*/ 6263 w 6642"/>
                  <a:gd name="connsiteY39-11270" fmla="*/ 490 h 5728"/>
                  <a:gd name="connsiteX40-11271" fmla="*/ 6483 w 6642"/>
                  <a:gd name="connsiteY40-11272" fmla="*/ 479 h 5728"/>
                  <a:gd name="connsiteX41-11273" fmla="*/ 6543 w 6642"/>
                  <a:gd name="connsiteY41-11274" fmla="*/ 648 h 5728"/>
                  <a:gd name="connsiteX42-11275" fmla="*/ 6461 w 6642"/>
                  <a:gd name="connsiteY42-11276" fmla="*/ 944 h 5728"/>
                  <a:gd name="connsiteX43-11277" fmla="*/ 6461 w 6642"/>
                  <a:gd name="connsiteY43-11278" fmla="*/ 1022 h 5728"/>
                  <a:gd name="connsiteX44-11279" fmla="*/ 6530 w 6642"/>
                  <a:gd name="connsiteY44-11280" fmla="*/ 1168 h 5728"/>
                  <a:gd name="connsiteX45-11281" fmla="*/ 6545 w 6642"/>
                  <a:gd name="connsiteY45-11282" fmla="*/ 1427 h 5728"/>
                  <a:gd name="connsiteX46-11283" fmla="*/ 6547 w 6642"/>
                  <a:gd name="connsiteY46-11284" fmla="*/ 1617 h 5728"/>
                  <a:gd name="connsiteX47-11285" fmla="*/ 6480 w 6642"/>
                  <a:gd name="connsiteY47-11286" fmla="*/ 1625 h 5728"/>
                  <a:gd name="connsiteX48-11287" fmla="*/ 6458 w 6642"/>
                  <a:gd name="connsiteY48-11288" fmla="*/ 1507 h 5728"/>
                  <a:gd name="connsiteX49-11289" fmla="*/ 6423 w 6642"/>
                  <a:gd name="connsiteY49-11290" fmla="*/ 1450 h 5728"/>
                  <a:gd name="connsiteX50-11291" fmla="*/ 6333 w 6642"/>
                  <a:gd name="connsiteY50-11292" fmla="*/ 1582 h 5728"/>
                  <a:gd name="connsiteX51-11293" fmla="*/ 6220 w 6642"/>
                  <a:gd name="connsiteY51-11294" fmla="*/ 1776 h 5728"/>
                  <a:gd name="connsiteX52-11295" fmla="*/ 6101 w 6642"/>
                  <a:gd name="connsiteY52-11296" fmla="*/ 1904 h 5728"/>
                  <a:gd name="connsiteX53-11297" fmla="*/ 6094 w 6642"/>
                  <a:gd name="connsiteY53-11298" fmla="*/ 2018 h 5728"/>
                  <a:gd name="connsiteX54-11299" fmla="*/ 6154 w 6642"/>
                  <a:gd name="connsiteY54-11300" fmla="*/ 2115 h 5728"/>
                  <a:gd name="connsiteX55-11301" fmla="*/ 6256 w 6642"/>
                  <a:gd name="connsiteY55-11302" fmla="*/ 2183 h 5728"/>
                  <a:gd name="connsiteX56-11303" fmla="*/ 6333 w 6642"/>
                  <a:gd name="connsiteY56-11304" fmla="*/ 2178 h 5728"/>
                  <a:gd name="connsiteX57-11305" fmla="*/ 6378 w 6642"/>
                  <a:gd name="connsiteY57-11306" fmla="*/ 2104 h 5728"/>
                  <a:gd name="connsiteX58-11307" fmla="*/ 6412 w 6642"/>
                  <a:gd name="connsiteY58-11308" fmla="*/ 2210 h 5728"/>
                  <a:gd name="connsiteX59-11309" fmla="*/ 6300 w 6642"/>
                  <a:gd name="connsiteY59-11310" fmla="*/ 2249 h 5728"/>
                  <a:gd name="connsiteX60-11311" fmla="*/ 6347 w 6642"/>
                  <a:gd name="connsiteY60-11312" fmla="*/ 2362 h 5728"/>
                  <a:gd name="connsiteX61-11313" fmla="*/ 6212 w 6642"/>
                  <a:gd name="connsiteY61-11314" fmla="*/ 2509 h 5728"/>
                  <a:gd name="connsiteX62-11315" fmla="*/ 6171 w 6642"/>
                  <a:gd name="connsiteY62-11316" fmla="*/ 2498 h 5728"/>
                  <a:gd name="connsiteX63-11317" fmla="*/ 6047 w 6642"/>
                  <a:gd name="connsiteY63-11318" fmla="*/ 2413 h 5728"/>
                  <a:gd name="connsiteX64-11319" fmla="*/ 5992 w 6642"/>
                  <a:gd name="connsiteY64-11320" fmla="*/ 2412 h 5728"/>
                  <a:gd name="connsiteX65-11321" fmla="*/ 5957 w 6642"/>
                  <a:gd name="connsiteY65-11322" fmla="*/ 2480 h 5728"/>
                  <a:gd name="connsiteX66-11323" fmla="*/ 5960 w 6642"/>
                  <a:gd name="connsiteY66-11324" fmla="*/ 2562 h 5728"/>
                  <a:gd name="connsiteX67-11325" fmla="*/ 6138 w 6642"/>
                  <a:gd name="connsiteY67-11326" fmla="*/ 2730 h 5728"/>
                  <a:gd name="connsiteX68-11327" fmla="*/ 6137 w 6642"/>
                  <a:gd name="connsiteY68-11328" fmla="*/ 2844 h 5728"/>
                  <a:gd name="connsiteX69-11329" fmla="*/ 6228 w 6642"/>
                  <a:gd name="connsiteY69-11330" fmla="*/ 3060 h 5728"/>
                  <a:gd name="connsiteX70-11331" fmla="*/ 6254 w 6642"/>
                  <a:gd name="connsiteY70-11332" fmla="*/ 3090 h 5728"/>
                  <a:gd name="connsiteX71-11333" fmla="*/ 6298 w 6642"/>
                  <a:gd name="connsiteY71-11334" fmla="*/ 3094 h 5728"/>
                  <a:gd name="connsiteX72-11335" fmla="*/ 6344 w 6642"/>
                  <a:gd name="connsiteY72-11336" fmla="*/ 3010 h 5728"/>
                  <a:gd name="connsiteX73-11337" fmla="*/ 6424 w 6642"/>
                  <a:gd name="connsiteY73-11338" fmla="*/ 2950 h 5728"/>
                  <a:gd name="connsiteX74-11339" fmla="*/ 6519 w 6642"/>
                  <a:gd name="connsiteY74-11340" fmla="*/ 3126 h 5728"/>
                  <a:gd name="connsiteX75-11341" fmla="*/ 6629 w 6642"/>
                  <a:gd name="connsiteY75-11342" fmla="*/ 3312 h 5728"/>
                  <a:gd name="connsiteX76-11343" fmla="*/ 6642 w 6642"/>
                  <a:gd name="connsiteY76-11344" fmla="*/ 3342 h 5728"/>
                  <a:gd name="connsiteX77-11345" fmla="*/ 6631 w 6642"/>
                  <a:gd name="connsiteY77-11346" fmla="*/ 3518 h 5728"/>
                  <a:gd name="connsiteX78-11347" fmla="*/ 6596 w 6642"/>
                  <a:gd name="connsiteY78-11348" fmla="*/ 3554 h 5728"/>
                  <a:gd name="connsiteX79-11349" fmla="*/ 6507 w 6642"/>
                  <a:gd name="connsiteY79-11350" fmla="*/ 3515 h 5728"/>
                  <a:gd name="connsiteX80-11351" fmla="*/ 6273 w 6642"/>
                  <a:gd name="connsiteY80-11352" fmla="*/ 3644 h 5728"/>
                  <a:gd name="connsiteX81-11353" fmla="*/ 6247 w 6642"/>
                  <a:gd name="connsiteY81-11354" fmla="*/ 3666 h 5728"/>
                  <a:gd name="connsiteX82-11355" fmla="*/ 6067 w 6642"/>
                  <a:gd name="connsiteY82-11356" fmla="*/ 3812 h 5728"/>
                  <a:gd name="connsiteX83-11357" fmla="*/ 5926 w 6642"/>
                  <a:gd name="connsiteY83-11358" fmla="*/ 3926 h 5728"/>
                  <a:gd name="connsiteX84-11359" fmla="*/ 5891 w 6642"/>
                  <a:gd name="connsiteY84-11360" fmla="*/ 3965 h 5728"/>
                  <a:gd name="connsiteX85-11361" fmla="*/ 5839 w 6642"/>
                  <a:gd name="connsiteY85-11362" fmla="*/ 3973 h 5728"/>
                  <a:gd name="connsiteX86-11363" fmla="*/ 5782 w 6642"/>
                  <a:gd name="connsiteY86-11364" fmla="*/ 3916 h 5728"/>
                  <a:gd name="connsiteX87-11365" fmla="*/ 5658 w 6642"/>
                  <a:gd name="connsiteY87-11366" fmla="*/ 3808 h 5728"/>
                  <a:gd name="connsiteX88-11367" fmla="*/ 5682 w 6642"/>
                  <a:gd name="connsiteY88-11368" fmla="*/ 4064 h 5728"/>
                  <a:gd name="connsiteX89-11369" fmla="*/ 5691 w 6642"/>
                  <a:gd name="connsiteY89-11370" fmla="*/ 4192 h 5728"/>
                  <a:gd name="connsiteX90-11371" fmla="*/ 5429 w 6642"/>
                  <a:gd name="connsiteY90-11372" fmla="*/ 4166 h 5728"/>
                  <a:gd name="connsiteX91-11373" fmla="*/ 5347 w 6642"/>
                  <a:gd name="connsiteY91-11374" fmla="*/ 3987 h 5728"/>
                  <a:gd name="connsiteX92-11375" fmla="*/ 5265 w 6642"/>
                  <a:gd name="connsiteY92-11376" fmla="*/ 3802 h 5728"/>
                  <a:gd name="connsiteX93-11377" fmla="*/ 4290 w 6642"/>
                  <a:gd name="connsiteY93-11378" fmla="*/ 4504 h 5728"/>
                  <a:gd name="connsiteX94-11379" fmla="*/ 4293 w 6642"/>
                  <a:gd name="connsiteY94-11380" fmla="*/ 4556 h 5728"/>
                  <a:gd name="connsiteX95-11381" fmla="*/ 4257 w 6642"/>
                  <a:gd name="connsiteY95-11382" fmla="*/ 4614 h 5728"/>
                  <a:gd name="connsiteX96-11383" fmla="*/ 3992 w 6642"/>
                  <a:gd name="connsiteY96-11384" fmla="*/ 4680 h 5728"/>
                  <a:gd name="connsiteX97-11385" fmla="*/ 3857 w 6642"/>
                  <a:gd name="connsiteY97-11386" fmla="*/ 4739 h 5728"/>
                  <a:gd name="connsiteX98-11387" fmla="*/ 3815 w 6642"/>
                  <a:gd name="connsiteY98-11388" fmla="*/ 4777 h 5728"/>
                  <a:gd name="connsiteX99-11389" fmla="*/ 3616 w 6642"/>
                  <a:gd name="connsiteY99-11390" fmla="*/ 5021 h 5728"/>
                  <a:gd name="connsiteX100-11391" fmla="*/ 3543 w 6642"/>
                  <a:gd name="connsiteY100-11392" fmla="*/ 4970 h 5728"/>
                  <a:gd name="connsiteX101-11393" fmla="*/ 3460 w 6642"/>
                  <a:gd name="connsiteY101-11394" fmla="*/ 4971 h 5728"/>
                  <a:gd name="connsiteX102-11395" fmla="*/ 3424 w 6642"/>
                  <a:gd name="connsiteY102-11396" fmla="*/ 5045 h 5728"/>
                  <a:gd name="connsiteX103-11397" fmla="*/ 3313 w 6642"/>
                  <a:gd name="connsiteY103-11398" fmla="*/ 5000 h 5728"/>
                  <a:gd name="connsiteX104-11399" fmla="*/ 3235 w 6642"/>
                  <a:gd name="connsiteY104-11400" fmla="*/ 5109 h 5728"/>
                  <a:gd name="connsiteX105-11401" fmla="*/ 3013 w 6642"/>
                  <a:gd name="connsiteY105-11402" fmla="*/ 5349 h 5728"/>
                  <a:gd name="connsiteX106-11403" fmla="*/ 2993 w 6642"/>
                  <a:gd name="connsiteY106-11404" fmla="*/ 5516 h 5728"/>
                  <a:gd name="connsiteX107-11405" fmla="*/ 2976 w 6642"/>
                  <a:gd name="connsiteY107-11406" fmla="*/ 5659 h 5728"/>
                  <a:gd name="connsiteX108-11407" fmla="*/ 2960 w 6642"/>
                  <a:gd name="connsiteY108-11408" fmla="*/ 5669 h 5728"/>
                  <a:gd name="connsiteX109-11409" fmla="*/ 2638 w 6642"/>
                  <a:gd name="connsiteY109-11410" fmla="*/ 5621 h 5728"/>
                  <a:gd name="connsiteX110-11411" fmla="*/ 2536 w 6642"/>
                  <a:gd name="connsiteY110-11412" fmla="*/ 5566 h 5728"/>
                  <a:gd name="connsiteX111-11413" fmla="*/ 2482 w 6642"/>
                  <a:gd name="connsiteY111-11414" fmla="*/ 5503 h 5728"/>
                  <a:gd name="connsiteX112-11415" fmla="*/ 2377 w 6642"/>
                  <a:gd name="connsiteY112-11416" fmla="*/ 5477 h 5728"/>
                  <a:gd name="connsiteX113-11417" fmla="*/ 2377 w 6642"/>
                  <a:gd name="connsiteY113-11418" fmla="*/ 5379 h 5728"/>
                  <a:gd name="connsiteX114-11419" fmla="*/ 2481 w 6642"/>
                  <a:gd name="connsiteY114-11420" fmla="*/ 5149 h 5728"/>
                  <a:gd name="connsiteX115-11421" fmla="*/ 2341 w 6642"/>
                  <a:gd name="connsiteY115-11422" fmla="*/ 5070 h 5728"/>
                  <a:gd name="connsiteX116-11423" fmla="*/ 2299 w 6642"/>
                  <a:gd name="connsiteY116-11424" fmla="*/ 5095 h 5728"/>
                  <a:gd name="connsiteX117-11425" fmla="*/ 2209 w 6642"/>
                  <a:gd name="connsiteY117-11426" fmla="*/ 5214 h 5728"/>
                  <a:gd name="connsiteX118-11427" fmla="*/ 2177 w 6642"/>
                  <a:gd name="connsiteY118-11428" fmla="*/ 5276 h 5728"/>
                  <a:gd name="connsiteX119-11429" fmla="*/ 2115 w 6642"/>
                  <a:gd name="connsiteY119-11430" fmla="*/ 5386 h 5728"/>
                  <a:gd name="connsiteX120-11431" fmla="*/ 2121 w 6642"/>
                  <a:gd name="connsiteY120-11432" fmla="*/ 5510 h 5728"/>
                  <a:gd name="connsiteX121-11433" fmla="*/ 2082 w 6642"/>
                  <a:gd name="connsiteY121-11434" fmla="*/ 5558 h 5728"/>
                  <a:gd name="connsiteX122-11435" fmla="*/ 1951 w 6642"/>
                  <a:gd name="connsiteY122-11436" fmla="*/ 5617 h 5728"/>
                  <a:gd name="connsiteX123-11437" fmla="*/ 1785 w 6642"/>
                  <a:gd name="connsiteY123-11438" fmla="*/ 5649 h 5728"/>
                  <a:gd name="connsiteX124-11439" fmla="*/ 1682 w 6642"/>
                  <a:gd name="connsiteY124-11440" fmla="*/ 5728 h 5728"/>
                  <a:gd name="connsiteX125-11441" fmla="*/ 1568 w 6642"/>
                  <a:gd name="connsiteY125-11442" fmla="*/ 5611 h 5728"/>
                  <a:gd name="connsiteX126-11443" fmla="*/ 1508 w 6642"/>
                  <a:gd name="connsiteY126-11444" fmla="*/ 5485 h 5728"/>
                  <a:gd name="connsiteX127-11445" fmla="*/ 1630 w 6642"/>
                  <a:gd name="connsiteY127-11446" fmla="*/ 5242 h 5728"/>
                  <a:gd name="connsiteX128-11447" fmla="*/ 1685 w 6642"/>
                  <a:gd name="connsiteY128-11448" fmla="*/ 5195 h 5728"/>
                  <a:gd name="connsiteX129-11449" fmla="*/ 1730 w 6642"/>
                  <a:gd name="connsiteY129-11450" fmla="*/ 5120 h 5728"/>
                  <a:gd name="connsiteX130-11451" fmla="*/ 1727 w 6642"/>
                  <a:gd name="connsiteY130-11452" fmla="*/ 5071 h 5728"/>
                  <a:gd name="connsiteX131-11453" fmla="*/ 1530 w 6642"/>
                  <a:gd name="connsiteY131-11454" fmla="*/ 5007 h 5728"/>
                  <a:gd name="connsiteX132-11455" fmla="*/ 1459 w 6642"/>
                  <a:gd name="connsiteY132-11456" fmla="*/ 5064 h 5728"/>
                  <a:gd name="connsiteX133-11457" fmla="*/ 1353 w 6642"/>
                  <a:gd name="connsiteY133-11458" fmla="*/ 5111 h 5728"/>
                  <a:gd name="connsiteX134-11459" fmla="*/ 1290 w 6642"/>
                  <a:gd name="connsiteY134-11460" fmla="*/ 5063 h 5728"/>
                  <a:gd name="connsiteX135-11461" fmla="*/ 1052 w 6642"/>
                  <a:gd name="connsiteY135-11462" fmla="*/ 5254 h 5728"/>
                  <a:gd name="connsiteX136-11463" fmla="*/ 924 w 6642"/>
                  <a:gd name="connsiteY136-11464" fmla="*/ 5231 h 5728"/>
                  <a:gd name="connsiteX137-11465" fmla="*/ 813 w 6642"/>
                  <a:gd name="connsiteY137-11466" fmla="*/ 5097 h 5728"/>
                  <a:gd name="connsiteX138-11467" fmla="*/ 683 w 6642"/>
                  <a:gd name="connsiteY138-11468" fmla="*/ 4930 h 5728"/>
                  <a:gd name="connsiteX139-11469" fmla="*/ 572 w 6642"/>
                  <a:gd name="connsiteY139-11470" fmla="*/ 4806 h 5728"/>
                  <a:gd name="connsiteX140-11471" fmla="*/ 505 w 6642"/>
                  <a:gd name="connsiteY140-11472" fmla="*/ 4788 h 5728"/>
                  <a:gd name="connsiteX141-11473" fmla="*/ 640 w 6642"/>
                  <a:gd name="connsiteY141-11474" fmla="*/ 4631 h 5728"/>
                  <a:gd name="connsiteX142-11475" fmla="*/ 683 w 6642"/>
                  <a:gd name="connsiteY142-11476" fmla="*/ 4541 h 5728"/>
                  <a:gd name="connsiteX143-11477" fmla="*/ 651 w 6642"/>
                  <a:gd name="connsiteY143-11478" fmla="*/ 4438 h 5728"/>
                  <a:gd name="connsiteX144-11479" fmla="*/ 277 w 6642"/>
                  <a:gd name="connsiteY144-11480" fmla="*/ 4491 h 5728"/>
                  <a:gd name="connsiteX145-11481" fmla="*/ 187 w 6642"/>
                  <a:gd name="connsiteY145-11482" fmla="*/ 4518 h 5728"/>
                  <a:gd name="connsiteX146-11483" fmla="*/ 195 w 6642"/>
                  <a:gd name="connsiteY146-11484" fmla="*/ 4384 h 5728"/>
                  <a:gd name="connsiteX147-11485" fmla="*/ 147 w 6642"/>
                  <a:gd name="connsiteY147-11486" fmla="*/ 4318 h 5728"/>
                  <a:gd name="connsiteX148-11487" fmla="*/ 39 w 6642"/>
                  <a:gd name="connsiteY148-11488" fmla="*/ 4220 h 5728"/>
                  <a:gd name="connsiteX149-11489" fmla="*/ 75 w 6642"/>
                  <a:gd name="connsiteY149-11490" fmla="*/ 4093 h 5728"/>
                  <a:gd name="connsiteX150-11491" fmla="*/ 63 w 6642"/>
                  <a:gd name="connsiteY150-11492" fmla="*/ 3929 h 5728"/>
                  <a:gd name="connsiteX151-11493" fmla="*/ 0 w 6642"/>
                  <a:gd name="connsiteY151-11494" fmla="*/ 3842 h 5728"/>
                  <a:gd name="connsiteX152-11495" fmla="*/ 0 w 6642"/>
                  <a:gd name="connsiteY152-11496" fmla="*/ 3737 h 5728"/>
                  <a:gd name="connsiteX153-11497" fmla="*/ 303 w 6642"/>
                  <a:gd name="connsiteY153-11498" fmla="*/ 3824 h 5728"/>
                  <a:gd name="connsiteX154-11499" fmla="*/ 830 w 6642"/>
                  <a:gd name="connsiteY154-11500" fmla="*/ 3840 h 5728"/>
                  <a:gd name="connsiteX155-11501" fmla="*/ 1044 w 6642"/>
                  <a:gd name="connsiteY155-11502" fmla="*/ 3908 h 5728"/>
                  <a:gd name="connsiteX156-11503" fmla="*/ 1213 w 6642"/>
                  <a:gd name="connsiteY156-11504" fmla="*/ 4053 h 5728"/>
                  <a:gd name="connsiteX157-11505" fmla="*/ 1257 w 6642"/>
                  <a:gd name="connsiteY157-11506" fmla="*/ 4077 h 5728"/>
                  <a:gd name="connsiteX158-11507" fmla="*/ 1417 w 6642"/>
                  <a:gd name="connsiteY158-11508" fmla="*/ 4107 h 5728"/>
                  <a:gd name="connsiteX159-11509" fmla="*/ 1487 w 6642"/>
                  <a:gd name="connsiteY159-11510" fmla="*/ 4158 h 5728"/>
                  <a:gd name="connsiteX160-11511" fmla="*/ 1688 w 6642"/>
                  <a:gd name="connsiteY160-11512" fmla="*/ 4229 h 5728"/>
                  <a:gd name="connsiteX161-11513" fmla="*/ 1904 w 6642"/>
                  <a:gd name="connsiteY161-11514" fmla="*/ 4309 h 5728"/>
                  <a:gd name="connsiteX162-11515" fmla="*/ 2068 w 6642"/>
                  <a:gd name="connsiteY162-11516" fmla="*/ 4212 h 5728"/>
                  <a:gd name="connsiteX163-11517" fmla="*/ 2267 w 6642"/>
                  <a:gd name="connsiteY163-11518" fmla="*/ 4125 h 5728"/>
                  <a:gd name="connsiteX164-11519" fmla="*/ 2363 w 6642"/>
                  <a:gd name="connsiteY164-11520" fmla="*/ 4075 h 5728"/>
                  <a:gd name="connsiteX165-11521" fmla="*/ 2539 w 6642"/>
                  <a:gd name="connsiteY165-11522" fmla="*/ 3995 h 5728"/>
                  <a:gd name="connsiteX166-11523" fmla="*/ 2721 w 6642"/>
                  <a:gd name="connsiteY166-11524" fmla="*/ 3970 h 5728"/>
                  <a:gd name="connsiteX167-11525" fmla="*/ 3073 w 6642"/>
                  <a:gd name="connsiteY167-11526" fmla="*/ 3979 h 5728"/>
                  <a:gd name="connsiteX168-11527" fmla="*/ 3416 w 6642"/>
                  <a:gd name="connsiteY168-11528" fmla="*/ 3722 h 5728"/>
                  <a:gd name="connsiteX169-11529" fmla="*/ 3519 w 6642"/>
                  <a:gd name="connsiteY169-11530" fmla="*/ 3636 h 5728"/>
                  <a:gd name="connsiteX170-11531" fmla="*/ 3609 w 6642"/>
                  <a:gd name="connsiteY170-11532" fmla="*/ 3563 h 5728"/>
                  <a:gd name="connsiteX0-11533" fmla="*/ 5456 w 6642"/>
                  <a:gd name="connsiteY0-11534" fmla="*/ 2333 h 5728"/>
                  <a:gd name="connsiteX1-11535" fmla="*/ 5454 w 6642"/>
                  <a:gd name="connsiteY1-11536" fmla="*/ 2117 h 5728"/>
                  <a:gd name="connsiteX2-11537" fmla="*/ 5378 w 6642"/>
                  <a:gd name="connsiteY2-11538" fmla="*/ 2039 h 5728"/>
                  <a:gd name="connsiteX3-11539" fmla="*/ 5235 w 6642"/>
                  <a:gd name="connsiteY3-11540" fmla="*/ 1951 h 5728"/>
                  <a:gd name="connsiteX4-11541" fmla="*/ 5143 w 6642"/>
                  <a:gd name="connsiteY4-11542" fmla="*/ 1827 h 5728"/>
                  <a:gd name="connsiteX5-11543" fmla="*/ 5047 w 6642"/>
                  <a:gd name="connsiteY5-11544" fmla="*/ 1828 h 5728"/>
                  <a:gd name="connsiteX6-11545" fmla="*/ 5002 w 6642"/>
                  <a:gd name="connsiteY6-11546" fmla="*/ 1883 h 5728"/>
                  <a:gd name="connsiteX7-11547" fmla="*/ 4909 w 6642"/>
                  <a:gd name="connsiteY7-11548" fmla="*/ 1877 h 5728"/>
                  <a:gd name="connsiteX8-11549" fmla="*/ 4889 w 6642"/>
                  <a:gd name="connsiteY8-11550" fmla="*/ 1994 h 5728"/>
                  <a:gd name="connsiteX9-11551" fmla="*/ 4708 w 6642"/>
                  <a:gd name="connsiteY9-11552" fmla="*/ 1941 h 5728"/>
                  <a:gd name="connsiteX10-11553" fmla="*/ 4625 w 6642"/>
                  <a:gd name="connsiteY10-11554" fmla="*/ 1939 h 5728"/>
                  <a:gd name="connsiteX11-11555" fmla="*/ 4500 w 6642"/>
                  <a:gd name="connsiteY11-11556" fmla="*/ 2014 h 5728"/>
                  <a:gd name="connsiteX12-11557" fmla="*/ 4388 w 6642"/>
                  <a:gd name="connsiteY12-11558" fmla="*/ 1890 h 5728"/>
                  <a:gd name="connsiteX13-11559" fmla="*/ 4482 w 6642"/>
                  <a:gd name="connsiteY13-11560" fmla="*/ 1804 h 5728"/>
                  <a:gd name="connsiteX14-11561" fmla="*/ 4486 w 6642"/>
                  <a:gd name="connsiteY14-11562" fmla="*/ 1634 h 5728"/>
                  <a:gd name="connsiteX15-11563" fmla="*/ 4541 w 6642"/>
                  <a:gd name="connsiteY15-11564" fmla="*/ 1514 h 5728"/>
                  <a:gd name="connsiteX16-11565" fmla="*/ 4584 w 6642"/>
                  <a:gd name="connsiteY16-11566" fmla="*/ 1306 h 5728"/>
                  <a:gd name="connsiteX17-11567" fmla="*/ 4644 w 6642"/>
                  <a:gd name="connsiteY17-11568" fmla="*/ 1307 h 5728"/>
                  <a:gd name="connsiteX18-11569" fmla="*/ 4967 w 6642"/>
                  <a:gd name="connsiteY18-11570" fmla="*/ 1286 h 5728"/>
                  <a:gd name="connsiteX19-11571" fmla="*/ 5141 w 6642"/>
                  <a:gd name="connsiteY19-11572" fmla="*/ 1117 h 5728"/>
                  <a:gd name="connsiteX20-11573" fmla="*/ 5210 w 6642"/>
                  <a:gd name="connsiteY20-11574" fmla="*/ 748 h 5728"/>
                  <a:gd name="connsiteX21-11575" fmla="*/ 5320 w 6642"/>
                  <a:gd name="connsiteY21-11576" fmla="*/ 486 h 5728"/>
                  <a:gd name="connsiteX22-11577" fmla="*/ 5318 w 6642"/>
                  <a:gd name="connsiteY22-11578" fmla="*/ 358 h 5728"/>
                  <a:gd name="connsiteX23-11579" fmla="*/ 5305 w 6642"/>
                  <a:gd name="connsiteY23-11580" fmla="*/ 328 h 5728"/>
                  <a:gd name="connsiteX24-11581" fmla="*/ 5238 w 6642"/>
                  <a:gd name="connsiteY24-11582" fmla="*/ 251 h 5728"/>
                  <a:gd name="connsiteX25-11583" fmla="*/ 5178 w 6642"/>
                  <a:gd name="connsiteY25-11584" fmla="*/ 217 h 5728"/>
                  <a:gd name="connsiteX26-11585" fmla="*/ 5303 w 6642"/>
                  <a:gd name="connsiteY26-11586" fmla="*/ 56 h 5728"/>
                  <a:gd name="connsiteX27-11587" fmla="*/ 5476 w 6642"/>
                  <a:gd name="connsiteY27-11588" fmla="*/ 2 h 5728"/>
                  <a:gd name="connsiteX28-11589" fmla="*/ 5508 w 6642"/>
                  <a:gd name="connsiteY28-11590" fmla="*/ 49 h 5728"/>
                  <a:gd name="connsiteX29-11591" fmla="*/ 5498 w 6642"/>
                  <a:gd name="connsiteY29-11592" fmla="*/ 133 h 5728"/>
                  <a:gd name="connsiteX30-11593" fmla="*/ 5437 w 6642"/>
                  <a:gd name="connsiteY30-11594" fmla="*/ 243 h 5728"/>
                  <a:gd name="connsiteX31-11595" fmla="*/ 5507 w 6642"/>
                  <a:gd name="connsiteY31-11596" fmla="*/ 301 h 5728"/>
                  <a:gd name="connsiteX32-11597" fmla="*/ 5621 w 6642"/>
                  <a:gd name="connsiteY32-11598" fmla="*/ 366 h 5728"/>
                  <a:gd name="connsiteX33-11599" fmla="*/ 5641 w 6642"/>
                  <a:gd name="connsiteY33-11600" fmla="*/ 255 h 5728"/>
                  <a:gd name="connsiteX34-11601" fmla="*/ 5775 w 6642"/>
                  <a:gd name="connsiteY34-11602" fmla="*/ 291 h 5728"/>
                  <a:gd name="connsiteX35-11603" fmla="*/ 5800 w 6642"/>
                  <a:gd name="connsiteY35-11604" fmla="*/ 331 h 5728"/>
                  <a:gd name="connsiteX36-11605" fmla="*/ 5876 w 6642"/>
                  <a:gd name="connsiteY36-11606" fmla="*/ 562 h 5728"/>
                  <a:gd name="connsiteX37-11607" fmla="*/ 5911 w 6642"/>
                  <a:gd name="connsiteY37-11608" fmla="*/ 586 h 5728"/>
                  <a:gd name="connsiteX38-11609" fmla="*/ 6003 w 6642"/>
                  <a:gd name="connsiteY38-11610" fmla="*/ 578 h 5728"/>
                  <a:gd name="connsiteX39-11611" fmla="*/ 6263 w 6642"/>
                  <a:gd name="connsiteY39-11612" fmla="*/ 490 h 5728"/>
                  <a:gd name="connsiteX40-11613" fmla="*/ 6483 w 6642"/>
                  <a:gd name="connsiteY40-11614" fmla="*/ 479 h 5728"/>
                  <a:gd name="connsiteX41-11615" fmla="*/ 6543 w 6642"/>
                  <a:gd name="connsiteY41-11616" fmla="*/ 648 h 5728"/>
                  <a:gd name="connsiteX42-11617" fmla="*/ 6461 w 6642"/>
                  <a:gd name="connsiteY42-11618" fmla="*/ 944 h 5728"/>
                  <a:gd name="connsiteX43-11619" fmla="*/ 6461 w 6642"/>
                  <a:gd name="connsiteY43-11620" fmla="*/ 1022 h 5728"/>
                  <a:gd name="connsiteX44-11621" fmla="*/ 6530 w 6642"/>
                  <a:gd name="connsiteY44-11622" fmla="*/ 1168 h 5728"/>
                  <a:gd name="connsiteX45-11623" fmla="*/ 6545 w 6642"/>
                  <a:gd name="connsiteY45-11624" fmla="*/ 1427 h 5728"/>
                  <a:gd name="connsiteX46-11625" fmla="*/ 6547 w 6642"/>
                  <a:gd name="connsiteY46-11626" fmla="*/ 1617 h 5728"/>
                  <a:gd name="connsiteX47-11627" fmla="*/ 6480 w 6642"/>
                  <a:gd name="connsiteY47-11628" fmla="*/ 1625 h 5728"/>
                  <a:gd name="connsiteX48-11629" fmla="*/ 6458 w 6642"/>
                  <a:gd name="connsiteY48-11630" fmla="*/ 1507 h 5728"/>
                  <a:gd name="connsiteX49-11631" fmla="*/ 6423 w 6642"/>
                  <a:gd name="connsiteY49-11632" fmla="*/ 1450 h 5728"/>
                  <a:gd name="connsiteX50-11633" fmla="*/ 6333 w 6642"/>
                  <a:gd name="connsiteY50-11634" fmla="*/ 1582 h 5728"/>
                  <a:gd name="connsiteX51-11635" fmla="*/ 6220 w 6642"/>
                  <a:gd name="connsiteY51-11636" fmla="*/ 1776 h 5728"/>
                  <a:gd name="connsiteX52-11637" fmla="*/ 6101 w 6642"/>
                  <a:gd name="connsiteY52-11638" fmla="*/ 1904 h 5728"/>
                  <a:gd name="connsiteX53-11639" fmla="*/ 6094 w 6642"/>
                  <a:gd name="connsiteY53-11640" fmla="*/ 2018 h 5728"/>
                  <a:gd name="connsiteX54-11641" fmla="*/ 6154 w 6642"/>
                  <a:gd name="connsiteY54-11642" fmla="*/ 2115 h 5728"/>
                  <a:gd name="connsiteX55-11643" fmla="*/ 6256 w 6642"/>
                  <a:gd name="connsiteY55-11644" fmla="*/ 2183 h 5728"/>
                  <a:gd name="connsiteX56-11645" fmla="*/ 6333 w 6642"/>
                  <a:gd name="connsiteY56-11646" fmla="*/ 2178 h 5728"/>
                  <a:gd name="connsiteX57-11647" fmla="*/ 6378 w 6642"/>
                  <a:gd name="connsiteY57-11648" fmla="*/ 2104 h 5728"/>
                  <a:gd name="connsiteX58-11649" fmla="*/ 6412 w 6642"/>
                  <a:gd name="connsiteY58-11650" fmla="*/ 2210 h 5728"/>
                  <a:gd name="connsiteX59-11651" fmla="*/ 6300 w 6642"/>
                  <a:gd name="connsiteY59-11652" fmla="*/ 2249 h 5728"/>
                  <a:gd name="connsiteX60-11653" fmla="*/ 6347 w 6642"/>
                  <a:gd name="connsiteY60-11654" fmla="*/ 2362 h 5728"/>
                  <a:gd name="connsiteX61-11655" fmla="*/ 6212 w 6642"/>
                  <a:gd name="connsiteY61-11656" fmla="*/ 2509 h 5728"/>
                  <a:gd name="connsiteX62-11657" fmla="*/ 6171 w 6642"/>
                  <a:gd name="connsiteY62-11658" fmla="*/ 2498 h 5728"/>
                  <a:gd name="connsiteX63-11659" fmla="*/ 6047 w 6642"/>
                  <a:gd name="connsiteY63-11660" fmla="*/ 2413 h 5728"/>
                  <a:gd name="connsiteX64-11661" fmla="*/ 5992 w 6642"/>
                  <a:gd name="connsiteY64-11662" fmla="*/ 2412 h 5728"/>
                  <a:gd name="connsiteX65-11663" fmla="*/ 5957 w 6642"/>
                  <a:gd name="connsiteY65-11664" fmla="*/ 2480 h 5728"/>
                  <a:gd name="connsiteX66-11665" fmla="*/ 5960 w 6642"/>
                  <a:gd name="connsiteY66-11666" fmla="*/ 2562 h 5728"/>
                  <a:gd name="connsiteX67-11667" fmla="*/ 6138 w 6642"/>
                  <a:gd name="connsiteY67-11668" fmla="*/ 2730 h 5728"/>
                  <a:gd name="connsiteX68-11669" fmla="*/ 6137 w 6642"/>
                  <a:gd name="connsiteY68-11670" fmla="*/ 2844 h 5728"/>
                  <a:gd name="connsiteX69-11671" fmla="*/ 6228 w 6642"/>
                  <a:gd name="connsiteY69-11672" fmla="*/ 3060 h 5728"/>
                  <a:gd name="connsiteX70-11673" fmla="*/ 6254 w 6642"/>
                  <a:gd name="connsiteY70-11674" fmla="*/ 3090 h 5728"/>
                  <a:gd name="connsiteX71-11675" fmla="*/ 6298 w 6642"/>
                  <a:gd name="connsiteY71-11676" fmla="*/ 3094 h 5728"/>
                  <a:gd name="connsiteX72-11677" fmla="*/ 6344 w 6642"/>
                  <a:gd name="connsiteY72-11678" fmla="*/ 3010 h 5728"/>
                  <a:gd name="connsiteX73-11679" fmla="*/ 6424 w 6642"/>
                  <a:gd name="connsiteY73-11680" fmla="*/ 2950 h 5728"/>
                  <a:gd name="connsiteX74-11681" fmla="*/ 6519 w 6642"/>
                  <a:gd name="connsiteY74-11682" fmla="*/ 3126 h 5728"/>
                  <a:gd name="connsiteX75-11683" fmla="*/ 6629 w 6642"/>
                  <a:gd name="connsiteY75-11684" fmla="*/ 3312 h 5728"/>
                  <a:gd name="connsiteX76-11685" fmla="*/ 6642 w 6642"/>
                  <a:gd name="connsiteY76-11686" fmla="*/ 3342 h 5728"/>
                  <a:gd name="connsiteX77-11687" fmla="*/ 6631 w 6642"/>
                  <a:gd name="connsiteY77-11688" fmla="*/ 3518 h 5728"/>
                  <a:gd name="connsiteX78-11689" fmla="*/ 6596 w 6642"/>
                  <a:gd name="connsiteY78-11690" fmla="*/ 3554 h 5728"/>
                  <a:gd name="connsiteX79-11691" fmla="*/ 6507 w 6642"/>
                  <a:gd name="connsiteY79-11692" fmla="*/ 3515 h 5728"/>
                  <a:gd name="connsiteX80-11693" fmla="*/ 6273 w 6642"/>
                  <a:gd name="connsiteY80-11694" fmla="*/ 3644 h 5728"/>
                  <a:gd name="connsiteX81-11695" fmla="*/ 6247 w 6642"/>
                  <a:gd name="connsiteY81-11696" fmla="*/ 3666 h 5728"/>
                  <a:gd name="connsiteX82-11697" fmla="*/ 6067 w 6642"/>
                  <a:gd name="connsiteY82-11698" fmla="*/ 3812 h 5728"/>
                  <a:gd name="connsiteX83-11699" fmla="*/ 5926 w 6642"/>
                  <a:gd name="connsiteY83-11700" fmla="*/ 3926 h 5728"/>
                  <a:gd name="connsiteX84-11701" fmla="*/ 5891 w 6642"/>
                  <a:gd name="connsiteY84-11702" fmla="*/ 3965 h 5728"/>
                  <a:gd name="connsiteX85-11703" fmla="*/ 5839 w 6642"/>
                  <a:gd name="connsiteY85-11704" fmla="*/ 3973 h 5728"/>
                  <a:gd name="connsiteX86-11705" fmla="*/ 5782 w 6642"/>
                  <a:gd name="connsiteY86-11706" fmla="*/ 3916 h 5728"/>
                  <a:gd name="connsiteX87-11707" fmla="*/ 5658 w 6642"/>
                  <a:gd name="connsiteY87-11708" fmla="*/ 3808 h 5728"/>
                  <a:gd name="connsiteX88-11709" fmla="*/ 5682 w 6642"/>
                  <a:gd name="connsiteY88-11710" fmla="*/ 4064 h 5728"/>
                  <a:gd name="connsiteX89-11711" fmla="*/ 5691 w 6642"/>
                  <a:gd name="connsiteY89-11712" fmla="*/ 4192 h 5728"/>
                  <a:gd name="connsiteX90-11713" fmla="*/ 5429 w 6642"/>
                  <a:gd name="connsiteY90-11714" fmla="*/ 4166 h 5728"/>
                  <a:gd name="connsiteX91-11715" fmla="*/ 5347 w 6642"/>
                  <a:gd name="connsiteY91-11716" fmla="*/ 3987 h 5728"/>
                  <a:gd name="connsiteX92-11717" fmla="*/ 5265 w 6642"/>
                  <a:gd name="connsiteY92-11718" fmla="*/ 3802 h 5728"/>
                  <a:gd name="connsiteX93-11719" fmla="*/ 4290 w 6642"/>
                  <a:gd name="connsiteY93-11720" fmla="*/ 4504 h 5728"/>
                  <a:gd name="connsiteX94-11721" fmla="*/ 4293 w 6642"/>
                  <a:gd name="connsiteY94-11722" fmla="*/ 4556 h 5728"/>
                  <a:gd name="connsiteX95-11723" fmla="*/ 4257 w 6642"/>
                  <a:gd name="connsiteY95-11724" fmla="*/ 4614 h 5728"/>
                  <a:gd name="connsiteX96-11725" fmla="*/ 3992 w 6642"/>
                  <a:gd name="connsiteY96-11726" fmla="*/ 4680 h 5728"/>
                  <a:gd name="connsiteX97-11727" fmla="*/ 3857 w 6642"/>
                  <a:gd name="connsiteY97-11728" fmla="*/ 4739 h 5728"/>
                  <a:gd name="connsiteX98-11729" fmla="*/ 3815 w 6642"/>
                  <a:gd name="connsiteY98-11730" fmla="*/ 4777 h 5728"/>
                  <a:gd name="connsiteX99-11731" fmla="*/ 3616 w 6642"/>
                  <a:gd name="connsiteY99-11732" fmla="*/ 5021 h 5728"/>
                  <a:gd name="connsiteX100-11733" fmla="*/ 3543 w 6642"/>
                  <a:gd name="connsiteY100-11734" fmla="*/ 4970 h 5728"/>
                  <a:gd name="connsiteX101-11735" fmla="*/ 3460 w 6642"/>
                  <a:gd name="connsiteY101-11736" fmla="*/ 4971 h 5728"/>
                  <a:gd name="connsiteX102-11737" fmla="*/ 3424 w 6642"/>
                  <a:gd name="connsiteY102-11738" fmla="*/ 5045 h 5728"/>
                  <a:gd name="connsiteX103-11739" fmla="*/ 3313 w 6642"/>
                  <a:gd name="connsiteY103-11740" fmla="*/ 5000 h 5728"/>
                  <a:gd name="connsiteX104-11741" fmla="*/ 3235 w 6642"/>
                  <a:gd name="connsiteY104-11742" fmla="*/ 5109 h 5728"/>
                  <a:gd name="connsiteX105-11743" fmla="*/ 3013 w 6642"/>
                  <a:gd name="connsiteY105-11744" fmla="*/ 5349 h 5728"/>
                  <a:gd name="connsiteX106-11745" fmla="*/ 2993 w 6642"/>
                  <a:gd name="connsiteY106-11746" fmla="*/ 5516 h 5728"/>
                  <a:gd name="connsiteX107-11747" fmla="*/ 2976 w 6642"/>
                  <a:gd name="connsiteY107-11748" fmla="*/ 5659 h 5728"/>
                  <a:gd name="connsiteX108-11749" fmla="*/ 2960 w 6642"/>
                  <a:gd name="connsiteY108-11750" fmla="*/ 5669 h 5728"/>
                  <a:gd name="connsiteX109-11751" fmla="*/ 2638 w 6642"/>
                  <a:gd name="connsiteY109-11752" fmla="*/ 5621 h 5728"/>
                  <a:gd name="connsiteX110-11753" fmla="*/ 2536 w 6642"/>
                  <a:gd name="connsiteY110-11754" fmla="*/ 5566 h 5728"/>
                  <a:gd name="connsiteX111-11755" fmla="*/ 2482 w 6642"/>
                  <a:gd name="connsiteY111-11756" fmla="*/ 5503 h 5728"/>
                  <a:gd name="connsiteX112-11757" fmla="*/ 2377 w 6642"/>
                  <a:gd name="connsiteY112-11758" fmla="*/ 5477 h 5728"/>
                  <a:gd name="connsiteX113-11759" fmla="*/ 2377 w 6642"/>
                  <a:gd name="connsiteY113-11760" fmla="*/ 5379 h 5728"/>
                  <a:gd name="connsiteX114-11761" fmla="*/ 2481 w 6642"/>
                  <a:gd name="connsiteY114-11762" fmla="*/ 5149 h 5728"/>
                  <a:gd name="connsiteX115-11763" fmla="*/ 2341 w 6642"/>
                  <a:gd name="connsiteY115-11764" fmla="*/ 5070 h 5728"/>
                  <a:gd name="connsiteX116-11765" fmla="*/ 2299 w 6642"/>
                  <a:gd name="connsiteY116-11766" fmla="*/ 5095 h 5728"/>
                  <a:gd name="connsiteX117-11767" fmla="*/ 2209 w 6642"/>
                  <a:gd name="connsiteY117-11768" fmla="*/ 5214 h 5728"/>
                  <a:gd name="connsiteX118-11769" fmla="*/ 2177 w 6642"/>
                  <a:gd name="connsiteY118-11770" fmla="*/ 5276 h 5728"/>
                  <a:gd name="connsiteX119-11771" fmla="*/ 2115 w 6642"/>
                  <a:gd name="connsiteY119-11772" fmla="*/ 5386 h 5728"/>
                  <a:gd name="connsiteX120-11773" fmla="*/ 2121 w 6642"/>
                  <a:gd name="connsiteY120-11774" fmla="*/ 5510 h 5728"/>
                  <a:gd name="connsiteX121-11775" fmla="*/ 2082 w 6642"/>
                  <a:gd name="connsiteY121-11776" fmla="*/ 5558 h 5728"/>
                  <a:gd name="connsiteX122-11777" fmla="*/ 1951 w 6642"/>
                  <a:gd name="connsiteY122-11778" fmla="*/ 5617 h 5728"/>
                  <a:gd name="connsiteX123-11779" fmla="*/ 1785 w 6642"/>
                  <a:gd name="connsiteY123-11780" fmla="*/ 5649 h 5728"/>
                  <a:gd name="connsiteX124-11781" fmla="*/ 1682 w 6642"/>
                  <a:gd name="connsiteY124-11782" fmla="*/ 5728 h 5728"/>
                  <a:gd name="connsiteX125-11783" fmla="*/ 1568 w 6642"/>
                  <a:gd name="connsiteY125-11784" fmla="*/ 5611 h 5728"/>
                  <a:gd name="connsiteX126-11785" fmla="*/ 1508 w 6642"/>
                  <a:gd name="connsiteY126-11786" fmla="*/ 5485 h 5728"/>
                  <a:gd name="connsiteX127-11787" fmla="*/ 1630 w 6642"/>
                  <a:gd name="connsiteY127-11788" fmla="*/ 5242 h 5728"/>
                  <a:gd name="connsiteX128-11789" fmla="*/ 1685 w 6642"/>
                  <a:gd name="connsiteY128-11790" fmla="*/ 5195 h 5728"/>
                  <a:gd name="connsiteX129-11791" fmla="*/ 1730 w 6642"/>
                  <a:gd name="connsiteY129-11792" fmla="*/ 5120 h 5728"/>
                  <a:gd name="connsiteX130-11793" fmla="*/ 1727 w 6642"/>
                  <a:gd name="connsiteY130-11794" fmla="*/ 5071 h 5728"/>
                  <a:gd name="connsiteX131-11795" fmla="*/ 1530 w 6642"/>
                  <a:gd name="connsiteY131-11796" fmla="*/ 5007 h 5728"/>
                  <a:gd name="connsiteX132-11797" fmla="*/ 1459 w 6642"/>
                  <a:gd name="connsiteY132-11798" fmla="*/ 5064 h 5728"/>
                  <a:gd name="connsiteX133-11799" fmla="*/ 1353 w 6642"/>
                  <a:gd name="connsiteY133-11800" fmla="*/ 5111 h 5728"/>
                  <a:gd name="connsiteX134-11801" fmla="*/ 1290 w 6642"/>
                  <a:gd name="connsiteY134-11802" fmla="*/ 5063 h 5728"/>
                  <a:gd name="connsiteX135-11803" fmla="*/ 1052 w 6642"/>
                  <a:gd name="connsiteY135-11804" fmla="*/ 5254 h 5728"/>
                  <a:gd name="connsiteX136-11805" fmla="*/ 924 w 6642"/>
                  <a:gd name="connsiteY136-11806" fmla="*/ 5231 h 5728"/>
                  <a:gd name="connsiteX137-11807" fmla="*/ 813 w 6642"/>
                  <a:gd name="connsiteY137-11808" fmla="*/ 5097 h 5728"/>
                  <a:gd name="connsiteX138-11809" fmla="*/ 683 w 6642"/>
                  <a:gd name="connsiteY138-11810" fmla="*/ 4930 h 5728"/>
                  <a:gd name="connsiteX139-11811" fmla="*/ 572 w 6642"/>
                  <a:gd name="connsiteY139-11812" fmla="*/ 4806 h 5728"/>
                  <a:gd name="connsiteX140-11813" fmla="*/ 505 w 6642"/>
                  <a:gd name="connsiteY140-11814" fmla="*/ 4788 h 5728"/>
                  <a:gd name="connsiteX141-11815" fmla="*/ 640 w 6642"/>
                  <a:gd name="connsiteY141-11816" fmla="*/ 4631 h 5728"/>
                  <a:gd name="connsiteX142-11817" fmla="*/ 683 w 6642"/>
                  <a:gd name="connsiteY142-11818" fmla="*/ 4541 h 5728"/>
                  <a:gd name="connsiteX143-11819" fmla="*/ 651 w 6642"/>
                  <a:gd name="connsiteY143-11820" fmla="*/ 4438 h 5728"/>
                  <a:gd name="connsiteX144-11821" fmla="*/ 277 w 6642"/>
                  <a:gd name="connsiteY144-11822" fmla="*/ 4491 h 5728"/>
                  <a:gd name="connsiteX145-11823" fmla="*/ 187 w 6642"/>
                  <a:gd name="connsiteY145-11824" fmla="*/ 4518 h 5728"/>
                  <a:gd name="connsiteX146-11825" fmla="*/ 195 w 6642"/>
                  <a:gd name="connsiteY146-11826" fmla="*/ 4384 h 5728"/>
                  <a:gd name="connsiteX147-11827" fmla="*/ 147 w 6642"/>
                  <a:gd name="connsiteY147-11828" fmla="*/ 4318 h 5728"/>
                  <a:gd name="connsiteX148-11829" fmla="*/ 39 w 6642"/>
                  <a:gd name="connsiteY148-11830" fmla="*/ 4220 h 5728"/>
                  <a:gd name="connsiteX149-11831" fmla="*/ 75 w 6642"/>
                  <a:gd name="connsiteY149-11832" fmla="*/ 4093 h 5728"/>
                  <a:gd name="connsiteX150-11833" fmla="*/ 63 w 6642"/>
                  <a:gd name="connsiteY150-11834" fmla="*/ 3929 h 5728"/>
                  <a:gd name="connsiteX151-11835" fmla="*/ 0 w 6642"/>
                  <a:gd name="connsiteY151-11836" fmla="*/ 3842 h 5728"/>
                  <a:gd name="connsiteX152-11837" fmla="*/ 0 w 6642"/>
                  <a:gd name="connsiteY152-11838" fmla="*/ 3737 h 5728"/>
                  <a:gd name="connsiteX153-11839" fmla="*/ 303 w 6642"/>
                  <a:gd name="connsiteY153-11840" fmla="*/ 3824 h 5728"/>
                  <a:gd name="connsiteX154-11841" fmla="*/ 830 w 6642"/>
                  <a:gd name="connsiteY154-11842" fmla="*/ 3840 h 5728"/>
                  <a:gd name="connsiteX155-11843" fmla="*/ 1044 w 6642"/>
                  <a:gd name="connsiteY155-11844" fmla="*/ 3908 h 5728"/>
                  <a:gd name="connsiteX156-11845" fmla="*/ 1213 w 6642"/>
                  <a:gd name="connsiteY156-11846" fmla="*/ 4053 h 5728"/>
                  <a:gd name="connsiteX157-11847" fmla="*/ 1257 w 6642"/>
                  <a:gd name="connsiteY157-11848" fmla="*/ 4077 h 5728"/>
                  <a:gd name="connsiteX158-11849" fmla="*/ 1417 w 6642"/>
                  <a:gd name="connsiteY158-11850" fmla="*/ 4107 h 5728"/>
                  <a:gd name="connsiteX159-11851" fmla="*/ 1487 w 6642"/>
                  <a:gd name="connsiteY159-11852" fmla="*/ 4158 h 5728"/>
                  <a:gd name="connsiteX160-11853" fmla="*/ 1688 w 6642"/>
                  <a:gd name="connsiteY160-11854" fmla="*/ 4229 h 5728"/>
                  <a:gd name="connsiteX161-11855" fmla="*/ 1904 w 6642"/>
                  <a:gd name="connsiteY161-11856" fmla="*/ 4309 h 5728"/>
                  <a:gd name="connsiteX162-11857" fmla="*/ 2068 w 6642"/>
                  <a:gd name="connsiteY162-11858" fmla="*/ 4212 h 5728"/>
                  <a:gd name="connsiteX163-11859" fmla="*/ 2267 w 6642"/>
                  <a:gd name="connsiteY163-11860" fmla="*/ 4125 h 5728"/>
                  <a:gd name="connsiteX164-11861" fmla="*/ 2363 w 6642"/>
                  <a:gd name="connsiteY164-11862" fmla="*/ 4075 h 5728"/>
                  <a:gd name="connsiteX165-11863" fmla="*/ 2539 w 6642"/>
                  <a:gd name="connsiteY165-11864" fmla="*/ 3995 h 5728"/>
                  <a:gd name="connsiteX166-11865" fmla="*/ 2721 w 6642"/>
                  <a:gd name="connsiteY166-11866" fmla="*/ 3970 h 5728"/>
                  <a:gd name="connsiteX167-11867" fmla="*/ 3073 w 6642"/>
                  <a:gd name="connsiteY167-11868" fmla="*/ 3979 h 5728"/>
                  <a:gd name="connsiteX168-11869" fmla="*/ 3416 w 6642"/>
                  <a:gd name="connsiteY168-11870" fmla="*/ 3722 h 5728"/>
                  <a:gd name="connsiteX169-11871" fmla="*/ 3519 w 6642"/>
                  <a:gd name="connsiteY169-11872" fmla="*/ 3636 h 5728"/>
                  <a:gd name="connsiteX0-11873" fmla="*/ 5456 w 6642"/>
                  <a:gd name="connsiteY0-11874" fmla="*/ 2333 h 5728"/>
                  <a:gd name="connsiteX1-11875" fmla="*/ 5454 w 6642"/>
                  <a:gd name="connsiteY1-11876" fmla="*/ 2117 h 5728"/>
                  <a:gd name="connsiteX2-11877" fmla="*/ 5378 w 6642"/>
                  <a:gd name="connsiteY2-11878" fmla="*/ 2039 h 5728"/>
                  <a:gd name="connsiteX3-11879" fmla="*/ 5235 w 6642"/>
                  <a:gd name="connsiteY3-11880" fmla="*/ 1951 h 5728"/>
                  <a:gd name="connsiteX4-11881" fmla="*/ 5143 w 6642"/>
                  <a:gd name="connsiteY4-11882" fmla="*/ 1827 h 5728"/>
                  <a:gd name="connsiteX5-11883" fmla="*/ 5047 w 6642"/>
                  <a:gd name="connsiteY5-11884" fmla="*/ 1828 h 5728"/>
                  <a:gd name="connsiteX6-11885" fmla="*/ 5002 w 6642"/>
                  <a:gd name="connsiteY6-11886" fmla="*/ 1883 h 5728"/>
                  <a:gd name="connsiteX7-11887" fmla="*/ 4909 w 6642"/>
                  <a:gd name="connsiteY7-11888" fmla="*/ 1877 h 5728"/>
                  <a:gd name="connsiteX8-11889" fmla="*/ 4889 w 6642"/>
                  <a:gd name="connsiteY8-11890" fmla="*/ 1994 h 5728"/>
                  <a:gd name="connsiteX9-11891" fmla="*/ 4708 w 6642"/>
                  <a:gd name="connsiteY9-11892" fmla="*/ 1941 h 5728"/>
                  <a:gd name="connsiteX10-11893" fmla="*/ 4625 w 6642"/>
                  <a:gd name="connsiteY10-11894" fmla="*/ 1939 h 5728"/>
                  <a:gd name="connsiteX11-11895" fmla="*/ 4500 w 6642"/>
                  <a:gd name="connsiteY11-11896" fmla="*/ 2014 h 5728"/>
                  <a:gd name="connsiteX12-11897" fmla="*/ 4388 w 6642"/>
                  <a:gd name="connsiteY12-11898" fmla="*/ 1890 h 5728"/>
                  <a:gd name="connsiteX13-11899" fmla="*/ 4482 w 6642"/>
                  <a:gd name="connsiteY13-11900" fmla="*/ 1804 h 5728"/>
                  <a:gd name="connsiteX14-11901" fmla="*/ 4486 w 6642"/>
                  <a:gd name="connsiteY14-11902" fmla="*/ 1634 h 5728"/>
                  <a:gd name="connsiteX15-11903" fmla="*/ 4541 w 6642"/>
                  <a:gd name="connsiteY15-11904" fmla="*/ 1514 h 5728"/>
                  <a:gd name="connsiteX16-11905" fmla="*/ 4584 w 6642"/>
                  <a:gd name="connsiteY16-11906" fmla="*/ 1306 h 5728"/>
                  <a:gd name="connsiteX17-11907" fmla="*/ 4644 w 6642"/>
                  <a:gd name="connsiteY17-11908" fmla="*/ 1307 h 5728"/>
                  <a:gd name="connsiteX18-11909" fmla="*/ 4967 w 6642"/>
                  <a:gd name="connsiteY18-11910" fmla="*/ 1286 h 5728"/>
                  <a:gd name="connsiteX19-11911" fmla="*/ 5141 w 6642"/>
                  <a:gd name="connsiteY19-11912" fmla="*/ 1117 h 5728"/>
                  <a:gd name="connsiteX20-11913" fmla="*/ 5210 w 6642"/>
                  <a:gd name="connsiteY20-11914" fmla="*/ 748 h 5728"/>
                  <a:gd name="connsiteX21-11915" fmla="*/ 5320 w 6642"/>
                  <a:gd name="connsiteY21-11916" fmla="*/ 486 h 5728"/>
                  <a:gd name="connsiteX22-11917" fmla="*/ 5318 w 6642"/>
                  <a:gd name="connsiteY22-11918" fmla="*/ 358 h 5728"/>
                  <a:gd name="connsiteX23-11919" fmla="*/ 5305 w 6642"/>
                  <a:gd name="connsiteY23-11920" fmla="*/ 328 h 5728"/>
                  <a:gd name="connsiteX24-11921" fmla="*/ 5238 w 6642"/>
                  <a:gd name="connsiteY24-11922" fmla="*/ 251 h 5728"/>
                  <a:gd name="connsiteX25-11923" fmla="*/ 5178 w 6642"/>
                  <a:gd name="connsiteY25-11924" fmla="*/ 217 h 5728"/>
                  <a:gd name="connsiteX26-11925" fmla="*/ 5303 w 6642"/>
                  <a:gd name="connsiteY26-11926" fmla="*/ 56 h 5728"/>
                  <a:gd name="connsiteX27-11927" fmla="*/ 5476 w 6642"/>
                  <a:gd name="connsiteY27-11928" fmla="*/ 2 h 5728"/>
                  <a:gd name="connsiteX28-11929" fmla="*/ 5508 w 6642"/>
                  <a:gd name="connsiteY28-11930" fmla="*/ 49 h 5728"/>
                  <a:gd name="connsiteX29-11931" fmla="*/ 5498 w 6642"/>
                  <a:gd name="connsiteY29-11932" fmla="*/ 133 h 5728"/>
                  <a:gd name="connsiteX30-11933" fmla="*/ 5437 w 6642"/>
                  <a:gd name="connsiteY30-11934" fmla="*/ 243 h 5728"/>
                  <a:gd name="connsiteX31-11935" fmla="*/ 5507 w 6642"/>
                  <a:gd name="connsiteY31-11936" fmla="*/ 301 h 5728"/>
                  <a:gd name="connsiteX32-11937" fmla="*/ 5621 w 6642"/>
                  <a:gd name="connsiteY32-11938" fmla="*/ 366 h 5728"/>
                  <a:gd name="connsiteX33-11939" fmla="*/ 5641 w 6642"/>
                  <a:gd name="connsiteY33-11940" fmla="*/ 255 h 5728"/>
                  <a:gd name="connsiteX34-11941" fmla="*/ 5775 w 6642"/>
                  <a:gd name="connsiteY34-11942" fmla="*/ 291 h 5728"/>
                  <a:gd name="connsiteX35-11943" fmla="*/ 5800 w 6642"/>
                  <a:gd name="connsiteY35-11944" fmla="*/ 331 h 5728"/>
                  <a:gd name="connsiteX36-11945" fmla="*/ 5876 w 6642"/>
                  <a:gd name="connsiteY36-11946" fmla="*/ 562 h 5728"/>
                  <a:gd name="connsiteX37-11947" fmla="*/ 5911 w 6642"/>
                  <a:gd name="connsiteY37-11948" fmla="*/ 586 h 5728"/>
                  <a:gd name="connsiteX38-11949" fmla="*/ 6003 w 6642"/>
                  <a:gd name="connsiteY38-11950" fmla="*/ 578 h 5728"/>
                  <a:gd name="connsiteX39-11951" fmla="*/ 6263 w 6642"/>
                  <a:gd name="connsiteY39-11952" fmla="*/ 490 h 5728"/>
                  <a:gd name="connsiteX40-11953" fmla="*/ 6483 w 6642"/>
                  <a:gd name="connsiteY40-11954" fmla="*/ 479 h 5728"/>
                  <a:gd name="connsiteX41-11955" fmla="*/ 6543 w 6642"/>
                  <a:gd name="connsiteY41-11956" fmla="*/ 648 h 5728"/>
                  <a:gd name="connsiteX42-11957" fmla="*/ 6461 w 6642"/>
                  <a:gd name="connsiteY42-11958" fmla="*/ 944 h 5728"/>
                  <a:gd name="connsiteX43-11959" fmla="*/ 6461 w 6642"/>
                  <a:gd name="connsiteY43-11960" fmla="*/ 1022 h 5728"/>
                  <a:gd name="connsiteX44-11961" fmla="*/ 6530 w 6642"/>
                  <a:gd name="connsiteY44-11962" fmla="*/ 1168 h 5728"/>
                  <a:gd name="connsiteX45-11963" fmla="*/ 6545 w 6642"/>
                  <a:gd name="connsiteY45-11964" fmla="*/ 1427 h 5728"/>
                  <a:gd name="connsiteX46-11965" fmla="*/ 6547 w 6642"/>
                  <a:gd name="connsiteY46-11966" fmla="*/ 1617 h 5728"/>
                  <a:gd name="connsiteX47-11967" fmla="*/ 6480 w 6642"/>
                  <a:gd name="connsiteY47-11968" fmla="*/ 1625 h 5728"/>
                  <a:gd name="connsiteX48-11969" fmla="*/ 6458 w 6642"/>
                  <a:gd name="connsiteY48-11970" fmla="*/ 1507 h 5728"/>
                  <a:gd name="connsiteX49-11971" fmla="*/ 6423 w 6642"/>
                  <a:gd name="connsiteY49-11972" fmla="*/ 1450 h 5728"/>
                  <a:gd name="connsiteX50-11973" fmla="*/ 6333 w 6642"/>
                  <a:gd name="connsiteY50-11974" fmla="*/ 1582 h 5728"/>
                  <a:gd name="connsiteX51-11975" fmla="*/ 6220 w 6642"/>
                  <a:gd name="connsiteY51-11976" fmla="*/ 1776 h 5728"/>
                  <a:gd name="connsiteX52-11977" fmla="*/ 6101 w 6642"/>
                  <a:gd name="connsiteY52-11978" fmla="*/ 1904 h 5728"/>
                  <a:gd name="connsiteX53-11979" fmla="*/ 6094 w 6642"/>
                  <a:gd name="connsiteY53-11980" fmla="*/ 2018 h 5728"/>
                  <a:gd name="connsiteX54-11981" fmla="*/ 6154 w 6642"/>
                  <a:gd name="connsiteY54-11982" fmla="*/ 2115 h 5728"/>
                  <a:gd name="connsiteX55-11983" fmla="*/ 6256 w 6642"/>
                  <a:gd name="connsiteY55-11984" fmla="*/ 2183 h 5728"/>
                  <a:gd name="connsiteX56-11985" fmla="*/ 6333 w 6642"/>
                  <a:gd name="connsiteY56-11986" fmla="*/ 2178 h 5728"/>
                  <a:gd name="connsiteX57-11987" fmla="*/ 6378 w 6642"/>
                  <a:gd name="connsiteY57-11988" fmla="*/ 2104 h 5728"/>
                  <a:gd name="connsiteX58-11989" fmla="*/ 6412 w 6642"/>
                  <a:gd name="connsiteY58-11990" fmla="*/ 2210 h 5728"/>
                  <a:gd name="connsiteX59-11991" fmla="*/ 6300 w 6642"/>
                  <a:gd name="connsiteY59-11992" fmla="*/ 2249 h 5728"/>
                  <a:gd name="connsiteX60-11993" fmla="*/ 6347 w 6642"/>
                  <a:gd name="connsiteY60-11994" fmla="*/ 2362 h 5728"/>
                  <a:gd name="connsiteX61-11995" fmla="*/ 6212 w 6642"/>
                  <a:gd name="connsiteY61-11996" fmla="*/ 2509 h 5728"/>
                  <a:gd name="connsiteX62-11997" fmla="*/ 6171 w 6642"/>
                  <a:gd name="connsiteY62-11998" fmla="*/ 2498 h 5728"/>
                  <a:gd name="connsiteX63-11999" fmla="*/ 6047 w 6642"/>
                  <a:gd name="connsiteY63-12000" fmla="*/ 2413 h 5728"/>
                  <a:gd name="connsiteX64-12001" fmla="*/ 5992 w 6642"/>
                  <a:gd name="connsiteY64-12002" fmla="*/ 2412 h 5728"/>
                  <a:gd name="connsiteX65-12003" fmla="*/ 5957 w 6642"/>
                  <a:gd name="connsiteY65-12004" fmla="*/ 2480 h 5728"/>
                  <a:gd name="connsiteX66-12005" fmla="*/ 5960 w 6642"/>
                  <a:gd name="connsiteY66-12006" fmla="*/ 2562 h 5728"/>
                  <a:gd name="connsiteX67-12007" fmla="*/ 6138 w 6642"/>
                  <a:gd name="connsiteY67-12008" fmla="*/ 2730 h 5728"/>
                  <a:gd name="connsiteX68-12009" fmla="*/ 6137 w 6642"/>
                  <a:gd name="connsiteY68-12010" fmla="*/ 2844 h 5728"/>
                  <a:gd name="connsiteX69-12011" fmla="*/ 6228 w 6642"/>
                  <a:gd name="connsiteY69-12012" fmla="*/ 3060 h 5728"/>
                  <a:gd name="connsiteX70-12013" fmla="*/ 6254 w 6642"/>
                  <a:gd name="connsiteY70-12014" fmla="*/ 3090 h 5728"/>
                  <a:gd name="connsiteX71-12015" fmla="*/ 6298 w 6642"/>
                  <a:gd name="connsiteY71-12016" fmla="*/ 3094 h 5728"/>
                  <a:gd name="connsiteX72-12017" fmla="*/ 6344 w 6642"/>
                  <a:gd name="connsiteY72-12018" fmla="*/ 3010 h 5728"/>
                  <a:gd name="connsiteX73-12019" fmla="*/ 6424 w 6642"/>
                  <a:gd name="connsiteY73-12020" fmla="*/ 2950 h 5728"/>
                  <a:gd name="connsiteX74-12021" fmla="*/ 6519 w 6642"/>
                  <a:gd name="connsiteY74-12022" fmla="*/ 3126 h 5728"/>
                  <a:gd name="connsiteX75-12023" fmla="*/ 6629 w 6642"/>
                  <a:gd name="connsiteY75-12024" fmla="*/ 3312 h 5728"/>
                  <a:gd name="connsiteX76-12025" fmla="*/ 6642 w 6642"/>
                  <a:gd name="connsiteY76-12026" fmla="*/ 3342 h 5728"/>
                  <a:gd name="connsiteX77-12027" fmla="*/ 6631 w 6642"/>
                  <a:gd name="connsiteY77-12028" fmla="*/ 3518 h 5728"/>
                  <a:gd name="connsiteX78-12029" fmla="*/ 6596 w 6642"/>
                  <a:gd name="connsiteY78-12030" fmla="*/ 3554 h 5728"/>
                  <a:gd name="connsiteX79-12031" fmla="*/ 6507 w 6642"/>
                  <a:gd name="connsiteY79-12032" fmla="*/ 3515 h 5728"/>
                  <a:gd name="connsiteX80-12033" fmla="*/ 6273 w 6642"/>
                  <a:gd name="connsiteY80-12034" fmla="*/ 3644 h 5728"/>
                  <a:gd name="connsiteX81-12035" fmla="*/ 6247 w 6642"/>
                  <a:gd name="connsiteY81-12036" fmla="*/ 3666 h 5728"/>
                  <a:gd name="connsiteX82-12037" fmla="*/ 6067 w 6642"/>
                  <a:gd name="connsiteY82-12038" fmla="*/ 3812 h 5728"/>
                  <a:gd name="connsiteX83-12039" fmla="*/ 5926 w 6642"/>
                  <a:gd name="connsiteY83-12040" fmla="*/ 3926 h 5728"/>
                  <a:gd name="connsiteX84-12041" fmla="*/ 5891 w 6642"/>
                  <a:gd name="connsiteY84-12042" fmla="*/ 3965 h 5728"/>
                  <a:gd name="connsiteX85-12043" fmla="*/ 5839 w 6642"/>
                  <a:gd name="connsiteY85-12044" fmla="*/ 3973 h 5728"/>
                  <a:gd name="connsiteX86-12045" fmla="*/ 5782 w 6642"/>
                  <a:gd name="connsiteY86-12046" fmla="*/ 3916 h 5728"/>
                  <a:gd name="connsiteX87-12047" fmla="*/ 5658 w 6642"/>
                  <a:gd name="connsiteY87-12048" fmla="*/ 3808 h 5728"/>
                  <a:gd name="connsiteX88-12049" fmla="*/ 5682 w 6642"/>
                  <a:gd name="connsiteY88-12050" fmla="*/ 4064 h 5728"/>
                  <a:gd name="connsiteX89-12051" fmla="*/ 5691 w 6642"/>
                  <a:gd name="connsiteY89-12052" fmla="*/ 4192 h 5728"/>
                  <a:gd name="connsiteX90-12053" fmla="*/ 5429 w 6642"/>
                  <a:gd name="connsiteY90-12054" fmla="*/ 4166 h 5728"/>
                  <a:gd name="connsiteX91-12055" fmla="*/ 5347 w 6642"/>
                  <a:gd name="connsiteY91-12056" fmla="*/ 3987 h 5728"/>
                  <a:gd name="connsiteX92-12057" fmla="*/ 5265 w 6642"/>
                  <a:gd name="connsiteY92-12058" fmla="*/ 3802 h 5728"/>
                  <a:gd name="connsiteX93-12059" fmla="*/ 4290 w 6642"/>
                  <a:gd name="connsiteY93-12060" fmla="*/ 4504 h 5728"/>
                  <a:gd name="connsiteX94-12061" fmla="*/ 4293 w 6642"/>
                  <a:gd name="connsiteY94-12062" fmla="*/ 4556 h 5728"/>
                  <a:gd name="connsiteX95-12063" fmla="*/ 4257 w 6642"/>
                  <a:gd name="connsiteY95-12064" fmla="*/ 4614 h 5728"/>
                  <a:gd name="connsiteX96-12065" fmla="*/ 3992 w 6642"/>
                  <a:gd name="connsiteY96-12066" fmla="*/ 4680 h 5728"/>
                  <a:gd name="connsiteX97-12067" fmla="*/ 3857 w 6642"/>
                  <a:gd name="connsiteY97-12068" fmla="*/ 4739 h 5728"/>
                  <a:gd name="connsiteX98-12069" fmla="*/ 3815 w 6642"/>
                  <a:gd name="connsiteY98-12070" fmla="*/ 4777 h 5728"/>
                  <a:gd name="connsiteX99-12071" fmla="*/ 3616 w 6642"/>
                  <a:gd name="connsiteY99-12072" fmla="*/ 5021 h 5728"/>
                  <a:gd name="connsiteX100-12073" fmla="*/ 3543 w 6642"/>
                  <a:gd name="connsiteY100-12074" fmla="*/ 4970 h 5728"/>
                  <a:gd name="connsiteX101-12075" fmla="*/ 3460 w 6642"/>
                  <a:gd name="connsiteY101-12076" fmla="*/ 4971 h 5728"/>
                  <a:gd name="connsiteX102-12077" fmla="*/ 3424 w 6642"/>
                  <a:gd name="connsiteY102-12078" fmla="*/ 5045 h 5728"/>
                  <a:gd name="connsiteX103-12079" fmla="*/ 3313 w 6642"/>
                  <a:gd name="connsiteY103-12080" fmla="*/ 5000 h 5728"/>
                  <a:gd name="connsiteX104-12081" fmla="*/ 3235 w 6642"/>
                  <a:gd name="connsiteY104-12082" fmla="*/ 5109 h 5728"/>
                  <a:gd name="connsiteX105-12083" fmla="*/ 3013 w 6642"/>
                  <a:gd name="connsiteY105-12084" fmla="*/ 5349 h 5728"/>
                  <a:gd name="connsiteX106-12085" fmla="*/ 2993 w 6642"/>
                  <a:gd name="connsiteY106-12086" fmla="*/ 5516 h 5728"/>
                  <a:gd name="connsiteX107-12087" fmla="*/ 2976 w 6642"/>
                  <a:gd name="connsiteY107-12088" fmla="*/ 5659 h 5728"/>
                  <a:gd name="connsiteX108-12089" fmla="*/ 2960 w 6642"/>
                  <a:gd name="connsiteY108-12090" fmla="*/ 5669 h 5728"/>
                  <a:gd name="connsiteX109-12091" fmla="*/ 2638 w 6642"/>
                  <a:gd name="connsiteY109-12092" fmla="*/ 5621 h 5728"/>
                  <a:gd name="connsiteX110-12093" fmla="*/ 2536 w 6642"/>
                  <a:gd name="connsiteY110-12094" fmla="*/ 5566 h 5728"/>
                  <a:gd name="connsiteX111-12095" fmla="*/ 2482 w 6642"/>
                  <a:gd name="connsiteY111-12096" fmla="*/ 5503 h 5728"/>
                  <a:gd name="connsiteX112-12097" fmla="*/ 2377 w 6642"/>
                  <a:gd name="connsiteY112-12098" fmla="*/ 5477 h 5728"/>
                  <a:gd name="connsiteX113-12099" fmla="*/ 2377 w 6642"/>
                  <a:gd name="connsiteY113-12100" fmla="*/ 5379 h 5728"/>
                  <a:gd name="connsiteX114-12101" fmla="*/ 2481 w 6642"/>
                  <a:gd name="connsiteY114-12102" fmla="*/ 5149 h 5728"/>
                  <a:gd name="connsiteX115-12103" fmla="*/ 2341 w 6642"/>
                  <a:gd name="connsiteY115-12104" fmla="*/ 5070 h 5728"/>
                  <a:gd name="connsiteX116-12105" fmla="*/ 2299 w 6642"/>
                  <a:gd name="connsiteY116-12106" fmla="*/ 5095 h 5728"/>
                  <a:gd name="connsiteX117-12107" fmla="*/ 2209 w 6642"/>
                  <a:gd name="connsiteY117-12108" fmla="*/ 5214 h 5728"/>
                  <a:gd name="connsiteX118-12109" fmla="*/ 2177 w 6642"/>
                  <a:gd name="connsiteY118-12110" fmla="*/ 5276 h 5728"/>
                  <a:gd name="connsiteX119-12111" fmla="*/ 2115 w 6642"/>
                  <a:gd name="connsiteY119-12112" fmla="*/ 5386 h 5728"/>
                  <a:gd name="connsiteX120-12113" fmla="*/ 2121 w 6642"/>
                  <a:gd name="connsiteY120-12114" fmla="*/ 5510 h 5728"/>
                  <a:gd name="connsiteX121-12115" fmla="*/ 2082 w 6642"/>
                  <a:gd name="connsiteY121-12116" fmla="*/ 5558 h 5728"/>
                  <a:gd name="connsiteX122-12117" fmla="*/ 1951 w 6642"/>
                  <a:gd name="connsiteY122-12118" fmla="*/ 5617 h 5728"/>
                  <a:gd name="connsiteX123-12119" fmla="*/ 1785 w 6642"/>
                  <a:gd name="connsiteY123-12120" fmla="*/ 5649 h 5728"/>
                  <a:gd name="connsiteX124-12121" fmla="*/ 1682 w 6642"/>
                  <a:gd name="connsiteY124-12122" fmla="*/ 5728 h 5728"/>
                  <a:gd name="connsiteX125-12123" fmla="*/ 1568 w 6642"/>
                  <a:gd name="connsiteY125-12124" fmla="*/ 5611 h 5728"/>
                  <a:gd name="connsiteX126-12125" fmla="*/ 1508 w 6642"/>
                  <a:gd name="connsiteY126-12126" fmla="*/ 5485 h 5728"/>
                  <a:gd name="connsiteX127-12127" fmla="*/ 1630 w 6642"/>
                  <a:gd name="connsiteY127-12128" fmla="*/ 5242 h 5728"/>
                  <a:gd name="connsiteX128-12129" fmla="*/ 1685 w 6642"/>
                  <a:gd name="connsiteY128-12130" fmla="*/ 5195 h 5728"/>
                  <a:gd name="connsiteX129-12131" fmla="*/ 1730 w 6642"/>
                  <a:gd name="connsiteY129-12132" fmla="*/ 5120 h 5728"/>
                  <a:gd name="connsiteX130-12133" fmla="*/ 1727 w 6642"/>
                  <a:gd name="connsiteY130-12134" fmla="*/ 5071 h 5728"/>
                  <a:gd name="connsiteX131-12135" fmla="*/ 1530 w 6642"/>
                  <a:gd name="connsiteY131-12136" fmla="*/ 5007 h 5728"/>
                  <a:gd name="connsiteX132-12137" fmla="*/ 1459 w 6642"/>
                  <a:gd name="connsiteY132-12138" fmla="*/ 5064 h 5728"/>
                  <a:gd name="connsiteX133-12139" fmla="*/ 1353 w 6642"/>
                  <a:gd name="connsiteY133-12140" fmla="*/ 5111 h 5728"/>
                  <a:gd name="connsiteX134-12141" fmla="*/ 1290 w 6642"/>
                  <a:gd name="connsiteY134-12142" fmla="*/ 5063 h 5728"/>
                  <a:gd name="connsiteX135-12143" fmla="*/ 1052 w 6642"/>
                  <a:gd name="connsiteY135-12144" fmla="*/ 5254 h 5728"/>
                  <a:gd name="connsiteX136-12145" fmla="*/ 924 w 6642"/>
                  <a:gd name="connsiteY136-12146" fmla="*/ 5231 h 5728"/>
                  <a:gd name="connsiteX137-12147" fmla="*/ 813 w 6642"/>
                  <a:gd name="connsiteY137-12148" fmla="*/ 5097 h 5728"/>
                  <a:gd name="connsiteX138-12149" fmla="*/ 683 w 6642"/>
                  <a:gd name="connsiteY138-12150" fmla="*/ 4930 h 5728"/>
                  <a:gd name="connsiteX139-12151" fmla="*/ 572 w 6642"/>
                  <a:gd name="connsiteY139-12152" fmla="*/ 4806 h 5728"/>
                  <a:gd name="connsiteX140-12153" fmla="*/ 505 w 6642"/>
                  <a:gd name="connsiteY140-12154" fmla="*/ 4788 h 5728"/>
                  <a:gd name="connsiteX141-12155" fmla="*/ 640 w 6642"/>
                  <a:gd name="connsiteY141-12156" fmla="*/ 4631 h 5728"/>
                  <a:gd name="connsiteX142-12157" fmla="*/ 683 w 6642"/>
                  <a:gd name="connsiteY142-12158" fmla="*/ 4541 h 5728"/>
                  <a:gd name="connsiteX143-12159" fmla="*/ 651 w 6642"/>
                  <a:gd name="connsiteY143-12160" fmla="*/ 4438 h 5728"/>
                  <a:gd name="connsiteX144-12161" fmla="*/ 277 w 6642"/>
                  <a:gd name="connsiteY144-12162" fmla="*/ 4491 h 5728"/>
                  <a:gd name="connsiteX145-12163" fmla="*/ 187 w 6642"/>
                  <a:gd name="connsiteY145-12164" fmla="*/ 4518 h 5728"/>
                  <a:gd name="connsiteX146-12165" fmla="*/ 195 w 6642"/>
                  <a:gd name="connsiteY146-12166" fmla="*/ 4384 h 5728"/>
                  <a:gd name="connsiteX147-12167" fmla="*/ 147 w 6642"/>
                  <a:gd name="connsiteY147-12168" fmla="*/ 4318 h 5728"/>
                  <a:gd name="connsiteX148-12169" fmla="*/ 39 w 6642"/>
                  <a:gd name="connsiteY148-12170" fmla="*/ 4220 h 5728"/>
                  <a:gd name="connsiteX149-12171" fmla="*/ 75 w 6642"/>
                  <a:gd name="connsiteY149-12172" fmla="*/ 4093 h 5728"/>
                  <a:gd name="connsiteX150-12173" fmla="*/ 63 w 6642"/>
                  <a:gd name="connsiteY150-12174" fmla="*/ 3929 h 5728"/>
                  <a:gd name="connsiteX151-12175" fmla="*/ 0 w 6642"/>
                  <a:gd name="connsiteY151-12176" fmla="*/ 3842 h 5728"/>
                  <a:gd name="connsiteX152-12177" fmla="*/ 0 w 6642"/>
                  <a:gd name="connsiteY152-12178" fmla="*/ 3737 h 5728"/>
                  <a:gd name="connsiteX153-12179" fmla="*/ 303 w 6642"/>
                  <a:gd name="connsiteY153-12180" fmla="*/ 3824 h 5728"/>
                  <a:gd name="connsiteX154-12181" fmla="*/ 830 w 6642"/>
                  <a:gd name="connsiteY154-12182" fmla="*/ 3840 h 5728"/>
                  <a:gd name="connsiteX155-12183" fmla="*/ 1044 w 6642"/>
                  <a:gd name="connsiteY155-12184" fmla="*/ 3908 h 5728"/>
                  <a:gd name="connsiteX156-12185" fmla="*/ 1213 w 6642"/>
                  <a:gd name="connsiteY156-12186" fmla="*/ 4053 h 5728"/>
                  <a:gd name="connsiteX157-12187" fmla="*/ 1257 w 6642"/>
                  <a:gd name="connsiteY157-12188" fmla="*/ 4077 h 5728"/>
                  <a:gd name="connsiteX158-12189" fmla="*/ 1417 w 6642"/>
                  <a:gd name="connsiteY158-12190" fmla="*/ 4107 h 5728"/>
                  <a:gd name="connsiteX159-12191" fmla="*/ 1487 w 6642"/>
                  <a:gd name="connsiteY159-12192" fmla="*/ 4158 h 5728"/>
                  <a:gd name="connsiteX160-12193" fmla="*/ 1688 w 6642"/>
                  <a:gd name="connsiteY160-12194" fmla="*/ 4229 h 5728"/>
                  <a:gd name="connsiteX161-12195" fmla="*/ 1904 w 6642"/>
                  <a:gd name="connsiteY161-12196" fmla="*/ 4309 h 5728"/>
                  <a:gd name="connsiteX162-12197" fmla="*/ 2068 w 6642"/>
                  <a:gd name="connsiteY162-12198" fmla="*/ 4212 h 5728"/>
                  <a:gd name="connsiteX163-12199" fmla="*/ 2267 w 6642"/>
                  <a:gd name="connsiteY163-12200" fmla="*/ 4125 h 5728"/>
                  <a:gd name="connsiteX164-12201" fmla="*/ 2363 w 6642"/>
                  <a:gd name="connsiteY164-12202" fmla="*/ 4075 h 5728"/>
                  <a:gd name="connsiteX165-12203" fmla="*/ 2539 w 6642"/>
                  <a:gd name="connsiteY165-12204" fmla="*/ 3995 h 5728"/>
                  <a:gd name="connsiteX166-12205" fmla="*/ 2721 w 6642"/>
                  <a:gd name="connsiteY166-12206" fmla="*/ 3970 h 5728"/>
                  <a:gd name="connsiteX167-12207" fmla="*/ 3073 w 6642"/>
                  <a:gd name="connsiteY167-12208" fmla="*/ 3979 h 5728"/>
                  <a:gd name="connsiteX168-12209" fmla="*/ 3416 w 6642"/>
                  <a:gd name="connsiteY168-12210" fmla="*/ 3722 h 5728"/>
                  <a:gd name="connsiteX0-12211" fmla="*/ 5456 w 6642"/>
                  <a:gd name="connsiteY0-12212" fmla="*/ 2333 h 5728"/>
                  <a:gd name="connsiteX1-12213" fmla="*/ 5454 w 6642"/>
                  <a:gd name="connsiteY1-12214" fmla="*/ 2117 h 5728"/>
                  <a:gd name="connsiteX2-12215" fmla="*/ 5378 w 6642"/>
                  <a:gd name="connsiteY2-12216" fmla="*/ 2039 h 5728"/>
                  <a:gd name="connsiteX3-12217" fmla="*/ 5235 w 6642"/>
                  <a:gd name="connsiteY3-12218" fmla="*/ 1951 h 5728"/>
                  <a:gd name="connsiteX4-12219" fmla="*/ 5143 w 6642"/>
                  <a:gd name="connsiteY4-12220" fmla="*/ 1827 h 5728"/>
                  <a:gd name="connsiteX5-12221" fmla="*/ 5047 w 6642"/>
                  <a:gd name="connsiteY5-12222" fmla="*/ 1828 h 5728"/>
                  <a:gd name="connsiteX6-12223" fmla="*/ 5002 w 6642"/>
                  <a:gd name="connsiteY6-12224" fmla="*/ 1883 h 5728"/>
                  <a:gd name="connsiteX7-12225" fmla="*/ 4909 w 6642"/>
                  <a:gd name="connsiteY7-12226" fmla="*/ 1877 h 5728"/>
                  <a:gd name="connsiteX8-12227" fmla="*/ 4889 w 6642"/>
                  <a:gd name="connsiteY8-12228" fmla="*/ 1994 h 5728"/>
                  <a:gd name="connsiteX9-12229" fmla="*/ 4708 w 6642"/>
                  <a:gd name="connsiteY9-12230" fmla="*/ 1941 h 5728"/>
                  <a:gd name="connsiteX10-12231" fmla="*/ 4625 w 6642"/>
                  <a:gd name="connsiteY10-12232" fmla="*/ 1939 h 5728"/>
                  <a:gd name="connsiteX11-12233" fmla="*/ 4500 w 6642"/>
                  <a:gd name="connsiteY11-12234" fmla="*/ 2014 h 5728"/>
                  <a:gd name="connsiteX12-12235" fmla="*/ 4388 w 6642"/>
                  <a:gd name="connsiteY12-12236" fmla="*/ 1890 h 5728"/>
                  <a:gd name="connsiteX13-12237" fmla="*/ 4482 w 6642"/>
                  <a:gd name="connsiteY13-12238" fmla="*/ 1804 h 5728"/>
                  <a:gd name="connsiteX14-12239" fmla="*/ 4486 w 6642"/>
                  <a:gd name="connsiteY14-12240" fmla="*/ 1634 h 5728"/>
                  <a:gd name="connsiteX15-12241" fmla="*/ 4541 w 6642"/>
                  <a:gd name="connsiteY15-12242" fmla="*/ 1514 h 5728"/>
                  <a:gd name="connsiteX16-12243" fmla="*/ 4584 w 6642"/>
                  <a:gd name="connsiteY16-12244" fmla="*/ 1306 h 5728"/>
                  <a:gd name="connsiteX17-12245" fmla="*/ 4644 w 6642"/>
                  <a:gd name="connsiteY17-12246" fmla="*/ 1307 h 5728"/>
                  <a:gd name="connsiteX18-12247" fmla="*/ 4967 w 6642"/>
                  <a:gd name="connsiteY18-12248" fmla="*/ 1286 h 5728"/>
                  <a:gd name="connsiteX19-12249" fmla="*/ 5141 w 6642"/>
                  <a:gd name="connsiteY19-12250" fmla="*/ 1117 h 5728"/>
                  <a:gd name="connsiteX20-12251" fmla="*/ 5210 w 6642"/>
                  <a:gd name="connsiteY20-12252" fmla="*/ 748 h 5728"/>
                  <a:gd name="connsiteX21-12253" fmla="*/ 5320 w 6642"/>
                  <a:gd name="connsiteY21-12254" fmla="*/ 486 h 5728"/>
                  <a:gd name="connsiteX22-12255" fmla="*/ 5318 w 6642"/>
                  <a:gd name="connsiteY22-12256" fmla="*/ 358 h 5728"/>
                  <a:gd name="connsiteX23-12257" fmla="*/ 5305 w 6642"/>
                  <a:gd name="connsiteY23-12258" fmla="*/ 328 h 5728"/>
                  <a:gd name="connsiteX24-12259" fmla="*/ 5238 w 6642"/>
                  <a:gd name="connsiteY24-12260" fmla="*/ 251 h 5728"/>
                  <a:gd name="connsiteX25-12261" fmla="*/ 5178 w 6642"/>
                  <a:gd name="connsiteY25-12262" fmla="*/ 217 h 5728"/>
                  <a:gd name="connsiteX26-12263" fmla="*/ 5303 w 6642"/>
                  <a:gd name="connsiteY26-12264" fmla="*/ 56 h 5728"/>
                  <a:gd name="connsiteX27-12265" fmla="*/ 5476 w 6642"/>
                  <a:gd name="connsiteY27-12266" fmla="*/ 2 h 5728"/>
                  <a:gd name="connsiteX28-12267" fmla="*/ 5508 w 6642"/>
                  <a:gd name="connsiteY28-12268" fmla="*/ 49 h 5728"/>
                  <a:gd name="connsiteX29-12269" fmla="*/ 5498 w 6642"/>
                  <a:gd name="connsiteY29-12270" fmla="*/ 133 h 5728"/>
                  <a:gd name="connsiteX30-12271" fmla="*/ 5437 w 6642"/>
                  <a:gd name="connsiteY30-12272" fmla="*/ 243 h 5728"/>
                  <a:gd name="connsiteX31-12273" fmla="*/ 5507 w 6642"/>
                  <a:gd name="connsiteY31-12274" fmla="*/ 301 h 5728"/>
                  <a:gd name="connsiteX32-12275" fmla="*/ 5621 w 6642"/>
                  <a:gd name="connsiteY32-12276" fmla="*/ 366 h 5728"/>
                  <a:gd name="connsiteX33-12277" fmla="*/ 5641 w 6642"/>
                  <a:gd name="connsiteY33-12278" fmla="*/ 255 h 5728"/>
                  <a:gd name="connsiteX34-12279" fmla="*/ 5775 w 6642"/>
                  <a:gd name="connsiteY34-12280" fmla="*/ 291 h 5728"/>
                  <a:gd name="connsiteX35-12281" fmla="*/ 5800 w 6642"/>
                  <a:gd name="connsiteY35-12282" fmla="*/ 331 h 5728"/>
                  <a:gd name="connsiteX36-12283" fmla="*/ 5876 w 6642"/>
                  <a:gd name="connsiteY36-12284" fmla="*/ 562 h 5728"/>
                  <a:gd name="connsiteX37-12285" fmla="*/ 5911 w 6642"/>
                  <a:gd name="connsiteY37-12286" fmla="*/ 586 h 5728"/>
                  <a:gd name="connsiteX38-12287" fmla="*/ 6003 w 6642"/>
                  <a:gd name="connsiteY38-12288" fmla="*/ 578 h 5728"/>
                  <a:gd name="connsiteX39-12289" fmla="*/ 6263 w 6642"/>
                  <a:gd name="connsiteY39-12290" fmla="*/ 490 h 5728"/>
                  <a:gd name="connsiteX40-12291" fmla="*/ 6483 w 6642"/>
                  <a:gd name="connsiteY40-12292" fmla="*/ 479 h 5728"/>
                  <a:gd name="connsiteX41-12293" fmla="*/ 6543 w 6642"/>
                  <a:gd name="connsiteY41-12294" fmla="*/ 648 h 5728"/>
                  <a:gd name="connsiteX42-12295" fmla="*/ 6461 w 6642"/>
                  <a:gd name="connsiteY42-12296" fmla="*/ 944 h 5728"/>
                  <a:gd name="connsiteX43-12297" fmla="*/ 6461 w 6642"/>
                  <a:gd name="connsiteY43-12298" fmla="*/ 1022 h 5728"/>
                  <a:gd name="connsiteX44-12299" fmla="*/ 6530 w 6642"/>
                  <a:gd name="connsiteY44-12300" fmla="*/ 1168 h 5728"/>
                  <a:gd name="connsiteX45-12301" fmla="*/ 6545 w 6642"/>
                  <a:gd name="connsiteY45-12302" fmla="*/ 1427 h 5728"/>
                  <a:gd name="connsiteX46-12303" fmla="*/ 6547 w 6642"/>
                  <a:gd name="connsiteY46-12304" fmla="*/ 1617 h 5728"/>
                  <a:gd name="connsiteX47-12305" fmla="*/ 6480 w 6642"/>
                  <a:gd name="connsiteY47-12306" fmla="*/ 1625 h 5728"/>
                  <a:gd name="connsiteX48-12307" fmla="*/ 6458 w 6642"/>
                  <a:gd name="connsiteY48-12308" fmla="*/ 1507 h 5728"/>
                  <a:gd name="connsiteX49-12309" fmla="*/ 6423 w 6642"/>
                  <a:gd name="connsiteY49-12310" fmla="*/ 1450 h 5728"/>
                  <a:gd name="connsiteX50-12311" fmla="*/ 6333 w 6642"/>
                  <a:gd name="connsiteY50-12312" fmla="*/ 1582 h 5728"/>
                  <a:gd name="connsiteX51-12313" fmla="*/ 6220 w 6642"/>
                  <a:gd name="connsiteY51-12314" fmla="*/ 1776 h 5728"/>
                  <a:gd name="connsiteX52-12315" fmla="*/ 6101 w 6642"/>
                  <a:gd name="connsiteY52-12316" fmla="*/ 1904 h 5728"/>
                  <a:gd name="connsiteX53-12317" fmla="*/ 6094 w 6642"/>
                  <a:gd name="connsiteY53-12318" fmla="*/ 2018 h 5728"/>
                  <a:gd name="connsiteX54-12319" fmla="*/ 6154 w 6642"/>
                  <a:gd name="connsiteY54-12320" fmla="*/ 2115 h 5728"/>
                  <a:gd name="connsiteX55-12321" fmla="*/ 6256 w 6642"/>
                  <a:gd name="connsiteY55-12322" fmla="*/ 2183 h 5728"/>
                  <a:gd name="connsiteX56-12323" fmla="*/ 6333 w 6642"/>
                  <a:gd name="connsiteY56-12324" fmla="*/ 2178 h 5728"/>
                  <a:gd name="connsiteX57-12325" fmla="*/ 6378 w 6642"/>
                  <a:gd name="connsiteY57-12326" fmla="*/ 2104 h 5728"/>
                  <a:gd name="connsiteX58-12327" fmla="*/ 6412 w 6642"/>
                  <a:gd name="connsiteY58-12328" fmla="*/ 2210 h 5728"/>
                  <a:gd name="connsiteX59-12329" fmla="*/ 6300 w 6642"/>
                  <a:gd name="connsiteY59-12330" fmla="*/ 2249 h 5728"/>
                  <a:gd name="connsiteX60-12331" fmla="*/ 6347 w 6642"/>
                  <a:gd name="connsiteY60-12332" fmla="*/ 2362 h 5728"/>
                  <a:gd name="connsiteX61-12333" fmla="*/ 6212 w 6642"/>
                  <a:gd name="connsiteY61-12334" fmla="*/ 2509 h 5728"/>
                  <a:gd name="connsiteX62-12335" fmla="*/ 6171 w 6642"/>
                  <a:gd name="connsiteY62-12336" fmla="*/ 2498 h 5728"/>
                  <a:gd name="connsiteX63-12337" fmla="*/ 6047 w 6642"/>
                  <a:gd name="connsiteY63-12338" fmla="*/ 2413 h 5728"/>
                  <a:gd name="connsiteX64-12339" fmla="*/ 5992 w 6642"/>
                  <a:gd name="connsiteY64-12340" fmla="*/ 2412 h 5728"/>
                  <a:gd name="connsiteX65-12341" fmla="*/ 5957 w 6642"/>
                  <a:gd name="connsiteY65-12342" fmla="*/ 2480 h 5728"/>
                  <a:gd name="connsiteX66-12343" fmla="*/ 5960 w 6642"/>
                  <a:gd name="connsiteY66-12344" fmla="*/ 2562 h 5728"/>
                  <a:gd name="connsiteX67-12345" fmla="*/ 6138 w 6642"/>
                  <a:gd name="connsiteY67-12346" fmla="*/ 2730 h 5728"/>
                  <a:gd name="connsiteX68-12347" fmla="*/ 6137 w 6642"/>
                  <a:gd name="connsiteY68-12348" fmla="*/ 2844 h 5728"/>
                  <a:gd name="connsiteX69-12349" fmla="*/ 6228 w 6642"/>
                  <a:gd name="connsiteY69-12350" fmla="*/ 3060 h 5728"/>
                  <a:gd name="connsiteX70-12351" fmla="*/ 6254 w 6642"/>
                  <a:gd name="connsiteY70-12352" fmla="*/ 3090 h 5728"/>
                  <a:gd name="connsiteX71-12353" fmla="*/ 6298 w 6642"/>
                  <a:gd name="connsiteY71-12354" fmla="*/ 3094 h 5728"/>
                  <a:gd name="connsiteX72-12355" fmla="*/ 6344 w 6642"/>
                  <a:gd name="connsiteY72-12356" fmla="*/ 3010 h 5728"/>
                  <a:gd name="connsiteX73-12357" fmla="*/ 6424 w 6642"/>
                  <a:gd name="connsiteY73-12358" fmla="*/ 2950 h 5728"/>
                  <a:gd name="connsiteX74-12359" fmla="*/ 6519 w 6642"/>
                  <a:gd name="connsiteY74-12360" fmla="*/ 3126 h 5728"/>
                  <a:gd name="connsiteX75-12361" fmla="*/ 6629 w 6642"/>
                  <a:gd name="connsiteY75-12362" fmla="*/ 3312 h 5728"/>
                  <a:gd name="connsiteX76-12363" fmla="*/ 6642 w 6642"/>
                  <a:gd name="connsiteY76-12364" fmla="*/ 3342 h 5728"/>
                  <a:gd name="connsiteX77-12365" fmla="*/ 6631 w 6642"/>
                  <a:gd name="connsiteY77-12366" fmla="*/ 3518 h 5728"/>
                  <a:gd name="connsiteX78-12367" fmla="*/ 6596 w 6642"/>
                  <a:gd name="connsiteY78-12368" fmla="*/ 3554 h 5728"/>
                  <a:gd name="connsiteX79-12369" fmla="*/ 6507 w 6642"/>
                  <a:gd name="connsiteY79-12370" fmla="*/ 3515 h 5728"/>
                  <a:gd name="connsiteX80-12371" fmla="*/ 6273 w 6642"/>
                  <a:gd name="connsiteY80-12372" fmla="*/ 3644 h 5728"/>
                  <a:gd name="connsiteX81-12373" fmla="*/ 6247 w 6642"/>
                  <a:gd name="connsiteY81-12374" fmla="*/ 3666 h 5728"/>
                  <a:gd name="connsiteX82-12375" fmla="*/ 6067 w 6642"/>
                  <a:gd name="connsiteY82-12376" fmla="*/ 3812 h 5728"/>
                  <a:gd name="connsiteX83-12377" fmla="*/ 5926 w 6642"/>
                  <a:gd name="connsiteY83-12378" fmla="*/ 3926 h 5728"/>
                  <a:gd name="connsiteX84-12379" fmla="*/ 5891 w 6642"/>
                  <a:gd name="connsiteY84-12380" fmla="*/ 3965 h 5728"/>
                  <a:gd name="connsiteX85-12381" fmla="*/ 5839 w 6642"/>
                  <a:gd name="connsiteY85-12382" fmla="*/ 3973 h 5728"/>
                  <a:gd name="connsiteX86-12383" fmla="*/ 5782 w 6642"/>
                  <a:gd name="connsiteY86-12384" fmla="*/ 3916 h 5728"/>
                  <a:gd name="connsiteX87-12385" fmla="*/ 5658 w 6642"/>
                  <a:gd name="connsiteY87-12386" fmla="*/ 3808 h 5728"/>
                  <a:gd name="connsiteX88-12387" fmla="*/ 5682 w 6642"/>
                  <a:gd name="connsiteY88-12388" fmla="*/ 4064 h 5728"/>
                  <a:gd name="connsiteX89-12389" fmla="*/ 5691 w 6642"/>
                  <a:gd name="connsiteY89-12390" fmla="*/ 4192 h 5728"/>
                  <a:gd name="connsiteX90-12391" fmla="*/ 5429 w 6642"/>
                  <a:gd name="connsiteY90-12392" fmla="*/ 4166 h 5728"/>
                  <a:gd name="connsiteX91-12393" fmla="*/ 5347 w 6642"/>
                  <a:gd name="connsiteY91-12394" fmla="*/ 3987 h 5728"/>
                  <a:gd name="connsiteX92-12395" fmla="*/ 5265 w 6642"/>
                  <a:gd name="connsiteY92-12396" fmla="*/ 3802 h 5728"/>
                  <a:gd name="connsiteX93-12397" fmla="*/ 4290 w 6642"/>
                  <a:gd name="connsiteY93-12398" fmla="*/ 4504 h 5728"/>
                  <a:gd name="connsiteX94-12399" fmla="*/ 4293 w 6642"/>
                  <a:gd name="connsiteY94-12400" fmla="*/ 4556 h 5728"/>
                  <a:gd name="connsiteX95-12401" fmla="*/ 4257 w 6642"/>
                  <a:gd name="connsiteY95-12402" fmla="*/ 4614 h 5728"/>
                  <a:gd name="connsiteX96-12403" fmla="*/ 3992 w 6642"/>
                  <a:gd name="connsiteY96-12404" fmla="*/ 4680 h 5728"/>
                  <a:gd name="connsiteX97-12405" fmla="*/ 3857 w 6642"/>
                  <a:gd name="connsiteY97-12406" fmla="*/ 4739 h 5728"/>
                  <a:gd name="connsiteX98-12407" fmla="*/ 3815 w 6642"/>
                  <a:gd name="connsiteY98-12408" fmla="*/ 4777 h 5728"/>
                  <a:gd name="connsiteX99-12409" fmla="*/ 3616 w 6642"/>
                  <a:gd name="connsiteY99-12410" fmla="*/ 5021 h 5728"/>
                  <a:gd name="connsiteX100-12411" fmla="*/ 3543 w 6642"/>
                  <a:gd name="connsiteY100-12412" fmla="*/ 4970 h 5728"/>
                  <a:gd name="connsiteX101-12413" fmla="*/ 3460 w 6642"/>
                  <a:gd name="connsiteY101-12414" fmla="*/ 4971 h 5728"/>
                  <a:gd name="connsiteX102-12415" fmla="*/ 3424 w 6642"/>
                  <a:gd name="connsiteY102-12416" fmla="*/ 5045 h 5728"/>
                  <a:gd name="connsiteX103-12417" fmla="*/ 3313 w 6642"/>
                  <a:gd name="connsiteY103-12418" fmla="*/ 5000 h 5728"/>
                  <a:gd name="connsiteX104-12419" fmla="*/ 3235 w 6642"/>
                  <a:gd name="connsiteY104-12420" fmla="*/ 5109 h 5728"/>
                  <a:gd name="connsiteX105-12421" fmla="*/ 3013 w 6642"/>
                  <a:gd name="connsiteY105-12422" fmla="*/ 5349 h 5728"/>
                  <a:gd name="connsiteX106-12423" fmla="*/ 2993 w 6642"/>
                  <a:gd name="connsiteY106-12424" fmla="*/ 5516 h 5728"/>
                  <a:gd name="connsiteX107-12425" fmla="*/ 2976 w 6642"/>
                  <a:gd name="connsiteY107-12426" fmla="*/ 5659 h 5728"/>
                  <a:gd name="connsiteX108-12427" fmla="*/ 2960 w 6642"/>
                  <a:gd name="connsiteY108-12428" fmla="*/ 5669 h 5728"/>
                  <a:gd name="connsiteX109-12429" fmla="*/ 2638 w 6642"/>
                  <a:gd name="connsiteY109-12430" fmla="*/ 5621 h 5728"/>
                  <a:gd name="connsiteX110-12431" fmla="*/ 2536 w 6642"/>
                  <a:gd name="connsiteY110-12432" fmla="*/ 5566 h 5728"/>
                  <a:gd name="connsiteX111-12433" fmla="*/ 2482 w 6642"/>
                  <a:gd name="connsiteY111-12434" fmla="*/ 5503 h 5728"/>
                  <a:gd name="connsiteX112-12435" fmla="*/ 2377 w 6642"/>
                  <a:gd name="connsiteY112-12436" fmla="*/ 5477 h 5728"/>
                  <a:gd name="connsiteX113-12437" fmla="*/ 2377 w 6642"/>
                  <a:gd name="connsiteY113-12438" fmla="*/ 5379 h 5728"/>
                  <a:gd name="connsiteX114-12439" fmla="*/ 2481 w 6642"/>
                  <a:gd name="connsiteY114-12440" fmla="*/ 5149 h 5728"/>
                  <a:gd name="connsiteX115-12441" fmla="*/ 2341 w 6642"/>
                  <a:gd name="connsiteY115-12442" fmla="*/ 5070 h 5728"/>
                  <a:gd name="connsiteX116-12443" fmla="*/ 2299 w 6642"/>
                  <a:gd name="connsiteY116-12444" fmla="*/ 5095 h 5728"/>
                  <a:gd name="connsiteX117-12445" fmla="*/ 2209 w 6642"/>
                  <a:gd name="connsiteY117-12446" fmla="*/ 5214 h 5728"/>
                  <a:gd name="connsiteX118-12447" fmla="*/ 2177 w 6642"/>
                  <a:gd name="connsiteY118-12448" fmla="*/ 5276 h 5728"/>
                  <a:gd name="connsiteX119-12449" fmla="*/ 2115 w 6642"/>
                  <a:gd name="connsiteY119-12450" fmla="*/ 5386 h 5728"/>
                  <a:gd name="connsiteX120-12451" fmla="*/ 2121 w 6642"/>
                  <a:gd name="connsiteY120-12452" fmla="*/ 5510 h 5728"/>
                  <a:gd name="connsiteX121-12453" fmla="*/ 2082 w 6642"/>
                  <a:gd name="connsiteY121-12454" fmla="*/ 5558 h 5728"/>
                  <a:gd name="connsiteX122-12455" fmla="*/ 1951 w 6642"/>
                  <a:gd name="connsiteY122-12456" fmla="*/ 5617 h 5728"/>
                  <a:gd name="connsiteX123-12457" fmla="*/ 1785 w 6642"/>
                  <a:gd name="connsiteY123-12458" fmla="*/ 5649 h 5728"/>
                  <a:gd name="connsiteX124-12459" fmla="*/ 1682 w 6642"/>
                  <a:gd name="connsiteY124-12460" fmla="*/ 5728 h 5728"/>
                  <a:gd name="connsiteX125-12461" fmla="*/ 1568 w 6642"/>
                  <a:gd name="connsiteY125-12462" fmla="*/ 5611 h 5728"/>
                  <a:gd name="connsiteX126-12463" fmla="*/ 1508 w 6642"/>
                  <a:gd name="connsiteY126-12464" fmla="*/ 5485 h 5728"/>
                  <a:gd name="connsiteX127-12465" fmla="*/ 1630 w 6642"/>
                  <a:gd name="connsiteY127-12466" fmla="*/ 5242 h 5728"/>
                  <a:gd name="connsiteX128-12467" fmla="*/ 1685 w 6642"/>
                  <a:gd name="connsiteY128-12468" fmla="*/ 5195 h 5728"/>
                  <a:gd name="connsiteX129-12469" fmla="*/ 1730 w 6642"/>
                  <a:gd name="connsiteY129-12470" fmla="*/ 5120 h 5728"/>
                  <a:gd name="connsiteX130-12471" fmla="*/ 1727 w 6642"/>
                  <a:gd name="connsiteY130-12472" fmla="*/ 5071 h 5728"/>
                  <a:gd name="connsiteX131-12473" fmla="*/ 1530 w 6642"/>
                  <a:gd name="connsiteY131-12474" fmla="*/ 5007 h 5728"/>
                  <a:gd name="connsiteX132-12475" fmla="*/ 1459 w 6642"/>
                  <a:gd name="connsiteY132-12476" fmla="*/ 5064 h 5728"/>
                  <a:gd name="connsiteX133-12477" fmla="*/ 1353 w 6642"/>
                  <a:gd name="connsiteY133-12478" fmla="*/ 5111 h 5728"/>
                  <a:gd name="connsiteX134-12479" fmla="*/ 1290 w 6642"/>
                  <a:gd name="connsiteY134-12480" fmla="*/ 5063 h 5728"/>
                  <a:gd name="connsiteX135-12481" fmla="*/ 1052 w 6642"/>
                  <a:gd name="connsiteY135-12482" fmla="*/ 5254 h 5728"/>
                  <a:gd name="connsiteX136-12483" fmla="*/ 924 w 6642"/>
                  <a:gd name="connsiteY136-12484" fmla="*/ 5231 h 5728"/>
                  <a:gd name="connsiteX137-12485" fmla="*/ 813 w 6642"/>
                  <a:gd name="connsiteY137-12486" fmla="*/ 5097 h 5728"/>
                  <a:gd name="connsiteX138-12487" fmla="*/ 683 w 6642"/>
                  <a:gd name="connsiteY138-12488" fmla="*/ 4930 h 5728"/>
                  <a:gd name="connsiteX139-12489" fmla="*/ 572 w 6642"/>
                  <a:gd name="connsiteY139-12490" fmla="*/ 4806 h 5728"/>
                  <a:gd name="connsiteX140-12491" fmla="*/ 505 w 6642"/>
                  <a:gd name="connsiteY140-12492" fmla="*/ 4788 h 5728"/>
                  <a:gd name="connsiteX141-12493" fmla="*/ 640 w 6642"/>
                  <a:gd name="connsiteY141-12494" fmla="*/ 4631 h 5728"/>
                  <a:gd name="connsiteX142-12495" fmla="*/ 683 w 6642"/>
                  <a:gd name="connsiteY142-12496" fmla="*/ 4541 h 5728"/>
                  <a:gd name="connsiteX143-12497" fmla="*/ 651 w 6642"/>
                  <a:gd name="connsiteY143-12498" fmla="*/ 4438 h 5728"/>
                  <a:gd name="connsiteX144-12499" fmla="*/ 277 w 6642"/>
                  <a:gd name="connsiteY144-12500" fmla="*/ 4491 h 5728"/>
                  <a:gd name="connsiteX145-12501" fmla="*/ 187 w 6642"/>
                  <a:gd name="connsiteY145-12502" fmla="*/ 4518 h 5728"/>
                  <a:gd name="connsiteX146-12503" fmla="*/ 195 w 6642"/>
                  <a:gd name="connsiteY146-12504" fmla="*/ 4384 h 5728"/>
                  <a:gd name="connsiteX147-12505" fmla="*/ 147 w 6642"/>
                  <a:gd name="connsiteY147-12506" fmla="*/ 4318 h 5728"/>
                  <a:gd name="connsiteX148-12507" fmla="*/ 39 w 6642"/>
                  <a:gd name="connsiteY148-12508" fmla="*/ 4220 h 5728"/>
                  <a:gd name="connsiteX149-12509" fmla="*/ 75 w 6642"/>
                  <a:gd name="connsiteY149-12510" fmla="*/ 4093 h 5728"/>
                  <a:gd name="connsiteX150-12511" fmla="*/ 63 w 6642"/>
                  <a:gd name="connsiteY150-12512" fmla="*/ 3929 h 5728"/>
                  <a:gd name="connsiteX151-12513" fmla="*/ 0 w 6642"/>
                  <a:gd name="connsiteY151-12514" fmla="*/ 3842 h 5728"/>
                  <a:gd name="connsiteX152-12515" fmla="*/ 0 w 6642"/>
                  <a:gd name="connsiteY152-12516" fmla="*/ 3737 h 5728"/>
                  <a:gd name="connsiteX153-12517" fmla="*/ 303 w 6642"/>
                  <a:gd name="connsiteY153-12518" fmla="*/ 3824 h 5728"/>
                  <a:gd name="connsiteX154-12519" fmla="*/ 830 w 6642"/>
                  <a:gd name="connsiteY154-12520" fmla="*/ 3840 h 5728"/>
                  <a:gd name="connsiteX155-12521" fmla="*/ 1044 w 6642"/>
                  <a:gd name="connsiteY155-12522" fmla="*/ 3908 h 5728"/>
                  <a:gd name="connsiteX156-12523" fmla="*/ 1213 w 6642"/>
                  <a:gd name="connsiteY156-12524" fmla="*/ 4053 h 5728"/>
                  <a:gd name="connsiteX157-12525" fmla="*/ 1257 w 6642"/>
                  <a:gd name="connsiteY157-12526" fmla="*/ 4077 h 5728"/>
                  <a:gd name="connsiteX158-12527" fmla="*/ 1417 w 6642"/>
                  <a:gd name="connsiteY158-12528" fmla="*/ 4107 h 5728"/>
                  <a:gd name="connsiteX159-12529" fmla="*/ 1487 w 6642"/>
                  <a:gd name="connsiteY159-12530" fmla="*/ 4158 h 5728"/>
                  <a:gd name="connsiteX160-12531" fmla="*/ 1688 w 6642"/>
                  <a:gd name="connsiteY160-12532" fmla="*/ 4229 h 5728"/>
                  <a:gd name="connsiteX161-12533" fmla="*/ 1904 w 6642"/>
                  <a:gd name="connsiteY161-12534" fmla="*/ 4309 h 5728"/>
                  <a:gd name="connsiteX162-12535" fmla="*/ 2068 w 6642"/>
                  <a:gd name="connsiteY162-12536" fmla="*/ 4212 h 5728"/>
                  <a:gd name="connsiteX163-12537" fmla="*/ 2267 w 6642"/>
                  <a:gd name="connsiteY163-12538" fmla="*/ 4125 h 5728"/>
                  <a:gd name="connsiteX164-12539" fmla="*/ 2363 w 6642"/>
                  <a:gd name="connsiteY164-12540" fmla="*/ 4075 h 5728"/>
                  <a:gd name="connsiteX165-12541" fmla="*/ 2539 w 6642"/>
                  <a:gd name="connsiteY165-12542" fmla="*/ 3995 h 5728"/>
                  <a:gd name="connsiteX166-12543" fmla="*/ 2721 w 6642"/>
                  <a:gd name="connsiteY166-12544" fmla="*/ 3970 h 5728"/>
                  <a:gd name="connsiteX167-12545" fmla="*/ 3073 w 6642"/>
                  <a:gd name="connsiteY167-12546" fmla="*/ 3979 h 5728"/>
                  <a:gd name="connsiteX0-12547" fmla="*/ 5456 w 6642"/>
                  <a:gd name="connsiteY0-12548" fmla="*/ 2333 h 5728"/>
                  <a:gd name="connsiteX1-12549" fmla="*/ 5454 w 6642"/>
                  <a:gd name="connsiteY1-12550" fmla="*/ 2117 h 5728"/>
                  <a:gd name="connsiteX2-12551" fmla="*/ 5378 w 6642"/>
                  <a:gd name="connsiteY2-12552" fmla="*/ 2039 h 5728"/>
                  <a:gd name="connsiteX3-12553" fmla="*/ 5235 w 6642"/>
                  <a:gd name="connsiteY3-12554" fmla="*/ 1951 h 5728"/>
                  <a:gd name="connsiteX4-12555" fmla="*/ 5143 w 6642"/>
                  <a:gd name="connsiteY4-12556" fmla="*/ 1827 h 5728"/>
                  <a:gd name="connsiteX5-12557" fmla="*/ 5047 w 6642"/>
                  <a:gd name="connsiteY5-12558" fmla="*/ 1828 h 5728"/>
                  <a:gd name="connsiteX6-12559" fmla="*/ 5002 w 6642"/>
                  <a:gd name="connsiteY6-12560" fmla="*/ 1883 h 5728"/>
                  <a:gd name="connsiteX7-12561" fmla="*/ 4909 w 6642"/>
                  <a:gd name="connsiteY7-12562" fmla="*/ 1877 h 5728"/>
                  <a:gd name="connsiteX8-12563" fmla="*/ 4889 w 6642"/>
                  <a:gd name="connsiteY8-12564" fmla="*/ 1994 h 5728"/>
                  <a:gd name="connsiteX9-12565" fmla="*/ 4708 w 6642"/>
                  <a:gd name="connsiteY9-12566" fmla="*/ 1941 h 5728"/>
                  <a:gd name="connsiteX10-12567" fmla="*/ 4625 w 6642"/>
                  <a:gd name="connsiteY10-12568" fmla="*/ 1939 h 5728"/>
                  <a:gd name="connsiteX11-12569" fmla="*/ 4500 w 6642"/>
                  <a:gd name="connsiteY11-12570" fmla="*/ 2014 h 5728"/>
                  <a:gd name="connsiteX12-12571" fmla="*/ 4388 w 6642"/>
                  <a:gd name="connsiteY12-12572" fmla="*/ 1890 h 5728"/>
                  <a:gd name="connsiteX13-12573" fmla="*/ 4482 w 6642"/>
                  <a:gd name="connsiteY13-12574" fmla="*/ 1804 h 5728"/>
                  <a:gd name="connsiteX14-12575" fmla="*/ 4486 w 6642"/>
                  <a:gd name="connsiteY14-12576" fmla="*/ 1634 h 5728"/>
                  <a:gd name="connsiteX15-12577" fmla="*/ 4541 w 6642"/>
                  <a:gd name="connsiteY15-12578" fmla="*/ 1514 h 5728"/>
                  <a:gd name="connsiteX16-12579" fmla="*/ 4584 w 6642"/>
                  <a:gd name="connsiteY16-12580" fmla="*/ 1306 h 5728"/>
                  <a:gd name="connsiteX17-12581" fmla="*/ 4644 w 6642"/>
                  <a:gd name="connsiteY17-12582" fmla="*/ 1307 h 5728"/>
                  <a:gd name="connsiteX18-12583" fmla="*/ 4967 w 6642"/>
                  <a:gd name="connsiteY18-12584" fmla="*/ 1286 h 5728"/>
                  <a:gd name="connsiteX19-12585" fmla="*/ 5141 w 6642"/>
                  <a:gd name="connsiteY19-12586" fmla="*/ 1117 h 5728"/>
                  <a:gd name="connsiteX20-12587" fmla="*/ 5210 w 6642"/>
                  <a:gd name="connsiteY20-12588" fmla="*/ 748 h 5728"/>
                  <a:gd name="connsiteX21-12589" fmla="*/ 5320 w 6642"/>
                  <a:gd name="connsiteY21-12590" fmla="*/ 486 h 5728"/>
                  <a:gd name="connsiteX22-12591" fmla="*/ 5318 w 6642"/>
                  <a:gd name="connsiteY22-12592" fmla="*/ 358 h 5728"/>
                  <a:gd name="connsiteX23-12593" fmla="*/ 5305 w 6642"/>
                  <a:gd name="connsiteY23-12594" fmla="*/ 328 h 5728"/>
                  <a:gd name="connsiteX24-12595" fmla="*/ 5238 w 6642"/>
                  <a:gd name="connsiteY24-12596" fmla="*/ 251 h 5728"/>
                  <a:gd name="connsiteX25-12597" fmla="*/ 5178 w 6642"/>
                  <a:gd name="connsiteY25-12598" fmla="*/ 217 h 5728"/>
                  <a:gd name="connsiteX26-12599" fmla="*/ 5303 w 6642"/>
                  <a:gd name="connsiteY26-12600" fmla="*/ 56 h 5728"/>
                  <a:gd name="connsiteX27-12601" fmla="*/ 5476 w 6642"/>
                  <a:gd name="connsiteY27-12602" fmla="*/ 2 h 5728"/>
                  <a:gd name="connsiteX28-12603" fmla="*/ 5508 w 6642"/>
                  <a:gd name="connsiteY28-12604" fmla="*/ 49 h 5728"/>
                  <a:gd name="connsiteX29-12605" fmla="*/ 5498 w 6642"/>
                  <a:gd name="connsiteY29-12606" fmla="*/ 133 h 5728"/>
                  <a:gd name="connsiteX30-12607" fmla="*/ 5437 w 6642"/>
                  <a:gd name="connsiteY30-12608" fmla="*/ 243 h 5728"/>
                  <a:gd name="connsiteX31-12609" fmla="*/ 5507 w 6642"/>
                  <a:gd name="connsiteY31-12610" fmla="*/ 301 h 5728"/>
                  <a:gd name="connsiteX32-12611" fmla="*/ 5621 w 6642"/>
                  <a:gd name="connsiteY32-12612" fmla="*/ 366 h 5728"/>
                  <a:gd name="connsiteX33-12613" fmla="*/ 5641 w 6642"/>
                  <a:gd name="connsiteY33-12614" fmla="*/ 255 h 5728"/>
                  <a:gd name="connsiteX34-12615" fmla="*/ 5775 w 6642"/>
                  <a:gd name="connsiteY34-12616" fmla="*/ 291 h 5728"/>
                  <a:gd name="connsiteX35-12617" fmla="*/ 5800 w 6642"/>
                  <a:gd name="connsiteY35-12618" fmla="*/ 331 h 5728"/>
                  <a:gd name="connsiteX36-12619" fmla="*/ 5876 w 6642"/>
                  <a:gd name="connsiteY36-12620" fmla="*/ 562 h 5728"/>
                  <a:gd name="connsiteX37-12621" fmla="*/ 5911 w 6642"/>
                  <a:gd name="connsiteY37-12622" fmla="*/ 586 h 5728"/>
                  <a:gd name="connsiteX38-12623" fmla="*/ 6003 w 6642"/>
                  <a:gd name="connsiteY38-12624" fmla="*/ 578 h 5728"/>
                  <a:gd name="connsiteX39-12625" fmla="*/ 6263 w 6642"/>
                  <a:gd name="connsiteY39-12626" fmla="*/ 490 h 5728"/>
                  <a:gd name="connsiteX40-12627" fmla="*/ 6483 w 6642"/>
                  <a:gd name="connsiteY40-12628" fmla="*/ 479 h 5728"/>
                  <a:gd name="connsiteX41-12629" fmla="*/ 6543 w 6642"/>
                  <a:gd name="connsiteY41-12630" fmla="*/ 648 h 5728"/>
                  <a:gd name="connsiteX42-12631" fmla="*/ 6461 w 6642"/>
                  <a:gd name="connsiteY42-12632" fmla="*/ 944 h 5728"/>
                  <a:gd name="connsiteX43-12633" fmla="*/ 6461 w 6642"/>
                  <a:gd name="connsiteY43-12634" fmla="*/ 1022 h 5728"/>
                  <a:gd name="connsiteX44-12635" fmla="*/ 6530 w 6642"/>
                  <a:gd name="connsiteY44-12636" fmla="*/ 1168 h 5728"/>
                  <a:gd name="connsiteX45-12637" fmla="*/ 6545 w 6642"/>
                  <a:gd name="connsiteY45-12638" fmla="*/ 1427 h 5728"/>
                  <a:gd name="connsiteX46-12639" fmla="*/ 6547 w 6642"/>
                  <a:gd name="connsiteY46-12640" fmla="*/ 1617 h 5728"/>
                  <a:gd name="connsiteX47-12641" fmla="*/ 6480 w 6642"/>
                  <a:gd name="connsiteY47-12642" fmla="*/ 1625 h 5728"/>
                  <a:gd name="connsiteX48-12643" fmla="*/ 6458 w 6642"/>
                  <a:gd name="connsiteY48-12644" fmla="*/ 1507 h 5728"/>
                  <a:gd name="connsiteX49-12645" fmla="*/ 6423 w 6642"/>
                  <a:gd name="connsiteY49-12646" fmla="*/ 1450 h 5728"/>
                  <a:gd name="connsiteX50-12647" fmla="*/ 6333 w 6642"/>
                  <a:gd name="connsiteY50-12648" fmla="*/ 1582 h 5728"/>
                  <a:gd name="connsiteX51-12649" fmla="*/ 6220 w 6642"/>
                  <a:gd name="connsiteY51-12650" fmla="*/ 1776 h 5728"/>
                  <a:gd name="connsiteX52-12651" fmla="*/ 6101 w 6642"/>
                  <a:gd name="connsiteY52-12652" fmla="*/ 1904 h 5728"/>
                  <a:gd name="connsiteX53-12653" fmla="*/ 6094 w 6642"/>
                  <a:gd name="connsiteY53-12654" fmla="*/ 2018 h 5728"/>
                  <a:gd name="connsiteX54-12655" fmla="*/ 6154 w 6642"/>
                  <a:gd name="connsiteY54-12656" fmla="*/ 2115 h 5728"/>
                  <a:gd name="connsiteX55-12657" fmla="*/ 6256 w 6642"/>
                  <a:gd name="connsiteY55-12658" fmla="*/ 2183 h 5728"/>
                  <a:gd name="connsiteX56-12659" fmla="*/ 6333 w 6642"/>
                  <a:gd name="connsiteY56-12660" fmla="*/ 2178 h 5728"/>
                  <a:gd name="connsiteX57-12661" fmla="*/ 6378 w 6642"/>
                  <a:gd name="connsiteY57-12662" fmla="*/ 2104 h 5728"/>
                  <a:gd name="connsiteX58-12663" fmla="*/ 6412 w 6642"/>
                  <a:gd name="connsiteY58-12664" fmla="*/ 2210 h 5728"/>
                  <a:gd name="connsiteX59-12665" fmla="*/ 6300 w 6642"/>
                  <a:gd name="connsiteY59-12666" fmla="*/ 2249 h 5728"/>
                  <a:gd name="connsiteX60-12667" fmla="*/ 6347 w 6642"/>
                  <a:gd name="connsiteY60-12668" fmla="*/ 2362 h 5728"/>
                  <a:gd name="connsiteX61-12669" fmla="*/ 6212 w 6642"/>
                  <a:gd name="connsiteY61-12670" fmla="*/ 2509 h 5728"/>
                  <a:gd name="connsiteX62-12671" fmla="*/ 6171 w 6642"/>
                  <a:gd name="connsiteY62-12672" fmla="*/ 2498 h 5728"/>
                  <a:gd name="connsiteX63-12673" fmla="*/ 6047 w 6642"/>
                  <a:gd name="connsiteY63-12674" fmla="*/ 2413 h 5728"/>
                  <a:gd name="connsiteX64-12675" fmla="*/ 5992 w 6642"/>
                  <a:gd name="connsiteY64-12676" fmla="*/ 2412 h 5728"/>
                  <a:gd name="connsiteX65-12677" fmla="*/ 5957 w 6642"/>
                  <a:gd name="connsiteY65-12678" fmla="*/ 2480 h 5728"/>
                  <a:gd name="connsiteX66-12679" fmla="*/ 5960 w 6642"/>
                  <a:gd name="connsiteY66-12680" fmla="*/ 2562 h 5728"/>
                  <a:gd name="connsiteX67-12681" fmla="*/ 6138 w 6642"/>
                  <a:gd name="connsiteY67-12682" fmla="*/ 2730 h 5728"/>
                  <a:gd name="connsiteX68-12683" fmla="*/ 6137 w 6642"/>
                  <a:gd name="connsiteY68-12684" fmla="*/ 2844 h 5728"/>
                  <a:gd name="connsiteX69-12685" fmla="*/ 6228 w 6642"/>
                  <a:gd name="connsiteY69-12686" fmla="*/ 3060 h 5728"/>
                  <a:gd name="connsiteX70-12687" fmla="*/ 6254 w 6642"/>
                  <a:gd name="connsiteY70-12688" fmla="*/ 3090 h 5728"/>
                  <a:gd name="connsiteX71-12689" fmla="*/ 6298 w 6642"/>
                  <a:gd name="connsiteY71-12690" fmla="*/ 3094 h 5728"/>
                  <a:gd name="connsiteX72-12691" fmla="*/ 6344 w 6642"/>
                  <a:gd name="connsiteY72-12692" fmla="*/ 3010 h 5728"/>
                  <a:gd name="connsiteX73-12693" fmla="*/ 6424 w 6642"/>
                  <a:gd name="connsiteY73-12694" fmla="*/ 2950 h 5728"/>
                  <a:gd name="connsiteX74-12695" fmla="*/ 6519 w 6642"/>
                  <a:gd name="connsiteY74-12696" fmla="*/ 3126 h 5728"/>
                  <a:gd name="connsiteX75-12697" fmla="*/ 6629 w 6642"/>
                  <a:gd name="connsiteY75-12698" fmla="*/ 3312 h 5728"/>
                  <a:gd name="connsiteX76-12699" fmla="*/ 6642 w 6642"/>
                  <a:gd name="connsiteY76-12700" fmla="*/ 3342 h 5728"/>
                  <a:gd name="connsiteX77-12701" fmla="*/ 6631 w 6642"/>
                  <a:gd name="connsiteY77-12702" fmla="*/ 3518 h 5728"/>
                  <a:gd name="connsiteX78-12703" fmla="*/ 6596 w 6642"/>
                  <a:gd name="connsiteY78-12704" fmla="*/ 3554 h 5728"/>
                  <a:gd name="connsiteX79-12705" fmla="*/ 6507 w 6642"/>
                  <a:gd name="connsiteY79-12706" fmla="*/ 3515 h 5728"/>
                  <a:gd name="connsiteX80-12707" fmla="*/ 6273 w 6642"/>
                  <a:gd name="connsiteY80-12708" fmla="*/ 3644 h 5728"/>
                  <a:gd name="connsiteX81-12709" fmla="*/ 6247 w 6642"/>
                  <a:gd name="connsiteY81-12710" fmla="*/ 3666 h 5728"/>
                  <a:gd name="connsiteX82-12711" fmla="*/ 6067 w 6642"/>
                  <a:gd name="connsiteY82-12712" fmla="*/ 3812 h 5728"/>
                  <a:gd name="connsiteX83-12713" fmla="*/ 5926 w 6642"/>
                  <a:gd name="connsiteY83-12714" fmla="*/ 3926 h 5728"/>
                  <a:gd name="connsiteX84-12715" fmla="*/ 5891 w 6642"/>
                  <a:gd name="connsiteY84-12716" fmla="*/ 3965 h 5728"/>
                  <a:gd name="connsiteX85-12717" fmla="*/ 5839 w 6642"/>
                  <a:gd name="connsiteY85-12718" fmla="*/ 3973 h 5728"/>
                  <a:gd name="connsiteX86-12719" fmla="*/ 5782 w 6642"/>
                  <a:gd name="connsiteY86-12720" fmla="*/ 3916 h 5728"/>
                  <a:gd name="connsiteX87-12721" fmla="*/ 5658 w 6642"/>
                  <a:gd name="connsiteY87-12722" fmla="*/ 3808 h 5728"/>
                  <a:gd name="connsiteX88-12723" fmla="*/ 5682 w 6642"/>
                  <a:gd name="connsiteY88-12724" fmla="*/ 4064 h 5728"/>
                  <a:gd name="connsiteX89-12725" fmla="*/ 5691 w 6642"/>
                  <a:gd name="connsiteY89-12726" fmla="*/ 4192 h 5728"/>
                  <a:gd name="connsiteX90-12727" fmla="*/ 5429 w 6642"/>
                  <a:gd name="connsiteY90-12728" fmla="*/ 4166 h 5728"/>
                  <a:gd name="connsiteX91-12729" fmla="*/ 5347 w 6642"/>
                  <a:gd name="connsiteY91-12730" fmla="*/ 3987 h 5728"/>
                  <a:gd name="connsiteX92-12731" fmla="*/ 5265 w 6642"/>
                  <a:gd name="connsiteY92-12732" fmla="*/ 3802 h 5728"/>
                  <a:gd name="connsiteX93-12733" fmla="*/ 4290 w 6642"/>
                  <a:gd name="connsiteY93-12734" fmla="*/ 4504 h 5728"/>
                  <a:gd name="connsiteX94-12735" fmla="*/ 4293 w 6642"/>
                  <a:gd name="connsiteY94-12736" fmla="*/ 4556 h 5728"/>
                  <a:gd name="connsiteX95-12737" fmla="*/ 4257 w 6642"/>
                  <a:gd name="connsiteY95-12738" fmla="*/ 4614 h 5728"/>
                  <a:gd name="connsiteX96-12739" fmla="*/ 3992 w 6642"/>
                  <a:gd name="connsiteY96-12740" fmla="*/ 4680 h 5728"/>
                  <a:gd name="connsiteX97-12741" fmla="*/ 3857 w 6642"/>
                  <a:gd name="connsiteY97-12742" fmla="*/ 4739 h 5728"/>
                  <a:gd name="connsiteX98-12743" fmla="*/ 3815 w 6642"/>
                  <a:gd name="connsiteY98-12744" fmla="*/ 4777 h 5728"/>
                  <a:gd name="connsiteX99-12745" fmla="*/ 3616 w 6642"/>
                  <a:gd name="connsiteY99-12746" fmla="*/ 5021 h 5728"/>
                  <a:gd name="connsiteX100-12747" fmla="*/ 3543 w 6642"/>
                  <a:gd name="connsiteY100-12748" fmla="*/ 4970 h 5728"/>
                  <a:gd name="connsiteX101-12749" fmla="*/ 3460 w 6642"/>
                  <a:gd name="connsiteY101-12750" fmla="*/ 4971 h 5728"/>
                  <a:gd name="connsiteX102-12751" fmla="*/ 3424 w 6642"/>
                  <a:gd name="connsiteY102-12752" fmla="*/ 5045 h 5728"/>
                  <a:gd name="connsiteX103-12753" fmla="*/ 3313 w 6642"/>
                  <a:gd name="connsiteY103-12754" fmla="*/ 5000 h 5728"/>
                  <a:gd name="connsiteX104-12755" fmla="*/ 3235 w 6642"/>
                  <a:gd name="connsiteY104-12756" fmla="*/ 5109 h 5728"/>
                  <a:gd name="connsiteX105-12757" fmla="*/ 3013 w 6642"/>
                  <a:gd name="connsiteY105-12758" fmla="*/ 5349 h 5728"/>
                  <a:gd name="connsiteX106-12759" fmla="*/ 2993 w 6642"/>
                  <a:gd name="connsiteY106-12760" fmla="*/ 5516 h 5728"/>
                  <a:gd name="connsiteX107-12761" fmla="*/ 2976 w 6642"/>
                  <a:gd name="connsiteY107-12762" fmla="*/ 5659 h 5728"/>
                  <a:gd name="connsiteX108-12763" fmla="*/ 2960 w 6642"/>
                  <a:gd name="connsiteY108-12764" fmla="*/ 5669 h 5728"/>
                  <a:gd name="connsiteX109-12765" fmla="*/ 2638 w 6642"/>
                  <a:gd name="connsiteY109-12766" fmla="*/ 5621 h 5728"/>
                  <a:gd name="connsiteX110-12767" fmla="*/ 2536 w 6642"/>
                  <a:gd name="connsiteY110-12768" fmla="*/ 5566 h 5728"/>
                  <a:gd name="connsiteX111-12769" fmla="*/ 2482 w 6642"/>
                  <a:gd name="connsiteY111-12770" fmla="*/ 5503 h 5728"/>
                  <a:gd name="connsiteX112-12771" fmla="*/ 2377 w 6642"/>
                  <a:gd name="connsiteY112-12772" fmla="*/ 5477 h 5728"/>
                  <a:gd name="connsiteX113-12773" fmla="*/ 2377 w 6642"/>
                  <a:gd name="connsiteY113-12774" fmla="*/ 5379 h 5728"/>
                  <a:gd name="connsiteX114-12775" fmla="*/ 2481 w 6642"/>
                  <a:gd name="connsiteY114-12776" fmla="*/ 5149 h 5728"/>
                  <a:gd name="connsiteX115-12777" fmla="*/ 2341 w 6642"/>
                  <a:gd name="connsiteY115-12778" fmla="*/ 5070 h 5728"/>
                  <a:gd name="connsiteX116-12779" fmla="*/ 2299 w 6642"/>
                  <a:gd name="connsiteY116-12780" fmla="*/ 5095 h 5728"/>
                  <a:gd name="connsiteX117-12781" fmla="*/ 2209 w 6642"/>
                  <a:gd name="connsiteY117-12782" fmla="*/ 5214 h 5728"/>
                  <a:gd name="connsiteX118-12783" fmla="*/ 2177 w 6642"/>
                  <a:gd name="connsiteY118-12784" fmla="*/ 5276 h 5728"/>
                  <a:gd name="connsiteX119-12785" fmla="*/ 2115 w 6642"/>
                  <a:gd name="connsiteY119-12786" fmla="*/ 5386 h 5728"/>
                  <a:gd name="connsiteX120-12787" fmla="*/ 2121 w 6642"/>
                  <a:gd name="connsiteY120-12788" fmla="*/ 5510 h 5728"/>
                  <a:gd name="connsiteX121-12789" fmla="*/ 2082 w 6642"/>
                  <a:gd name="connsiteY121-12790" fmla="*/ 5558 h 5728"/>
                  <a:gd name="connsiteX122-12791" fmla="*/ 1951 w 6642"/>
                  <a:gd name="connsiteY122-12792" fmla="*/ 5617 h 5728"/>
                  <a:gd name="connsiteX123-12793" fmla="*/ 1785 w 6642"/>
                  <a:gd name="connsiteY123-12794" fmla="*/ 5649 h 5728"/>
                  <a:gd name="connsiteX124-12795" fmla="*/ 1682 w 6642"/>
                  <a:gd name="connsiteY124-12796" fmla="*/ 5728 h 5728"/>
                  <a:gd name="connsiteX125-12797" fmla="*/ 1568 w 6642"/>
                  <a:gd name="connsiteY125-12798" fmla="*/ 5611 h 5728"/>
                  <a:gd name="connsiteX126-12799" fmla="*/ 1508 w 6642"/>
                  <a:gd name="connsiteY126-12800" fmla="*/ 5485 h 5728"/>
                  <a:gd name="connsiteX127-12801" fmla="*/ 1630 w 6642"/>
                  <a:gd name="connsiteY127-12802" fmla="*/ 5242 h 5728"/>
                  <a:gd name="connsiteX128-12803" fmla="*/ 1685 w 6642"/>
                  <a:gd name="connsiteY128-12804" fmla="*/ 5195 h 5728"/>
                  <a:gd name="connsiteX129-12805" fmla="*/ 1730 w 6642"/>
                  <a:gd name="connsiteY129-12806" fmla="*/ 5120 h 5728"/>
                  <a:gd name="connsiteX130-12807" fmla="*/ 1727 w 6642"/>
                  <a:gd name="connsiteY130-12808" fmla="*/ 5071 h 5728"/>
                  <a:gd name="connsiteX131-12809" fmla="*/ 1530 w 6642"/>
                  <a:gd name="connsiteY131-12810" fmla="*/ 5007 h 5728"/>
                  <a:gd name="connsiteX132-12811" fmla="*/ 1459 w 6642"/>
                  <a:gd name="connsiteY132-12812" fmla="*/ 5064 h 5728"/>
                  <a:gd name="connsiteX133-12813" fmla="*/ 1353 w 6642"/>
                  <a:gd name="connsiteY133-12814" fmla="*/ 5111 h 5728"/>
                  <a:gd name="connsiteX134-12815" fmla="*/ 1290 w 6642"/>
                  <a:gd name="connsiteY134-12816" fmla="*/ 5063 h 5728"/>
                  <a:gd name="connsiteX135-12817" fmla="*/ 1052 w 6642"/>
                  <a:gd name="connsiteY135-12818" fmla="*/ 5254 h 5728"/>
                  <a:gd name="connsiteX136-12819" fmla="*/ 924 w 6642"/>
                  <a:gd name="connsiteY136-12820" fmla="*/ 5231 h 5728"/>
                  <a:gd name="connsiteX137-12821" fmla="*/ 813 w 6642"/>
                  <a:gd name="connsiteY137-12822" fmla="*/ 5097 h 5728"/>
                  <a:gd name="connsiteX138-12823" fmla="*/ 683 w 6642"/>
                  <a:gd name="connsiteY138-12824" fmla="*/ 4930 h 5728"/>
                  <a:gd name="connsiteX139-12825" fmla="*/ 572 w 6642"/>
                  <a:gd name="connsiteY139-12826" fmla="*/ 4806 h 5728"/>
                  <a:gd name="connsiteX140-12827" fmla="*/ 505 w 6642"/>
                  <a:gd name="connsiteY140-12828" fmla="*/ 4788 h 5728"/>
                  <a:gd name="connsiteX141-12829" fmla="*/ 640 w 6642"/>
                  <a:gd name="connsiteY141-12830" fmla="*/ 4631 h 5728"/>
                  <a:gd name="connsiteX142-12831" fmla="*/ 683 w 6642"/>
                  <a:gd name="connsiteY142-12832" fmla="*/ 4541 h 5728"/>
                  <a:gd name="connsiteX143-12833" fmla="*/ 651 w 6642"/>
                  <a:gd name="connsiteY143-12834" fmla="*/ 4438 h 5728"/>
                  <a:gd name="connsiteX144-12835" fmla="*/ 277 w 6642"/>
                  <a:gd name="connsiteY144-12836" fmla="*/ 4491 h 5728"/>
                  <a:gd name="connsiteX145-12837" fmla="*/ 187 w 6642"/>
                  <a:gd name="connsiteY145-12838" fmla="*/ 4518 h 5728"/>
                  <a:gd name="connsiteX146-12839" fmla="*/ 195 w 6642"/>
                  <a:gd name="connsiteY146-12840" fmla="*/ 4384 h 5728"/>
                  <a:gd name="connsiteX147-12841" fmla="*/ 147 w 6642"/>
                  <a:gd name="connsiteY147-12842" fmla="*/ 4318 h 5728"/>
                  <a:gd name="connsiteX148-12843" fmla="*/ 39 w 6642"/>
                  <a:gd name="connsiteY148-12844" fmla="*/ 4220 h 5728"/>
                  <a:gd name="connsiteX149-12845" fmla="*/ 75 w 6642"/>
                  <a:gd name="connsiteY149-12846" fmla="*/ 4093 h 5728"/>
                  <a:gd name="connsiteX150-12847" fmla="*/ 63 w 6642"/>
                  <a:gd name="connsiteY150-12848" fmla="*/ 3929 h 5728"/>
                  <a:gd name="connsiteX151-12849" fmla="*/ 0 w 6642"/>
                  <a:gd name="connsiteY151-12850" fmla="*/ 3842 h 5728"/>
                  <a:gd name="connsiteX152-12851" fmla="*/ 0 w 6642"/>
                  <a:gd name="connsiteY152-12852" fmla="*/ 3737 h 5728"/>
                  <a:gd name="connsiteX153-12853" fmla="*/ 303 w 6642"/>
                  <a:gd name="connsiteY153-12854" fmla="*/ 3824 h 5728"/>
                  <a:gd name="connsiteX154-12855" fmla="*/ 830 w 6642"/>
                  <a:gd name="connsiteY154-12856" fmla="*/ 3840 h 5728"/>
                  <a:gd name="connsiteX155-12857" fmla="*/ 1044 w 6642"/>
                  <a:gd name="connsiteY155-12858" fmla="*/ 3908 h 5728"/>
                  <a:gd name="connsiteX156-12859" fmla="*/ 1213 w 6642"/>
                  <a:gd name="connsiteY156-12860" fmla="*/ 4053 h 5728"/>
                  <a:gd name="connsiteX157-12861" fmla="*/ 1257 w 6642"/>
                  <a:gd name="connsiteY157-12862" fmla="*/ 4077 h 5728"/>
                  <a:gd name="connsiteX158-12863" fmla="*/ 1417 w 6642"/>
                  <a:gd name="connsiteY158-12864" fmla="*/ 4107 h 5728"/>
                  <a:gd name="connsiteX159-12865" fmla="*/ 1487 w 6642"/>
                  <a:gd name="connsiteY159-12866" fmla="*/ 4158 h 5728"/>
                  <a:gd name="connsiteX160-12867" fmla="*/ 1688 w 6642"/>
                  <a:gd name="connsiteY160-12868" fmla="*/ 4229 h 5728"/>
                  <a:gd name="connsiteX161-12869" fmla="*/ 1904 w 6642"/>
                  <a:gd name="connsiteY161-12870" fmla="*/ 4309 h 5728"/>
                  <a:gd name="connsiteX162-12871" fmla="*/ 2068 w 6642"/>
                  <a:gd name="connsiteY162-12872" fmla="*/ 4212 h 5728"/>
                  <a:gd name="connsiteX163-12873" fmla="*/ 2267 w 6642"/>
                  <a:gd name="connsiteY163-12874" fmla="*/ 4125 h 5728"/>
                  <a:gd name="connsiteX164-12875" fmla="*/ 2363 w 6642"/>
                  <a:gd name="connsiteY164-12876" fmla="*/ 4075 h 5728"/>
                  <a:gd name="connsiteX165-12877" fmla="*/ 2539 w 6642"/>
                  <a:gd name="connsiteY165-12878" fmla="*/ 3995 h 5728"/>
                  <a:gd name="connsiteX166-12879" fmla="*/ 2721 w 6642"/>
                  <a:gd name="connsiteY166-12880" fmla="*/ 3970 h 5728"/>
                  <a:gd name="connsiteX0-12881" fmla="*/ 5456 w 6642"/>
                  <a:gd name="connsiteY0-12882" fmla="*/ 2333 h 5728"/>
                  <a:gd name="connsiteX1-12883" fmla="*/ 5454 w 6642"/>
                  <a:gd name="connsiteY1-12884" fmla="*/ 2117 h 5728"/>
                  <a:gd name="connsiteX2-12885" fmla="*/ 5378 w 6642"/>
                  <a:gd name="connsiteY2-12886" fmla="*/ 2039 h 5728"/>
                  <a:gd name="connsiteX3-12887" fmla="*/ 5235 w 6642"/>
                  <a:gd name="connsiteY3-12888" fmla="*/ 1951 h 5728"/>
                  <a:gd name="connsiteX4-12889" fmla="*/ 5143 w 6642"/>
                  <a:gd name="connsiteY4-12890" fmla="*/ 1827 h 5728"/>
                  <a:gd name="connsiteX5-12891" fmla="*/ 5047 w 6642"/>
                  <a:gd name="connsiteY5-12892" fmla="*/ 1828 h 5728"/>
                  <a:gd name="connsiteX6-12893" fmla="*/ 5002 w 6642"/>
                  <a:gd name="connsiteY6-12894" fmla="*/ 1883 h 5728"/>
                  <a:gd name="connsiteX7-12895" fmla="*/ 4909 w 6642"/>
                  <a:gd name="connsiteY7-12896" fmla="*/ 1877 h 5728"/>
                  <a:gd name="connsiteX8-12897" fmla="*/ 4889 w 6642"/>
                  <a:gd name="connsiteY8-12898" fmla="*/ 1994 h 5728"/>
                  <a:gd name="connsiteX9-12899" fmla="*/ 4708 w 6642"/>
                  <a:gd name="connsiteY9-12900" fmla="*/ 1941 h 5728"/>
                  <a:gd name="connsiteX10-12901" fmla="*/ 4625 w 6642"/>
                  <a:gd name="connsiteY10-12902" fmla="*/ 1939 h 5728"/>
                  <a:gd name="connsiteX11-12903" fmla="*/ 4500 w 6642"/>
                  <a:gd name="connsiteY11-12904" fmla="*/ 2014 h 5728"/>
                  <a:gd name="connsiteX12-12905" fmla="*/ 4388 w 6642"/>
                  <a:gd name="connsiteY12-12906" fmla="*/ 1890 h 5728"/>
                  <a:gd name="connsiteX13-12907" fmla="*/ 4482 w 6642"/>
                  <a:gd name="connsiteY13-12908" fmla="*/ 1804 h 5728"/>
                  <a:gd name="connsiteX14-12909" fmla="*/ 4486 w 6642"/>
                  <a:gd name="connsiteY14-12910" fmla="*/ 1634 h 5728"/>
                  <a:gd name="connsiteX15-12911" fmla="*/ 4541 w 6642"/>
                  <a:gd name="connsiteY15-12912" fmla="*/ 1514 h 5728"/>
                  <a:gd name="connsiteX16-12913" fmla="*/ 4584 w 6642"/>
                  <a:gd name="connsiteY16-12914" fmla="*/ 1306 h 5728"/>
                  <a:gd name="connsiteX17-12915" fmla="*/ 4644 w 6642"/>
                  <a:gd name="connsiteY17-12916" fmla="*/ 1307 h 5728"/>
                  <a:gd name="connsiteX18-12917" fmla="*/ 4967 w 6642"/>
                  <a:gd name="connsiteY18-12918" fmla="*/ 1286 h 5728"/>
                  <a:gd name="connsiteX19-12919" fmla="*/ 5141 w 6642"/>
                  <a:gd name="connsiteY19-12920" fmla="*/ 1117 h 5728"/>
                  <a:gd name="connsiteX20-12921" fmla="*/ 5210 w 6642"/>
                  <a:gd name="connsiteY20-12922" fmla="*/ 748 h 5728"/>
                  <a:gd name="connsiteX21-12923" fmla="*/ 5320 w 6642"/>
                  <a:gd name="connsiteY21-12924" fmla="*/ 486 h 5728"/>
                  <a:gd name="connsiteX22-12925" fmla="*/ 5318 w 6642"/>
                  <a:gd name="connsiteY22-12926" fmla="*/ 358 h 5728"/>
                  <a:gd name="connsiteX23-12927" fmla="*/ 5305 w 6642"/>
                  <a:gd name="connsiteY23-12928" fmla="*/ 328 h 5728"/>
                  <a:gd name="connsiteX24-12929" fmla="*/ 5238 w 6642"/>
                  <a:gd name="connsiteY24-12930" fmla="*/ 251 h 5728"/>
                  <a:gd name="connsiteX25-12931" fmla="*/ 5178 w 6642"/>
                  <a:gd name="connsiteY25-12932" fmla="*/ 217 h 5728"/>
                  <a:gd name="connsiteX26-12933" fmla="*/ 5303 w 6642"/>
                  <a:gd name="connsiteY26-12934" fmla="*/ 56 h 5728"/>
                  <a:gd name="connsiteX27-12935" fmla="*/ 5476 w 6642"/>
                  <a:gd name="connsiteY27-12936" fmla="*/ 2 h 5728"/>
                  <a:gd name="connsiteX28-12937" fmla="*/ 5508 w 6642"/>
                  <a:gd name="connsiteY28-12938" fmla="*/ 49 h 5728"/>
                  <a:gd name="connsiteX29-12939" fmla="*/ 5498 w 6642"/>
                  <a:gd name="connsiteY29-12940" fmla="*/ 133 h 5728"/>
                  <a:gd name="connsiteX30-12941" fmla="*/ 5437 w 6642"/>
                  <a:gd name="connsiteY30-12942" fmla="*/ 243 h 5728"/>
                  <a:gd name="connsiteX31-12943" fmla="*/ 5507 w 6642"/>
                  <a:gd name="connsiteY31-12944" fmla="*/ 301 h 5728"/>
                  <a:gd name="connsiteX32-12945" fmla="*/ 5621 w 6642"/>
                  <a:gd name="connsiteY32-12946" fmla="*/ 366 h 5728"/>
                  <a:gd name="connsiteX33-12947" fmla="*/ 5641 w 6642"/>
                  <a:gd name="connsiteY33-12948" fmla="*/ 255 h 5728"/>
                  <a:gd name="connsiteX34-12949" fmla="*/ 5775 w 6642"/>
                  <a:gd name="connsiteY34-12950" fmla="*/ 291 h 5728"/>
                  <a:gd name="connsiteX35-12951" fmla="*/ 5800 w 6642"/>
                  <a:gd name="connsiteY35-12952" fmla="*/ 331 h 5728"/>
                  <a:gd name="connsiteX36-12953" fmla="*/ 5876 w 6642"/>
                  <a:gd name="connsiteY36-12954" fmla="*/ 562 h 5728"/>
                  <a:gd name="connsiteX37-12955" fmla="*/ 5911 w 6642"/>
                  <a:gd name="connsiteY37-12956" fmla="*/ 586 h 5728"/>
                  <a:gd name="connsiteX38-12957" fmla="*/ 6003 w 6642"/>
                  <a:gd name="connsiteY38-12958" fmla="*/ 578 h 5728"/>
                  <a:gd name="connsiteX39-12959" fmla="*/ 6263 w 6642"/>
                  <a:gd name="connsiteY39-12960" fmla="*/ 490 h 5728"/>
                  <a:gd name="connsiteX40-12961" fmla="*/ 6483 w 6642"/>
                  <a:gd name="connsiteY40-12962" fmla="*/ 479 h 5728"/>
                  <a:gd name="connsiteX41-12963" fmla="*/ 6543 w 6642"/>
                  <a:gd name="connsiteY41-12964" fmla="*/ 648 h 5728"/>
                  <a:gd name="connsiteX42-12965" fmla="*/ 6461 w 6642"/>
                  <a:gd name="connsiteY42-12966" fmla="*/ 944 h 5728"/>
                  <a:gd name="connsiteX43-12967" fmla="*/ 6461 w 6642"/>
                  <a:gd name="connsiteY43-12968" fmla="*/ 1022 h 5728"/>
                  <a:gd name="connsiteX44-12969" fmla="*/ 6530 w 6642"/>
                  <a:gd name="connsiteY44-12970" fmla="*/ 1168 h 5728"/>
                  <a:gd name="connsiteX45-12971" fmla="*/ 6545 w 6642"/>
                  <a:gd name="connsiteY45-12972" fmla="*/ 1427 h 5728"/>
                  <a:gd name="connsiteX46-12973" fmla="*/ 6547 w 6642"/>
                  <a:gd name="connsiteY46-12974" fmla="*/ 1617 h 5728"/>
                  <a:gd name="connsiteX47-12975" fmla="*/ 6480 w 6642"/>
                  <a:gd name="connsiteY47-12976" fmla="*/ 1625 h 5728"/>
                  <a:gd name="connsiteX48-12977" fmla="*/ 6458 w 6642"/>
                  <a:gd name="connsiteY48-12978" fmla="*/ 1507 h 5728"/>
                  <a:gd name="connsiteX49-12979" fmla="*/ 6423 w 6642"/>
                  <a:gd name="connsiteY49-12980" fmla="*/ 1450 h 5728"/>
                  <a:gd name="connsiteX50-12981" fmla="*/ 6333 w 6642"/>
                  <a:gd name="connsiteY50-12982" fmla="*/ 1582 h 5728"/>
                  <a:gd name="connsiteX51-12983" fmla="*/ 6220 w 6642"/>
                  <a:gd name="connsiteY51-12984" fmla="*/ 1776 h 5728"/>
                  <a:gd name="connsiteX52-12985" fmla="*/ 6101 w 6642"/>
                  <a:gd name="connsiteY52-12986" fmla="*/ 1904 h 5728"/>
                  <a:gd name="connsiteX53-12987" fmla="*/ 6094 w 6642"/>
                  <a:gd name="connsiteY53-12988" fmla="*/ 2018 h 5728"/>
                  <a:gd name="connsiteX54-12989" fmla="*/ 6154 w 6642"/>
                  <a:gd name="connsiteY54-12990" fmla="*/ 2115 h 5728"/>
                  <a:gd name="connsiteX55-12991" fmla="*/ 6256 w 6642"/>
                  <a:gd name="connsiteY55-12992" fmla="*/ 2183 h 5728"/>
                  <a:gd name="connsiteX56-12993" fmla="*/ 6333 w 6642"/>
                  <a:gd name="connsiteY56-12994" fmla="*/ 2178 h 5728"/>
                  <a:gd name="connsiteX57-12995" fmla="*/ 6378 w 6642"/>
                  <a:gd name="connsiteY57-12996" fmla="*/ 2104 h 5728"/>
                  <a:gd name="connsiteX58-12997" fmla="*/ 6412 w 6642"/>
                  <a:gd name="connsiteY58-12998" fmla="*/ 2210 h 5728"/>
                  <a:gd name="connsiteX59-12999" fmla="*/ 6300 w 6642"/>
                  <a:gd name="connsiteY59-13000" fmla="*/ 2249 h 5728"/>
                  <a:gd name="connsiteX60-13001" fmla="*/ 6347 w 6642"/>
                  <a:gd name="connsiteY60-13002" fmla="*/ 2362 h 5728"/>
                  <a:gd name="connsiteX61-13003" fmla="*/ 6212 w 6642"/>
                  <a:gd name="connsiteY61-13004" fmla="*/ 2509 h 5728"/>
                  <a:gd name="connsiteX62-13005" fmla="*/ 6171 w 6642"/>
                  <a:gd name="connsiteY62-13006" fmla="*/ 2498 h 5728"/>
                  <a:gd name="connsiteX63-13007" fmla="*/ 6047 w 6642"/>
                  <a:gd name="connsiteY63-13008" fmla="*/ 2413 h 5728"/>
                  <a:gd name="connsiteX64-13009" fmla="*/ 5992 w 6642"/>
                  <a:gd name="connsiteY64-13010" fmla="*/ 2412 h 5728"/>
                  <a:gd name="connsiteX65-13011" fmla="*/ 5957 w 6642"/>
                  <a:gd name="connsiteY65-13012" fmla="*/ 2480 h 5728"/>
                  <a:gd name="connsiteX66-13013" fmla="*/ 5960 w 6642"/>
                  <a:gd name="connsiteY66-13014" fmla="*/ 2562 h 5728"/>
                  <a:gd name="connsiteX67-13015" fmla="*/ 6138 w 6642"/>
                  <a:gd name="connsiteY67-13016" fmla="*/ 2730 h 5728"/>
                  <a:gd name="connsiteX68-13017" fmla="*/ 6137 w 6642"/>
                  <a:gd name="connsiteY68-13018" fmla="*/ 2844 h 5728"/>
                  <a:gd name="connsiteX69-13019" fmla="*/ 6228 w 6642"/>
                  <a:gd name="connsiteY69-13020" fmla="*/ 3060 h 5728"/>
                  <a:gd name="connsiteX70-13021" fmla="*/ 6254 w 6642"/>
                  <a:gd name="connsiteY70-13022" fmla="*/ 3090 h 5728"/>
                  <a:gd name="connsiteX71-13023" fmla="*/ 6298 w 6642"/>
                  <a:gd name="connsiteY71-13024" fmla="*/ 3094 h 5728"/>
                  <a:gd name="connsiteX72-13025" fmla="*/ 6344 w 6642"/>
                  <a:gd name="connsiteY72-13026" fmla="*/ 3010 h 5728"/>
                  <a:gd name="connsiteX73-13027" fmla="*/ 6424 w 6642"/>
                  <a:gd name="connsiteY73-13028" fmla="*/ 2950 h 5728"/>
                  <a:gd name="connsiteX74-13029" fmla="*/ 6519 w 6642"/>
                  <a:gd name="connsiteY74-13030" fmla="*/ 3126 h 5728"/>
                  <a:gd name="connsiteX75-13031" fmla="*/ 6629 w 6642"/>
                  <a:gd name="connsiteY75-13032" fmla="*/ 3312 h 5728"/>
                  <a:gd name="connsiteX76-13033" fmla="*/ 6642 w 6642"/>
                  <a:gd name="connsiteY76-13034" fmla="*/ 3342 h 5728"/>
                  <a:gd name="connsiteX77-13035" fmla="*/ 6631 w 6642"/>
                  <a:gd name="connsiteY77-13036" fmla="*/ 3518 h 5728"/>
                  <a:gd name="connsiteX78-13037" fmla="*/ 6596 w 6642"/>
                  <a:gd name="connsiteY78-13038" fmla="*/ 3554 h 5728"/>
                  <a:gd name="connsiteX79-13039" fmla="*/ 6507 w 6642"/>
                  <a:gd name="connsiteY79-13040" fmla="*/ 3515 h 5728"/>
                  <a:gd name="connsiteX80-13041" fmla="*/ 6273 w 6642"/>
                  <a:gd name="connsiteY80-13042" fmla="*/ 3644 h 5728"/>
                  <a:gd name="connsiteX81-13043" fmla="*/ 6247 w 6642"/>
                  <a:gd name="connsiteY81-13044" fmla="*/ 3666 h 5728"/>
                  <a:gd name="connsiteX82-13045" fmla="*/ 6067 w 6642"/>
                  <a:gd name="connsiteY82-13046" fmla="*/ 3812 h 5728"/>
                  <a:gd name="connsiteX83-13047" fmla="*/ 5926 w 6642"/>
                  <a:gd name="connsiteY83-13048" fmla="*/ 3926 h 5728"/>
                  <a:gd name="connsiteX84-13049" fmla="*/ 5891 w 6642"/>
                  <a:gd name="connsiteY84-13050" fmla="*/ 3965 h 5728"/>
                  <a:gd name="connsiteX85-13051" fmla="*/ 5839 w 6642"/>
                  <a:gd name="connsiteY85-13052" fmla="*/ 3973 h 5728"/>
                  <a:gd name="connsiteX86-13053" fmla="*/ 5782 w 6642"/>
                  <a:gd name="connsiteY86-13054" fmla="*/ 3916 h 5728"/>
                  <a:gd name="connsiteX87-13055" fmla="*/ 5658 w 6642"/>
                  <a:gd name="connsiteY87-13056" fmla="*/ 3808 h 5728"/>
                  <a:gd name="connsiteX88-13057" fmla="*/ 5682 w 6642"/>
                  <a:gd name="connsiteY88-13058" fmla="*/ 4064 h 5728"/>
                  <a:gd name="connsiteX89-13059" fmla="*/ 5691 w 6642"/>
                  <a:gd name="connsiteY89-13060" fmla="*/ 4192 h 5728"/>
                  <a:gd name="connsiteX90-13061" fmla="*/ 5429 w 6642"/>
                  <a:gd name="connsiteY90-13062" fmla="*/ 4166 h 5728"/>
                  <a:gd name="connsiteX91-13063" fmla="*/ 5347 w 6642"/>
                  <a:gd name="connsiteY91-13064" fmla="*/ 3987 h 5728"/>
                  <a:gd name="connsiteX92-13065" fmla="*/ 5265 w 6642"/>
                  <a:gd name="connsiteY92-13066" fmla="*/ 3802 h 5728"/>
                  <a:gd name="connsiteX93-13067" fmla="*/ 4290 w 6642"/>
                  <a:gd name="connsiteY93-13068" fmla="*/ 4504 h 5728"/>
                  <a:gd name="connsiteX94-13069" fmla="*/ 4293 w 6642"/>
                  <a:gd name="connsiteY94-13070" fmla="*/ 4556 h 5728"/>
                  <a:gd name="connsiteX95-13071" fmla="*/ 4257 w 6642"/>
                  <a:gd name="connsiteY95-13072" fmla="*/ 4614 h 5728"/>
                  <a:gd name="connsiteX96-13073" fmla="*/ 3992 w 6642"/>
                  <a:gd name="connsiteY96-13074" fmla="*/ 4680 h 5728"/>
                  <a:gd name="connsiteX97-13075" fmla="*/ 3857 w 6642"/>
                  <a:gd name="connsiteY97-13076" fmla="*/ 4739 h 5728"/>
                  <a:gd name="connsiteX98-13077" fmla="*/ 3815 w 6642"/>
                  <a:gd name="connsiteY98-13078" fmla="*/ 4777 h 5728"/>
                  <a:gd name="connsiteX99-13079" fmla="*/ 3616 w 6642"/>
                  <a:gd name="connsiteY99-13080" fmla="*/ 5021 h 5728"/>
                  <a:gd name="connsiteX100-13081" fmla="*/ 3543 w 6642"/>
                  <a:gd name="connsiteY100-13082" fmla="*/ 4970 h 5728"/>
                  <a:gd name="connsiteX101-13083" fmla="*/ 3460 w 6642"/>
                  <a:gd name="connsiteY101-13084" fmla="*/ 4971 h 5728"/>
                  <a:gd name="connsiteX102-13085" fmla="*/ 3424 w 6642"/>
                  <a:gd name="connsiteY102-13086" fmla="*/ 5045 h 5728"/>
                  <a:gd name="connsiteX103-13087" fmla="*/ 3313 w 6642"/>
                  <a:gd name="connsiteY103-13088" fmla="*/ 5000 h 5728"/>
                  <a:gd name="connsiteX104-13089" fmla="*/ 3235 w 6642"/>
                  <a:gd name="connsiteY104-13090" fmla="*/ 5109 h 5728"/>
                  <a:gd name="connsiteX105-13091" fmla="*/ 3013 w 6642"/>
                  <a:gd name="connsiteY105-13092" fmla="*/ 5349 h 5728"/>
                  <a:gd name="connsiteX106-13093" fmla="*/ 2993 w 6642"/>
                  <a:gd name="connsiteY106-13094" fmla="*/ 5516 h 5728"/>
                  <a:gd name="connsiteX107-13095" fmla="*/ 2976 w 6642"/>
                  <a:gd name="connsiteY107-13096" fmla="*/ 5659 h 5728"/>
                  <a:gd name="connsiteX108-13097" fmla="*/ 2960 w 6642"/>
                  <a:gd name="connsiteY108-13098" fmla="*/ 5669 h 5728"/>
                  <a:gd name="connsiteX109-13099" fmla="*/ 2638 w 6642"/>
                  <a:gd name="connsiteY109-13100" fmla="*/ 5621 h 5728"/>
                  <a:gd name="connsiteX110-13101" fmla="*/ 2536 w 6642"/>
                  <a:gd name="connsiteY110-13102" fmla="*/ 5566 h 5728"/>
                  <a:gd name="connsiteX111-13103" fmla="*/ 2482 w 6642"/>
                  <a:gd name="connsiteY111-13104" fmla="*/ 5503 h 5728"/>
                  <a:gd name="connsiteX112-13105" fmla="*/ 2377 w 6642"/>
                  <a:gd name="connsiteY112-13106" fmla="*/ 5477 h 5728"/>
                  <a:gd name="connsiteX113-13107" fmla="*/ 2377 w 6642"/>
                  <a:gd name="connsiteY113-13108" fmla="*/ 5379 h 5728"/>
                  <a:gd name="connsiteX114-13109" fmla="*/ 2481 w 6642"/>
                  <a:gd name="connsiteY114-13110" fmla="*/ 5149 h 5728"/>
                  <a:gd name="connsiteX115-13111" fmla="*/ 2341 w 6642"/>
                  <a:gd name="connsiteY115-13112" fmla="*/ 5070 h 5728"/>
                  <a:gd name="connsiteX116-13113" fmla="*/ 2299 w 6642"/>
                  <a:gd name="connsiteY116-13114" fmla="*/ 5095 h 5728"/>
                  <a:gd name="connsiteX117-13115" fmla="*/ 2209 w 6642"/>
                  <a:gd name="connsiteY117-13116" fmla="*/ 5214 h 5728"/>
                  <a:gd name="connsiteX118-13117" fmla="*/ 2177 w 6642"/>
                  <a:gd name="connsiteY118-13118" fmla="*/ 5276 h 5728"/>
                  <a:gd name="connsiteX119-13119" fmla="*/ 2115 w 6642"/>
                  <a:gd name="connsiteY119-13120" fmla="*/ 5386 h 5728"/>
                  <a:gd name="connsiteX120-13121" fmla="*/ 2121 w 6642"/>
                  <a:gd name="connsiteY120-13122" fmla="*/ 5510 h 5728"/>
                  <a:gd name="connsiteX121-13123" fmla="*/ 2082 w 6642"/>
                  <a:gd name="connsiteY121-13124" fmla="*/ 5558 h 5728"/>
                  <a:gd name="connsiteX122-13125" fmla="*/ 1951 w 6642"/>
                  <a:gd name="connsiteY122-13126" fmla="*/ 5617 h 5728"/>
                  <a:gd name="connsiteX123-13127" fmla="*/ 1785 w 6642"/>
                  <a:gd name="connsiteY123-13128" fmla="*/ 5649 h 5728"/>
                  <a:gd name="connsiteX124-13129" fmla="*/ 1682 w 6642"/>
                  <a:gd name="connsiteY124-13130" fmla="*/ 5728 h 5728"/>
                  <a:gd name="connsiteX125-13131" fmla="*/ 1568 w 6642"/>
                  <a:gd name="connsiteY125-13132" fmla="*/ 5611 h 5728"/>
                  <a:gd name="connsiteX126-13133" fmla="*/ 1508 w 6642"/>
                  <a:gd name="connsiteY126-13134" fmla="*/ 5485 h 5728"/>
                  <a:gd name="connsiteX127-13135" fmla="*/ 1630 w 6642"/>
                  <a:gd name="connsiteY127-13136" fmla="*/ 5242 h 5728"/>
                  <a:gd name="connsiteX128-13137" fmla="*/ 1685 w 6642"/>
                  <a:gd name="connsiteY128-13138" fmla="*/ 5195 h 5728"/>
                  <a:gd name="connsiteX129-13139" fmla="*/ 1730 w 6642"/>
                  <a:gd name="connsiteY129-13140" fmla="*/ 5120 h 5728"/>
                  <a:gd name="connsiteX130-13141" fmla="*/ 1727 w 6642"/>
                  <a:gd name="connsiteY130-13142" fmla="*/ 5071 h 5728"/>
                  <a:gd name="connsiteX131-13143" fmla="*/ 1530 w 6642"/>
                  <a:gd name="connsiteY131-13144" fmla="*/ 5007 h 5728"/>
                  <a:gd name="connsiteX132-13145" fmla="*/ 1459 w 6642"/>
                  <a:gd name="connsiteY132-13146" fmla="*/ 5064 h 5728"/>
                  <a:gd name="connsiteX133-13147" fmla="*/ 1353 w 6642"/>
                  <a:gd name="connsiteY133-13148" fmla="*/ 5111 h 5728"/>
                  <a:gd name="connsiteX134-13149" fmla="*/ 1290 w 6642"/>
                  <a:gd name="connsiteY134-13150" fmla="*/ 5063 h 5728"/>
                  <a:gd name="connsiteX135-13151" fmla="*/ 1052 w 6642"/>
                  <a:gd name="connsiteY135-13152" fmla="*/ 5254 h 5728"/>
                  <a:gd name="connsiteX136-13153" fmla="*/ 924 w 6642"/>
                  <a:gd name="connsiteY136-13154" fmla="*/ 5231 h 5728"/>
                  <a:gd name="connsiteX137-13155" fmla="*/ 813 w 6642"/>
                  <a:gd name="connsiteY137-13156" fmla="*/ 5097 h 5728"/>
                  <a:gd name="connsiteX138-13157" fmla="*/ 683 w 6642"/>
                  <a:gd name="connsiteY138-13158" fmla="*/ 4930 h 5728"/>
                  <a:gd name="connsiteX139-13159" fmla="*/ 572 w 6642"/>
                  <a:gd name="connsiteY139-13160" fmla="*/ 4806 h 5728"/>
                  <a:gd name="connsiteX140-13161" fmla="*/ 505 w 6642"/>
                  <a:gd name="connsiteY140-13162" fmla="*/ 4788 h 5728"/>
                  <a:gd name="connsiteX141-13163" fmla="*/ 640 w 6642"/>
                  <a:gd name="connsiteY141-13164" fmla="*/ 4631 h 5728"/>
                  <a:gd name="connsiteX142-13165" fmla="*/ 683 w 6642"/>
                  <a:gd name="connsiteY142-13166" fmla="*/ 4541 h 5728"/>
                  <a:gd name="connsiteX143-13167" fmla="*/ 651 w 6642"/>
                  <a:gd name="connsiteY143-13168" fmla="*/ 4438 h 5728"/>
                  <a:gd name="connsiteX144-13169" fmla="*/ 277 w 6642"/>
                  <a:gd name="connsiteY144-13170" fmla="*/ 4491 h 5728"/>
                  <a:gd name="connsiteX145-13171" fmla="*/ 187 w 6642"/>
                  <a:gd name="connsiteY145-13172" fmla="*/ 4518 h 5728"/>
                  <a:gd name="connsiteX146-13173" fmla="*/ 195 w 6642"/>
                  <a:gd name="connsiteY146-13174" fmla="*/ 4384 h 5728"/>
                  <a:gd name="connsiteX147-13175" fmla="*/ 147 w 6642"/>
                  <a:gd name="connsiteY147-13176" fmla="*/ 4318 h 5728"/>
                  <a:gd name="connsiteX148-13177" fmla="*/ 39 w 6642"/>
                  <a:gd name="connsiteY148-13178" fmla="*/ 4220 h 5728"/>
                  <a:gd name="connsiteX149-13179" fmla="*/ 75 w 6642"/>
                  <a:gd name="connsiteY149-13180" fmla="*/ 4093 h 5728"/>
                  <a:gd name="connsiteX150-13181" fmla="*/ 63 w 6642"/>
                  <a:gd name="connsiteY150-13182" fmla="*/ 3929 h 5728"/>
                  <a:gd name="connsiteX151-13183" fmla="*/ 0 w 6642"/>
                  <a:gd name="connsiteY151-13184" fmla="*/ 3842 h 5728"/>
                  <a:gd name="connsiteX152-13185" fmla="*/ 0 w 6642"/>
                  <a:gd name="connsiteY152-13186" fmla="*/ 3737 h 5728"/>
                  <a:gd name="connsiteX153-13187" fmla="*/ 303 w 6642"/>
                  <a:gd name="connsiteY153-13188" fmla="*/ 3824 h 5728"/>
                  <a:gd name="connsiteX154-13189" fmla="*/ 830 w 6642"/>
                  <a:gd name="connsiteY154-13190" fmla="*/ 3840 h 5728"/>
                  <a:gd name="connsiteX155-13191" fmla="*/ 1044 w 6642"/>
                  <a:gd name="connsiteY155-13192" fmla="*/ 3908 h 5728"/>
                  <a:gd name="connsiteX156-13193" fmla="*/ 1213 w 6642"/>
                  <a:gd name="connsiteY156-13194" fmla="*/ 4053 h 5728"/>
                  <a:gd name="connsiteX157-13195" fmla="*/ 1257 w 6642"/>
                  <a:gd name="connsiteY157-13196" fmla="*/ 4077 h 5728"/>
                  <a:gd name="connsiteX158-13197" fmla="*/ 1417 w 6642"/>
                  <a:gd name="connsiteY158-13198" fmla="*/ 4107 h 5728"/>
                  <a:gd name="connsiteX159-13199" fmla="*/ 1487 w 6642"/>
                  <a:gd name="connsiteY159-13200" fmla="*/ 4158 h 5728"/>
                  <a:gd name="connsiteX160-13201" fmla="*/ 1688 w 6642"/>
                  <a:gd name="connsiteY160-13202" fmla="*/ 4229 h 5728"/>
                  <a:gd name="connsiteX161-13203" fmla="*/ 1904 w 6642"/>
                  <a:gd name="connsiteY161-13204" fmla="*/ 4309 h 5728"/>
                  <a:gd name="connsiteX162-13205" fmla="*/ 2068 w 6642"/>
                  <a:gd name="connsiteY162-13206" fmla="*/ 4212 h 5728"/>
                  <a:gd name="connsiteX163-13207" fmla="*/ 2267 w 6642"/>
                  <a:gd name="connsiteY163-13208" fmla="*/ 4125 h 5728"/>
                  <a:gd name="connsiteX164-13209" fmla="*/ 2363 w 6642"/>
                  <a:gd name="connsiteY164-13210" fmla="*/ 4075 h 5728"/>
                  <a:gd name="connsiteX165-13211" fmla="*/ 2539 w 6642"/>
                  <a:gd name="connsiteY165-13212" fmla="*/ 3995 h 5728"/>
                  <a:gd name="connsiteX0-13213" fmla="*/ 5456 w 6642"/>
                  <a:gd name="connsiteY0-13214" fmla="*/ 2333 h 5728"/>
                  <a:gd name="connsiteX1-13215" fmla="*/ 5454 w 6642"/>
                  <a:gd name="connsiteY1-13216" fmla="*/ 2117 h 5728"/>
                  <a:gd name="connsiteX2-13217" fmla="*/ 5378 w 6642"/>
                  <a:gd name="connsiteY2-13218" fmla="*/ 2039 h 5728"/>
                  <a:gd name="connsiteX3-13219" fmla="*/ 5235 w 6642"/>
                  <a:gd name="connsiteY3-13220" fmla="*/ 1951 h 5728"/>
                  <a:gd name="connsiteX4-13221" fmla="*/ 5143 w 6642"/>
                  <a:gd name="connsiteY4-13222" fmla="*/ 1827 h 5728"/>
                  <a:gd name="connsiteX5-13223" fmla="*/ 5047 w 6642"/>
                  <a:gd name="connsiteY5-13224" fmla="*/ 1828 h 5728"/>
                  <a:gd name="connsiteX6-13225" fmla="*/ 5002 w 6642"/>
                  <a:gd name="connsiteY6-13226" fmla="*/ 1883 h 5728"/>
                  <a:gd name="connsiteX7-13227" fmla="*/ 4909 w 6642"/>
                  <a:gd name="connsiteY7-13228" fmla="*/ 1877 h 5728"/>
                  <a:gd name="connsiteX8-13229" fmla="*/ 4889 w 6642"/>
                  <a:gd name="connsiteY8-13230" fmla="*/ 1994 h 5728"/>
                  <a:gd name="connsiteX9-13231" fmla="*/ 4708 w 6642"/>
                  <a:gd name="connsiteY9-13232" fmla="*/ 1941 h 5728"/>
                  <a:gd name="connsiteX10-13233" fmla="*/ 4625 w 6642"/>
                  <a:gd name="connsiteY10-13234" fmla="*/ 1939 h 5728"/>
                  <a:gd name="connsiteX11-13235" fmla="*/ 4500 w 6642"/>
                  <a:gd name="connsiteY11-13236" fmla="*/ 2014 h 5728"/>
                  <a:gd name="connsiteX12-13237" fmla="*/ 4388 w 6642"/>
                  <a:gd name="connsiteY12-13238" fmla="*/ 1890 h 5728"/>
                  <a:gd name="connsiteX13-13239" fmla="*/ 4482 w 6642"/>
                  <a:gd name="connsiteY13-13240" fmla="*/ 1804 h 5728"/>
                  <a:gd name="connsiteX14-13241" fmla="*/ 4486 w 6642"/>
                  <a:gd name="connsiteY14-13242" fmla="*/ 1634 h 5728"/>
                  <a:gd name="connsiteX15-13243" fmla="*/ 4541 w 6642"/>
                  <a:gd name="connsiteY15-13244" fmla="*/ 1514 h 5728"/>
                  <a:gd name="connsiteX16-13245" fmla="*/ 4584 w 6642"/>
                  <a:gd name="connsiteY16-13246" fmla="*/ 1306 h 5728"/>
                  <a:gd name="connsiteX17-13247" fmla="*/ 4644 w 6642"/>
                  <a:gd name="connsiteY17-13248" fmla="*/ 1307 h 5728"/>
                  <a:gd name="connsiteX18-13249" fmla="*/ 4967 w 6642"/>
                  <a:gd name="connsiteY18-13250" fmla="*/ 1286 h 5728"/>
                  <a:gd name="connsiteX19-13251" fmla="*/ 5141 w 6642"/>
                  <a:gd name="connsiteY19-13252" fmla="*/ 1117 h 5728"/>
                  <a:gd name="connsiteX20-13253" fmla="*/ 5210 w 6642"/>
                  <a:gd name="connsiteY20-13254" fmla="*/ 748 h 5728"/>
                  <a:gd name="connsiteX21-13255" fmla="*/ 5320 w 6642"/>
                  <a:gd name="connsiteY21-13256" fmla="*/ 486 h 5728"/>
                  <a:gd name="connsiteX22-13257" fmla="*/ 5318 w 6642"/>
                  <a:gd name="connsiteY22-13258" fmla="*/ 358 h 5728"/>
                  <a:gd name="connsiteX23-13259" fmla="*/ 5305 w 6642"/>
                  <a:gd name="connsiteY23-13260" fmla="*/ 328 h 5728"/>
                  <a:gd name="connsiteX24-13261" fmla="*/ 5238 w 6642"/>
                  <a:gd name="connsiteY24-13262" fmla="*/ 251 h 5728"/>
                  <a:gd name="connsiteX25-13263" fmla="*/ 5178 w 6642"/>
                  <a:gd name="connsiteY25-13264" fmla="*/ 217 h 5728"/>
                  <a:gd name="connsiteX26-13265" fmla="*/ 5303 w 6642"/>
                  <a:gd name="connsiteY26-13266" fmla="*/ 56 h 5728"/>
                  <a:gd name="connsiteX27-13267" fmla="*/ 5476 w 6642"/>
                  <a:gd name="connsiteY27-13268" fmla="*/ 2 h 5728"/>
                  <a:gd name="connsiteX28-13269" fmla="*/ 5508 w 6642"/>
                  <a:gd name="connsiteY28-13270" fmla="*/ 49 h 5728"/>
                  <a:gd name="connsiteX29-13271" fmla="*/ 5498 w 6642"/>
                  <a:gd name="connsiteY29-13272" fmla="*/ 133 h 5728"/>
                  <a:gd name="connsiteX30-13273" fmla="*/ 5437 w 6642"/>
                  <a:gd name="connsiteY30-13274" fmla="*/ 243 h 5728"/>
                  <a:gd name="connsiteX31-13275" fmla="*/ 5507 w 6642"/>
                  <a:gd name="connsiteY31-13276" fmla="*/ 301 h 5728"/>
                  <a:gd name="connsiteX32-13277" fmla="*/ 5621 w 6642"/>
                  <a:gd name="connsiteY32-13278" fmla="*/ 366 h 5728"/>
                  <a:gd name="connsiteX33-13279" fmla="*/ 5641 w 6642"/>
                  <a:gd name="connsiteY33-13280" fmla="*/ 255 h 5728"/>
                  <a:gd name="connsiteX34-13281" fmla="*/ 5775 w 6642"/>
                  <a:gd name="connsiteY34-13282" fmla="*/ 291 h 5728"/>
                  <a:gd name="connsiteX35-13283" fmla="*/ 5800 w 6642"/>
                  <a:gd name="connsiteY35-13284" fmla="*/ 331 h 5728"/>
                  <a:gd name="connsiteX36-13285" fmla="*/ 5876 w 6642"/>
                  <a:gd name="connsiteY36-13286" fmla="*/ 562 h 5728"/>
                  <a:gd name="connsiteX37-13287" fmla="*/ 5911 w 6642"/>
                  <a:gd name="connsiteY37-13288" fmla="*/ 586 h 5728"/>
                  <a:gd name="connsiteX38-13289" fmla="*/ 6003 w 6642"/>
                  <a:gd name="connsiteY38-13290" fmla="*/ 578 h 5728"/>
                  <a:gd name="connsiteX39-13291" fmla="*/ 6263 w 6642"/>
                  <a:gd name="connsiteY39-13292" fmla="*/ 490 h 5728"/>
                  <a:gd name="connsiteX40-13293" fmla="*/ 6483 w 6642"/>
                  <a:gd name="connsiteY40-13294" fmla="*/ 479 h 5728"/>
                  <a:gd name="connsiteX41-13295" fmla="*/ 6543 w 6642"/>
                  <a:gd name="connsiteY41-13296" fmla="*/ 648 h 5728"/>
                  <a:gd name="connsiteX42-13297" fmla="*/ 6461 w 6642"/>
                  <a:gd name="connsiteY42-13298" fmla="*/ 944 h 5728"/>
                  <a:gd name="connsiteX43-13299" fmla="*/ 6461 w 6642"/>
                  <a:gd name="connsiteY43-13300" fmla="*/ 1022 h 5728"/>
                  <a:gd name="connsiteX44-13301" fmla="*/ 6530 w 6642"/>
                  <a:gd name="connsiteY44-13302" fmla="*/ 1168 h 5728"/>
                  <a:gd name="connsiteX45-13303" fmla="*/ 6545 w 6642"/>
                  <a:gd name="connsiteY45-13304" fmla="*/ 1427 h 5728"/>
                  <a:gd name="connsiteX46-13305" fmla="*/ 6547 w 6642"/>
                  <a:gd name="connsiteY46-13306" fmla="*/ 1617 h 5728"/>
                  <a:gd name="connsiteX47-13307" fmla="*/ 6480 w 6642"/>
                  <a:gd name="connsiteY47-13308" fmla="*/ 1625 h 5728"/>
                  <a:gd name="connsiteX48-13309" fmla="*/ 6458 w 6642"/>
                  <a:gd name="connsiteY48-13310" fmla="*/ 1507 h 5728"/>
                  <a:gd name="connsiteX49-13311" fmla="*/ 6423 w 6642"/>
                  <a:gd name="connsiteY49-13312" fmla="*/ 1450 h 5728"/>
                  <a:gd name="connsiteX50-13313" fmla="*/ 6333 w 6642"/>
                  <a:gd name="connsiteY50-13314" fmla="*/ 1582 h 5728"/>
                  <a:gd name="connsiteX51-13315" fmla="*/ 6220 w 6642"/>
                  <a:gd name="connsiteY51-13316" fmla="*/ 1776 h 5728"/>
                  <a:gd name="connsiteX52-13317" fmla="*/ 6101 w 6642"/>
                  <a:gd name="connsiteY52-13318" fmla="*/ 1904 h 5728"/>
                  <a:gd name="connsiteX53-13319" fmla="*/ 6094 w 6642"/>
                  <a:gd name="connsiteY53-13320" fmla="*/ 2018 h 5728"/>
                  <a:gd name="connsiteX54-13321" fmla="*/ 6154 w 6642"/>
                  <a:gd name="connsiteY54-13322" fmla="*/ 2115 h 5728"/>
                  <a:gd name="connsiteX55-13323" fmla="*/ 6256 w 6642"/>
                  <a:gd name="connsiteY55-13324" fmla="*/ 2183 h 5728"/>
                  <a:gd name="connsiteX56-13325" fmla="*/ 6333 w 6642"/>
                  <a:gd name="connsiteY56-13326" fmla="*/ 2178 h 5728"/>
                  <a:gd name="connsiteX57-13327" fmla="*/ 6378 w 6642"/>
                  <a:gd name="connsiteY57-13328" fmla="*/ 2104 h 5728"/>
                  <a:gd name="connsiteX58-13329" fmla="*/ 6412 w 6642"/>
                  <a:gd name="connsiteY58-13330" fmla="*/ 2210 h 5728"/>
                  <a:gd name="connsiteX59-13331" fmla="*/ 6300 w 6642"/>
                  <a:gd name="connsiteY59-13332" fmla="*/ 2249 h 5728"/>
                  <a:gd name="connsiteX60-13333" fmla="*/ 6347 w 6642"/>
                  <a:gd name="connsiteY60-13334" fmla="*/ 2362 h 5728"/>
                  <a:gd name="connsiteX61-13335" fmla="*/ 6212 w 6642"/>
                  <a:gd name="connsiteY61-13336" fmla="*/ 2509 h 5728"/>
                  <a:gd name="connsiteX62-13337" fmla="*/ 6171 w 6642"/>
                  <a:gd name="connsiteY62-13338" fmla="*/ 2498 h 5728"/>
                  <a:gd name="connsiteX63-13339" fmla="*/ 6047 w 6642"/>
                  <a:gd name="connsiteY63-13340" fmla="*/ 2413 h 5728"/>
                  <a:gd name="connsiteX64-13341" fmla="*/ 5992 w 6642"/>
                  <a:gd name="connsiteY64-13342" fmla="*/ 2412 h 5728"/>
                  <a:gd name="connsiteX65-13343" fmla="*/ 5957 w 6642"/>
                  <a:gd name="connsiteY65-13344" fmla="*/ 2480 h 5728"/>
                  <a:gd name="connsiteX66-13345" fmla="*/ 5960 w 6642"/>
                  <a:gd name="connsiteY66-13346" fmla="*/ 2562 h 5728"/>
                  <a:gd name="connsiteX67-13347" fmla="*/ 6138 w 6642"/>
                  <a:gd name="connsiteY67-13348" fmla="*/ 2730 h 5728"/>
                  <a:gd name="connsiteX68-13349" fmla="*/ 6137 w 6642"/>
                  <a:gd name="connsiteY68-13350" fmla="*/ 2844 h 5728"/>
                  <a:gd name="connsiteX69-13351" fmla="*/ 6228 w 6642"/>
                  <a:gd name="connsiteY69-13352" fmla="*/ 3060 h 5728"/>
                  <a:gd name="connsiteX70-13353" fmla="*/ 6254 w 6642"/>
                  <a:gd name="connsiteY70-13354" fmla="*/ 3090 h 5728"/>
                  <a:gd name="connsiteX71-13355" fmla="*/ 6298 w 6642"/>
                  <a:gd name="connsiteY71-13356" fmla="*/ 3094 h 5728"/>
                  <a:gd name="connsiteX72-13357" fmla="*/ 6344 w 6642"/>
                  <a:gd name="connsiteY72-13358" fmla="*/ 3010 h 5728"/>
                  <a:gd name="connsiteX73-13359" fmla="*/ 6424 w 6642"/>
                  <a:gd name="connsiteY73-13360" fmla="*/ 2950 h 5728"/>
                  <a:gd name="connsiteX74-13361" fmla="*/ 6519 w 6642"/>
                  <a:gd name="connsiteY74-13362" fmla="*/ 3126 h 5728"/>
                  <a:gd name="connsiteX75-13363" fmla="*/ 6629 w 6642"/>
                  <a:gd name="connsiteY75-13364" fmla="*/ 3312 h 5728"/>
                  <a:gd name="connsiteX76-13365" fmla="*/ 6642 w 6642"/>
                  <a:gd name="connsiteY76-13366" fmla="*/ 3342 h 5728"/>
                  <a:gd name="connsiteX77-13367" fmla="*/ 6631 w 6642"/>
                  <a:gd name="connsiteY77-13368" fmla="*/ 3518 h 5728"/>
                  <a:gd name="connsiteX78-13369" fmla="*/ 6596 w 6642"/>
                  <a:gd name="connsiteY78-13370" fmla="*/ 3554 h 5728"/>
                  <a:gd name="connsiteX79-13371" fmla="*/ 6507 w 6642"/>
                  <a:gd name="connsiteY79-13372" fmla="*/ 3515 h 5728"/>
                  <a:gd name="connsiteX80-13373" fmla="*/ 6273 w 6642"/>
                  <a:gd name="connsiteY80-13374" fmla="*/ 3644 h 5728"/>
                  <a:gd name="connsiteX81-13375" fmla="*/ 6247 w 6642"/>
                  <a:gd name="connsiteY81-13376" fmla="*/ 3666 h 5728"/>
                  <a:gd name="connsiteX82-13377" fmla="*/ 6067 w 6642"/>
                  <a:gd name="connsiteY82-13378" fmla="*/ 3812 h 5728"/>
                  <a:gd name="connsiteX83-13379" fmla="*/ 5926 w 6642"/>
                  <a:gd name="connsiteY83-13380" fmla="*/ 3926 h 5728"/>
                  <a:gd name="connsiteX84-13381" fmla="*/ 5891 w 6642"/>
                  <a:gd name="connsiteY84-13382" fmla="*/ 3965 h 5728"/>
                  <a:gd name="connsiteX85-13383" fmla="*/ 5839 w 6642"/>
                  <a:gd name="connsiteY85-13384" fmla="*/ 3973 h 5728"/>
                  <a:gd name="connsiteX86-13385" fmla="*/ 5782 w 6642"/>
                  <a:gd name="connsiteY86-13386" fmla="*/ 3916 h 5728"/>
                  <a:gd name="connsiteX87-13387" fmla="*/ 5658 w 6642"/>
                  <a:gd name="connsiteY87-13388" fmla="*/ 3808 h 5728"/>
                  <a:gd name="connsiteX88-13389" fmla="*/ 5682 w 6642"/>
                  <a:gd name="connsiteY88-13390" fmla="*/ 4064 h 5728"/>
                  <a:gd name="connsiteX89-13391" fmla="*/ 5691 w 6642"/>
                  <a:gd name="connsiteY89-13392" fmla="*/ 4192 h 5728"/>
                  <a:gd name="connsiteX90-13393" fmla="*/ 5429 w 6642"/>
                  <a:gd name="connsiteY90-13394" fmla="*/ 4166 h 5728"/>
                  <a:gd name="connsiteX91-13395" fmla="*/ 5347 w 6642"/>
                  <a:gd name="connsiteY91-13396" fmla="*/ 3987 h 5728"/>
                  <a:gd name="connsiteX92-13397" fmla="*/ 5265 w 6642"/>
                  <a:gd name="connsiteY92-13398" fmla="*/ 3802 h 5728"/>
                  <a:gd name="connsiteX93-13399" fmla="*/ 4290 w 6642"/>
                  <a:gd name="connsiteY93-13400" fmla="*/ 4504 h 5728"/>
                  <a:gd name="connsiteX94-13401" fmla="*/ 4293 w 6642"/>
                  <a:gd name="connsiteY94-13402" fmla="*/ 4556 h 5728"/>
                  <a:gd name="connsiteX95-13403" fmla="*/ 4257 w 6642"/>
                  <a:gd name="connsiteY95-13404" fmla="*/ 4614 h 5728"/>
                  <a:gd name="connsiteX96-13405" fmla="*/ 3992 w 6642"/>
                  <a:gd name="connsiteY96-13406" fmla="*/ 4680 h 5728"/>
                  <a:gd name="connsiteX97-13407" fmla="*/ 3857 w 6642"/>
                  <a:gd name="connsiteY97-13408" fmla="*/ 4739 h 5728"/>
                  <a:gd name="connsiteX98-13409" fmla="*/ 3815 w 6642"/>
                  <a:gd name="connsiteY98-13410" fmla="*/ 4777 h 5728"/>
                  <a:gd name="connsiteX99-13411" fmla="*/ 3616 w 6642"/>
                  <a:gd name="connsiteY99-13412" fmla="*/ 5021 h 5728"/>
                  <a:gd name="connsiteX100-13413" fmla="*/ 3543 w 6642"/>
                  <a:gd name="connsiteY100-13414" fmla="*/ 4970 h 5728"/>
                  <a:gd name="connsiteX101-13415" fmla="*/ 3460 w 6642"/>
                  <a:gd name="connsiteY101-13416" fmla="*/ 4971 h 5728"/>
                  <a:gd name="connsiteX102-13417" fmla="*/ 3424 w 6642"/>
                  <a:gd name="connsiteY102-13418" fmla="*/ 5045 h 5728"/>
                  <a:gd name="connsiteX103-13419" fmla="*/ 3313 w 6642"/>
                  <a:gd name="connsiteY103-13420" fmla="*/ 5000 h 5728"/>
                  <a:gd name="connsiteX104-13421" fmla="*/ 3235 w 6642"/>
                  <a:gd name="connsiteY104-13422" fmla="*/ 5109 h 5728"/>
                  <a:gd name="connsiteX105-13423" fmla="*/ 3013 w 6642"/>
                  <a:gd name="connsiteY105-13424" fmla="*/ 5349 h 5728"/>
                  <a:gd name="connsiteX106-13425" fmla="*/ 2993 w 6642"/>
                  <a:gd name="connsiteY106-13426" fmla="*/ 5516 h 5728"/>
                  <a:gd name="connsiteX107-13427" fmla="*/ 2976 w 6642"/>
                  <a:gd name="connsiteY107-13428" fmla="*/ 5659 h 5728"/>
                  <a:gd name="connsiteX108-13429" fmla="*/ 2960 w 6642"/>
                  <a:gd name="connsiteY108-13430" fmla="*/ 5669 h 5728"/>
                  <a:gd name="connsiteX109-13431" fmla="*/ 2638 w 6642"/>
                  <a:gd name="connsiteY109-13432" fmla="*/ 5621 h 5728"/>
                  <a:gd name="connsiteX110-13433" fmla="*/ 2536 w 6642"/>
                  <a:gd name="connsiteY110-13434" fmla="*/ 5566 h 5728"/>
                  <a:gd name="connsiteX111-13435" fmla="*/ 2482 w 6642"/>
                  <a:gd name="connsiteY111-13436" fmla="*/ 5503 h 5728"/>
                  <a:gd name="connsiteX112-13437" fmla="*/ 2377 w 6642"/>
                  <a:gd name="connsiteY112-13438" fmla="*/ 5477 h 5728"/>
                  <a:gd name="connsiteX113-13439" fmla="*/ 2377 w 6642"/>
                  <a:gd name="connsiteY113-13440" fmla="*/ 5379 h 5728"/>
                  <a:gd name="connsiteX114-13441" fmla="*/ 2481 w 6642"/>
                  <a:gd name="connsiteY114-13442" fmla="*/ 5149 h 5728"/>
                  <a:gd name="connsiteX115-13443" fmla="*/ 2341 w 6642"/>
                  <a:gd name="connsiteY115-13444" fmla="*/ 5070 h 5728"/>
                  <a:gd name="connsiteX116-13445" fmla="*/ 2299 w 6642"/>
                  <a:gd name="connsiteY116-13446" fmla="*/ 5095 h 5728"/>
                  <a:gd name="connsiteX117-13447" fmla="*/ 2209 w 6642"/>
                  <a:gd name="connsiteY117-13448" fmla="*/ 5214 h 5728"/>
                  <a:gd name="connsiteX118-13449" fmla="*/ 2177 w 6642"/>
                  <a:gd name="connsiteY118-13450" fmla="*/ 5276 h 5728"/>
                  <a:gd name="connsiteX119-13451" fmla="*/ 2115 w 6642"/>
                  <a:gd name="connsiteY119-13452" fmla="*/ 5386 h 5728"/>
                  <a:gd name="connsiteX120-13453" fmla="*/ 2121 w 6642"/>
                  <a:gd name="connsiteY120-13454" fmla="*/ 5510 h 5728"/>
                  <a:gd name="connsiteX121-13455" fmla="*/ 2082 w 6642"/>
                  <a:gd name="connsiteY121-13456" fmla="*/ 5558 h 5728"/>
                  <a:gd name="connsiteX122-13457" fmla="*/ 1951 w 6642"/>
                  <a:gd name="connsiteY122-13458" fmla="*/ 5617 h 5728"/>
                  <a:gd name="connsiteX123-13459" fmla="*/ 1785 w 6642"/>
                  <a:gd name="connsiteY123-13460" fmla="*/ 5649 h 5728"/>
                  <a:gd name="connsiteX124-13461" fmla="*/ 1682 w 6642"/>
                  <a:gd name="connsiteY124-13462" fmla="*/ 5728 h 5728"/>
                  <a:gd name="connsiteX125-13463" fmla="*/ 1568 w 6642"/>
                  <a:gd name="connsiteY125-13464" fmla="*/ 5611 h 5728"/>
                  <a:gd name="connsiteX126-13465" fmla="*/ 1508 w 6642"/>
                  <a:gd name="connsiteY126-13466" fmla="*/ 5485 h 5728"/>
                  <a:gd name="connsiteX127-13467" fmla="*/ 1630 w 6642"/>
                  <a:gd name="connsiteY127-13468" fmla="*/ 5242 h 5728"/>
                  <a:gd name="connsiteX128-13469" fmla="*/ 1685 w 6642"/>
                  <a:gd name="connsiteY128-13470" fmla="*/ 5195 h 5728"/>
                  <a:gd name="connsiteX129-13471" fmla="*/ 1730 w 6642"/>
                  <a:gd name="connsiteY129-13472" fmla="*/ 5120 h 5728"/>
                  <a:gd name="connsiteX130-13473" fmla="*/ 1727 w 6642"/>
                  <a:gd name="connsiteY130-13474" fmla="*/ 5071 h 5728"/>
                  <a:gd name="connsiteX131-13475" fmla="*/ 1530 w 6642"/>
                  <a:gd name="connsiteY131-13476" fmla="*/ 5007 h 5728"/>
                  <a:gd name="connsiteX132-13477" fmla="*/ 1459 w 6642"/>
                  <a:gd name="connsiteY132-13478" fmla="*/ 5064 h 5728"/>
                  <a:gd name="connsiteX133-13479" fmla="*/ 1353 w 6642"/>
                  <a:gd name="connsiteY133-13480" fmla="*/ 5111 h 5728"/>
                  <a:gd name="connsiteX134-13481" fmla="*/ 1290 w 6642"/>
                  <a:gd name="connsiteY134-13482" fmla="*/ 5063 h 5728"/>
                  <a:gd name="connsiteX135-13483" fmla="*/ 1052 w 6642"/>
                  <a:gd name="connsiteY135-13484" fmla="*/ 5254 h 5728"/>
                  <a:gd name="connsiteX136-13485" fmla="*/ 924 w 6642"/>
                  <a:gd name="connsiteY136-13486" fmla="*/ 5231 h 5728"/>
                  <a:gd name="connsiteX137-13487" fmla="*/ 813 w 6642"/>
                  <a:gd name="connsiteY137-13488" fmla="*/ 5097 h 5728"/>
                  <a:gd name="connsiteX138-13489" fmla="*/ 683 w 6642"/>
                  <a:gd name="connsiteY138-13490" fmla="*/ 4930 h 5728"/>
                  <a:gd name="connsiteX139-13491" fmla="*/ 572 w 6642"/>
                  <a:gd name="connsiteY139-13492" fmla="*/ 4806 h 5728"/>
                  <a:gd name="connsiteX140-13493" fmla="*/ 505 w 6642"/>
                  <a:gd name="connsiteY140-13494" fmla="*/ 4788 h 5728"/>
                  <a:gd name="connsiteX141-13495" fmla="*/ 640 w 6642"/>
                  <a:gd name="connsiteY141-13496" fmla="*/ 4631 h 5728"/>
                  <a:gd name="connsiteX142-13497" fmla="*/ 683 w 6642"/>
                  <a:gd name="connsiteY142-13498" fmla="*/ 4541 h 5728"/>
                  <a:gd name="connsiteX143-13499" fmla="*/ 651 w 6642"/>
                  <a:gd name="connsiteY143-13500" fmla="*/ 4438 h 5728"/>
                  <a:gd name="connsiteX144-13501" fmla="*/ 277 w 6642"/>
                  <a:gd name="connsiteY144-13502" fmla="*/ 4491 h 5728"/>
                  <a:gd name="connsiteX145-13503" fmla="*/ 187 w 6642"/>
                  <a:gd name="connsiteY145-13504" fmla="*/ 4518 h 5728"/>
                  <a:gd name="connsiteX146-13505" fmla="*/ 195 w 6642"/>
                  <a:gd name="connsiteY146-13506" fmla="*/ 4384 h 5728"/>
                  <a:gd name="connsiteX147-13507" fmla="*/ 147 w 6642"/>
                  <a:gd name="connsiteY147-13508" fmla="*/ 4318 h 5728"/>
                  <a:gd name="connsiteX148-13509" fmla="*/ 39 w 6642"/>
                  <a:gd name="connsiteY148-13510" fmla="*/ 4220 h 5728"/>
                  <a:gd name="connsiteX149-13511" fmla="*/ 75 w 6642"/>
                  <a:gd name="connsiteY149-13512" fmla="*/ 4093 h 5728"/>
                  <a:gd name="connsiteX150-13513" fmla="*/ 63 w 6642"/>
                  <a:gd name="connsiteY150-13514" fmla="*/ 3929 h 5728"/>
                  <a:gd name="connsiteX151-13515" fmla="*/ 0 w 6642"/>
                  <a:gd name="connsiteY151-13516" fmla="*/ 3842 h 5728"/>
                  <a:gd name="connsiteX152-13517" fmla="*/ 0 w 6642"/>
                  <a:gd name="connsiteY152-13518" fmla="*/ 3737 h 5728"/>
                  <a:gd name="connsiteX153-13519" fmla="*/ 303 w 6642"/>
                  <a:gd name="connsiteY153-13520" fmla="*/ 3824 h 5728"/>
                  <a:gd name="connsiteX154-13521" fmla="*/ 830 w 6642"/>
                  <a:gd name="connsiteY154-13522" fmla="*/ 3840 h 5728"/>
                  <a:gd name="connsiteX155-13523" fmla="*/ 1044 w 6642"/>
                  <a:gd name="connsiteY155-13524" fmla="*/ 3908 h 5728"/>
                  <a:gd name="connsiteX156-13525" fmla="*/ 1213 w 6642"/>
                  <a:gd name="connsiteY156-13526" fmla="*/ 4053 h 5728"/>
                  <a:gd name="connsiteX157-13527" fmla="*/ 1257 w 6642"/>
                  <a:gd name="connsiteY157-13528" fmla="*/ 4077 h 5728"/>
                  <a:gd name="connsiteX158-13529" fmla="*/ 1417 w 6642"/>
                  <a:gd name="connsiteY158-13530" fmla="*/ 4107 h 5728"/>
                  <a:gd name="connsiteX159-13531" fmla="*/ 1487 w 6642"/>
                  <a:gd name="connsiteY159-13532" fmla="*/ 4158 h 5728"/>
                  <a:gd name="connsiteX160-13533" fmla="*/ 1688 w 6642"/>
                  <a:gd name="connsiteY160-13534" fmla="*/ 4229 h 5728"/>
                  <a:gd name="connsiteX161-13535" fmla="*/ 1904 w 6642"/>
                  <a:gd name="connsiteY161-13536" fmla="*/ 4309 h 5728"/>
                  <a:gd name="connsiteX162-13537" fmla="*/ 2068 w 6642"/>
                  <a:gd name="connsiteY162-13538" fmla="*/ 4212 h 5728"/>
                  <a:gd name="connsiteX163-13539" fmla="*/ 2267 w 6642"/>
                  <a:gd name="connsiteY163-13540" fmla="*/ 4125 h 5728"/>
                  <a:gd name="connsiteX164-13541" fmla="*/ 2363 w 6642"/>
                  <a:gd name="connsiteY164-13542" fmla="*/ 4075 h 5728"/>
                  <a:gd name="connsiteX0-13543" fmla="*/ 5456 w 6642"/>
                  <a:gd name="connsiteY0-13544" fmla="*/ 2333 h 5728"/>
                  <a:gd name="connsiteX1-13545" fmla="*/ 5454 w 6642"/>
                  <a:gd name="connsiteY1-13546" fmla="*/ 2117 h 5728"/>
                  <a:gd name="connsiteX2-13547" fmla="*/ 5378 w 6642"/>
                  <a:gd name="connsiteY2-13548" fmla="*/ 2039 h 5728"/>
                  <a:gd name="connsiteX3-13549" fmla="*/ 5235 w 6642"/>
                  <a:gd name="connsiteY3-13550" fmla="*/ 1951 h 5728"/>
                  <a:gd name="connsiteX4-13551" fmla="*/ 5143 w 6642"/>
                  <a:gd name="connsiteY4-13552" fmla="*/ 1827 h 5728"/>
                  <a:gd name="connsiteX5-13553" fmla="*/ 5047 w 6642"/>
                  <a:gd name="connsiteY5-13554" fmla="*/ 1828 h 5728"/>
                  <a:gd name="connsiteX6-13555" fmla="*/ 5002 w 6642"/>
                  <a:gd name="connsiteY6-13556" fmla="*/ 1883 h 5728"/>
                  <a:gd name="connsiteX7-13557" fmla="*/ 4909 w 6642"/>
                  <a:gd name="connsiteY7-13558" fmla="*/ 1877 h 5728"/>
                  <a:gd name="connsiteX8-13559" fmla="*/ 4889 w 6642"/>
                  <a:gd name="connsiteY8-13560" fmla="*/ 1994 h 5728"/>
                  <a:gd name="connsiteX9-13561" fmla="*/ 4708 w 6642"/>
                  <a:gd name="connsiteY9-13562" fmla="*/ 1941 h 5728"/>
                  <a:gd name="connsiteX10-13563" fmla="*/ 4625 w 6642"/>
                  <a:gd name="connsiteY10-13564" fmla="*/ 1939 h 5728"/>
                  <a:gd name="connsiteX11-13565" fmla="*/ 4500 w 6642"/>
                  <a:gd name="connsiteY11-13566" fmla="*/ 2014 h 5728"/>
                  <a:gd name="connsiteX12-13567" fmla="*/ 4388 w 6642"/>
                  <a:gd name="connsiteY12-13568" fmla="*/ 1890 h 5728"/>
                  <a:gd name="connsiteX13-13569" fmla="*/ 4482 w 6642"/>
                  <a:gd name="connsiteY13-13570" fmla="*/ 1804 h 5728"/>
                  <a:gd name="connsiteX14-13571" fmla="*/ 4486 w 6642"/>
                  <a:gd name="connsiteY14-13572" fmla="*/ 1634 h 5728"/>
                  <a:gd name="connsiteX15-13573" fmla="*/ 4541 w 6642"/>
                  <a:gd name="connsiteY15-13574" fmla="*/ 1514 h 5728"/>
                  <a:gd name="connsiteX16-13575" fmla="*/ 4584 w 6642"/>
                  <a:gd name="connsiteY16-13576" fmla="*/ 1306 h 5728"/>
                  <a:gd name="connsiteX17-13577" fmla="*/ 4644 w 6642"/>
                  <a:gd name="connsiteY17-13578" fmla="*/ 1307 h 5728"/>
                  <a:gd name="connsiteX18-13579" fmla="*/ 4967 w 6642"/>
                  <a:gd name="connsiteY18-13580" fmla="*/ 1286 h 5728"/>
                  <a:gd name="connsiteX19-13581" fmla="*/ 5141 w 6642"/>
                  <a:gd name="connsiteY19-13582" fmla="*/ 1117 h 5728"/>
                  <a:gd name="connsiteX20-13583" fmla="*/ 5210 w 6642"/>
                  <a:gd name="connsiteY20-13584" fmla="*/ 748 h 5728"/>
                  <a:gd name="connsiteX21-13585" fmla="*/ 5320 w 6642"/>
                  <a:gd name="connsiteY21-13586" fmla="*/ 486 h 5728"/>
                  <a:gd name="connsiteX22-13587" fmla="*/ 5318 w 6642"/>
                  <a:gd name="connsiteY22-13588" fmla="*/ 358 h 5728"/>
                  <a:gd name="connsiteX23-13589" fmla="*/ 5305 w 6642"/>
                  <a:gd name="connsiteY23-13590" fmla="*/ 328 h 5728"/>
                  <a:gd name="connsiteX24-13591" fmla="*/ 5238 w 6642"/>
                  <a:gd name="connsiteY24-13592" fmla="*/ 251 h 5728"/>
                  <a:gd name="connsiteX25-13593" fmla="*/ 5178 w 6642"/>
                  <a:gd name="connsiteY25-13594" fmla="*/ 217 h 5728"/>
                  <a:gd name="connsiteX26-13595" fmla="*/ 5303 w 6642"/>
                  <a:gd name="connsiteY26-13596" fmla="*/ 56 h 5728"/>
                  <a:gd name="connsiteX27-13597" fmla="*/ 5476 w 6642"/>
                  <a:gd name="connsiteY27-13598" fmla="*/ 2 h 5728"/>
                  <a:gd name="connsiteX28-13599" fmla="*/ 5508 w 6642"/>
                  <a:gd name="connsiteY28-13600" fmla="*/ 49 h 5728"/>
                  <a:gd name="connsiteX29-13601" fmla="*/ 5498 w 6642"/>
                  <a:gd name="connsiteY29-13602" fmla="*/ 133 h 5728"/>
                  <a:gd name="connsiteX30-13603" fmla="*/ 5437 w 6642"/>
                  <a:gd name="connsiteY30-13604" fmla="*/ 243 h 5728"/>
                  <a:gd name="connsiteX31-13605" fmla="*/ 5507 w 6642"/>
                  <a:gd name="connsiteY31-13606" fmla="*/ 301 h 5728"/>
                  <a:gd name="connsiteX32-13607" fmla="*/ 5621 w 6642"/>
                  <a:gd name="connsiteY32-13608" fmla="*/ 366 h 5728"/>
                  <a:gd name="connsiteX33-13609" fmla="*/ 5641 w 6642"/>
                  <a:gd name="connsiteY33-13610" fmla="*/ 255 h 5728"/>
                  <a:gd name="connsiteX34-13611" fmla="*/ 5775 w 6642"/>
                  <a:gd name="connsiteY34-13612" fmla="*/ 291 h 5728"/>
                  <a:gd name="connsiteX35-13613" fmla="*/ 5800 w 6642"/>
                  <a:gd name="connsiteY35-13614" fmla="*/ 331 h 5728"/>
                  <a:gd name="connsiteX36-13615" fmla="*/ 5876 w 6642"/>
                  <a:gd name="connsiteY36-13616" fmla="*/ 562 h 5728"/>
                  <a:gd name="connsiteX37-13617" fmla="*/ 5911 w 6642"/>
                  <a:gd name="connsiteY37-13618" fmla="*/ 586 h 5728"/>
                  <a:gd name="connsiteX38-13619" fmla="*/ 6003 w 6642"/>
                  <a:gd name="connsiteY38-13620" fmla="*/ 578 h 5728"/>
                  <a:gd name="connsiteX39-13621" fmla="*/ 6263 w 6642"/>
                  <a:gd name="connsiteY39-13622" fmla="*/ 490 h 5728"/>
                  <a:gd name="connsiteX40-13623" fmla="*/ 6483 w 6642"/>
                  <a:gd name="connsiteY40-13624" fmla="*/ 479 h 5728"/>
                  <a:gd name="connsiteX41-13625" fmla="*/ 6543 w 6642"/>
                  <a:gd name="connsiteY41-13626" fmla="*/ 648 h 5728"/>
                  <a:gd name="connsiteX42-13627" fmla="*/ 6461 w 6642"/>
                  <a:gd name="connsiteY42-13628" fmla="*/ 944 h 5728"/>
                  <a:gd name="connsiteX43-13629" fmla="*/ 6461 w 6642"/>
                  <a:gd name="connsiteY43-13630" fmla="*/ 1022 h 5728"/>
                  <a:gd name="connsiteX44-13631" fmla="*/ 6530 w 6642"/>
                  <a:gd name="connsiteY44-13632" fmla="*/ 1168 h 5728"/>
                  <a:gd name="connsiteX45-13633" fmla="*/ 6545 w 6642"/>
                  <a:gd name="connsiteY45-13634" fmla="*/ 1427 h 5728"/>
                  <a:gd name="connsiteX46-13635" fmla="*/ 6547 w 6642"/>
                  <a:gd name="connsiteY46-13636" fmla="*/ 1617 h 5728"/>
                  <a:gd name="connsiteX47-13637" fmla="*/ 6480 w 6642"/>
                  <a:gd name="connsiteY47-13638" fmla="*/ 1625 h 5728"/>
                  <a:gd name="connsiteX48-13639" fmla="*/ 6458 w 6642"/>
                  <a:gd name="connsiteY48-13640" fmla="*/ 1507 h 5728"/>
                  <a:gd name="connsiteX49-13641" fmla="*/ 6423 w 6642"/>
                  <a:gd name="connsiteY49-13642" fmla="*/ 1450 h 5728"/>
                  <a:gd name="connsiteX50-13643" fmla="*/ 6333 w 6642"/>
                  <a:gd name="connsiteY50-13644" fmla="*/ 1582 h 5728"/>
                  <a:gd name="connsiteX51-13645" fmla="*/ 6220 w 6642"/>
                  <a:gd name="connsiteY51-13646" fmla="*/ 1776 h 5728"/>
                  <a:gd name="connsiteX52-13647" fmla="*/ 6101 w 6642"/>
                  <a:gd name="connsiteY52-13648" fmla="*/ 1904 h 5728"/>
                  <a:gd name="connsiteX53-13649" fmla="*/ 6094 w 6642"/>
                  <a:gd name="connsiteY53-13650" fmla="*/ 2018 h 5728"/>
                  <a:gd name="connsiteX54-13651" fmla="*/ 6154 w 6642"/>
                  <a:gd name="connsiteY54-13652" fmla="*/ 2115 h 5728"/>
                  <a:gd name="connsiteX55-13653" fmla="*/ 6256 w 6642"/>
                  <a:gd name="connsiteY55-13654" fmla="*/ 2183 h 5728"/>
                  <a:gd name="connsiteX56-13655" fmla="*/ 6333 w 6642"/>
                  <a:gd name="connsiteY56-13656" fmla="*/ 2178 h 5728"/>
                  <a:gd name="connsiteX57-13657" fmla="*/ 6378 w 6642"/>
                  <a:gd name="connsiteY57-13658" fmla="*/ 2104 h 5728"/>
                  <a:gd name="connsiteX58-13659" fmla="*/ 6412 w 6642"/>
                  <a:gd name="connsiteY58-13660" fmla="*/ 2210 h 5728"/>
                  <a:gd name="connsiteX59-13661" fmla="*/ 6300 w 6642"/>
                  <a:gd name="connsiteY59-13662" fmla="*/ 2249 h 5728"/>
                  <a:gd name="connsiteX60-13663" fmla="*/ 6347 w 6642"/>
                  <a:gd name="connsiteY60-13664" fmla="*/ 2362 h 5728"/>
                  <a:gd name="connsiteX61-13665" fmla="*/ 6212 w 6642"/>
                  <a:gd name="connsiteY61-13666" fmla="*/ 2509 h 5728"/>
                  <a:gd name="connsiteX62-13667" fmla="*/ 6171 w 6642"/>
                  <a:gd name="connsiteY62-13668" fmla="*/ 2498 h 5728"/>
                  <a:gd name="connsiteX63-13669" fmla="*/ 6047 w 6642"/>
                  <a:gd name="connsiteY63-13670" fmla="*/ 2413 h 5728"/>
                  <a:gd name="connsiteX64-13671" fmla="*/ 5992 w 6642"/>
                  <a:gd name="connsiteY64-13672" fmla="*/ 2412 h 5728"/>
                  <a:gd name="connsiteX65-13673" fmla="*/ 5957 w 6642"/>
                  <a:gd name="connsiteY65-13674" fmla="*/ 2480 h 5728"/>
                  <a:gd name="connsiteX66-13675" fmla="*/ 5960 w 6642"/>
                  <a:gd name="connsiteY66-13676" fmla="*/ 2562 h 5728"/>
                  <a:gd name="connsiteX67-13677" fmla="*/ 6138 w 6642"/>
                  <a:gd name="connsiteY67-13678" fmla="*/ 2730 h 5728"/>
                  <a:gd name="connsiteX68-13679" fmla="*/ 6137 w 6642"/>
                  <a:gd name="connsiteY68-13680" fmla="*/ 2844 h 5728"/>
                  <a:gd name="connsiteX69-13681" fmla="*/ 6228 w 6642"/>
                  <a:gd name="connsiteY69-13682" fmla="*/ 3060 h 5728"/>
                  <a:gd name="connsiteX70-13683" fmla="*/ 6254 w 6642"/>
                  <a:gd name="connsiteY70-13684" fmla="*/ 3090 h 5728"/>
                  <a:gd name="connsiteX71-13685" fmla="*/ 6298 w 6642"/>
                  <a:gd name="connsiteY71-13686" fmla="*/ 3094 h 5728"/>
                  <a:gd name="connsiteX72-13687" fmla="*/ 6344 w 6642"/>
                  <a:gd name="connsiteY72-13688" fmla="*/ 3010 h 5728"/>
                  <a:gd name="connsiteX73-13689" fmla="*/ 6424 w 6642"/>
                  <a:gd name="connsiteY73-13690" fmla="*/ 2950 h 5728"/>
                  <a:gd name="connsiteX74-13691" fmla="*/ 6519 w 6642"/>
                  <a:gd name="connsiteY74-13692" fmla="*/ 3126 h 5728"/>
                  <a:gd name="connsiteX75-13693" fmla="*/ 6629 w 6642"/>
                  <a:gd name="connsiteY75-13694" fmla="*/ 3312 h 5728"/>
                  <a:gd name="connsiteX76-13695" fmla="*/ 6642 w 6642"/>
                  <a:gd name="connsiteY76-13696" fmla="*/ 3342 h 5728"/>
                  <a:gd name="connsiteX77-13697" fmla="*/ 6631 w 6642"/>
                  <a:gd name="connsiteY77-13698" fmla="*/ 3518 h 5728"/>
                  <a:gd name="connsiteX78-13699" fmla="*/ 6596 w 6642"/>
                  <a:gd name="connsiteY78-13700" fmla="*/ 3554 h 5728"/>
                  <a:gd name="connsiteX79-13701" fmla="*/ 6507 w 6642"/>
                  <a:gd name="connsiteY79-13702" fmla="*/ 3515 h 5728"/>
                  <a:gd name="connsiteX80-13703" fmla="*/ 6273 w 6642"/>
                  <a:gd name="connsiteY80-13704" fmla="*/ 3644 h 5728"/>
                  <a:gd name="connsiteX81-13705" fmla="*/ 6247 w 6642"/>
                  <a:gd name="connsiteY81-13706" fmla="*/ 3666 h 5728"/>
                  <a:gd name="connsiteX82-13707" fmla="*/ 6067 w 6642"/>
                  <a:gd name="connsiteY82-13708" fmla="*/ 3812 h 5728"/>
                  <a:gd name="connsiteX83-13709" fmla="*/ 5926 w 6642"/>
                  <a:gd name="connsiteY83-13710" fmla="*/ 3926 h 5728"/>
                  <a:gd name="connsiteX84-13711" fmla="*/ 5891 w 6642"/>
                  <a:gd name="connsiteY84-13712" fmla="*/ 3965 h 5728"/>
                  <a:gd name="connsiteX85-13713" fmla="*/ 5839 w 6642"/>
                  <a:gd name="connsiteY85-13714" fmla="*/ 3973 h 5728"/>
                  <a:gd name="connsiteX86-13715" fmla="*/ 5782 w 6642"/>
                  <a:gd name="connsiteY86-13716" fmla="*/ 3916 h 5728"/>
                  <a:gd name="connsiteX87-13717" fmla="*/ 5658 w 6642"/>
                  <a:gd name="connsiteY87-13718" fmla="*/ 3808 h 5728"/>
                  <a:gd name="connsiteX88-13719" fmla="*/ 5682 w 6642"/>
                  <a:gd name="connsiteY88-13720" fmla="*/ 4064 h 5728"/>
                  <a:gd name="connsiteX89-13721" fmla="*/ 5691 w 6642"/>
                  <a:gd name="connsiteY89-13722" fmla="*/ 4192 h 5728"/>
                  <a:gd name="connsiteX90-13723" fmla="*/ 5429 w 6642"/>
                  <a:gd name="connsiteY90-13724" fmla="*/ 4166 h 5728"/>
                  <a:gd name="connsiteX91-13725" fmla="*/ 5347 w 6642"/>
                  <a:gd name="connsiteY91-13726" fmla="*/ 3987 h 5728"/>
                  <a:gd name="connsiteX92-13727" fmla="*/ 5265 w 6642"/>
                  <a:gd name="connsiteY92-13728" fmla="*/ 3802 h 5728"/>
                  <a:gd name="connsiteX93-13729" fmla="*/ 4290 w 6642"/>
                  <a:gd name="connsiteY93-13730" fmla="*/ 4504 h 5728"/>
                  <a:gd name="connsiteX94-13731" fmla="*/ 4293 w 6642"/>
                  <a:gd name="connsiteY94-13732" fmla="*/ 4556 h 5728"/>
                  <a:gd name="connsiteX95-13733" fmla="*/ 4257 w 6642"/>
                  <a:gd name="connsiteY95-13734" fmla="*/ 4614 h 5728"/>
                  <a:gd name="connsiteX96-13735" fmla="*/ 3992 w 6642"/>
                  <a:gd name="connsiteY96-13736" fmla="*/ 4680 h 5728"/>
                  <a:gd name="connsiteX97-13737" fmla="*/ 3857 w 6642"/>
                  <a:gd name="connsiteY97-13738" fmla="*/ 4739 h 5728"/>
                  <a:gd name="connsiteX98-13739" fmla="*/ 3815 w 6642"/>
                  <a:gd name="connsiteY98-13740" fmla="*/ 4777 h 5728"/>
                  <a:gd name="connsiteX99-13741" fmla="*/ 3616 w 6642"/>
                  <a:gd name="connsiteY99-13742" fmla="*/ 5021 h 5728"/>
                  <a:gd name="connsiteX100-13743" fmla="*/ 3543 w 6642"/>
                  <a:gd name="connsiteY100-13744" fmla="*/ 4970 h 5728"/>
                  <a:gd name="connsiteX101-13745" fmla="*/ 3460 w 6642"/>
                  <a:gd name="connsiteY101-13746" fmla="*/ 4971 h 5728"/>
                  <a:gd name="connsiteX102-13747" fmla="*/ 3424 w 6642"/>
                  <a:gd name="connsiteY102-13748" fmla="*/ 5045 h 5728"/>
                  <a:gd name="connsiteX103-13749" fmla="*/ 3313 w 6642"/>
                  <a:gd name="connsiteY103-13750" fmla="*/ 5000 h 5728"/>
                  <a:gd name="connsiteX104-13751" fmla="*/ 3235 w 6642"/>
                  <a:gd name="connsiteY104-13752" fmla="*/ 5109 h 5728"/>
                  <a:gd name="connsiteX105-13753" fmla="*/ 3013 w 6642"/>
                  <a:gd name="connsiteY105-13754" fmla="*/ 5349 h 5728"/>
                  <a:gd name="connsiteX106-13755" fmla="*/ 2993 w 6642"/>
                  <a:gd name="connsiteY106-13756" fmla="*/ 5516 h 5728"/>
                  <a:gd name="connsiteX107-13757" fmla="*/ 2976 w 6642"/>
                  <a:gd name="connsiteY107-13758" fmla="*/ 5659 h 5728"/>
                  <a:gd name="connsiteX108-13759" fmla="*/ 2960 w 6642"/>
                  <a:gd name="connsiteY108-13760" fmla="*/ 5669 h 5728"/>
                  <a:gd name="connsiteX109-13761" fmla="*/ 2638 w 6642"/>
                  <a:gd name="connsiteY109-13762" fmla="*/ 5621 h 5728"/>
                  <a:gd name="connsiteX110-13763" fmla="*/ 2536 w 6642"/>
                  <a:gd name="connsiteY110-13764" fmla="*/ 5566 h 5728"/>
                  <a:gd name="connsiteX111-13765" fmla="*/ 2482 w 6642"/>
                  <a:gd name="connsiteY111-13766" fmla="*/ 5503 h 5728"/>
                  <a:gd name="connsiteX112-13767" fmla="*/ 2377 w 6642"/>
                  <a:gd name="connsiteY112-13768" fmla="*/ 5477 h 5728"/>
                  <a:gd name="connsiteX113-13769" fmla="*/ 2377 w 6642"/>
                  <a:gd name="connsiteY113-13770" fmla="*/ 5379 h 5728"/>
                  <a:gd name="connsiteX114-13771" fmla="*/ 2481 w 6642"/>
                  <a:gd name="connsiteY114-13772" fmla="*/ 5149 h 5728"/>
                  <a:gd name="connsiteX115-13773" fmla="*/ 2341 w 6642"/>
                  <a:gd name="connsiteY115-13774" fmla="*/ 5070 h 5728"/>
                  <a:gd name="connsiteX116-13775" fmla="*/ 2299 w 6642"/>
                  <a:gd name="connsiteY116-13776" fmla="*/ 5095 h 5728"/>
                  <a:gd name="connsiteX117-13777" fmla="*/ 2209 w 6642"/>
                  <a:gd name="connsiteY117-13778" fmla="*/ 5214 h 5728"/>
                  <a:gd name="connsiteX118-13779" fmla="*/ 2177 w 6642"/>
                  <a:gd name="connsiteY118-13780" fmla="*/ 5276 h 5728"/>
                  <a:gd name="connsiteX119-13781" fmla="*/ 2115 w 6642"/>
                  <a:gd name="connsiteY119-13782" fmla="*/ 5386 h 5728"/>
                  <a:gd name="connsiteX120-13783" fmla="*/ 2121 w 6642"/>
                  <a:gd name="connsiteY120-13784" fmla="*/ 5510 h 5728"/>
                  <a:gd name="connsiteX121-13785" fmla="*/ 2082 w 6642"/>
                  <a:gd name="connsiteY121-13786" fmla="*/ 5558 h 5728"/>
                  <a:gd name="connsiteX122-13787" fmla="*/ 1951 w 6642"/>
                  <a:gd name="connsiteY122-13788" fmla="*/ 5617 h 5728"/>
                  <a:gd name="connsiteX123-13789" fmla="*/ 1785 w 6642"/>
                  <a:gd name="connsiteY123-13790" fmla="*/ 5649 h 5728"/>
                  <a:gd name="connsiteX124-13791" fmla="*/ 1682 w 6642"/>
                  <a:gd name="connsiteY124-13792" fmla="*/ 5728 h 5728"/>
                  <a:gd name="connsiteX125-13793" fmla="*/ 1568 w 6642"/>
                  <a:gd name="connsiteY125-13794" fmla="*/ 5611 h 5728"/>
                  <a:gd name="connsiteX126-13795" fmla="*/ 1508 w 6642"/>
                  <a:gd name="connsiteY126-13796" fmla="*/ 5485 h 5728"/>
                  <a:gd name="connsiteX127-13797" fmla="*/ 1630 w 6642"/>
                  <a:gd name="connsiteY127-13798" fmla="*/ 5242 h 5728"/>
                  <a:gd name="connsiteX128-13799" fmla="*/ 1685 w 6642"/>
                  <a:gd name="connsiteY128-13800" fmla="*/ 5195 h 5728"/>
                  <a:gd name="connsiteX129-13801" fmla="*/ 1730 w 6642"/>
                  <a:gd name="connsiteY129-13802" fmla="*/ 5120 h 5728"/>
                  <a:gd name="connsiteX130-13803" fmla="*/ 1727 w 6642"/>
                  <a:gd name="connsiteY130-13804" fmla="*/ 5071 h 5728"/>
                  <a:gd name="connsiteX131-13805" fmla="*/ 1530 w 6642"/>
                  <a:gd name="connsiteY131-13806" fmla="*/ 5007 h 5728"/>
                  <a:gd name="connsiteX132-13807" fmla="*/ 1459 w 6642"/>
                  <a:gd name="connsiteY132-13808" fmla="*/ 5064 h 5728"/>
                  <a:gd name="connsiteX133-13809" fmla="*/ 1353 w 6642"/>
                  <a:gd name="connsiteY133-13810" fmla="*/ 5111 h 5728"/>
                  <a:gd name="connsiteX134-13811" fmla="*/ 1290 w 6642"/>
                  <a:gd name="connsiteY134-13812" fmla="*/ 5063 h 5728"/>
                  <a:gd name="connsiteX135-13813" fmla="*/ 1052 w 6642"/>
                  <a:gd name="connsiteY135-13814" fmla="*/ 5254 h 5728"/>
                  <a:gd name="connsiteX136-13815" fmla="*/ 924 w 6642"/>
                  <a:gd name="connsiteY136-13816" fmla="*/ 5231 h 5728"/>
                  <a:gd name="connsiteX137-13817" fmla="*/ 813 w 6642"/>
                  <a:gd name="connsiteY137-13818" fmla="*/ 5097 h 5728"/>
                  <a:gd name="connsiteX138-13819" fmla="*/ 683 w 6642"/>
                  <a:gd name="connsiteY138-13820" fmla="*/ 4930 h 5728"/>
                  <a:gd name="connsiteX139-13821" fmla="*/ 572 w 6642"/>
                  <a:gd name="connsiteY139-13822" fmla="*/ 4806 h 5728"/>
                  <a:gd name="connsiteX140-13823" fmla="*/ 505 w 6642"/>
                  <a:gd name="connsiteY140-13824" fmla="*/ 4788 h 5728"/>
                  <a:gd name="connsiteX141-13825" fmla="*/ 640 w 6642"/>
                  <a:gd name="connsiteY141-13826" fmla="*/ 4631 h 5728"/>
                  <a:gd name="connsiteX142-13827" fmla="*/ 683 w 6642"/>
                  <a:gd name="connsiteY142-13828" fmla="*/ 4541 h 5728"/>
                  <a:gd name="connsiteX143-13829" fmla="*/ 651 w 6642"/>
                  <a:gd name="connsiteY143-13830" fmla="*/ 4438 h 5728"/>
                  <a:gd name="connsiteX144-13831" fmla="*/ 277 w 6642"/>
                  <a:gd name="connsiteY144-13832" fmla="*/ 4491 h 5728"/>
                  <a:gd name="connsiteX145-13833" fmla="*/ 187 w 6642"/>
                  <a:gd name="connsiteY145-13834" fmla="*/ 4518 h 5728"/>
                  <a:gd name="connsiteX146-13835" fmla="*/ 195 w 6642"/>
                  <a:gd name="connsiteY146-13836" fmla="*/ 4384 h 5728"/>
                  <a:gd name="connsiteX147-13837" fmla="*/ 147 w 6642"/>
                  <a:gd name="connsiteY147-13838" fmla="*/ 4318 h 5728"/>
                  <a:gd name="connsiteX148-13839" fmla="*/ 39 w 6642"/>
                  <a:gd name="connsiteY148-13840" fmla="*/ 4220 h 5728"/>
                  <a:gd name="connsiteX149-13841" fmla="*/ 75 w 6642"/>
                  <a:gd name="connsiteY149-13842" fmla="*/ 4093 h 5728"/>
                  <a:gd name="connsiteX150-13843" fmla="*/ 63 w 6642"/>
                  <a:gd name="connsiteY150-13844" fmla="*/ 3929 h 5728"/>
                  <a:gd name="connsiteX151-13845" fmla="*/ 0 w 6642"/>
                  <a:gd name="connsiteY151-13846" fmla="*/ 3842 h 5728"/>
                  <a:gd name="connsiteX152-13847" fmla="*/ 0 w 6642"/>
                  <a:gd name="connsiteY152-13848" fmla="*/ 3737 h 5728"/>
                  <a:gd name="connsiteX153-13849" fmla="*/ 303 w 6642"/>
                  <a:gd name="connsiteY153-13850" fmla="*/ 3824 h 5728"/>
                  <a:gd name="connsiteX154-13851" fmla="*/ 830 w 6642"/>
                  <a:gd name="connsiteY154-13852" fmla="*/ 3840 h 5728"/>
                  <a:gd name="connsiteX155-13853" fmla="*/ 1044 w 6642"/>
                  <a:gd name="connsiteY155-13854" fmla="*/ 3908 h 5728"/>
                  <a:gd name="connsiteX156-13855" fmla="*/ 1213 w 6642"/>
                  <a:gd name="connsiteY156-13856" fmla="*/ 4053 h 5728"/>
                  <a:gd name="connsiteX157-13857" fmla="*/ 1257 w 6642"/>
                  <a:gd name="connsiteY157-13858" fmla="*/ 4077 h 5728"/>
                  <a:gd name="connsiteX158-13859" fmla="*/ 1417 w 6642"/>
                  <a:gd name="connsiteY158-13860" fmla="*/ 4107 h 5728"/>
                  <a:gd name="connsiteX159-13861" fmla="*/ 1487 w 6642"/>
                  <a:gd name="connsiteY159-13862" fmla="*/ 4158 h 5728"/>
                  <a:gd name="connsiteX160-13863" fmla="*/ 1688 w 6642"/>
                  <a:gd name="connsiteY160-13864" fmla="*/ 4229 h 5728"/>
                  <a:gd name="connsiteX161-13865" fmla="*/ 1904 w 6642"/>
                  <a:gd name="connsiteY161-13866" fmla="*/ 4309 h 5728"/>
                  <a:gd name="connsiteX162-13867" fmla="*/ 2068 w 6642"/>
                  <a:gd name="connsiteY162-13868" fmla="*/ 4212 h 5728"/>
                  <a:gd name="connsiteX163-13869" fmla="*/ 2267 w 6642"/>
                  <a:gd name="connsiteY163-13870" fmla="*/ 4125 h 5728"/>
                  <a:gd name="connsiteX0-13871" fmla="*/ 5456 w 6642"/>
                  <a:gd name="connsiteY0-13872" fmla="*/ 2333 h 5728"/>
                  <a:gd name="connsiteX1-13873" fmla="*/ 5454 w 6642"/>
                  <a:gd name="connsiteY1-13874" fmla="*/ 2117 h 5728"/>
                  <a:gd name="connsiteX2-13875" fmla="*/ 5378 w 6642"/>
                  <a:gd name="connsiteY2-13876" fmla="*/ 2039 h 5728"/>
                  <a:gd name="connsiteX3-13877" fmla="*/ 5235 w 6642"/>
                  <a:gd name="connsiteY3-13878" fmla="*/ 1951 h 5728"/>
                  <a:gd name="connsiteX4-13879" fmla="*/ 5143 w 6642"/>
                  <a:gd name="connsiteY4-13880" fmla="*/ 1827 h 5728"/>
                  <a:gd name="connsiteX5-13881" fmla="*/ 5047 w 6642"/>
                  <a:gd name="connsiteY5-13882" fmla="*/ 1828 h 5728"/>
                  <a:gd name="connsiteX6-13883" fmla="*/ 5002 w 6642"/>
                  <a:gd name="connsiteY6-13884" fmla="*/ 1883 h 5728"/>
                  <a:gd name="connsiteX7-13885" fmla="*/ 4909 w 6642"/>
                  <a:gd name="connsiteY7-13886" fmla="*/ 1877 h 5728"/>
                  <a:gd name="connsiteX8-13887" fmla="*/ 4889 w 6642"/>
                  <a:gd name="connsiteY8-13888" fmla="*/ 1994 h 5728"/>
                  <a:gd name="connsiteX9-13889" fmla="*/ 4708 w 6642"/>
                  <a:gd name="connsiteY9-13890" fmla="*/ 1941 h 5728"/>
                  <a:gd name="connsiteX10-13891" fmla="*/ 4625 w 6642"/>
                  <a:gd name="connsiteY10-13892" fmla="*/ 1939 h 5728"/>
                  <a:gd name="connsiteX11-13893" fmla="*/ 4500 w 6642"/>
                  <a:gd name="connsiteY11-13894" fmla="*/ 2014 h 5728"/>
                  <a:gd name="connsiteX12-13895" fmla="*/ 4388 w 6642"/>
                  <a:gd name="connsiteY12-13896" fmla="*/ 1890 h 5728"/>
                  <a:gd name="connsiteX13-13897" fmla="*/ 4482 w 6642"/>
                  <a:gd name="connsiteY13-13898" fmla="*/ 1804 h 5728"/>
                  <a:gd name="connsiteX14-13899" fmla="*/ 4486 w 6642"/>
                  <a:gd name="connsiteY14-13900" fmla="*/ 1634 h 5728"/>
                  <a:gd name="connsiteX15-13901" fmla="*/ 4541 w 6642"/>
                  <a:gd name="connsiteY15-13902" fmla="*/ 1514 h 5728"/>
                  <a:gd name="connsiteX16-13903" fmla="*/ 4584 w 6642"/>
                  <a:gd name="connsiteY16-13904" fmla="*/ 1306 h 5728"/>
                  <a:gd name="connsiteX17-13905" fmla="*/ 4644 w 6642"/>
                  <a:gd name="connsiteY17-13906" fmla="*/ 1307 h 5728"/>
                  <a:gd name="connsiteX18-13907" fmla="*/ 4967 w 6642"/>
                  <a:gd name="connsiteY18-13908" fmla="*/ 1286 h 5728"/>
                  <a:gd name="connsiteX19-13909" fmla="*/ 5141 w 6642"/>
                  <a:gd name="connsiteY19-13910" fmla="*/ 1117 h 5728"/>
                  <a:gd name="connsiteX20-13911" fmla="*/ 5210 w 6642"/>
                  <a:gd name="connsiteY20-13912" fmla="*/ 748 h 5728"/>
                  <a:gd name="connsiteX21-13913" fmla="*/ 5320 w 6642"/>
                  <a:gd name="connsiteY21-13914" fmla="*/ 486 h 5728"/>
                  <a:gd name="connsiteX22-13915" fmla="*/ 5318 w 6642"/>
                  <a:gd name="connsiteY22-13916" fmla="*/ 358 h 5728"/>
                  <a:gd name="connsiteX23-13917" fmla="*/ 5305 w 6642"/>
                  <a:gd name="connsiteY23-13918" fmla="*/ 328 h 5728"/>
                  <a:gd name="connsiteX24-13919" fmla="*/ 5238 w 6642"/>
                  <a:gd name="connsiteY24-13920" fmla="*/ 251 h 5728"/>
                  <a:gd name="connsiteX25-13921" fmla="*/ 5178 w 6642"/>
                  <a:gd name="connsiteY25-13922" fmla="*/ 217 h 5728"/>
                  <a:gd name="connsiteX26-13923" fmla="*/ 5303 w 6642"/>
                  <a:gd name="connsiteY26-13924" fmla="*/ 56 h 5728"/>
                  <a:gd name="connsiteX27-13925" fmla="*/ 5476 w 6642"/>
                  <a:gd name="connsiteY27-13926" fmla="*/ 2 h 5728"/>
                  <a:gd name="connsiteX28-13927" fmla="*/ 5508 w 6642"/>
                  <a:gd name="connsiteY28-13928" fmla="*/ 49 h 5728"/>
                  <a:gd name="connsiteX29-13929" fmla="*/ 5498 w 6642"/>
                  <a:gd name="connsiteY29-13930" fmla="*/ 133 h 5728"/>
                  <a:gd name="connsiteX30-13931" fmla="*/ 5437 w 6642"/>
                  <a:gd name="connsiteY30-13932" fmla="*/ 243 h 5728"/>
                  <a:gd name="connsiteX31-13933" fmla="*/ 5507 w 6642"/>
                  <a:gd name="connsiteY31-13934" fmla="*/ 301 h 5728"/>
                  <a:gd name="connsiteX32-13935" fmla="*/ 5621 w 6642"/>
                  <a:gd name="connsiteY32-13936" fmla="*/ 366 h 5728"/>
                  <a:gd name="connsiteX33-13937" fmla="*/ 5641 w 6642"/>
                  <a:gd name="connsiteY33-13938" fmla="*/ 255 h 5728"/>
                  <a:gd name="connsiteX34-13939" fmla="*/ 5775 w 6642"/>
                  <a:gd name="connsiteY34-13940" fmla="*/ 291 h 5728"/>
                  <a:gd name="connsiteX35-13941" fmla="*/ 5800 w 6642"/>
                  <a:gd name="connsiteY35-13942" fmla="*/ 331 h 5728"/>
                  <a:gd name="connsiteX36-13943" fmla="*/ 5876 w 6642"/>
                  <a:gd name="connsiteY36-13944" fmla="*/ 562 h 5728"/>
                  <a:gd name="connsiteX37-13945" fmla="*/ 5911 w 6642"/>
                  <a:gd name="connsiteY37-13946" fmla="*/ 586 h 5728"/>
                  <a:gd name="connsiteX38-13947" fmla="*/ 6003 w 6642"/>
                  <a:gd name="connsiteY38-13948" fmla="*/ 578 h 5728"/>
                  <a:gd name="connsiteX39-13949" fmla="*/ 6263 w 6642"/>
                  <a:gd name="connsiteY39-13950" fmla="*/ 490 h 5728"/>
                  <a:gd name="connsiteX40-13951" fmla="*/ 6483 w 6642"/>
                  <a:gd name="connsiteY40-13952" fmla="*/ 479 h 5728"/>
                  <a:gd name="connsiteX41-13953" fmla="*/ 6543 w 6642"/>
                  <a:gd name="connsiteY41-13954" fmla="*/ 648 h 5728"/>
                  <a:gd name="connsiteX42-13955" fmla="*/ 6461 w 6642"/>
                  <a:gd name="connsiteY42-13956" fmla="*/ 944 h 5728"/>
                  <a:gd name="connsiteX43-13957" fmla="*/ 6461 w 6642"/>
                  <a:gd name="connsiteY43-13958" fmla="*/ 1022 h 5728"/>
                  <a:gd name="connsiteX44-13959" fmla="*/ 6530 w 6642"/>
                  <a:gd name="connsiteY44-13960" fmla="*/ 1168 h 5728"/>
                  <a:gd name="connsiteX45-13961" fmla="*/ 6545 w 6642"/>
                  <a:gd name="connsiteY45-13962" fmla="*/ 1427 h 5728"/>
                  <a:gd name="connsiteX46-13963" fmla="*/ 6547 w 6642"/>
                  <a:gd name="connsiteY46-13964" fmla="*/ 1617 h 5728"/>
                  <a:gd name="connsiteX47-13965" fmla="*/ 6480 w 6642"/>
                  <a:gd name="connsiteY47-13966" fmla="*/ 1625 h 5728"/>
                  <a:gd name="connsiteX48-13967" fmla="*/ 6458 w 6642"/>
                  <a:gd name="connsiteY48-13968" fmla="*/ 1507 h 5728"/>
                  <a:gd name="connsiteX49-13969" fmla="*/ 6423 w 6642"/>
                  <a:gd name="connsiteY49-13970" fmla="*/ 1450 h 5728"/>
                  <a:gd name="connsiteX50-13971" fmla="*/ 6333 w 6642"/>
                  <a:gd name="connsiteY50-13972" fmla="*/ 1582 h 5728"/>
                  <a:gd name="connsiteX51-13973" fmla="*/ 6220 w 6642"/>
                  <a:gd name="connsiteY51-13974" fmla="*/ 1776 h 5728"/>
                  <a:gd name="connsiteX52-13975" fmla="*/ 6101 w 6642"/>
                  <a:gd name="connsiteY52-13976" fmla="*/ 1904 h 5728"/>
                  <a:gd name="connsiteX53-13977" fmla="*/ 6094 w 6642"/>
                  <a:gd name="connsiteY53-13978" fmla="*/ 2018 h 5728"/>
                  <a:gd name="connsiteX54-13979" fmla="*/ 6154 w 6642"/>
                  <a:gd name="connsiteY54-13980" fmla="*/ 2115 h 5728"/>
                  <a:gd name="connsiteX55-13981" fmla="*/ 6256 w 6642"/>
                  <a:gd name="connsiteY55-13982" fmla="*/ 2183 h 5728"/>
                  <a:gd name="connsiteX56-13983" fmla="*/ 6333 w 6642"/>
                  <a:gd name="connsiteY56-13984" fmla="*/ 2178 h 5728"/>
                  <a:gd name="connsiteX57-13985" fmla="*/ 6378 w 6642"/>
                  <a:gd name="connsiteY57-13986" fmla="*/ 2104 h 5728"/>
                  <a:gd name="connsiteX58-13987" fmla="*/ 6412 w 6642"/>
                  <a:gd name="connsiteY58-13988" fmla="*/ 2210 h 5728"/>
                  <a:gd name="connsiteX59-13989" fmla="*/ 6300 w 6642"/>
                  <a:gd name="connsiteY59-13990" fmla="*/ 2249 h 5728"/>
                  <a:gd name="connsiteX60-13991" fmla="*/ 6347 w 6642"/>
                  <a:gd name="connsiteY60-13992" fmla="*/ 2362 h 5728"/>
                  <a:gd name="connsiteX61-13993" fmla="*/ 6212 w 6642"/>
                  <a:gd name="connsiteY61-13994" fmla="*/ 2509 h 5728"/>
                  <a:gd name="connsiteX62-13995" fmla="*/ 6171 w 6642"/>
                  <a:gd name="connsiteY62-13996" fmla="*/ 2498 h 5728"/>
                  <a:gd name="connsiteX63-13997" fmla="*/ 6047 w 6642"/>
                  <a:gd name="connsiteY63-13998" fmla="*/ 2413 h 5728"/>
                  <a:gd name="connsiteX64-13999" fmla="*/ 5992 w 6642"/>
                  <a:gd name="connsiteY64-14000" fmla="*/ 2412 h 5728"/>
                  <a:gd name="connsiteX65-14001" fmla="*/ 5957 w 6642"/>
                  <a:gd name="connsiteY65-14002" fmla="*/ 2480 h 5728"/>
                  <a:gd name="connsiteX66-14003" fmla="*/ 5960 w 6642"/>
                  <a:gd name="connsiteY66-14004" fmla="*/ 2562 h 5728"/>
                  <a:gd name="connsiteX67-14005" fmla="*/ 6138 w 6642"/>
                  <a:gd name="connsiteY67-14006" fmla="*/ 2730 h 5728"/>
                  <a:gd name="connsiteX68-14007" fmla="*/ 6137 w 6642"/>
                  <a:gd name="connsiteY68-14008" fmla="*/ 2844 h 5728"/>
                  <a:gd name="connsiteX69-14009" fmla="*/ 6228 w 6642"/>
                  <a:gd name="connsiteY69-14010" fmla="*/ 3060 h 5728"/>
                  <a:gd name="connsiteX70-14011" fmla="*/ 6254 w 6642"/>
                  <a:gd name="connsiteY70-14012" fmla="*/ 3090 h 5728"/>
                  <a:gd name="connsiteX71-14013" fmla="*/ 6298 w 6642"/>
                  <a:gd name="connsiteY71-14014" fmla="*/ 3094 h 5728"/>
                  <a:gd name="connsiteX72-14015" fmla="*/ 6344 w 6642"/>
                  <a:gd name="connsiteY72-14016" fmla="*/ 3010 h 5728"/>
                  <a:gd name="connsiteX73-14017" fmla="*/ 6424 w 6642"/>
                  <a:gd name="connsiteY73-14018" fmla="*/ 2950 h 5728"/>
                  <a:gd name="connsiteX74-14019" fmla="*/ 6519 w 6642"/>
                  <a:gd name="connsiteY74-14020" fmla="*/ 3126 h 5728"/>
                  <a:gd name="connsiteX75-14021" fmla="*/ 6629 w 6642"/>
                  <a:gd name="connsiteY75-14022" fmla="*/ 3312 h 5728"/>
                  <a:gd name="connsiteX76-14023" fmla="*/ 6642 w 6642"/>
                  <a:gd name="connsiteY76-14024" fmla="*/ 3342 h 5728"/>
                  <a:gd name="connsiteX77-14025" fmla="*/ 6631 w 6642"/>
                  <a:gd name="connsiteY77-14026" fmla="*/ 3518 h 5728"/>
                  <a:gd name="connsiteX78-14027" fmla="*/ 6596 w 6642"/>
                  <a:gd name="connsiteY78-14028" fmla="*/ 3554 h 5728"/>
                  <a:gd name="connsiteX79-14029" fmla="*/ 6507 w 6642"/>
                  <a:gd name="connsiteY79-14030" fmla="*/ 3515 h 5728"/>
                  <a:gd name="connsiteX80-14031" fmla="*/ 6273 w 6642"/>
                  <a:gd name="connsiteY80-14032" fmla="*/ 3644 h 5728"/>
                  <a:gd name="connsiteX81-14033" fmla="*/ 6247 w 6642"/>
                  <a:gd name="connsiteY81-14034" fmla="*/ 3666 h 5728"/>
                  <a:gd name="connsiteX82-14035" fmla="*/ 6067 w 6642"/>
                  <a:gd name="connsiteY82-14036" fmla="*/ 3812 h 5728"/>
                  <a:gd name="connsiteX83-14037" fmla="*/ 5926 w 6642"/>
                  <a:gd name="connsiteY83-14038" fmla="*/ 3926 h 5728"/>
                  <a:gd name="connsiteX84-14039" fmla="*/ 5891 w 6642"/>
                  <a:gd name="connsiteY84-14040" fmla="*/ 3965 h 5728"/>
                  <a:gd name="connsiteX85-14041" fmla="*/ 5839 w 6642"/>
                  <a:gd name="connsiteY85-14042" fmla="*/ 3973 h 5728"/>
                  <a:gd name="connsiteX86-14043" fmla="*/ 5782 w 6642"/>
                  <a:gd name="connsiteY86-14044" fmla="*/ 3916 h 5728"/>
                  <a:gd name="connsiteX87-14045" fmla="*/ 5658 w 6642"/>
                  <a:gd name="connsiteY87-14046" fmla="*/ 3808 h 5728"/>
                  <a:gd name="connsiteX88-14047" fmla="*/ 5682 w 6642"/>
                  <a:gd name="connsiteY88-14048" fmla="*/ 4064 h 5728"/>
                  <a:gd name="connsiteX89-14049" fmla="*/ 5691 w 6642"/>
                  <a:gd name="connsiteY89-14050" fmla="*/ 4192 h 5728"/>
                  <a:gd name="connsiteX90-14051" fmla="*/ 5429 w 6642"/>
                  <a:gd name="connsiteY90-14052" fmla="*/ 4166 h 5728"/>
                  <a:gd name="connsiteX91-14053" fmla="*/ 5347 w 6642"/>
                  <a:gd name="connsiteY91-14054" fmla="*/ 3987 h 5728"/>
                  <a:gd name="connsiteX92-14055" fmla="*/ 5265 w 6642"/>
                  <a:gd name="connsiteY92-14056" fmla="*/ 3802 h 5728"/>
                  <a:gd name="connsiteX93-14057" fmla="*/ 4290 w 6642"/>
                  <a:gd name="connsiteY93-14058" fmla="*/ 4504 h 5728"/>
                  <a:gd name="connsiteX94-14059" fmla="*/ 4293 w 6642"/>
                  <a:gd name="connsiteY94-14060" fmla="*/ 4556 h 5728"/>
                  <a:gd name="connsiteX95-14061" fmla="*/ 4257 w 6642"/>
                  <a:gd name="connsiteY95-14062" fmla="*/ 4614 h 5728"/>
                  <a:gd name="connsiteX96-14063" fmla="*/ 3992 w 6642"/>
                  <a:gd name="connsiteY96-14064" fmla="*/ 4680 h 5728"/>
                  <a:gd name="connsiteX97-14065" fmla="*/ 3857 w 6642"/>
                  <a:gd name="connsiteY97-14066" fmla="*/ 4739 h 5728"/>
                  <a:gd name="connsiteX98-14067" fmla="*/ 3815 w 6642"/>
                  <a:gd name="connsiteY98-14068" fmla="*/ 4777 h 5728"/>
                  <a:gd name="connsiteX99-14069" fmla="*/ 3616 w 6642"/>
                  <a:gd name="connsiteY99-14070" fmla="*/ 5021 h 5728"/>
                  <a:gd name="connsiteX100-14071" fmla="*/ 3543 w 6642"/>
                  <a:gd name="connsiteY100-14072" fmla="*/ 4970 h 5728"/>
                  <a:gd name="connsiteX101-14073" fmla="*/ 3460 w 6642"/>
                  <a:gd name="connsiteY101-14074" fmla="*/ 4971 h 5728"/>
                  <a:gd name="connsiteX102-14075" fmla="*/ 3424 w 6642"/>
                  <a:gd name="connsiteY102-14076" fmla="*/ 5045 h 5728"/>
                  <a:gd name="connsiteX103-14077" fmla="*/ 3313 w 6642"/>
                  <a:gd name="connsiteY103-14078" fmla="*/ 5000 h 5728"/>
                  <a:gd name="connsiteX104-14079" fmla="*/ 3235 w 6642"/>
                  <a:gd name="connsiteY104-14080" fmla="*/ 5109 h 5728"/>
                  <a:gd name="connsiteX105-14081" fmla="*/ 3013 w 6642"/>
                  <a:gd name="connsiteY105-14082" fmla="*/ 5349 h 5728"/>
                  <a:gd name="connsiteX106-14083" fmla="*/ 2993 w 6642"/>
                  <a:gd name="connsiteY106-14084" fmla="*/ 5516 h 5728"/>
                  <a:gd name="connsiteX107-14085" fmla="*/ 2976 w 6642"/>
                  <a:gd name="connsiteY107-14086" fmla="*/ 5659 h 5728"/>
                  <a:gd name="connsiteX108-14087" fmla="*/ 2960 w 6642"/>
                  <a:gd name="connsiteY108-14088" fmla="*/ 5669 h 5728"/>
                  <a:gd name="connsiteX109-14089" fmla="*/ 2638 w 6642"/>
                  <a:gd name="connsiteY109-14090" fmla="*/ 5621 h 5728"/>
                  <a:gd name="connsiteX110-14091" fmla="*/ 2536 w 6642"/>
                  <a:gd name="connsiteY110-14092" fmla="*/ 5566 h 5728"/>
                  <a:gd name="connsiteX111-14093" fmla="*/ 2482 w 6642"/>
                  <a:gd name="connsiteY111-14094" fmla="*/ 5503 h 5728"/>
                  <a:gd name="connsiteX112-14095" fmla="*/ 2377 w 6642"/>
                  <a:gd name="connsiteY112-14096" fmla="*/ 5477 h 5728"/>
                  <a:gd name="connsiteX113-14097" fmla="*/ 2377 w 6642"/>
                  <a:gd name="connsiteY113-14098" fmla="*/ 5379 h 5728"/>
                  <a:gd name="connsiteX114-14099" fmla="*/ 2481 w 6642"/>
                  <a:gd name="connsiteY114-14100" fmla="*/ 5149 h 5728"/>
                  <a:gd name="connsiteX115-14101" fmla="*/ 2341 w 6642"/>
                  <a:gd name="connsiteY115-14102" fmla="*/ 5070 h 5728"/>
                  <a:gd name="connsiteX116-14103" fmla="*/ 2299 w 6642"/>
                  <a:gd name="connsiteY116-14104" fmla="*/ 5095 h 5728"/>
                  <a:gd name="connsiteX117-14105" fmla="*/ 2209 w 6642"/>
                  <a:gd name="connsiteY117-14106" fmla="*/ 5214 h 5728"/>
                  <a:gd name="connsiteX118-14107" fmla="*/ 2177 w 6642"/>
                  <a:gd name="connsiteY118-14108" fmla="*/ 5276 h 5728"/>
                  <a:gd name="connsiteX119-14109" fmla="*/ 2115 w 6642"/>
                  <a:gd name="connsiteY119-14110" fmla="*/ 5386 h 5728"/>
                  <a:gd name="connsiteX120-14111" fmla="*/ 2121 w 6642"/>
                  <a:gd name="connsiteY120-14112" fmla="*/ 5510 h 5728"/>
                  <a:gd name="connsiteX121-14113" fmla="*/ 2082 w 6642"/>
                  <a:gd name="connsiteY121-14114" fmla="*/ 5558 h 5728"/>
                  <a:gd name="connsiteX122-14115" fmla="*/ 1951 w 6642"/>
                  <a:gd name="connsiteY122-14116" fmla="*/ 5617 h 5728"/>
                  <a:gd name="connsiteX123-14117" fmla="*/ 1785 w 6642"/>
                  <a:gd name="connsiteY123-14118" fmla="*/ 5649 h 5728"/>
                  <a:gd name="connsiteX124-14119" fmla="*/ 1682 w 6642"/>
                  <a:gd name="connsiteY124-14120" fmla="*/ 5728 h 5728"/>
                  <a:gd name="connsiteX125-14121" fmla="*/ 1568 w 6642"/>
                  <a:gd name="connsiteY125-14122" fmla="*/ 5611 h 5728"/>
                  <a:gd name="connsiteX126-14123" fmla="*/ 1508 w 6642"/>
                  <a:gd name="connsiteY126-14124" fmla="*/ 5485 h 5728"/>
                  <a:gd name="connsiteX127-14125" fmla="*/ 1630 w 6642"/>
                  <a:gd name="connsiteY127-14126" fmla="*/ 5242 h 5728"/>
                  <a:gd name="connsiteX128-14127" fmla="*/ 1685 w 6642"/>
                  <a:gd name="connsiteY128-14128" fmla="*/ 5195 h 5728"/>
                  <a:gd name="connsiteX129-14129" fmla="*/ 1730 w 6642"/>
                  <a:gd name="connsiteY129-14130" fmla="*/ 5120 h 5728"/>
                  <a:gd name="connsiteX130-14131" fmla="*/ 1727 w 6642"/>
                  <a:gd name="connsiteY130-14132" fmla="*/ 5071 h 5728"/>
                  <a:gd name="connsiteX131-14133" fmla="*/ 1530 w 6642"/>
                  <a:gd name="connsiteY131-14134" fmla="*/ 5007 h 5728"/>
                  <a:gd name="connsiteX132-14135" fmla="*/ 1459 w 6642"/>
                  <a:gd name="connsiteY132-14136" fmla="*/ 5064 h 5728"/>
                  <a:gd name="connsiteX133-14137" fmla="*/ 1353 w 6642"/>
                  <a:gd name="connsiteY133-14138" fmla="*/ 5111 h 5728"/>
                  <a:gd name="connsiteX134-14139" fmla="*/ 1290 w 6642"/>
                  <a:gd name="connsiteY134-14140" fmla="*/ 5063 h 5728"/>
                  <a:gd name="connsiteX135-14141" fmla="*/ 1052 w 6642"/>
                  <a:gd name="connsiteY135-14142" fmla="*/ 5254 h 5728"/>
                  <a:gd name="connsiteX136-14143" fmla="*/ 924 w 6642"/>
                  <a:gd name="connsiteY136-14144" fmla="*/ 5231 h 5728"/>
                  <a:gd name="connsiteX137-14145" fmla="*/ 813 w 6642"/>
                  <a:gd name="connsiteY137-14146" fmla="*/ 5097 h 5728"/>
                  <a:gd name="connsiteX138-14147" fmla="*/ 683 w 6642"/>
                  <a:gd name="connsiteY138-14148" fmla="*/ 4930 h 5728"/>
                  <a:gd name="connsiteX139-14149" fmla="*/ 572 w 6642"/>
                  <a:gd name="connsiteY139-14150" fmla="*/ 4806 h 5728"/>
                  <a:gd name="connsiteX140-14151" fmla="*/ 505 w 6642"/>
                  <a:gd name="connsiteY140-14152" fmla="*/ 4788 h 5728"/>
                  <a:gd name="connsiteX141-14153" fmla="*/ 640 w 6642"/>
                  <a:gd name="connsiteY141-14154" fmla="*/ 4631 h 5728"/>
                  <a:gd name="connsiteX142-14155" fmla="*/ 683 w 6642"/>
                  <a:gd name="connsiteY142-14156" fmla="*/ 4541 h 5728"/>
                  <a:gd name="connsiteX143-14157" fmla="*/ 651 w 6642"/>
                  <a:gd name="connsiteY143-14158" fmla="*/ 4438 h 5728"/>
                  <a:gd name="connsiteX144-14159" fmla="*/ 277 w 6642"/>
                  <a:gd name="connsiteY144-14160" fmla="*/ 4491 h 5728"/>
                  <a:gd name="connsiteX145-14161" fmla="*/ 187 w 6642"/>
                  <a:gd name="connsiteY145-14162" fmla="*/ 4518 h 5728"/>
                  <a:gd name="connsiteX146-14163" fmla="*/ 195 w 6642"/>
                  <a:gd name="connsiteY146-14164" fmla="*/ 4384 h 5728"/>
                  <a:gd name="connsiteX147-14165" fmla="*/ 147 w 6642"/>
                  <a:gd name="connsiteY147-14166" fmla="*/ 4318 h 5728"/>
                  <a:gd name="connsiteX148-14167" fmla="*/ 39 w 6642"/>
                  <a:gd name="connsiteY148-14168" fmla="*/ 4220 h 5728"/>
                  <a:gd name="connsiteX149-14169" fmla="*/ 75 w 6642"/>
                  <a:gd name="connsiteY149-14170" fmla="*/ 4093 h 5728"/>
                  <a:gd name="connsiteX150-14171" fmla="*/ 63 w 6642"/>
                  <a:gd name="connsiteY150-14172" fmla="*/ 3929 h 5728"/>
                  <a:gd name="connsiteX151-14173" fmla="*/ 0 w 6642"/>
                  <a:gd name="connsiteY151-14174" fmla="*/ 3842 h 5728"/>
                  <a:gd name="connsiteX152-14175" fmla="*/ 0 w 6642"/>
                  <a:gd name="connsiteY152-14176" fmla="*/ 3737 h 5728"/>
                  <a:gd name="connsiteX153-14177" fmla="*/ 303 w 6642"/>
                  <a:gd name="connsiteY153-14178" fmla="*/ 3824 h 5728"/>
                  <a:gd name="connsiteX154-14179" fmla="*/ 830 w 6642"/>
                  <a:gd name="connsiteY154-14180" fmla="*/ 3840 h 5728"/>
                  <a:gd name="connsiteX155-14181" fmla="*/ 1044 w 6642"/>
                  <a:gd name="connsiteY155-14182" fmla="*/ 3908 h 5728"/>
                  <a:gd name="connsiteX156-14183" fmla="*/ 1213 w 6642"/>
                  <a:gd name="connsiteY156-14184" fmla="*/ 4053 h 5728"/>
                  <a:gd name="connsiteX157-14185" fmla="*/ 1257 w 6642"/>
                  <a:gd name="connsiteY157-14186" fmla="*/ 4077 h 5728"/>
                  <a:gd name="connsiteX158-14187" fmla="*/ 1417 w 6642"/>
                  <a:gd name="connsiteY158-14188" fmla="*/ 4107 h 5728"/>
                  <a:gd name="connsiteX159-14189" fmla="*/ 1487 w 6642"/>
                  <a:gd name="connsiteY159-14190" fmla="*/ 4158 h 5728"/>
                  <a:gd name="connsiteX160-14191" fmla="*/ 1688 w 6642"/>
                  <a:gd name="connsiteY160-14192" fmla="*/ 4229 h 5728"/>
                  <a:gd name="connsiteX161-14193" fmla="*/ 1904 w 6642"/>
                  <a:gd name="connsiteY161-14194" fmla="*/ 4309 h 5728"/>
                  <a:gd name="connsiteX162-14195" fmla="*/ 2068 w 6642"/>
                  <a:gd name="connsiteY162-14196" fmla="*/ 4212 h 5728"/>
                  <a:gd name="connsiteX0-14197" fmla="*/ 5456 w 6642"/>
                  <a:gd name="connsiteY0-14198" fmla="*/ 2333 h 5728"/>
                  <a:gd name="connsiteX1-14199" fmla="*/ 5454 w 6642"/>
                  <a:gd name="connsiteY1-14200" fmla="*/ 2117 h 5728"/>
                  <a:gd name="connsiteX2-14201" fmla="*/ 5378 w 6642"/>
                  <a:gd name="connsiteY2-14202" fmla="*/ 2039 h 5728"/>
                  <a:gd name="connsiteX3-14203" fmla="*/ 5235 w 6642"/>
                  <a:gd name="connsiteY3-14204" fmla="*/ 1951 h 5728"/>
                  <a:gd name="connsiteX4-14205" fmla="*/ 5143 w 6642"/>
                  <a:gd name="connsiteY4-14206" fmla="*/ 1827 h 5728"/>
                  <a:gd name="connsiteX5-14207" fmla="*/ 5047 w 6642"/>
                  <a:gd name="connsiteY5-14208" fmla="*/ 1828 h 5728"/>
                  <a:gd name="connsiteX6-14209" fmla="*/ 5002 w 6642"/>
                  <a:gd name="connsiteY6-14210" fmla="*/ 1883 h 5728"/>
                  <a:gd name="connsiteX7-14211" fmla="*/ 4909 w 6642"/>
                  <a:gd name="connsiteY7-14212" fmla="*/ 1877 h 5728"/>
                  <a:gd name="connsiteX8-14213" fmla="*/ 4889 w 6642"/>
                  <a:gd name="connsiteY8-14214" fmla="*/ 1994 h 5728"/>
                  <a:gd name="connsiteX9-14215" fmla="*/ 4708 w 6642"/>
                  <a:gd name="connsiteY9-14216" fmla="*/ 1941 h 5728"/>
                  <a:gd name="connsiteX10-14217" fmla="*/ 4625 w 6642"/>
                  <a:gd name="connsiteY10-14218" fmla="*/ 1939 h 5728"/>
                  <a:gd name="connsiteX11-14219" fmla="*/ 4500 w 6642"/>
                  <a:gd name="connsiteY11-14220" fmla="*/ 2014 h 5728"/>
                  <a:gd name="connsiteX12-14221" fmla="*/ 4388 w 6642"/>
                  <a:gd name="connsiteY12-14222" fmla="*/ 1890 h 5728"/>
                  <a:gd name="connsiteX13-14223" fmla="*/ 4482 w 6642"/>
                  <a:gd name="connsiteY13-14224" fmla="*/ 1804 h 5728"/>
                  <a:gd name="connsiteX14-14225" fmla="*/ 4486 w 6642"/>
                  <a:gd name="connsiteY14-14226" fmla="*/ 1634 h 5728"/>
                  <a:gd name="connsiteX15-14227" fmla="*/ 4541 w 6642"/>
                  <a:gd name="connsiteY15-14228" fmla="*/ 1514 h 5728"/>
                  <a:gd name="connsiteX16-14229" fmla="*/ 4584 w 6642"/>
                  <a:gd name="connsiteY16-14230" fmla="*/ 1306 h 5728"/>
                  <a:gd name="connsiteX17-14231" fmla="*/ 4644 w 6642"/>
                  <a:gd name="connsiteY17-14232" fmla="*/ 1307 h 5728"/>
                  <a:gd name="connsiteX18-14233" fmla="*/ 4967 w 6642"/>
                  <a:gd name="connsiteY18-14234" fmla="*/ 1286 h 5728"/>
                  <a:gd name="connsiteX19-14235" fmla="*/ 5141 w 6642"/>
                  <a:gd name="connsiteY19-14236" fmla="*/ 1117 h 5728"/>
                  <a:gd name="connsiteX20-14237" fmla="*/ 5210 w 6642"/>
                  <a:gd name="connsiteY20-14238" fmla="*/ 748 h 5728"/>
                  <a:gd name="connsiteX21-14239" fmla="*/ 5320 w 6642"/>
                  <a:gd name="connsiteY21-14240" fmla="*/ 486 h 5728"/>
                  <a:gd name="connsiteX22-14241" fmla="*/ 5318 w 6642"/>
                  <a:gd name="connsiteY22-14242" fmla="*/ 358 h 5728"/>
                  <a:gd name="connsiteX23-14243" fmla="*/ 5305 w 6642"/>
                  <a:gd name="connsiteY23-14244" fmla="*/ 328 h 5728"/>
                  <a:gd name="connsiteX24-14245" fmla="*/ 5238 w 6642"/>
                  <a:gd name="connsiteY24-14246" fmla="*/ 251 h 5728"/>
                  <a:gd name="connsiteX25-14247" fmla="*/ 5178 w 6642"/>
                  <a:gd name="connsiteY25-14248" fmla="*/ 217 h 5728"/>
                  <a:gd name="connsiteX26-14249" fmla="*/ 5303 w 6642"/>
                  <a:gd name="connsiteY26-14250" fmla="*/ 56 h 5728"/>
                  <a:gd name="connsiteX27-14251" fmla="*/ 5476 w 6642"/>
                  <a:gd name="connsiteY27-14252" fmla="*/ 2 h 5728"/>
                  <a:gd name="connsiteX28-14253" fmla="*/ 5508 w 6642"/>
                  <a:gd name="connsiteY28-14254" fmla="*/ 49 h 5728"/>
                  <a:gd name="connsiteX29-14255" fmla="*/ 5498 w 6642"/>
                  <a:gd name="connsiteY29-14256" fmla="*/ 133 h 5728"/>
                  <a:gd name="connsiteX30-14257" fmla="*/ 5437 w 6642"/>
                  <a:gd name="connsiteY30-14258" fmla="*/ 243 h 5728"/>
                  <a:gd name="connsiteX31-14259" fmla="*/ 5507 w 6642"/>
                  <a:gd name="connsiteY31-14260" fmla="*/ 301 h 5728"/>
                  <a:gd name="connsiteX32-14261" fmla="*/ 5621 w 6642"/>
                  <a:gd name="connsiteY32-14262" fmla="*/ 366 h 5728"/>
                  <a:gd name="connsiteX33-14263" fmla="*/ 5641 w 6642"/>
                  <a:gd name="connsiteY33-14264" fmla="*/ 255 h 5728"/>
                  <a:gd name="connsiteX34-14265" fmla="*/ 5775 w 6642"/>
                  <a:gd name="connsiteY34-14266" fmla="*/ 291 h 5728"/>
                  <a:gd name="connsiteX35-14267" fmla="*/ 5800 w 6642"/>
                  <a:gd name="connsiteY35-14268" fmla="*/ 331 h 5728"/>
                  <a:gd name="connsiteX36-14269" fmla="*/ 5876 w 6642"/>
                  <a:gd name="connsiteY36-14270" fmla="*/ 562 h 5728"/>
                  <a:gd name="connsiteX37-14271" fmla="*/ 5911 w 6642"/>
                  <a:gd name="connsiteY37-14272" fmla="*/ 586 h 5728"/>
                  <a:gd name="connsiteX38-14273" fmla="*/ 6003 w 6642"/>
                  <a:gd name="connsiteY38-14274" fmla="*/ 578 h 5728"/>
                  <a:gd name="connsiteX39-14275" fmla="*/ 6263 w 6642"/>
                  <a:gd name="connsiteY39-14276" fmla="*/ 490 h 5728"/>
                  <a:gd name="connsiteX40-14277" fmla="*/ 6483 w 6642"/>
                  <a:gd name="connsiteY40-14278" fmla="*/ 479 h 5728"/>
                  <a:gd name="connsiteX41-14279" fmla="*/ 6543 w 6642"/>
                  <a:gd name="connsiteY41-14280" fmla="*/ 648 h 5728"/>
                  <a:gd name="connsiteX42-14281" fmla="*/ 6461 w 6642"/>
                  <a:gd name="connsiteY42-14282" fmla="*/ 944 h 5728"/>
                  <a:gd name="connsiteX43-14283" fmla="*/ 6461 w 6642"/>
                  <a:gd name="connsiteY43-14284" fmla="*/ 1022 h 5728"/>
                  <a:gd name="connsiteX44-14285" fmla="*/ 6530 w 6642"/>
                  <a:gd name="connsiteY44-14286" fmla="*/ 1168 h 5728"/>
                  <a:gd name="connsiteX45-14287" fmla="*/ 6545 w 6642"/>
                  <a:gd name="connsiteY45-14288" fmla="*/ 1427 h 5728"/>
                  <a:gd name="connsiteX46-14289" fmla="*/ 6547 w 6642"/>
                  <a:gd name="connsiteY46-14290" fmla="*/ 1617 h 5728"/>
                  <a:gd name="connsiteX47-14291" fmla="*/ 6480 w 6642"/>
                  <a:gd name="connsiteY47-14292" fmla="*/ 1625 h 5728"/>
                  <a:gd name="connsiteX48-14293" fmla="*/ 6458 w 6642"/>
                  <a:gd name="connsiteY48-14294" fmla="*/ 1507 h 5728"/>
                  <a:gd name="connsiteX49-14295" fmla="*/ 6423 w 6642"/>
                  <a:gd name="connsiteY49-14296" fmla="*/ 1450 h 5728"/>
                  <a:gd name="connsiteX50-14297" fmla="*/ 6333 w 6642"/>
                  <a:gd name="connsiteY50-14298" fmla="*/ 1582 h 5728"/>
                  <a:gd name="connsiteX51-14299" fmla="*/ 6220 w 6642"/>
                  <a:gd name="connsiteY51-14300" fmla="*/ 1776 h 5728"/>
                  <a:gd name="connsiteX52-14301" fmla="*/ 6101 w 6642"/>
                  <a:gd name="connsiteY52-14302" fmla="*/ 1904 h 5728"/>
                  <a:gd name="connsiteX53-14303" fmla="*/ 6094 w 6642"/>
                  <a:gd name="connsiteY53-14304" fmla="*/ 2018 h 5728"/>
                  <a:gd name="connsiteX54-14305" fmla="*/ 6154 w 6642"/>
                  <a:gd name="connsiteY54-14306" fmla="*/ 2115 h 5728"/>
                  <a:gd name="connsiteX55-14307" fmla="*/ 6256 w 6642"/>
                  <a:gd name="connsiteY55-14308" fmla="*/ 2183 h 5728"/>
                  <a:gd name="connsiteX56-14309" fmla="*/ 6333 w 6642"/>
                  <a:gd name="connsiteY56-14310" fmla="*/ 2178 h 5728"/>
                  <a:gd name="connsiteX57-14311" fmla="*/ 6378 w 6642"/>
                  <a:gd name="connsiteY57-14312" fmla="*/ 2104 h 5728"/>
                  <a:gd name="connsiteX58-14313" fmla="*/ 6412 w 6642"/>
                  <a:gd name="connsiteY58-14314" fmla="*/ 2210 h 5728"/>
                  <a:gd name="connsiteX59-14315" fmla="*/ 6300 w 6642"/>
                  <a:gd name="connsiteY59-14316" fmla="*/ 2249 h 5728"/>
                  <a:gd name="connsiteX60-14317" fmla="*/ 6347 w 6642"/>
                  <a:gd name="connsiteY60-14318" fmla="*/ 2362 h 5728"/>
                  <a:gd name="connsiteX61-14319" fmla="*/ 6212 w 6642"/>
                  <a:gd name="connsiteY61-14320" fmla="*/ 2509 h 5728"/>
                  <a:gd name="connsiteX62-14321" fmla="*/ 6171 w 6642"/>
                  <a:gd name="connsiteY62-14322" fmla="*/ 2498 h 5728"/>
                  <a:gd name="connsiteX63-14323" fmla="*/ 6047 w 6642"/>
                  <a:gd name="connsiteY63-14324" fmla="*/ 2413 h 5728"/>
                  <a:gd name="connsiteX64-14325" fmla="*/ 5992 w 6642"/>
                  <a:gd name="connsiteY64-14326" fmla="*/ 2412 h 5728"/>
                  <a:gd name="connsiteX65-14327" fmla="*/ 5957 w 6642"/>
                  <a:gd name="connsiteY65-14328" fmla="*/ 2480 h 5728"/>
                  <a:gd name="connsiteX66-14329" fmla="*/ 5960 w 6642"/>
                  <a:gd name="connsiteY66-14330" fmla="*/ 2562 h 5728"/>
                  <a:gd name="connsiteX67-14331" fmla="*/ 6138 w 6642"/>
                  <a:gd name="connsiteY67-14332" fmla="*/ 2730 h 5728"/>
                  <a:gd name="connsiteX68-14333" fmla="*/ 6137 w 6642"/>
                  <a:gd name="connsiteY68-14334" fmla="*/ 2844 h 5728"/>
                  <a:gd name="connsiteX69-14335" fmla="*/ 6228 w 6642"/>
                  <a:gd name="connsiteY69-14336" fmla="*/ 3060 h 5728"/>
                  <a:gd name="connsiteX70-14337" fmla="*/ 6254 w 6642"/>
                  <a:gd name="connsiteY70-14338" fmla="*/ 3090 h 5728"/>
                  <a:gd name="connsiteX71-14339" fmla="*/ 6298 w 6642"/>
                  <a:gd name="connsiteY71-14340" fmla="*/ 3094 h 5728"/>
                  <a:gd name="connsiteX72-14341" fmla="*/ 6344 w 6642"/>
                  <a:gd name="connsiteY72-14342" fmla="*/ 3010 h 5728"/>
                  <a:gd name="connsiteX73-14343" fmla="*/ 6424 w 6642"/>
                  <a:gd name="connsiteY73-14344" fmla="*/ 2950 h 5728"/>
                  <a:gd name="connsiteX74-14345" fmla="*/ 6519 w 6642"/>
                  <a:gd name="connsiteY74-14346" fmla="*/ 3126 h 5728"/>
                  <a:gd name="connsiteX75-14347" fmla="*/ 6629 w 6642"/>
                  <a:gd name="connsiteY75-14348" fmla="*/ 3312 h 5728"/>
                  <a:gd name="connsiteX76-14349" fmla="*/ 6642 w 6642"/>
                  <a:gd name="connsiteY76-14350" fmla="*/ 3342 h 5728"/>
                  <a:gd name="connsiteX77-14351" fmla="*/ 6631 w 6642"/>
                  <a:gd name="connsiteY77-14352" fmla="*/ 3518 h 5728"/>
                  <a:gd name="connsiteX78-14353" fmla="*/ 6596 w 6642"/>
                  <a:gd name="connsiteY78-14354" fmla="*/ 3554 h 5728"/>
                  <a:gd name="connsiteX79-14355" fmla="*/ 6507 w 6642"/>
                  <a:gd name="connsiteY79-14356" fmla="*/ 3515 h 5728"/>
                  <a:gd name="connsiteX80-14357" fmla="*/ 6273 w 6642"/>
                  <a:gd name="connsiteY80-14358" fmla="*/ 3644 h 5728"/>
                  <a:gd name="connsiteX81-14359" fmla="*/ 6247 w 6642"/>
                  <a:gd name="connsiteY81-14360" fmla="*/ 3666 h 5728"/>
                  <a:gd name="connsiteX82-14361" fmla="*/ 6067 w 6642"/>
                  <a:gd name="connsiteY82-14362" fmla="*/ 3812 h 5728"/>
                  <a:gd name="connsiteX83-14363" fmla="*/ 5926 w 6642"/>
                  <a:gd name="connsiteY83-14364" fmla="*/ 3926 h 5728"/>
                  <a:gd name="connsiteX84-14365" fmla="*/ 5891 w 6642"/>
                  <a:gd name="connsiteY84-14366" fmla="*/ 3965 h 5728"/>
                  <a:gd name="connsiteX85-14367" fmla="*/ 5839 w 6642"/>
                  <a:gd name="connsiteY85-14368" fmla="*/ 3973 h 5728"/>
                  <a:gd name="connsiteX86-14369" fmla="*/ 5782 w 6642"/>
                  <a:gd name="connsiteY86-14370" fmla="*/ 3916 h 5728"/>
                  <a:gd name="connsiteX87-14371" fmla="*/ 5658 w 6642"/>
                  <a:gd name="connsiteY87-14372" fmla="*/ 3808 h 5728"/>
                  <a:gd name="connsiteX88-14373" fmla="*/ 5682 w 6642"/>
                  <a:gd name="connsiteY88-14374" fmla="*/ 4064 h 5728"/>
                  <a:gd name="connsiteX89-14375" fmla="*/ 5691 w 6642"/>
                  <a:gd name="connsiteY89-14376" fmla="*/ 4192 h 5728"/>
                  <a:gd name="connsiteX90-14377" fmla="*/ 5429 w 6642"/>
                  <a:gd name="connsiteY90-14378" fmla="*/ 4166 h 5728"/>
                  <a:gd name="connsiteX91-14379" fmla="*/ 5347 w 6642"/>
                  <a:gd name="connsiteY91-14380" fmla="*/ 3987 h 5728"/>
                  <a:gd name="connsiteX92-14381" fmla="*/ 5265 w 6642"/>
                  <a:gd name="connsiteY92-14382" fmla="*/ 3802 h 5728"/>
                  <a:gd name="connsiteX93-14383" fmla="*/ 4290 w 6642"/>
                  <a:gd name="connsiteY93-14384" fmla="*/ 4504 h 5728"/>
                  <a:gd name="connsiteX94-14385" fmla="*/ 4293 w 6642"/>
                  <a:gd name="connsiteY94-14386" fmla="*/ 4556 h 5728"/>
                  <a:gd name="connsiteX95-14387" fmla="*/ 4257 w 6642"/>
                  <a:gd name="connsiteY95-14388" fmla="*/ 4614 h 5728"/>
                  <a:gd name="connsiteX96-14389" fmla="*/ 3992 w 6642"/>
                  <a:gd name="connsiteY96-14390" fmla="*/ 4680 h 5728"/>
                  <a:gd name="connsiteX97-14391" fmla="*/ 3857 w 6642"/>
                  <a:gd name="connsiteY97-14392" fmla="*/ 4739 h 5728"/>
                  <a:gd name="connsiteX98-14393" fmla="*/ 3815 w 6642"/>
                  <a:gd name="connsiteY98-14394" fmla="*/ 4777 h 5728"/>
                  <a:gd name="connsiteX99-14395" fmla="*/ 3616 w 6642"/>
                  <a:gd name="connsiteY99-14396" fmla="*/ 5021 h 5728"/>
                  <a:gd name="connsiteX100-14397" fmla="*/ 3543 w 6642"/>
                  <a:gd name="connsiteY100-14398" fmla="*/ 4970 h 5728"/>
                  <a:gd name="connsiteX101-14399" fmla="*/ 3460 w 6642"/>
                  <a:gd name="connsiteY101-14400" fmla="*/ 4971 h 5728"/>
                  <a:gd name="connsiteX102-14401" fmla="*/ 3424 w 6642"/>
                  <a:gd name="connsiteY102-14402" fmla="*/ 5045 h 5728"/>
                  <a:gd name="connsiteX103-14403" fmla="*/ 3313 w 6642"/>
                  <a:gd name="connsiteY103-14404" fmla="*/ 5000 h 5728"/>
                  <a:gd name="connsiteX104-14405" fmla="*/ 3235 w 6642"/>
                  <a:gd name="connsiteY104-14406" fmla="*/ 5109 h 5728"/>
                  <a:gd name="connsiteX105-14407" fmla="*/ 3013 w 6642"/>
                  <a:gd name="connsiteY105-14408" fmla="*/ 5349 h 5728"/>
                  <a:gd name="connsiteX106-14409" fmla="*/ 2993 w 6642"/>
                  <a:gd name="connsiteY106-14410" fmla="*/ 5516 h 5728"/>
                  <a:gd name="connsiteX107-14411" fmla="*/ 2976 w 6642"/>
                  <a:gd name="connsiteY107-14412" fmla="*/ 5659 h 5728"/>
                  <a:gd name="connsiteX108-14413" fmla="*/ 2960 w 6642"/>
                  <a:gd name="connsiteY108-14414" fmla="*/ 5669 h 5728"/>
                  <a:gd name="connsiteX109-14415" fmla="*/ 2638 w 6642"/>
                  <a:gd name="connsiteY109-14416" fmla="*/ 5621 h 5728"/>
                  <a:gd name="connsiteX110-14417" fmla="*/ 2536 w 6642"/>
                  <a:gd name="connsiteY110-14418" fmla="*/ 5566 h 5728"/>
                  <a:gd name="connsiteX111-14419" fmla="*/ 2482 w 6642"/>
                  <a:gd name="connsiteY111-14420" fmla="*/ 5503 h 5728"/>
                  <a:gd name="connsiteX112-14421" fmla="*/ 2377 w 6642"/>
                  <a:gd name="connsiteY112-14422" fmla="*/ 5477 h 5728"/>
                  <a:gd name="connsiteX113-14423" fmla="*/ 2377 w 6642"/>
                  <a:gd name="connsiteY113-14424" fmla="*/ 5379 h 5728"/>
                  <a:gd name="connsiteX114-14425" fmla="*/ 2481 w 6642"/>
                  <a:gd name="connsiteY114-14426" fmla="*/ 5149 h 5728"/>
                  <a:gd name="connsiteX115-14427" fmla="*/ 2341 w 6642"/>
                  <a:gd name="connsiteY115-14428" fmla="*/ 5070 h 5728"/>
                  <a:gd name="connsiteX116-14429" fmla="*/ 2299 w 6642"/>
                  <a:gd name="connsiteY116-14430" fmla="*/ 5095 h 5728"/>
                  <a:gd name="connsiteX117-14431" fmla="*/ 2209 w 6642"/>
                  <a:gd name="connsiteY117-14432" fmla="*/ 5214 h 5728"/>
                  <a:gd name="connsiteX118-14433" fmla="*/ 2177 w 6642"/>
                  <a:gd name="connsiteY118-14434" fmla="*/ 5276 h 5728"/>
                  <a:gd name="connsiteX119-14435" fmla="*/ 2115 w 6642"/>
                  <a:gd name="connsiteY119-14436" fmla="*/ 5386 h 5728"/>
                  <a:gd name="connsiteX120-14437" fmla="*/ 2121 w 6642"/>
                  <a:gd name="connsiteY120-14438" fmla="*/ 5510 h 5728"/>
                  <a:gd name="connsiteX121-14439" fmla="*/ 2082 w 6642"/>
                  <a:gd name="connsiteY121-14440" fmla="*/ 5558 h 5728"/>
                  <a:gd name="connsiteX122-14441" fmla="*/ 1951 w 6642"/>
                  <a:gd name="connsiteY122-14442" fmla="*/ 5617 h 5728"/>
                  <a:gd name="connsiteX123-14443" fmla="*/ 1785 w 6642"/>
                  <a:gd name="connsiteY123-14444" fmla="*/ 5649 h 5728"/>
                  <a:gd name="connsiteX124-14445" fmla="*/ 1682 w 6642"/>
                  <a:gd name="connsiteY124-14446" fmla="*/ 5728 h 5728"/>
                  <a:gd name="connsiteX125-14447" fmla="*/ 1568 w 6642"/>
                  <a:gd name="connsiteY125-14448" fmla="*/ 5611 h 5728"/>
                  <a:gd name="connsiteX126-14449" fmla="*/ 1508 w 6642"/>
                  <a:gd name="connsiteY126-14450" fmla="*/ 5485 h 5728"/>
                  <a:gd name="connsiteX127-14451" fmla="*/ 1630 w 6642"/>
                  <a:gd name="connsiteY127-14452" fmla="*/ 5242 h 5728"/>
                  <a:gd name="connsiteX128-14453" fmla="*/ 1685 w 6642"/>
                  <a:gd name="connsiteY128-14454" fmla="*/ 5195 h 5728"/>
                  <a:gd name="connsiteX129-14455" fmla="*/ 1730 w 6642"/>
                  <a:gd name="connsiteY129-14456" fmla="*/ 5120 h 5728"/>
                  <a:gd name="connsiteX130-14457" fmla="*/ 1727 w 6642"/>
                  <a:gd name="connsiteY130-14458" fmla="*/ 5071 h 5728"/>
                  <a:gd name="connsiteX131-14459" fmla="*/ 1530 w 6642"/>
                  <a:gd name="connsiteY131-14460" fmla="*/ 5007 h 5728"/>
                  <a:gd name="connsiteX132-14461" fmla="*/ 1459 w 6642"/>
                  <a:gd name="connsiteY132-14462" fmla="*/ 5064 h 5728"/>
                  <a:gd name="connsiteX133-14463" fmla="*/ 1353 w 6642"/>
                  <a:gd name="connsiteY133-14464" fmla="*/ 5111 h 5728"/>
                  <a:gd name="connsiteX134-14465" fmla="*/ 1290 w 6642"/>
                  <a:gd name="connsiteY134-14466" fmla="*/ 5063 h 5728"/>
                  <a:gd name="connsiteX135-14467" fmla="*/ 1052 w 6642"/>
                  <a:gd name="connsiteY135-14468" fmla="*/ 5254 h 5728"/>
                  <a:gd name="connsiteX136-14469" fmla="*/ 924 w 6642"/>
                  <a:gd name="connsiteY136-14470" fmla="*/ 5231 h 5728"/>
                  <a:gd name="connsiteX137-14471" fmla="*/ 813 w 6642"/>
                  <a:gd name="connsiteY137-14472" fmla="*/ 5097 h 5728"/>
                  <a:gd name="connsiteX138-14473" fmla="*/ 683 w 6642"/>
                  <a:gd name="connsiteY138-14474" fmla="*/ 4930 h 5728"/>
                  <a:gd name="connsiteX139-14475" fmla="*/ 572 w 6642"/>
                  <a:gd name="connsiteY139-14476" fmla="*/ 4806 h 5728"/>
                  <a:gd name="connsiteX140-14477" fmla="*/ 505 w 6642"/>
                  <a:gd name="connsiteY140-14478" fmla="*/ 4788 h 5728"/>
                  <a:gd name="connsiteX141-14479" fmla="*/ 640 w 6642"/>
                  <a:gd name="connsiteY141-14480" fmla="*/ 4631 h 5728"/>
                  <a:gd name="connsiteX142-14481" fmla="*/ 683 w 6642"/>
                  <a:gd name="connsiteY142-14482" fmla="*/ 4541 h 5728"/>
                  <a:gd name="connsiteX143-14483" fmla="*/ 651 w 6642"/>
                  <a:gd name="connsiteY143-14484" fmla="*/ 4438 h 5728"/>
                  <a:gd name="connsiteX144-14485" fmla="*/ 277 w 6642"/>
                  <a:gd name="connsiteY144-14486" fmla="*/ 4491 h 5728"/>
                  <a:gd name="connsiteX145-14487" fmla="*/ 187 w 6642"/>
                  <a:gd name="connsiteY145-14488" fmla="*/ 4518 h 5728"/>
                  <a:gd name="connsiteX146-14489" fmla="*/ 195 w 6642"/>
                  <a:gd name="connsiteY146-14490" fmla="*/ 4384 h 5728"/>
                  <a:gd name="connsiteX147-14491" fmla="*/ 147 w 6642"/>
                  <a:gd name="connsiteY147-14492" fmla="*/ 4318 h 5728"/>
                  <a:gd name="connsiteX148-14493" fmla="*/ 39 w 6642"/>
                  <a:gd name="connsiteY148-14494" fmla="*/ 4220 h 5728"/>
                  <a:gd name="connsiteX149-14495" fmla="*/ 75 w 6642"/>
                  <a:gd name="connsiteY149-14496" fmla="*/ 4093 h 5728"/>
                  <a:gd name="connsiteX150-14497" fmla="*/ 63 w 6642"/>
                  <a:gd name="connsiteY150-14498" fmla="*/ 3929 h 5728"/>
                  <a:gd name="connsiteX151-14499" fmla="*/ 0 w 6642"/>
                  <a:gd name="connsiteY151-14500" fmla="*/ 3842 h 5728"/>
                  <a:gd name="connsiteX152-14501" fmla="*/ 0 w 6642"/>
                  <a:gd name="connsiteY152-14502" fmla="*/ 3737 h 5728"/>
                  <a:gd name="connsiteX153-14503" fmla="*/ 303 w 6642"/>
                  <a:gd name="connsiteY153-14504" fmla="*/ 3824 h 5728"/>
                  <a:gd name="connsiteX154-14505" fmla="*/ 830 w 6642"/>
                  <a:gd name="connsiteY154-14506" fmla="*/ 3840 h 5728"/>
                  <a:gd name="connsiteX155-14507" fmla="*/ 1044 w 6642"/>
                  <a:gd name="connsiteY155-14508" fmla="*/ 3908 h 5728"/>
                  <a:gd name="connsiteX156-14509" fmla="*/ 1213 w 6642"/>
                  <a:gd name="connsiteY156-14510" fmla="*/ 4053 h 5728"/>
                  <a:gd name="connsiteX157-14511" fmla="*/ 1257 w 6642"/>
                  <a:gd name="connsiteY157-14512" fmla="*/ 4077 h 5728"/>
                  <a:gd name="connsiteX158-14513" fmla="*/ 1417 w 6642"/>
                  <a:gd name="connsiteY158-14514" fmla="*/ 4107 h 5728"/>
                  <a:gd name="connsiteX159-14515" fmla="*/ 1487 w 6642"/>
                  <a:gd name="connsiteY159-14516" fmla="*/ 4158 h 5728"/>
                  <a:gd name="connsiteX160-14517" fmla="*/ 1688 w 6642"/>
                  <a:gd name="connsiteY160-14518" fmla="*/ 4229 h 5728"/>
                  <a:gd name="connsiteX161-14519" fmla="*/ 1904 w 6642"/>
                  <a:gd name="connsiteY161-14520" fmla="*/ 4309 h 5728"/>
                  <a:gd name="connsiteX0-14521" fmla="*/ 5456 w 6642"/>
                  <a:gd name="connsiteY0-14522" fmla="*/ 2333 h 5728"/>
                  <a:gd name="connsiteX1-14523" fmla="*/ 5454 w 6642"/>
                  <a:gd name="connsiteY1-14524" fmla="*/ 2117 h 5728"/>
                  <a:gd name="connsiteX2-14525" fmla="*/ 5378 w 6642"/>
                  <a:gd name="connsiteY2-14526" fmla="*/ 2039 h 5728"/>
                  <a:gd name="connsiteX3-14527" fmla="*/ 5235 w 6642"/>
                  <a:gd name="connsiteY3-14528" fmla="*/ 1951 h 5728"/>
                  <a:gd name="connsiteX4-14529" fmla="*/ 5143 w 6642"/>
                  <a:gd name="connsiteY4-14530" fmla="*/ 1827 h 5728"/>
                  <a:gd name="connsiteX5-14531" fmla="*/ 5047 w 6642"/>
                  <a:gd name="connsiteY5-14532" fmla="*/ 1828 h 5728"/>
                  <a:gd name="connsiteX6-14533" fmla="*/ 5002 w 6642"/>
                  <a:gd name="connsiteY6-14534" fmla="*/ 1883 h 5728"/>
                  <a:gd name="connsiteX7-14535" fmla="*/ 4909 w 6642"/>
                  <a:gd name="connsiteY7-14536" fmla="*/ 1877 h 5728"/>
                  <a:gd name="connsiteX8-14537" fmla="*/ 4889 w 6642"/>
                  <a:gd name="connsiteY8-14538" fmla="*/ 1994 h 5728"/>
                  <a:gd name="connsiteX9-14539" fmla="*/ 4708 w 6642"/>
                  <a:gd name="connsiteY9-14540" fmla="*/ 1941 h 5728"/>
                  <a:gd name="connsiteX10-14541" fmla="*/ 4625 w 6642"/>
                  <a:gd name="connsiteY10-14542" fmla="*/ 1939 h 5728"/>
                  <a:gd name="connsiteX11-14543" fmla="*/ 4500 w 6642"/>
                  <a:gd name="connsiteY11-14544" fmla="*/ 2014 h 5728"/>
                  <a:gd name="connsiteX12-14545" fmla="*/ 4388 w 6642"/>
                  <a:gd name="connsiteY12-14546" fmla="*/ 1890 h 5728"/>
                  <a:gd name="connsiteX13-14547" fmla="*/ 4482 w 6642"/>
                  <a:gd name="connsiteY13-14548" fmla="*/ 1804 h 5728"/>
                  <a:gd name="connsiteX14-14549" fmla="*/ 4486 w 6642"/>
                  <a:gd name="connsiteY14-14550" fmla="*/ 1634 h 5728"/>
                  <a:gd name="connsiteX15-14551" fmla="*/ 4541 w 6642"/>
                  <a:gd name="connsiteY15-14552" fmla="*/ 1514 h 5728"/>
                  <a:gd name="connsiteX16-14553" fmla="*/ 4584 w 6642"/>
                  <a:gd name="connsiteY16-14554" fmla="*/ 1306 h 5728"/>
                  <a:gd name="connsiteX17-14555" fmla="*/ 4644 w 6642"/>
                  <a:gd name="connsiteY17-14556" fmla="*/ 1307 h 5728"/>
                  <a:gd name="connsiteX18-14557" fmla="*/ 4967 w 6642"/>
                  <a:gd name="connsiteY18-14558" fmla="*/ 1286 h 5728"/>
                  <a:gd name="connsiteX19-14559" fmla="*/ 5141 w 6642"/>
                  <a:gd name="connsiteY19-14560" fmla="*/ 1117 h 5728"/>
                  <a:gd name="connsiteX20-14561" fmla="*/ 5210 w 6642"/>
                  <a:gd name="connsiteY20-14562" fmla="*/ 748 h 5728"/>
                  <a:gd name="connsiteX21-14563" fmla="*/ 5320 w 6642"/>
                  <a:gd name="connsiteY21-14564" fmla="*/ 486 h 5728"/>
                  <a:gd name="connsiteX22-14565" fmla="*/ 5318 w 6642"/>
                  <a:gd name="connsiteY22-14566" fmla="*/ 358 h 5728"/>
                  <a:gd name="connsiteX23-14567" fmla="*/ 5305 w 6642"/>
                  <a:gd name="connsiteY23-14568" fmla="*/ 328 h 5728"/>
                  <a:gd name="connsiteX24-14569" fmla="*/ 5238 w 6642"/>
                  <a:gd name="connsiteY24-14570" fmla="*/ 251 h 5728"/>
                  <a:gd name="connsiteX25-14571" fmla="*/ 5178 w 6642"/>
                  <a:gd name="connsiteY25-14572" fmla="*/ 217 h 5728"/>
                  <a:gd name="connsiteX26-14573" fmla="*/ 5303 w 6642"/>
                  <a:gd name="connsiteY26-14574" fmla="*/ 56 h 5728"/>
                  <a:gd name="connsiteX27-14575" fmla="*/ 5476 w 6642"/>
                  <a:gd name="connsiteY27-14576" fmla="*/ 2 h 5728"/>
                  <a:gd name="connsiteX28-14577" fmla="*/ 5508 w 6642"/>
                  <a:gd name="connsiteY28-14578" fmla="*/ 49 h 5728"/>
                  <a:gd name="connsiteX29-14579" fmla="*/ 5498 w 6642"/>
                  <a:gd name="connsiteY29-14580" fmla="*/ 133 h 5728"/>
                  <a:gd name="connsiteX30-14581" fmla="*/ 5437 w 6642"/>
                  <a:gd name="connsiteY30-14582" fmla="*/ 243 h 5728"/>
                  <a:gd name="connsiteX31-14583" fmla="*/ 5507 w 6642"/>
                  <a:gd name="connsiteY31-14584" fmla="*/ 301 h 5728"/>
                  <a:gd name="connsiteX32-14585" fmla="*/ 5621 w 6642"/>
                  <a:gd name="connsiteY32-14586" fmla="*/ 366 h 5728"/>
                  <a:gd name="connsiteX33-14587" fmla="*/ 5641 w 6642"/>
                  <a:gd name="connsiteY33-14588" fmla="*/ 255 h 5728"/>
                  <a:gd name="connsiteX34-14589" fmla="*/ 5775 w 6642"/>
                  <a:gd name="connsiteY34-14590" fmla="*/ 291 h 5728"/>
                  <a:gd name="connsiteX35-14591" fmla="*/ 5800 w 6642"/>
                  <a:gd name="connsiteY35-14592" fmla="*/ 331 h 5728"/>
                  <a:gd name="connsiteX36-14593" fmla="*/ 5876 w 6642"/>
                  <a:gd name="connsiteY36-14594" fmla="*/ 562 h 5728"/>
                  <a:gd name="connsiteX37-14595" fmla="*/ 5911 w 6642"/>
                  <a:gd name="connsiteY37-14596" fmla="*/ 586 h 5728"/>
                  <a:gd name="connsiteX38-14597" fmla="*/ 6003 w 6642"/>
                  <a:gd name="connsiteY38-14598" fmla="*/ 578 h 5728"/>
                  <a:gd name="connsiteX39-14599" fmla="*/ 6263 w 6642"/>
                  <a:gd name="connsiteY39-14600" fmla="*/ 490 h 5728"/>
                  <a:gd name="connsiteX40-14601" fmla="*/ 6483 w 6642"/>
                  <a:gd name="connsiteY40-14602" fmla="*/ 479 h 5728"/>
                  <a:gd name="connsiteX41-14603" fmla="*/ 6543 w 6642"/>
                  <a:gd name="connsiteY41-14604" fmla="*/ 648 h 5728"/>
                  <a:gd name="connsiteX42-14605" fmla="*/ 6461 w 6642"/>
                  <a:gd name="connsiteY42-14606" fmla="*/ 944 h 5728"/>
                  <a:gd name="connsiteX43-14607" fmla="*/ 6461 w 6642"/>
                  <a:gd name="connsiteY43-14608" fmla="*/ 1022 h 5728"/>
                  <a:gd name="connsiteX44-14609" fmla="*/ 6530 w 6642"/>
                  <a:gd name="connsiteY44-14610" fmla="*/ 1168 h 5728"/>
                  <a:gd name="connsiteX45-14611" fmla="*/ 6545 w 6642"/>
                  <a:gd name="connsiteY45-14612" fmla="*/ 1427 h 5728"/>
                  <a:gd name="connsiteX46-14613" fmla="*/ 6547 w 6642"/>
                  <a:gd name="connsiteY46-14614" fmla="*/ 1617 h 5728"/>
                  <a:gd name="connsiteX47-14615" fmla="*/ 6480 w 6642"/>
                  <a:gd name="connsiteY47-14616" fmla="*/ 1625 h 5728"/>
                  <a:gd name="connsiteX48-14617" fmla="*/ 6458 w 6642"/>
                  <a:gd name="connsiteY48-14618" fmla="*/ 1507 h 5728"/>
                  <a:gd name="connsiteX49-14619" fmla="*/ 6423 w 6642"/>
                  <a:gd name="connsiteY49-14620" fmla="*/ 1450 h 5728"/>
                  <a:gd name="connsiteX50-14621" fmla="*/ 6333 w 6642"/>
                  <a:gd name="connsiteY50-14622" fmla="*/ 1582 h 5728"/>
                  <a:gd name="connsiteX51-14623" fmla="*/ 6220 w 6642"/>
                  <a:gd name="connsiteY51-14624" fmla="*/ 1776 h 5728"/>
                  <a:gd name="connsiteX52-14625" fmla="*/ 6101 w 6642"/>
                  <a:gd name="connsiteY52-14626" fmla="*/ 1904 h 5728"/>
                  <a:gd name="connsiteX53-14627" fmla="*/ 6094 w 6642"/>
                  <a:gd name="connsiteY53-14628" fmla="*/ 2018 h 5728"/>
                  <a:gd name="connsiteX54-14629" fmla="*/ 6154 w 6642"/>
                  <a:gd name="connsiteY54-14630" fmla="*/ 2115 h 5728"/>
                  <a:gd name="connsiteX55-14631" fmla="*/ 6256 w 6642"/>
                  <a:gd name="connsiteY55-14632" fmla="*/ 2183 h 5728"/>
                  <a:gd name="connsiteX56-14633" fmla="*/ 6333 w 6642"/>
                  <a:gd name="connsiteY56-14634" fmla="*/ 2178 h 5728"/>
                  <a:gd name="connsiteX57-14635" fmla="*/ 6378 w 6642"/>
                  <a:gd name="connsiteY57-14636" fmla="*/ 2104 h 5728"/>
                  <a:gd name="connsiteX58-14637" fmla="*/ 6412 w 6642"/>
                  <a:gd name="connsiteY58-14638" fmla="*/ 2210 h 5728"/>
                  <a:gd name="connsiteX59-14639" fmla="*/ 6300 w 6642"/>
                  <a:gd name="connsiteY59-14640" fmla="*/ 2249 h 5728"/>
                  <a:gd name="connsiteX60-14641" fmla="*/ 6347 w 6642"/>
                  <a:gd name="connsiteY60-14642" fmla="*/ 2362 h 5728"/>
                  <a:gd name="connsiteX61-14643" fmla="*/ 6212 w 6642"/>
                  <a:gd name="connsiteY61-14644" fmla="*/ 2509 h 5728"/>
                  <a:gd name="connsiteX62-14645" fmla="*/ 6171 w 6642"/>
                  <a:gd name="connsiteY62-14646" fmla="*/ 2498 h 5728"/>
                  <a:gd name="connsiteX63-14647" fmla="*/ 6047 w 6642"/>
                  <a:gd name="connsiteY63-14648" fmla="*/ 2413 h 5728"/>
                  <a:gd name="connsiteX64-14649" fmla="*/ 5992 w 6642"/>
                  <a:gd name="connsiteY64-14650" fmla="*/ 2412 h 5728"/>
                  <a:gd name="connsiteX65-14651" fmla="*/ 5957 w 6642"/>
                  <a:gd name="connsiteY65-14652" fmla="*/ 2480 h 5728"/>
                  <a:gd name="connsiteX66-14653" fmla="*/ 5960 w 6642"/>
                  <a:gd name="connsiteY66-14654" fmla="*/ 2562 h 5728"/>
                  <a:gd name="connsiteX67-14655" fmla="*/ 6138 w 6642"/>
                  <a:gd name="connsiteY67-14656" fmla="*/ 2730 h 5728"/>
                  <a:gd name="connsiteX68-14657" fmla="*/ 6137 w 6642"/>
                  <a:gd name="connsiteY68-14658" fmla="*/ 2844 h 5728"/>
                  <a:gd name="connsiteX69-14659" fmla="*/ 6228 w 6642"/>
                  <a:gd name="connsiteY69-14660" fmla="*/ 3060 h 5728"/>
                  <a:gd name="connsiteX70-14661" fmla="*/ 6254 w 6642"/>
                  <a:gd name="connsiteY70-14662" fmla="*/ 3090 h 5728"/>
                  <a:gd name="connsiteX71-14663" fmla="*/ 6298 w 6642"/>
                  <a:gd name="connsiteY71-14664" fmla="*/ 3094 h 5728"/>
                  <a:gd name="connsiteX72-14665" fmla="*/ 6344 w 6642"/>
                  <a:gd name="connsiteY72-14666" fmla="*/ 3010 h 5728"/>
                  <a:gd name="connsiteX73-14667" fmla="*/ 6424 w 6642"/>
                  <a:gd name="connsiteY73-14668" fmla="*/ 2950 h 5728"/>
                  <a:gd name="connsiteX74-14669" fmla="*/ 6519 w 6642"/>
                  <a:gd name="connsiteY74-14670" fmla="*/ 3126 h 5728"/>
                  <a:gd name="connsiteX75-14671" fmla="*/ 6629 w 6642"/>
                  <a:gd name="connsiteY75-14672" fmla="*/ 3312 h 5728"/>
                  <a:gd name="connsiteX76-14673" fmla="*/ 6642 w 6642"/>
                  <a:gd name="connsiteY76-14674" fmla="*/ 3342 h 5728"/>
                  <a:gd name="connsiteX77-14675" fmla="*/ 6631 w 6642"/>
                  <a:gd name="connsiteY77-14676" fmla="*/ 3518 h 5728"/>
                  <a:gd name="connsiteX78-14677" fmla="*/ 6596 w 6642"/>
                  <a:gd name="connsiteY78-14678" fmla="*/ 3554 h 5728"/>
                  <a:gd name="connsiteX79-14679" fmla="*/ 6507 w 6642"/>
                  <a:gd name="connsiteY79-14680" fmla="*/ 3515 h 5728"/>
                  <a:gd name="connsiteX80-14681" fmla="*/ 6273 w 6642"/>
                  <a:gd name="connsiteY80-14682" fmla="*/ 3644 h 5728"/>
                  <a:gd name="connsiteX81-14683" fmla="*/ 6247 w 6642"/>
                  <a:gd name="connsiteY81-14684" fmla="*/ 3666 h 5728"/>
                  <a:gd name="connsiteX82-14685" fmla="*/ 6067 w 6642"/>
                  <a:gd name="connsiteY82-14686" fmla="*/ 3812 h 5728"/>
                  <a:gd name="connsiteX83-14687" fmla="*/ 5926 w 6642"/>
                  <a:gd name="connsiteY83-14688" fmla="*/ 3926 h 5728"/>
                  <a:gd name="connsiteX84-14689" fmla="*/ 5891 w 6642"/>
                  <a:gd name="connsiteY84-14690" fmla="*/ 3965 h 5728"/>
                  <a:gd name="connsiteX85-14691" fmla="*/ 5839 w 6642"/>
                  <a:gd name="connsiteY85-14692" fmla="*/ 3973 h 5728"/>
                  <a:gd name="connsiteX86-14693" fmla="*/ 5782 w 6642"/>
                  <a:gd name="connsiteY86-14694" fmla="*/ 3916 h 5728"/>
                  <a:gd name="connsiteX87-14695" fmla="*/ 5658 w 6642"/>
                  <a:gd name="connsiteY87-14696" fmla="*/ 3808 h 5728"/>
                  <a:gd name="connsiteX88-14697" fmla="*/ 5682 w 6642"/>
                  <a:gd name="connsiteY88-14698" fmla="*/ 4064 h 5728"/>
                  <a:gd name="connsiteX89-14699" fmla="*/ 5691 w 6642"/>
                  <a:gd name="connsiteY89-14700" fmla="*/ 4192 h 5728"/>
                  <a:gd name="connsiteX90-14701" fmla="*/ 5429 w 6642"/>
                  <a:gd name="connsiteY90-14702" fmla="*/ 4166 h 5728"/>
                  <a:gd name="connsiteX91-14703" fmla="*/ 5347 w 6642"/>
                  <a:gd name="connsiteY91-14704" fmla="*/ 3987 h 5728"/>
                  <a:gd name="connsiteX92-14705" fmla="*/ 5265 w 6642"/>
                  <a:gd name="connsiteY92-14706" fmla="*/ 3802 h 5728"/>
                  <a:gd name="connsiteX93-14707" fmla="*/ 4290 w 6642"/>
                  <a:gd name="connsiteY93-14708" fmla="*/ 4504 h 5728"/>
                  <a:gd name="connsiteX94-14709" fmla="*/ 4293 w 6642"/>
                  <a:gd name="connsiteY94-14710" fmla="*/ 4556 h 5728"/>
                  <a:gd name="connsiteX95-14711" fmla="*/ 4257 w 6642"/>
                  <a:gd name="connsiteY95-14712" fmla="*/ 4614 h 5728"/>
                  <a:gd name="connsiteX96-14713" fmla="*/ 3992 w 6642"/>
                  <a:gd name="connsiteY96-14714" fmla="*/ 4680 h 5728"/>
                  <a:gd name="connsiteX97-14715" fmla="*/ 3857 w 6642"/>
                  <a:gd name="connsiteY97-14716" fmla="*/ 4739 h 5728"/>
                  <a:gd name="connsiteX98-14717" fmla="*/ 3815 w 6642"/>
                  <a:gd name="connsiteY98-14718" fmla="*/ 4777 h 5728"/>
                  <a:gd name="connsiteX99-14719" fmla="*/ 3616 w 6642"/>
                  <a:gd name="connsiteY99-14720" fmla="*/ 5021 h 5728"/>
                  <a:gd name="connsiteX100-14721" fmla="*/ 3543 w 6642"/>
                  <a:gd name="connsiteY100-14722" fmla="*/ 4970 h 5728"/>
                  <a:gd name="connsiteX101-14723" fmla="*/ 3460 w 6642"/>
                  <a:gd name="connsiteY101-14724" fmla="*/ 4971 h 5728"/>
                  <a:gd name="connsiteX102-14725" fmla="*/ 3424 w 6642"/>
                  <a:gd name="connsiteY102-14726" fmla="*/ 5045 h 5728"/>
                  <a:gd name="connsiteX103-14727" fmla="*/ 3313 w 6642"/>
                  <a:gd name="connsiteY103-14728" fmla="*/ 5000 h 5728"/>
                  <a:gd name="connsiteX104-14729" fmla="*/ 3235 w 6642"/>
                  <a:gd name="connsiteY104-14730" fmla="*/ 5109 h 5728"/>
                  <a:gd name="connsiteX105-14731" fmla="*/ 3013 w 6642"/>
                  <a:gd name="connsiteY105-14732" fmla="*/ 5349 h 5728"/>
                  <a:gd name="connsiteX106-14733" fmla="*/ 2993 w 6642"/>
                  <a:gd name="connsiteY106-14734" fmla="*/ 5516 h 5728"/>
                  <a:gd name="connsiteX107-14735" fmla="*/ 2976 w 6642"/>
                  <a:gd name="connsiteY107-14736" fmla="*/ 5659 h 5728"/>
                  <a:gd name="connsiteX108-14737" fmla="*/ 2960 w 6642"/>
                  <a:gd name="connsiteY108-14738" fmla="*/ 5669 h 5728"/>
                  <a:gd name="connsiteX109-14739" fmla="*/ 2638 w 6642"/>
                  <a:gd name="connsiteY109-14740" fmla="*/ 5621 h 5728"/>
                  <a:gd name="connsiteX110-14741" fmla="*/ 2536 w 6642"/>
                  <a:gd name="connsiteY110-14742" fmla="*/ 5566 h 5728"/>
                  <a:gd name="connsiteX111-14743" fmla="*/ 2482 w 6642"/>
                  <a:gd name="connsiteY111-14744" fmla="*/ 5503 h 5728"/>
                  <a:gd name="connsiteX112-14745" fmla="*/ 2377 w 6642"/>
                  <a:gd name="connsiteY112-14746" fmla="*/ 5477 h 5728"/>
                  <a:gd name="connsiteX113-14747" fmla="*/ 2377 w 6642"/>
                  <a:gd name="connsiteY113-14748" fmla="*/ 5379 h 5728"/>
                  <a:gd name="connsiteX114-14749" fmla="*/ 2481 w 6642"/>
                  <a:gd name="connsiteY114-14750" fmla="*/ 5149 h 5728"/>
                  <a:gd name="connsiteX115-14751" fmla="*/ 2341 w 6642"/>
                  <a:gd name="connsiteY115-14752" fmla="*/ 5070 h 5728"/>
                  <a:gd name="connsiteX116-14753" fmla="*/ 2299 w 6642"/>
                  <a:gd name="connsiteY116-14754" fmla="*/ 5095 h 5728"/>
                  <a:gd name="connsiteX117-14755" fmla="*/ 2209 w 6642"/>
                  <a:gd name="connsiteY117-14756" fmla="*/ 5214 h 5728"/>
                  <a:gd name="connsiteX118-14757" fmla="*/ 2177 w 6642"/>
                  <a:gd name="connsiteY118-14758" fmla="*/ 5276 h 5728"/>
                  <a:gd name="connsiteX119-14759" fmla="*/ 2115 w 6642"/>
                  <a:gd name="connsiteY119-14760" fmla="*/ 5386 h 5728"/>
                  <a:gd name="connsiteX120-14761" fmla="*/ 2121 w 6642"/>
                  <a:gd name="connsiteY120-14762" fmla="*/ 5510 h 5728"/>
                  <a:gd name="connsiteX121-14763" fmla="*/ 2082 w 6642"/>
                  <a:gd name="connsiteY121-14764" fmla="*/ 5558 h 5728"/>
                  <a:gd name="connsiteX122-14765" fmla="*/ 1951 w 6642"/>
                  <a:gd name="connsiteY122-14766" fmla="*/ 5617 h 5728"/>
                  <a:gd name="connsiteX123-14767" fmla="*/ 1785 w 6642"/>
                  <a:gd name="connsiteY123-14768" fmla="*/ 5649 h 5728"/>
                  <a:gd name="connsiteX124-14769" fmla="*/ 1682 w 6642"/>
                  <a:gd name="connsiteY124-14770" fmla="*/ 5728 h 5728"/>
                  <a:gd name="connsiteX125-14771" fmla="*/ 1568 w 6642"/>
                  <a:gd name="connsiteY125-14772" fmla="*/ 5611 h 5728"/>
                  <a:gd name="connsiteX126-14773" fmla="*/ 1508 w 6642"/>
                  <a:gd name="connsiteY126-14774" fmla="*/ 5485 h 5728"/>
                  <a:gd name="connsiteX127-14775" fmla="*/ 1630 w 6642"/>
                  <a:gd name="connsiteY127-14776" fmla="*/ 5242 h 5728"/>
                  <a:gd name="connsiteX128-14777" fmla="*/ 1685 w 6642"/>
                  <a:gd name="connsiteY128-14778" fmla="*/ 5195 h 5728"/>
                  <a:gd name="connsiteX129-14779" fmla="*/ 1730 w 6642"/>
                  <a:gd name="connsiteY129-14780" fmla="*/ 5120 h 5728"/>
                  <a:gd name="connsiteX130-14781" fmla="*/ 1727 w 6642"/>
                  <a:gd name="connsiteY130-14782" fmla="*/ 5071 h 5728"/>
                  <a:gd name="connsiteX131-14783" fmla="*/ 1530 w 6642"/>
                  <a:gd name="connsiteY131-14784" fmla="*/ 5007 h 5728"/>
                  <a:gd name="connsiteX132-14785" fmla="*/ 1459 w 6642"/>
                  <a:gd name="connsiteY132-14786" fmla="*/ 5064 h 5728"/>
                  <a:gd name="connsiteX133-14787" fmla="*/ 1353 w 6642"/>
                  <a:gd name="connsiteY133-14788" fmla="*/ 5111 h 5728"/>
                  <a:gd name="connsiteX134-14789" fmla="*/ 1290 w 6642"/>
                  <a:gd name="connsiteY134-14790" fmla="*/ 5063 h 5728"/>
                  <a:gd name="connsiteX135-14791" fmla="*/ 1052 w 6642"/>
                  <a:gd name="connsiteY135-14792" fmla="*/ 5254 h 5728"/>
                  <a:gd name="connsiteX136-14793" fmla="*/ 924 w 6642"/>
                  <a:gd name="connsiteY136-14794" fmla="*/ 5231 h 5728"/>
                  <a:gd name="connsiteX137-14795" fmla="*/ 813 w 6642"/>
                  <a:gd name="connsiteY137-14796" fmla="*/ 5097 h 5728"/>
                  <a:gd name="connsiteX138-14797" fmla="*/ 683 w 6642"/>
                  <a:gd name="connsiteY138-14798" fmla="*/ 4930 h 5728"/>
                  <a:gd name="connsiteX139-14799" fmla="*/ 572 w 6642"/>
                  <a:gd name="connsiteY139-14800" fmla="*/ 4806 h 5728"/>
                  <a:gd name="connsiteX140-14801" fmla="*/ 505 w 6642"/>
                  <a:gd name="connsiteY140-14802" fmla="*/ 4788 h 5728"/>
                  <a:gd name="connsiteX141-14803" fmla="*/ 640 w 6642"/>
                  <a:gd name="connsiteY141-14804" fmla="*/ 4631 h 5728"/>
                  <a:gd name="connsiteX142-14805" fmla="*/ 683 w 6642"/>
                  <a:gd name="connsiteY142-14806" fmla="*/ 4541 h 5728"/>
                  <a:gd name="connsiteX143-14807" fmla="*/ 651 w 6642"/>
                  <a:gd name="connsiteY143-14808" fmla="*/ 4438 h 5728"/>
                  <a:gd name="connsiteX144-14809" fmla="*/ 277 w 6642"/>
                  <a:gd name="connsiteY144-14810" fmla="*/ 4491 h 5728"/>
                  <a:gd name="connsiteX145-14811" fmla="*/ 187 w 6642"/>
                  <a:gd name="connsiteY145-14812" fmla="*/ 4518 h 5728"/>
                  <a:gd name="connsiteX146-14813" fmla="*/ 195 w 6642"/>
                  <a:gd name="connsiteY146-14814" fmla="*/ 4384 h 5728"/>
                  <a:gd name="connsiteX147-14815" fmla="*/ 147 w 6642"/>
                  <a:gd name="connsiteY147-14816" fmla="*/ 4318 h 5728"/>
                  <a:gd name="connsiteX148-14817" fmla="*/ 39 w 6642"/>
                  <a:gd name="connsiteY148-14818" fmla="*/ 4220 h 5728"/>
                  <a:gd name="connsiteX149-14819" fmla="*/ 75 w 6642"/>
                  <a:gd name="connsiteY149-14820" fmla="*/ 4093 h 5728"/>
                  <a:gd name="connsiteX150-14821" fmla="*/ 63 w 6642"/>
                  <a:gd name="connsiteY150-14822" fmla="*/ 3929 h 5728"/>
                  <a:gd name="connsiteX151-14823" fmla="*/ 0 w 6642"/>
                  <a:gd name="connsiteY151-14824" fmla="*/ 3842 h 5728"/>
                  <a:gd name="connsiteX152-14825" fmla="*/ 0 w 6642"/>
                  <a:gd name="connsiteY152-14826" fmla="*/ 3737 h 5728"/>
                  <a:gd name="connsiteX153-14827" fmla="*/ 303 w 6642"/>
                  <a:gd name="connsiteY153-14828" fmla="*/ 3824 h 5728"/>
                  <a:gd name="connsiteX154-14829" fmla="*/ 830 w 6642"/>
                  <a:gd name="connsiteY154-14830" fmla="*/ 3840 h 5728"/>
                  <a:gd name="connsiteX155-14831" fmla="*/ 1044 w 6642"/>
                  <a:gd name="connsiteY155-14832" fmla="*/ 3908 h 5728"/>
                  <a:gd name="connsiteX156-14833" fmla="*/ 1213 w 6642"/>
                  <a:gd name="connsiteY156-14834" fmla="*/ 4053 h 5728"/>
                  <a:gd name="connsiteX157-14835" fmla="*/ 1257 w 6642"/>
                  <a:gd name="connsiteY157-14836" fmla="*/ 4077 h 5728"/>
                  <a:gd name="connsiteX158-14837" fmla="*/ 1417 w 6642"/>
                  <a:gd name="connsiteY158-14838" fmla="*/ 4107 h 5728"/>
                  <a:gd name="connsiteX159-14839" fmla="*/ 1487 w 6642"/>
                  <a:gd name="connsiteY159-14840" fmla="*/ 4158 h 5728"/>
                  <a:gd name="connsiteX160-14841" fmla="*/ 1688 w 6642"/>
                  <a:gd name="connsiteY160-14842" fmla="*/ 4229 h 5728"/>
                  <a:gd name="connsiteX0-14843" fmla="*/ 5456 w 6642"/>
                  <a:gd name="connsiteY0-14844" fmla="*/ 2333 h 5728"/>
                  <a:gd name="connsiteX1-14845" fmla="*/ 5454 w 6642"/>
                  <a:gd name="connsiteY1-14846" fmla="*/ 2117 h 5728"/>
                  <a:gd name="connsiteX2-14847" fmla="*/ 5378 w 6642"/>
                  <a:gd name="connsiteY2-14848" fmla="*/ 2039 h 5728"/>
                  <a:gd name="connsiteX3-14849" fmla="*/ 5235 w 6642"/>
                  <a:gd name="connsiteY3-14850" fmla="*/ 1951 h 5728"/>
                  <a:gd name="connsiteX4-14851" fmla="*/ 5143 w 6642"/>
                  <a:gd name="connsiteY4-14852" fmla="*/ 1827 h 5728"/>
                  <a:gd name="connsiteX5-14853" fmla="*/ 5047 w 6642"/>
                  <a:gd name="connsiteY5-14854" fmla="*/ 1828 h 5728"/>
                  <a:gd name="connsiteX6-14855" fmla="*/ 5002 w 6642"/>
                  <a:gd name="connsiteY6-14856" fmla="*/ 1883 h 5728"/>
                  <a:gd name="connsiteX7-14857" fmla="*/ 4909 w 6642"/>
                  <a:gd name="connsiteY7-14858" fmla="*/ 1877 h 5728"/>
                  <a:gd name="connsiteX8-14859" fmla="*/ 4889 w 6642"/>
                  <a:gd name="connsiteY8-14860" fmla="*/ 1994 h 5728"/>
                  <a:gd name="connsiteX9-14861" fmla="*/ 4708 w 6642"/>
                  <a:gd name="connsiteY9-14862" fmla="*/ 1941 h 5728"/>
                  <a:gd name="connsiteX10-14863" fmla="*/ 4625 w 6642"/>
                  <a:gd name="connsiteY10-14864" fmla="*/ 1939 h 5728"/>
                  <a:gd name="connsiteX11-14865" fmla="*/ 4500 w 6642"/>
                  <a:gd name="connsiteY11-14866" fmla="*/ 2014 h 5728"/>
                  <a:gd name="connsiteX12-14867" fmla="*/ 4388 w 6642"/>
                  <a:gd name="connsiteY12-14868" fmla="*/ 1890 h 5728"/>
                  <a:gd name="connsiteX13-14869" fmla="*/ 4482 w 6642"/>
                  <a:gd name="connsiteY13-14870" fmla="*/ 1804 h 5728"/>
                  <a:gd name="connsiteX14-14871" fmla="*/ 4486 w 6642"/>
                  <a:gd name="connsiteY14-14872" fmla="*/ 1634 h 5728"/>
                  <a:gd name="connsiteX15-14873" fmla="*/ 4541 w 6642"/>
                  <a:gd name="connsiteY15-14874" fmla="*/ 1514 h 5728"/>
                  <a:gd name="connsiteX16-14875" fmla="*/ 4584 w 6642"/>
                  <a:gd name="connsiteY16-14876" fmla="*/ 1306 h 5728"/>
                  <a:gd name="connsiteX17-14877" fmla="*/ 4644 w 6642"/>
                  <a:gd name="connsiteY17-14878" fmla="*/ 1307 h 5728"/>
                  <a:gd name="connsiteX18-14879" fmla="*/ 4967 w 6642"/>
                  <a:gd name="connsiteY18-14880" fmla="*/ 1286 h 5728"/>
                  <a:gd name="connsiteX19-14881" fmla="*/ 5141 w 6642"/>
                  <a:gd name="connsiteY19-14882" fmla="*/ 1117 h 5728"/>
                  <a:gd name="connsiteX20-14883" fmla="*/ 5210 w 6642"/>
                  <a:gd name="connsiteY20-14884" fmla="*/ 748 h 5728"/>
                  <a:gd name="connsiteX21-14885" fmla="*/ 5320 w 6642"/>
                  <a:gd name="connsiteY21-14886" fmla="*/ 486 h 5728"/>
                  <a:gd name="connsiteX22-14887" fmla="*/ 5318 w 6642"/>
                  <a:gd name="connsiteY22-14888" fmla="*/ 358 h 5728"/>
                  <a:gd name="connsiteX23-14889" fmla="*/ 5305 w 6642"/>
                  <a:gd name="connsiteY23-14890" fmla="*/ 328 h 5728"/>
                  <a:gd name="connsiteX24-14891" fmla="*/ 5238 w 6642"/>
                  <a:gd name="connsiteY24-14892" fmla="*/ 251 h 5728"/>
                  <a:gd name="connsiteX25-14893" fmla="*/ 5178 w 6642"/>
                  <a:gd name="connsiteY25-14894" fmla="*/ 217 h 5728"/>
                  <a:gd name="connsiteX26-14895" fmla="*/ 5303 w 6642"/>
                  <a:gd name="connsiteY26-14896" fmla="*/ 56 h 5728"/>
                  <a:gd name="connsiteX27-14897" fmla="*/ 5476 w 6642"/>
                  <a:gd name="connsiteY27-14898" fmla="*/ 2 h 5728"/>
                  <a:gd name="connsiteX28-14899" fmla="*/ 5508 w 6642"/>
                  <a:gd name="connsiteY28-14900" fmla="*/ 49 h 5728"/>
                  <a:gd name="connsiteX29-14901" fmla="*/ 5498 w 6642"/>
                  <a:gd name="connsiteY29-14902" fmla="*/ 133 h 5728"/>
                  <a:gd name="connsiteX30-14903" fmla="*/ 5437 w 6642"/>
                  <a:gd name="connsiteY30-14904" fmla="*/ 243 h 5728"/>
                  <a:gd name="connsiteX31-14905" fmla="*/ 5507 w 6642"/>
                  <a:gd name="connsiteY31-14906" fmla="*/ 301 h 5728"/>
                  <a:gd name="connsiteX32-14907" fmla="*/ 5621 w 6642"/>
                  <a:gd name="connsiteY32-14908" fmla="*/ 366 h 5728"/>
                  <a:gd name="connsiteX33-14909" fmla="*/ 5641 w 6642"/>
                  <a:gd name="connsiteY33-14910" fmla="*/ 255 h 5728"/>
                  <a:gd name="connsiteX34-14911" fmla="*/ 5775 w 6642"/>
                  <a:gd name="connsiteY34-14912" fmla="*/ 291 h 5728"/>
                  <a:gd name="connsiteX35-14913" fmla="*/ 5800 w 6642"/>
                  <a:gd name="connsiteY35-14914" fmla="*/ 331 h 5728"/>
                  <a:gd name="connsiteX36-14915" fmla="*/ 5876 w 6642"/>
                  <a:gd name="connsiteY36-14916" fmla="*/ 562 h 5728"/>
                  <a:gd name="connsiteX37-14917" fmla="*/ 5911 w 6642"/>
                  <a:gd name="connsiteY37-14918" fmla="*/ 586 h 5728"/>
                  <a:gd name="connsiteX38-14919" fmla="*/ 6003 w 6642"/>
                  <a:gd name="connsiteY38-14920" fmla="*/ 578 h 5728"/>
                  <a:gd name="connsiteX39-14921" fmla="*/ 6263 w 6642"/>
                  <a:gd name="connsiteY39-14922" fmla="*/ 490 h 5728"/>
                  <a:gd name="connsiteX40-14923" fmla="*/ 6483 w 6642"/>
                  <a:gd name="connsiteY40-14924" fmla="*/ 479 h 5728"/>
                  <a:gd name="connsiteX41-14925" fmla="*/ 6543 w 6642"/>
                  <a:gd name="connsiteY41-14926" fmla="*/ 648 h 5728"/>
                  <a:gd name="connsiteX42-14927" fmla="*/ 6461 w 6642"/>
                  <a:gd name="connsiteY42-14928" fmla="*/ 944 h 5728"/>
                  <a:gd name="connsiteX43-14929" fmla="*/ 6461 w 6642"/>
                  <a:gd name="connsiteY43-14930" fmla="*/ 1022 h 5728"/>
                  <a:gd name="connsiteX44-14931" fmla="*/ 6530 w 6642"/>
                  <a:gd name="connsiteY44-14932" fmla="*/ 1168 h 5728"/>
                  <a:gd name="connsiteX45-14933" fmla="*/ 6545 w 6642"/>
                  <a:gd name="connsiteY45-14934" fmla="*/ 1427 h 5728"/>
                  <a:gd name="connsiteX46-14935" fmla="*/ 6547 w 6642"/>
                  <a:gd name="connsiteY46-14936" fmla="*/ 1617 h 5728"/>
                  <a:gd name="connsiteX47-14937" fmla="*/ 6480 w 6642"/>
                  <a:gd name="connsiteY47-14938" fmla="*/ 1625 h 5728"/>
                  <a:gd name="connsiteX48-14939" fmla="*/ 6458 w 6642"/>
                  <a:gd name="connsiteY48-14940" fmla="*/ 1507 h 5728"/>
                  <a:gd name="connsiteX49-14941" fmla="*/ 6423 w 6642"/>
                  <a:gd name="connsiteY49-14942" fmla="*/ 1450 h 5728"/>
                  <a:gd name="connsiteX50-14943" fmla="*/ 6333 w 6642"/>
                  <a:gd name="connsiteY50-14944" fmla="*/ 1582 h 5728"/>
                  <a:gd name="connsiteX51-14945" fmla="*/ 6220 w 6642"/>
                  <a:gd name="connsiteY51-14946" fmla="*/ 1776 h 5728"/>
                  <a:gd name="connsiteX52-14947" fmla="*/ 6101 w 6642"/>
                  <a:gd name="connsiteY52-14948" fmla="*/ 1904 h 5728"/>
                  <a:gd name="connsiteX53-14949" fmla="*/ 6094 w 6642"/>
                  <a:gd name="connsiteY53-14950" fmla="*/ 2018 h 5728"/>
                  <a:gd name="connsiteX54-14951" fmla="*/ 6154 w 6642"/>
                  <a:gd name="connsiteY54-14952" fmla="*/ 2115 h 5728"/>
                  <a:gd name="connsiteX55-14953" fmla="*/ 6256 w 6642"/>
                  <a:gd name="connsiteY55-14954" fmla="*/ 2183 h 5728"/>
                  <a:gd name="connsiteX56-14955" fmla="*/ 6333 w 6642"/>
                  <a:gd name="connsiteY56-14956" fmla="*/ 2178 h 5728"/>
                  <a:gd name="connsiteX57-14957" fmla="*/ 6378 w 6642"/>
                  <a:gd name="connsiteY57-14958" fmla="*/ 2104 h 5728"/>
                  <a:gd name="connsiteX58-14959" fmla="*/ 6412 w 6642"/>
                  <a:gd name="connsiteY58-14960" fmla="*/ 2210 h 5728"/>
                  <a:gd name="connsiteX59-14961" fmla="*/ 6300 w 6642"/>
                  <a:gd name="connsiteY59-14962" fmla="*/ 2249 h 5728"/>
                  <a:gd name="connsiteX60-14963" fmla="*/ 6347 w 6642"/>
                  <a:gd name="connsiteY60-14964" fmla="*/ 2362 h 5728"/>
                  <a:gd name="connsiteX61-14965" fmla="*/ 6212 w 6642"/>
                  <a:gd name="connsiteY61-14966" fmla="*/ 2509 h 5728"/>
                  <a:gd name="connsiteX62-14967" fmla="*/ 6171 w 6642"/>
                  <a:gd name="connsiteY62-14968" fmla="*/ 2498 h 5728"/>
                  <a:gd name="connsiteX63-14969" fmla="*/ 6047 w 6642"/>
                  <a:gd name="connsiteY63-14970" fmla="*/ 2413 h 5728"/>
                  <a:gd name="connsiteX64-14971" fmla="*/ 5992 w 6642"/>
                  <a:gd name="connsiteY64-14972" fmla="*/ 2412 h 5728"/>
                  <a:gd name="connsiteX65-14973" fmla="*/ 5957 w 6642"/>
                  <a:gd name="connsiteY65-14974" fmla="*/ 2480 h 5728"/>
                  <a:gd name="connsiteX66-14975" fmla="*/ 5960 w 6642"/>
                  <a:gd name="connsiteY66-14976" fmla="*/ 2562 h 5728"/>
                  <a:gd name="connsiteX67-14977" fmla="*/ 6138 w 6642"/>
                  <a:gd name="connsiteY67-14978" fmla="*/ 2730 h 5728"/>
                  <a:gd name="connsiteX68-14979" fmla="*/ 6137 w 6642"/>
                  <a:gd name="connsiteY68-14980" fmla="*/ 2844 h 5728"/>
                  <a:gd name="connsiteX69-14981" fmla="*/ 6228 w 6642"/>
                  <a:gd name="connsiteY69-14982" fmla="*/ 3060 h 5728"/>
                  <a:gd name="connsiteX70-14983" fmla="*/ 6254 w 6642"/>
                  <a:gd name="connsiteY70-14984" fmla="*/ 3090 h 5728"/>
                  <a:gd name="connsiteX71-14985" fmla="*/ 6298 w 6642"/>
                  <a:gd name="connsiteY71-14986" fmla="*/ 3094 h 5728"/>
                  <a:gd name="connsiteX72-14987" fmla="*/ 6344 w 6642"/>
                  <a:gd name="connsiteY72-14988" fmla="*/ 3010 h 5728"/>
                  <a:gd name="connsiteX73-14989" fmla="*/ 6424 w 6642"/>
                  <a:gd name="connsiteY73-14990" fmla="*/ 2950 h 5728"/>
                  <a:gd name="connsiteX74-14991" fmla="*/ 6519 w 6642"/>
                  <a:gd name="connsiteY74-14992" fmla="*/ 3126 h 5728"/>
                  <a:gd name="connsiteX75-14993" fmla="*/ 6629 w 6642"/>
                  <a:gd name="connsiteY75-14994" fmla="*/ 3312 h 5728"/>
                  <a:gd name="connsiteX76-14995" fmla="*/ 6642 w 6642"/>
                  <a:gd name="connsiteY76-14996" fmla="*/ 3342 h 5728"/>
                  <a:gd name="connsiteX77-14997" fmla="*/ 6631 w 6642"/>
                  <a:gd name="connsiteY77-14998" fmla="*/ 3518 h 5728"/>
                  <a:gd name="connsiteX78-14999" fmla="*/ 6596 w 6642"/>
                  <a:gd name="connsiteY78-15000" fmla="*/ 3554 h 5728"/>
                  <a:gd name="connsiteX79-15001" fmla="*/ 6507 w 6642"/>
                  <a:gd name="connsiteY79-15002" fmla="*/ 3515 h 5728"/>
                  <a:gd name="connsiteX80-15003" fmla="*/ 6273 w 6642"/>
                  <a:gd name="connsiteY80-15004" fmla="*/ 3644 h 5728"/>
                  <a:gd name="connsiteX81-15005" fmla="*/ 6247 w 6642"/>
                  <a:gd name="connsiteY81-15006" fmla="*/ 3666 h 5728"/>
                  <a:gd name="connsiteX82-15007" fmla="*/ 6067 w 6642"/>
                  <a:gd name="connsiteY82-15008" fmla="*/ 3812 h 5728"/>
                  <a:gd name="connsiteX83-15009" fmla="*/ 5926 w 6642"/>
                  <a:gd name="connsiteY83-15010" fmla="*/ 3926 h 5728"/>
                  <a:gd name="connsiteX84-15011" fmla="*/ 5891 w 6642"/>
                  <a:gd name="connsiteY84-15012" fmla="*/ 3965 h 5728"/>
                  <a:gd name="connsiteX85-15013" fmla="*/ 5839 w 6642"/>
                  <a:gd name="connsiteY85-15014" fmla="*/ 3973 h 5728"/>
                  <a:gd name="connsiteX86-15015" fmla="*/ 5782 w 6642"/>
                  <a:gd name="connsiteY86-15016" fmla="*/ 3916 h 5728"/>
                  <a:gd name="connsiteX87-15017" fmla="*/ 5658 w 6642"/>
                  <a:gd name="connsiteY87-15018" fmla="*/ 3808 h 5728"/>
                  <a:gd name="connsiteX88-15019" fmla="*/ 5682 w 6642"/>
                  <a:gd name="connsiteY88-15020" fmla="*/ 4064 h 5728"/>
                  <a:gd name="connsiteX89-15021" fmla="*/ 5691 w 6642"/>
                  <a:gd name="connsiteY89-15022" fmla="*/ 4192 h 5728"/>
                  <a:gd name="connsiteX90-15023" fmla="*/ 5429 w 6642"/>
                  <a:gd name="connsiteY90-15024" fmla="*/ 4166 h 5728"/>
                  <a:gd name="connsiteX91-15025" fmla="*/ 5347 w 6642"/>
                  <a:gd name="connsiteY91-15026" fmla="*/ 3987 h 5728"/>
                  <a:gd name="connsiteX92-15027" fmla="*/ 5265 w 6642"/>
                  <a:gd name="connsiteY92-15028" fmla="*/ 3802 h 5728"/>
                  <a:gd name="connsiteX93-15029" fmla="*/ 4290 w 6642"/>
                  <a:gd name="connsiteY93-15030" fmla="*/ 4504 h 5728"/>
                  <a:gd name="connsiteX94-15031" fmla="*/ 4293 w 6642"/>
                  <a:gd name="connsiteY94-15032" fmla="*/ 4556 h 5728"/>
                  <a:gd name="connsiteX95-15033" fmla="*/ 4257 w 6642"/>
                  <a:gd name="connsiteY95-15034" fmla="*/ 4614 h 5728"/>
                  <a:gd name="connsiteX96-15035" fmla="*/ 3992 w 6642"/>
                  <a:gd name="connsiteY96-15036" fmla="*/ 4680 h 5728"/>
                  <a:gd name="connsiteX97-15037" fmla="*/ 3857 w 6642"/>
                  <a:gd name="connsiteY97-15038" fmla="*/ 4739 h 5728"/>
                  <a:gd name="connsiteX98-15039" fmla="*/ 3815 w 6642"/>
                  <a:gd name="connsiteY98-15040" fmla="*/ 4777 h 5728"/>
                  <a:gd name="connsiteX99-15041" fmla="*/ 3616 w 6642"/>
                  <a:gd name="connsiteY99-15042" fmla="*/ 5021 h 5728"/>
                  <a:gd name="connsiteX100-15043" fmla="*/ 3543 w 6642"/>
                  <a:gd name="connsiteY100-15044" fmla="*/ 4970 h 5728"/>
                  <a:gd name="connsiteX101-15045" fmla="*/ 3460 w 6642"/>
                  <a:gd name="connsiteY101-15046" fmla="*/ 4971 h 5728"/>
                  <a:gd name="connsiteX102-15047" fmla="*/ 3424 w 6642"/>
                  <a:gd name="connsiteY102-15048" fmla="*/ 5045 h 5728"/>
                  <a:gd name="connsiteX103-15049" fmla="*/ 3313 w 6642"/>
                  <a:gd name="connsiteY103-15050" fmla="*/ 5000 h 5728"/>
                  <a:gd name="connsiteX104-15051" fmla="*/ 3235 w 6642"/>
                  <a:gd name="connsiteY104-15052" fmla="*/ 5109 h 5728"/>
                  <a:gd name="connsiteX105-15053" fmla="*/ 3013 w 6642"/>
                  <a:gd name="connsiteY105-15054" fmla="*/ 5349 h 5728"/>
                  <a:gd name="connsiteX106-15055" fmla="*/ 2993 w 6642"/>
                  <a:gd name="connsiteY106-15056" fmla="*/ 5516 h 5728"/>
                  <a:gd name="connsiteX107-15057" fmla="*/ 2976 w 6642"/>
                  <a:gd name="connsiteY107-15058" fmla="*/ 5659 h 5728"/>
                  <a:gd name="connsiteX108-15059" fmla="*/ 2960 w 6642"/>
                  <a:gd name="connsiteY108-15060" fmla="*/ 5669 h 5728"/>
                  <a:gd name="connsiteX109-15061" fmla="*/ 2638 w 6642"/>
                  <a:gd name="connsiteY109-15062" fmla="*/ 5621 h 5728"/>
                  <a:gd name="connsiteX110-15063" fmla="*/ 2536 w 6642"/>
                  <a:gd name="connsiteY110-15064" fmla="*/ 5566 h 5728"/>
                  <a:gd name="connsiteX111-15065" fmla="*/ 2482 w 6642"/>
                  <a:gd name="connsiteY111-15066" fmla="*/ 5503 h 5728"/>
                  <a:gd name="connsiteX112-15067" fmla="*/ 2377 w 6642"/>
                  <a:gd name="connsiteY112-15068" fmla="*/ 5477 h 5728"/>
                  <a:gd name="connsiteX113-15069" fmla="*/ 2377 w 6642"/>
                  <a:gd name="connsiteY113-15070" fmla="*/ 5379 h 5728"/>
                  <a:gd name="connsiteX114-15071" fmla="*/ 2481 w 6642"/>
                  <a:gd name="connsiteY114-15072" fmla="*/ 5149 h 5728"/>
                  <a:gd name="connsiteX115-15073" fmla="*/ 2341 w 6642"/>
                  <a:gd name="connsiteY115-15074" fmla="*/ 5070 h 5728"/>
                  <a:gd name="connsiteX116-15075" fmla="*/ 2299 w 6642"/>
                  <a:gd name="connsiteY116-15076" fmla="*/ 5095 h 5728"/>
                  <a:gd name="connsiteX117-15077" fmla="*/ 2209 w 6642"/>
                  <a:gd name="connsiteY117-15078" fmla="*/ 5214 h 5728"/>
                  <a:gd name="connsiteX118-15079" fmla="*/ 2177 w 6642"/>
                  <a:gd name="connsiteY118-15080" fmla="*/ 5276 h 5728"/>
                  <a:gd name="connsiteX119-15081" fmla="*/ 2115 w 6642"/>
                  <a:gd name="connsiteY119-15082" fmla="*/ 5386 h 5728"/>
                  <a:gd name="connsiteX120-15083" fmla="*/ 2121 w 6642"/>
                  <a:gd name="connsiteY120-15084" fmla="*/ 5510 h 5728"/>
                  <a:gd name="connsiteX121-15085" fmla="*/ 2082 w 6642"/>
                  <a:gd name="connsiteY121-15086" fmla="*/ 5558 h 5728"/>
                  <a:gd name="connsiteX122-15087" fmla="*/ 1951 w 6642"/>
                  <a:gd name="connsiteY122-15088" fmla="*/ 5617 h 5728"/>
                  <a:gd name="connsiteX123-15089" fmla="*/ 1785 w 6642"/>
                  <a:gd name="connsiteY123-15090" fmla="*/ 5649 h 5728"/>
                  <a:gd name="connsiteX124-15091" fmla="*/ 1682 w 6642"/>
                  <a:gd name="connsiteY124-15092" fmla="*/ 5728 h 5728"/>
                  <a:gd name="connsiteX125-15093" fmla="*/ 1568 w 6642"/>
                  <a:gd name="connsiteY125-15094" fmla="*/ 5611 h 5728"/>
                  <a:gd name="connsiteX126-15095" fmla="*/ 1508 w 6642"/>
                  <a:gd name="connsiteY126-15096" fmla="*/ 5485 h 5728"/>
                  <a:gd name="connsiteX127-15097" fmla="*/ 1630 w 6642"/>
                  <a:gd name="connsiteY127-15098" fmla="*/ 5242 h 5728"/>
                  <a:gd name="connsiteX128-15099" fmla="*/ 1685 w 6642"/>
                  <a:gd name="connsiteY128-15100" fmla="*/ 5195 h 5728"/>
                  <a:gd name="connsiteX129-15101" fmla="*/ 1730 w 6642"/>
                  <a:gd name="connsiteY129-15102" fmla="*/ 5120 h 5728"/>
                  <a:gd name="connsiteX130-15103" fmla="*/ 1727 w 6642"/>
                  <a:gd name="connsiteY130-15104" fmla="*/ 5071 h 5728"/>
                  <a:gd name="connsiteX131-15105" fmla="*/ 1530 w 6642"/>
                  <a:gd name="connsiteY131-15106" fmla="*/ 5007 h 5728"/>
                  <a:gd name="connsiteX132-15107" fmla="*/ 1459 w 6642"/>
                  <a:gd name="connsiteY132-15108" fmla="*/ 5064 h 5728"/>
                  <a:gd name="connsiteX133-15109" fmla="*/ 1353 w 6642"/>
                  <a:gd name="connsiteY133-15110" fmla="*/ 5111 h 5728"/>
                  <a:gd name="connsiteX134-15111" fmla="*/ 1290 w 6642"/>
                  <a:gd name="connsiteY134-15112" fmla="*/ 5063 h 5728"/>
                  <a:gd name="connsiteX135-15113" fmla="*/ 1052 w 6642"/>
                  <a:gd name="connsiteY135-15114" fmla="*/ 5254 h 5728"/>
                  <a:gd name="connsiteX136-15115" fmla="*/ 924 w 6642"/>
                  <a:gd name="connsiteY136-15116" fmla="*/ 5231 h 5728"/>
                  <a:gd name="connsiteX137-15117" fmla="*/ 813 w 6642"/>
                  <a:gd name="connsiteY137-15118" fmla="*/ 5097 h 5728"/>
                  <a:gd name="connsiteX138-15119" fmla="*/ 683 w 6642"/>
                  <a:gd name="connsiteY138-15120" fmla="*/ 4930 h 5728"/>
                  <a:gd name="connsiteX139-15121" fmla="*/ 572 w 6642"/>
                  <a:gd name="connsiteY139-15122" fmla="*/ 4806 h 5728"/>
                  <a:gd name="connsiteX140-15123" fmla="*/ 505 w 6642"/>
                  <a:gd name="connsiteY140-15124" fmla="*/ 4788 h 5728"/>
                  <a:gd name="connsiteX141-15125" fmla="*/ 640 w 6642"/>
                  <a:gd name="connsiteY141-15126" fmla="*/ 4631 h 5728"/>
                  <a:gd name="connsiteX142-15127" fmla="*/ 683 w 6642"/>
                  <a:gd name="connsiteY142-15128" fmla="*/ 4541 h 5728"/>
                  <a:gd name="connsiteX143-15129" fmla="*/ 651 w 6642"/>
                  <a:gd name="connsiteY143-15130" fmla="*/ 4438 h 5728"/>
                  <a:gd name="connsiteX144-15131" fmla="*/ 277 w 6642"/>
                  <a:gd name="connsiteY144-15132" fmla="*/ 4491 h 5728"/>
                  <a:gd name="connsiteX145-15133" fmla="*/ 187 w 6642"/>
                  <a:gd name="connsiteY145-15134" fmla="*/ 4518 h 5728"/>
                  <a:gd name="connsiteX146-15135" fmla="*/ 195 w 6642"/>
                  <a:gd name="connsiteY146-15136" fmla="*/ 4384 h 5728"/>
                  <a:gd name="connsiteX147-15137" fmla="*/ 147 w 6642"/>
                  <a:gd name="connsiteY147-15138" fmla="*/ 4318 h 5728"/>
                  <a:gd name="connsiteX148-15139" fmla="*/ 39 w 6642"/>
                  <a:gd name="connsiteY148-15140" fmla="*/ 4220 h 5728"/>
                  <a:gd name="connsiteX149-15141" fmla="*/ 75 w 6642"/>
                  <a:gd name="connsiteY149-15142" fmla="*/ 4093 h 5728"/>
                  <a:gd name="connsiteX150-15143" fmla="*/ 63 w 6642"/>
                  <a:gd name="connsiteY150-15144" fmla="*/ 3929 h 5728"/>
                  <a:gd name="connsiteX151-15145" fmla="*/ 0 w 6642"/>
                  <a:gd name="connsiteY151-15146" fmla="*/ 3842 h 5728"/>
                  <a:gd name="connsiteX152-15147" fmla="*/ 0 w 6642"/>
                  <a:gd name="connsiteY152-15148" fmla="*/ 3737 h 5728"/>
                  <a:gd name="connsiteX153-15149" fmla="*/ 303 w 6642"/>
                  <a:gd name="connsiteY153-15150" fmla="*/ 3824 h 5728"/>
                  <a:gd name="connsiteX154-15151" fmla="*/ 830 w 6642"/>
                  <a:gd name="connsiteY154-15152" fmla="*/ 3840 h 5728"/>
                  <a:gd name="connsiteX155-15153" fmla="*/ 1044 w 6642"/>
                  <a:gd name="connsiteY155-15154" fmla="*/ 3908 h 5728"/>
                  <a:gd name="connsiteX156-15155" fmla="*/ 1213 w 6642"/>
                  <a:gd name="connsiteY156-15156" fmla="*/ 4053 h 5728"/>
                  <a:gd name="connsiteX157-15157" fmla="*/ 1257 w 6642"/>
                  <a:gd name="connsiteY157-15158" fmla="*/ 4077 h 5728"/>
                  <a:gd name="connsiteX158-15159" fmla="*/ 1417 w 6642"/>
                  <a:gd name="connsiteY158-15160" fmla="*/ 4107 h 5728"/>
                  <a:gd name="connsiteX159-15161" fmla="*/ 1487 w 6642"/>
                  <a:gd name="connsiteY159-15162" fmla="*/ 4158 h 5728"/>
                  <a:gd name="connsiteX0-15163" fmla="*/ 5456 w 6642"/>
                  <a:gd name="connsiteY0-15164" fmla="*/ 2333 h 5728"/>
                  <a:gd name="connsiteX1-15165" fmla="*/ 5454 w 6642"/>
                  <a:gd name="connsiteY1-15166" fmla="*/ 2117 h 5728"/>
                  <a:gd name="connsiteX2-15167" fmla="*/ 5378 w 6642"/>
                  <a:gd name="connsiteY2-15168" fmla="*/ 2039 h 5728"/>
                  <a:gd name="connsiteX3-15169" fmla="*/ 5235 w 6642"/>
                  <a:gd name="connsiteY3-15170" fmla="*/ 1951 h 5728"/>
                  <a:gd name="connsiteX4-15171" fmla="*/ 5143 w 6642"/>
                  <a:gd name="connsiteY4-15172" fmla="*/ 1827 h 5728"/>
                  <a:gd name="connsiteX5-15173" fmla="*/ 5047 w 6642"/>
                  <a:gd name="connsiteY5-15174" fmla="*/ 1828 h 5728"/>
                  <a:gd name="connsiteX6-15175" fmla="*/ 5002 w 6642"/>
                  <a:gd name="connsiteY6-15176" fmla="*/ 1883 h 5728"/>
                  <a:gd name="connsiteX7-15177" fmla="*/ 4909 w 6642"/>
                  <a:gd name="connsiteY7-15178" fmla="*/ 1877 h 5728"/>
                  <a:gd name="connsiteX8-15179" fmla="*/ 4889 w 6642"/>
                  <a:gd name="connsiteY8-15180" fmla="*/ 1994 h 5728"/>
                  <a:gd name="connsiteX9-15181" fmla="*/ 4708 w 6642"/>
                  <a:gd name="connsiteY9-15182" fmla="*/ 1941 h 5728"/>
                  <a:gd name="connsiteX10-15183" fmla="*/ 4625 w 6642"/>
                  <a:gd name="connsiteY10-15184" fmla="*/ 1939 h 5728"/>
                  <a:gd name="connsiteX11-15185" fmla="*/ 4500 w 6642"/>
                  <a:gd name="connsiteY11-15186" fmla="*/ 2014 h 5728"/>
                  <a:gd name="connsiteX12-15187" fmla="*/ 4388 w 6642"/>
                  <a:gd name="connsiteY12-15188" fmla="*/ 1890 h 5728"/>
                  <a:gd name="connsiteX13-15189" fmla="*/ 4482 w 6642"/>
                  <a:gd name="connsiteY13-15190" fmla="*/ 1804 h 5728"/>
                  <a:gd name="connsiteX14-15191" fmla="*/ 4486 w 6642"/>
                  <a:gd name="connsiteY14-15192" fmla="*/ 1634 h 5728"/>
                  <a:gd name="connsiteX15-15193" fmla="*/ 4541 w 6642"/>
                  <a:gd name="connsiteY15-15194" fmla="*/ 1514 h 5728"/>
                  <a:gd name="connsiteX16-15195" fmla="*/ 4584 w 6642"/>
                  <a:gd name="connsiteY16-15196" fmla="*/ 1306 h 5728"/>
                  <a:gd name="connsiteX17-15197" fmla="*/ 4644 w 6642"/>
                  <a:gd name="connsiteY17-15198" fmla="*/ 1307 h 5728"/>
                  <a:gd name="connsiteX18-15199" fmla="*/ 4967 w 6642"/>
                  <a:gd name="connsiteY18-15200" fmla="*/ 1286 h 5728"/>
                  <a:gd name="connsiteX19-15201" fmla="*/ 5141 w 6642"/>
                  <a:gd name="connsiteY19-15202" fmla="*/ 1117 h 5728"/>
                  <a:gd name="connsiteX20-15203" fmla="*/ 5210 w 6642"/>
                  <a:gd name="connsiteY20-15204" fmla="*/ 748 h 5728"/>
                  <a:gd name="connsiteX21-15205" fmla="*/ 5320 w 6642"/>
                  <a:gd name="connsiteY21-15206" fmla="*/ 486 h 5728"/>
                  <a:gd name="connsiteX22-15207" fmla="*/ 5318 w 6642"/>
                  <a:gd name="connsiteY22-15208" fmla="*/ 358 h 5728"/>
                  <a:gd name="connsiteX23-15209" fmla="*/ 5305 w 6642"/>
                  <a:gd name="connsiteY23-15210" fmla="*/ 328 h 5728"/>
                  <a:gd name="connsiteX24-15211" fmla="*/ 5238 w 6642"/>
                  <a:gd name="connsiteY24-15212" fmla="*/ 251 h 5728"/>
                  <a:gd name="connsiteX25-15213" fmla="*/ 5178 w 6642"/>
                  <a:gd name="connsiteY25-15214" fmla="*/ 217 h 5728"/>
                  <a:gd name="connsiteX26-15215" fmla="*/ 5303 w 6642"/>
                  <a:gd name="connsiteY26-15216" fmla="*/ 56 h 5728"/>
                  <a:gd name="connsiteX27-15217" fmla="*/ 5476 w 6642"/>
                  <a:gd name="connsiteY27-15218" fmla="*/ 2 h 5728"/>
                  <a:gd name="connsiteX28-15219" fmla="*/ 5508 w 6642"/>
                  <a:gd name="connsiteY28-15220" fmla="*/ 49 h 5728"/>
                  <a:gd name="connsiteX29-15221" fmla="*/ 5498 w 6642"/>
                  <a:gd name="connsiteY29-15222" fmla="*/ 133 h 5728"/>
                  <a:gd name="connsiteX30-15223" fmla="*/ 5437 w 6642"/>
                  <a:gd name="connsiteY30-15224" fmla="*/ 243 h 5728"/>
                  <a:gd name="connsiteX31-15225" fmla="*/ 5507 w 6642"/>
                  <a:gd name="connsiteY31-15226" fmla="*/ 301 h 5728"/>
                  <a:gd name="connsiteX32-15227" fmla="*/ 5621 w 6642"/>
                  <a:gd name="connsiteY32-15228" fmla="*/ 366 h 5728"/>
                  <a:gd name="connsiteX33-15229" fmla="*/ 5641 w 6642"/>
                  <a:gd name="connsiteY33-15230" fmla="*/ 255 h 5728"/>
                  <a:gd name="connsiteX34-15231" fmla="*/ 5775 w 6642"/>
                  <a:gd name="connsiteY34-15232" fmla="*/ 291 h 5728"/>
                  <a:gd name="connsiteX35-15233" fmla="*/ 5800 w 6642"/>
                  <a:gd name="connsiteY35-15234" fmla="*/ 331 h 5728"/>
                  <a:gd name="connsiteX36-15235" fmla="*/ 5876 w 6642"/>
                  <a:gd name="connsiteY36-15236" fmla="*/ 562 h 5728"/>
                  <a:gd name="connsiteX37-15237" fmla="*/ 5911 w 6642"/>
                  <a:gd name="connsiteY37-15238" fmla="*/ 586 h 5728"/>
                  <a:gd name="connsiteX38-15239" fmla="*/ 6003 w 6642"/>
                  <a:gd name="connsiteY38-15240" fmla="*/ 578 h 5728"/>
                  <a:gd name="connsiteX39-15241" fmla="*/ 6263 w 6642"/>
                  <a:gd name="connsiteY39-15242" fmla="*/ 490 h 5728"/>
                  <a:gd name="connsiteX40-15243" fmla="*/ 6483 w 6642"/>
                  <a:gd name="connsiteY40-15244" fmla="*/ 479 h 5728"/>
                  <a:gd name="connsiteX41-15245" fmla="*/ 6543 w 6642"/>
                  <a:gd name="connsiteY41-15246" fmla="*/ 648 h 5728"/>
                  <a:gd name="connsiteX42-15247" fmla="*/ 6461 w 6642"/>
                  <a:gd name="connsiteY42-15248" fmla="*/ 944 h 5728"/>
                  <a:gd name="connsiteX43-15249" fmla="*/ 6461 w 6642"/>
                  <a:gd name="connsiteY43-15250" fmla="*/ 1022 h 5728"/>
                  <a:gd name="connsiteX44-15251" fmla="*/ 6530 w 6642"/>
                  <a:gd name="connsiteY44-15252" fmla="*/ 1168 h 5728"/>
                  <a:gd name="connsiteX45-15253" fmla="*/ 6545 w 6642"/>
                  <a:gd name="connsiteY45-15254" fmla="*/ 1427 h 5728"/>
                  <a:gd name="connsiteX46-15255" fmla="*/ 6547 w 6642"/>
                  <a:gd name="connsiteY46-15256" fmla="*/ 1617 h 5728"/>
                  <a:gd name="connsiteX47-15257" fmla="*/ 6480 w 6642"/>
                  <a:gd name="connsiteY47-15258" fmla="*/ 1625 h 5728"/>
                  <a:gd name="connsiteX48-15259" fmla="*/ 6458 w 6642"/>
                  <a:gd name="connsiteY48-15260" fmla="*/ 1507 h 5728"/>
                  <a:gd name="connsiteX49-15261" fmla="*/ 6423 w 6642"/>
                  <a:gd name="connsiteY49-15262" fmla="*/ 1450 h 5728"/>
                  <a:gd name="connsiteX50-15263" fmla="*/ 6333 w 6642"/>
                  <a:gd name="connsiteY50-15264" fmla="*/ 1582 h 5728"/>
                  <a:gd name="connsiteX51-15265" fmla="*/ 6220 w 6642"/>
                  <a:gd name="connsiteY51-15266" fmla="*/ 1776 h 5728"/>
                  <a:gd name="connsiteX52-15267" fmla="*/ 6101 w 6642"/>
                  <a:gd name="connsiteY52-15268" fmla="*/ 1904 h 5728"/>
                  <a:gd name="connsiteX53-15269" fmla="*/ 6094 w 6642"/>
                  <a:gd name="connsiteY53-15270" fmla="*/ 2018 h 5728"/>
                  <a:gd name="connsiteX54-15271" fmla="*/ 6154 w 6642"/>
                  <a:gd name="connsiteY54-15272" fmla="*/ 2115 h 5728"/>
                  <a:gd name="connsiteX55-15273" fmla="*/ 6256 w 6642"/>
                  <a:gd name="connsiteY55-15274" fmla="*/ 2183 h 5728"/>
                  <a:gd name="connsiteX56-15275" fmla="*/ 6333 w 6642"/>
                  <a:gd name="connsiteY56-15276" fmla="*/ 2178 h 5728"/>
                  <a:gd name="connsiteX57-15277" fmla="*/ 6378 w 6642"/>
                  <a:gd name="connsiteY57-15278" fmla="*/ 2104 h 5728"/>
                  <a:gd name="connsiteX58-15279" fmla="*/ 6412 w 6642"/>
                  <a:gd name="connsiteY58-15280" fmla="*/ 2210 h 5728"/>
                  <a:gd name="connsiteX59-15281" fmla="*/ 6300 w 6642"/>
                  <a:gd name="connsiteY59-15282" fmla="*/ 2249 h 5728"/>
                  <a:gd name="connsiteX60-15283" fmla="*/ 6347 w 6642"/>
                  <a:gd name="connsiteY60-15284" fmla="*/ 2362 h 5728"/>
                  <a:gd name="connsiteX61-15285" fmla="*/ 6212 w 6642"/>
                  <a:gd name="connsiteY61-15286" fmla="*/ 2509 h 5728"/>
                  <a:gd name="connsiteX62-15287" fmla="*/ 6171 w 6642"/>
                  <a:gd name="connsiteY62-15288" fmla="*/ 2498 h 5728"/>
                  <a:gd name="connsiteX63-15289" fmla="*/ 6047 w 6642"/>
                  <a:gd name="connsiteY63-15290" fmla="*/ 2413 h 5728"/>
                  <a:gd name="connsiteX64-15291" fmla="*/ 5992 w 6642"/>
                  <a:gd name="connsiteY64-15292" fmla="*/ 2412 h 5728"/>
                  <a:gd name="connsiteX65-15293" fmla="*/ 5957 w 6642"/>
                  <a:gd name="connsiteY65-15294" fmla="*/ 2480 h 5728"/>
                  <a:gd name="connsiteX66-15295" fmla="*/ 5960 w 6642"/>
                  <a:gd name="connsiteY66-15296" fmla="*/ 2562 h 5728"/>
                  <a:gd name="connsiteX67-15297" fmla="*/ 6138 w 6642"/>
                  <a:gd name="connsiteY67-15298" fmla="*/ 2730 h 5728"/>
                  <a:gd name="connsiteX68-15299" fmla="*/ 6137 w 6642"/>
                  <a:gd name="connsiteY68-15300" fmla="*/ 2844 h 5728"/>
                  <a:gd name="connsiteX69-15301" fmla="*/ 6228 w 6642"/>
                  <a:gd name="connsiteY69-15302" fmla="*/ 3060 h 5728"/>
                  <a:gd name="connsiteX70-15303" fmla="*/ 6254 w 6642"/>
                  <a:gd name="connsiteY70-15304" fmla="*/ 3090 h 5728"/>
                  <a:gd name="connsiteX71-15305" fmla="*/ 6298 w 6642"/>
                  <a:gd name="connsiteY71-15306" fmla="*/ 3094 h 5728"/>
                  <a:gd name="connsiteX72-15307" fmla="*/ 6344 w 6642"/>
                  <a:gd name="connsiteY72-15308" fmla="*/ 3010 h 5728"/>
                  <a:gd name="connsiteX73-15309" fmla="*/ 6424 w 6642"/>
                  <a:gd name="connsiteY73-15310" fmla="*/ 2950 h 5728"/>
                  <a:gd name="connsiteX74-15311" fmla="*/ 6519 w 6642"/>
                  <a:gd name="connsiteY74-15312" fmla="*/ 3126 h 5728"/>
                  <a:gd name="connsiteX75-15313" fmla="*/ 6629 w 6642"/>
                  <a:gd name="connsiteY75-15314" fmla="*/ 3312 h 5728"/>
                  <a:gd name="connsiteX76-15315" fmla="*/ 6642 w 6642"/>
                  <a:gd name="connsiteY76-15316" fmla="*/ 3342 h 5728"/>
                  <a:gd name="connsiteX77-15317" fmla="*/ 6631 w 6642"/>
                  <a:gd name="connsiteY77-15318" fmla="*/ 3518 h 5728"/>
                  <a:gd name="connsiteX78-15319" fmla="*/ 6596 w 6642"/>
                  <a:gd name="connsiteY78-15320" fmla="*/ 3554 h 5728"/>
                  <a:gd name="connsiteX79-15321" fmla="*/ 6507 w 6642"/>
                  <a:gd name="connsiteY79-15322" fmla="*/ 3515 h 5728"/>
                  <a:gd name="connsiteX80-15323" fmla="*/ 6273 w 6642"/>
                  <a:gd name="connsiteY80-15324" fmla="*/ 3644 h 5728"/>
                  <a:gd name="connsiteX81-15325" fmla="*/ 6247 w 6642"/>
                  <a:gd name="connsiteY81-15326" fmla="*/ 3666 h 5728"/>
                  <a:gd name="connsiteX82-15327" fmla="*/ 6067 w 6642"/>
                  <a:gd name="connsiteY82-15328" fmla="*/ 3812 h 5728"/>
                  <a:gd name="connsiteX83-15329" fmla="*/ 5926 w 6642"/>
                  <a:gd name="connsiteY83-15330" fmla="*/ 3926 h 5728"/>
                  <a:gd name="connsiteX84-15331" fmla="*/ 5891 w 6642"/>
                  <a:gd name="connsiteY84-15332" fmla="*/ 3965 h 5728"/>
                  <a:gd name="connsiteX85-15333" fmla="*/ 5839 w 6642"/>
                  <a:gd name="connsiteY85-15334" fmla="*/ 3973 h 5728"/>
                  <a:gd name="connsiteX86-15335" fmla="*/ 5782 w 6642"/>
                  <a:gd name="connsiteY86-15336" fmla="*/ 3916 h 5728"/>
                  <a:gd name="connsiteX87-15337" fmla="*/ 5658 w 6642"/>
                  <a:gd name="connsiteY87-15338" fmla="*/ 3808 h 5728"/>
                  <a:gd name="connsiteX88-15339" fmla="*/ 5682 w 6642"/>
                  <a:gd name="connsiteY88-15340" fmla="*/ 4064 h 5728"/>
                  <a:gd name="connsiteX89-15341" fmla="*/ 5691 w 6642"/>
                  <a:gd name="connsiteY89-15342" fmla="*/ 4192 h 5728"/>
                  <a:gd name="connsiteX90-15343" fmla="*/ 5429 w 6642"/>
                  <a:gd name="connsiteY90-15344" fmla="*/ 4166 h 5728"/>
                  <a:gd name="connsiteX91-15345" fmla="*/ 5347 w 6642"/>
                  <a:gd name="connsiteY91-15346" fmla="*/ 3987 h 5728"/>
                  <a:gd name="connsiteX92-15347" fmla="*/ 5265 w 6642"/>
                  <a:gd name="connsiteY92-15348" fmla="*/ 3802 h 5728"/>
                  <a:gd name="connsiteX93-15349" fmla="*/ 4290 w 6642"/>
                  <a:gd name="connsiteY93-15350" fmla="*/ 4504 h 5728"/>
                  <a:gd name="connsiteX94-15351" fmla="*/ 4293 w 6642"/>
                  <a:gd name="connsiteY94-15352" fmla="*/ 4556 h 5728"/>
                  <a:gd name="connsiteX95-15353" fmla="*/ 4257 w 6642"/>
                  <a:gd name="connsiteY95-15354" fmla="*/ 4614 h 5728"/>
                  <a:gd name="connsiteX96-15355" fmla="*/ 3992 w 6642"/>
                  <a:gd name="connsiteY96-15356" fmla="*/ 4680 h 5728"/>
                  <a:gd name="connsiteX97-15357" fmla="*/ 3857 w 6642"/>
                  <a:gd name="connsiteY97-15358" fmla="*/ 4739 h 5728"/>
                  <a:gd name="connsiteX98-15359" fmla="*/ 3815 w 6642"/>
                  <a:gd name="connsiteY98-15360" fmla="*/ 4777 h 5728"/>
                  <a:gd name="connsiteX99-15361" fmla="*/ 3616 w 6642"/>
                  <a:gd name="connsiteY99-15362" fmla="*/ 5021 h 5728"/>
                  <a:gd name="connsiteX100-15363" fmla="*/ 3543 w 6642"/>
                  <a:gd name="connsiteY100-15364" fmla="*/ 4970 h 5728"/>
                  <a:gd name="connsiteX101-15365" fmla="*/ 3460 w 6642"/>
                  <a:gd name="connsiteY101-15366" fmla="*/ 4971 h 5728"/>
                  <a:gd name="connsiteX102-15367" fmla="*/ 3424 w 6642"/>
                  <a:gd name="connsiteY102-15368" fmla="*/ 5045 h 5728"/>
                  <a:gd name="connsiteX103-15369" fmla="*/ 3313 w 6642"/>
                  <a:gd name="connsiteY103-15370" fmla="*/ 5000 h 5728"/>
                  <a:gd name="connsiteX104-15371" fmla="*/ 3235 w 6642"/>
                  <a:gd name="connsiteY104-15372" fmla="*/ 5109 h 5728"/>
                  <a:gd name="connsiteX105-15373" fmla="*/ 3013 w 6642"/>
                  <a:gd name="connsiteY105-15374" fmla="*/ 5349 h 5728"/>
                  <a:gd name="connsiteX106-15375" fmla="*/ 2993 w 6642"/>
                  <a:gd name="connsiteY106-15376" fmla="*/ 5516 h 5728"/>
                  <a:gd name="connsiteX107-15377" fmla="*/ 2976 w 6642"/>
                  <a:gd name="connsiteY107-15378" fmla="*/ 5659 h 5728"/>
                  <a:gd name="connsiteX108-15379" fmla="*/ 2960 w 6642"/>
                  <a:gd name="connsiteY108-15380" fmla="*/ 5669 h 5728"/>
                  <a:gd name="connsiteX109-15381" fmla="*/ 2638 w 6642"/>
                  <a:gd name="connsiteY109-15382" fmla="*/ 5621 h 5728"/>
                  <a:gd name="connsiteX110-15383" fmla="*/ 2536 w 6642"/>
                  <a:gd name="connsiteY110-15384" fmla="*/ 5566 h 5728"/>
                  <a:gd name="connsiteX111-15385" fmla="*/ 2482 w 6642"/>
                  <a:gd name="connsiteY111-15386" fmla="*/ 5503 h 5728"/>
                  <a:gd name="connsiteX112-15387" fmla="*/ 2377 w 6642"/>
                  <a:gd name="connsiteY112-15388" fmla="*/ 5477 h 5728"/>
                  <a:gd name="connsiteX113-15389" fmla="*/ 2377 w 6642"/>
                  <a:gd name="connsiteY113-15390" fmla="*/ 5379 h 5728"/>
                  <a:gd name="connsiteX114-15391" fmla="*/ 2481 w 6642"/>
                  <a:gd name="connsiteY114-15392" fmla="*/ 5149 h 5728"/>
                  <a:gd name="connsiteX115-15393" fmla="*/ 2341 w 6642"/>
                  <a:gd name="connsiteY115-15394" fmla="*/ 5070 h 5728"/>
                  <a:gd name="connsiteX116-15395" fmla="*/ 2299 w 6642"/>
                  <a:gd name="connsiteY116-15396" fmla="*/ 5095 h 5728"/>
                  <a:gd name="connsiteX117-15397" fmla="*/ 2209 w 6642"/>
                  <a:gd name="connsiteY117-15398" fmla="*/ 5214 h 5728"/>
                  <a:gd name="connsiteX118-15399" fmla="*/ 2177 w 6642"/>
                  <a:gd name="connsiteY118-15400" fmla="*/ 5276 h 5728"/>
                  <a:gd name="connsiteX119-15401" fmla="*/ 2115 w 6642"/>
                  <a:gd name="connsiteY119-15402" fmla="*/ 5386 h 5728"/>
                  <a:gd name="connsiteX120-15403" fmla="*/ 2121 w 6642"/>
                  <a:gd name="connsiteY120-15404" fmla="*/ 5510 h 5728"/>
                  <a:gd name="connsiteX121-15405" fmla="*/ 2082 w 6642"/>
                  <a:gd name="connsiteY121-15406" fmla="*/ 5558 h 5728"/>
                  <a:gd name="connsiteX122-15407" fmla="*/ 1951 w 6642"/>
                  <a:gd name="connsiteY122-15408" fmla="*/ 5617 h 5728"/>
                  <a:gd name="connsiteX123-15409" fmla="*/ 1785 w 6642"/>
                  <a:gd name="connsiteY123-15410" fmla="*/ 5649 h 5728"/>
                  <a:gd name="connsiteX124-15411" fmla="*/ 1682 w 6642"/>
                  <a:gd name="connsiteY124-15412" fmla="*/ 5728 h 5728"/>
                  <a:gd name="connsiteX125-15413" fmla="*/ 1568 w 6642"/>
                  <a:gd name="connsiteY125-15414" fmla="*/ 5611 h 5728"/>
                  <a:gd name="connsiteX126-15415" fmla="*/ 1508 w 6642"/>
                  <a:gd name="connsiteY126-15416" fmla="*/ 5485 h 5728"/>
                  <a:gd name="connsiteX127-15417" fmla="*/ 1630 w 6642"/>
                  <a:gd name="connsiteY127-15418" fmla="*/ 5242 h 5728"/>
                  <a:gd name="connsiteX128-15419" fmla="*/ 1685 w 6642"/>
                  <a:gd name="connsiteY128-15420" fmla="*/ 5195 h 5728"/>
                  <a:gd name="connsiteX129-15421" fmla="*/ 1730 w 6642"/>
                  <a:gd name="connsiteY129-15422" fmla="*/ 5120 h 5728"/>
                  <a:gd name="connsiteX130-15423" fmla="*/ 1727 w 6642"/>
                  <a:gd name="connsiteY130-15424" fmla="*/ 5071 h 5728"/>
                  <a:gd name="connsiteX131-15425" fmla="*/ 1530 w 6642"/>
                  <a:gd name="connsiteY131-15426" fmla="*/ 5007 h 5728"/>
                  <a:gd name="connsiteX132-15427" fmla="*/ 1459 w 6642"/>
                  <a:gd name="connsiteY132-15428" fmla="*/ 5064 h 5728"/>
                  <a:gd name="connsiteX133-15429" fmla="*/ 1353 w 6642"/>
                  <a:gd name="connsiteY133-15430" fmla="*/ 5111 h 5728"/>
                  <a:gd name="connsiteX134-15431" fmla="*/ 1290 w 6642"/>
                  <a:gd name="connsiteY134-15432" fmla="*/ 5063 h 5728"/>
                  <a:gd name="connsiteX135-15433" fmla="*/ 1052 w 6642"/>
                  <a:gd name="connsiteY135-15434" fmla="*/ 5254 h 5728"/>
                  <a:gd name="connsiteX136-15435" fmla="*/ 924 w 6642"/>
                  <a:gd name="connsiteY136-15436" fmla="*/ 5231 h 5728"/>
                  <a:gd name="connsiteX137-15437" fmla="*/ 813 w 6642"/>
                  <a:gd name="connsiteY137-15438" fmla="*/ 5097 h 5728"/>
                  <a:gd name="connsiteX138-15439" fmla="*/ 683 w 6642"/>
                  <a:gd name="connsiteY138-15440" fmla="*/ 4930 h 5728"/>
                  <a:gd name="connsiteX139-15441" fmla="*/ 572 w 6642"/>
                  <a:gd name="connsiteY139-15442" fmla="*/ 4806 h 5728"/>
                  <a:gd name="connsiteX140-15443" fmla="*/ 505 w 6642"/>
                  <a:gd name="connsiteY140-15444" fmla="*/ 4788 h 5728"/>
                  <a:gd name="connsiteX141-15445" fmla="*/ 640 w 6642"/>
                  <a:gd name="connsiteY141-15446" fmla="*/ 4631 h 5728"/>
                  <a:gd name="connsiteX142-15447" fmla="*/ 683 w 6642"/>
                  <a:gd name="connsiteY142-15448" fmla="*/ 4541 h 5728"/>
                  <a:gd name="connsiteX143-15449" fmla="*/ 651 w 6642"/>
                  <a:gd name="connsiteY143-15450" fmla="*/ 4438 h 5728"/>
                  <a:gd name="connsiteX144-15451" fmla="*/ 277 w 6642"/>
                  <a:gd name="connsiteY144-15452" fmla="*/ 4491 h 5728"/>
                  <a:gd name="connsiteX145-15453" fmla="*/ 187 w 6642"/>
                  <a:gd name="connsiteY145-15454" fmla="*/ 4518 h 5728"/>
                  <a:gd name="connsiteX146-15455" fmla="*/ 195 w 6642"/>
                  <a:gd name="connsiteY146-15456" fmla="*/ 4384 h 5728"/>
                  <a:gd name="connsiteX147-15457" fmla="*/ 147 w 6642"/>
                  <a:gd name="connsiteY147-15458" fmla="*/ 4318 h 5728"/>
                  <a:gd name="connsiteX148-15459" fmla="*/ 39 w 6642"/>
                  <a:gd name="connsiteY148-15460" fmla="*/ 4220 h 5728"/>
                  <a:gd name="connsiteX149-15461" fmla="*/ 75 w 6642"/>
                  <a:gd name="connsiteY149-15462" fmla="*/ 4093 h 5728"/>
                  <a:gd name="connsiteX150-15463" fmla="*/ 63 w 6642"/>
                  <a:gd name="connsiteY150-15464" fmla="*/ 3929 h 5728"/>
                  <a:gd name="connsiteX151-15465" fmla="*/ 0 w 6642"/>
                  <a:gd name="connsiteY151-15466" fmla="*/ 3842 h 5728"/>
                  <a:gd name="connsiteX152-15467" fmla="*/ 0 w 6642"/>
                  <a:gd name="connsiteY152-15468" fmla="*/ 3737 h 5728"/>
                  <a:gd name="connsiteX153-15469" fmla="*/ 303 w 6642"/>
                  <a:gd name="connsiteY153-15470" fmla="*/ 3824 h 5728"/>
                  <a:gd name="connsiteX154-15471" fmla="*/ 830 w 6642"/>
                  <a:gd name="connsiteY154-15472" fmla="*/ 3840 h 5728"/>
                  <a:gd name="connsiteX155-15473" fmla="*/ 1044 w 6642"/>
                  <a:gd name="connsiteY155-15474" fmla="*/ 3908 h 5728"/>
                  <a:gd name="connsiteX156-15475" fmla="*/ 1213 w 6642"/>
                  <a:gd name="connsiteY156-15476" fmla="*/ 4053 h 5728"/>
                  <a:gd name="connsiteX157-15477" fmla="*/ 1257 w 6642"/>
                  <a:gd name="connsiteY157-15478" fmla="*/ 4077 h 5728"/>
                  <a:gd name="connsiteX158-15479" fmla="*/ 1417 w 6642"/>
                  <a:gd name="connsiteY158-15480" fmla="*/ 4107 h 5728"/>
                  <a:gd name="connsiteX0-15481" fmla="*/ 5456 w 6642"/>
                  <a:gd name="connsiteY0-15482" fmla="*/ 2333 h 5728"/>
                  <a:gd name="connsiteX1-15483" fmla="*/ 5454 w 6642"/>
                  <a:gd name="connsiteY1-15484" fmla="*/ 2117 h 5728"/>
                  <a:gd name="connsiteX2-15485" fmla="*/ 5378 w 6642"/>
                  <a:gd name="connsiteY2-15486" fmla="*/ 2039 h 5728"/>
                  <a:gd name="connsiteX3-15487" fmla="*/ 5235 w 6642"/>
                  <a:gd name="connsiteY3-15488" fmla="*/ 1951 h 5728"/>
                  <a:gd name="connsiteX4-15489" fmla="*/ 5143 w 6642"/>
                  <a:gd name="connsiteY4-15490" fmla="*/ 1827 h 5728"/>
                  <a:gd name="connsiteX5-15491" fmla="*/ 5047 w 6642"/>
                  <a:gd name="connsiteY5-15492" fmla="*/ 1828 h 5728"/>
                  <a:gd name="connsiteX6-15493" fmla="*/ 5002 w 6642"/>
                  <a:gd name="connsiteY6-15494" fmla="*/ 1883 h 5728"/>
                  <a:gd name="connsiteX7-15495" fmla="*/ 4909 w 6642"/>
                  <a:gd name="connsiteY7-15496" fmla="*/ 1877 h 5728"/>
                  <a:gd name="connsiteX8-15497" fmla="*/ 4889 w 6642"/>
                  <a:gd name="connsiteY8-15498" fmla="*/ 1994 h 5728"/>
                  <a:gd name="connsiteX9-15499" fmla="*/ 4708 w 6642"/>
                  <a:gd name="connsiteY9-15500" fmla="*/ 1941 h 5728"/>
                  <a:gd name="connsiteX10-15501" fmla="*/ 4625 w 6642"/>
                  <a:gd name="connsiteY10-15502" fmla="*/ 1939 h 5728"/>
                  <a:gd name="connsiteX11-15503" fmla="*/ 4500 w 6642"/>
                  <a:gd name="connsiteY11-15504" fmla="*/ 2014 h 5728"/>
                  <a:gd name="connsiteX12-15505" fmla="*/ 4388 w 6642"/>
                  <a:gd name="connsiteY12-15506" fmla="*/ 1890 h 5728"/>
                  <a:gd name="connsiteX13-15507" fmla="*/ 4482 w 6642"/>
                  <a:gd name="connsiteY13-15508" fmla="*/ 1804 h 5728"/>
                  <a:gd name="connsiteX14-15509" fmla="*/ 4486 w 6642"/>
                  <a:gd name="connsiteY14-15510" fmla="*/ 1634 h 5728"/>
                  <a:gd name="connsiteX15-15511" fmla="*/ 4541 w 6642"/>
                  <a:gd name="connsiteY15-15512" fmla="*/ 1514 h 5728"/>
                  <a:gd name="connsiteX16-15513" fmla="*/ 4584 w 6642"/>
                  <a:gd name="connsiteY16-15514" fmla="*/ 1306 h 5728"/>
                  <a:gd name="connsiteX17-15515" fmla="*/ 4644 w 6642"/>
                  <a:gd name="connsiteY17-15516" fmla="*/ 1307 h 5728"/>
                  <a:gd name="connsiteX18-15517" fmla="*/ 4967 w 6642"/>
                  <a:gd name="connsiteY18-15518" fmla="*/ 1286 h 5728"/>
                  <a:gd name="connsiteX19-15519" fmla="*/ 5141 w 6642"/>
                  <a:gd name="connsiteY19-15520" fmla="*/ 1117 h 5728"/>
                  <a:gd name="connsiteX20-15521" fmla="*/ 5210 w 6642"/>
                  <a:gd name="connsiteY20-15522" fmla="*/ 748 h 5728"/>
                  <a:gd name="connsiteX21-15523" fmla="*/ 5320 w 6642"/>
                  <a:gd name="connsiteY21-15524" fmla="*/ 486 h 5728"/>
                  <a:gd name="connsiteX22-15525" fmla="*/ 5318 w 6642"/>
                  <a:gd name="connsiteY22-15526" fmla="*/ 358 h 5728"/>
                  <a:gd name="connsiteX23-15527" fmla="*/ 5305 w 6642"/>
                  <a:gd name="connsiteY23-15528" fmla="*/ 328 h 5728"/>
                  <a:gd name="connsiteX24-15529" fmla="*/ 5238 w 6642"/>
                  <a:gd name="connsiteY24-15530" fmla="*/ 251 h 5728"/>
                  <a:gd name="connsiteX25-15531" fmla="*/ 5178 w 6642"/>
                  <a:gd name="connsiteY25-15532" fmla="*/ 217 h 5728"/>
                  <a:gd name="connsiteX26-15533" fmla="*/ 5303 w 6642"/>
                  <a:gd name="connsiteY26-15534" fmla="*/ 56 h 5728"/>
                  <a:gd name="connsiteX27-15535" fmla="*/ 5476 w 6642"/>
                  <a:gd name="connsiteY27-15536" fmla="*/ 2 h 5728"/>
                  <a:gd name="connsiteX28-15537" fmla="*/ 5508 w 6642"/>
                  <a:gd name="connsiteY28-15538" fmla="*/ 49 h 5728"/>
                  <a:gd name="connsiteX29-15539" fmla="*/ 5498 w 6642"/>
                  <a:gd name="connsiteY29-15540" fmla="*/ 133 h 5728"/>
                  <a:gd name="connsiteX30-15541" fmla="*/ 5437 w 6642"/>
                  <a:gd name="connsiteY30-15542" fmla="*/ 243 h 5728"/>
                  <a:gd name="connsiteX31-15543" fmla="*/ 5507 w 6642"/>
                  <a:gd name="connsiteY31-15544" fmla="*/ 301 h 5728"/>
                  <a:gd name="connsiteX32-15545" fmla="*/ 5621 w 6642"/>
                  <a:gd name="connsiteY32-15546" fmla="*/ 366 h 5728"/>
                  <a:gd name="connsiteX33-15547" fmla="*/ 5641 w 6642"/>
                  <a:gd name="connsiteY33-15548" fmla="*/ 255 h 5728"/>
                  <a:gd name="connsiteX34-15549" fmla="*/ 5775 w 6642"/>
                  <a:gd name="connsiteY34-15550" fmla="*/ 291 h 5728"/>
                  <a:gd name="connsiteX35-15551" fmla="*/ 5800 w 6642"/>
                  <a:gd name="connsiteY35-15552" fmla="*/ 331 h 5728"/>
                  <a:gd name="connsiteX36-15553" fmla="*/ 5876 w 6642"/>
                  <a:gd name="connsiteY36-15554" fmla="*/ 562 h 5728"/>
                  <a:gd name="connsiteX37-15555" fmla="*/ 5911 w 6642"/>
                  <a:gd name="connsiteY37-15556" fmla="*/ 586 h 5728"/>
                  <a:gd name="connsiteX38-15557" fmla="*/ 6003 w 6642"/>
                  <a:gd name="connsiteY38-15558" fmla="*/ 578 h 5728"/>
                  <a:gd name="connsiteX39-15559" fmla="*/ 6263 w 6642"/>
                  <a:gd name="connsiteY39-15560" fmla="*/ 490 h 5728"/>
                  <a:gd name="connsiteX40-15561" fmla="*/ 6483 w 6642"/>
                  <a:gd name="connsiteY40-15562" fmla="*/ 479 h 5728"/>
                  <a:gd name="connsiteX41-15563" fmla="*/ 6543 w 6642"/>
                  <a:gd name="connsiteY41-15564" fmla="*/ 648 h 5728"/>
                  <a:gd name="connsiteX42-15565" fmla="*/ 6461 w 6642"/>
                  <a:gd name="connsiteY42-15566" fmla="*/ 944 h 5728"/>
                  <a:gd name="connsiteX43-15567" fmla="*/ 6461 w 6642"/>
                  <a:gd name="connsiteY43-15568" fmla="*/ 1022 h 5728"/>
                  <a:gd name="connsiteX44-15569" fmla="*/ 6530 w 6642"/>
                  <a:gd name="connsiteY44-15570" fmla="*/ 1168 h 5728"/>
                  <a:gd name="connsiteX45-15571" fmla="*/ 6545 w 6642"/>
                  <a:gd name="connsiteY45-15572" fmla="*/ 1427 h 5728"/>
                  <a:gd name="connsiteX46-15573" fmla="*/ 6547 w 6642"/>
                  <a:gd name="connsiteY46-15574" fmla="*/ 1617 h 5728"/>
                  <a:gd name="connsiteX47-15575" fmla="*/ 6480 w 6642"/>
                  <a:gd name="connsiteY47-15576" fmla="*/ 1625 h 5728"/>
                  <a:gd name="connsiteX48-15577" fmla="*/ 6458 w 6642"/>
                  <a:gd name="connsiteY48-15578" fmla="*/ 1507 h 5728"/>
                  <a:gd name="connsiteX49-15579" fmla="*/ 6423 w 6642"/>
                  <a:gd name="connsiteY49-15580" fmla="*/ 1450 h 5728"/>
                  <a:gd name="connsiteX50-15581" fmla="*/ 6333 w 6642"/>
                  <a:gd name="connsiteY50-15582" fmla="*/ 1582 h 5728"/>
                  <a:gd name="connsiteX51-15583" fmla="*/ 6220 w 6642"/>
                  <a:gd name="connsiteY51-15584" fmla="*/ 1776 h 5728"/>
                  <a:gd name="connsiteX52-15585" fmla="*/ 6101 w 6642"/>
                  <a:gd name="connsiteY52-15586" fmla="*/ 1904 h 5728"/>
                  <a:gd name="connsiteX53-15587" fmla="*/ 6094 w 6642"/>
                  <a:gd name="connsiteY53-15588" fmla="*/ 2018 h 5728"/>
                  <a:gd name="connsiteX54-15589" fmla="*/ 6154 w 6642"/>
                  <a:gd name="connsiteY54-15590" fmla="*/ 2115 h 5728"/>
                  <a:gd name="connsiteX55-15591" fmla="*/ 6256 w 6642"/>
                  <a:gd name="connsiteY55-15592" fmla="*/ 2183 h 5728"/>
                  <a:gd name="connsiteX56-15593" fmla="*/ 6333 w 6642"/>
                  <a:gd name="connsiteY56-15594" fmla="*/ 2178 h 5728"/>
                  <a:gd name="connsiteX57-15595" fmla="*/ 6378 w 6642"/>
                  <a:gd name="connsiteY57-15596" fmla="*/ 2104 h 5728"/>
                  <a:gd name="connsiteX58-15597" fmla="*/ 6412 w 6642"/>
                  <a:gd name="connsiteY58-15598" fmla="*/ 2210 h 5728"/>
                  <a:gd name="connsiteX59-15599" fmla="*/ 6300 w 6642"/>
                  <a:gd name="connsiteY59-15600" fmla="*/ 2249 h 5728"/>
                  <a:gd name="connsiteX60-15601" fmla="*/ 6347 w 6642"/>
                  <a:gd name="connsiteY60-15602" fmla="*/ 2362 h 5728"/>
                  <a:gd name="connsiteX61-15603" fmla="*/ 6212 w 6642"/>
                  <a:gd name="connsiteY61-15604" fmla="*/ 2509 h 5728"/>
                  <a:gd name="connsiteX62-15605" fmla="*/ 6171 w 6642"/>
                  <a:gd name="connsiteY62-15606" fmla="*/ 2498 h 5728"/>
                  <a:gd name="connsiteX63-15607" fmla="*/ 6047 w 6642"/>
                  <a:gd name="connsiteY63-15608" fmla="*/ 2413 h 5728"/>
                  <a:gd name="connsiteX64-15609" fmla="*/ 5992 w 6642"/>
                  <a:gd name="connsiteY64-15610" fmla="*/ 2412 h 5728"/>
                  <a:gd name="connsiteX65-15611" fmla="*/ 5957 w 6642"/>
                  <a:gd name="connsiteY65-15612" fmla="*/ 2480 h 5728"/>
                  <a:gd name="connsiteX66-15613" fmla="*/ 5960 w 6642"/>
                  <a:gd name="connsiteY66-15614" fmla="*/ 2562 h 5728"/>
                  <a:gd name="connsiteX67-15615" fmla="*/ 6138 w 6642"/>
                  <a:gd name="connsiteY67-15616" fmla="*/ 2730 h 5728"/>
                  <a:gd name="connsiteX68-15617" fmla="*/ 6137 w 6642"/>
                  <a:gd name="connsiteY68-15618" fmla="*/ 2844 h 5728"/>
                  <a:gd name="connsiteX69-15619" fmla="*/ 6228 w 6642"/>
                  <a:gd name="connsiteY69-15620" fmla="*/ 3060 h 5728"/>
                  <a:gd name="connsiteX70-15621" fmla="*/ 6254 w 6642"/>
                  <a:gd name="connsiteY70-15622" fmla="*/ 3090 h 5728"/>
                  <a:gd name="connsiteX71-15623" fmla="*/ 6298 w 6642"/>
                  <a:gd name="connsiteY71-15624" fmla="*/ 3094 h 5728"/>
                  <a:gd name="connsiteX72-15625" fmla="*/ 6344 w 6642"/>
                  <a:gd name="connsiteY72-15626" fmla="*/ 3010 h 5728"/>
                  <a:gd name="connsiteX73-15627" fmla="*/ 6424 w 6642"/>
                  <a:gd name="connsiteY73-15628" fmla="*/ 2950 h 5728"/>
                  <a:gd name="connsiteX74-15629" fmla="*/ 6519 w 6642"/>
                  <a:gd name="connsiteY74-15630" fmla="*/ 3126 h 5728"/>
                  <a:gd name="connsiteX75-15631" fmla="*/ 6629 w 6642"/>
                  <a:gd name="connsiteY75-15632" fmla="*/ 3312 h 5728"/>
                  <a:gd name="connsiteX76-15633" fmla="*/ 6642 w 6642"/>
                  <a:gd name="connsiteY76-15634" fmla="*/ 3342 h 5728"/>
                  <a:gd name="connsiteX77-15635" fmla="*/ 6631 w 6642"/>
                  <a:gd name="connsiteY77-15636" fmla="*/ 3518 h 5728"/>
                  <a:gd name="connsiteX78-15637" fmla="*/ 6596 w 6642"/>
                  <a:gd name="connsiteY78-15638" fmla="*/ 3554 h 5728"/>
                  <a:gd name="connsiteX79-15639" fmla="*/ 6507 w 6642"/>
                  <a:gd name="connsiteY79-15640" fmla="*/ 3515 h 5728"/>
                  <a:gd name="connsiteX80-15641" fmla="*/ 6273 w 6642"/>
                  <a:gd name="connsiteY80-15642" fmla="*/ 3644 h 5728"/>
                  <a:gd name="connsiteX81-15643" fmla="*/ 6247 w 6642"/>
                  <a:gd name="connsiteY81-15644" fmla="*/ 3666 h 5728"/>
                  <a:gd name="connsiteX82-15645" fmla="*/ 6067 w 6642"/>
                  <a:gd name="connsiteY82-15646" fmla="*/ 3812 h 5728"/>
                  <a:gd name="connsiteX83-15647" fmla="*/ 5926 w 6642"/>
                  <a:gd name="connsiteY83-15648" fmla="*/ 3926 h 5728"/>
                  <a:gd name="connsiteX84-15649" fmla="*/ 5891 w 6642"/>
                  <a:gd name="connsiteY84-15650" fmla="*/ 3965 h 5728"/>
                  <a:gd name="connsiteX85-15651" fmla="*/ 5839 w 6642"/>
                  <a:gd name="connsiteY85-15652" fmla="*/ 3973 h 5728"/>
                  <a:gd name="connsiteX86-15653" fmla="*/ 5782 w 6642"/>
                  <a:gd name="connsiteY86-15654" fmla="*/ 3916 h 5728"/>
                  <a:gd name="connsiteX87-15655" fmla="*/ 5658 w 6642"/>
                  <a:gd name="connsiteY87-15656" fmla="*/ 3808 h 5728"/>
                  <a:gd name="connsiteX88-15657" fmla="*/ 5682 w 6642"/>
                  <a:gd name="connsiteY88-15658" fmla="*/ 4064 h 5728"/>
                  <a:gd name="connsiteX89-15659" fmla="*/ 5691 w 6642"/>
                  <a:gd name="connsiteY89-15660" fmla="*/ 4192 h 5728"/>
                  <a:gd name="connsiteX90-15661" fmla="*/ 5429 w 6642"/>
                  <a:gd name="connsiteY90-15662" fmla="*/ 4166 h 5728"/>
                  <a:gd name="connsiteX91-15663" fmla="*/ 5347 w 6642"/>
                  <a:gd name="connsiteY91-15664" fmla="*/ 3987 h 5728"/>
                  <a:gd name="connsiteX92-15665" fmla="*/ 5265 w 6642"/>
                  <a:gd name="connsiteY92-15666" fmla="*/ 3802 h 5728"/>
                  <a:gd name="connsiteX93-15667" fmla="*/ 4290 w 6642"/>
                  <a:gd name="connsiteY93-15668" fmla="*/ 4504 h 5728"/>
                  <a:gd name="connsiteX94-15669" fmla="*/ 4293 w 6642"/>
                  <a:gd name="connsiteY94-15670" fmla="*/ 4556 h 5728"/>
                  <a:gd name="connsiteX95-15671" fmla="*/ 4257 w 6642"/>
                  <a:gd name="connsiteY95-15672" fmla="*/ 4614 h 5728"/>
                  <a:gd name="connsiteX96-15673" fmla="*/ 3992 w 6642"/>
                  <a:gd name="connsiteY96-15674" fmla="*/ 4680 h 5728"/>
                  <a:gd name="connsiteX97-15675" fmla="*/ 3857 w 6642"/>
                  <a:gd name="connsiteY97-15676" fmla="*/ 4739 h 5728"/>
                  <a:gd name="connsiteX98-15677" fmla="*/ 3815 w 6642"/>
                  <a:gd name="connsiteY98-15678" fmla="*/ 4777 h 5728"/>
                  <a:gd name="connsiteX99-15679" fmla="*/ 3616 w 6642"/>
                  <a:gd name="connsiteY99-15680" fmla="*/ 5021 h 5728"/>
                  <a:gd name="connsiteX100-15681" fmla="*/ 3543 w 6642"/>
                  <a:gd name="connsiteY100-15682" fmla="*/ 4970 h 5728"/>
                  <a:gd name="connsiteX101-15683" fmla="*/ 3460 w 6642"/>
                  <a:gd name="connsiteY101-15684" fmla="*/ 4971 h 5728"/>
                  <a:gd name="connsiteX102-15685" fmla="*/ 3424 w 6642"/>
                  <a:gd name="connsiteY102-15686" fmla="*/ 5045 h 5728"/>
                  <a:gd name="connsiteX103-15687" fmla="*/ 3313 w 6642"/>
                  <a:gd name="connsiteY103-15688" fmla="*/ 5000 h 5728"/>
                  <a:gd name="connsiteX104-15689" fmla="*/ 3235 w 6642"/>
                  <a:gd name="connsiteY104-15690" fmla="*/ 5109 h 5728"/>
                  <a:gd name="connsiteX105-15691" fmla="*/ 3013 w 6642"/>
                  <a:gd name="connsiteY105-15692" fmla="*/ 5349 h 5728"/>
                  <a:gd name="connsiteX106-15693" fmla="*/ 2993 w 6642"/>
                  <a:gd name="connsiteY106-15694" fmla="*/ 5516 h 5728"/>
                  <a:gd name="connsiteX107-15695" fmla="*/ 2976 w 6642"/>
                  <a:gd name="connsiteY107-15696" fmla="*/ 5659 h 5728"/>
                  <a:gd name="connsiteX108-15697" fmla="*/ 2960 w 6642"/>
                  <a:gd name="connsiteY108-15698" fmla="*/ 5669 h 5728"/>
                  <a:gd name="connsiteX109-15699" fmla="*/ 2638 w 6642"/>
                  <a:gd name="connsiteY109-15700" fmla="*/ 5621 h 5728"/>
                  <a:gd name="connsiteX110-15701" fmla="*/ 2536 w 6642"/>
                  <a:gd name="connsiteY110-15702" fmla="*/ 5566 h 5728"/>
                  <a:gd name="connsiteX111-15703" fmla="*/ 2482 w 6642"/>
                  <a:gd name="connsiteY111-15704" fmla="*/ 5503 h 5728"/>
                  <a:gd name="connsiteX112-15705" fmla="*/ 2377 w 6642"/>
                  <a:gd name="connsiteY112-15706" fmla="*/ 5477 h 5728"/>
                  <a:gd name="connsiteX113-15707" fmla="*/ 2377 w 6642"/>
                  <a:gd name="connsiteY113-15708" fmla="*/ 5379 h 5728"/>
                  <a:gd name="connsiteX114-15709" fmla="*/ 2481 w 6642"/>
                  <a:gd name="connsiteY114-15710" fmla="*/ 5149 h 5728"/>
                  <a:gd name="connsiteX115-15711" fmla="*/ 2341 w 6642"/>
                  <a:gd name="connsiteY115-15712" fmla="*/ 5070 h 5728"/>
                  <a:gd name="connsiteX116-15713" fmla="*/ 2299 w 6642"/>
                  <a:gd name="connsiteY116-15714" fmla="*/ 5095 h 5728"/>
                  <a:gd name="connsiteX117-15715" fmla="*/ 2209 w 6642"/>
                  <a:gd name="connsiteY117-15716" fmla="*/ 5214 h 5728"/>
                  <a:gd name="connsiteX118-15717" fmla="*/ 2177 w 6642"/>
                  <a:gd name="connsiteY118-15718" fmla="*/ 5276 h 5728"/>
                  <a:gd name="connsiteX119-15719" fmla="*/ 2115 w 6642"/>
                  <a:gd name="connsiteY119-15720" fmla="*/ 5386 h 5728"/>
                  <a:gd name="connsiteX120-15721" fmla="*/ 2121 w 6642"/>
                  <a:gd name="connsiteY120-15722" fmla="*/ 5510 h 5728"/>
                  <a:gd name="connsiteX121-15723" fmla="*/ 2082 w 6642"/>
                  <a:gd name="connsiteY121-15724" fmla="*/ 5558 h 5728"/>
                  <a:gd name="connsiteX122-15725" fmla="*/ 1951 w 6642"/>
                  <a:gd name="connsiteY122-15726" fmla="*/ 5617 h 5728"/>
                  <a:gd name="connsiteX123-15727" fmla="*/ 1785 w 6642"/>
                  <a:gd name="connsiteY123-15728" fmla="*/ 5649 h 5728"/>
                  <a:gd name="connsiteX124-15729" fmla="*/ 1682 w 6642"/>
                  <a:gd name="connsiteY124-15730" fmla="*/ 5728 h 5728"/>
                  <a:gd name="connsiteX125-15731" fmla="*/ 1568 w 6642"/>
                  <a:gd name="connsiteY125-15732" fmla="*/ 5611 h 5728"/>
                  <a:gd name="connsiteX126-15733" fmla="*/ 1508 w 6642"/>
                  <a:gd name="connsiteY126-15734" fmla="*/ 5485 h 5728"/>
                  <a:gd name="connsiteX127-15735" fmla="*/ 1630 w 6642"/>
                  <a:gd name="connsiteY127-15736" fmla="*/ 5242 h 5728"/>
                  <a:gd name="connsiteX128-15737" fmla="*/ 1685 w 6642"/>
                  <a:gd name="connsiteY128-15738" fmla="*/ 5195 h 5728"/>
                  <a:gd name="connsiteX129-15739" fmla="*/ 1730 w 6642"/>
                  <a:gd name="connsiteY129-15740" fmla="*/ 5120 h 5728"/>
                  <a:gd name="connsiteX130-15741" fmla="*/ 1727 w 6642"/>
                  <a:gd name="connsiteY130-15742" fmla="*/ 5071 h 5728"/>
                  <a:gd name="connsiteX131-15743" fmla="*/ 1530 w 6642"/>
                  <a:gd name="connsiteY131-15744" fmla="*/ 5007 h 5728"/>
                  <a:gd name="connsiteX132-15745" fmla="*/ 1459 w 6642"/>
                  <a:gd name="connsiteY132-15746" fmla="*/ 5064 h 5728"/>
                  <a:gd name="connsiteX133-15747" fmla="*/ 1353 w 6642"/>
                  <a:gd name="connsiteY133-15748" fmla="*/ 5111 h 5728"/>
                  <a:gd name="connsiteX134-15749" fmla="*/ 1290 w 6642"/>
                  <a:gd name="connsiteY134-15750" fmla="*/ 5063 h 5728"/>
                  <a:gd name="connsiteX135-15751" fmla="*/ 1052 w 6642"/>
                  <a:gd name="connsiteY135-15752" fmla="*/ 5254 h 5728"/>
                  <a:gd name="connsiteX136-15753" fmla="*/ 924 w 6642"/>
                  <a:gd name="connsiteY136-15754" fmla="*/ 5231 h 5728"/>
                  <a:gd name="connsiteX137-15755" fmla="*/ 813 w 6642"/>
                  <a:gd name="connsiteY137-15756" fmla="*/ 5097 h 5728"/>
                  <a:gd name="connsiteX138-15757" fmla="*/ 683 w 6642"/>
                  <a:gd name="connsiteY138-15758" fmla="*/ 4930 h 5728"/>
                  <a:gd name="connsiteX139-15759" fmla="*/ 572 w 6642"/>
                  <a:gd name="connsiteY139-15760" fmla="*/ 4806 h 5728"/>
                  <a:gd name="connsiteX140-15761" fmla="*/ 505 w 6642"/>
                  <a:gd name="connsiteY140-15762" fmla="*/ 4788 h 5728"/>
                  <a:gd name="connsiteX141-15763" fmla="*/ 640 w 6642"/>
                  <a:gd name="connsiteY141-15764" fmla="*/ 4631 h 5728"/>
                  <a:gd name="connsiteX142-15765" fmla="*/ 683 w 6642"/>
                  <a:gd name="connsiteY142-15766" fmla="*/ 4541 h 5728"/>
                  <a:gd name="connsiteX143-15767" fmla="*/ 651 w 6642"/>
                  <a:gd name="connsiteY143-15768" fmla="*/ 4438 h 5728"/>
                  <a:gd name="connsiteX144-15769" fmla="*/ 277 w 6642"/>
                  <a:gd name="connsiteY144-15770" fmla="*/ 4491 h 5728"/>
                  <a:gd name="connsiteX145-15771" fmla="*/ 187 w 6642"/>
                  <a:gd name="connsiteY145-15772" fmla="*/ 4518 h 5728"/>
                  <a:gd name="connsiteX146-15773" fmla="*/ 195 w 6642"/>
                  <a:gd name="connsiteY146-15774" fmla="*/ 4384 h 5728"/>
                  <a:gd name="connsiteX147-15775" fmla="*/ 147 w 6642"/>
                  <a:gd name="connsiteY147-15776" fmla="*/ 4318 h 5728"/>
                  <a:gd name="connsiteX148-15777" fmla="*/ 39 w 6642"/>
                  <a:gd name="connsiteY148-15778" fmla="*/ 4220 h 5728"/>
                  <a:gd name="connsiteX149-15779" fmla="*/ 75 w 6642"/>
                  <a:gd name="connsiteY149-15780" fmla="*/ 4093 h 5728"/>
                  <a:gd name="connsiteX150-15781" fmla="*/ 63 w 6642"/>
                  <a:gd name="connsiteY150-15782" fmla="*/ 3929 h 5728"/>
                  <a:gd name="connsiteX151-15783" fmla="*/ 0 w 6642"/>
                  <a:gd name="connsiteY151-15784" fmla="*/ 3842 h 5728"/>
                  <a:gd name="connsiteX152-15785" fmla="*/ 0 w 6642"/>
                  <a:gd name="connsiteY152-15786" fmla="*/ 3737 h 5728"/>
                  <a:gd name="connsiteX153-15787" fmla="*/ 303 w 6642"/>
                  <a:gd name="connsiteY153-15788" fmla="*/ 3824 h 5728"/>
                  <a:gd name="connsiteX154-15789" fmla="*/ 830 w 6642"/>
                  <a:gd name="connsiteY154-15790" fmla="*/ 3840 h 5728"/>
                  <a:gd name="connsiteX155-15791" fmla="*/ 1044 w 6642"/>
                  <a:gd name="connsiteY155-15792" fmla="*/ 3908 h 5728"/>
                  <a:gd name="connsiteX156-15793" fmla="*/ 1213 w 6642"/>
                  <a:gd name="connsiteY156-15794" fmla="*/ 4053 h 5728"/>
                  <a:gd name="connsiteX157-15795" fmla="*/ 1257 w 6642"/>
                  <a:gd name="connsiteY157-15796" fmla="*/ 4077 h 5728"/>
                  <a:gd name="connsiteX0-15797" fmla="*/ 5456 w 6642"/>
                  <a:gd name="connsiteY0-15798" fmla="*/ 2333 h 5728"/>
                  <a:gd name="connsiteX1-15799" fmla="*/ 5454 w 6642"/>
                  <a:gd name="connsiteY1-15800" fmla="*/ 2117 h 5728"/>
                  <a:gd name="connsiteX2-15801" fmla="*/ 5378 w 6642"/>
                  <a:gd name="connsiteY2-15802" fmla="*/ 2039 h 5728"/>
                  <a:gd name="connsiteX3-15803" fmla="*/ 5235 w 6642"/>
                  <a:gd name="connsiteY3-15804" fmla="*/ 1951 h 5728"/>
                  <a:gd name="connsiteX4-15805" fmla="*/ 5143 w 6642"/>
                  <a:gd name="connsiteY4-15806" fmla="*/ 1827 h 5728"/>
                  <a:gd name="connsiteX5-15807" fmla="*/ 5047 w 6642"/>
                  <a:gd name="connsiteY5-15808" fmla="*/ 1828 h 5728"/>
                  <a:gd name="connsiteX6-15809" fmla="*/ 5002 w 6642"/>
                  <a:gd name="connsiteY6-15810" fmla="*/ 1883 h 5728"/>
                  <a:gd name="connsiteX7-15811" fmla="*/ 4909 w 6642"/>
                  <a:gd name="connsiteY7-15812" fmla="*/ 1877 h 5728"/>
                  <a:gd name="connsiteX8-15813" fmla="*/ 4889 w 6642"/>
                  <a:gd name="connsiteY8-15814" fmla="*/ 1994 h 5728"/>
                  <a:gd name="connsiteX9-15815" fmla="*/ 4708 w 6642"/>
                  <a:gd name="connsiteY9-15816" fmla="*/ 1941 h 5728"/>
                  <a:gd name="connsiteX10-15817" fmla="*/ 4625 w 6642"/>
                  <a:gd name="connsiteY10-15818" fmla="*/ 1939 h 5728"/>
                  <a:gd name="connsiteX11-15819" fmla="*/ 4500 w 6642"/>
                  <a:gd name="connsiteY11-15820" fmla="*/ 2014 h 5728"/>
                  <a:gd name="connsiteX12-15821" fmla="*/ 4388 w 6642"/>
                  <a:gd name="connsiteY12-15822" fmla="*/ 1890 h 5728"/>
                  <a:gd name="connsiteX13-15823" fmla="*/ 4482 w 6642"/>
                  <a:gd name="connsiteY13-15824" fmla="*/ 1804 h 5728"/>
                  <a:gd name="connsiteX14-15825" fmla="*/ 4486 w 6642"/>
                  <a:gd name="connsiteY14-15826" fmla="*/ 1634 h 5728"/>
                  <a:gd name="connsiteX15-15827" fmla="*/ 4541 w 6642"/>
                  <a:gd name="connsiteY15-15828" fmla="*/ 1514 h 5728"/>
                  <a:gd name="connsiteX16-15829" fmla="*/ 4584 w 6642"/>
                  <a:gd name="connsiteY16-15830" fmla="*/ 1306 h 5728"/>
                  <a:gd name="connsiteX17-15831" fmla="*/ 4644 w 6642"/>
                  <a:gd name="connsiteY17-15832" fmla="*/ 1307 h 5728"/>
                  <a:gd name="connsiteX18-15833" fmla="*/ 4967 w 6642"/>
                  <a:gd name="connsiteY18-15834" fmla="*/ 1286 h 5728"/>
                  <a:gd name="connsiteX19-15835" fmla="*/ 5141 w 6642"/>
                  <a:gd name="connsiteY19-15836" fmla="*/ 1117 h 5728"/>
                  <a:gd name="connsiteX20-15837" fmla="*/ 5210 w 6642"/>
                  <a:gd name="connsiteY20-15838" fmla="*/ 748 h 5728"/>
                  <a:gd name="connsiteX21-15839" fmla="*/ 5320 w 6642"/>
                  <a:gd name="connsiteY21-15840" fmla="*/ 486 h 5728"/>
                  <a:gd name="connsiteX22-15841" fmla="*/ 5318 w 6642"/>
                  <a:gd name="connsiteY22-15842" fmla="*/ 358 h 5728"/>
                  <a:gd name="connsiteX23-15843" fmla="*/ 5305 w 6642"/>
                  <a:gd name="connsiteY23-15844" fmla="*/ 328 h 5728"/>
                  <a:gd name="connsiteX24-15845" fmla="*/ 5238 w 6642"/>
                  <a:gd name="connsiteY24-15846" fmla="*/ 251 h 5728"/>
                  <a:gd name="connsiteX25-15847" fmla="*/ 5178 w 6642"/>
                  <a:gd name="connsiteY25-15848" fmla="*/ 217 h 5728"/>
                  <a:gd name="connsiteX26-15849" fmla="*/ 5303 w 6642"/>
                  <a:gd name="connsiteY26-15850" fmla="*/ 56 h 5728"/>
                  <a:gd name="connsiteX27-15851" fmla="*/ 5476 w 6642"/>
                  <a:gd name="connsiteY27-15852" fmla="*/ 2 h 5728"/>
                  <a:gd name="connsiteX28-15853" fmla="*/ 5508 w 6642"/>
                  <a:gd name="connsiteY28-15854" fmla="*/ 49 h 5728"/>
                  <a:gd name="connsiteX29-15855" fmla="*/ 5498 w 6642"/>
                  <a:gd name="connsiteY29-15856" fmla="*/ 133 h 5728"/>
                  <a:gd name="connsiteX30-15857" fmla="*/ 5437 w 6642"/>
                  <a:gd name="connsiteY30-15858" fmla="*/ 243 h 5728"/>
                  <a:gd name="connsiteX31-15859" fmla="*/ 5507 w 6642"/>
                  <a:gd name="connsiteY31-15860" fmla="*/ 301 h 5728"/>
                  <a:gd name="connsiteX32-15861" fmla="*/ 5621 w 6642"/>
                  <a:gd name="connsiteY32-15862" fmla="*/ 366 h 5728"/>
                  <a:gd name="connsiteX33-15863" fmla="*/ 5641 w 6642"/>
                  <a:gd name="connsiteY33-15864" fmla="*/ 255 h 5728"/>
                  <a:gd name="connsiteX34-15865" fmla="*/ 5775 w 6642"/>
                  <a:gd name="connsiteY34-15866" fmla="*/ 291 h 5728"/>
                  <a:gd name="connsiteX35-15867" fmla="*/ 5800 w 6642"/>
                  <a:gd name="connsiteY35-15868" fmla="*/ 331 h 5728"/>
                  <a:gd name="connsiteX36-15869" fmla="*/ 5876 w 6642"/>
                  <a:gd name="connsiteY36-15870" fmla="*/ 562 h 5728"/>
                  <a:gd name="connsiteX37-15871" fmla="*/ 5911 w 6642"/>
                  <a:gd name="connsiteY37-15872" fmla="*/ 586 h 5728"/>
                  <a:gd name="connsiteX38-15873" fmla="*/ 6003 w 6642"/>
                  <a:gd name="connsiteY38-15874" fmla="*/ 578 h 5728"/>
                  <a:gd name="connsiteX39-15875" fmla="*/ 6263 w 6642"/>
                  <a:gd name="connsiteY39-15876" fmla="*/ 490 h 5728"/>
                  <a:gd name="connsiteX40-15877" fmla="*/ 6483 w 6642"/>
                  <a:gd name="connsiteY40-15878" fmla="*/ 479 h 5728"/>
                  <a:gd name="connsiteX41-15879" fmla="*/ 6543 w 6642"/>
                  <a:gd name="connsiteY41-15880" fmla="*/ 648 h 5728"/>
                  <a:gd name="connsiteX42-15881" fmla="*/ 6461 w 6642"/>
                  <a:gd name="connsiteY42-15882" fmla="*/ 944 h 5728"/>
                  <a:gd name="connsiteX43-15883" fmla="*/ 6461 w 6642"/>
                  <a:gd name="connsiteY43-15884" fmla="*/ 1022 h 5728"/>
                  <a:gd name="connsiteX44-15885" fmla="*/ 6530 w 6642"/>
                  <a:gd name="connsiteY44-15886" fmla="*/ 1168 h 5728"/>
                  <a:gd name="connsiteX45-15887" fmla="*/ 6545 w 6642"/>
                  <a:gd name="connsiteY45-15888" fmla="*/ 1427 h 5728"/>
                  <a:gd name="connsiteX46-15889" fmla="*/ 6547 w 6642"/>
                  <a:gd name="connsiteY46-15890" fmla="*/ 1617 h 5728"/>
                  <a:gd name="connsiteX47-15891" fmla="*/ 6480 w 6642"/>
                  <a:gd name="connsiteY47-15892" fmla="*/ 1625 h 5728"/>
                  <a:gd name="connsiteX48-15893" fmla="*/ 6458 w 6642"/>
                  <a:gd name="connsiteY48-15894" fmla="*/ 1507 h 5728"/>
                  <a:gd name="connsiteX49-15895" fmla="*/ 6423 w 6642"/>
                  <a:gd name="connsiteY49-15896" fmla="*/ 1450 h 5728"/>
                  <a:gd name="connsiteX50-15897" fmla="*/ 6333 w 6642"/>
                  <a:gd name="connsiteY50-15898" fmla="*/ 1582 h 5728"/>
                  <a:gd name="connsiteX51-15899" fmla="*/ 6220 w 6642"/>
                  <a:gd name="connsiteY51-15900" fmla="*/ 1776 h 5728"/>
                  <a:gd name="connsiteX52-15901" fmla="*/ 6101 w 6642"/>
                  <a:gd name="connsiteY52-15902" fmla="*/ 1904 h 5728"/>
                  <a:gd name="connsiteX53-15903" fmla="*/ 6094 w 6642"/>
                  <a:gd name="connsiteY53-15904" fmla="*/ 2018 h 5728"/>
                  <a:gd name="connsiteX54-15905" fmla="*/ 6154 w 6642"/>
                  <a:gd name="connsiteY54-15906" fmla="*/ 2115 h 5728"/>
                  <a:gd name="connsiteX55-15907" fmla="*/ 6256 w 6642"/>
                  <a:gd name="connsiteY55-15908" fmla="*/ 2183 h 5728"/>
                  <a:gd name="connsiteX56-15909" fmla="*/ 6333 w 6642"/>
                  <a:gd name="connsiteY56-15910" fmla="*/ 2178 h 5728"/>
                  <a:gd name="connsiteX57-15911" fmla="*/ 6378 w 6642"/>
                  <a:gd name="connsiteY57-15912" fmla="*/ 2104 h 5728"/>
                  <a:gd name="connsiteX58-15913" fmla="*/ 6412 w 6642"/>
                  <a:gd name="connsiteY58-15914" fmla="*/ 2210 h 5728"/>
                  <a:gd name="connsiteX59-15915" fmla="*/ 6300 w 6642"/>
                  <a:gd name="connsiteY59-15916" fmla="*/ 2249 h 5728"/>
                  <a:gd name="connsiteX60-15917" fmla="*/ 6347 w 6642"/>
                  <a:gd name="connsiteY60-15918" fmla="*/ 2362 h 5728"/>
                  <a:gd name="connsiteX61-15919" fmla="*/ 6212 w 6642"/>
                  <a:gd name="connsiteY61-15920" fmla="*/ 2509 h 5728"/>
                  <a:gd name="connsiteX62-15921" fmla="*/ 6171 w 6642"/>
                  <a:gd name="connsiteY62-15922" fmla="*/ 2498 h 5728"/>
                  <a:gd name="connsiteX63-15923" fmla="*/ 6047 w 6642"/>
                  <a:gd name="connsiteY63-15924" fmla="*/ 2413 h 5728"/>
                  <a:gd name="connsiteX64-15925" fmla="*/ 5992 w 6642"/>
                  <a:gd name="connsiteY64-15926" fmla="*/ 2412 h 5728"/>
                  <a:gd name="connsiteX65-15927" fmla="*/ 5957 w 6642"/>
                  <a:gd name="connsiteY65-15928" fmla="*/ 2480 h 5728"/>
                  <a:gd name="connsiteX66-15929" fmla="*/ 5960 w 6642"/>
                  <a:gd name="connsiteY66-15930" fmla="*/ 2562 h 5728"/>
                  <a:gd name="connsiteX67-15931" fmla="*/ 6138 w 6642"/>
                  <a:gd name="connsiteY67-15932" fmla="*/ 2730 h 5728"/>
                  <a:gd name="connsiteX68-15933" fmla="*/ 6137 w 6642"/>
                  <a:gd name="connsiteY68-15934" fmla="*/ 2844 h 5728"/>
                  <a:gd name="connsiteX69-15935" fmla="*/ 6228 w 6642"/>
                  <a:gd name="connsiteY69-15936" fmla="*/ 3060 h 5728"/>
                  <a:gd name="connsiteX70-15937" fmla="*/ 6254 w 6642"/>
                  <a:gd name="connsiteY70-15938" fmla="*/ 3090 h 5728"/>
                  <a:gd name="connsiteX71-15939" fmla="*/ 6298 w 6642"/>
                  <a:gd name="connsiteY71-15940" fmla="*/ 3094 h 5728"/>
                  <a:gd name="connsiteX72-15941" fmla="*/ 6344 w 6642"/>
                  <a:gd name="connsiteY72-15942" fmla="*/ 3010 h 5728"/>
                  <a:gd name="connsiteX73-15943" fmla="*/ 6424 w 6642"/>
                  <a:gd name="connsiteY73-15944" fmla="*/ 2950 h 5728"/>
                  <a:gd name="connsiteX74-15945" fmla="*/ 6519 w 6642"/>
                  <a:gd name="connsiteY74-15946" fmla="*/ 3126 h 5728"/>
                  <a:gd name="connsiteX75-15947" fmla="*/ 6629 w 6642"/>
                  <a:gd name="connsiteY75-15948" fmla="*/ 3312 h 5728"/>
                  <a:gd name="connsiteX76-15949" fmla="*/ 6642 w 6642"/>
                  <a:gd name="connsiteY76-15950" fmla="*/ 3342 h 5728"/>
                  <a:gd name="connsiteX77-15951" fmla="*/ 6631 w 6642"/>
                  <a:gd name="connsiteY77-15952" fmla="*/ 3518 h 5728"/>
                  <a:gd name="connsiteX78-15953" fmla="*/ 6596 w 6642"/>
                  <a:gd name="connsiteY78-15954" fmla="*/ 3554 h 5728"/>
                  <a:gd name="connsiteX79-15955" fmla="*/ 6507 w 6642"/>
                  <a:gd name="connsiteY79-15956" fmla="*/ 3515 h 5728"/>
                  <a:gd name="connsiteX80-15957" fmla="*/ 6273 w 6642"/>
                  <a:gd name="connsiteY80-15958" fmla="*/ 3644 h 5728"/>
                  <a:gd name="connsiteX81-15959" fmla="*/ 6247 w 6642"/>
                  <a:gd name="connsiteY81-15960" fmla="*/ 3666 h 5728"/>
                  <a:gd name="connsiteX82-15961" fmla="*/ 6067 w 6642"/>
                  <a:gd name="connsiteY82-15962" fmla="*/ 3812 h 5728"/>
                  <a:gd name="connsiteX83-15963" fmla="*/ 5926 w 6642"/>
                  <a:gd name="connsiteY83-15964" fmla="*/ 3926 h 5728"/>
                  <a:gd name="connsiteX84-15965" fmla="*/ 5891 w 6642"/>
                  <a:gd name="connsiteY84-15966" fmla="*/ 3965 h 5728"/>
                  <a:gd name="connsiteX85-15967" fmla="*/ 5839 w 6642"/>
                  <a:gd name="connsiteY85-15968" fmla="*/ 3973 h 5728"/>
                  <a:gd name="connsiteX86-15969" fmla="*/ 5782 w 6642"/>
                  <a:gd name="connsiteY86-15970" fmla="*/ 3916 h 5728"/>
                  <a:gd name="connsiteX87-15971" fmla="*/ 5658 w 6642"/>
                  <a:gd name="connsiteY87-15972" fmla="*/ 3808 h 5728"/>
                  <a:gd name="connsiteX88-15973" fmla="*/ 5682 w 6642"/>
                  <a:gd name="connsiteY88-15974" fmla="*/ 4064 h 5728"/>
                  <a:gd name="connsiteX89-15975" fmla="*/ 5691 w 6642"/>
                  <a:gd name="connsiteY89-15976" fmla="*/ 4192 h 5728"/>
                  <a:gd name="connsiteX90-15977" fmla="*/ 5429 w 6642"/>
                  <a:gd name="connsiteY90-15978" fmla="*/ 4166 h 5728"/>
                  <a:gd name="connsiteX91-15979" fmla="*/ 5347 w 6642"/>
                  <a:gd name="connsiteY91-15980" fmla="*/ 3987 h 5728"/>
                  <a:gd name="connsiteX92-15981" fmla="*/ 5265 w 6642"/>
                  <a:gd name="connsiteY92-15982" fmla="*/ 3802 h 5728"/>
                  <a:gd name="connsiteX93-15983" fmla="*/ 4290 w 6642"/>
                  <a:gd name="connsiteY93-15984" fmla="*/ 4504 h 5728"/>
                  <a:gd name="connsiteX94-15985" fmla="*/ 4293 w 6642"/>
                  <a:gd name="connsiteY94-15986" fmla="*/ 4556 h 5728"/>
                  <a:gd name="connsiteX95-15987" fmla="*/ 4257 w 6642"/>
                  <a:gd name="connsiteY95-15988" fmla="*/ 4614 h 5728"/>
                  <a:gd name="connsiteX96-15989" fmla="*/ 3992 w 6642"/>
                  <a:gd name="connsiteY96-15990" fmla="*/ 4680 h 5728"/>
                  <a:gd name="connsiteX97-15991" fmla="*/ 3857 w 6642"/>
                  <a:gd name="connsiteY97-15992" fmla="*/ 4739 h 5728"/>
                  <a:gd name="connsiteX98-15993" fmla="*/ 3815 w 6642"/>
                  <a:gd name="connsiteY98-15994" fmla="*/ 4777 h 5728"/>
                  <a:gd name="connsiteX99-15995" fmla="*/ 3616 w 6642"/>
                  <a:gd name="connsiteY99-15996" fmla="*/ 5021 h 5728"/>
                  <a:gd name="connsiteX100-15997" fmla="*/ 3543 w 6642"/>
                  <a:gd name="connsiteY100-15998" fmla="*/ 4970 h 5728"/>
                  <a:gd name="connsiteX101-15999" fmla="*/ 3460 w 6642"/>
                  <a:gd name="connsiteY101-16000" fmla="*/ 4971 h 5728"/>
                  <a:gd name="connsiteX102-16001" fmla="*/ 3424 w 6642"/>
                  <a:gd name="connsiteY102-16002" fmla="*/ 5045 h 5728"/>
                  <a:gd name="connsiteX103-16003" fmla="*/ 3313 w 6642"/>
                  <a:gd name="connsiteY103-16004" fmla="*/ 5000 h 5728"/>
                  <a:gd name="connsiteX104-16005" fmla="*/ 3235 w 6642"/>
                  <a:gd name="connsiteY104-16006" fmla="*/ 5109 h 5728"/>
                  <a:gd name="connsiteX105-16007" fmla="*/ 3013 w 6642"/>
                  <a:gd name="connsiteY105-16008" fmla="*/ 5349 h 5728"/>
                  <a:gd name="connsiteX106-16009" fmla="*/ 2993 w 6642"/>
                  <a:gd name="connsiteY106-16010" fmla="*/ 5516 h 5728"/>
                  <a:gd name="connsiteX107-16011" fmla="*/ 2976 w 6642"/>
                  <a:gd name="connsiteY107-16012" fmla="*/ 5659 h 5728"/>
                  <a:gd name="connsiteX108-16013" fmla="*/ 2960 w 6642"/>
                  <a:gd name="connsiteY108-16014" fmla="*/ 5669 h 5728"/>
                  <a:gd name="connsiteX109-16015" fmla="*/ 2638 w 6642"/>
                  <a:gd name="connsiteY109-16016" fmla="*/ 5621 h 5728"/>
                  <a:gd name="connsiteX110-16017" fmla="*/ 2536 w 6642"/>
                  <a:gd name="connsiteY110-16018" fmla="*/ 5566 h 5728"/>
                  <a:gd name="connsiteX111-16019" fmla="*/ 2482 w 6642"/>
                  <a:gd name="connsiteY111-16020" fmla="*/ 5503 h 5728"/>
                  <a:gd name="connsiteX112-16021" fmla="*/ 2377 w 6642"/>
                  <a:gd name="connsiteY112-16022" fmla="*/ 5477 h 5728"/>
                  <a:gd name="connsiteX113-16023" fmla="*/ 2377 w 6642"/>
                  <a:gd name="connsiteY113-16024" fmla="*/ 5379 h 5728"/>
                  <a:gd name="connsiteX114-16025" fmla="*/ 2481 w 6642"/>
                  <a:gd name="connsiteY114-16026" fmla="*/ 5149 h 5728"/>
                  <a:gd name="connsiteX115-16027" fmla="*/ 2341 w 6642"/>
                  <a:gd name="connsiteY115-16028" fmla="*/ 5070 h 5728"/>
                  <a:gd name="connsiteX116-16029" fmla="*/ 2299 w 6642"/>
                  <a:gd name="connsiteY116-16030" fmla="*/ 5095 h 5728"/>
                  <a:gd name="connsiteX117-16031" fmla="*/ 2209 w 6642"/>
                  <a:gd name="connsiteY117-16032" fmla="*/ 5214 h 5728"/>
                  <a:gd name="connsiteX118-16033" fmla="*/ 2177 w 6642"/>
                  <a:gd name="connsiteY118-16034" fmla="*/ 5276 h 5728"/>
                  <a:gd name="connsiteX119-16035" fmla="*/ 2115 w 6642"/>
                  <a:gd name="connsiteY119-16036" fmla="*/ 5386 h 5728"/>
                  <a:gd name="connsiteX120-16037" fmla="*/ 2121 w 6642"/>
                  <a:gd name="connsiteY120-16038" fmla="*/ 5510 h 5728"/>
                  <a:gd name="connsiteX121-16039" fmla="*/ 2082 w 6642"/>
                  <a:gd name="connsiteY121-16040" fmla="*/ 5558 h 5728"/>
                  <a:gd name="connsiteX122-16041" fmla="*/ 1951 w 6642"/>
                  <a:gd name="connsiteY122-16042" fmla="*/ 5617 h 5728"/>
                  <a:gd name="connsiteX123-16043" fmla="*/ 1785 w 6642"/>
                  <a:gd name="connsiteY123-16044" fmla="*/ 5649 h 5728"/>
                  <a:gd name="connsiteX124-16045" fmla="*/ 1682 w 6642"/>
                  <a:gd name="connsiteY124-16046" fmla="*/ 5728 h 5728"/>
                  <a:gd name="connsiteX125-16047" fmla="*/ 1568 w 6642"/>
                  <a:gd name="connsiteY125-16048" fmla="*/ 5611 h 5728"/>
                  <a:gd name="connsiteX126-16049" fmla="*/ 1508 w 6642"/>
                  <a:gd name="connsiteY126-16050" fmla="*/ 5485 h 5728"/>
                  <a:gd name="connsiteX127-16051" fmla="*/ 1630 w 6642"/>
                  <a:gd name="connsiteY127-16052" fmla="*/ 5242 h 5728"/>
                  <a:gd name="connsiteX128-16053" fmla="*/ 1685 w 6642"/>
                  <a:gd name="connsiteY128-16054" fmla="*/ 5195 h 5728"/>
                  <a:gd name="connsiteX129-16055" fmla="*/ 1730 w 6642"/>
                  <a:gd name="connsiteY129-16056" fmla="*/ 5120 h 5728"/>
                  <a:gd name="connsiteX130-16057" fmla="*/ 1727 w 6642"/>
                  <a:gd name="connsiteY130-16058" fmla="*/ 5071 h 5728"/>
                  <a:gd name="connsiteX131-16059" fmla="*/ 1530 w 6642"/>
                  <a:gd name="connsiteY131-16060" fmla="*/ 5007 h 5728"/>
                  <a:gd name="connsiteX132-16061" fmla="*/ 1459 w 6642"/>
                  <a:gd name="connsiteY132-16062" fmla="*/ 5064 h 5728"/>
                  <a:gd name="connsiteX133-16063" fmla="*/ 1353 w 6642"/>
                  <a:gd name="connsiteY133-16064" fmla="*/ 5111 h 5728"/>
                  <a:gd name="connsiteX134-16065" fmla="*/ 1290 w 6642"/>
                  <a:gd name="connsiteY134-16066" fmla="*/ 5063 h 5728"/>
                  <a:gd name="connsiteX135-16067" fmla="*/ 1052 w 6642"/>
                  <a:gd name="connsiteY135-16068" fmla="*/ 5254 h 5728"/>
                  <a:gd name="connsiteX136-16069" fmla="*/ 924 w 6642"/>
                  <a:gd name="connsiteY136-16070" fmla="*/ 5231 h 5728"/>
                  <a:gd name="connsiteX137-16071" fmla="*/ 813 w 6642"/>
                  <a:gd name="connsiteY137-16072" fmla="*/ 5097 h 5728"/>
                  <a:gd name="connsiteX138-16073" fmla="*/ 683 w 6642"/>
                  <a:gd name="connsiteY138-16074" fmla="*/ 4930 h 5728"/>
                  <a:gd name="connsiteX139-16075" fmla="*/ 572 w 6642"/>
                  <a:gd name="connsiteY139-16076" fmla="*/ 4806 h 5728"/>
                  <a:gd name="connsiteX140-16077" fmla="*/ 505 w 6642"/>
                  <a:gd name="connsiteY140-16078" fmla="*/ 4788 h 5728"/>
                  <a:gd name="connsiteX141-16079" fmla="*/ 640 w 6642"/>
                  <a:gd name="connsiteY141-16080" fmla="*/ 4631 h 5728"/>
                  <a:gd name="connsiteX142-16081" fmla="*/ 683 w 6642"/>
                  <a:gd name="connsiteY142-16082" fmla="*/ 4541 h 5728"/>
                  <a:gd name="connsiteX143-16083" fmla="*/ 651 w 6642"/>
                  <a:gd name="connsiteY143-16084" fmla="*/ 4438 h 5728"/>
                  <a:gd name="connsiteX144-16085" fmla="*/ 277 w 6642"/>
                  <a:gd name="connsiteY144-16086" fmla="*/ 4491 h 5728"/>
                  <a:gd name="connsiteX145-16087" fmla="*/ 187 w 6642"/>
                  <a:gd name="connsiteY145-16088" fmla="*/ 4518 h 5728"/>
                  <a:gd name="connsiteX146-16089" fmla="*/ 195 w 6642"/>
                  <a:gd name="connsiteY146-16090" fmla="*/ 4384 h 5728"/>
                  <a:gd name="connsiteX147-16091" fmla="*/ 147 w 6642"/>
                  <a:gd name="connsiteY147-16092" fmla="*/ 4318 h 5728"/>
                  <a:gd name="connsiteX148-16093" fmla="*/ 39 w 6642"/>
                  <a:gd name="connsiteY148-16094" fmla="*/ 4220 h 5728"/>
                  <a:gd name="connsiteX149-16095" fmla="*/ 75 w 6642"/>
                  <a:gd name="connsiteY149-16096" fmla="*/ 4093 h 5728"/>
                  <a:gd name="connsiteX150-16097" fmla="*/ 63 w 6642"/>
                  <a:gd name="connsiteY150-16098" fmla="*/ 3929 h 5728"/>
                  <a:gd name="connsiteX151-16099" fmla="*/ 0 w 6642"/>
                  <a:gd name="connsiteY151-16100" fmla="*/ 3842 h 5728"/>
                  <a:gd name="connsiteX152-16101" fmla="*/ 0 w 6642"/>
                  <a:gd name="connsiteY152-16102" fmla="*/ 3737 h 5728"/>
                  <a:gd name="connsiteX153-16103" fmla="*/ 303 w 6642"/>
                  <a:gd name="connsiteY153-16104" fmla="*/ 3824 h 5728"/>
                  <a:gd name="connsiteX154-16105" fmla="*/ 830 w 6642"/>
                  <a:gd name="connsiteY154-16106" fmla="*/ 3840 h 5728"/>
                  <a:gd name="connsiteX155-16107" fmla="*/ 1044 w 6642"/>
                  <a:gd name="connsiteY155-16108" fmla="*/ 3908 h 5728"/>
                  <a:gd name="connsiteX156-16109" fmla="*/ 1213 w 6642"/>
                  <a:gd name="connsiteY156-16110" fmla="*/ 4053 h 5728"/>
                  <a:gd name="connsiteX0-16111" fmla="*/ 5456 w 6642"/>
                  <a:gd name="connsiteY0-16112" fmla="*/ 2333 h 5728"/>
                  <a:gd name="connsiteX1-16113" fmla="*/ 5454 w 6642"/>
                  <a:gd name="connsiteY1-16114" fmla="*/ 2117 h 5728"/>
                  <a:gd name="connsiteX2-16115" fmla="*/ 5378 w 6642"/>
                  <a:gd name="connsiteY2-16116" fmla="*/ 2039 h 5728"/>
                  <a:gd name="connsiteX3-16117" fmla="*/ 5235 w 6642"/>
                  <a:gd name="connsiteY3-16118" fmla="*/ 1951 h 5728"/>
                  <a:gd name="connsiteX4-16119" fmla="*/ 5143 w 6642"/>
                  <a:gd name="connsiteY4-16120" fmla="*/ 1827 h 5728"/>
                  <a:gd name="connsiteX5-16121" fmla="*/ 5047 w 6642"/>
                  <a:gd name="connsiteY5-16122" fmla="*/ 1828 h 5728"/>
                  <a:gd name="connsiteX6-16123" fmla="*/ 5002 w 6642"/>
                  <a:gd name="connsiteY6-16124" fmla="*/ 1883 h 5728"/>
                  <a:gd name="connsiteX7-16125" fmla="*/ 4909 w 6642"/>
                  <a:gd name="connsiteY7-16126" fmla="*/ 1877 h 5728"/>
                  <a:gd name="connsiteX8-16127" fmla="*/ 4889 w 6642"/>
                  <a:gd name="connsiteY8-16128" fmla="*/ 1994 h 5728"/>
                  <a:gd name="connsiteX9-16129" fmla="*/ 4708 w 6642"/>
                  <a:gd name="connsiteY9-16130" fmla="*/ 1941 h 5728"/>
                  <a:gd name="connsiteX10-16131" fmla="*/ 4625 w 6642"/>
                  <a:gd name="connsiteY10-16132" fmla="*/ 1939 h 5728"/>
                  <a:gd name="connsiteX11-16133" fmla="*/ 4500 w 6642"/>
                  <a:gd name="connsiteY11-16134" fmla="*/ 2014 h 5728"/>
                  <a:gd name="connsiteX12-16135" fmla="*/ 4388 w 6642"/>
                  <a:gd name="connsiteY12-16136" fmla="*/ 1890 h 5728"/>
                  <a:gd name="connsiteX13-16137" fmla="*/ 4482 w 6642"/>
                  <a:gd name="connsiteY13-16138" fmla="*/ 1804 h 5728"/>
                  <a:gd name="connsiteX14-16139" fmla="*/ 4486 w 6642"/>
                  <a:gd name="connsiteY14-16140" fmla="*/ 1634 h 5728"/>
                  <a:gd name="connsiteX15-16141" fmla="*/ 4541 w 6642"/>
                  <a:gd name="connsiteY15-16142" fmla="*/ 1514 h 5728"/>
                  <a:gd name="connsiteX16-16143" fmla="*/ 4584 w 6642"/>
                  <a:gd name="connsiteY16-16144" fmla="*/ 1306 h 5728"/>
                  <a:gd name="connsiteX17-16145" fmla="*/ 4644 w 6642"/>
                  <a:gd name="connsiteY17-16146" fmla="*/ 1307 h 5728"/>
                  <a:gd name="connsiteX18-16147" fmla="*/ 4967 w 6642"/>
                  <a:gd name="connsiteY18-16148" fmla="*/ 1286 h 5728"/>
                  <a:gd name="connsiteX19-16149" fmla="*/ 5141 w 6642"/>
                  <a:gd name="connsiteY19-16150" fmla="*/ 1117 h 5728"/>
                  <a:gd name="connsiteX20-16151" fmla="*/ 5210 w 6642"/>
                  <a:gd name="connsiteY20-16152" fmla="*/ 748 h 5728"/>
                  <a:gd name="connsiteX21-16153" fmla="*/ 5320 w 6642"/>
                  <a:gd name="connsiteY21-16154" fmla="*/ 486 h 5728"/>
                  <a:gd name="connsiteX22-16155" fmla="*/ 5318 w 6642"/>
                  <a:gd name="connsiteY22-16156" fmla="*/ 358 h 5728"/>
                  <a:gd name="connsiteX23-16157" fmla="*/ 5305 w 6642"/>
                  <a:gd name="connsiteY23-16158" fmla="*/ 328 h 5728"/>
                  <a:gd name="connsiteX24-16159" fmla="*/ 5238 w 6642"/>
                  <a:gd name="connsiteY24-16160" fmla="*/ 251 h 5728"/>
                  <a:gd name="connsiteX25-16161" fmla="*/ 5178 w 6642"/>
                  <a:gd name="connsiteY25-16162" fmla="*/ 217 h 5728"/>
                  <a:gd name="connsiteX26-16163" fmla="*/ 5303 w 6642"/>
                  <a:gd name="connsiteY26-16164" fmla="*/ 56 h 5728"/>
                  <a:gd name="connsiteX27-16165" fmla="*/ 5476 w 6642"/>
                  <a:gd name="connsiteY27-16166" fmla="*/ 2 h 5728"/>
                  <a:gd name="connsiteX28-16167" fmla="*/ 5508 w 6642"/>
                  <a:gd name="connsiteY28-16168" fmla="*/ 49 h 5728"/>
                  <a:gd name="connsiteX29-16169" fmla="*/ 5498 w 6642"/>
                  <a:gd name="connsiteY29-16170" fmla="*/ 133 h 5728"/>
                  <a:gd name="connsiteX30-16171" fmla="*/ 5437 w 6642"/>
                  <a:gd name="connsiteY30-16172" fmla="*/ 243 h 5728"/>
                  <a:gd name="connsiteX31-16173" fmla="*/ 5507 w 6642"/>
                  <a:gd name="connsiteY31-16174" fmla="*/ 301 h 5728"/>
                  <a:gd name="connsiteX32-16175" fmla="*/ 5621 w 6642"/>
                  <a:gd name="connsiteY32-16176" fmla="*/ 366 h 5728"/>
                  <a:gd name="connsiteX33-16177" fmla="*/ 5641 w 6642"/>
                  <a:gd name="connsiteY33-16178" fmla="*/ 255 h 5728"/>
                  <a:gd name="connsiteX34-16179" fmla="*/ 5775 w 6642"/>
                  <a:gd name="connsiteY34-16180" fmla="*/ 291 h 5728"/>
                  <a:gd name="connsiteX35-16181" fmla="*/ 5800 w 6642"/>
                  <a:gd name="connsiteY35-16182" fmla="*/ 331 h 5728"/>
                  <a:gd name="connsiteX36-16183" fmla="*/ 5876 w 6642"/>
                  <a:gd name="connsiteY36-16184" fmla="*/ 562 h 5728"/>
                  <a:gd name="connsiteX37-16185" fmla="*/ 5911 w 6642"/>
                  <a:gd name="connsiteY37-16186" fmla="*/ 586 h 5728"/>
                  <a:gd name="connsiteX38-16187" fmla="*/ 6003 w 6642"/>
                  <a:gd name="connsiteY38-16188" fmla="*/ 578 h 5728"/>
                  <a:gd name="connsiteX39-16189" fmla="*/ 6263 w 6642"/>
                  <a:gd name="connsiteY39-16190" fmla="*/ 490 h 5728"/>
                  <a:gd name="connsiteX40-16191" fmla="*/ 6483 w 6642"/>
                  <a:gd name="connsiteY40-16192" fmla="*/ 479 h 5728"/>
                  <a:gd name="connsiteX41-16193" fmla="*/ 6543 w 6642"/>
                  <a:gd name="connsiteY41-16194" fmla="*/ 648 h 5728"/>
                  <a:gd name="connsiteX42-16195" fmla="*/ 6461 w 6642"/>
                  <a:gd name="connsiteY42-16196" fmla="*/ 944 h 5728"/>
                  <a:gd name="connsiteX43-16197" fmla="*/ 6461 w 6642"/>
                  <a:gd name="connsiteY43-16198" fmla="*/ 1022 h 5728"/>
                  <a:gd name="connsiteX44-16199" fmla="*/ 6530 w 6642"/>
                  <a:gd name="connsiteY44-16200" fmla="*/ 1168 h 5728"/>
                  <a:gd name="connsiteX45-16201" fmla="*/ 6545 w 6642"/>
                  <a:gd name="connsiteY45-16202" fmla="*/ 1427 h 5728"/>
                  <a:gd name="connsiteX46-16203" fmla="*/ 6547 w 6642"/>
                  <a:gd name="connsiteY46-16204" fmla="*/ 1617 h 5728"/>
                  <a:gd name="connsiteX47-16205" fmla="*/ 6480 w 6642"/>
                  <a:gd name="connsiteY47-16206" fmla="*/ 1625 h 5728"/>
                  <a:gd name="connsiteX48-16207" fmla="*/ 6458 w 6642"/>
                  <a:gd name="connsiteY48-16208" fmla="*/ 1507 h 5728"/>
                  <a:gd name="connsiteX49-16209" fmla="*/ 6423 w 6642"/>
                  <a:gd name="connsiteY49-16210" fmla="*/ 1450 h 5728"/>
                  <a:gd name="connsiteX50-16211" fmla="*/ 6333 w 6642"/>
                  <a:gd name="connsiteY50-16212" fmla="*/ 1582 h 5728"/>
                  <a:gd name="connsiteX51-16213" fmla="*/ 6220 w 6642"/>
                  <a:gd name="connsiteY51-16214" fmla="*/ 1776 h 5728"/>
                  <a:gd name="connsiteX52-16215" fmla="*/ 6101 w 6642"/>
                  <a:gd name="connsiteY52-16216" fmla="*/ 1904 h 5728"/>
                  <a:gd name="connsiteX53-16217" fmla="*/ 6094 w 6642"/>
                  <a:gd name="connsiteY53-16218" fmla="*/ 2018 h 5728"/>
                  <a:gd name="connsiteX54-16219" fmla="*/ 6154 w 6642"/>
                  <a:gd name="connsiteY54-16220" fmla="*/ 2115 h 5728"/>
                  <a:gd name="connsiteX55-16221" fmla="*/ 6256 w 6642"/>
                  <a:gd name="connsiteY55-16222" fmla="*/ 2183 h 5728"/>
                  <a:gd name="connsiteX56-16223" fmla="*/ 6333 w 6642"/>
                  <a:gd name="connsiteY56-16224" fmla="*/ 2178 h 5728"/>
                  <a:gd name="connsiteX57-16225" fmla="*/ 6378 w 6642"/>
                  <a:gd name="connsiteY57-16226" fmla="*/ 2104 h 5728"/>
                  <a:gd name="connsiteX58-16227" fmla="*/ 6412 w 6642"/>
                  <a:gd name="connsiteY58-16228" fmla="*/ 2210 h 5728"/>
                  <a:gd name="connsiteX59-16229" fmla="*/ 6300 w 6642"/>
                  <a:gd name="connsiteY59-16230" fmla="*/ 2249 h 5728"/>
                  <a:gd name="connsiteX60-16231" fmla="*/ 6347 w 6642"/>
                  <a:gd name="connsiteY60-16232" fmla="*/ 2362 h 5728"/>
                  <a:gd name="connsiteX61-16233" fmla="*/ 6212 w 6642"/>
                  <a:gd name="connsiteY61-16234" fmla="*/ 2509 h 5728"/>
                  <a:gd name="connsiteX62-16235" fmla="*/ 6171 w 6642"/>
                  <a:gd name="connsiteY62-16236" fmla="*/ 2498 h 5728"/>
                  <a:gd name="connsiteX63-16237" fmla="*/ 6047 w 6642"/>
                  <a:gd name="connsiteY63-16238" fmla="*/ 2413 h 5728"/>
                  <a:gd name="connsiteX64-16239" fmla="*/ 5992 w 6642"/>
                  <a:gd name="connsiteY64-16240" fmla="*/ 2412 h 5728"/>
                  <a:gd name="connsiteX65-16241" fmla="*/ 5957 w 6642"/>
                  <a:gd name="connsiteY65-16242" fmla="*/ 2480 h 5728"/>
                  <a:gd name="connsiteX66-16243" fmla="*/ 5960 w 6642"/>
                  <a:gd name="connsiteY66-16244" fmla="*/ 2562 h 5728"/>
                  <a:gd name="connsiteX67-16245" fmla="*/ 6138 w 6642"/>
                  <a:gd name="connsiteY67-16246" fmla="*/ 2730 h 5728"/>
                  <a:gd name="connsiteX68-16247" fmla="*/ 6137 w 6642"/>
                  <a:gd name="connsiteY68-16248" fmla="*/ 2844 h 5728"/>
                  <a:gd name="connsiteX69-16249" fmla="*/ 6228 w 6642"/>
                  <a:gd name="connsiteY69-16250" fmla="*/ 3060 h 5728"/>
                  <a:gd name="connsiteX70-16251" fmla="*/ 6254 w 6642"/>
                  <a:gd name="connsiteY70-16252" fmla="*/ 3090 h 5728"/>
                  <a:gd name="connsiteX71-16253" fmla="*/ 6298 w 6642"/>
                  <a:gd name="connsiteY71-16254" fmla="*/ 3094 h 5728"/>
                  <a:gd name="connsiteX72-16255" fmla="*/ 6344 w 6642"/>
                  <a:gd name="connsiteY72-16256" fmla="*/ 3010 h 5728"/>
                  <a:gd name="connsiteX73-16257" fmla="*/ 6424 w 6642"/>
                  <a:gd name="connsiteY73-16258" fmla="*/ 2950 h 5728"/>
                  <a:gd name="connsiteX74-16259" fmla="*/ 6519 w 6642"/>
                  <a:gd name="connsiteY74-16260" fmla="*/ 3126 h 5728"/>
                  <a:gd name="connsiteX75-16261" fmla="*/ 6629 w 6642"/>
                  <a:gd name="connsiteY75-16262" fmla="*/ 3312 h 5728"/>
                  <a:gd name="connsiteX76-16263" fmla="*/ 6642 w 6642"/>
                  <a:gd name="connsiteY76-16264" fmla="*/ 3342 h 5728"/>
                  <a:gd name="connsiteX77-16265" fmla="*/ 6631 w 6642"/>
                  <a:gd name="connsiteY77-16266" fmla="*/ 3518 h 5728"/>
                  <a:gd name="connsiteX78-16267" fmla="*/ 6596 w 6642"/>
                  <a:gd name="connsiteY78-16268" fmla="*/ 3554 h 5728"/>
                  <a:gd name="connsiteX79-16269" fmla="*/ 6507 w 6642"/>
                  <a:gd name="connsiteY79-16270" fmla="*/ 3515 h 5728"/>
                  <a:gd name="connsiteX80-16271" fmla="*/ 6273 w 6642"/>
                  <a:gd name="connsiteY80-16272" fmla="*/ 3644 h 5728"/>
                  <a:gd name="connsiteX81-16273" fmla="*/ 6247 w 6642"/>
                  <a:gd name="connsiteY81-16274" fmla="*/ 3666 h 5728"/>
                  <a:gd name="connsiteX82-16275" fmla="*/ 6067 w 6642"/>
                  <a:gd name="connsiteY82-16276" fmla="*/ 3812 h 5728"/>
                  <a:gd name="connsiteX83-16277" fmla="*/ 5926 w 6642"/>
                  <a:gd name="connsiteY83-16278" fmla="*/ 3926 h 5728"/>
                  <a:gd name="connsiteX84-16279" fmla="*/ 5891 w 6642"/>
                  <a:gd name="connsiteY84-16280" fmla="*/ 3965 h 5728"/>
                  <a:gd name="connsiteX85-16281" fmla="*/ 5839 w 6642"/>
                  <a:gd name="connsiteY85-16282" fmla="*/ 3973 h 5728"/>
                  <a:gd name="connsiteX86-16283" fmla="*/ 5782 w 6642"/>
                  <a:gd name="connsiteY86-16284" fmla="*/ 3916 h 5728"/>
                  <a:gd name="connsiteX87-16285" fmla="*/ 5658 w 6642"/>
                  <a:gd name="connsiteY87-16286" fmla="*/ 3808 h 5728"/>
                  <a:gd name="connsiteX88-16287" fmla="*/ 5682 w 6642"/>
                  <a:gd name="connsiteY88-16288" fmla="*/ 4064 h 5728"/>
                  <a:gd name="connsiteX89-16289" fmla="*/ 5691 w 6642"/>
                  <a:gd name="connsiteY89-16290" fmla="*/ 4192 h 5728"/>
                  <a:gd name="connsiteX90-16291" fmla="*/ 5429 w 6642"/>
                  <a:gd name="connsiteY90-16292" fmla="*/ 4166 h 5728"/>
                  <a:gd name="connsiteX91-16293" fmla="*/ 5347 w 6642"/>
                  <a:gd name="connsiteY91-16294" fmla="*/ 3987 h 5728"/>
                  <a:gd name="connsiteX92-16295" fmla="*/ 5265 w 6642"/>
                  <a:gd name="connsiteY92-16296" fmla="*/ 3802 h 5728"/>
                  <a:gd name="connsiteX93-16297" fmla="*/ 4290 w 6642"/>
                  <a:gd name="connsiteY93-16298" fmla="*/ 4504 h 5728"/>
                  <a:gd name="connsiteX94-16299" fmla="*/ 4293 w 6642"/>
                  <a:gd name="connsiteY94-16300" fmla="*/ 4556 h 5728"/>
                  <a:gd name="connsiteX95-16301" fmla="*/ 4257 w 6642"/>
                  <a:gd name="connsiteY95-16302" fmla="*/ 4614 h 5728"/>
                  <a:gd name="connsiteX96-16303" fmla="*/ 3992 w 6642"/>
                  <a:gd name="connsiteY96-16304" fmla="*/ 4680 h 5728"/>
                  <a:gd name="connsiteX97-16305" fmla="*/ 3857 w 6642"/>
                  <a:gd name="connsiteY97-16306" fmla="*/ 4739 h 5728"/>
                  <a:gd name="connsiteX98-16307" fmla="*/ 3815 w 6642"/>
                  <a:gd name="connsiteY98-16308" fmla="*/ 4777 h 5728"/>
                  <a:gd name="connsiteX99-16309" fmla="*/ 3616 w 6642"/>
                  <a:gd name="connsiteY99-16310" fmla="*/ 5021 h 5728"/>
                  <a:gd name="connsiteX100-16311" fmla="*/ 3543 w 6642"/>
                  <a:gd name="connsiteY100-16312" fmla="*/ 4970 h 5728"/>
                  <a:gd name="connsiteX101-16313" fmla="*/ 3460 w 6642"/>
                  <a:gd name="connsiteY101-16314" fmla="*/ 4971 h 5728"/>
                  <a:gd name="connsiteX102-16315" fmla="*/ 3424 w 6642"/>
                  <a:gd name="connsiteY102-16316" fmla="*/ 5045 h 5728"/>
                  <a:gd name="connsiteX103-16317" fmla="*/ 3313 w 6642"/>
                  <a:gd name="connsiteY103-16318" fmla="*/ 5000 h 5728"/>
                  <a:gd name="connsiteX104-16319" fmla="*/ 3235 w 6642"/>
                  <a:gd name="connsiteY104-16320" fmla="*/ 5109 h 5728"/>
                  <a:gd name="connsiteX105-16321" fmla="*/ 3013 w 6642"/>
                  <a:gd name="connsiteY105-16322" fmla="*/ 5349 h 5728"/>
                  <a:gd name="connsiteX106-16323" fmla="*/ 2993 w 6642"/>
                  <a:gd name="connsiteY106-16324" fmla="*/ 5516 h 5728"/>
                  <a:gd name="connsiteX107-16325" fmla="*/ 2976 w 6642"/>
                  <a:gd name="connsiteY107-16326" fmla="*/ 5659 h 5728"/>
                  <a:gd name="connsiteX108-16327" fmla="*/ 2960 w 6642"/>
                  <a:gd name="connsiteY108-16328" fmla="*/ 5669 h 5728"/>
                  <a:gd name="connsiteX109-16329" fmla="*/ 2638 w 6642"/>
                  <a:gd name="connsiteY109-16330" fmla="*/ 5621 h 5728"/>
                  <a:gd name="connsiteX110-16331" fmla="*/ 2536 w 6642"/>
                  <a:gd name="connsiteY110-16332" fmla="*/ 5566 h 5728"/>
                  <a:gd name="connsiteX111-16333" fmla="*/ 2482 w 6642"/>
                  <a:gd name="connsiteY111-16334" fmla="*/ 5503 h 5728"/>
                  <a:gd name="connsiteX112-16335" fmla="*/ 2377 w 6642"/>
                  <a:gd name="connsiteY112-16336" fmla="*/ 5477 h 5728"/>
                  <a:gd name="connsiteX113-16337" fmla="*/ 2377 w 6642"/>
                  <a:gd name="connsiteY113-16338" fmla="*/ 5379 h 5728"/>
                  <a:gd name="connsiteX114-16339" fmla="*/ 2481 w 6642"/>
                  <a:gd name="connsiteY114-16340" fmla="*/ 5149 h 5728"/>
                  <a:gd name="connsiteX115-16341" fmla="*/ 2341 w 6642"/>
                  <a:gd name="connsiteY115-16342" fmla="*/ 5070 h 5728"/>
                  <a:gd name="connsiteX116-16343" fmla="*/ 2299 w 6642"/>
                  <a:gd name="connsiteY116-16344" fmla="*/ 5095 h 5728"/>
                  <a:gd name="connsiteX117-16345" fmla="*/ 2209 w 6642"/>
                  <a:gd name="connsiteY117-16346" fmla="*/ 5214 h 5728"/>
                  <a:gd name="connsiteX118-16347" fmla="*/ 2177 w 6642"/>
                  <a:gd name="connsiteY118-16348" fmla="*/ 5276 h 5728"/>
                  <a:gd name="connsiteX119-16349" fmla="*/ 2115 w 6642"/>
                  <a:gd name="connsiteY119-16350" fmla="*/ 5386 h 5728"/>
                  <a:gd name="connsiteX120-16351" fmla="*/ 2121 w 6642"/>
                  <a:gd name="connsiteY120-16352" fmla="*/ 5510 h 5728"/>
                  <a:gd name="connsiteX121-16353" fmla="*/ 2082 w 6642"/>
                  <a:gd name="connsiteY121-16354" fmla="*/ 5558 h 5728"/>
                  <a:gd name="connsiteX122-16355" fmla="*/ 1951 w 6642"/>
                  <a:gd name="connsiteY122-16356" fmla="*/ 5617 h 5728"/>
                  <a:gd name="connsiteX123-16357" fmla="*/ 1785 w 6642"/>
                  <a:gd name="connsiteY123-16358" fmla="*/ 5649 h 5728"/>
                  <a:gd name="connsiteX124-16359" fmla="*/ 1682 w 6642"/>
                  <a:gd name="connsiteY124-16360" fmla="*/ 5728 h 5728"/>
                  <a:gd name="connsiteX125-16361" fmla="*/ 1568 w 6642"/>
                  <a:gd name="connsiteY125-16362" fmla="*/ 5611 h 5728"/>
                  <a:gd name="connsiteX126-16363" fmla="*/ 1508 w 6642"/>
                  <a:gd name="connsiteY126-16364" fmla="*/ 5485 h 5728"/>
                  <a:gd name="connsiteX127-16365" fmla="*/ 1630 w 6642"/>
                  <a:gd name="connsiteY127-16366" fmla="*/ 5242 h 5728"/>
                  <a:gd name="connsiteX128-16367" fmla="*/ 1685 w 6642"/>
                  <a:gd name="connsiteY128-16368" fmla="*/ 5195 h 5728"/>
                  <a:gd name="connsiteX129-16369" fmla="*/ 1730 w 6642"/>
                  <a:gd name="connsiteY129-16370" fmla="*/ 5120 h 5728"/>
                  <a:gd name="connsiteX130-16371" fmla="*/ 1727 w 6642"/>
                  <a:gd name="connsiteY130-16372" fmla="*/ 5071 h 5728"/>
                  <a:gd name="connsiteX131-16373" fmla="*/ 1530 w 6642"/>
                  <a:gd name="connsiteY131-16374" fmla="*/ 5007 h 5728"/>
                  <a:gd name="connsiteX132-16375" fmla="*/ 1459 w 6642"/>
                  <a:gd name="connsiteY132-16376" fmla="*/ 5064 h 5728"/>
                  <a:gd name="connsiteX133-16377" fmla="*/ 1353 w 6642"/>
                  <a:gd name="connsiteY133-16378" fmla="*/ 5111 h 5728"/>
                  <a:gd name="connsiteX134-16379" fmla="*/ 1290 w 6642"/>
                  <a:gd name="connsiteY134-16380" fmla="*/ 5063 h 5728"/>
                  <a:gd name="connsiteX135-16381" fmla="*/ 1052 w 6642"/>
                  <a:gd name="connsiteY135-16382" fmla="*/ 5254 h 5728"/>
                  <a:gd name="connsiteX136-16383" fmla="*/ 924 w 6642"/>
                  <a:gd name="connsiteY136-16384" fmla="*/ 5231 h 5728"/>
                  <a:gd name="connsiteX137-16385" fmla="*/ 813 w 6642"/>
                  <a:gd name="connsiteY137-16386" fmla="*/ 5097 h 5728"/>
                  <a:gd name="connsiteX138-16387" fmla="*/ 683 w 6642"/>
                  <a:gd name="connsiteY138-16388" fmla="*/ 4930 h 5728"/>
                  <a:gd name="connsiteX139-16389" fmla="*/ 572 w 6642"/>
                  <a:gd name="connsiteY139-16390" fmla="*/ 4806 h 5728"/>
                  <a:gd name="connsiteX140-16391" fmla="*/ 505 w 6642"/>
                  <a:gd name="connsiteY140-16392" fmla="*/ 4788 h 5728"/>
                  <a:gd name="connsiteX141-16393" fmla="*/ 640 w 6642"/>
                  <a:gd name="connsiteY141-16394" fmla="*/ 4631 h 5728"/>
                  <a:gd name="connsiteX142-16395" fmla="*/ 683 w 6642"/>
                  <a:gd name="connsiteY142-16396" fmla="*/ 4541 h 5728"/>
                  <a:gd name="connsiteX143-16397" fmla="*/ 651 w 6642"/>
                  <a:gd name="connsiteY143-16398" fmla="*/ 4438 h 5728"/>
                  <a:gd name="connsiteX144-16399" fmla="*/ 277 w 6642"/>
                  <a:gd name="connsiteY144-16400" fmla="*/ 4491 h 5728"/>
                  <a:gd name="connsiteX145-16401" fmla="*/ 187 w 6642"/>
                  <a:gd name="connsiteY145-16402" fmla="*/ 4518 h 5728"/>
                  <a:gd name="connsiteX146-16403" fmla="*/ 195 w 6642"/>
                  <a:gd name="connsiteY146-16404" fmla="*/ 4384 h 5728"/>
                  <a:gd name="connsiteX147-16405" fmla="*/ 147 w 6642"/>
                  <a:gd name="connsiteY147-16406" fmla="*/ 4318 h 5728"/>
                  <a:gd name="connsiteX148-16407" fmla="*/ 39 w 6642"/>
                  <a:gd name="connsiteY148-16408" fmla="*/ 4220 h 5728"/>
                  <a:gd name="connsiteX149-16409" fmla="*/ 75 w 6642"/>
                  <a:gd name="connsiteY149-16410" fmla="*/ 4093 h 5728"/>
                  <a:gd name="connsiteX150-16411" fmla="*/ 63 w 6642"/>
                  <a:gd name="connsiteY150-16412" fmla="*/ 3929 h 5728"/>
                  <a:gd name="connsiteX151-16413" fmla="*/ 0 w 6642"/>
                  <a:gd name="connsiteY151-16414" fmla="*/ 3842 h 5728"/>
                  <a:gd name="connsiteX152-16415" fmla="*/ 0 w 6642"/>
                  <a:gd name="connsiteY152-16416" fmla="*/ 3737 h 5728"/>
                  <a:gd name="connsiteX153-16417" fmla="*/ 303 w 6642"/>
                  <a:gd name="connsiteY153-16418" fmla="*/ 3824 h 5728"/>
                  <a:gd name="connsiteX154-16419" fmla="*/ 830 w 6642"/>
                  <a:gd name="connsiteY154-16420" fmla="*/ 3840 h 5728"/>
                  <a:gd name="connsiteX155-16421" fmla="*/ 1044 w 6642"/>
                  <a:gd name="connsiteY155-16422" fmla="*/ 3908 h 5728"/>
                  <a:gd name="connsiteX0-16423" fmla="*/ 5456 w 6642"/>
                  <a:gd name="connsiteY0-16424" fmla="*/ 2333 h 5728"/>
                  <a:gd name="connsiteX1-16425" fmla="*/ 5454 w 6642"/>
                  <a:gd name="connsiteY1-16426" fmla="*/ 2117 h 5728"/>
                  <a:gd name="connsiteX2-16427" fmla="*/ 5378 w 6642"/>
                  <a:gd name="connsiteY2-16428" fmla="*/ 2039 h 5728"/>
                  <a:gd name="connsiteX3-16429" fmla="*/ 5235 w 6642"/>
                  <a:gd name="connsiteY3-16430" fmla="*/ 1951 h 5728"/>
                  <a:gd name="connsiteX4-16431" fmla="*/ 5143 w 6642"/>
                  <a:gd name="connsiteY4-16432" fmla="*/ 1827 h 5728"/>
                  <a:gd name="connsiteX5-16433" fmla="*/ 5047 w 6642"/>
                  <a:gd name="connsiteY5-16434" fmla="*/ 1828 h 5728"/>
                  <a:gd name="connsiteX6-16435" fmla="*/ 5002 w 6642"/>
                  <a:gd name="connsiteY6-16436" fmla="*/ 1883 h 5728"/>
                  <a:gd name="connsiteX7-16437" fmla="*/ 4909 w 6642"/>
                  <a:gd name="connsiteY7-16438" fmla="*/ 1877 h 5728"/>
                  <a:gd name="connsiteX8-16439" fmla="*/ 4889 w 6642"/>
                  <a:gd name="connsiteY8-16440" fmla="*/ 1994 h 5728"/>
                  <a:gd name="connsiteX9-16441" fmla="*/ 4708 w 6642"/>
                  <a:gd name="connsiteY9-16442" fmla="*/ 1941 h 5728"/>
                  <a:gd name="connsiteX10-16443" fmla="*/ 4625 w 6642"/>
                  <a:gd name="connsiteY10-16444" fmla="*/ 1939 h 5728"/>
                  <a:gd name="connsiteX11-16445" fmla="*/ 4500 w 6642"/>
                  <a:gd name="connsiteY11-16446" fmla="*/ 2014 h 5728"/>
                  <a:gd name="connsiteX12-16447" fmla="*/ 4388 w 6642"/>
                  <a:gd name="connsiteY12-16448" fmla="*/ 1890 h 5728"/>
                  <a:gd name="connsiteX13-16449" fmla="*/ 4482 w 6642"/>
                  <a:gd name="connsiteY13-16450" fmla="*/ 1804 h 5728"/>
                  <a:gd name="connsiteX14-16451" fmla="*/ 4486 w 6642"/>
                  <a:gd name="connsiteY14-16452" fmla="*/ 1634 h 5728"/>
                  <a:gd name="connsiteX15-16453" fmla="*/ 4541 w 6642"/>
                  <a:gd name="connsiteY15-16454" fmla="*/ 1514 h 5728"/>
                  <a:gd name="connsiteX16-16455" fmla="*/ 4584 w 6642"/>
                  <a:gd name="connsiteY16-16456" fmla="*/ 1306 h 5728"/>
                  <a:gd name="connsiteX17-16457" fmla="*/ 4644 w 6642"/>
                  <a:gd name="connsiteY17-16458" fmla="*/ 1307 h 5728"/>
                  <a:gd name="connsiteX18-16459" fmla="*/ 4967 w 6642"/>
                  <a:gd name="connsiteY18-16460" fmla="*/ 1286 h 5728"/>
                  <a:gd name="connsiteX19-16461" fmla="*/ 5141 w 6642"/>
                  <a:gd name="connsiteY19-16462" fmla="*/ 1117 h 5728"/>
                  <a:gd name="connsiteX20-16463" fmla="*/ 5210 w 6642"/>
                  <a:gd name="connsiteY20-16464" fmla="*/ 748 h 5728"/>
                  <a:gd name="connsiteX21-16465" fmla="*/ 5320 w 6642"/>
                  <a:gd name="connsiteY21-16466" fmla="*/ 486 h 5728"/>
                  <a:gd name="connsiteX22-16467" fmla="*/ 5318 w 6642"/>
                  <a:gd name="connsiteY22-16468" fmla="*/ 358 h 5728"/>
                  <a:gd name="connsiteX23-16469" fmla="*/ 5305 w 6642"/>
                  <a:gd name="connsiteY23-16470" fmla="*/ 328 h 5728"/>
                  <a:gd name="connsiteX24-16471" fmla="*/ 5238 w 6642"/>
                  <a:gd name="connsiteY24-16472" fmla="*/ 251 h 5728"/>
                  <a:gd name="connsiteX25-16473" fmla="*/ 5178 w 6642"/>
                  <a:gd name="connsiteY25-16474" fmla="*/ 217 h 5728"/>
                  <a:gd name="connsiteX26-16475" fmla="*/ 5303 w 6642"/>
                  <a:gd name="connsiteY26-16476" fmla="*/ 56 h 5728"/>
                  <a:gd name="connsiteX27-16477" fmla="*/ 5476 w 6642"/>
                  <a:gd name="connsiteY27-16478" fmla="*/ 2 h 5728"/>
                  <a:gd name="connsiteX28-16479" fmla="*/ 5508 w 6642"/>
                  <a:gd name="connsiteY28-16480" fmla="*/ 49 h 5728"/>
                  <a:gd name="connsiteX29-16481" fmla="*/ 5498 w 6642"/>
                  <a:gd name="connsiteY29-16482" fmla="*/ 133 h 5728"/>
                  <a:gd name="connsiteX30-16483" fmla="*/ 5437 w 6642"/>
                  <a:gd name="connsiteY30-16484" fmla="*/ 243 h 5728"/>
                  <a:gd name="connsiteX31-16485" fmla="*/ 5507 w 6642"/>
                  <a:gd name="connsiteY31-16486" fmla="*/ 301 h 5728"/>
                  <a:gd name="connsiteX32-16487" fmla="*/ 5621 w 6642"/>
                  <a:gd name="connsiteY32-16488" fmla="*/ 366 h 5728"/>
                  <a:gd name="connsiteX33-16489" fmla="*/ 5641 w 6642"/>
                  <a:gd name="connsiteY33-16490" fmla="*/ 255 h 5728"/>
                  <a:gd name="connsiteX34-16491" fmla="*/ 5775 w 6642"/>
                  <a:gd name="connsiteY34-16492" fmla="*/ 291 h 5728"/>
                  <a:gd name="connsiteX35-16493" fmla="*/ 5800 w 6642"/>
                  <a:gd name="connsiteY35-16494" fmla="*/ 331 h 5728"/>
                  <a:gd name="connsiteX36-16495" fmla="*/ 5876 w 6642"/>
                  <a:gd name="connsiteY36-16496" fmla="*/ 562 h 5728"/>
                  <a:gd name="connsiteX37-16497" fmla="*/ 5911 w 6642"/>
                  <a:gd name="connsiteY37-16498" fmla="*/ 586 h 5728"/>
                  <a:gd name="connsiteX38-16499" fmla="*/ 6003 w 6642"/>
                  <a:gd name="connsiteY38-16500" fmla="*/ 578 h 5728"/>
                  <a:gd name="connsiteX39-16501" fmla="*/ 6263 w 6642"/>
                  <a:gd name="connsiteY39-16502" fmla="*/ 490 h 5728"/>
                  <a:gd name="connsiteX40-16503" fmla="*/ 6483 w 6642"/>
                  <a:gd name="connsiteY40-16504" fmla="*/ 479 h 5728"/>
                  <a:gd name="connsiteX41-16505" fmla="*/ 6543 w 6642"/>
                  <a:gd name="connsiteY41-16506" fmla="*/ 648 h 5728"/>
                  <a:gd name="connsiteX42-16507" fmla="*/ 6461 w 6642"/>
                  <a:gd name="connsiteY42-16508" fmla="*/ 944 h 5728"/>
                  <a:gd name="connsiteX43-16509" fmla="*/ 6461 w 6642"/>
                  <a:gd name="connsiteY43-16510" fmla="*/ 1022 h 5728"/>
                  <a:gd name="connsiteX44-16511" fmla="*/ 6530 w 6642"/>
                  <a:gd name="connsiteY44-16512" fmla="*/ 1168 h 5728"/>
                  <a:gd name="connsiteX45-16513" fmla="*/ 6545 w 6642"/>
                  <a:gd name="connsiteY45-16514" fmla="*/ 1427 h 5728"/>
                  <a:gd name="connsiteX46-16515" fmla="*/ 6547 w 6642"/>
                  <a:gd name="connsiteY46-16516" fmla="*/ 1617 h 5728"/>
                  <a:gd name="connsiteX47-16517" fmla="*/ 6480 w 6642"/>
                  <a:gd name="connsiteY47-16518" fmla="*/ 1625 h 5728"/>
                  <a:gd name="connsiteX48-16519" fmla="*/ 6458 w 6642"/>
                  <a:gd name="connsiteY48-16520" fmla="*/ 1507 h 5728"/>
                  <a:gd name="connsiteX49-16521" fmla="*/ 6423 w 6642"/>
                  <a:gd name="connsiteY49-16522" fmla="*/ 1450 h 5728"/>
                  <a:gd name="connsiteX50-16523" fmla="*/ 6333 w 6642"/>
                  <a:gd name="connsiteY50-16524" fmla="*/ 1582 h 5728"/>
                  <a:gd name="connsiteX51-16525" fmla="*/ 6220 w 6642"/>
                  <a:gd name="connsiteY51-16526" fmla="*/ 1776 h 5728"/>
                  <a:gd name="connsiteX52-16527" fmla="*/ 6101 w 6642"/>
                  <a:gd name="connsiteY52-16528" fmla="*/ 1904 h 5728"/>
                  <a:gd name="connsiteX53-16529" fmla="*/ 6094 w 6642"/>
                  <a:gd name="connsiteY53-16530" fmla="*/ 2018 h 5728"/>
                  <a:gd name="connsiteX54-16531" fmla="*/ 6154 w 6642"/>
                  <a:gd name="connsiteY54-16532" fmla="*/ 2115 h 5728"/>
                  <a:gd name="connsiteX55-16533" fmla="*/ 6256 w 6642"/>
                  <a:gd name="connsiteY55-16534" fmla="*/ 2183 h 5728"/>
                  <a:gd name="connsiteX56-16535" fmla="*/ 6333 w 6642"/>
                  <a:gd name="connsiteY56-16536" fmla="*/ 2178 h 5728"/>
                  <a:gd name="connsiteX57-16537" fmla="*/ 6378 w 6642"/>
                  <a:gd name="connsiteY57-16538" fmla="*/ 2104 h 5728"/>
                  <a:gd name="connsiteX58-16539" fmla="*/ 6412 w 6642"/>
                  <a:gd name="connsiteY58-16540" fmla="*/ 2210 h 5728"/>
                  <a:gd name="connsiteX59-16541" fmla="*/ 6300 w 6642"/>
                  <a:gd name="connsiteY59-16542" fmla="*/ 2249 h 5728"/>
                  <a:gd name="connsiteX60-16543" fmla="*/ 6347 w 6642"/>
                  <a:gd name="connsiteY60-16544" fmla="*/ 2362 h 5728"/>
                  <a:gd name="connsiteX61-16545" fmla="*/ 6212 w 6642"/>
                  <a:gd name="connsiteY61-16546" fmla="*/ 2509 h 5728"/>
                  <a:gd name="connsiteX62-16547" fmla="*/ 6171 w 6642"/>
                  <a:gd name="connsiteY62-16548" fmla="*/ 2498 h 5728"/>
                  <a:gd name="connsiteX63-16549" fmla="*/ 6047 w 6642"/>
                  <a:gd name="connsiteY63-16550" fmla="*/ 2413 h 5728"/>
                  <a:gd name="connsiteX64-16551" fmla="*/ 5992 w 6642"/>
                  <a:gd name="connsiteY64-16552" fmla="*/ 2412 h 5728"/>
                  <a:gd name="connsiteX65-16553" fmla="*/ 5957 w 6642"/>
                  <a:gd name="connsiteY65-16554" fmla="*/ 2480 h 5728"/>
                  <a:gd name="connsiteX66-16555" fmla="*/ 5960 w 6642"/>
                  <a:gd name="connsiteY66-16556" fmla="*/ 2562 h 5728"/>
                  <a:gd name="connsiteX67-16557" fmla="*/ 6138 w 6642"/>
                  <a:gd name="connsiteY67-16558" fmla="*/ 2730 h 5728"/>
                  <a:gd name="connsiteX68-16559" fmla="*/ 6137 w 6642"/>
                  <a:gd name="connsiteY68-16560" fmla="*/ 2844 h 5728"/>
                  <a:gd name="connsiteX69-16561" fmla="*/ 6228 w 6642"/>
                  <a:gd name="connsiteY69-16562" fmla="*/ 3060 h 5728"/>
                  <a:gd name="connsiteX70-16563" fmla="*/ 6254 w 6642"/>
                  <a:gd name="connsiteY70-16564" fmla="*/ 3090 h 5728"/>
                  <a:gd name="connsiteX71-16565" fmla="*/ 6298 w 6642"/>
                  <a:gd name="connsiteY71-16566" fmla="*/ 3094 h 5728"/>
                  <a:gd name="connsiteX72-16567" fmla="*/ 6344 w 6642"/>
                  <a:gd name="connsiteY72-16568" fmla="*/ 3010 h 5728"/>
                  <a:gd name="connsiteX73-16569" fmla="*/ 6424 w 6642"/>
                  <a:gd name="connsiteY73-16570" fmla="*/ 2950 h 5728"/>
                  <a:gd name="connsiteX74-16571" fmla="*/ 6519 w 6642"/>
                  <a:gd name="connsiteY74-16572" fmla="*/ 3126 h 5728"/>
                  <a:gd name="connsiteX75-16573" fmla="*/ 6629 w 6642"/>
                  <a:gd name="connsiteY75-16574" fmla="*/ 3312 h 5728"/>
                  <a:gd name="connsiteX76-16575" fmla="*/ 6642 w 6642"/>
                  <a:gd name="connsiteY76-16576" fmla="*/ 3342 h 5728"/>
                  <a:gd name="connsiteX77-16577" fmla="*/ 6631 w 6642"/>
                  <a:gd name="connsiteY77-16578" fmla="*/ 3518 h 5728"/>
                  <a:gd name="connsiteX78-16579" fmla="*/ 6596 w 6642"/>
                  <a:gd name="connsiteY78-16580" fmla="*/ 3554 h 5728"/>
                  <a:gd name="connsiteX79-16581" fmla="*/ 6507 w 6642"/>
                  <a:gd name="connsiteY79-16582" fmla="*/ 3515 h 5728"/>
                  <a:gd name="connsiteX80-16583" fmla="*/ 6273 w 6642"/>
                  <a:gd name="connsiteY80-16584" fmla="*/ 3644 h 5728"/>
                  <a:gd name="connsiteX81-16585" fmla="*/ 6247 w 6642"/>
                  <a:gd name="connsiteY81-16586" fmla="*/ 3666 h 5728"/>
                  <a:gd name="connsiteX82-16587" fmla="*/ 6067 w 6642"/>
                  <a:gd name="connsiteY82-16588" fmla="*/ 3812 h 5728"/>
                  <a:gd name="connsiteX83-16589" fmla="*/ 5926 w 6642"/>
                  <a:gd name="connsiteY83-16590" fmla="*/ 3926 h 5728"/>
                  <a:gd name="connsiteX84-16591" fmla="*/ 5891 w 6642"/>
                  <a:gd name="connsiteY84-16592" fmla="*/ 3965 h 5728"/>
                  <a:gd name="connsiteX85-16593" fmla="*/ 5839 w 6642"/>
                  <a:gd name="connsiteY85-16594" fmla="*/ 3973 h 5728"/>
                  <a:gd name="connsiteX86-16595" fmla="*/ 5782 w 6642"/>
                  <a:gd name="connsiteY86-16596" fmla="*/ 3916 h 5728"/>
                  <a:gd name="connsiteX87-16597" fmla="*/ 5658 w 6642"/>
                  <a:gd name="connsiteY87-16598" fmla="*/ 3808 h 5728"/>
                  <a:gd name="connsiteX88-16599" fmla="*/ 5682 w 6642"/>
                  <a:gd name="connsiteY88-16600" fmla="*/ 4064 h 5728"/>
                  <a:gd name="connsiteX89-16601" fmla="*/ 5691 w 6642"/>
                  <a:gd name="connsiteY89-16602" fmla="*/ 4192 h 5728"/>
                  <a:gd name="connsiteX90-16603" fmla="*/ 5429 w 6642"/>
                  <a:gd name="connsiteY90-16604" fmla="*/ 4166 h 5728"/>
                  <a:gd name="connsiteX91-16605" fmla="*/ 5347 w 6642"/>
                  <a:gd name="connsiteY91-16606" fmla="*/ 3987 h 5728"/>
                  <a:gd name="connsiteX92-16607" fmla="*/ 5265 w 6642"/>
                  <a:gd name="connsiteY92-16608" fmla="*/ 3802 h 5728"/>
                  <a:gd name="connsiteX93-16609" fmla="*/ 4290 w 6642"/>
                  <a:gd name="connsiteY93-16610" fmla="*/ 4504 h 5728"/>
                  <a:gd name="connsiteX94-16611" fmla="*/ 4293 w 6642"/>
                  <a:gd name="connsiteY94-16612" fmla="*/ 4556 h 5728"/>
                  <a:gd name="connsiteX95-16613" fmla="*/ 4257 w 6642"/>
                  <a:gd name="connsiteY95-16614" fmla="*/ 4614 h 5728"/>
                  <a:gd name="connsiteX96-16615" fmla="*/ 3992 w 6642"/>
                  <a:gd name="connsiteY96-16616" fmla="*/ 4680 h 5728"/>
                  <a:gd name="connsiteX97-16617" fmla="*/ 3857 w 6642"/>
                  <a:gd name="connsiteY97-16618" fmla="*/ 4739 h 5728"/>
                  <a:gd name="connsiteX98-16619" fmla="*/ 3815 w 6642"/>
                  <a:gd name="connsiteY98-16620" fmla="*/ 4777 h 5728"/>
                  <a:gd name="connsiteX99-16621" fmla="*/ 3616 w 6642"/>
                  <a:gd name="connsiteY99-16622" fmla="*/ 5021 h 5728"/>
                  <a:gd name="connsiteX100-16623" fmla="*/ 3543 w 6642"/>
                  <a:gd name="connsiteY100-16624" fmla="*/ 4970 h 5728"/>
                  <a:gd name="connsiteX101-16625" fmla="*/ 3460 w 6642"/>
                  <a:gd name="connsiteY101-16626" fmla="*/ 4971 h 5728"/>
                  <a:gd name="connsiteX102-16627" fmla="*/ 3424 w 6642"/>
                  <a:gd name="connsiteY102-16628" fmla="*/ 5045 h 5728"/>
                  <a:gd name="connsiteX103-16629" fmla="*/ 3313 w 6642"/>
                  <a:gd name="connsiteY103-16630" fmla="*/ 5000 h 5728"/>
                  <a:gd name="connsiteX104-16631" fmla="*/ 3235 w 6642"/>
                  <a:gd name="connsiteY104-16632" fmla="*/ 5109 h 5728"/>
                  <a:gd name="connsiteX105-16633" fmla="*/ 3013 w 6642"/>
                  <a:gd name="connsiteY105-16634" fmla="*/ 5349 h 5728"/>
                  <a:gd name="connsiteX106-16635" fmla="*/ 2993 w 6642"/>
                  <a:gd name="connsiteY106-16636" fmla="*/ 5516 h 5728"/>
                  <a:gd name="connsiteX107-16637" fmla="*/ 2976 w 6642"/>
                  <a:gd name="connsiteY107-16638" fmla="*/ 5659 h 5728"/>
                  <a:gd name="connsiteX108-16639" fmla="*/ 2960 w 6642"/>
                  <a:gd name="connsiteY108-16640" fmla="*/ 5669 h 5728"/>
                  <a:gd name="connsiteX109-16641" fmla="*/ 2638 w 6642"/>
                  <a:gd name="connsiteY109-16642" fmla="*/ 5621 h 5728"/>
                  <a:gd name="connsiteX110-16643" fmla="*/ 2536 w 6642"/>
                  <a:gd name="connsiteY110-16644" fmla="*/ 5566 h 5728"/>
                  <a:gd name="connsiteX111-16645" fmla="*/ 2482 w 6642"/>
                  <a:gd name="connsiteY111-16646" fmla="*/ 5503 h 5728"/>
                  <a:gd name="connsiteX112-16647" fmla="*/ 2377 w 6642"/>
                  <a:gd name="connsiteY112-16648" fmla="*/ 5477 h 5728"/>
                  <a:gd name="connsiteX113-16649" fmla="*/ 2377 w 6642"/>
                  <a:gd name="connsiteY113-16650" fmla="*/ 5379 h 5728"/>
                  <a:gd name="connsiteX114-16651" fmla="*/ 2481 w 6642"/>
                  <a:gd name="connsiteY114-16652" fmla="*/ 5149 h 5728"/>
                  <a:gd name="connsiteX115-16653" fmla="*/ 2341 w 6642"/>
                  <a:gd name="connsiteY115-16654" fmla="*/ 5070 h 5728"/>
                  <a:gd name="connsiteX116-16655" fmla="*/ 2299 w 6642"/>
                  <a:gd name="connsiteY116-16656" fmla="*/ 5095 h 5728"/>
                  <a:gd name="connsiteX117-16657" fmla="*/ 2209 w 6642"/>
                  <a:gd name="connsiteY117-16658" fmla="*/ 5214 h 5728"/>
                  <a:gd name="connsiteX118-16659" fmla="*/ 2177 w 6642"/>
                  <a:gd name="connsiteY118-16660" fmla="*/ 5276 h 5728"/>
                  <a:gd name="connsiteX119-16661" fmla="*/ 2115 w 6642"/>
                  <a:gd name="connsiteY119-16662" fmla="*/ 5386 h 5728"/>
                  <a:gd name="connsiteX120-16663" fmla="*/ 2121 w 6642"/>
                  <a:gd name="connsiteY120-16664" fmla="*/ 5510 h 5728"/>
                  <a:gd name="connsiteX121-16665" fmla="*/ 2082 w 6642"/>
                  <a:gd name="connsiteY121-16666" fmla="*/ 5558 h 5728"/>
                  <a:gd name="connsiteX122-16667" fmla="*/ 1951 w 6642"/>
                  <a:gd name="connsiteY122-16668" fmla="*/ 5617 h 5728"/>
                  <a:gd name="connsiteX123-16669" fmla="*/ 1785 w 6642"/>
                  <a:gd name="connsiteY123-16670" fmla="*/ 5649 h 5728"/>
                  <a:gd name="connsiteX124-16671" fmla="*/ 1682 w 6642"/>
                  <a:gd name="connsiteY124-16672" fmla="*/ 5728 h 5728"/>
                  <a:gd name="connsiteX125-16673" fmla="*/ 1568 w 6642"/>
                  <a:gd name="connsiteY125-16674" fmla="*/ 5611 h 5728"/>
                  <a:gd name="connsiteX126-16675" fmla="*/ 1508 w 6642"/>
                  <a:gd name="connsiteY126-16676" fmla="*/ 5485 h 5728"/>
                  <a:gd name="connsiteX127-16677" fmla="*/ 1630 w 6642"/>
                  <a:gd name="connsiteY127-16678" fmla="*/ 5242 h 5728"/>
                  <a:gd name="connsiteX128-16679" fmla="*/ 1685 w 6642"/>
                  <a:gd name="connsiteY128-16680" fmla="*/ 5195 h 5728"/>
                  <a:gd name="connsiteX129-16681" fmla="*/ 1730 w 6642"/>
                  <a:gd name="connsiteY129-16682" fmla="*/ 5120 h 5728"/>
                  <a:gd name="connsiteX130-16683" fmla="*/ 1727 w 6642"/>
                  <a:gd name="connsiteY130-16684" fmla="*/ 5071 h 5728"/>
                  <a:gd name="connsiteX131-16685" fmla="*/ 1530 w 6642"/>
                  <a:gd name="connsiteY131-16686" fmla="*/ 5007 h 5728"/>
                  <a:gd name="connsiteX132-16687" fmla="*/ 1459 w 6642"/>
                  <a:gd name="connsiteY132-16688" fmla="*/ 5064 h 5728"/>
                  <a:gd name="connsiteX133-16689" fmla="*/ 1353 w 6642"/>
                  <a:gd name="connsiteY133-16690" fmla="*/ 5111 h 5728"/>
                  <a:gd name="connsiteX134-16691" fmla="*/ 1290 w 6642"/>
                  <a:gd name="connsiteY134-16692" fmla="*/ 5063 h 5728"/>
                  <a:gd name="connsiteX135-16693" fmla="*/ 1052 w 6642"/>
                  <a:gd name="connsiteY135-16694" fmla="*/ 5254 h 5728"/>
                  <a:gd name="connsiteX136-16695" fmla="*/ 924 w 6642"/>
                  <a:gd name="connsiteY136-16696" fmla="*/ 5231 h 5728"/>
                  <a:gd name="connsiteX137-16697" fmla="*/ 813 w 6642"/>
                  <a:gd name="connsiteY137-16698" fmla="*/ 5097 h 5728"/>
                  <a:gd name="connsiteX138-16699" fmla="*/ 683 w 6642"/>
                  <a:gd name="connsiteY138-16700" fmla="*/ 4930 h 5728"/>
                  <a:gd name="connsiteX139-16701" fmla="*/ 572 w 6642"/>
                  <a:gd name="connsiteY139-16702" fmla="*/ 4806 h 5728"/>
                  <a:gd name="connsiteX140-16703" fmla="*/ 505 w 6642"/>
                  <a:gd name="connsiteY140-16704" fmla="*/ 4788 h 5728"/>
                  <a:gd name="connsiteX141-16705" fmla="*/ 640 w 6642"/>
                  <a:gd name="connsiteY141-16706" fmla="*/ 4631 h 5728"/>
                  <a:gd name="connsiteX142-16707" fmla="*/ 683 w 6642"/>
                  <a:gd name="connsiteY142-16708" fmla="*/ 4541 h 5728"/>
                  <a:gd name="connsiteX143-16709" fmla="*/ 651 w 6642"/>
                  <a:gd name="connsiteY143-16710" fmla="*/ 4438 h 5728"/>
                  <a:gd name="connsiteX144-16711" fmla="*/ 277 w 6642"/>
                  <a:gd name="connsiteY144-16712" fmla="*/ 4491 h 5728"/>
                  <a:gd name="connsiteX145-16713" fmla="*/ 187 w 6642"/>
                  <a:gd name="connsiteY145-16714" fmla="*/ 4518 h 5728"/>
                  <a:gd name="connsiteX146-16715" fmla="*/ 195 w 6642"/>
                  <a:gd name="connsiteY146-16716" fmla="*/ 4384 h 5728"/>
                  <a:gd name="connsiteX147-16717" fmla="*/ 147 w 6642"/>
                  <a:gd name="connsiteY147-16718" fmla="*/ 4318 h 5728"/>
                  <a:gd name="connsiteX148-16719" fmla="*/ 39 w 6642"/>
                  <a:gd name="connsiteY148-16720" fmla="*/ 4220 h 5728"/>
                  <a:gd name="connsiteX149-16721" fmla="*/ 75 w 6642"/>
                  <a:gd name="connsiteY149-16722" fmla="*/ 4093 h 5728"/>
                  <a:gd name="connsiteX150-16723" fmla="*/ 63 w 6642"/>
                  <a:gd name="connsiteY150-16724" fmla="*/ 3929 h 5728"/>
                  <a:gd name="connsiteX151-16725" fmla="*/ 0 w 6642"/>
                  <a:gd name="connsiteY151-16726" fmla="*/ 3842 h 5728"/>
                  <a:gd name="connsiteX152-16727" fmla="*/ 0 w 6642"/>
                  <a:gd name="connsiteY152-16728" fmla="*/ 3737 h 5728"/>
                  <a:gd name="connsiteX153-16729" fmla="*/ 303 w 6642"/>
                  <a:gd name="connsiteY153-16730" fmla="*/ 3824 h 5728"/>
                  <a:gd name="connsiteX154-16731" fmla="*/ 830 w 6642"/>
                  <a:gd name="connsiteY154-16732" fmla="*/ 3840 h 5728"/>
                  <a:gd name="connsiteX0-16733" fmla="*/ 5456 w 6642"/>
                  <a:gd name="connsiteY0-16734" fmla="*/ 2333 h 5728"/>
                  <a:gd name="connsiteX1-16735" fmla="*/ 5454 w 6642"/>
                  <a:gd name="connsiteY1-16736" fmla="*/ 2117 h 5728"/>
                  <a:gd name="connsiteX2-16737" fmla="*/ 5378 w 6642"/>
                  <a:gd name="connsiteY2-16738" fmla="*/ 2039 h 5728"/>
                  <a:gd name="connsiteX3-16739" fmla="*/ 5235 w 6642"/>
                  <a:gd name="connsiteY3-16740" fmla="*/ 1951 h 5728"/>
                  <a:gd name="connsiteX4-16741" fmla="*/ 5143 w 6642"/>
                  <a:gd name="connsiteY4-16742" fmla="*/ 1827 h 5728"/>
                  <a:gd name="connsiteX5-16743" fmla="*/ 5047 w 6642"/>
                  <a:gd name="connsiteY5-16744" fmla="*/ 1828 h 5728"/>
                  <a:gd name="connsiteX6-16745" fmla="*/ 5002 w 6642"/>
                  <a:gd name="connsiteY6-16746" fmla="*/ 1883 h 5728"/>
                  <a:gd name="connsiteX7-16747" fmla="*/ 4909 w 6642"/>
                  <a:gd name="connsiteY7-16748" fmla="*/ 1877 h 5728"/>
                  <a:gd name="connsiteX8-16749" fmla="*/ 4889 w 6642"/>
                  <a:gd name="connsiteY8-16750" fmla="*/ 1994 h 5728"/>
                  <a:gd name="connsiteX9-16751" fmla="*/ 4708 w 6642"/>
                  <a:gd name="connsiteY9-16752" fmla="*/ 1941 h 5728"/>
                  <a:gd name="connsiteX10-16753" fmla="*/ 4625 w 6642"/>
                  <a:gd name="connsiteY10-16754" fmla="*/ 1939 h 5728"/>
                  <a:gd name="connsiteX11-16755" fmla="*/ 4500 w 6642"/>
                  <a:gd name="connsiteY11-16756" fmla="*/ 2014 h 5728"/>
                  <a:gd name="connsiteX12-16757" fmla="*/ 4388 w 6642"/>
                  <a:gd name="connsiteY12-16758" fmla="*/ 1890 h 5728"/>
                  <a:gd name="connsiteX13-16759" fmla="*/ 4482 w 6642"/>
                  <a:gd name="connsiteY13-16760" fmla="*/ 1804 h 5728"/>
                  <a:gd name="connsiteX14-16761" fmla="*/ 4486 w 6642"/>
                  <a:gd name="connsiteY14-16762" fmla="*/ 1634 h 5728"/>
                  <a:gd name="connsiteX15-16763" fmla="*/ 4541 w 6642"/>
                  <a:gd name="connsiteY15-16764" fmla="*/ 1514 h 5728"/>
                  <a:gd name="connsiteX16-16765" fmla="*/ 4584 w 6642"/>
                  <a:gd name="connsiteY16-16766" fmla="*/ 1306 h 5728"/>
                  <a:gd name="connsiteX17-16767" fmla="*/ 4644 w 6642"/>
                  <a:gd name="connsiteY17-16768" fmla="*/ 1307 h 5728"/>
                  <a:gd name="connsiteX18-16769" fmla="*/ 4967 w 6642"/>
                  <a:gd name="connsiteY18-16770" fmla="*/ 1286 h 5728"/>
                  <a:gd name="connsiteX19-16771" fmla="*/ 5141 w 6642"/>
                  <a:gd name="connsiteY19-16772" fmla="*/ 1117 h 5728"/>
                  <a:gd name="connsiteX20-16773" fmla="*/ 5210 w 6642"/>
                  <a:gd name="connsiteY20-16774" fmla="*/ 748 h 5728"/>
                  <a:gd name="connsiteX21-16775" fmla="*/ 5320 w 6642"/>
                  <a:gd name="connsiteY21-16776" fmla="*/ 486 h 5728"/>
                  <a:gd name="connsiteX22-16777" fmla="*/ 5318 w 6642"/>
                  <a:gd name="connsiteY22-16778" fmla="*/ 358 h 5728"/>
                  <a:gd name="connsiteX23-16779" fmla="*/ 5305 w 6642"/>
                  <a:gd name="connsiteY23-16780" fmla="*/ 328 h 5728"/>
                  <a:gd name="connsiteX24-16781" fmla="*/ 5238 w 6642"/>
                  <a:gd name="connsiteY24-16782" fmla="*/ 251 h 5728"/>
                  <a:gd name="connsiteX25-16783" fmla="*/ 5178 w 6642"/>
                  <a:gd name="connsiteY25-16784" fmla="*/ 217 h 5728"/>
                  <a:gd name="connsiteX26-16785" fmla="*/ 5303 w 6642"/>
                  <a:gd name="connsiteY26-16786" fmla="*/ 56 h 5728"/>
                  <a:gd name="connsiteX27-16787" fmla="*/ 5476 w 6642"/>
                  <a:gd name="connsiteY27-16788" fmla="*/ 2 h 5728"/>
                  <a:gd name="connsiteX28-16789" fmla="*/ 5508 w 6642"/>
                  <a:gd name="connsiteY28-16790" fmla="*/ 49 h 5728"/>
                  <a:gd name="connsiteX29-16791" fmla="*/ 5498 w 6642"/>
                  <a:gd name="connsiteY29-16792" fmla="*/ 133 h 5728"/>
                  <a:gd name="connsiteX30-16793" fmla="*/ 5437 w 6642"/>
                  <a:gd name="connsiteY30-16794" fmla="*/ 243 h 5728"/>
                  <a:gd name="connsiteX31-16795" fmla="*/ 5507 w 6642"/>
                  <a:gd name="connsiteY31-16796" fmla="*/ 301 h 5728"/>
                  <a:gd name="connsiteX32-16797" fmla="*/ 5621 w 6642"/>
                  <a:gd name="connsiteY32-16798" fmla="*/ 366 h 5728"/>
                  <a:gd name="connsiteX33-16799" fmla="*/ 5641 w 6642"/>
                  <a:gd name="connsiteY33-16800" fmla="*/ 255 h 5728"/>
                  <a:gd name="connsiteX34-16801" fmla="*/ 5775 w 6642"/>
                  <a:gd name="connsiteY34-16802" fmla="*/ 291 h 5728"/>
                  <a:gd name="connsiteX35-16803" fmla="*/ 5800 w 6642"/>
                  <a:gd name="connsiteY35-16804" fmla="*/ 331 h 5728"/>
                  <a:gd name="connsiteX36-16805" fmla="*/ 5876 w 6642"/>
                  <a:gd name="connsiteY36-16806" fmla="*/ 562 h 5728"/>
                  <a:gd name="connsiteX37-16807" fmla="*/ 5911 w 6642"/>
                  <a:gd name="connsiteY37-16808" fmla="*/ 586 h 5728"/>
                  <a:gd name="connsiteX38-16809" fmla="*/ 6003 w 6642"/>
                  <a:gd name="connsiteY38-16810" fmla="*/ 578 h 5728"/>
                  <a:gd name="connsiteX39-16811" fmla="*/ 6263 w 6642"/>
                  <a:gd name="connsiteY39-16812" fmla="*/ 490 h 5728"/>
                  <a:gd name="connsiteX40-16813" fmla="*/ 6483 w 6642"/>
                  <a:gd name="connsiteY40-16814" fmla="*/ 479 h 5728"/>
                  <a:gd name="connsiteX41-16815" fmla="*/ 6543 w 6642"/>
                  <a:gd name="connsiteY41-16816" fmla="*/ 648 h 5728"/>
                  <a:gd name="connsiteX42-16817" fmla="*/ 6461 w 6642"/>
                  <a:gd name="connsiteY42-16818" fmla="*/ 944 h 5728"/>
                  <a:gd name="connsiteX43-16819" fmla="*/ 6461 w 6642"/>
                  <a:gd name="connsiteY43-16820" fmla="*/ 1022 h 5728"/>
                  <a:gd name="connsiteX44-16821" fmla="*/ 6530 w 6642"/>
                  <a:gd name="connsiteY44-16822" fmla="*/ 1168 h 5728"/>
                  <a:gd name="connsiteX45-16823" fmla="*/ 6545 w 6642"/>
                  <a:gd name="connsiteY45-16824" fmla="*/ 1427 h 5728"/>
                  <a:gd name="connsiteX46-16825" fmla="*/ 6547 w 6642"/>
                  <a:gd name="connsiteY46-16826" fmla="*/ 1617 h 5728"/>
                  <a:gd name="connsiteX47-16827" fmla="*/ 6480 w 6642"/>
                  <a:gd name="connsiteY47-16828" fmla="*/ 1625 h 5728"/>
                  <a:gd name="connsiteX48-16829" fmla="*/ 6458 w 6642"/>
                  <a:gd name="connsiteY48-16830" fmla="*/ 1507 h 5728"/>
                  <a:gd name="connsiteX49-16831" fmla="*/ 6423 w 6642"/>
                  <a:gd name="connsiteY49-16832" fmla="*/ 1450 h 5728"/>
                  <a:gd name="connsiteX50-16833" fmla="*/ 6333 w 6642"/>
                  <a:gd name="connsiteY50-16834" fmla="*/ 1582 h 5728"/>
                  <a:gd name="connsiteX51-16835" fmla="*/ 6220 w 6642"/>
                  <a:gd name="connsiteY51-16836" fmla="*/ 1776 h 5728"/>
                  <a:gd name="connsiteX52-16837" fmla="*/ 6101 w 6642"/>
                  <a:gd name="connsiteY52-16838" fmla="*/ 1904 h 5728"/>
                  <a:gd name="connsiteX53-16839" fmla="*/ 6094 w 6642"/>
                  <a:gd name="connsiteY53-16840" fmla="*/ 2018 h 5728"/>
                  <a:gd name="connsiteX54-16841" fmla="*/ 6154 w 6642"/>
                  <a:gd name="connsiteY54-16842" fmla="*/ 2115 h 5728"/>
                  <a:gd name="connsiteX55-16843" fmla="*/ 6256 w 6642"/>
                  <a:gd name="connsiteY55-16844" fmla="*/ 2183 h 5728"/>
                  <a:gd name="connsiteX56-16845" fmla="*/ 6333 w 6642"/>
                  <a:gd name="connsiteY56-16846" fmla="*/ 2178 h 5728"/>
                  <a:gd name="connsiteX57-16847" fmla="*/ 6378 w 6642"/>
                  <a:gd name="connsiteY57-16848" fmla="*/ 2104 h 5728"/>
                  <a:gd name="connsiteX58-16849" fmla="*/ 6412 w 6642"/>
                  <a:gd name="connsiteY58-16850" fmla="*/ 2210 h 5728"/>
                  <a:gd name="connsiteX59-16851" fmla="*/ 6300 w 6642"/>
                  <a:gd name="connsiteY59-16852" fmla="*/ 2249 h 5728"/>
                  <a:gd name="connsiteX60-16853" fmla="*/ 6347 w 6642"/>
                  <a:gd name="connsiteY60-16854" fmla="*/ 2362 h 5728"/>
                  <a:gd name="connsiteX61-16855" fmla="*/ 6212 w 6642"/>
                  <a:gd name="connsiteY61-16856" fmla="*/ 2509 h 5728"/>
                  <a:gd name="connsiteX62-16857" fmla="*/ 6171 w 6642"/>
                  <a:gd name="connsiteY62-16858" fmla="*/ 2498 h 5728"/>
                  <a:gd name="connsiteX63-16859" fmla="*/ 6047 w 6642"/>
                  <a:gd name="connsiteY63-16860" fmla="*/ 2413 h 5728"/>
                  <a:gd name="connsiteX64-16861" fmla="*/ 5992 w 6642"/>
                  <a:gd name="connsiteY64-16862" fmla="*/ 2412 h 5728"/>
                  <a:gd name="connsiteX65-16863" fmla="*/ 5957 w 6642"/>
                  <a:gd name="connsiteY65-16864" fmla="*/ 2480 h 5728"/>
                  <a:gd name="connsiteX66-16865" fmla="*/ 5960 w 6642"/>
                  <a:gd name="connsiteY66-16866" fmla="*/ 2562 h 5728"/>
                  <a:gd name="connsiteX67-16867" fmla="*/ 6138 w 6642"/>
                  <a:gd name="connsiteY67-16868" fmla="*/ 2730 h 5728"/>
                  <a:gd name="connsiteX68-16869" fmla="*/ 6137 w 6642"/>
                  <a:gd name="connsiteY68-16870" fmla="*/ 2844 h 5728"/>
                  <a:gd name="connsiteX69-16871" fmla="*/ 6228 w 6642"/>
                  <a:gd name="connsiteY69-16872" fmla="*/ 3060 h 5728"/>
                  <a:gd name="connsiteX70-16873" fmla="*/ 6254 w 6642"/>
                  <a:gd name="connsiteY70-16874" fmla="*/ 3090 h 5728"/>
                  <a:gd name="connsiteX71-16875" fmla="*/ 6298 w 6642"/>
                  <a:gd name="connsiteY71-16876" fmla="*/ 3094 h 5728"/>
                  <a:gd name="connsiteX72-16877" fmla="*/ 6344 w 6642"/>
                  <a:gd name="connsiteY72-16878" fmla="*/ 3010 h 5728"/>
                  <a:gd name="connsiteX73-16879" fmla="*/ 6424 w 6642"/>
                  <a:gd name="connsiteY73-16880" fmla="*/ 2950 h 5728"/>
                  <a:gd name="connsiteX74-16881" fmla="*/ 6519 w 6642"/>
                  <a:gd name="connsiteY74-16882" fmla="*/ 3126 h 5728"/>
                  <a:gd name="connsiteX75-16883" fmla="*/ 6629 w 6642"/>
                  <a:gd name="connsiteY75-16884" fmla="*/ 3312 h 5728"/>
                  <a:gd name="connsiteX76-16885" fmla="*/ 6642 w 6642"/>
                  <a:gd name="connsiteY76-16886" fmla="*/ 3342 h 5728"/>
                  <a:gd name="connsiteX77-16887" fmla="*/ 6631 w 6642"/>
                  <a:gd name="connsiteY77-16888" fmla="*/ 3518 h 5728"/>
                  <a:gd name="connsiteX78-16889" fmla="*/ 6596 w 6642"/>
                  <a:gd name="connsiteY78-16890" fmla="*/ 3554 h 5728"/>
                  <a:gd name="connsiteX79-16891" fmla="*/ 6507 w 6642"/>
                  <a:gd name="connsiteY79-16892" fmla="*/ 3515 h 5728"/>
                  <a:gd name="connsiteX80-16893" fmla="*/ 6273 w 6642"/>
                  <a:gd name="connsiteY80-16894" fmla="*/ 3644 h 5728"/>
                  <a:gd name="connsiteX81-16895" fmla="*/ 6247 w 6642"/>
                  <a:gd name="connsiteY81-16896" fmla="*/ 3666 h 5728"/>
                  <a:gd name="connsiteX82-16897" fmla="*/ 6067 w 6642"/>
                  <a:gd name="connsiteY82-16898" fmla="*/ 3812 h 5728"/>
                  <a:gd name="connsiteX83-16899" fmla="*/ 5926 w 6642"/>
                  <a:gd name="connsiteY83-16900" fmla="*/ 3926 h 5728"/>
                  <a:gd name="connsiteX84-16901" fmla="*/ 5891 w 6642"/>
                  <a:gd name="connsiteY84-16902" fmla="*/ 3965 h 5728"/>
                  <a:gd name="connsiteX85-16903" fmla="*/ 5839 w 6642"/>
                  <a:gd name="connsiteY85-16904" fmla="*/ 3973 h 5728"/>
                  <a:gd name="connsiteX86-16905" fmla="*/ 5782 w 6642"/>
                  <a:gd name="connsiteY86-16906" fmla="*/ 3916 h 5728"/>
                  <a:gd name="connsiteX87-16907" fmla="*/ 5658 w 6642"/>
                  <a:gd name="connsiteY87-16908" fmla="*/ 3808 h 5728"/>
                  <a:gd name="connsiteX88-16909" fmla="*/ 5682 w 6642"/>
                  <a:gd name="connsiteY88-16910" fmla="*/ 4064 h 5728"/>
                  <a:gd name="connsiteX89-16911" fmla="*/ 5691 w 6642"/>
                  <a:gd name="connsiteY89-16912" fmla="*/ 4192 h 5728"/>
                  <a:gd name="connsiteX90-16913" fmla="*/ 5429 w 6642"/>
                  <a:gd name="connsiteY90-16914" fmla="*/ 4166 h 5728"/>
                  <a:gd name="connsiteX91-16915" fmla="*/ 5347 w 6642"/>
                  <a:gd name="connsiteY91-16916" fmla="*/ 3987 h 5728"/>
                  <a:gd name="connsiteX92-16917" fmla="*/ 5265 w 6642"/>
                  <a:gd name="connsiteY92-16918" fmla="*/ 3802 h 5728"/>
                  <a:gd name="connsiteX93-16919" fmla="*/ 4290 w 6642"/>
                  <a:gd name="connsiteY93-16920" fmla="*/ 4504 h 5728"/>
                  <a:gd name="connsiteX94-16921" fmla="*/ 4293 w 6642"/>
                  <a:gd name="connsiteY94-16922" fmla="*/ 4556 h 5728"/>
                  <a:gd name="connsiteX95-16923" fmla="*/ 4257 w 6642"/>
                  <a:gd name="connsiteY95-16924" fmla="*/ 4614 h 5728"/>
                  <a:gd name="connsiteX96-16925" fmla="*/ 3992 w 6642"/>
                  <a:gd name="connsiteY96-16926" fmla="*/ 4680 h 5728"/>
                  <a:gd name="connsiteX97-16927" fmla="*/ 3857 w 6642"/>
                  <a:gd name="connsiteY97-16928" fmla="*/ 4739 h 5728"/>
                  <a:gd name="connsiteX98-16929" fmla="*/ 3815 w 6642"/>
                  <a:gd name="connsiteY98-16930" fmla="*/ 4777 h 5728"/>
                  <a:gd name="connsiteX99-16931" fmla="*/ 3616 w 6642"/>
                  <a:gd name="connsiteY99-16932" fmla="*/ 5021 h 5728"/>
                  <a:gd name="connsiteX100-16933" fmla="*/ 3543 w 6642"/>
                  <a:gd name="connsiteY100-16934" fmla="*/ 4970 h 5728"/>
                  <a:gd name="connsiteX101-16935" fmla="*/ 3460 w 6642"/>
                  <a:gd name="connsiteY101-16936" fmla="*/ 4971 h 5728"/>
                  <a:gd name="connsiteX102-16937" fmla="*/ 3424 w 6642"/>
                  <a:gd name="connsiteY102-16938" fmla="*/ 5045 h 5728"/>
                  <a:gd name="connsiteX103-16939" fmla="*/ 3313 w 6642"/>
                  <a:gd name="connsiteY103-16940" fmla="*/ 5000 h 5728"/>
                  <a:gd name="connsiteX104-16941" fmla="*/ 3235 w 6642"/>
                  <a:gd name="connsiteY104-16942" fmla="*/ 5109 h 5728"/>
                  <a:gd name="connsiteX105-16943" fmla="*/ 3013 w 6642"/>
                  <a:gd name="connsiteY105-16944" fmla="*/ 5349 h 5728"/>
                  <a:gd name="connsiteX106-16945" fmla="*/ 2993 w 6642"/>
                  <a:gd name="connsiteY106-16946" fmla="*/ 5516 h 5728"/>
                  <a:gd name="connsiteX107-16947" fmla="*/ 2976 w 6642"/>
                  <a:gd name="connsiteY107-16948" fmla="*/ 5659 h 5728"/>
                  <a:gd name="connsiteX108-16949" fmla="*/ 2960 w 6642"/>
                  <a:gd name="connsiteY108-16950" fmla="*/ 5669 h 5728"/>
                  <a:gd name="connsiteX109-16951" fmla="*/ 2638 w 6642"/>
                  <a:gd name="connsiteY109-16952" fmla="*/ 5621 h 5728"/>
                  <a:gd name="connsiteX110-16953" fmla="*/ 2536 w 6642"/>
                  <a:gd name="connsiteY110-16954" fmla="*/ 5566 h 5728"/>
                  <a:gd name="connsiteX111-16955" fmla="*/ 2482 w 6642"/>
                  <a:gd name="connsiteY111-16956" fmla="*/ 5503 h 5728"/>
                  <a:gd name="connsiteX112-16957" fmla="*/ 2377 w 6642"/>
                  <a:gd name="connsiteY112-16958" fmla="*/ 5477 h 5728"/>
                  <a:gd name="connsiteX113-16959" fmla="*/ 2377 w 6642"/>
                  <a:gd name="connsiteY113-16960" fmla="*/ 5379 h 5728"/>
                  <a:gd name="connsiteX114-16961" fmla="*/ 2481 w 6642"/>
                  <a:gd name="connsiteY114-16962" fmla="*/ 5149 h 5728"/>
                  <a:gd name="connsiteX115-16963" fmla="*/ 2341 w 6642"/>
                  <a:gd name="connsiteY115-16964" fmla="*/ 5070 h 5728"/>
                  <a:gd name="connsiteX116-16965" fmla="*/ 2299 w 6642"/>
                  <a:gd name="connsiteY116-16966" fmla="*/ 5095 h 5728"/>
                  <a:gd name="connsiteX117-16967" fmla="*/ 2209 w 6642"/>
                  <a:gd name="connsiteY117-16968" fmla="*/ 5214 h 5728"/>
                  <a:gd name="connsiteX118-16969" fmla="*/ 2177 w 6642"/>
                  <a:gd name="connsiteY118-16970" fmla="*/ 5276 h 5728"/>
                  <a:gd name="connsiteX119-16971" fmla="*/ 2115 w 6642"/>
                  <a:gd name="connsiteY119-16972" fmla="*/ 5386 h 5728"/>
                  <a:gd name="connsiteX120-16973" fmla="*/ 2121 w 6642"/>
                  <a:gd name="connsiteY120-16974" fmla="*/ 5510 h 5728"/>
                  <a:gd name="connsiteX121-16975" fmla="*/ 2082 w 6642"/>
                  <a:gd name="connsiteY121-16976" fmla="*/ 5558 h 5728"/>
                  <a:gd name="connsiteX122-16977" fmla="*/ 1951 w 6642"/>
                  <a:gd name="connsiteY122-16978" fmla="*/ 5617 h 5728"/>
                  <a:gd name="connsiteX123-16979" fmla="*/ 1785 w 6642"/>
                  <a:gd name="connsiteY123-16980" fmla="*/ 5649 h 5728"/>
                  <a:gd name="connsiteX124-16981" fmla="*/ 1682 w 6642"/>
                  <a:gd name="connsiteY124-16982" fmla="*/ 5728 h 5728"/>
                  <a:gd name="connsiteX125-16983" fmla="*/ 1568 w 6642"/>
                  <a:gd name="connsiteY125-16984" fmla="*/ 5611 h 5728"/>
                  <a:gd name="connsiteX126-16985" fmla="*/ 1508 w 6642"/>
                  <a:gd name="connsiteY126-16986" fmla="*/ 5485 h 5728"/>
                  <a:gd name="connsiteX127-16987" fmla="*/ 1630 w 6642"/>
                  <a:gd name="connsiteY127-16988" fmla="*/ 5242 h 5728"/>
                  <a:gd name="connsiteX128-16989" fmla="*/ 1685 w 6642"/>
                  <a:gd name="connsiteY128-16990" fmla="*/ 5195 h 5728"/>
                  <a:gd name="connsiteX129-16991" fmla="*/ 1730 w 6642"/>
                  <a:gd name="connsiteY129-16992" fmla="*/ 5120 h 5728"/>
                  <a:gd name="connsiteX130-16993" fmla="*/ 1727 w 6642"/>
                  <a:gd name="connsiteY130-16994" fmla="*/ 5071 h 5728"/>
                  <a:gd name="connsiteX131-16995" fmla="*/ 1530 w 6642"/>
                  <a:gd name="connsiteY131-16996" fmla="*/ 5007 h 5728"/>
                  <a:gd name="connsiteX132-16997" fmla="*/ 1459 w 6642"/>
                  <a:gd name="connsiteY132-16998" fmla="*/ 5064 h 5728"/>
                  <a:gd name="connsiteX133-16999" fmla="*/ 1353 w 6642"/>
                  <a:gd name="connsiteY133-17000" fmla="*/ 5111 h 5728"/>
                  <a:gd name="connsiteX134-17001" fmla="*/ 1290 w 6642"/>
                  <a:gd name="connsiteY134-17002" fmla="*/ 5063 h 5728"/>
                  <a:gd name="connsiteX135-17003" fmla="*/ 1052 w 6642"/>
                  <a:gd name="connsiteY135-17004" fmla="*/ 5254 h 5728"/>
                  <a:gd name="connsiteX136-17005" fmla="*/ 924 w 6642"/>
                  <a:gd name="connsiteY136-17006" fmla="*/ 5231 h 5728"/>
                  <a:gd name="connsiteX137-17007" fmla="*/ 813 w 6642"/>
                  <a:gd name="connsiteY137-17008" fmla="*/ 5097 h 5728"/>
                  <a:gd name="connsiteX138-17009" fmla="*/ 683 w 6642"/>
                  <a:gd name="connsiteY138-17010" fmla="*/ 4930 h 5728"/>
                  <a:gd name="connsiteX139-17011" fmla="*/ 572 w 6642"/>
                  <a:gd name="connsiteY139-17012" fmla="*/ 4806 h 5728"/>
                  <a:gd name="connsiteX140-17013" fmla="*/ 505 w 6642"/>
                  <a:gd name="connsiteY140-17014" fmla="*/ 4788 h 5728"/>
                  <a:gd name="connsiteX141-17015" fmla="*/ 640 w 6642"/>
                  <a:gd name="connsiteY141-17016" fmla="*/ 4631 h 5728"/>
                  <a:gd name="connsiteX142-17017" fmla="*/ 683 w 6642"/>
                  <a:gd name="connsiteY142-17018" fmla="*/ 4541 h 5728"/>
                  <a:gd name="connsiteX143-17019" fmla="*/ 651 w 6642"/>
                  <a:gd name="connsiteY143-17020" fmla="*/ 4438 h 5728"/>
                  <a:gd name="connsiteX144-17021" fmla="*/ 277 w 6642"/>
                  <a:gd name="connsiteY144-17022" fmla="*/ 4491 h 5728"/>
                  <a:gd name="connsiteX145-17023" fmla="*/ 187 w 6642"/>
                  <a:gd name="connsiteY145-17024" fmla="*/ 4518 h 5728"/>
                  <a:gd name="connsiteX146-17025" fmla="*/ 195 w 6642"/>
                  <a:gd name="connsiteY146-17026" fmla="*/ 4384 h 5728"/>
                  <a:gd name="connsiteX147-17027" fmla="*/ 147 w 6642"/>
                  <a:gd name="connsiteY147-17028" fmla="*/ 4318 h 5728"/>
                  <a:gd name="connsiteX148-17029" fmla="*/ 39 w 6642"/>
                  <a:gd name="connsiteY148-17030" fmla="*/ 4220 h 5728"/>
                  <a:gd name="connsiteX149-17031" fmla="*/ 75 w 6642"/>
                  <a:gd name="connsiteY149-17032" fmla="*/ 4093 h 5728"/>
                  <a:gd name="connsiteX150-17033" fmla="*/ 63 w 6642"/>
                  <a:gd name="connsiteY150-17034" fmla="*/ 3929 h 5728"/>
                  <a:gd name="connsiteX151-17035" fmla="*/ 0 w 6642"/>
                  <a:gd name="connsiteY151-17036" fmla="*/ 3842 h 5728"/>
                  <a:gd name="connsiteX152-17037" fmla="*/ 0 w 6642"/>
                  <a:gd name="connsiteY152-17038" fmla="*/ 3737 h 5728"/>
                  <a:gd name="connsiteX153-17039" fmla="*/ 303 w 6642"/>
                  <a:gd name="connsiteY153-17040" fmla="*/ 3824 h 5728"/>
                  <a:gd name="connsiteX0-17041" fmla="*/ 5456 w 6642"/>
                  <a:gd name="connsiteY0-17042" fmla="*/ 2333 h 5728"/>
                  <a:gd name="connsiteX1-17043" fmla="*/ 5454 w 6642"/>
                  <a:gd name="connsiteY1-17044" fmla="*/ 2117 h 5728"/>
                  <a:gd name="connsiteX2-17045" fmla="*/ 5378 w 6642"/>
                  <a:gd name="connsiteY2-17046" fmla="*/ 2039 h 5728"/>
                  <a:gd name="connsiteX3-17047" fmla="*/ 5235 w 6642"/>
                  <a:gd name="connsiteY3-17048" fmla="*/ 1951 h 5728"/>
                  <a:gd name="connsiteX4-17049" fmla="*/ 5143 w 6642"/>
                  <a:gd name="connsiteY4-17050" fmla="*/ 1827 h 5728"/>
                  <a:gd name="connsiteX5-17051" fmla="*/ 5047 w 6642"/>
                  <a:gd name="connsiteY5-17052" fmla="*/ 1828 h 5728"/>
                  <a:gd name="connsiteX6-17053" fmla="*/ 5002 w 6642"/>
                  <a:gd name="connsiteY6-17054" fmla="*/ 1883 h 5728"/>
                  <a:gd name="connsiteX7-17055" fmla="*/ 4909 w 6642"/>
                  <a:gd name="connsiteY7-17056" fmla="*/ 1877 h 5728"/>
                  <a:gd name="connsiteX8-17057" fmla="*/ 4889 w 6642"/>
                  <a:gd name="connsiteY8-17058" fmla="*/ 1994 h 5728"/>
                  <a:gd name="connsiteX9-17059" fmla="*/ 4708 w 6642"/>
                  <a:gd name="connsiteY9-17060" fmla="*/ 1941 h 5728"/>
                  <a:gd name="connsiteX10-17061" fmla="*/ 4625 w 6642"/>
                  <a:gd name="connsiteY10-17062" fmla="*/ 1939 h 5728"/>
                  <a:gd name="connsiteX11-17063" fmla="*/ 4500 w 6642"/>
                  <a:gd name="connsiteY11-17064" fmla="*/ 2014 h 5728"/>
                  <a:gd name="connsiteX12-17065" fmla="*/ 4388 w 6642"/>
                  <a:gd name="connsiteY12-17066" fmla="*/ 1890 h 5728"/>
                  <a:gd name="connsiteX13-17067" fmla="*/ 4482 w 6642"/>
                  <a:gd name="connsiteY13-17068" fmla="*/ 1804 h 5728"/>
                  <a:gd name="connsiteX14-17069" fmla="*/ 4486 w 6642"/>
                  <a:gd name="connsiteY14-17070" fmla="*/ 1634 h 5728"/>
                  <a:gd name="connsiteX15-17071" fmla="*/ 4541 w 6642"/>
                  <a:gd name="connsiteY15-17072" fmla="*/ 1514 h 5728"/>
                  <a:gd name="connsiteX16-17073" fmla="*/ 4584 w 6642"/>
                  <a:gd name="connsiteY16-17074" fmla="*/ 1306 h 5728"/>
                  <a:gd name="connsiteX17-17075" fmla="*/ 4644 w 6642"/>
                  <a:gd name="connsiteY17-17076" fmla="*/ 1307 h 5728"/>
                  <a:gd name="connsiteX18-17077" fmla="*/ 4967 w 6642"/>
                  <a:gd name="connsiteY18-17078" fmla="*/ 1286 h 5728"/>
                  <a:gd name="connsiteX19-17079" fmla="*/ 5141 w 6642"/>
                  <a:gd name="connsiteY19-17080" fmla="*/ 1117 h 5728"/>
                  <a:gd name="connsiteX20-17081" fmla="*/ 5210 w 6642"/>
                  <a:gd name="connsiteY20-17082" fmla="*/ 748 h 5728"/>
                  <a:gd name="connsiteX21-17083" fmla="*/ 5320 w 6642"/>
                  <a:gd name="connsiteY21-17084" fmla="*/ 486 h 5728"/>
                  <a:gd name="connsiteX22-17085" fmla="*/ 5318 w 6642"/>
                  <a:gd name="connsiteY22-17086" fmla="*/ 358 h 5728"/>
                  <a:gd name="connsiteX23-17087" fmla="*/ 5305 w 6642"/>
                  <a:gd name="connsiteY23-17088" fmla="*/ 328 h 5728"/>
                  <a:gd name="connsiteX24-17089" fmla="*/ 5238 w 6642"/>
                  <a:gd name="connsiteY24-17090" fmla="*/ 251 h 5728"/>
                  <a:gd name="connsiteX25-17091" fmla="*/ 5178 w 6642"/>
                  <a:gd name="connsiteY25-17092" fmla="*/ 217 h 5728"/>
                  <a:gd name="connsiteX26-17093" fmla="*/ 5303 w 6642"/>
                  <a:gd name="connsiteY26-17094" fmla="*/ 56 h 5728"/>
                  <a:gd name="connsiteX27-17095" fmla="*/ 5476 w 6642"/>
                  <a:gd name="connsiteY27-17096" fmla="*/ 2 h 5728"/>
                  <a:gd name="connsiteX28-17097" fmla="*/ 5508 w 6642"/>
                  <a:gd name="connsiteY28-17098" fmla="*/ 49 h 5728"/>
                  <a:gd name="connsiteX29-17099" fmla="*/ 5498 w 6642"/>
                  <a:gd name="connsiteY29-17100" fmla="*/ 133 h 5728"/>
                  <a:gd name="connsiteX30-17101" fmla="*/ 5437 w 6642"/>
                  <a:gd name="connsiteY30-17102" fmla="*/ 243 h 5728"/>
                  <a:gd name="connsiteX31-17103" fmla="*/ 5507 w 6642"/>
                  <a:gd name="connsiteY31-17104" fmla="*/ 301 h 5728"/>
                  <a:gd name="connsiteX32-17105" fmla="*/ 5621 w 6642"/>
                  <a:gd name="connsiteY32-17106" fmla="*/ 366 h 5728"/>
                  <a:gd name="connsiteX33-17107" fmla="*/ 5641 w 6642"/>
                  <a:gd name="connsiteY33-17108" fmla="*/ 255 h 5728"/>
                  <a:gd name="connsiteX34-17109" fmla="*/ 5775 w 6642"/>
                  <a:gd name="connsiteY34-17110" fmla="*/ 291 h 5728"/>
                  <a:gd name="connsiteX35-17111" fmla="*/ 5800 w 6642"/>
                  <a:gd name="connsiteY35-17112" fmla="*/ 331 h 5728"/>
                  <a:gd name="connsiteX36-17113" fmla="*/ 5876 w 6642"/>
                  <a:gd name="connsiteY36-17114" fmla="*/ 562 h 5728"/>
                  <a:gd name="connsiteX37-17115" fmla="*/ 5911 w 6642"/>
                  <a:gd name="connsiteY37-17116" fmla="*/ 586 h 5728"/>
                  <a:gd name="connsiteX38-17117" fmla="*/ 6003 w 6642"/>
                  <a:gd name="connsiteY38-17118" fmla="*/ 578 h 5728"/>
                  <a:gd name="connsiteX39-17119" fmla="*/ 6263 w 6642"/>
                  <a:gd name="connsiteY39-17120" fmla="*/ 490 h 5728"/>
                  <a:gd name="connsiteX40-17121" fmla="*/ 6483 w 6642"/>
                  <a:gd name="connsiteY40-17122" fmla="*/ 479 h 5728"/>
                  <a:gd name="connsiteX41-17123" fmla="*/ 6543 w 6642"/>
                  <a:gd name="connsiteY41-17124" fmla="*/ 648 h 5728"/>
                  <a:gd name="connsiteX42-17125" fmla="*/ 6461 w 6642"/>
                  <a:gd name="connsiteY42-17126" fmla="*/ 944 h 5728"/>
                  <a:gd name="connsiteX43-17127" fmla="*/ 6461 w 6642"/>
                  <a:gd name="connsiteY43-17128" fmla="*/ 1022 h 5728"/>
                  <a:gd name="connsiteX44-17129" fmla="*/ 6530 w 6642"/>
                  <a:gd name="connsiteY44-17130" fmla="*/ 1168 h 5728"/>
                  <a:gd name="connsiteX45-17131" fmla="*/ 6545 w 6642"/>
                  <a:gd name="connsiteY45-17132" fmla="*/ 1427 h 5728"/>
                  <a:gd name="connsiteX46-17133" fmla="*/ 6547 w 6642"/>
                  <a:gd name="connsiteY46-17134" fmla="*/ 1617 h 5728"/>
                  <a:gd name="connsiteX47-17135" fmla="*/ 6480 w 6642"/>
                  <a:gd name="connsiteY47-17136" fmla="*/ 1625 h 5728"/>
                  <a:gd name="connsiteX48-17137" fmla="*/ 6458 w 6642"/>
                  <a:gd name="connsiteY48-17138" fmla="*/ 1507 h 5728"/>
                  <a:gd name="connsiteX49-17139" fmla="*/ 6423 w 6642"/>
                  <a:gd name="connsiteY49-17140" fmla="*/ 1450 h 5728"/>
                  <a:gd name="connsiteX50-17141" fmla="*/ 6333 w 6642"/>
                  <a:gd name="connsiteY50-17142" fmla="*/ 1582 h 5728"/>
                  <a:gd name="connsiteX51-17143" fmla="*/ 6220 w 6642"/>
                  <a:gd name="connsiteY51-17144" fmla="*/ 1776 h 5728"/>
                  <a:gd name="connsiteX52-17145" fmla="*/ 6101 w 6642"/>
                  <a:gd name="connsiteY52-17146" fmla="*/ 1904 h 5728"/>
                  <a:gd name="connsiteX53-17147" fmla="*/ 6094 w 6642"/>
                  <a:gd name="connsiteY53-17148" fmla="*/ 2018 h 5728"/>
                  <a:gd name="connsiteX54-17149" fmla="*/ 6154 w 6642"/>
                  <a:gd name="connsiteY54-17150" fmla="*/ 2115 h 5728"/>
                  <a:gd name="connsiteX55-17151" fmla="*/ 6256 w 6642"/>
                  <a:gd name="connsiteY55-17152" fmla="*/ 2183 h 5728"/>
                  <a:gd name="connsiteX56-17153" fmla="*/ 6333 w 6642"/>
                  <a:gd name="connsiteY56-17154" fmla="*/ 2178 h 5728"/>
                  <a:gd name="connsiteX57-17155" fmla="*/ 6378 w 6642"/>
                  <a:gd name="connsiteY57-17156" fmla="*/ 2104 h 5728"/>
                  <a:gd name="connsiteX58-17157" fmla="*/ 6412 w 6642"/>
                  <a:gd name="connsiteY58-17158" fmla="*/ 2210 h 5728"/>
                  <a:gd name="connsiteX59-17159" fmla="*/ 6300 w 6642"/>
                  <a:gd name="connsiteY59-17160" fmla="*/ 2249 h 5728"/>
                  <a:gd name="connsiteX60-17161" fmla="*/ 6347 w 6642"/>
                  <a:gd name="connsiteY60-17162" fmla="*/ 2362 h 5728"/>
                  <a:gd name="connsiteX61-17163" fmla="*/ 6212 w 6642"/>
                  <a:gd name="connsiteY61-17164" fmla="*/ 2509 h 5728"/>
                  <a:gd name="connsiteX62-17165" fmla="*/ 6171 w 6642"/>
                  <a:gd name="connsiteY62-17166" fmla="*/ 2498 h 5728"/>
                  <a:gd name="connsiteX63-17167" fmla="*/ 6047 w 6642"/>
                  <a:gd name="connsiteY63-17168" fmla="*/ 2413 h 5728"/>
                  <a:gd name="connsiteX64-17169" fmla="*/ 5992 w 6642"/>
                  <a:gd name="connsiteY64-17170" fmla="*/ 2412 h 5728"/>
                  <a:gd name="connsiteX65-17171" fmla="*/ 5957 w 6642"/>
                  <a:gd name="connsiteY65-17172" fmla="*/ 2480 h 5728"/>
                  <a:gd name="connsiteX66-17173" fmla="*/ 5960 w 6642"/>
                  <a:gd name="connsiteY66-17174" fmla="*/ 2562 h 5728"/>
                  <a:gd name="connsiteX67-17175" fmla="*/ 6138 w 6642"/>
                  <a:gd name="connsiteY67-17176" fmla="*/ 2730 h 5728"/>
                  <a:gd name="connsiteX68-17177" fmla="*/ 6137 w 6642"/>
                  <a:gd name="connsiteY68-17178" fmla="*/ 2844 h 5728"/>
                  <a:gd name="connsiteX69-17179" fmla="*/ 6228 w 6642"/>
                  <a:gd name="connsiteY69-17180" fmla="*/ 3060 h 5728"/>
                  <a:gd name="connsiteX70-17181" fmla="*/ 6254 w 6642"/>
                  <a:gd name="connsiteY70-17182" fmla="*/ 3090 h 5728"/>
                  <a:gd name="connsiteX71-17183" fmla="*/ 6298 w 6642"/>
                  <a:gd name="connsiteY71-17184" fmla="*/ 3094 h 5728"/>
                  <a:gd name="connsiteX72-17185" fmla="*/ 6344 w 6642"/>
                  <a:gd name="connsiteY72-17186" fmla="*/ 3010 h 5728"/>
                  <a:gd name="connsiteX73-17187" fmla="*/ 6424 w 6642"/>
                  <a:gd name="connsiteY73-17188" fmla="*/ 2950 h 5728"/>
                  <a:gd name="connsiteX74-17189" fmla="*/ 6519 w 6642"/>
                  <a:gd name="connsiteY74-17190" fmla="*/ 3126 h 5728"/>
                  <a:gd name="connsiteX75-17191" fmla="*/ 6629 w 6642"/>
                  <a:gd name="connsiteY75-17192" fmla="*/ 3312 h 5728"/>
                  <a:gd name="connsiteX76-17193" fmla="*/ 6642 w 6642"/>
                  <a:gd name="connsiteY76-17194" fmla="*/ 3342 h 5728"/>
                  <a:gd name="connsiteX77-17195" fmla="*/ 6631 w 6642"/>
                  <a:gd name="connsiteY77-17196" fmla="*/ 3518 h 5728"/>
                  <a:gd name="connsiteX78-17197" fmla="*/ 6596 w 6642"/>
                  <a:gd name="connsiteY78-17198" fmla="*/ 3554 h 5728"/>
                  <a:gd name="connsiteX79-17199" fmla="*/ 6507 w 6642"/>
                  <a:gd name="connsiteY79-17200" fmla="*/ 3515 h 5728"/>
                  <a:gd name="connsiteX80-17201" fmla="*/ 6273 w 6642"/>
                  <a:gd name="connsiteY80-17202" fmla="*/ 3644 h 5728"/>
                  <a:gd name="connsiteX81-17203" fmla="*/ 6247 w 6642"/>
                  <a:gd name="connsiteY81-17204" fmla="*/ 3666 h 5728"/>
                  <a:gd name="connsiteX82-17205" fmla="*/ 6067 w 6642"/>
                  <a:gd name="connsiteY82-17206" fmla="*/ 3812 h 5728"/>
                  <a:gd name="connsiteX83-17207" fmla="*/ 5926 w 6642"/>
                  <a:gd name="connsiteY83-17208" fmla="*/ 3926 h 5728"/>
                  <a:gd name="connsiteX84-17209" fmla="*/ 5891 w 6642"/>
                  <a:gd name="connsiteY84-17210" fmla="*/ 3965 h 5728"/>
                  <a:gd name="connsiteX85-17211" fmla="*/ 5839 w 6642"/>
                  <a:gd name="connsiteY85-17212" fmla="*/ 3973 h 5728"/>
                  <a:gd name="connsiteX86-17213" fmla="*/ 5782 w 6642"/>
                  <a:gd name="connsiteY86-17214" fmla="*/ 3916 h 5728"/>
                  <a:gd name="connsiteX87-17215" fmla="*/ 5658 w 6642"/>
                  <a:gd name="connsiteY87-17216" fmla="*/ 3808 h 5728"/>
                  <a:gd name="connsiteX88-17217" fmla="*/ 5682 w 6642"/>
                  <a:gd name="connsiteY88-17218" fmla="*/ 4064 h 5728"/>
                  <a:gd name="connsiteX89-17219" fmla="*/ 5691 w 6642"/>
                  <a:gd name="connsiteY89-17220" fmla="*/ 4192 h 5728"/>
                  <a:gd name="connsiteX90-17221" fmla="*/ 5429 w 6642"/>
                  <a:gd name="connsiteY90-17222" fmla="*/ 4166 h 5728"/>
                  <a:gd name="connsiteX91-17223" fmla="*/ 5347 w 6642"/>
                  <a:gd name="connsiteY91-17224" fmla="*/ 3987 h 5728"/>
                  <a:gd name="connsiteX92-17225" fmla="*/ 5265 w 6642"/>
                  <a:gd name="connsiteY92-17226" fmla="*/ 3802 h 5728"/>
                  <a:gd name="connsiteX93-17227" fmla="*/ 4290 w 6642"/>
                  <a:gd name="connsiteY93-17228" fmla="*/ 4504 h 5728"/>
                  <a:gd name="connsiteX94-17229" fmla="*/ 4293 w 6642"/>
                  <a:gd name="connsiteY94-17230" fmla="*/ 4556 h 5728"/>
                  <a:gd name="connsiteX95-17231" fmla="*/ 4257 w 6642"/>
                  <a:gd name="connsiteY95-17232" fmla="*/ 4614 h 5728"/>
                  <a:gd name="connsiteX96-17233" fmla="*/ 3992 w 6642"/>
                  <a:gd name="connsiteY96-17234" fmla="*/ 4680 h 5728"/>
                  <a:gd name="connsiteX97-17235" fmla="*/ 3857 w 6642"/>
                  <a:gd name="connsiteY97-17236" fmla="*/ 4739 h 5728"/>
                  <a:gd name="connsiteX98-17237" fmla="*/ 3815 w 6642"/>
                  <a:gd name="connsiteY98-17238" fmla="*/ 4777 h 5728"/>
                  <a:gd name="connsiteX99-17239" fmla="*/ 3616 w 6642"/>
                  <a:gd name="connsiteY99-17240" fmla="*/ 5021 h 5728"/>
                  <a:gd name="connsiteX100-17241" fmla="*/ 3543 w 6642"/>
                  <a:gd name="connsiteY100-17242" fmla="*/ 4970 h 5728"/>
                  <a:gd name="connsiteX101-17243" fmla="*/ 3460 w 6642"/>
                  <a:gd name="connsiteY101-17244" fmla="*/ 4971 h 5728"/>
                  <a:gd name="connsiteX102-17245" fmla="*/ 3424 w 6642"/>
                  <a:gd name="connsiteY102-17246" fmla="*/ 5045 h 5728"/>
                  <a:gd name="connsiteX103-17247" fmla="*/ 3313 w 6642"/>
                  <a:gd name="connsiteY103-17248" fmla="*/ 5000 h 5728"/>
                  <a:gd name="connsiteX104-17249" fmla="*/ 3235 w 6642"/>
                  <a:gd name="connsiteY104-17250" fmla="*/ 5109 h 5728"/>
                  <a:gd name="connsiteX105-17251" fmla="*/ 3013 w 6642"/>
                  <a:gd name="connsiteY105-17252" fmla="*/ 5349 h 5728"/>
                  <a:gd name="connsiteX106-17253" fmla="*/ 2993 w 6642"/>
                  <a:gd name="connsiteY106-17254" fmla="*/ 5516 h 5728"/>
                  <a:gd name="connsiteX107-17255" fmla="*/ 2976 w 6642"/>
                  <a:gd name="connsiteY107-17256" fmla="*/ 5659 h 5728"/>
                  <a:gd name="connsiteX108-17257" fmla="*/ 2960 w 6642"/>
                  <a:gd name="connsiteY108-17258" fmla="*/ 5669 h 5728"/>
                  <a:gd name="connsiteX109-17259" fmla="*/ 2638 w 6642"/>
                  <a:gd name="connsiteY109-17260" fmla="*/ 5621 h 5728"/>
                  <a:gd name="connsiteX110-17261" fmla="*/ 2536 w 6642"/>
                  <a:gd name="connsiteY110-17262" fmla="*/ 5566 h 5728"/>
                  <a:gd name="connsiteX111-17263" fmla="*/ 2482 w 6642"/>
                  <a:gd name="connsiteY111-17264" fmla="*/ 5503 h 5728"/>
                  <a:gd name="connsiteX112-17265" fmla="*/ 2377 w 6642"/>
                  <a:gd name="connsiteY112-17266" fmla="*/ 5477 h 5728"/>
                  <a:gd name="connsiteX113-17267" fmla="*/ 2377 w 6642"/>
                  <a:gd name="connsiteY113-17268" fmla="*/ 5379 h 5728"/>
                  <a:gd name="connsiteX114-17269" fmla="*/ 2481 w 6642"/>
                  <a:gd name="connsiteY114-17270" fmla="*/ 5149 h 5728"/>
                  <a:gd name="connsiteX115-17271" fmla="*/ 2341 w 6642"/>
                  <a:gd name="connsiteY115-17272" fmla="*/ 5070 h 5728"/>
                  <a:gd name="connsiteX116-17273" fmla="*/ 2299 w 6642"/>
                  <a:gd name="connsiteY116-17274" fmla="*/ 5095 h 5728"/>
                  <a:gd name="connsiteX117-17275" fmla="*/ 2209 w 6642"/>
                  <a:gd name="connsiteY117-17276" fmla="*/ 5214 h 5728"/>
                  <a:gd name="connsiteX118-17277" fmla="*/ 2177 w 6642"/>
                  <a:gd name="connsiteY118-17278" fmla="*/ 5276 h 5728"/>
                  <a:gd name="connsiteX119-17279" fmla="*/ 2115 w 6642"/>
                  <a:gd name="connsiteY119-17280" fmla="*/ 5386 h 5728"/>
                  <a:gd name="connsiteX120-17281" fmla="*/ 2121 w 6642"/>
                  <a:gd name="connsiteY120-17282" fmla="*/ 5510 h 5728"/>
                  <a:gd name="connsiteX121-17283" fmla="*/ 2082 w 6642"/>
                  <a:gd name="connsiteY121-17284" fmla="*/ 5558 h 5728"/>
                  <a:gd name="connsiteX122-17285" fmla="*/ 1951 w 6642"/>
                  <a:gd name="connsiteY122-17286" fmla="*/ 5617 h 5728"/>
                  <a:gd name="connsiteX123-17287" fmla="*/ 1785 w 6642"/>
                  <a:gd name="connsiteY123-17288" fmla="*/ 5649 h 5728"/>
                  <a:gd name="connsiteX124-17289" fmla="*/ 1682 w 6642"/>
                  <a:gd name="connsiteY124-17290" fmla="*/ 5728 h 5728"/>
                  <a:gd name="connsiteX125-17291" fmla="*/ 1568 w 6642"/>
                  <a:gd name="connsiteY125-17292" fmla="*/ 5611 h 5728"/>
                  <a:gd name="connsiteX126-17293" fmla="*/ 1508 w 6642"/>
                  <a:gd name="connsiteY126-17294" fmla="*/ 5485 h 5728"/>
                  <a:gd name="connsiteX127-17295" fmla="*/ 1630 w 6642"/>
                  <a:gd name="connsiteY127-17296" fmla="*/ 5242 h 5728"/>
                  <a:gd name="connsiteX128-17297" fmla="*/ 1685 w 6642"/>
                  <a:gd name="connsiteY128-17298" fmla="*/ 5195 h 5728"/>
                  <a:gd name="connsiteX129-17299" fmla="*/ 1730 w 6642"/>
                  <a:gd name="connsiteY129-17300" fmla="*/ 5120 h 5728"/>
                  <a:gd name="connsiteX130-17301" fmla="*/ 1727 w 6642"/>
                  <a:gd name="connsiteY130-17302" fmla="*/ 5071 h 5728"/>
                  <a:gd name="connsiteX131-17303" fmla="*/ 1530 w 6642"/>
                  <a:gd name="connsiteY131-17304" fmla="*/ 5007 h 5728"/>
                  <a:gd name="connsiteX132-17305" fmla="*/ 1459 w 6642"/>
                  <a:gd name="connsiteY132-17306" fmla="*/ 5064 h 5728"/>
                  <a:gd name="connsiteX133-17307" fmla="*/ 1353 w 6642"/>
                  <a:gd name="connsiteY133-17308" fmla="*/ 5111 h 5728"/>
                  <a:gd name="connsiteX134-17309" fmla="*/ 1290 w 6642"/>
                  <a:gd name="connsiteY134-17310" fmla="*/ 5063 h 5728"/>
                  <a:gd name="connsiteX135-17311" fmla="*/ 1052 w 6642"/>
                  <a:gd name="connsiteY135-17312" fmla="*/ 5254 h 5728"/>
                  <a:gd name="connsiteX136-17313" fmla="*/ 924 w 6642"/>
                  <a:gd name="connsiteY136-17314" fmla="*/ 5231 h 5728"/>
                  <a:gd name="connsiteX137-17315" fmla="*/ 813 w 6642"/>
                  <a:gd name="connsiteY137-17316" fmla="*/ 5097 h 5728"/>
                  <a:gd name="connsiteX138-17317" fmla="*/ 683 w 6642"/>
                  <a:gd name="connsiteY138-17318" fmla="*/ 4930 h 5728"/>
                  <a:gd name="connsiteX139-17319" fmla="*/ 572 w 6642"/>
                  <a:gd name="connsiteY139-17320" fmla="*/ 4806 h 5728"/>
                  <a:gd name="connsiteX140-17321" fmla="*/ 505 w 6642"/>
                  <a:gd name="connsiteY140-17322" fmla="*/ 4788 h 5728"/>
                  <a:gd name="connsiteX141-17323" fmla="*/ 640 w 6642"/>
                  <a:gd name="connsiteY141-17324" fmla="*/ 4631 h 5728"/>
                  <a:gd name="connsiteX142-17325" fmla="*/ 683 w 6642"/>
                  <a:gd name="connsiteY142-17326" fmla="*/ 4541 h 5728"/>
                  <a:gd name="connsiteX143-17327" fmla="*/ 651 w 6642"/>
                  <a:gd name="connsiteY143-17328" fmla="*/ 4438 h 5728"/>
                  <a:gd name="connsiteX144-17329" fmla="*/ 277 w 6642"/>
                  <a:gd name="connsiteY144-17330" fmla="*/ 4491 h 5728"/>
                  <a:gd name="connsiteX145-17331" fmla="*/ 187 w 6642"/>
                  <a:gd name="connsiteY145-17332" fmla="*/ 4518 h 5728"/>
                  <a:gd name="connsiteX146-17333" fmla="*/ 195 w 6642"/>
                  <a:gd name="connsiteY146-17334" fmla="*/ 4384 h 5728"/>
                  <a:gd name="connsiteX147-17335" fmla="*/ 147 w 6642"/>
                  <a:gd name="connsiteY147-17336" fmla="*/ 4318 h 5728"/>
                  <a:gd name="connsiteX148-17337" fmla="*/ 39 w 6642"/>
                  <a:gd name="connsiteY148-17338" fmla="*/ 4220 h 5728"/>
                  <a:gd name="connsiteX149-17339" fmla="*/ 75 w 6642"/>
                  <a:gd name="connsiteY149-17340" fmla="*/ 4093 h 5728"/>
                  <a:gd name="connsiteX150-17341" fmla="*/ 63 w 6642"/>
                  <a:gd name="connsiteY150-17342" fmla="*/ 3929 h 5728"/>
                  <a:gd name="connsiteX151-17343" fmla="*/ 0 w 6642"/>
                  <a:gd name="connsiteY151-17344" fmla="*/ 3842 h 5728"/>
                  <a:gd name="connsiteX152-17345" fmla="*/ 0 w 6642"/>
                  <a:gd name="connsiteY152-17346" fmla="*/ 3737 h 5728"/>
                  <a:gd name="connsiteX0-17347" fmla="*/ 5456 w 6642"/>
                  <a:gd name="connsiteY0-17348" fmla="*/ 2333 h 5728"/>
                  <a:gd name="connsiteX1-17349" fmla="*/ 5454 w 6642"/>
                  <a:gd name="connsiteY1-17350" fmla="*/ 2117 h 5728"/>
                  <a:gd name="connsiteX2-17351" fmla="*/ 5378 w 6642"/>
                  <a:gd name="connsiteY2-17352" fmla="*/ 2039 h 5728"/>
                  <a:gd name="connsiteX3-17353" fmla="*/ 5235 w 6642"/>
                  <a:gd name="connsiteY3-17354" fmla="*/ 1951 h 5728"/>
                  <a:gd name="connsiteX4-17355" fmla="*/ 5143 w 6642"/>
                  <a:gd name="connsiteY4-17356" fmla="*/ 1827 h 5728"/>
                  <a:gd name="connsiteX5-17357" fmla="*/ 5047 w 6642"/>
                  <a:gd name="connsiteY5-17358" fmla="*/ 1828 h 5728"/>
                  <a:gd name="connsiteX6-17359" fmla="*/ 5002 w 6642"/>
                  <a:gd name="connsiteY6-17360" fmla="*/ 1883 h 5728"/>
                  <a:gd name="connsiteX7-17361" fmla="*/ 4909 w 6642"/>
                  <a:gd name="connsiteY7-17362" fmla="*/ 1877 h 5728"/>
                  <a:gd name="connsiteX8-17363" fmla="*/ 4889 w 6642"/>
                  <a:gd name="connsiteY8-17364" fmla="*/ 1994 h 5728"/>
                  <a:gd name="connsiteX9-17365" fmla="*/ 4708 w 6642"/>
                  <a:gd name="connsiteY9-17366" fmla="*/ 1941 h 5728"/>
                  <a:gd name="connsiteX10-17367" fmla="*/ 4625 w 6642"/>
                  <a:gd name="connsiteY10-17368" fmla="*/ 1939 h 5728"/>
                  <a:gd name="connsiteX11-17369" fmla="*/ 4500 w 6642"/>
                  <a:gd name="connsiteY11-17370" fmla="*/ 2014 h 5728"/>
                  <a:gd name="connsiteX12-17371" fmla="*/ 4388 w 6642"/>
                  <a:gd name="connsiteY12-17372" fmla="*/ 1890 h 5728"/>
                  <a:gd name="connsiteX13-17373" fmla="*/ 4482 w 6642"/>
                  <a:gd name="connsiteY13-17374" fmla="*/ 1804 h 5728"/>
                  <a:gd name="connsiteX14-17375" fmla="*/ 4486 w 6642"/>
                  <a:gd name="connsiteY14-17376" fmla="*/ 1634 h 5728"/>
                  <a:gd name="connsiteX15-17377" fmla="*/ 4541 w 6642"/>
                  <a:gd name="connsiteY15-17378" fmla="*/ 1514 h 5728"/>
                  <a:gd name="connsiteX16-17379" fmla="*/ 4584 w 6642"/>
                  <a:gd name="connsiteY16-17380" fmla="*/ 1306 h 5728"/>
                  <a:gd name="connsiteX17-17381" fmla="*/ 4644 w 6642"/>
                  <a:gd name="connsiteY17-17382" fmla="*/ 1307 h 5728"/>
                  <a:gd name="connsiteX18-17383" fmla="*/ 4967 w 6642"/>
                  <a:gd name="connsiteY18-17384" fmla="*/ 1286 h 5728"/>
                  <a:gd name="connsiteX19-17385" fmla="*/ 5141 w 6642"/>
                  <a:gd name="connsiteY19-17386" fmla="*/ 1117 h 5728"/>
                  <a:gd name="connsiteX20-17387" fmla="*/ 5210 w 6642"/>
                  <a:gd name="connsiteY20-17388" fmla="*/ 748 h 5728"/>
                  <a:gd name="connsiteX21-17389" fmla="*/ 5320 w 6642"/>
                  <a:gd name="connsiteY21-17390" fmla="*/ 486 h 5728"/>
                  <a:gd name="connsiteX22-17391" fmla="*/ 5318 w 6642"/>
                  <a:gd name="connsiteY22-17392" fmla="*/ 358 h 5728"/>
                  <a:gd name="connsiteX23-17393" fmla="*/ 5305 w 6642"/>
                  <a:gd name="connsiteY23-17394" fmla="*/ 328 h 5728"/>
                  <a:gd name="connsiteX24-17395" fmla="*/ 5238 w 6642"/>
                  <a:gd name="connsiteY24-17396" fmla="*/ 251 h 5728"/>
                  <a:gd name="connsiteX25-17397" fmla="*/ 5178 w 6642"/>
                  <a:gd name="connsiteY25-17398" fmla="*/ 217 h 5728"/>
                  <a:gd name="connsiteX26-17399" fmla="*/ 5303 w 6642"/>
                  <a:gd name="connsiteY26-17400" fmla="*/ 56 h 5728"/>
                  <a:gd name="connsiteX27-17401" fmla="*/ 5476 w 6642"/>
                  <a:gd name="connsiteY27-17402" fmla="*/ 2 h 5728"/>
                  <a:gd name="connsiteX28-17403" fmla="*/ 5508 w 6642"/>
                  <a:gd name="connsiteY28-17404" fmla="*/ 49 h 5728"/>
                  <a:gd name="connsiteX29-17405" fmla="*/ 5498 w 6642"/>
                  <a:gd name="connsiteY29-17406" fmla="*/ 133 h 5728"/>
                  <a:gd name="connsiteX30-17407" fmla="*/ 5437 w 6642"/>
                  <a:gd name="connsiteY30-17408" fmla="*/ 243 h 5728"/>
                  <a:gd name="connsiteX31-17409" fmla="*/ 5507 w 6642"/>
                  <a:gd name="connsiteY31-17410" fmla="*/ 301 h 5728"/>
                  <a:gd name="connsiteX32-17411" fmla="*/ 5621 w 6642"/>
                  <a:gd name="connsiteY32-17412" fmla="*/ 366 h 5728"/>
                  <a:gd name="connsiteX33-17413" fmla="*/ 5641 w 6642"/>
                  <a:gd name="connsiteY33-17414" fmla="*/ 255 h 5728"/>
                  <a:gd name="connsiteX34-17415" fmla="*/ 5775 w 6642"/>
                  <a:gd name="connsiteY34-17416" fmla="*/ 291 h 5728"/>
                  <a:gd name="connsiteX35-17417" fmla="*/ 5800 w 6642"/>
                  <a:gd name="connsiteY35-17418" fmla="*/ 331 h 5728"/>
                  <a:gd name="connsiteX36-17419" fmla="*/ 5876 w 6642"/>
                  <a:gd name="connsiteY36-17420" fmla="*/ 562 h 5728"/>
                  <a:gd name="connsiteX37-17421" fmla="*/ 5911 w 6642"/>
                  <a:gd name="connsiteY37-17422" fmla="*/ 586 h 5728"/>
                  <a:gd name="connsiteX38-17423" fmla="*/ 6003 w 6642"/>
                  <a:gd name="connsiteY38-17424" fmla="*/ 578 h 5728"/>
                  <a:gd name="connsiteX39-17425" fmla="*/ 6263 w 6642"/>
                  <a:gd name="connsiteY39-17426" fmla="*/ 490 h 5728"/>
                  <a:gd name="connsiteX40-17427" fmla="*/ 6483 w 6642"/>
                  <a:gd name="connsiteY40-17428" fmla="*/ 479 h 5728"/>
                  <a:gd name="connsiteX41-17429" fmla="*/ 6543 w 6642"/>
                  <a:gd name="connsiteY41-17430" fmla="*/ 648 h 5728"/>
                  <a:gd name="connsiteX42-17431" fmla="*/ 6461 w 6642"/>
                  <a:gd name="connsiteY42-17432" fmla="*/ 944 h 5728"/>
                  <a:gd name="connsiteX43-17433" fmla="*/ 6461 w 6642"/>
                  <a:gd name="connsiteY43-17434" fmla="*/ 1022 h 5728"/>
                  <a:gd name="connsiteX44-17435" fmla="*/ 6530 w 6642"/>
                  <a:gd name="connsiteY44-17436" fmla="*/ 1168 h 5728"/>
                  <a:gd name="connsiteX45-17437" fmla="*/ 6545 w 6642"/>
                  <a:gd name="connsiteY45-17438" fmla="*/ 1427 h 5728"/>
                  <a:gd name="connsiteX46-17439" fmla="*/ 6547 w 6642"/>
                  <a:gd name="connsiteY46-17440" fmla="*/ 1617 h 5728"/>
                  <a:gd name="connsiteX47-17441" fmla="*/ 6480 w 6642"/>
                  <a:gd name="connsiteY47-17442" fmla="*/ 1625 h 5728"/>
                  <a:gd name="connsiteX48-17443" fmla="*/ 6458 w 6642"/>
                  <a:gd name="connsiteY48-17444" fmla="*/ 1507 h 5728"/>
                  <a:gd name="connsiteX49-17445" fmla="*/ 6423 w 6642"/>
                  <a:gd name="connsiteY49-17446" fmla="*/ 1450 h 5728"/>
                  <a:gd name="connsiteX50-17447" fmla="*/ 6333 w 6642"/>
                  <a:gd name="connsiteY50-17448" fmla="*/ 1582 h 5728"/>
                  <a:gd name="connsiteX51-17449" fmla="*/ 6220 w 6642"/>
                  <a:gd name="connsiteY51-17450" fmla="*/ 1776 h 5728"/>
                  <a:gd name="connsiteX52-17451" fmla="*/ 6101 w 6642"/>
                  <a:gd name="connsiteY52-17452" fmla="*/ 1904 h 5728"/>
                  <a:gd name="connsiteX53-17453" fmla="*/ 6094 w 6642"/>
                  <a:gd name="connsiteY53-17454" fmla="*/ 2018 h 5728"/>
                  <a:gd name="connsiteX54-17455" fmla="*/ 6154 w 6642"/>
                  <a:gd name="connsiteY54-17456" fmla="*/ 2115 h 5728"/>
                  <a:gd name="connsiteX55-17457" fmla="*/ 6256 w 6642"/>
                  <a:gd name="connsiteY55-17458" fmla="*/ 2183 h 5728"/>
                  <a:gd name="connsiteX56-17459" fmla="*/ 6333 w 6642"/>
                  <a:gd name="connsiteY56-17460" fmla="*/ 2178 h 5728"/>
                  <a:gd name="connsiteX57-17461" fmla="*/ 6378 w 6642"/>
                  <a:gd name="connsiteY57-17462" fmla="*/ 2104 h 5728"/>
                  <a:gd name="connsiteX58-17463" fmla="*/ 6412 w 6642"/>
                  <a:gd name="connsiteY58-17464" fmla="*/ 2210 h 5728"/>
                  <a:gd name="connsiteX59-17465" fmla="*/ 6300 w 6642"/>
                  <a:gd name="connsiteY59-17466" fmla="*/ 2249 h 5728"/>
                  <a:gd name="connsiteX60-17467" fmla="*/ 6347 w 6642"/>
                  <a:gd name="connsiteY60-17468" fmla="*/ 2362 h 5728"/>
                  <a:gd name="connsiteX61-17469" fmla="*/ 6212 w 6642"/>
                  <a:gd name="connsiteY61-17470" fmla="*/ 2509 h 5728"/>
                  <a:gd name="connsiteX62-17471" fmla="*/ 6171 w 6642"/>
                  <a:gd name="connsiteY62-17472" fmla="*/ 2498 h 5728"/>
                  <a:gd name="connsiteX63-17473" fmla="*/ 6047 w 6642"/>
                  <a:gd name="connsiteY63-17474" fmla="*/ 2413 h 5728"/>
                  <a:gd name="connsiteX64-17475" fmla="*/ 5992 w 6642"/>
                  <a:gd name="connsiteY64-17476" fmla="*/ 2412 h 5728"/>
                  <a:gd name="connsiteX65-17477" fmla="*/ 5957 w 6642"/>
                  <a:gd name="connsiteY65-17478" fmla="*/ 2480 h 5728"/>
                  <a:gd name="connsiteX66-17479" fmla="*/ 5960 w 6642"/>
                  <a:gd name="connsiteY66-17480" fmla="*/ 2562 h 5728"/>
                  <a:gd name="connsiteX67-17481" fmla="*/ 6138 w 6642"/>
                  <a:gd name="connsiteY67-17482" fmla="*/ 2730 h 5728"/>
                  <a:gd name="connsiteX68-17483" fmla="*/ 6137 w 6642"/>
                  <a:gd name="connsiteY68-17484" fmla="*/ 2844 h 5728"/>
                  <a:gd name="connsiteX69-17485" fmla="*/ 6228 w 6642"/>
                  <a:gd name="connsiteY69-17486" fmla="*/ 3060 h 5728"/>
                  <a:gd name="connsiteX70-17487" fmla="*/ 6254 w 6642"/>
                  <a:gd name="connsiteY70-17488" fmla="*/ 3090 h 5728"/>
                  <a:gd name="connsiteX71-17489" fmla="*/ 6298 w 6642"/>
                  <a:gd name="connsiteY71-17490" fmla="*/ 3094 h 5728"/>
                  <a:gd name="connsiteX72-17491" fmla="*/ 6344 w 6642"/>
                  <a:gd name="connsiteY72-17492" fmla="*/ 3010 h 5728"/>
                  <a:gd name="connsiteX73-17493" fmla="*/ 6424 w 6642"/>
                  <a:gd name="connsiteY73-17494" fmla="*/ 2950 h 5728"/>
                  <a:gd name="connsiteX74-17495" fmla="*/ 6519 w 6642"/>
                  <a:gd name="connsiteY74-17496" fmla="*/ 3126 h 5728"/>
                  <a:gd name="connsiteX75-17497" fmla="*/ 6629 w 6642"/>
                  <a:gd name="connsiteY75-17498" fmla="*/ 3312 h 5728"/>
                  <a:gd name="connsiteX76-17499" fmla="*/ 6642 w 6642"/>
                  <a:gd name="connsiteY76-17500" fmla="*/ 3342 h 5728"/>
                  <a:gd name="connsiteX77-17501" fmla="*/ 6631 w 6642"/>
                  <a:gd name="connsiteY77-17502" fmla="*/ 3518 h 5728"/>
                  <a:gd name="connsiteX78-17503" fmla="*/ 6596 w 6642"/>
                  <a:gd name="connsiteY78-17504" fmla="*/ 3554 h 5728"/>
                  <a:gd name="connsiteX79-17505" fmla="*/ 6507 w 6642"/>
                  <a:gd name="connsiteY79-17506" fmla="*/ 3515 h 5728"/>
                  <a:gd name="connsiteX80-17507" fmla="*/ 6273 w 6642"/>
                  <a:gd name="connsiteY80-17508" fmla="*/ 3644 h 5728"/>
                  <a:gd name="connsiteX81-17509" fmla="*/ 6247 w 6642"/>
                  <a:gd name="connsiteY81-17510" fmla="*/ 3666 h 5728"/>
                  <a:gd name="connsiteX82-17511" fmla="*/ 6067 w 6642"/>
                  <a:gd name="connsiteY82-17512" fmla="*/ 3812 h 5728"/>
                  <a:gd name="connsiteX83-17513" fmla="*/ 5926 w 6642"/>
                  <a:gd name="connsiteY83-17514" fmla="*/ 3926 h 5728"/>
                  <a:gd name="connsiteX84-17515" fmla="*/ 5891 w 6642"/>
                  <a:gd name="connsiteY84-17516" fmla="*/ 3965 h 5728"/>
                  <a:gd name="connsiteX85-17517" fmla="*/ 5839 w 6642"/>
                  <a:gd name="connsiteY85-17518" fmla="*/ 3973 h 5728"/>
                  <a:gd name="connsiteX86-17519" fmla="*/ 5782 w 6642"/>
                  <a:gd name="connsiteY86-17520" fmla="*/ 3916 h 5728"/>
                  <a:gd name="connsiteX87-17521" fmla="*/ 5658 w 6642"/>
                  <a:gd name="connsiteY87-17522" fmla="*/ 3808 h 5728"/>
                  <a:gd name="connsiteX88-17523" fmla="*/ 5682 w 6642"/>
                  <a:gd name="connsiteY88-17524" fmla="*/ 4064 h 5728"/>
                  <a:gd name="connsiteX89-17525" fmla="*/ 5691 w 6642"/>
                  <a:gd name="connsiteY89-17526" fmla="*/ 4192 h 5728"/>
                  <a:gd name="connsiteX90-17527" fmla="*/ 5429 w 6642"/>
                  <a:gd name="connsiteY90-17528" fmla="*/ 4166 h 5728"/>
                  <a:gd name="connsiteX91-17529" fmla="*/ 5347 w 6642"/>
                  <a:gd name="connsiteY91-17530" fmla="*/ 3987 h 5728"/>
                  <a:gd name="connsiteX92-17531" fmla="*/ 5265 w 6642"/>
                  <a:gd name="connsiteY92-17532" fmla="*/ 3802 h 5728"/>
                  <a:gd name="connsiteX93-17533" fmla="*/ 4290 w 6642"/>
                  <a:gd name="connsiteY93-17534" fmla="*/ 4504 h 5728"/>
                  <a:gd name="connsiteX94-17535" fmla="*/ 4293 w 6642"/>
                  <a:gd name="connsiteY94-17536" fmla="*/ 4556 h 5728"/>
                  <a:gd name="connsiteX95-17537" fmla="*/ 4257 w 6642"/>
                  <a:gd name="connsiteY95-17538" fmla="*/ 4614 h 5728"/>
                  <a:gd name="connsiteX96-17539" fmla="*/ 3992 w 6642"/>
                  <a:gd name="connsiteY96-17540" fmla="*/ 4680 h 5728"/>
                  <a:gd name="connsiteX97-17541" fmla="*/ 3857 w 6642"/>
                  <a:gd name="connsiteY97-17542" fmla="*/ 4739 h 5728"/>
                  <a:gd name="connsiteX98-17543" fmla="*/ 3815 w 6642"/>
                  <a:gd name="connsiteY98-17544" fmla="*/ 4777 h 5728"/>
                  <a:gd name="connsiteX99-17545" fmla="*/ 3616 w 6642"/>
                  <a:gd name="connsiteY99-17546" fmla="*/ 5021 h 5728"/>
                  <a:gd name="connsiteX100-17547" fmla="*/ 3543 w 6642"/>
                  <a:gd name="connsiteY100-17548" fmla="*/ 4970 h 5728"/>
                  <a:gd name="connsiteX101-17549" fmla="*/ 3460 w 6642"/>
                  <a:gd name="connsiteY101-17550" fmla="*/ 4971 h 5728"/>
                  <a:gd name="connsiteX102-17551" fmla="*/ 3424 w 6642"/>
                  <a:gd name="connsiteY102-17552" fmla="*/ 5045 h 5728"/>
                  <a:gd name="connsiteX103-17553" fmla="*/ 3313 w 6642"/>
                  <a:gd name="connsiteY103-17554" fmla="*/ 5000 h 5728"/>
                  <a:gd name="connsiteX104-17555" fmla="*/ 3235 w 6642"/>
                  <a:gd name="connsiteY104-17556" fmla="*/ 5109 h 5728"/>
                  <a:gd name="connsiteX105-17557" fmla="*/ 3013 w 6642"/>
                  <a:gd name="connsiteY105-17558" fmla="*/ 5349 h 5728"/>
                  <a:gd name="connsiteX106-17559" fmla="*/ 2993 w 6642"/>
                  <a:gd name="connsiteY106-17560" fmla="*/ 5516 h 5728"/>
                  <a:gd name="connsiteX107-17561" fmla="*/ 2976 w 6642"/>
                  <a:gd name="connsiteY107-17562" fmla="*/ 5659 h 5728"/>
                  <a:gd name="connsiteX108-17563" fmla="*/ 2960 w 6642"/>
                  <a:gd name="connsiteY108-17564" fmla="*/ 5669 h 5728"/>
                  <a:gd name="connsiteX109-17565" fmla="*/ 2638 w 6642"/>
                  <a:gd name="connsiteY109-17566" fmla="*/ 5621 h 5728"/>
                  <a:gd name="connsiteX110-17567" fmla="*/ 2536 w 6642"/>
                  <a:gd name="connsiteY110-17568" fmla="*/ 5566 h 5728"/>
                  <a:gd name="connsiteX111-17569" fmla="*/ 2482 w 6642"/>
                  <a:gd name="connsiteY111-17570" fmla="*/ 5503 h 5728"/>
                  <a:gd name="connsiteX112-17571" fmla="*/ 2377 w 6642"/>
                  <a:gd name="connsiteY112-17572" fmla="*/ 5477 h 5728"/>
                  <a:gd name="connsiteX113-17573" fmla="*/ 2377 w 6642"/>
                  <a:gd name="connsiteY113-17574" fmla="*/ 5379 h 5728"/>
                  <a:gd name="connsiteX114-17575" fmla="*/ 2481 w 6642"/>
                  <a:gd name="connsiteY114-17576" fmla="*/ 5149 h 5728"/>
                  <a:gd name="connsiteX115-17577" fmla="*/ 2341 w 6642"/>
                  <a:gd name="connsiteY115-17578" fmla="*/ 5070 h 5728"/>
                  <a:gd name="connsiteX116-17579" fmla="*/ 2299 w 6642"/>
                  <a:gd name="connsiteY116-17580" fmla="*/ 5095 h 5728"/>
                  <a:gd name="connsiteX117-17581" fmla="*/ 2209 w 6642"/>
                  <a:gd name="connsiteY117-17582" fmla="*/ 5214 h 5728"/>
                  <a:gd name="connsiteX118-17583" fmla="*/ 2177 w 6642"/>
                  <a:gd name="connsiteY118-17584" fmla="*/ 5276 h 5728"/>
                  <a:gd name="connsiteX119-17585" fmla="*/ 2115 w 6642"/>
                  <a:gd name="connsiteY119-17586" fmla="*/ 5386 h 5728"/>
                  <a:gd name="connsiteX120-17587" fmla="*/ 2121 w 6642"/>
                  <a:gd name="connsiteY120-17588" fmla="*/ 5510 h 5728"/>
                  <a:gd name="connsiteX121-17589" fmla="*/ 2082 w 6642"/>
                  <a:gd name="connsiteY121-17590" fmla="*/ 5558 h 5728"/>
                  <a:gd name="connsiteX122-17591" fmla="*/ 1951 w 6642"/>
                  <a:gd name="connsiteY122-17592" fmla="*/ 5617 h 5728"/>
                  <a:gd name="connsiteX123-17593" fmla="*/ 1785 w 6642"/>
                  <a:gd name="connsiteY123-17594" fmla="*/ 5649 h 5728"/>
                  <a:gd name="connsiteX124-17595" fmla="*/ 1682 w 6642"/>
                  <a:gd name="connsiteY124-17596" fmla="*/ 5728 h 5728"/>
                  <a:gd name="connsiteX125-17597" fmla="*/ 1568 w 6642"/>
                  <a:gd name="connsiteY125-17598" fmla="*/ 5611 h 5728"/>
                  <a:gd name="connsiteX126-17599" fmla="*/ 1508 w 6642"/>
                  <a:gd name="connsiteY126-17600" fmla="*/ 5485 h 5728"/>
                  <a:gd name="connsiteX127-17601" fmla="*/ 1630 w 6642"/>
                  <a:gd name="connsiteY127-17602" fmla="*/ 5242 h 5728"/>
                  <a:gd name="connsiteX128-17603" fmla="*/ 1685 w 6642"/>
                  <a:gd name="connsiteY128-17604" fmla="*/ 5195 h 5728"/>
                  <a:gd name="connsiteX129-17605" fmla="*/ 1730 w 6642"/>
                  <a:gd name="connsiteY129-17606" fmla="*/ 5120 h 5728"/>
                  <a:gd name="connsiteX130-17607" fmla="*/ 1727 w 6642"/>
                  <a:gd name="connsiteY130-17608" fmla="*/ 5071 h 5728"/>
                  <a:gd name="connsiteX131-17609" fmla="*/ 1530 w 6642"/>
                  <a:gd name="connsiteY131-17610" fmla="*/ 5007 h 5728"/>
                  <a:gd name="connsiteX132-17611" fmla="*/ 1459 w 6642"/>
                  <a:gd name="connsiteY132-17612" fmla="*/ 5064 h 5728"/>
                  <a:gd name="connsiteX133-17613" fmla="*/ 1353 w 6642"/>
                  <a:gd name="connsiteY133-17614" fmla="*/ 5111 h 5728"/>
                  <a:gd name="connsiteX134-17615" fmla="*/ 1290 w 6642"/>
                  <a:gd name="connsiteY134-17616" fmla="*/ 5063 h 5728"/>
                  <a:gd name="connsiteX135-17617" fmla="*/ 1052 w 6642"/>
                  <a:gd name="connsiteY135-17618" fmla="*/ 5254 h 5728"/>
                  <a:gd name="connsiteX136-17619" fmla="*/ 924 w 6642"/>
                  <a:gd name="connsiteY136-17620" fmla="*/ 5231 h 5728"/>
                  <a:gd name="connsiteX137-17621" fmla="*/ 813 w 6642"/>
                  <a:gd name="connsiteY137-17622" fmla="*/ 5097 h 5728"/>
                  <a:gd name="connsiteX138-17623" fmla="*/ 683 w 6642"/>
                  <a:gd name="connsiteY138-17624" fmla="*/ 4930 h 5728"/>
                  <a:gd name="connsiteX139-17625" fmla="*/ 572 w 6642"/>
                  <a:gd name="connsiteY139-17626" fmla="*/ 4806 h 5728"/>
                  <a:gd name="connsiteX140-17627" fmla="*/ 505 w 6642"/>
                  <a:gd name="connsiteY140-17628" fmla="*/ 4788 h 5728"/>
                  <a:gd name="connsiteX141-17629" fmla="*/ 640 w 6642"/>
                  <a:gd name="connsiteY141-17630" fmla="*/ 4631 h 5728"/>
                  <a:gd name="connsiteX142-17631" fmla="*/ 683 w 6642"/>
                  <a:gd name="connsiteY142-17632" fmla="*/ 4541 h 5728"/>
                  <a:gd name="connsiteX143-17633" fmla="*/ 651 w 6642"/>
                  <a:gd name="connsiteY143-17634" fmla="*/ 4438 h 5728"/>
                  <a:gd name="connsiteX144-17635" fmla="*/ 277 w 6642"/>
                  <a:gd name="connsiteY144-17636" fmla="*/ 4491 h 5728"/>
                  <a:gd name="connsiteX145-17637" fmla="*/ 187 w 6642"/>
                  <a:gd name="connsiteY145-17638" fmla="*/ 4518 h 5728"/>
                  <a:gd name="connsiteX146-17639" fmla="*/ 195 w 6642"/>
                  <a:gd name="connsiteY146-17640" fmla="*/ 4384 h 5728"/>
                  <a:gd name="connsiteX147-17641" fmla="*/ 147 w 6642"/>
                  <a:gd name="connsiteY147-17642" fmla="*/ 4318 h 5728"/>
                  <a:gd name="connsiteX148-17643" fmla="*/ 39 w 6642"/>
                  <a:gd name="connsiteY148-17644" fmla="*/ 4220 h 5728"/>
                  <a:gd name="connsiteX149-17645" fmla="*/ 75 w 6642"/>
                  <a:gd name="connsiteY149-17646" fmla="*/ 4093 h 5728"/>
                  <a:gd name="connsiteX150-17647" fmla="*/ 63 w 6642"/>
                  <a:gd name="connsiteY150-17648" fmla="*/ 3929 h 5728"/>
                  <a:gd name="connsiteX151-17649" fmla="*/ 0 w 6642"/>
                  <a:gd name="connsiteY151-17650" fmla="*/ 3842 h 5728"/>
                  <a:gd name="connsiteX0-17651" fmla="*/ 5417 w 6603"/>
                  <a:gd name="connsiteY0-17652" fmla="*/ 2333 h 5728"/>
                  <a:gd name="connsiteX1-17653" fmla="*/ 5415 w 6603"/>
                  <a:gd name="connsiteY1-17654" fmla="*/ 2117 h 5728"/>
                  <a:gd name="connsiteX2-17655" fmla="*/ 5339 w 6603"/>
                  <a:gd name="connsiteY2-17656" fmla="*/ 2039 h 5728"/>
                  <a:gd name="connsiteX3-17657" fmla="*/ 5196 w 6603"/>
                  <a:gd name="connsiteY3-17658" fmla="*/ 1951 h 5728"/>
                  <a:gd name="connsiteX4-17659" fmla="*/ 5104 w 6603"/>
                  <a:gd name="connsiteY4-17660" fmla="*/ 1827 h 5728"/>
                  <a:gd name="connsiteX5-17661" fmla="*/ 5008 w 6603"/>
                  <a:gd name="connsiteY5-17662" fmla="*/ 1828 h 5728"/>
                  <a:gd name="connsiteX6-17663" fmla="*/ 4963 w 6603"/>
                  <a:gd name="connsiteY6-17664" fmla="*/ 1883 h 5728"/>
                  <a:gd name="connsiteX7-17665" fmla="*/ 4870 w 6603"/>
                  <a:gd name="connsiteY7-17666" fmla="*/ 1877 h 5728"/>
                  <a:gd name="connsiteX8-17667" fmla="*/ 4850 w 6603"/>
                  <a:gd name="connsiteY8-17668" fmla="*/ 1994 h 5728"/>
                  <a:gd name="connsiteX9-17669" fmla="*/ 4669 w 6603"/>
                  <a:gd name="connsiteY9-17670" fmla="*/ 1941 h 5728"/>
                  <a:gd name="connsiteX10-17671" fmla="*/ 4586 w 6603"/>
                  <a:gd name="connsiteY10-17672" fmla="*/ 1939 h 5728"/>
                  <a:gd name="connsiteX11-17673" fmla="*/ 4461 w 6603"/>
                  <a:gd name="connsiteY11-17674" fmla="*/ 2014 h 5728"/>
                  <a:gd name="connsiteX12-17675" fmla="*/ 4349 w 6603"/>
                  <a:gd name="connsiteY12-17676" fmla="*/ 1890 h 5728"/>
                  <a:gd name="connsiteX13-17677" fmla="*/ 4443 w 6603"/>
                  <a:gd name="connsiteY13-17678" fmla="*/ 1804 h 5728"/>
                  <a:gd name="connsiteX14-17679" fmla="*/ 4447 w 6603"/>
                  <a:gd name="connsiteY14-17680" fmla="*/ 1634 h 5728"/>
                  <a:gd name="connsiteX15-17681" fmla="*/ 4502 w 6603"/>
                  <a:gd name="connsiteY15-17682" fmla="*/ 1514 h 5728"/>
                  <a:gd name="connsiteX16-17683" fmla="*/ 4545 w 6603"/>
                  <a:gd name="connsiteY16-17684" fmla="*/ 1306 h 5728"/>
                  <a:gd name="connsiteX17-17685" fmla="*/ 4605 w 6603"/>
                  <a:gd name="connsiteY17-17686" fmla="*/ 1307 h 5728"/>
                  <a:gd name="connsiteX18-17687" fmla="*/ 4928 w 6603"/>
                  <a:gd name="connsiteY18-17688" fmla="*/ 1286 h 5728"/>
                  <a:gd name="connsiteX19-17689" fmla="*/ 5102 w 6603"/>
                  <a:gd name="connsiteY19-17690" fmla="*/ 1117 h 5728"/>
                  <a:gd name="connsiteX20-17691" fmla="*/ 5171 w 6603"/>
                  <a:gd name="connsiteY20-17692" fmla="*/ 748 h 5728"/>
                  <a:gd name="connsiteX21-17693" fmla="*/ 5281 w 6603"/>
                  <a:gd name="connsiteY21-17694" fmla="*/ 486 h 5728"/>
                  <a:gd name="connsiteX22-17695" fmla="*/ 5279 w 6603"/>
                  <a:gd name="connsiteY22-17696" fmla="*/ 358 h 5728"/>
                  <a:gd name="connsiteX23-17697" fmla="*/ 5266 w 6603"/>
                  <a:gd name="connsiteY23-17698" fmla="*/ 328 h 5728"/>
                  <a:gd name="connsiteX24-17699" fmla="*/ 5199 w 6603"/>
                  <a:gd name="connsiteY24-17700" fmla="*/ 251 h 5728"/>
                  <a:gd name="connsiteX25-17701" fmla="*/ 5139 w 6603"/>
                  <a:gd name="connsiteY25-17702" fmla="*/ 217 h 5728"/>
                  <a:gd name="connsiteX26-17703" fmla="*/ 5264 w 6603"/>
                  <a:gd name="connsiteY26-17704" fmla="*/ 56 h 5728"/>
                  <a:gd name="connsiteX27-17705" fmla="*/ 5437 w 6603"/>
                  <a:gd name="connsiteY27-17706" fmla="*/ 2 h 5728"/>
                  <a:gd name="connsiteX28-17707" fmla="*/ 5469 w 6603"/>
                  <a:gd name="connsiteY28-17708" fmla="*/ 49 h 5728"/>
                  <a:gd name="connsiteX29-17709" fmla="*/ 5459 w 6603"/>
                  <a:gd name="connsiteY29-17710" fmla="*/ 133 h 5728"/>
                  <a:gd name="connsiteX30-17711" fmla="*/ 5398 w 6603"/>
                  <a:gd name="connsiteY30-17712" fmla="*/ 243 h 5728"/>
                  <a:gd name="connsiteX31-17713" fmla="*/ 5468 w 6603"/>
                  <a:gd name="connsiteY31-17714" fmla="*/ 301 h 5728"/>
                  <a:gd name="connsiteX32-17715" fmla="*/ 5582 w 6603"/>
                  <a:gd name="connsiteY32-17716" fmla="*/ 366 h 5728"/>
                  <a:gd name="connsiteX33-17717" fmla="*/ 5602 w 6603"/>
                  <a:gd name="connsiteY33-17718" fmla="*/ 255 h 5728"/>
                  <a:gd name="connsiteX34-17719" fmla="*/ 5736 w 6603"/>
                  <a:gd name="connsiteY34-17720" fmla="*/ 291 h 5728"/>
                  <a:gd name="connsiteX35-17721" fmla="*/ 5761 w 6603"/>
                  <a:gd name="connsiteY35-17722" fmla="*/ 331 h 5728"/>
                  <a:gd name="connsiteX36-17723" fmla="*/ 5837 w 6603"/>
                  <a:gd name="connsiteY36-17724" fmla="*/ 562 h 5728"/>
                  <a:gd name="connsiteX37-17725" fmla="*/ 5872 w 6603"/>
                  <a:gd name="connsiteY37-17726" fmla="*/ 586 h 5728"/>
                  <a:gd name="connsiteX38-17727" fmla="*/ 5964 w 6603"/>
                  <a:gd name="connsiteY38-17728" fmla="*/ 578 h 5728"/>
                  <a:gd name="connsiteX39-17729" fmla="*/ 6224 w 6603"/>
                  <a:gd name="connsiteY39-17730" fmla="*/ 490 h 5728"/>
                  <a:gd name="connsiteX40-17731" fmla="*/ 6444 w 6603"/>
                  <a:gd name="connsiteY40-17732" fmla="*/ 479 h 5728"/>
                  <a:gd name="connsiteX41-17733" fmla="*/ 6504 w 6603"/>
                  <a:gd name="connsiteY41-17734" fmla="*/ 648 h 5728"/>
                  <a:gd name="connsiteX42-17735" fmla="*/ 6422 w 6603"/>
                  <a:gd name="connsiteY42-17736" fmla="*/ 944 h 5728"/>
                  <a:gd name="connsiteX43-17737" fmla="*/ 6422 w 6603"/>
                  <a:gd name="connsiteY43-17738" fmla="*/ 1022 h 5728"/>
                  <a:gd name="connsiteX44-17739" fmla="*/ 6491 w 6603"/>
                  <a:gd name="connsiteY44-17740" fmla="*/ 1168 h 5728"/>
                  <a:gd name="connsiteX45-17741" fmla="*/ 6506 w 6603"/>
                  <a:gd name="connsiteY45-17742" fmla="*/ 1427 h 5728"/>
                  <a:gd name="connsiteX46-17743" fmla="*/ 6508 w 6603"/>
                  <a:gd name="connsiteY46-17744" fmla="*/ 1617 h 5728"/>
                  <a:gd name="connsiteX47-17745" fmla="*/ 6441 w 6603"/>
                  <a:gd name="connsiteY47-17746" fmla="*/ 1625 h 5728"/>
                  <a:gd name="connsiteX48-17747" fmla="*/ 6419 w 6603"/>
                  <a:gd name="connsiteY48-17748" fmla="*/ 1507 h 5728"/>
                  <a:gd name="connsiteX49-17749" fmla="*/ 6384 w 6603"/>
                  <a:gd name="connsiteY49-17750" fmla="*/ 1450 h 5728"/>
                  <a:gd name="connsiteX50-17751" fmla="*/ 6294 w 6603"/>
                  <a:gd name="connsiteY50-17752" fmla="*/ 1582 h 5728"/>
                  <a:gd name="connsiteX51-17753" fmla="*/ 6181 w 6603"/>
                  <a:gd name="connsiteY51-17754" fmla="*/ 1776 h 5728"/>
                  <a:gd name="connsiteX52-17755" fmla="*/ 6062 w 6603"/>
                  <a:gd name="connsiteY52-17756" fmla="*/ 1904 h 5728"/>
                  <a:gd name="connsiteX53-17757" fmla="*/ 6055 w 6603"/>
                  <a:gd name="connsiteY53-17758" fmla="*/ 2018 h 5728"/>
                  <a:gd name="connsiteX54-17759" fmla="*/ 6115 w 6603"/>
                  <a:gd name="connsiteY54-17760" fmla="*/ 2115 h 5728"/>
                  <a:gd name="connsiteX55-17761" fmla="*/ 6217 w 6603"/>
                  <a:gd name="connsiteY55-17762" fmla="*/ 2183 h 5728"/>
                  <a:gd name="connsiteX56-17763" fmla="*/ 6294 w 6603"/>
                  <a:gd name="connsiteY56-17764" fmla="*/ 2178 h 5728"/>
                  <a:gd name="connsiteX57-17765" fmla="*/ 6339 w 6603"/>
                  <a:gd name="connsiteY57-17766" fmla="*/ 2104 h 5728"/>
                  <a:gd name="connsiteX58-17767" fmla="*/ 6373 w 6603"/>
                  <a:gd name="connsiteY58-17768" fmla="*/ 2210 h 5728"/>
                  <a:gd name="connsiteX59-17769" fmla="*/ 6261 w 6603"/>
                  <a:gd name="connsiteY59-17770" fmla="*/ 2249 h 5728"/>
                  <a:gd name="connsiteX60-17771" fmla="*/ 6308 w 6603"/>
                  <a:gd name="connsiteY60-17772" fmla="*/ 2362 h 5728"/>
                  <a:gd name="connsiteX61-17773" fmla="*/ 6173 w 6603"/>
                  <a:gd name="connsiteY61-17774" fmla="*/ 2509 h 5728"/>
                  <a:gd name="connsiteX62-17775" fmla="*/ 6132 w 6603"/>
                  <a:gd name="connsiteY62-17776" fmla="*/ 2498 h 5728"/>
                  <a:gd name="connsiteX63-17777" fmla="*/ 6008 w 6603"/>
                  <a:gd name="connsiteY63-17778" fmla="*/ 2413 h 5728"/>
                  <a:gd name="connsiteX64-17779" fmla="*/ 5953 w 6603"/>
                  <a:gd name="connsiteY64-17780" fmla="*/ 2412 h 5728"/>
                  <a:gd name="connsiteX65-17781" fmla="*/ 5918 w 6603"/>
                  <a:gd name="connsiteY65-17782" fmla="*/ 2480 h 5728"/>
                  <a:gd name="connsiteX66-17783" fmla="*/ 5921 w 6603"/>
                  <a:gd name="connsiteY66-17784" fmla="*/ 2562 h 5728"/>
                  <a:gd name="connsiteX67-17785" fmla="*/ 6099 w 6603"/>
                  <a:gd name="connsiteY67-17786" fmla="*/ 2730 h 5728"/>
                  <a:gd name="connsiteX68-17787" fmla="*/ 6098 w 6603"/>
                  <a:gd name="connsiteY68-17788" fmla="*/ 2844 h 5728"/>
                  <a:gd name="connsiteX69-17789" fmla="*/ 6189 w 6603"/>
                  <a:gd name="connsiteY69-17790" fmla="*/ 3060 h 5728"/>
                  <a:gd name="connsiteX70-17791" fmla="*/ 6215 w 6603"/>
                  <a:gd name="connsiteY70-17792" fmla="*/ 3090 h 5728"/>
                  <a:gd name="connsiteX71-17793" fmla="*/ 6259 w 6603"/>
                  <a:gd name="connsiteY71-17794" fmla="*/ 3094 h 5728"/>
                  <a:gd name="connsiteX72-17795" fmla="*/ 6305 w 6603"/>
                  <a:gd name="connsiteY72-17796" fmla="*/ 3010 h 5728"/>
                  <a:gd name="connsiteX73-17797" fmla="*/ 6385 w 6603"/>
                  <a:gd name="connsiteY73-17798" fmla="*/ 2950 h 5728"/>
                  <a:gd name="connsiteX74-17799" fmla="*/ 6480 w 6603"/>
                  <a:gd name="connsiteY74-17800" fmla="*/ 3126 h 5728"/>
                  <a:gd name="connsiteX75-17801" fmla="*/ 6590 w 6603"/>
                  <a:gd name="connsiteY75-17802" fmla="*/ 3312 h 5728"/>
                  <a:gd name="connsiteX76-17803" fmla="*/ 6603 w 6603"/>
                  <a:gd name="connsiteY76-17804" fmla="*/ 3342 h 5728"/>
                  <a:gd name="connsiteX77-17805" fmla="*/ 6592 w 6603"/>
                  <a:gd name="connsiteY77-17806" fmla="*/ 3518 h 5728"/>
                  <a:gd name="connsiteX78-17807" fmla="*/ 6557 w 6603"/>
                  <a:gd name="connsiteY78-17808" fmla="*/ 3554 h 5728"/>
                  <a:gd name="connsiteX79-17809" fmla="*/ 6468 w 6603"/>
                  <a:gd name="connsiteY79-17810" fmla="*/ 3515 h 5728"/>
                  <a:gd name="connsiteX80-17811" fmla="*/ 6234 w 6603"/>
                  <a:gd name="connsiteY80-17812" fmla="*/ 3644 h 5728"/>
                  <a:gd name="connsiteX81-17813" fmla="*/ 6208 w 6603"/>
                  <a:gd name="connsiteY81-17814" fmla="*/ 3666 h 5728"/>
                  <a:gd name="connsiteX82-17815" fmla="*/ 6028 w 6603"/>
                  <a:gd name="connsiteY82-17816" fmla="*/ 3812 h 5728"/>
                  <a:gd name="connsiteX83-17817" fmla="*/ 5887 w 6603"/>
                  <a:gd name="connsiteY83-17818" fmla="*/ 3926 h 5728"/>
                  <a:gd name="connsiteX84-17819" fmla="*/ 5852 w 6603"/>
                  <a:gd name="connsiteY84-17820" fmla="*/ 3965 h 5728"/>
                  <a:gd name="connsiteX85-17821" fmla="*/ 5800 w 6603"/>
                  <a:gd name="connsiteY85-17822" fmla="*/ 3973 h 5728"/>
                  <a:gd name="connsiteX86-17823" fmla="*/ 5743 w 6603"/>
                  <a:gd name="connsiteY86-17824" fmla="*/ 3916 h 5728"/>
                  <a:gd name="connsiteX87-17825" fmla="*/ 5619 w 6603"/>
                  <a:gd name="connsiteY87-17826" fmla="*/ 3808 h 5728"/>
                  <a:gd name="connsiteX88-17827" fmla="*/ 5643 w 6603"/>
                  <a:gd name="connsiteY88-17828" fmla="*/ 4064 h 5728"/>
                  <a:gd name="connsiteX89-17829" fmla="*/ 5652 w 6603"/>
                  <a:gd name="connsiteY89-17830" fmla="*/ 4192 h 5728"/>
                  <a:gd name="connsiteX90-17831" fmla="*/ 5390 w 6603"/>
                  <a:gd name="connsiteY90-17832" fmla="*/ 4166 h 5728"/>
                  <a:gd name="connsiteX91-17833" fmla="*/ 5308 w 6603"/>
                  <a:gd name="connsiteY91-17834" fmla="*/ 3987 h 5728"/>
                  <a:gd name="connsiteX92-17835" fmla="*/ 5226 w 6603"/>
                  <a:gd name="connsiteY92-17836" fmla="*/ 3802 h 5728"/>
                  <a:gd name="connsiteX93-17837" fmla="*/ 4251 w 6603"/>
                  <a:gd name="connsiteY93-17838" fmla="*/ 4504 h 5728"/>
                  <a:gd name="connsiteX94-17839" fmla="*/ 4254 w 6603"/>
                  <a:gd name="connsiteY94-17840" fmla="*/ 4556 h 5728"/>
                  <a:gd name="connsiteX95-17841" fmla="*/ 4218 w 6603"/>
                  <a:gd name="connsiteY95-17842" fmla="*/ 4614 h 5728"/>
                  <a:gd name="connsiteX96-17843" fmla="*/ 3953 w 6603"/>
                  <a:gd name="connsiteY96-17844" fmla="*/ 4680 h 5728"/>
                  <a:gd name="connsiteX97-17845" fmla="*/ 3818 w 6603"/>
                  <a:gd name="connsiteY97-17846" fmla="*/ 4739 h 5728"/>
                  <a:gd name="connsiteX98-17847" fmla="*/ 3776 w 6603"/>
                  <a:gd name="connsiteY98-17848" fmla="*/ 4777 h 5728"/>
                  <a:gd name="connsiteX99-17849" fmla="*/ 3577 w 6603"/>
                  <a:gd name="connsiteY99-17850" fmla="*/ 5021 h 5728"/>
                  <a:gd name="connsiteX100-17851" fmla="*/ 3504 w 6603"/>
                  <a:gd name="connsiteY100-17852" fmla="*/ 4970 h 5728"/>
                  <a:gd name="connsiteX101-17853" fmla="*/ 3421 w 6603"/>
                  <a:gd name="connsiteY101-17854" fmla="*/ 4971 h 5728"/>
                  <a:gd name="connsiteX102-17855" fmla="*/ 3385 w 6603"/>
                  <a:gd name="connsiteY102-17856" fmla="*/ 5045 h 5728"/>
                  <a:gd name="connsiteX103-17857" fmla="*/ 3274 w 6603"/>
                  <a:gd name="connsiteY103-17858" fmla="*/ 5000 h 5728"/>
                  <a:gd name="connsiteX104-17859" fmla="*/ 3196 w 6603"/>
                  <a:gd name="connsiteY104-17860" fmla="*/ 5109 h 5728"/>
                  <a:gd name="connsiteX105-17861" fmla="*/ 2974 w 6603"/>
                  <a:gd name="connsiteY105-17862" fmla="*/ 5349 h 5728"/>
                  <a:gd name="connsiteX106-17863" fmla="*/ 2954 w 6603"/>
                  <a:gd name="connsiteY106-17864" fmla="*/ 5516 h 5728"/>
                  <a:gd name="connsiteX107-17865" fmla="*/ 2937 w 6603"/>
                  <a:gd name="connsiteY107-17866" fmla="*/ 5659 h 5728"/>
                  <a:gd name="connsiteX108-17867" fmla="*/ 2921 w 6603"/>
                  <a:gd name="connsiteY108-17868" fmla="*/ 5669 h 5728"/>
                  <a:gd name="connsiteX109-17869" fmla="*/ 2599 w 6603"/>
                  <a:gd name="connsiteY109-17870" fmla="*/ 5621 h 5728"/>
                  <a:gd name="connsiteX110-17871" fmla="*/ 2497 w 6603"/>
                  <a:gd name="connsiteY110-17872" fmla="*/ 5566 h 5728"/>
                  <a:gd name="connsiteX111-17873" fmla="*/ 2443 w 6603"/>
                  <a:gd name="connsiteY111-17874" fmla="*/ 5503 h 5728"/>
                  <a:gd name="connsiteX112-17875" fmla="*/ 2338 w 6603"/>
                  <a:gd name="connsiteY112-17876" fmla="*/ 5477 h 5728"/>
                  <a:gd name="connsiteX113-17877" fmla="*/ 2338 w 6603"/>
                  <a:gd name="connsiteY113-17878" fmla="*/ 5379 h 5728"/>
                  <a:gd name="connsiteX114-17879" fmla="*/ 2442 w 6603"/>
                  <a:gd name="connsiteY114-17880" fmla="*/ 5149 h 5728"/>
                  <a:gd name="connsiteX115-17881" fmla="*/ 2302 w 6603"/>
                  <a:gd name="connsiteY115-17882" fmla="*/ 5070 h 5728"/>
                  <a:gd name="connsiteX116-17883" fmla="*/ 2260 w 6603"/>
                  <a:gd name="connsiteY116-17884" fmla="*/ 5095 h 5728"/>
                  <a:gd name="connsiteX117-17885" fmla="*/ 2170 w 6603"/>
                  <a:gd name="connsiteY117-17886" fmla="*/ 5214 h 5728"/>
                  <a:gd name="connsiteX118-17887" fmla="*/ 2138 w 6603"/>
                  <a:gd name="connsiteY118-17888" fmla="*/ 5276 h 5728"/>
                  <a:gd name="connsiteX119-17889" fmla="*/ 2076 w 6603"/>
                  <a:gd name="connsiteY119-17890" fmla="*/ 5386 h 5728"/>
                  <a:gd name="connsiteX120-17891" fmla="*/ 2082 w 6603"/>
                  <a:gd name="connsiteY120-17892" fmla="*/ 5510 h 5728"/>
                  <a:gd name="connsiteX121-17893" fmla="*/ 2043 w 6603"/>
                  <a:gd name="connsiteY121-17894" fmla="*/ 5558 h 5728"/>
                  <a:gd name="connsiteX122-17895" fmla="*/ 1912 w 6603"/>
                  <a:gd name="connsiteY122-17896" fmla="*/ 5617 h 5728"/>
                  <a:gd name="connsiteX123-17897" fmla="*/ 1746 w 6603"/>
                  <a:gd name="connsiteY123-17898" fmla="*/ 5649 h 5728"/>
                  <a:gd name="connsiteX124-17899" fmla="*/ 1643 w 6603"/>
                  <a:gd name="connsiteY124-17900" fmla="*/ 5728 h 5728"/>
                  <a:gd name="connsiteX125-17901" fmla="*/ 1529 w 6603"/>
                  <a:gd name="connsiteY125-17902" fmla="*/ 5611 h 5728"/>
                  <a:gd name="connsiteX126-17903" fmla="*/ 1469 w 6603"/>
                  <a:gd name="connsiteY126-17904" fmla="*/ 5485 h 5728"/>
                  <a:gd name="connsiteX127-17905" fmla="*/ 1591 w 6603"/>
                  <a:gd name="connsiteY127-17906" fmla="*/ 5242 h 5728"/>
                  <a:gd name="connsiteX128-17907" fmla="*/ 1646 w 6603"/>
                  <a:gd name="connsiteY128-17908" fmla="*/ 5195 h 5728"/>
                  <a:gd name="connsiteX129-17909" fmla="*/ 1691 w 6603"/>
                  <a:gd name="connsiteY129-17910" fmla="*/ 5120 h 5728"/>
                  <a:gd name="connsiteX130-17911" fmla="*/ 1688 w 6603"/>
                  <a:gd name="connsiteY130-17912" fmla="*/ 5071 h 5728"/>
                  <a:gd name="connsiteX131-17913" fmla="*/ 1491 w 6603"/>
                  <a:gd name="connsiteY131-17914" fmla="*/ 5007 h 5728"/>
                  <a:gd name="connsiteX132-17915" fmla="*/ 1420 w 6603"/>
                  <a:gd name="connsiteY132-17916" fmla="*/ 5064 h 5728"/>
                  <a:gd name="connsiteX133-17917" fmla="*/ 1314 w 6603"/>
                  <a:gd name="connsiteY133-17918" fmla="*/ 5111 h 5728"/>
                  <a:gd name="connsiteX134-17919" fmla="*/ 1251 w 6603"/>
                  <a:gd name="connsiteY134-17920" fmla="*/ 5063 h 5728"/>
                  <a:gd name="connsiteX135-17921" fmla="*/ 1013 w 6603"/>
                  <a:gd name="connsiteY135-17922" fmla="*/ 5254 h 5728"/>
                  <a:gd name="connsiteX136-17923" fmla="*/ 885 w 6603"/>
                  <a:gd name="connsiteY136-17924" fmla="*/ 5231 h 5728"/>
                  <a:gd name="connsiteX137-17925" fmla="*/ 774 w 6603"/>
                  <a:gd name="connsiteY137-17926" fmla="*/ 5097 h 5728"/>
                  <a:gd name="connsiteX138-17927" fmla="*/ 644 w 6603"/>
                  <a:gd name="connsiteY138-17928" fmla="*/ 4930 h 5728"/>
                  <a:gd name="connsiteX139-17929" fmla="*/ 533 w 6603"/>
                  <a:gd name="connsiteY139-17930" fmla="*/ 4806 h 5728"/>
                  <a:gd name="connsiteX140-17931" fmla="*/ 466 w 6603"/>
                  <a:gd name="connsiteY140-17932" fmla="*/ 4788 h 5728"/>
                  <a:gd name="connsiteX141-17933" fmla="*/ 601 w 6603"/>
                  <a:gd name="connsiteY141-17934" fmla="*/ 4631 h 5728"/>
                  <a:gd name="connsiteX142-17935" fmla="*/ 644 w 6603"/>
                  <a:gd name="connsiteY142-17936" fmla="*/ 4541 h 5728"/>
                  <a:gd name="connsiteX143-17937" fmla="*/ 612 w 6603"/>
                  <a:gd name="connsiteY143-17938" fmla="*/ 4438 h 5728"/>
                  <a:gd name="connsiteX144-17939" fmla="*/ 238 w 6603"/>
                  <a:gd name="connsiteY144-17940" fmla="*/ 4491 h 5728"/>
                  <a:gd name="connsiteX145-17941" fmla="*/ 148 w 6603"/>
                  <a:gd name="connsiteY145-17942" fmla="*/ 4518 h 5728"/>
                  <a:gd name="connsiteX146-17943" fmla="*/ 156 w 6603"/>
                  <a:gd name="connsiteY146-17944" fmla="*/ 4384 h 5728"/>
                  <a:gd name="connsiteX147-17945" fmla="*/ 108 w 6603"/>
                  <a:gd name="connsiteY147-17946" fmla="*/ 4318 h 5728"/>
                  <a:gd name="connsiteX148-17947" fmla="*/ 0 w 6603"/>
                  <a:gd name="connsiteY148-17948" fmla="*/ 4220 h 5728"/>
                  <a:gd name="connsiteX149-17949" fmla="*/ 36 w 6603"/>
                  <a:gd name="connsiteY149-17950" fmla="*/ 4093 h 5728"/>
                  <a:gd name="connsiteX150-17951" fmla="*/ 24 w 6603"/>
                  <a:gd name="connsiteY150-17952" fmla="*/ 3929 h 5728"/>
                  <a:gd name="connsiteX0-17953" fmla="*/ 5417 w 6603"/>
                  <a:gd name="connsiteY0-17954" fmla="*/ 2333 h 5728"/>
                  <a:gd name="connsiteX1-17955" fmla="*/ 5415 w 6603"/>
                  <a:gd name="connsiteY1-17956" fmla="*/ 2117 h 5728"/>
                  <a:gd name="connsiteX2-17957" fmla="*/ 5339 w 6603"/>
                  <a:gd name="connsiteY2-17958" fmla="*/ 2039 h 5728"/>
                  <a:gd name="connsiteX3-17959" fmla="*/ 5196 w 6603"/>
                  <a:gd name="connsiteY3-17960" fmla="*/ 1951 h 5728"/>
                  <a:gd name="connsiteX4-17961" fmla="*/ 5104 w 6603"/>
                  <a:gd name="connsiteY4-17962" fmla="*/ 1827 h 5728"/>
                  <a:gd name="connsiteX5-17963" fmla="*/ 5008 w 6603"/>
                  <a:gd name="connsiteY5-17964" fmla="*/ 1828 h 5728"/>
                  <a:gd name="connsiteX6-17965" fmla="*/ 4963 w 6603"/>
                  <a:gd name="connsiteY6-17966" fmla="*/ 1883 h 5728"/>
                  <a:gd name="connsiteX7-17967" fmla="*/ 4870 w 6603"/>
                  <a:gd name="connsiteY7-17968" fmla="*/ 1877 h 5728"/>
                  <a:gd name="connsiteX8-17969" fmla="*/ 4850 w 6603"/>
                  <a:gd name="connsiteY8-17970" fmla="*/ 1994 h 5728"/>
                  <a:gd name="connsiteX9-17971" fmla="*/ 4669 w 6603"/>
                  <a:gd name="connsiteY9-17972" fmla="*/ 1941 h 5728"/>
                  <a:gd name="connsiteX10-17973" fmla="*/ 4586 w 6603"/>
                  <a:gd name="connsiteY10-17974" fmla="*/ 1939 h 5728"/>
                  <a:gd name="connsiteX11-17975" fmla="*/ 4461 w 6603"/>
                  <a:gd name="connsiteY11-17976" fmla="*/ 2014 h 5728"/>
                  <a:gd name="connsiteX12-17977" fmla="*/ 4349 w 6603"/>
                  <a:gd name="connsiteY12-17978" fmla="*/ 1890 h 5728"/>
                  <a:gd name="connsiteX13-17979" fmla="*/ 4443 w 6603"/>
                  <a:gd name="connsiteY13-17980" fmla="*/ 1804 h 5728"/>
                  <a:gd name="connsiteX14-17981" fmla="*/ 4447 w 6603"/>
                  <a:gd name="connsiteY14-17982" fmla="*/ 1634 h 5728"/>
                  <a:gd name="connsiteX15-17983" fmla="*/ 4502 w 6603"/>
                  <a:gd name="connsiteY15-17984" fmla="*/ 1514 h 5728"/>
                  <a:gd name="connsiteX16-17985" fmla="*/ 4545 w 6603"/>
                  <a:gd name="connsiteY16-17986" fmla="*/ 1306 h 5728"/>
                  <a:gd name="connsiteX17-17987" fmla="*/ 4605 w 6603"/>
                  <a:gd name="connsiteY17-17988" fmla="*/ 1307 h 5728"/>
                  <a:gd name="connsiteX18-17989" fmla="*/ 4928 w 6603"/>
                  <a:gd name="connsiteY18-17990" fmla="*/ 1286 h 5728"/>
                  <a:gd name="connsiteX19-17991" fmla="*/ 5102 w 6603"/>
                  <a:gd name="connsiteY19-17992" fmla="*/ 1117 h 5728"/>
                  <a:gd name="connsiteX20-17993" fmla="*/ 5171 w 6603"/>
                  <a:gd name="connsiteY20-17994" fmla="*/ 748 h 5728"/>
                  <a:gd name="connsiteX21-17995" fmla="*/ 5281 w 6603"/>
                  <a:gd name="connsiteY21-17996" fmla="*/ 486 h 5728"/>
                  <a:gd name="connsiteX22-17997" fmla="*/ 5279 w 6603"/>
                  <a:gd name="connsiteY22-17998" fmla="*/ 358 h 5728"/>
                  <a:gd name="connsiteX23-17999" fmla="*/ 5266 w 6603"/>
                  <a:gd name="connsiteY23-18000" fmla="*/ 328 h 5728"/>
                  <a:gd name="connsiteX24-18001" fmla="*/ 5199 w 6603"/>
                  <a:gd name="connsiteY24-18002" fmla="*/ 251 h 5728"/>
                  <a:gd name="connsiteX25-18003" fmla="*/ 5139 w 6603"/>
                  <a:gd name="connsiteY25-18004" fmla="*/ 217 h 5728"/>
                  <a:gd name="connsiteX26-18005" fmla="*/ 5264 w 6603"/>
                  <a:gd name="connsiteY26-18006" fmla="*/ 56 h 5728"/>
                  <a:gd name="connsiteX27-18007" fmla="*/ 5437 w 6603"/>
                  <a:gd name="connsiteY27-18008" fmla="*/ 2 h 5728"/>
                  <a:gd name="connsiteX28-18009" fmla="*/ 5469 w 6603"/>
                  <a:gd name="connsiteY28-18010" fmla="*/ 49 h 5728"/>
                  <a:gd name="connsiteX29-18011" fmla="*/ 5459 w 6603"/>
                  <a:gd name="connsiteY29-18012" fmla="*/ 133 h 5728"/>
                  <a:gd name="connsiteX30-18013" fmla="*/ 5398 w 6603"/>
                  <a:gd name="connsiteY30-18014" fmla="*/ 243 h 5728"/>
                  <a:gd name="connsiteX31-18015" fmla="*/ 5468 w 6603"/>
                  <a:gd name="connsiteY31-18016" fmla="*/ 301 h 5728"/>
                  <a:gd name="connsiteX32-18017" fmla="*/ 5582 w 6603"/>
                  <a:gd name="connsiteY32-18018" fmla="*/ 366 h 5728"/>
                  <a:gd name="connsiteX33-18019" fmla="*/ 5602 w 6603"/>
                  <a:gd name="connsiteY33-18020" fmla="*/ 255 h 5728"/>
                  <a:gd name="connsiteX34-18021" fmla="*/ 5736 w 6603"/>
                  <a:gd name="connsiteY34-18022" fmla="*/ 291 h 5728"/>
                  <a:gd name="connsiteX35-18023" fmla="*/ 5761 w 6603"/>
                  <a:gd name="connsiteY35-18024" fmla="*/ 331 h 5728"/>
                  <a:gd name="connsiteX36-18025" fmla="*/ 5837 w 6603"/>
                  <a:gd name="connsiteY36-18026" fmla="*/ 562 h 5728"/>
                  <a:gd name="connsiteX37-18027" fmla="*/ 5872 w 6603"/>
                  <a:gd name="connsiteY37-18028" fmla="*/ 586 h 5728"/>
                  <a:gd name="connsiteX38-18029" fmla="*/ 5964 w 6603"/>
                  <a:gd name="connsiteY38-18030" fmla="*/ 578 h 5728"/>
                  <a:gd name="connsiteX39-18031" fmla="*/ 6224 w 6603"/>
                  <a:gd name="connsiteY39-18032" fmla="*/ 490 h 5728"/>
                  <a:gd name="connsiteX40-18033" fmla="*/ 6444 w 6603"/>
                  <a:gd name="connsiteY40-18034" fmla="*/ 479 h 5728"/>
                  <a:gd name="connsiteX41-18035" fmla="*/ 6504 w 6603"/>
                  <a:gd name="connsiteY41-18036" fmla="*/ 648 h 5728"/>
                  <a:gd name="connsiteX42-18037" fmla="*/ 6422 w 6603"/>
                  <a:gd name="connsiteY42-18038" fmla="*/ 944 h 5728"/>
                  <a:gd name="connsiteX43-18039" fmla="*/ 6422 w 6603"/>
                  <a:gd name="connsiteY43-18040" fmla="*/ 1022 h 5728"/>
                  <a:gd name="connsiteX44-18041" fmla="*/ 6491 w 6603"/>
                  <a:gd name="connsiteY44-18042" fmla="*/ 1168 h 5728"/>
                  <a:gd name="connsiteX45-18043" fmla="*/ 6506 w 6603"/>
                  <a:gd name="connsiteY45-18044" fmla="*/ 1427 h 5728"/>
                  <a:gd name="connsiteX46-18045" fmla="*/ 6508 w 6603"/>
                  <a:gd name="connsiteY46-18046" fmla="*/ 1617 h 5728"/>
                  <a:gd name="connsiteX47-18047" fmla="*/ 6441 w 6603"/>
                  <a:gd name="connsiteY47-18048" fmla="*/ 1625 h 5728"/>
                  <a:gd name="connsiteX48-18049" fmla="*/ 6419 w 6603"/>
                  <a:gd name="connsiteY48-18050" fmla="*/ 1507 h 5728"/>
                  <a:gd name="connsiteX49-18051" fmla="*/ 6384 w 6603"/>
                  <a:gd name="connsiteY49-18052" fmla="*/ 1450 h 5728"/>
                  <a:gd name="connsiteX50-18053" fmla="*/ 6294 w 6603"/>
                  <a:gd name="connsiteY50-18054" fmla="*/ 1582 h 5728"/>
                  <a:gd name="connsiteX51-18055" fmla="*/ 6181 w 6603"/>
                  <a:gd name="connsiteY51-18056" fmla="*/ 1776 h 5728"/>
                  <a:gd name="connsiteX52-18057" fmla="*/ 6062 w 6603"/>
                  <a:gd name="connsiteY52-18058" fmla="*/ 1904 h 5728"/>
                  <a:gd name="connsiteX53-18059" fmla="*/ 6055 w 6603"/>
                  <a:gd name="connsiteY53-18060" fmla="*/ 2018 h 5728"/>
                  <a:gd name="connsiteX54-18061" fmla="*/ 6115 w 6603"/>
                  <a:gd name="connsiteY54-18062" fmla="*/ 2115 h 5728"/>
                  <a:gd name="connsiteX55-18063" fmla="*/ 6217 w 6603"/>
                  <a:gd name="connsiteY55-18064" fmla="*/ 2183 h 5728"/>
                  <a:gd name="connsiteX56-18065" fmla="*/ 6294 w 6603"/>
                  <a:gd name="connsiteY56-18066" fmla="*/ 2178 h 5728"/>
                  <a:gd name="connsiteX57-18067" fmla="*/ 6339 w 6603"/>
                  <a:gd name="connsiteY57-18068" fmla="*/ 2104 h 5728"/>
                  <a:gd name="connsiteX58-18069" fmla="*/ 6373 w 6603"/>
                  <a:gd name="connsiteY58-18070" fmla="*/ 2210 h 5728"/>
                  <a:gd name="connsiteX59-18071" fmla="*/ 6261 w 6603"/>
                  <a:gd name="connsiteY59-18072" fmla="*/ 2249 h 5728"/>
                  <a:gd name="connsiteX60-18073" fmla="*/ 6308 w 6603"/>
                  <a:gd name="connsiteY60-18074" fmla="*/ 2362 h 5728"/>
                  <a:gd name="connsiteX61-18075" fmla="*/ 6173 w 6603"/>
                  <a:gd name="connsiteY61-18076" fmla="*/ 2509 h 5728"/>
                  <a:gd name="connsiteX62-18077" fmla="*/ 6132 w 6603"/>
                  <a:gd name="connsiteY62-18078" fmla="*/ 2498 h 5728"/>
                  <a:gd name="connsiteX63-18079" fmla="*/ 6008 w 6603"/>
                  <a:gd name="connsiteY63-18080" fmla="*/ 2413 h 5728"/>
                  <a:gd name="connsiteX64-18081" fmla="*/ 5953 w 6603"/>
                  <a:gd name="connsiteY64-18082" fmla="*/ 2412 h 5728"/>
                  <a:gd name="connsiteX65-18083" fmla="*/ 5918 w 6603"/>
                  <a:gd name="connsiteY65-18084" fmla="*/ 2480 h 5728"/>
                  <a:gd name="connsiteX66-18085" fmla="*/ 5921 w 6603"/>
                  <a:gd name="connsiteY66-18086" fmla="*/ 2562 h 5728"/>
                  <a:gd name="connsiteX67-18087" fmla="*/ 6099 w 6603"/>
                  <a:gd name="connsiteY67-18088" fmla="*/ 2730 h 5728"/>
                  <a:gd name="connsiteX68-18089" fmla="*/ 6098 w 6603"/>
                  <a:gd name="connsiteY68-18090" fmla="*/ 2844 h 5728"/>
                  <a:gd name="connsiteX69-18091" fmla="*/ 6189 w 6603"/>
                  <a:gd name="connsiteY69-18092" fmla="*/ 3060 h 5728"/>
                  <a:gd name="connsiteX70-18093" fmla="*/ 6215 w 6603"/>
                  <a:gd name="connsiteY70-18094" fmla="*/ 3090 h 5728"/>
                  <a:gd name="connsiteX71-18095" fmla="*/ 6259 w 6603"/>
                  <a:gd name="connsiteY71-18096" fmla="*/ 3094 h 5728"/>
                  <a:gd name="connsiteX72-18097" fmla="*/ 6305 w 6603"/>
                  <a:gd name="connsiteY72-18098" fmla="*/ 3010 h 5728"/>
                  <a:gd name="connsiteX73-18099" fmla="*/ 6385 w 6603"/>
                  <a:gd name="connsiteY73-18100" fmla="*/ 2950 h 5728"/>
                  <a:gd name="connsiteX74-18101" fmla="*/ 6480 w 6603"/>
                  <a:gd name="connsiteY74-18102" fmla="*/ 3126 h 5728"/>
                  <a:gd name="connsiteX75-18103" fmla="*/ 6590 w 6603"/>
                  <a:gd name="connsiteY75-18104" fmla="*/ 3312 h 5728"/>
                  <a:gd name="connsiteX76-18105" fmla="*/ 6603 w 6603"/>
                  <a:gd name="connsiteY76-18106" fmla="*/ 3342 h 5728"/>
                  <a:gd name="connsiteX77-18107" fmla="*/ 6592 w 6603"/>
                  <a:gd name="connsiteY77-18108" fmla="*/ 3518 h 5728"/>
                  <a:gd name="connsiteX78-18109" fmla="*/ 6557 w 6603"/>
                  <a:gd name="connsiteY78-18110" fmla="*/ 3554 h 5728"/>
                  <a:gd name="connsiteX79-18111" fmla="*/ 6468 w 6603"/>
                  <a:gd name="connsiteY79-18112" fmla="*/ 3515 h 5728"/>
                  <a:gd name="connsiteX80-18113" fmla="*/ 6234 w 6603"/>
                  <a:gd name="connsiteY80-18114" fmla="*/ 3644 h 5728"/>
                  <a:gd name="connsiteX81-18115" fmla="*/ 6208 w 6603"/>
                  <a:gd name="connsiteY81-18116" fmla="*/ 3666 h 5728"/>
                  <a:gd name="connsiteX82-18117" fmla="*/ 6028 w 6603"/>
                  <a:gd name="connsiteY82-18118" fmla="*/ 3812 h 5728"/>
                  <a:gd name="connsiteX83-18119" fmla="*/ 5887 w 6603"/>
                  <a:gd name="connsiteY83-18120" fmla="*/ 3926 h 5728"/>
                  <a:gd name="connsiteX84-18121" fmla="*/ 5852 w 6603"/>
                  <a:gd name="connsiteY84-18122" fmla="*/ 3965 h 5728"/>
                  <a:gd name="connsiteX85-18123" fmla="*/ 5800 w 6603"/>
                  <a:gd name="connsiteY85-18124" fmla="*/ 3973 h 5728"/>
                  <a:gd name="connsiteX86-18125" fmla="*/ 5743 w 6603"/>
                  <a:gd name="connsiteY86-18126" fmla="*/ 3916 h 5728"/>
                  <a:gd name="connsiteX87-18127" fmla="*/ 5619 w 6603"/>
                  <a:gd name="connsiteY87-18128" fmla="*/ 3808 h 5728"/>
                  <a:gd name="connsiteX88-18129" fmla="*/ 5643 w 6603"/>
                  <a:gd name="connsiteY88-18130" fmla="*/ 4064 h 5728"/>
                  <a:gd name="connsiteX89-18131" fmla="*/ 5652 w 6603"/>
                  <a:gd name="connsiteY89-18132" fmla="*/ 4192 h 5728"/>
                  <a:gd name="connsiteX90-18133" fmla="*/ 5390 w 6603"/>
                  <a:gd name="connsiteY90-18134" fmla="*/ 4166 h 5728"/>
                  <a:gd name="connsiteX91-18135" fmla="*/ 5308 w 6603"/>
                  <a:gd name="connsiteY91-18136" fmla="*/ 3987 h 5728"/>
                  <a:gd name="connsiteX92-18137" fmla="*/ 5226 w 6603"/>
                  <a:gd name="connsiteY92-18138" fmla="*/ 3802 h 5728"/>
                  <a:gd name="connsiteX93-18139" fmla="*/ 4251 w 6603"/>
                  <a:gd name="connsiteY93-18140" fmla="*/ 4504 h 5728"/>
                  <a:gd name="connsiteX94-18141" fmla="*/ 4254 w 6603"/>
                  <a:gd name="connsiteY94-18142" fmla="*/ 4556 h 5728"/>
                  <a:gd name="connsiteX95-18143" fmla="*/ 4218 w 6603"/>
                  <a:gd name="connsiteY95-18144" fmla="*/ 4614 h 5728"/>
                  <a:gd name="connsiteX96-18145" fmla="*/ 3953 w 6603"/>
                  <a:gd name="connsiteY96-18146" fmla="*/ 4680 h 5728"/>
                  <a:gd name="connsiteX97-18147" fmla="*/ 3818 w 6603"/>
                  <a:gd name="connsiteY97-18148" fmla="*/ 4739 h 5728"/>
                  <a:gd name="connsiteX98-18149" fmla="*/ 3776 w 6603"/>
                  <a:gd name="connsiteY98-18150" fmla="*/ 4777 h 5728"/>
                  <a:gd name="connsiteX99-18151" fmla="*/ 3577 w 6603"/>
                  <a:gd name="connsiteY99-18152" fmla="*/ 5021 h 5728"/>
                  <a:gd name="connsiteX100-18153" fmla="*/ 3504 w 6603"/>
                  <a:gd name="connsiteY100-18154" fmla="*/ 4970 h 5728"/>
                  <a:gd name="connsiteX101-18155" fmla="*/ 3421 w 6603"/>
                  <a:gd name="connsiteY101-18156" fmla="*/ 4971 h 5728"/>
                  <a:gd name="connsiteX102-18157" fmla="*/ 3385 w 6603"/>
                  <a:gd name="connsiteY102-18158" fmla="*/ 5045 h 5728"/>
                  <a:gd name="connsiteX103-18159" fmla="*/ 3274 w 6603"/>
                  <a:gd name="connsiteY103-18160" fmla="*/ 5000 h 5728"/>
                  <a:gd name="connsiteX104-18161" fmla="*/ 3196 w 6603"/>
                  <a:gd name="connsiteY104-18162" fmla="*/ 5109 h 5728"/>
                  <a:gd name="connsiteX105-18163" fmla="*/ 2974 w 6603"/>
                  <a:gd name="connsiteY105-18164" fmla="*/ 5349 h 5728"/>
                  <a:gd name="connsiteX106-18165" fmla="*/ 2954 w 6603"/>
                  <a:gd name="connsiteY106-18166" fmla="*/ 5516 h 5728"/>
                  <a:gd name="connsiteX107-18167" fmla="*/ 2937 w 6603"/>
                  <a:gd name="connsiteY107-18168" fmla="*/ 5659 h 5728"/>
                  <a:gd name="connsiteX108-18169" fmla="*/ 2921 w 6603"/>
                  <a:gd name="connsiteY108-18170" fmla="*/ 5669 h 5728"/>
                  <a:gd name="connsiteX109-18171" fmla="*/ 2599 w 6603"/>
                  <a:gd name="connsiteY109-18172" fmla="*/ 5621 h 5728"/>
                  <a:gd name="connsiteX110-18173" fmla="*/ 2497 w 6603"/>
                  <a:gd name="connsiteY110-18174" fmla="*/ 5566 h 5728"/>
                  <a:gd name="connsiteX111-18175" fmla="*/ 2443 w 6603"/>
                  <a:gd name="connsiteY111-18176" fmla="*/ 5503 h 5728"/>
                  <a:gd name="connsiteX112-18177" fmla="*/ 2338 w 6603"/>
                  <a:gd name="connsiteY112-18178" fmla="*/ 5477 h 5728"/>
                  <a:gd name="connsiteX113-18179" fmla="*/ 2338 w 6603"/>
                  <a:gd name="connsiteY113-18180" fmla="*/ 5379 h 5728"/>
                  <a:gd name="connsiteX114-18181" fmla="*/ 2442 w 6603"/>
                  <a:gd name="connsiteY114-18182" fmla="*/ 5149 h 5728"/>
                  <a:gd name="connsiteX115-18183" fmla="*/ 2302 w 6603"/>
                  <a:gd name="connsiteY115-18184" fmla="*/ 5070 h 5728"/>
                  <a:gd name="connsiteX116-18185" fmla="*/ 2260 w 6603"/>
                  <a:gd name="connsiteY116-18186" fmla="*/ 5095 h 5728"/>
                  <a:gd name="connsiteX117-18187" fmla="*/ 2170 w 6603"/>
                  <a:gd name="connsiteY117-18188" fmla="*/ 5214 h 5728"/>
                  <a:gd name="connsiteX118-18189" fmla="*/ 2138 w 6603"/>
                  <a:gd name="connsiteY118-18190" fmla="*/ 5276 h 5728"/>
                  <a:gd name="connsiteX119-18191" fmla="*/ 2076 w 6603"/>
                  <a:gd name="connsiteY119-18192" fmla="*/ 5386 h 5728"/>
                  <a:gd name="connsiteX120-18193" fmla="*/ 2082 w 6603"/>
                  <a:gd name="connsiteY120-18194" fmla="*/ 5510 h 5728"/>
                  <a:gd name="connsiteX121-18195" fmla="*/ 2043 w 6603"/>
                  <a:gd name="connsiteY121-18196" fmla="*/ 5558 h 5728"/>
                  <a:gd name="connsiteX122-18197" fmla="*/ 1912 w 6603"/>
                  <a:gd name="connsiteY122-18198" fmla="*/ 5617 h 5728"/>
                  <a:gd name="connsiteX123-18199" fmla="*/ 1746 w 6603"/>
                  <a:gd name="connsiteY123-18200" fmla="*/ 5649 h 5728"/>
                  <a:gd name="connsiteX124-18201" fmla="*/ 1643 w 6603"/>
                  <a:gd name="connsiteY124-18202" fmla="*/ 5728 h 5728"/>
                  <a:gd name="connsiteX125-18203" fmla="*/ 1529 w 6603"/>
                  <a:gd name="connsiteY125-18204" fmla="*/ 5611 h 5728"/>
                  <a:gd name="connsiteX126-18205" fmla="*/ 1469 w 6603"/>
                  <a:gd name="connsiteY126-18206" fmla="*/ 5485 h 5728"/>
                  <a:gd name="connsiteX127-18207" fmla="*/ 1591 w 6603"/>
                  <a:gd name="connsiteY127-18208" fmla="*/ 5242 h 5728"/>
                  <a:gd name="connsiteX128-18209" fmla="*/ 1646 w 6603"/>
                  <a:gd name="connsiteY128-18210" fmla="*/ 5195 h 5728"/>
                  <a:gd name="connsiteX129-18211" fmla="*/ 1691 w 6603"/>
                  <a:gd name="connsiteY129-18212" fmla="*/ 5120 h 5728"/>
                  <a:gd name="connsiteX130-18213" fmla="*/ 1688 w 6603"/>
                  <a:gd name="connsiteY130-18214" fmla="*/ 5071 h 5728"/>
                  <a:gd name="connsiteX131-18215" fmla="*/ 1491 w 6603"/>
                  <a:gd name="connsiteY131-18216" fmla="*/ 5007 h 5728"/>
                  <a:gd name="connsiteX132-18217" fmla="*/ 1420 w 6603"/>
                  <a:gd name="connsiteY132-18218" fmla="*/ 5064 h 5728"/>
                  <a:gd name="connsiteX133-18219" fmla="*/ 1314 w 6603"/>
                  <a:gd name="connsiteY133-18220" fmla="*/ 5111 h 5728"/>
                  <a:gd name="connsiteX134-18221" fmla="*/ 1251 w 6603"/>
                  <a:gd name="connsiteY134-18222" fmla="*/ 5063 h 5728"/>
                  <a:gd name="connsiteX135-18223" fmla="*/ 1013 w 6603"/>
                  <a:gd name="connsiteY135-18224" fmla="*/ 5254 h 5728"/>
                  <a:gd name="connsiteX136-18225" fmla="*/ 885 w 6603"/>
                  <a:gd name="connsiteY136-18226" fmla="*/ 5231 h 5728"/>
                  <a:gd name="connsiteX137-18227" fmla="*/ 774 w 6603"/>
                  <a:gd name="connsiteY137-18228" fmla="*/ 5097 h 5728"/>
                  <a:gd name="connsiteX138-18229" fmla="*/ 644 w 6603"/>
                  <a:gd name="connsiteY138-18230" fmla="*/ 4930 h 5728"/>
                  <a:gd name="connsiteX139-18231" fmla="*/ 533 w 6603"/>
                  <a:gd name="connsiteY139-18232" fmla="*/ 4806 h 5728"/>
                  <a:gd name="connsiteX140-18233" fmla="*/ 466 w 6603"/>
                  <a:gd name="connsiteY140-18234" fmla="*/ 4788 h 5728"/>
                  <a:gd name="connsiteX141-18235" fmla="*/ 601 w 6603"/>
                  <a:gd name="connsiteY141-18236" fmla="*/ 4631 h 5728"/>
                  <a:gd name="connsiteX142-18237" fmla="*/ 644 w 6603"/>
                  <a:gd name="connsiteY142-18238" fmla="*/ 4541 h 5728"/>
                  <a:gd name="connsiteX143-18239" fmla="*/ 612 w 6603"/>
                  <a:gd name="connsiteY143-18240" fmla="*/ 4438 h 5728"/>
                  <a:gd name="connsiteX144-18241" fmla="*/ 238 w 6603"/>
                  <a:gd name="connsiteY144-18242" fmla="*/ 4491 h 5728"/>
                  <a:gd name="connsiteX145-18243" fmla="*/ 148 w 6603"/>
                  <a:gd name="connsiteY145-18244" fmla="*/ 4518 h 5728"/>
                  <a:gd name="connsiteX146-18245" fmla="*/ 156 w 6603"/>
                  <a:gd name="connsiteY146-18246" fmla="*/ 4384 h 5728"/>
                  <a:gd name="connsiteX147-18247" fmla="*/ 108 w 6603"/>
                  <a:gd name="connsiteY147-18248" fmla="*/ 4318 h 5728"/>
                  <a:gd name="connsiteX148-18249" fmla="*/ 0 w 6603"/>
                  <a:gd name="connsiteY148-18250" fmla="*/ 4220 h 5728"/>
                  <a:gd name="connsiteX149-18251" fmla="*/ 36 w 6603"/>
                  <a:gd name="connsiteY149-18252" fmla="*/ 4093 h 5728"/>
                  <a:gd name="connsiteX0-18253" fmla="*/ 5417 w 6603"/>
                  <a:gd name="connsiteY0-18254" fmla="*/ 2333 h 5728"/>
                  <a:gd name="connsiteX1-18255" fmla="*/ 5415 w 6603"/>
                  <a:gd name="connsiteY1-18256" fmla="*/ 2117 h 5728"/>
                  <a:gd name="connsiteX2-18257" fmla="*/ 5339 w 6603"/>
                  <a:gd name="connsiteY2-18258" fmla="*/ 2039 h 5728"/>
                  <a:gd name="connsiteX3-18259" fmla="*/ 5196 w 6603"/>
                  <a:gd name="connsiteY3-18260" fmla="*/ 1951 h 5728"/>
                  <a:gd name="connsiteX4-18261" fmla="*/ 5104 w 6603"/>
                  <a:gd name="connsiteY4-18262" fmla="*/ 1827 h 5728"/>
                  <a:gd name="connsiteX5-18263" fmla="*/ 5008 w 6603"/>
                  <a:gd name="connsiteY5-18264" fmla="*/ 1828 h 5728"/>
                  <a:gd name="connsiteX6-18265" fmla="*/ 4963 w 6603"/>
                  <a:gd name="connsiteY6-18266" fmla="*/ 1883 h 5728"/>
                  <a:gd name="connsiteX7-18267" fmla="*/ 4870 w 6603"/>
                  <a:gd name="connsiteY7-18268" fmla="*/ 1877 h 5728"/>
                  <a:gd name="connsiteX8-18269" fmla="*/ 4850 w 6603"/>
                  <a:gd name="connsiteY8-18270" fmla="*/ 1994 h 5728"/>
                  <a:gd name="connsiteX9-18271" fmla="*/ 4669 w 6603"/>
                  <a:gd name="connsiteY9-18272" fmla="*/ 1941 h 5728"/>
                  <a:gd name="connsiteX10-18273" fmla="*/ 4586 w 6603"/>
                  <a:gd name="connsiteY10-18274" fmla="*/ 1939 h 5728"/>
                  <a:gd name="connsiteX11-18275" fmla="*/ 4461 w 6603"/>
                  <a:gd name="connsiteY11-18276" fmla="*/ 2014 h 5728"/>
                  <a:gd name="connsiteX12-18277" fmla="*/ 4349 w 6603"/>
                  <a:gd name="connsiteY12-18278" fmla="*/ 1890 h 5728"/>
                  <a:gd name="connsiteX13-18279" fmla="*/ 4443 w 6603"/>
                  <a:gd name="connsiteY13-18280" fmla="*/ 1804 h 5728"/>
                  <a:gd name="connsiteX14-18281" fmla="*/ 4447 w 6603"/>
                  <a:gd name="connsiteY14-18282" fmla="*/ 1634 h 5728"/>
                  <a:gd name="connsiteX15-18283" fmla="*/ 4502 w 6603"/>
                  <a:gd name="connsiteY15-18284" fmla="*/ 1514 h 5728"/>
                  <a:gd name="connsiteX16-18285" fmla="*/ 4545 w 6603"/>
                  <a:gd name="connsiteY16-18286" fmla="*/ 1306 h 5728"/>
                  <a:gd name="connsiteX17-18287" fmla="*/ 4605 w 6603"/>
                  <a:gd name="connsiteY17-18288" fmla="*/ 1307 h 5728"/>
                  <a:gd name="connsiteX18-18289" fmla="*/ 4928 w 6603"/>
                  <a:gd name="connsiteY18-18290" fmla="*/ 1286 h 5728"/>
                  <a:gd name="connsiteX19-18291" fmla="*/ 5102 w 6603"/>
                  <a:gd name="connsiteY19-18292" fmla="*/ 1117 h 5728"/>
                  <a:gd name="connsiteX20-18293" fmla="*/ 5171 w 6603"/>
                  <a:gd name="connsiteY20-18294" fmla="*/ 748 h 5728"/>
                  <a:gd name="connsiteX21-18295" fmla="*/ 5281 w 6603"/>
                  <a:gd name="connsiteY21-18296" fmla="*/ 486 h 5728"/>
                  <a:gd name="connsiteX22-18297" fmla="*/ 5279 w 6603"/>
                  <a:gd name="connsiteY22-18298" fmla="*/ 358 h 5728"/>
                  <a:gd name="connsiteX23-18299" fmla="*/ 5266 w 6603"/>
                  <a:gd name="connsiteY23-18300" fmla="*/ 328 h 5728"/>
                  <a:gd name="connsiteX24-18301" fmla="*/ 5199 w 6603"/>
                  <a:gd name="connsiteY24-18302" fmla="*/ 251 h 5728"/>
                  <a:gd name="connsiteX25-18303" fmla="*/ 5139 w 6603"/>
                  <a:gd name="connsiteY25-18304" fmla="*/ 217 h 5728"/>
                  <a:gd name="connsiteX26-18305" fmla="*/ 5264 w 6603"/>
                  <a:gd name="connsiteY26-18306" fmla="*/ 56 h 5728"/>
                  <a:gd name="connsiteX27-18307" fmla="*/ 5437 w 6603"/>
                  <a:gd name="connsiteY27-18308" fmla="*/ 2 h 5728"/>
                  <a:gd name="connsiteX28-18309" fmla="*/ 5469 w 6603"/>
                  <a:gd name="connsiteY28-18310" fmla="*/ 49 h 5728"/>
                  <a:gd name="connsiteX29-18311" fmla="*/ 5459 w 6603"/>
                  <a:gd name="connsiteY29-18312" fmla="*/ 133 h 5728"/>
                  <a:gd name="connsiteX30-18313" fmla="*/ 5398 w 6603"/>
                  <a:gd name="connsiteY30-18314" fmla="*/ 243 h 5728"/>
                  <a:gd name="connsiteX31-18315" fmla="*/ 5468 w 6603"/>
                  <a:gd name="connsiteY31-18316" fmla="*/ 301 h 5728"/>
                  <a:gd name="connsiteX32-18317" fmla="*/ 5582 w 6603"/>
                  <a:gd name="connsiteY32-18318" fmla="*/ 366 h 5728"/>
                  <a:gd name="connsiteX33-18319" fmla="*/ 5602 w 6603"/>
                  <a:gd name="connsiteY33-18320" fmla="*/ 255 h 5728"/>
                  <a:gd name="connsiteX34-18321" fmla="*/ 5736 w 6603"/>
                  <a:gd name="connsiteY34-18322" fmla="*/ 291 h 5728"/>
                  <a:gd name="connsiteX35-18323" fmla="*/ 5761 w 6603"/>
                  <a:gd name="connsiteY35-18324" fmla="*/ 331 h 5728"/>
                  <a:gd name="connsiteX36-18325" fmla="*/ 5837 w 6603"/>
                  <a:gd name="connsiteY36-18326" fmla="*/ 562 h 5728"/>
                  <a:gd name="connsiteX37-18327" fmla="*/ 5872 w 6603"/>
                  <a:gd name="connsiteY37-18328" fmla="*/ 586 h 5728"/>
                  <a:gd name="connsiteX38-18329" fmla="*/ 5964 w 6603"/>
                  <a:gd name="connsiteY38-18330" fmla="*/ 578 h 5728"/>
                  <a:gd name="connsiteX39-18331" fmla="*/ 6224 w 6603"/>
                  <a:gd name="connsiteY39-18332" fmla="*/ 490 h 5728"/>
                  <a:gd name="connsiteX40-18333" fmla="*/ 6444 w 6603"/>
                  <a:gd name="connsiteY40-18334" fmla="*/ 479 h 5728"/>
                  <a:gd name="connsiteX41-18335" fmla="*/ 6504 w 6603"/>
                  <a:gd name="connsiteY41-18336" fmla="*/ 648 h 5728"/>
                  <a:gd name="connsiteX42-18337" fmla="*/ 6422 w 6603"/>
                  <a:gd name="connsiteY42-18338" fmla="*/ 944 h 5728"/>
                  <a:gd name="connsiteX43-18339" fmla="*/ 6422 w 6603"/>
                  <a:gd name="connsiteY43-18340" fmla="*/ 1022 h 5728"/>
                  <a:gd name="connsiteX44-18341" fmla="*/ 6491 w 6603"/>
                  <a:gd name="connsiteY44-18342" fmla="*/ 1168 h 5728"/>
                  <a:gd name="connsiteX45-18343" fmla="*/ 6506 w 6603"/>
                  <a:gd name="connsiteY45-18344" fmla="*/ 1427 h 5728"/>
                  <a:gd name="connsiteX46-18345" fmla="*/ 6508 w 6603"/>
                  <a:gd name="connsiteY46-18346" fmla="*/ 1617 h 5728"/>
                  <a:gd name="connsiteX47-18347" fmla="*/ 6441 w 6603"/>
                  <a:gd name="connsiteY47-18348" fmla="*/ 1625 h 5728"/>
                  <a:gd name="connsiteX48-18349" fmla="*/ 6419 w 6603"/>
                  <a:gd name="connsiteY48-18350" fmla="*/ 1507 h 5728"/>
                  <a:gd name="connsiteX49-18351" fmla="*/ 6384 w 6603"/>
                  <a:gd name="connsiteY49-18352" fmla="*/ 1450 h 5728"/>
                  <a:gd name="connsiteX50-18353" fmla="*/ 6294 w 6603"/>
                  <a:gd name="connsiteY50-18354" fmla="*/ 1582 h 5728"/>
                  <a:gd name="connsiteX51-18355" fmla="*/ 6181 w 6603"/>
                  <a:gd name="connsiteY51-18356" fmla="*/ 1776 h 5728"/>
                  <a:gd name="connsiteX52-18357" fmla="*/ 6062 w 6603"/>
                  <a:gd name="connsiteY52-18358" fmla="*/ 1904 h 5728"/>
                  <a:gd name="connsiteX53-18359" fmla="*/ 6055 w 6603"/>
                  <a:gd name="connsiteY53-18360" fmla="*/ 2018 h 5728"/>
                  <a:gd name="connsiteX54-18361" fmla="*/ 6115 w 6603"/>
                  <a:gd name="connsiteY54-18362" fmla="*/ 2115 h 5728"/>
                  <a:gd name="connsiteX55-18363" fmla="*/ 6217 w 6603"/>
                  <a:gd name="connsiteY55-18364" fmla="*/ 2183 h 5728"/>
                  <a:gd name="connsiteX56-18365" fmla="*/ 6294 w 6603"/>
                  <a:gd name="connsiteY56-18366" fmla="*/ 2178 h 5728"/>
                  <a:gd name="connsiteX57-18367" fmla="*/ 6339 w 6603"/>
                  <a:gd name="connsiteY57-18368" fmla="*/ 2104 h 5728"/>
                  <a:gd name="connsiteX58-18369" fmla="*/ 6373 w 6603"/>
                  <a:gd name="connsiteY58-18370" fmla="*/ 2210 h 5728"/>
                  <a:gd name="connsiteX59-18371" fmla="*/ 6261 w 6603"/>
                  <a:gd name="connsiteY59-18372" fmla="*/ 2249 h 5728"/>
                  <a:gd name="connsiteX60-18373" fmla="*/ 6308 w 6603"/>
                  <a:gd name="connsiteY60-18374" fmla="*/ 2362 h 5728"/>
                  <a:gd name="connsiteX61-18375" fmla="*/ 6173 w 6603"/>
                  <a:gd name="connsiteY61-18376" fmla="*/ 2509 h 5728"/>
                  <a:gd name="connsiteX62-18377" fmla="*/ 6132 w 6603"/>
                  <a:gd name="connsiteY62-18378" fmla="*/ 2498 h 5728"/>
                  <a:gd name="connsiteX63-18379" fmla="*/ 6008 w 6603"/>
                  <a:gd name="connsiteY63-18380" fmla="*/ 2413 h 5728"/>
                  <a:gd name="connsiteX64-18381" fmla="*/ 5953 w 6603"/>
                  <a:gd name="connsiteY64-18382" fmla="*/ 2412 h 5728"/>
                  <a:gd name="connsiteX65-18383" fmla="*/ 5918 w 6603"/>
                  <a:gd name="connsiteY65-18384" fmla="*/ 2480 h 5728"/>
                  <a:gd name="connsiteX66-18385" fmla="*/ 5921 w 6603"/>
                  <a:gd name="connsiteY66-18386" fmla="*/ 2562 h 5728"/>
                  <a:gd name="connsiteX67-18387" fmla="*/ 6099 w 6603"/>
                  <a:gd name="connsiteY67-18388" fmla="*/ 2730 h 5728"/>
                  <a:gd name="connsiteX68-18389" fmla="*/ 6098 w 6603"/>
                  <a:gd name="connsiteY68-18390" fmla="*/ 2844 h 5728"/>
                  <a:gd name="connsiteX69-18391" fmla="*/ 6189 w 6603"/>
                  <a:gd name="connsiteY69-18392" fmla="*/ 3060 h 5728"/>
                  <a:gd name="connsiteX70-18393" fmla="*/ 6215 w 6603"/>
                  <a:gd name="connsiteY70-18394" fmla="*/ 3090 h 5728"/>
                  <a:gd name="connsiteX71-18395" fmla="*/ 6259 w 6603"/>
                  <a:gd name="connsiteY71-18396" fmla="*/ 3094 h 5728"/>
                  <a:gd name="connsiteX72-18397" fmla="*/ 6305 w 6603"/>
                  <a:gd name="connsiteY72-18398" fmla="*/ 3010 h 5728"/>
                  <a:gd name="connsiteX73-18399" fmla="*/ 6385 w 6603"/>
                  <a:gd name="connsiteY73-18400" fmla="*/ 2950 h 5728"/>
                  <a:gd name="connsiteX74-18401" fmla="*/ 6480 w 6603"/>
                  <a:gd name="connsiteY74-18402" fmla="*/ 3126 h 5728"/>
                  <a:gd name="connsiteX75-18403" fmla="*/ 6590 w 6603"/>
                  <a:gd name="connsiteY75-18404" fmla="*/ 3312 h 5728"/>
                  <a:gd name="connsiteX76-18405" fmla="*/ 6603 w 6603"/>
                  <a:gd name="connsiteY76-18406" fmla="*/ 3342 h 5728"/>
                  <a:gd name="connsiteX77-18407" fmla="*/ 6592 w 6603"/>
                  <a:gd name="connsiteY77-18408" fmla="*/ 3518 h 5728"/>
                  <a:gd name="connsiteX78-18409" fmla="*/ 6557 w 6603"/>
                  <a:gd name="connsiteY78-18410" fmla="*/ 3554 h 5728"/>
                  <a:gd name="connsiteX79-18411" fmla="*/ 6468 w 6603"/>
                  <a:gd name="connsiteY79-18412" fmla="*/ 3515 h 5728"/>
                  <a:gd name="connsiteX80-18413" fmla="*/ 6234 w 6603"/>
                  <a:gd name="connsiteY80-18414" fmla="*/ 3644 h 5728"/>
                  <a:gd name="connsiteX81-18415" fmla="*/ 6208 w 6603"/>
                  <a:gd name="connsiteY81-18416" fmla="*/ 3666 h 5728"/>
                  <a:gd name="connsiteX82-18417" fmla="*/ 6028 w 6603"/>
                  <a:gd name="connsiteY82-18418" fmla="*/ 3812 h 5728"/>
                  <a:gd name="connsiteX83-18419" fmla="*/ 5887 w 6603"/>
                  <a:gd name="connsiteY83-18420" fmla="*/ 3926 h 5728"/>
                  <a:gd name="connsiteX84-18421" fmla="*/ 5852 w 6603"/>
                  <a:gd name="connsiteY84-18422" fmla="*/ 3965 h 5728"/>
                  <a:gd name="connsiteX85-18423" fmla="*/ 5800 w 6603"/>
                  <a:gd name="connsiteY85-18424" fmla="*/ 3973 h 5728"/>
                  <a:gd name="connsiteX86-18425" fmla="*/ 5743 w 6603"/>
                  <a:gd name="connsiteY86-18426" fmla="*/ 3916 h 5728"/>
                  <a:gd name="connsiteX87-18427" fmla="*/ 5619 w 6603"/>
                  <a:gd name="connsiteY87-18428" fmla="*/ 3808 h 5728"/>
                  <a:gd name="connsiteX88-18429" fmla="*/ 5643 w 6603"/>
                  <a:gd name="connsiteY88-18430" fmla="*/ 4064 h 5728"/>
                  <a:gd name="connsiteX89-18431" fmla="*/ 5652 w 6603"/>
                  <a:gd name="connsiteY89-18432" fmla="*/ 4192 h 5728"/>
                  <a:gd name="connsiteX90-18433" fmla="*/ 5390 w 6603"/>
                  <a:gd name="connsiteY90-18434" fmla="*/ 4166 h 5728"/>
                  <a:gd name="connsiteX91-18435" fmla="*/ 5308 w 6603"/>
                  <a:gd name="connsiteY91-18436" fmla="*/ 3987 h 5728"/>
                  <a:gd name="connsiteX92-18437" fmla="*/ 5226 w 6603"/>
                  <a:gd name="connsiteY92-18438" fmla="*/ 3802 h 5728"/>
                  <a:gd name="connsiteX93-18439" fmla="*/ 4251 w 6603"/>
                  <a:gd name="connsiteY93-18440" fmla="*/ 4504 h 5728"/>
                  <a:gd name="connsiteX94-18441" fmla="*/ 4254 w 6603"/>
                  <a:gd name="connsiteY94-18442" fmla="*/ 4556 h 5728"/>
                  <a:gd name="connsiteX95-18443" fmla="*/ 4218 w 6603"/>
                  <a:gd name="connsiteY95-18444" fmla="*/ 4614 h 5728"/>
                  <a:gd name="connsiteX96-18445" fmla="*/ 3953 w 6603"/>
                  <a:gd name="connsiteY96-18446" fmla="*/ 4680 h 5728"/>
                  <a:gd name="connsiteX97-18447" fmla="*/ 3818 w 6603"/>
                  <a:gd name="connsiteY97-18448" fmla="*/ 4739 h 5728"/>
                  <a:gd name="connsiteX98-18449" fmla="*/ 3776 w 6603"/>
                  <a:gd name="connsiteY98-18450" fmla="*/ 4777 h 5728"/>
                  <a:gd name="connsiteX99-18451" fmla="*/ 3577 w 6603"/>
                  <a:gd name="connsiteY99-18452" fmla="*/ 5021 h 5728"/>
                  <a:gd name="connsiteX100-18453" fmla="*/ 3504 w 6603"/>
                  <a:gd name="connsiteY100-18454" fmla="*/ 4970 h 5728"/>
                  <a:gd name="connsiteX101-18455" fmla="*/ 3421 w 6603"/>
                  <a:gd name="connsiteY101-18456" fmla="*/ 4971 h 5728"/>
                  <a:gd name="connsiteX102-18457" fmla="*/ 3385 w 6603"/>
                  <a:gd name="connsiteY102-18458" fmla="*/ 5045 h 5728"/>
                  <a:gd name="connsiteX103-18459" fmla="*/ 3274 w 6603"/>
                  <a:gd name="connsiteY103-18460" fmla="*/ 5000 h 5728"/>
                  <a:gd name="connsiteX104-18461" fmla="*/ 3196 w 6603"/>
                  <a:gd name="connsiteY104-18462" fmla="*/ 5109 h 5728"/>
                  <a:gd name="connsiteX105-18463" fmla="*/ 2974 w 6603"/>
                  <a:gd name="connsiteY105-18464" fmla="*/ 5349 h 5728"/>
                  <a:gd name="connsiteX106-18465" fmla="*/ 2954 w 6603"/>
                  <a:gd name="connsiteY106-18466" fmla="*/ 5516 h 5728"/>
                  <a:gd name="connsiteX107-18467" fmla="*/ 2937 w 6603"/>
                  <a:gd name="connsiteY107-18468" fmla="*/ 5659 h 5728"/>
                  <a:gd name="connsiteX108-18469" fmla="*/ 2921 w 6603"/>
                  <a:gd name="connsiteY108-18470" fmla="*/ 5669 h 5728"/>
                  <a:gd name="connsiteX109-18471" fmla="*/ 2599 w 6603"/>
                  <a:gd name="connsiteY109-18472" fmla="*/ 5621 h 5728"/>
                  <a:gd name="connsiteX110-18473" fmla="*/ 2497 w 6603"/>
                  <a:gd name="connsiteY110-18474" fmla="*/ 5566 h 5728"/>
                  <a:gd name="connsiteX111-18475" fmla="*/ 2443 w 6603"/>
                  <a:gd name="connsiteY111-18476" fmla="*/ 5503 h 5728"/>
                  <a:gd name="connsiteX112-18477" fmla="*/ 2338 w 6603"/>
                  <a:gd name="connsiteY112-18478" fmla="*/ 5477 h 5728"/>
                  <a:gd name="connsiteX113-18479" fmla="*/ 2338 w 6603"/>
                  <a:gd name="connsiteY113-18480" fmla="*/ 5379 h 5728"/>
                  <a:gd name="connsiteX114-18481" fmla="*/ 2442 w 6603"/>
                  <a:gd name="connsiteY114-18482" fmla="*/ 5149 h 5728"/>
                  <a:gd name="connsiteX115-18483" fmla="*/ 2302 w 6603"/>
                  <a:gd name="connsiteY115-18484" fmla="*/ 5070 h 5728"/>
                  <a:gd name="connsiteX116-18485" fmla="*/ 2260 w 6603"/>
                  <a:gd name="connsiteY116-18486" fmla="*/ 5095 h 5728"/>
                  <a:gd name="connsiteX117-18487" fmla="*/ 2170 w 6603"/>
                  <a:gd name="connsiteY117-18488" fmla="*/ 5214 h 5728"/>
                  <a:gd name="connsiteX118-18489" fmla="*/ 2138 w 6603"/>
                  <a:gd name="connsiteY118-18490" fmla="*/ 5276 h 5728"/>
                  <a:gd name="connsiteX119-18491" fmla="*/ 2076 w 6603"/>
                  <a:gd name="connsiteY119-18492" fmla="*/ 5386 h 5728"/>
                  <a:gd name="connsiteX120-18493" fmla="*/ 2082 w 6603"/>
                  <a:gd name="connsiteY120-18494" fmla="*/ 5510 h 5728"/>
                  <a:gd name="connsiteX121-18495" fmla="*/ 2043 w 6603"/>
                  <a:gd name="connsiteY121-18496" fmla="*/ 5558 h 5728"/>
                  <a:gd name="connsiteX122-18497" fmla="*/ 1912 w 6603"/>
                  <a:gd name="connsiteY122-18498" fmla="*/ 5617 h 5728"/>
                  <a:gd name="connsiteX123-18499" fmla="*/ 1746 w 6603"/>
                  <a:gd name="connsiteY123-18500" fmla="*/ 5649 h 5728"/>
                  <a:gd name="connsiteX124-18501" fmla="*/ 1643 w 6603"/>
                  <a:gd name="connsiteY124-18502" fmla="*/ 5728 h 5728"/>
                  <a:gd name="connsiteX125-18503" fmla="*/ 1529 w 6603"/>
                  <a:gd name="connsiteY125-18504" fmla="*/ 5611 h 5728"/>
                  <a:gd name="connsiteX126-18505" fmla="*/ 1469 w 6603"/>
                  <a:gd name="connsiteY126-18506" fmla="*/ 5485 h 5728"/>
                  <a:gd name="connsiteX127-18507" fmla="*/ 1591 w 6603"/>
                  <a:gd name="connsiteY127-18508" fmla="*/ 5242 h 5728"/>
                  <a:gd name="connsiteX128-18509" fmla="*/ 1646 w 6603"/>
                  <a:gd name="connsiteY128-18510" fmla="*/ 5195 h 5728"/>
                  <a:gd name="connsiteX129-18511" fmla="*/ 1691 w 6603"/>
                  <a:gd name="connsiteY129-18512" fmla="*/ 5120 h 5728"/>
                  <a:gd name="connsiteX130-18513" fmla="*/ 1688 w 6603"/>
                  <a:gd name="connsiteY130-18514" fmla="*/ 5071 h 5728"/>
                  <a:gd name="connsiteX131-18515" fmla="*/ 1491 w 6603"/>
                  <a:gd name="connsiteY131-18516" fmla="*/ 5007 h 5728"/>
                  <a:gd name="connsiteX132-18517" fmla="*/ 1420 w 6603"/>
                  <a:gd name="connsiteY132-18518" fmla="*/ 5064 h 5728"/>
                  <a:gd name="connsiteX133-18519" fmla="*/ 1314 w 6603"/>
                  <a:gd name="connsiteY133-18520" fmla="*/ 5111 h 5728"/>
                  <a:gd name="connsiteX134-18521" fmla="*/ 1251 w 6603"/>
                  <a:gd name="connsiteY134-18522" fmla="*/ 5063 h 5728"/>
                  <a:gd name="connsiteX135-18523" fmla="*/ 1013 w 6603"/>
                  <a:gd name="connsiteY135-18524" fmla="*/ 5254 h 5728"/>
                  <a:gd name="connsiteX136-18525" fmla="*/ 885 w 6603"/>
                  <a:gd name="connsiteY136-18526" fmla="*/ 5231 h 5728"/>
                  <a:gd name="connsiteX137-18527" fmla="*/ 774 w 6603"/>
                  <a:gd name="connsiteY137-18528" fmla="*/ 5097 h 5728"/>
                  <a:gd name="connsiteX138-18529" fmla="*/ 644 w 6603"/>
                  <a:gd name="connsiteY138-18530" fmla="*/ 4930 h 5728"/>
                  <a:gd name="connsiteX139-18531" fmla="*/ 533 w 6603"/>
                  <a:gd name="connsiteY139-18532" fmla="*/ 4806 h 5728"/>
                  <a:gd name="connsiteX140-18533" fmla="*/ 466 w 6603"/>
                  <a:gd name="connsiteY140-18534" fmla="*/ 4788 h 5728"/>
                  <a:gd name="connsiteX141-18535" fmla="*/ 601 w 6603"/>
                  <a:gd name="connsiteY141-18536" fmla="*/ 4631 h 5728"/>
                  <a:gd name="connsiteX142-18537" fmla="*/ 644 w 6603"/>
                  <a:gd name="connsiteY142-18538" fmla="*/ 4541 h 5728"/>
                  <a:gd name="connsiteX143-18539" fmla="*/ 612 w 6603"/>
                  <a:gd name="connsiteY143-18540" fmla="*/ 4438 h 5728"/>
                  <a:gd name="connsiteX144-18541" fmla="*/ 238 w 6603"/>
                  <a:gd name="connsiteY144-18542" fmla="*/ 4491 h 5728"/>
                  <a:gd name="connsiteX145-18543" fmla="*/ 148 w 6603"/>
                  <a:gd name="connsiteY145-18544" fmla="*/ 4518 h 5728"/>
                  <a:gd name="connsiteX146-18545" fmla="*/ 156 w 6603"/>
                  <a:gd name="connsiteY146-18546" fmla="*/ 4384 h 5728"/>
                  <a:gd name="connsiteX147-18547" fmla="*/ 108 w 6603"/>
                  <a:gd name="connsiteY147-18548" fmla="*/ 4318 h 5728"/>
                  <a:gd name="connsiteX148-18549" fmla="*/ 0 w 6603"/>
                  <a:gd name="connsiteY148-18550" fmla="*/ 4220 h 5728"/>
                  <a:gd name="connsiteX0-18551" fmla="*/ 5309 w 6495"/>
                  <a:gd name="connsiteY0-18552" fmla="*/ 2333 h 5728"/>
                  <a:gd name="connsiteX1-18553" fmla="*/ 5307 w 6495"/>
                  <a:gd name="connsiteY1-18554" fmla="*/ 2117 h 5728"/>
                  <a:gd name="connsiteX2-18555" fmla="*/ 5231 w 6495"/>
                  <a:gd name="connsiteY2-18556" fmla="*/ 2039 h 5728"/>
                  <a:gd name="connsiteX3-18557" fmla="*/ 5088 w 6495"/>
                  <a:gd name="connsiteY3-18558" fmla="*/ 1951 h 5728"/>
                  <a:gd name="connsiteX4-18559" fmla="*/ 4996 w 6495"/>
                  <a:gd name="connsiteY4-18560" fmla="*/ 1827 h 5728"/>
                  <a:gd name="connsiteX5-18561" fmla="*/ 4900 w 6495"/>
                  <a:gd name="connsiteY5-18562" fmla="*/ 1828 h 5728"/>
                  <a:gd name="connsiteX6-18563" fmla="*/ 4855 w 6495"/>
                  <a:gd name="connsiteY6-18564" fmla="*/ 1883 h 5728"/>
                  <a:gd name="connsiteX7-18565" fmla="*/ 4762 w 6495"/>
                  <a:gd name="connsiteY7-18566" fmla="*/ 1877 h 5728"/>
                  <a:gd name="connsiteX8-18567" fmla="*/ 4742 w 6495"/>
                  <a:gd name="connsiteY8-18568" fmla="*/ 1994 h 5728"/>
                  <a:gd name="connsiteX9-18569" fmla="*/ 4561 w 6495"/>
                  <a:gd name="connsiteY9-18570" fmla="*/ 1941 h 5728"/>
                  <a:gd name="connsiteX10-18571" fmla="*/ 4478 w 6495"/>
                  <a:gd name="connsiteY10-18572" fmla="*/ 1939 h 5728"/>
                  <a:gd name="connsiteX11-18573" fmla="*/ 4353 w 6495"/>
                  <a:gd name="connsiteY11-18574" fmla="*/ 2014 h 5728"/>
                  <a:gd name="connsiteX12-18575" fmla="*/ 4241 w 6495"/>
                  <a:gd name="connsiteY12-18576" fmla="*/ 1890 h 5728"/>
                  <a:gd name="connsiteX13-18577" fmla="*/ 4335 w 6495"/>
                  <a:gd name="connsiteY13-18578" fmla="*/ 1804 h 5728"/>
                  <a:gd name="connsiteX14-18579" fmla="*/ 4339 w 6495"/>
                  <a:gd name="connsiteY14-18580" fmla="*/ 1634 h 5728"/>
                  <a:gd name="connsiteX15-18581" fmla="*/ 4394 w 6495"/>
                  <a:gd name="connsiteY15-18582" fmla="*/ 1514 h 5728"/>
                  <a:gd name="connsiteX16-18583" fmla="*/ 4437 w 6495"/>
                  <a:gd name="connsiteY16-18584" fmla="*/ 1306 h 5728"/>
                  <a:gd name="connsiteX17-18585" fmla="*/ 4497 w 6495"/>
                  <a:gd name="connsiteY17-18586" fmla="*/ 1307 h 5728"/>
                  <a:gd name="connsiteX18-18587" fmla="*/ 4820 w 6495"/>
                  <a:gd name="connsiteY18-18588" fmla="*/ 1286 h 5728"/>
                  <a:gd name="connsiteX19-18589" fmla="*/ 4994 w 6495"/>
                  <a:gd name="connsiteY19-18590" fmla="*/ 1117 h 5728"/>
                  <a:gd name="connsiteX20-18591" fmla="*/ 5063 w 6495"/>
                  <a:gd name="connsiteY20-18592" fmla="*/ 748 h 5728"/>
                  <a:gd name="connsiteX21-18593" fmla="*/ 5173 w 6495"/>
                  <a:gd name="connsiteY21-18594" fmla="*/ 486 h 5728"/>
                  <a:gd name="connsiteX22-18595" fmla="*/ 5171 w 6495"/>
                  <a:gd name="connsiteY22-18596" fmla="*/ 358 h 5728"/>
                  <a:gd name="connsiteX23-18597" fmla="*/ 5158 w 6495"/>
                  <a:gd name="connsiteY23-18598" fmla="*/ 328 h 5728"/>
                  <a:gd name="connsiteX24-18599" fmla="*/ 5091 w 6495"/>
                  <a:gd name="connsiteY24-18600" fmla="*/ 251 h 5728"/>
                  <a:gd name="connsiteX25-18601" fmla="*/ 5031 w 6495"/>
                  <a:gd name="connsiteY25-18602" fmla="*/ 217 h 5728"/>
                  <a:gd name="connsiteX26-18603" fmla="*/ 5156 w 6495"/>
                  <a:gd name="connsiteY26-18604" fmla="*/ 56 h 5728"/>
                  <a:gd name="connsiteX27-18605" fmla="*/ 5329 w 6495"/>
                  <a:gd name="connsiteY27-18606" fmla="*/ 2 h 5728"/>
                  <a:gd name="connsiteX28-18607" fmla="*/ 5361 w 6495"/>
                  <a:gd name="connsiteY28-18608" fmla="*/ 49 h 5728"/>
                  <a:gd name="connsiteX29-18609" fmla="*/ 5351 w 6495"/>
                  <a:gd name="connsiteY29-18610" fmla="*/ 133 h 5728"/>
                  <a:gd name="connsiteX30-18611" fmla="*/ 5290 w 6495"/>
                  <a:gd name="connsiteY30-18612" fmla="*/ 243 h 5728"/>
                  <a:gd name="connsiteX31-18613" fmla="*/ 5360 w 6495"/>
                  <a:gd name="connsiteY31-18614" fmla="*/ 301 h 5728"/>
                  <a:gd name="connsiteX32-18615" fmla="*/ 5474 w 6495"/>
                  <a:gd name="connsiteY32-18616" fmla="*/ 366 h 5728"/>
                  <a:gd name="connsiteX33-18617" fmla="*/ 5494 w 6495"/>
                  <a:gd name="connsiteY33-18618" fmla="*/ 255 h 5728"/>
                  <a:gd name="connsiteX34-18619" fmla="*/ 5628 w 6495"/>
                  <a:gd name="connsiteY34-18620" fmla="*/ 291 h 5728"/>
                  <a:gd name="connsiteX35-18621" fmla="*/ 5653 w 6495"/>
                  <a:gd name="connsiteY35-18622" fmla="*/ 331 h 5728"/>
                  <a:gd name="connsiteX36-18623" fmla="*/ 5729 w 6495"/>
                  <a:gd name="connsiteY36-18624" fmla="*/ 562 h 5728"/>
                  <a:gd name="connsiteX37-18625" fmla="*/ 5764 w 6495"/>
                  <a:gd name="connsiteY37-18626" fmla="*/ 586 h 5728"/>
                  <a:gd name="connsiteX38-18627" fmla="*/ 5856 w 6495"/>
                  <a:gd name="connsiteY38-18628" fmla="*/ 578 h 5728"/>
                  <a:gd name="connsiteX39-18629" fmla="*/ 6116 w 6495"/>
                  <a:gd name="connsiteY39-18630" fmla="*/ 490 h 5728"/>
                  <a:gd name="connsiteX40-18631" fmla="*/ 6336 w 6495"/>
                  <a:gd name="connsiteY40-18632" fmla="*/ 479 h 5728"/>
                  <a:gd name="connsiteX41-18633" fmla="*/ 6396 w 6495"/>
                  <a:gd name="connsiteY41-18634" fmla="*/ 648 h 5728"/>
                  <a:gd name="connsiteX42-18635" fmla="*/ 6314 w 6495"/>
                  <a:gd name="connsiteY42-18636" fmla="*/ 944 h 5728"/>
                  <a:gd name="connsiteX43-18637" fmla="*/ 6314 w 6495"/>
                  <a:gd name="connsiteY43-18638" fmla="*/ 1022 h 5728"/>
                  <a:gd name="connsiteX44-18639" fmla="*/ 6383 w 6495"/>
                  <a:gd name="connsiteY44-18640" fmla="*/ 1168 h 5728"/>
                  <a:gd name="connsiteX45-18641" fmla="*/ 6398 w 6495"/>
                  <a:gd name="connsiteY45-18642" fmla="*/ 1427 h 5728"/>
                  <a:gd name="connsiteX46-18643" fmla="*/ 6400 w 6495"/>
                  <a:gd name="connsiteY46-18644" fmla="*/ 1617 h 5728"/>
                  <a:gd name="connsiteX47-18645" fmla="*/ 6333 w 6495"/>
                  <a:gd name="connsiteY47-18646" fmla="*/ 1625 h 5728"/>
                  <a:gd name="connsiteX48-18647" fmla="*/ 6311 w 6495"/>
                  <a:gd name="connsiteY48-18648" fmla="*/ 1507 h 5728"/>
                  <a:gd name="connsiteX49-18649" fmla="*/ 6276 w 6495"/>
                  <a:gd name="connsiteY49-18650" fmla="*/ 1450 h 5728"/>
                  <a:gd name="connsiteX50-18651" fmla="*/ 6186 w 6495"/>
                  <a:gd name="connsiteY50-18652" fmla="*/ 1582 h 5728"/>
                  <a:gd name="connsiteX51-18653" fmla="*/ 6073 w 6495"/>
                  <a:gd name="connsiteY51-18654" fmla="*/ 1776 h 5728"/>
                  <a:gd name="connsiteX52-18655" fmla="*/ 5954 w 6495"/>
                  <a:gd name="connsiteY52-18656" fmla="*/ 1904 h 5728"/>
                  <a:gd name="connsiteX53-18657" fmla="*/ 5947 w 6495"/>
                  <a:gd name="connsiteY53-18658" fmla="*/ 2018 h 5728"/>
                  <a:gd name="connsiteX54-18659" fmla="*/ 6007 w 6495"/>
                  <a:gd name="connsiteY54-18660" fmla="*/ 2115 h 5728"/>
                  <a:gd name="connsiteX55-18661" fmla="*/ 6109 w 6495"/>
                  <a:gd name="connsiteY55-18662" fmla="*/ 2183 h 5728"/>
                  <a:gd name="connsiteX56-18663" fmla="*/ 6186 w 6495"/>
                  <a:gd name="connsiteY56-18664" fmla="*/ 2178 h 5728"/>
                  <a:gd name="connsiteX57-18665" fmla="*/ 6231 w 6495"/>
                  <a:gd name="connsiteY57-18666" fmla="*/ 2104 h 5728"/>
                  <a:gd name="connsiteX58-18667" fmla="*/ 6265 w 6495"/>
                  <a:gd name="connsiteY58-18668" fmla="*/ 2210 h 5728"/>
                  <a:gd name="connsiteX59-18669" fmla="*/ 6153 w 6495"/>
                  <a:gd name="connsiteY59-18670" fmla="*/ 2249 h 5728"/>
                  <a:gd name="connsiteX60-18671" fmla="*/ 6200 w 6495"/>
                  <a:gd name="connsiteY60-18672" fmla="*/ 2362 h 5728"/>
                  <a:gd name="connsiteX61-18673" fmla="*/ 6065 w 6495"/>
                  <a:gd name="connsiteY61-18674" fmla="*/ 2509 h 5728"/>
                  <a:gd name="connsiteX62-18675" fmla="*/ 6024 w 6495"/>
                  <a:gd name="connsiteY62-18676" fmla="*/ 2498 h 5728"/>
                  <a:gd name="connsiteX63-18677" fmla="*/ 5900 w 6495"/>
                  <a:gd name="connsiteY63-18678" fmla="*/ 2413 h 5728"/>
                  <a:gd name="connsiteX64-18679" fmla="*/ 5845 w 6495"/>
                  <a:gd name="connsiteY64-18680" fmla="*/ 2412 h 5728"/>
                  <a:gd name="connsiteX65-18681" fmla="*/ 5810 w 6495"/>
                  <a:gd name="connsiteY65-18682" fmla="*/ 2480 h 5728"/>
                  <a:gd name="connsiteX66-18683" fmla="*/ 5813 w 6495"/>
                  <a:gd name="connsiteY66-18684" fmla="*/ 2562 h 5728"/>
                  <a:gd name="connsiteX67-18685" fmla="*/ 5991 w 6495"/>
                  <a:gd name="connsiteY67-18686" fmla="*/ 2730 h 5728"/>
                  <a:gd name="connsiteX68-18687" fmla="*/ 5990 w 6495"/>
                  <a:gd name="connsiteY68-18688" fmla="*/ 2844 h 5728"/>
                  <a:gd name="connsiteX69-18689" fmla="*/ 6081 w 6495"/>
                  <a:gd name="connsiteY69-18690" fmla="*/ 3060 h 5728"/>
                  <a:gd name="connsiteX70-18691" fmla="*/ 6107 w 6495"/>
                  <a:gd name="connsiteY70-18692" fmla="*/ 3090 h 5728"/>
                  <a:gd name="connsiteX71-18693" fmla="*/ 6151 w 6495"/>
                  <a:gd name="connsiteY71-18694" fmla="*/ 3094 h 5728"/>
                  <a:gd name="connsiteX72-18695" fmla="*/ 6197 w 6495"/>
                  <a:gd name="connsiteY72-18696" fmla="*/ 3010 h 5728"/>
                  <a:gd name="connsiteX73-18697" fmla="*/ 6277 w 6495"/>
                  <a:gd name="connsiteY73-18698" fmla="*/ 2950 h 5728"/>
                  <a:gd name="connsiteX74-18699" fmla="*/ 6372 w 6495"/>
                  <a:gd name="connsiteY74-18700" fmla="*/ 3126 h 5728"/>
                  <a:gd name="connsiteX75-18701" fmla="*/ 6482 w 6495"/>
                  <a:gd name="connsiteY75-18702" fmla="*/ 3312 h 5728"/>
                  <a:gd name="connsiteX76-18703" fmla="*/ 6495 w 6495"/>
                  <a:gd name="connsiteY76-18704" fmla="*/ 3342 h 5728"/>
                  <a:gd name="connsiteX77-18705" fmla="*/ 6484 w 6495"/>
                  <a:gd name="connsiteY77-18706" fmla="*/ 3518 h 5728"/>
                  <a:gd name="connsiteX78-18707" fmla="*/ 6449 w 6495"/>
                  <a:gd name="connsiteY78-18708" fmla="*/ 3554 h 5728"/>
                  <a:gd name="connsiteX79-18709" fmla="*/ 6360 w 6495"/>
                  <a:gd name="connsiteY79-18710" fmla="*/ 3515 h 5728"/>
                  <a:gd name="connsiteX80-18711" fmla="*/ 6126 w 6495"/>
                  <a:gd name="connsiteY80-18712" fmla="*/ 3644 h 5728"/>
                  <a:gd name="connsiteX81-18713" fmla="*/ 6100 w 6495"/>
                  <a:gd name="connsiteY81-18714" fmla="*/ 3666 h 5728"/>
                  <a:gd name="connsiteX82-18715" fmla="*/ 5920 w 6495"/>
                  <a:gd name="connsiteY82-18716" fmla="*/ 3812 h 5728"/>
                  <a:gd name="connsiteX83-18717" fmla="*/ 5779 w 6495"/>
                  <a:gd name="connsiteY83-18718" fmla="*/ 3926 h 5728"/>
                  <a:gd name="connsiteX84-18719" fmla="*/ 5744 w 6495"/>
                  <a:gd name="connsiteY84-18720" fmla="*/ 3965 h 5728"/>
                  <a:gd name="connsiteX85-18721" fmla="*/ 5692 w 6495"/>
                  <a:gd name="connsiteY85-18722" fmla="*/ 3973 h 5728"/>
                  <a:gd name="connsiteX86-18723" fmla="*/ 5635 w 6495"/>
                  <a:gd name="connsiteY86-18724" fmla="*/ 3916 h 5728"/>
                  <a:gd name="connsiteX87-18725" fmla="*/ 5511 w 6495"/>
                  <a:gd name="connsiteY87-18726" fmla="*/ 3808 h 5728"/>
                  <a:gd name="connsiteX88-18727" fmla="*/ 5535 w 6495"/>
                  <a:gd name="connsiteY88-18728" fmla="*/ 4064 h 5728"/>
                  <a:gd name="connsiteX89-18729" fmla="*/ 5544 w 6495"/>
                  <a:gd name="connsiteY89-18730" fmla="*/ 4192 h 5728"/>
                  <a:gd name="connsiteX90-18731" fmla="*/ 5282 w 6495"/>
                  <a:gd name="connsiteY90-18732" fmla="*/ 4166 h 5728"/>
                  <a:gd name="connsiteX91-18733" fmla="*/ 5200 w 6495"/>
                  <a:gd name="connsiteY91-18734" fmla="*/ 3987 h 5728"/>
                  <a:gd name="connsiteX92-18735" fmla="*/ 5118 w 6495"/>
                  <a:gd name="connsiteY92-18736" fmla="*/ 3802 h 5728"/>
                  <a:gd name="connsiteX93-18737" fmla="*/ 4143 w 6495"/>
                  <a:gd name="connsiteY93-18738" fmla="*/ 4504 h 5728"/>
                  <a:gd name="connsiteX94-18739" fmla="*/ 4146 w 6495"/>
                  <a:gd name="connsiteY94-18740" fmla="*/ 4556 h 5728"/>
                  <a:gd name="connsiteX95-18741" fmla="*/ 4110 w 6495"/>
                  <a:gd name="connsiteY95-18742" fmla="*/ 4614 h 5728"/>
                  <a:gd name="connsiteX96-18743" fmla="*/ 3845 w 6495"/>
                  <a:gd name="connsiteY96-18744" fmla="*/ 4680 h 5728"/>
                  <a:gd name="connsiteX97-18745" fmla="*/ 3710 w 6495"/>
                  <a:gd name="connsiteY97-18746" fmla="*/ 4739 h 5728"/>
                  <a:gd name="connsiteX98-18747" fmla="*/ 3668 w 6495"/>
                  <a:gd name="connsiteY98-18748" fmla="*/ 4777 h 5728"/>
                  <a:gd name="connsiteX99-18749" fmla="*/ 3469 w 6495"/>
                  <a:gd name="connsiteY99-18750" fmla="*/ 5021 h 5728"/>
                  <a:gd name="connsiteX100-18751" fmla="*/ 3396 w 6495"/>
                  <a:gd name="connsiteY100-18752" fmla="*/ 4970 h 5728"/>
                  <a:gd name="connsiteX101-18753" fmla="*/ 3313 w 6495"/>
                  <a:gd name="connsiteY101-18754" fmla="*/ 4971 h 5728"/>
                  <a:gd name="connsiteX102-18755" fmla="*/ 3277 w 6495"/>
                  <a:gd name="connsiteY102-18756" fmla="*/ 5045 h 5728"/>
                  <a:gd name="connsiteX103-18757" fmla="*/ 3166 w 6495"/>
                  <a:gd name="connsiteY103-18758" fmla="*/ 5000 h 5728"/>
                  <a:gd name="connsiteX104-18759" fmla="*/ 3088 w 6495"/>
                  <a:gd name="connsiteY104-18760" fmla="*/ 5109 h 5728"/>
                  <a:gd name="connsiteX105-18761" fmla="*/ 2866 w 6495"/>
                  <a:gd name="connsiteY105-18762" fmla="*/ 5349 h 5728"/>
                  <a:gd name="connsiteX106-18763" fmla="*/ 2846 w 6495"/>
                  <a:gd name="connsiteY106-18764" fmla="*/ 5516 h 5728"/>
                  <a:gd name="connsiteX107-18765" fmla="*/ 2829 w 6495"/>
                  <a:gd name="connsiteY107-18766" fmla="*/ 5659 h 5728"/>
                  <a:gd name="connsiteX108-18767" fmla="*/ 2813 w 6495"/>
                  <a:gd name="connsiteY108-18768" fmla="*/ 5669 h 5728"/>
                  <a:gd name="connsiteX109-18769" fmla="*/ 2491 w 6495"/>
                  <a:gd name="connsiteY109-18770" fmla="*/ 5621 h 5728"/>
                  <a:gd name="connsiteX110-18771" fmla="*/ 2389 w 6495"/>
                  <a:gd name="connsiteY110-18772" fmla="*/ 5566 h 5728"/>
                  <a:gd name="connsiteX111-18773" fmla="*/ 2335 w 6495"/>
                  <a:gd name="connsiteY111-18774" fmla="*/ 5503 h 5728"/>
                  <a:gd name="connsiteX112-18775" fmla="*/ 2230 w 6495"/>
                  <a:gd name="connsiteY112-18776" fmla="*/ 5477 h 5728"/>
                  <a:gd name="connsiteX113-18777" fmla="*/ 2230 w 6495"/>
                  <a:gd name="connsiteY113-18778" fmla="*/ 5379 h 5728"/>
                  <a:gd name="connsiteX114-18779" fmla="*/ 2334 w 6495"/>
                  <a:gd name="connsiteY114-18780" fmla="*/ 5149 h 5728"/>
                  <a:gd name="connsiteX115-18781" fmla="*/ 2194 w 6495"/>
                  <a:gd name="connsiteY115-18782" fmla="*/ 5070 h 5728"/>
                  <a:gd name="connsiteX116-18783" fmla="*/ 2152 w 6495"/>
                  <a:gd name="connsiteY116-18784" fmla="*/ 5095 h 5728"/>
                  <a:gd name="connsiteX117-18785" fmla="*/ 2062 w 6495"/>
                  <a:gd name="connsiteY117-18786" fmla="*/ 5214 h 5728"/>
                  <a:gd name="connsiteX118-18787" fmla="*/ 2030 w 6495"/>
                  <a:gd name="connsiteY118-18788" fmla="*/ 5276 h 5728"/>
                  <a:gd name="connsiteX119-18789" fmla="*/ 1968 w 6495"/>
                  <a:gd name="connsiteY119-18790" fmla="*/ 5386 h 5728"/>
                  <a:gd name="connsiteX120-18791" fmla="*/ 1974 w 6495"/>
                  <a:gd name="connsiteY120-18792" fmla="*/ 5510 h 5728"/>
                  <a:gd name="connsiteX121-18793" fmla="*/ 1935 w 6495"/>
                  <a:gd name="connsiteY121-18794" fmla="*/ 5558 h 5728"/>
                  <a:gd name="connsiteX122-18795" fmla="*/ 1804 w 6495"/>
                  <a:gd name="connsiteY122-18796" fmla="*/ 5617 h 5728"/>
                  <a:gd name="connsiteX123-18797" fmla="*/ 1638 w 6495"/>
                  <a:gd name="connsiteY123-18798" fmla="*/ 5649 h 5728"/>
                  <a:gd name="connsiteX124-18799" fmla="*/ 1535 w 6495"/>
                  <a:gd name="connsiteY124-18800" fmla="*/ 5728 h 5728"/>
                  <a:gd name="connsiteX125-18801" fmla="*/ 1421 w 6495"/>
                  <a:gd name="connsiteY125-18802" fmla="*/ 5611 h 5728"/>
                  <a:gd name="connsiteX126-18803" fmla="*/ 1361 w 6495"/>
                  <a:gd name="connsiteY126-18804" fmla="*/ 5485 h 5728"/>
                  <a:gd name="connsiteX127-18805" fmla="*/ 1483 w 6495"/>
                  <a:gd name="connsiteY127-18806" fmla="*/ 5242 h 5728"/>
                  <a:gd name="connsiteX128-18807" fmla="*/ 1538 w 6495"/>
                  <a:gd name="connsiteY128-18808" fmla="*/ 5195 h 5728"/>
                  <a:gd name="connsiteX129-18809" fmla="*/ 1583 w 6495"/>
                  <a:gd name="connsiteY129-18810" fmla="*/ 5120 h 5728"/>
                  <a:gd name="connsiteX130-18811" fmla="*/ 1580 w 6495"/>
                  <a:gd name="connsiteY130-18812" fmla="*/ 5071 h 5728"/>
                  <a:gd name="connsiteX131-18813" fmla="*/ 1383 w 6495"/>
                  <a:gd name="connsiteY131-18814" fmla="*/ 5007 h 5728"/>
                  <a:gd name="connsiteX132-18815" fmla="*/ 1312 w 6495"/>
                  <a:gd name="connsiteY132-18816" fmla="*/ 5064 h 5728"/>
                  <a:gd name="connsiteX133-18817" fmla="*/ 1206 w 6495"/>
                  <a:gd name="connsiteY133-18818" fmla="*/ 5111 h 5728"/>
                  <a:gd name="connsiteX134-18819" fmla="*/ 1143 w 6495"/>
                  <a:gd name="connsiteY134-18820" fmla="*/ 5063 h 5728"/>
                  <a:gd name="connsiteX135-18821" fmla="*/ 905 w 6495"/>
                  <a:gd name="connsiteY135-18822" fmla="*/ 5254 h 5728"/>
                  <a:gd name="connsiteX136-18823" fmla="*/ 777 w 6495"/>
                  <a:gd name="connsiteY136-18824" fmla="*/ 5231 h 5728"/>
                  <a:gd name="connsiteX137-18825" fmla="*/ 666 w 6495"/>
                  <a:gd name="connsiteY137-18826" fmla="*/ 5097 h 5728"/>
                  <a:gd name="connsiteX138-18827" fmla="*/ 536 w 6495"/>
                  <a:gd name="connsiteY138-18828" fmla="*/ 4930 h 5728"/>
                  <a:gd name="connsiteX139-18829" fmla="*/ 425 w 6495"/>
                  <a:gd name="connsiteY139-18830" fmla="*/ 4806 h 5728"/>
                  <a:gd name="connsiteX140-18831" fmla="*/ 358 w 6495"/>
                  <a:gd name="connsiteY140-18832" fmla="*/ 4788 h 5728"/>
                  <a:gd name="connsiteX141-18833" fmla="*/ 493 w 6495"/>
                  <a:gd name="connsiteY141-18834" fmla="*/ 4631 h 5728"/>
                  <a:gd name="connsiteX142-18835" fmla="*/ 536 w 6495"/>
                  <a:gd name="connsiteY142-18836" fmla="*/ 4541 h 5728"/>
                  <a:gd name="connsiteX143-18837" fmla="*/ 504 w 6495"/>
                  <a:gd name="connsiteY143-18838" fmla="*/ 4438 h 5728"/>
                  <a:gd name="connsiteX144-18839" fmla="*/ 130 w 6495"/>
                  <a:gd name="connsiteY144-18840" fmla="*/ 4491 h 5728"/>
                  <a:gd name="connsiteX145-18841" fmla="*/ 40 w 6495"/>
                  <a:gd name="connsiteY145-18842" fmla="*/ 4518 h 5728"/>
                  <a:gd name="connsiteX146-18843" fmla="*/ 48 w 6495"/>
                  <a:gd name="connsiteY146-18844" fmla="*/ 4384 h 5728"/>
                  <a:gd name="connsiteX147-18845" fmla="*/ 0 w 6495"/>
                  <a:gd name="connsiteY147-18846" fmla="*/ 4318 h 5728"/>
                  <a:gd name="connsiteX0-18847" fmla="*/ 5269 w 6455"/>
                  <a:gd name="connsiteY0-18848" fmla="*/ 2333 h 5728"/>
                  <a:gd name="connsiteX1-18849" fmla="*/ 5267 w 6455"/>
                  <a:gd name="connsiteY1-18850" fmla="*/ 2117 h 5728"/>
                  <a:gd name="connsiteX2-18851" fmla="*/ 5191 w 6455"/>
                  <a:gd name="connsiteY2-18852" fmla="*/ 2039 h 5728"/>
                  <a:gd name="connsiteX3-18853" fmla="*/ 5048 w 6455"/>
                  <a:gd name="connsiteY3-18854" fmla="*/ 1951 h 5728"/>
                  <a:gd name="connsiteX4-18855" fmla="*/ 4956 w 6455"/>
                  <a:gd name="connsiteY4-18856" fmla="*/ 1827 h 5728"/>
                  <a:gd name="connsiteX5-18857" fmla="*/ 4860 w 6455"/>
                  <a:gd name="connsiteY5-18858" fmla="*/ 1828 h 5728"/>
                  <a:gd name="connsiteX6-18859" fmla="*/ 4815 w 6455"/>
                  <a:gd name="connsiteY6-18860" fmla="*/ 1883 h 5728"/>
                  <a:gd name="connsiteX7-18861" fmla="*/ 4722 w 6455"/>
                  <a:gd name="connsiteY7-18862" fmla="*/ 1877 h 5728"/>
                  <a:gd name="connsiteX8-18863" fmla="*/ 4702 w 6455"/>
                  <a:gd name="connsiteY8-18864" fmla="*/ 1994 h 5728"/>
                  <a:gd name="connsiteX9-18865" fmla="*/ 4521 w 6455"/>
                  <a:gd name="connsiteY9-18866" fmla="*/ 1941 h 5728"/>
                  <a:gd name="connsiteX10-18867" fmla="*/ 4438 w 6455"/>
                  <a:gd name="connsiteY10-18868" fmla="*/ 1939 h 5728"/>
                  <a:gd name="connsiteX11-18869" fmla="*/ 4313 w 6455"/>
                  <a:gd name="connsiteY11-18870" fmla="*/ 2014 h 5728"/>
                  <a:gd name="connsiteX12-18871" fmla="*/ 4201 w 6455"/>
                  <a:gd name="connsiteY12-18872" fmla="*/ 1890 h 5728"/>
                  <a:gd name="connsiteX13-18873" fmla="*/ 4295 w 6455"/>
                  <a:gd name="connsiteY13-18874" fmla="*/ 1804 h 5728"/>
                  <a:gd name="connsiteX14-18875" fmla="*/ 4299 w 6455"/>
                  <a:gd name="connsiteY14-18876" fmla="*/ 1634 h 5728"/>
                  <a:gd name="connsiteX15-18877" fmla="*/ 4354 w 6455"/>
                  <a:gd name="connsiteY15-18878" fmla="*/ 1514 h 5728"/>
                  <a:gd name="connsiteX16-18879" fmla="*/ 4397 w 6455"/>
                  <a:gd name="connsiteY16-18880" fmla="*/ 1306 h 5728"/>
                  <a:gd name="connsiteX17-18881" fmla="*/ 4457 w 6455"/>
                  <a:gd name="connsiteY17-18882" fmla="*/ 1307 h 5728"/>
                  <a:gd name="connsiteX18-18883" fmla="*/ 4780 w 6455"/>
                  <a:gd name="connsiteY18-18884" fmla="*/ 1286 h 5728"/>
                  <a:gd name="connsiteX19-18885" fmla="*/ 4954 w 6455"/>
                  <a:gd name="connsiteY19-18886" fmla="*/ 1117 h 5728"/>
                  <a:gd name="connsiteX20-18887" fmla="*/ 5023 w 6455"/>
                  <a:gd name="connsiteY20-18888" fmla="*/ 748 h 5728"/>
                  <a:gd name="connsiteX21-18889" fmla="*/ 5133 w 6455"/>
                  <a:gd name="connsiteY21-18890" fmla="*/ 486 h 5728"/>
                  <a:gd name="connsiteX22-18891" fmla="*/ 5131 w 6455"/>
                  <a:gd name="connsiteY22-18892" fmla="*/ 358 h 5728"/>
                  <a:gd name="connsiteX23-18893" fmla="*/ 5118 w 6455"/>
                  <a:gd name="connsiteY23-18894" fmla="*/ 328 h 5728"/>
                  <a:gd name="connsiteX24-18895" fmla="*/ 5051 w 6455"/>
                  <a:gd name="connsiteY24-18896" fmla="*/ 251 h 5728"/>
                  <a:gd name="connsiteX25-18897" fmla="*/ 4991 w 6455"/>
                  <a:gd name="connsiteY25-18898" fmla="*/ 217 h 5728"/>
                  <a:gd name="connsiteX26-18899" fmla="*/ 5116 w 6455"/>
                  <a:gd name="connsiteY26-18900" fmla="*/ 56 h 5728"/>
                  <a:gd name="connsiteX27-18901" fmla="*/ 5289 w 6455"/>
                  <a:gd name="connsiteY27-18902" fmla="*/ 2 h 5728"/>
                  <a:gd name="connsiteX28-18903" fmla="*/ 5321 w 6455"/>
                  <a:gd name="connsiteY28-18904" fmla="*/ 49 h 5728"/>
                  <a:gd name="connsiteX29-18905" fmla="*/ 5311 w 6455"/>
                  <a:gd name="connsiteY29-18906" fmla="*/ 133 h 5728"/>
                  <a:gd name="connsiteX30-18907" fmla="*/ 5250 w 6455"/>
                  <a:gd name="connsiteY30-18908" fmla="*/ 243 h 5728"/>
                  <a:gd name="connsiteX31-18909" fmla="*/ 5320 w 6455"/>
                  <a:gd name="connsiteY31-18910" fmla="*/ 301 h 5728"/>
                  <a:gd name="connsiteX32-18911" fmla="*/ 5434 w 6455"/>
                  <a:gd name="connsiteY32-18912" fmla="*/ 366 h 5728"/>
                  <a:gd name="connsiteX33-18913" fmla="*/ 5454 w 6455"/>
                  <a:gd name="connsiteY33-18914" fmla="*/ 255 h 5728"/>
                  <a:gd name="connsiteX34-18915" fmla="*/ 5588 w 6455"/>
                  <a:gd name="connsiteY34-18916" fmla="*/ 291 h 5728"/>
                  <a:gd name="connsiteX35-18917" fmla="*/ 5613 w 6455"/>
                  <a:gd name="connsiteY35-18918" fmla="*/ 331 h 5728"/>
                  <a:gd name="connsiteX36-18919" fmla="*/ 5689 w 6455"/>
                  <a:gd name="connsiteY36-18920" fmla="*/ 562 h 5728"/>
                  <a:gd name="connsiteX37-18921" fmla="*/ 5724 w 6455"/>
                  <a:gd name="connsiteY37-18922" fmla="*/ 586 h 5728"/>
                  <a:gd name="connsiteX38-18923" fmla="*/ 5816 w 6455"/>
                  <a:gd name="connsiteY38-18924" fmla="*/ 578 h 5728"/>
                  <a:gd name="connsiteX39-18925" fmla="*/ 6076 w 6455"/>
                  <a:gd name="connsiteY39-18926" fmla="*/ 490 h 5728"/>
                  <a:gd name="connsiteX40-18927" fmla="*/ 6296 w 6455"/>
                  <a:gd name="connsiteY40-18928" fmla="*/ 479 h 5728"/>
                  <a:gd name="connsiteX41-18929" fmla="*/ 6356 w 6455"/>
                  <a:gd name="connsiteY41-18930" fmla="*/ 648 h 5728"/>
                  <a:gd name="connsiteX42-18931" fmla="*/ 6274 w 6455"/>
                  <a:gd name="connsiteY42-18932" fmla="*/ 944 h 5728"/>
                  <a:gd name="connsiteX43-18933" fmla="*/ 6274 w 6455"/>
                  <a:gd name="connsiteY43-18934" fmla="*/ 1022 h 5728"/>
                  <a:gd name="connsiteX44-18935" fmla="*/ 6343 w 6455"/>
                  <a:gd name="connsiteY44-18936" fmla="*/ 1168 h 5728"/>
                  <a:gd name="connsiteX45-18937" fmla="*/ 6358 w 6455"/>
                  <a:gd name="connsiteY45-18938" fmla="*/ 1427 h 5728"/>
                  <a:gd name="connsiteX46-18939" fmla="*/ 6360 w 6455"/>
                  <a:gd name="connsiteY46-18940" fmla="*/ 1617 h 5728"/>
                  <a:gd name="connsiteX47-18941" fmla="*/ 6293 w 6455"/>
                  <a:gd name="connsiteY47-18942" fmla="*/ 1625 h 5728"/>
                  <a:gd name="connsiteX48-18943" fmla="*/ 6271 w 6455"/>
                  <a:gd name="connsiteY48-18944" fmla="*/ 1507 h 5728"/>
                  <a:gd name="connsiteX49-18945" fmla="*/ 6236 w 6455"/>
                  <a:gd name="connsiteY49-18946" fmla="*/ 1450 h 5728"/>
                  <a:gd name="connsiteX50-18947" fmla="*/ 6146 w 6455"/>
                  <a:gd name="connsiteY50-18948" fmla="*/ 1582 h 5728"/>
                  <a:gd name="connsiteX51-18949" fmla="*/ 6033 w 6455"/>
                  <a:gd name="connsiteY51-18950" fmla="*/ 1776 h 5728"/>
                  <a:gd name="connsiteX52-18951" fmla="*/ 5914 w 6455"/>
                  <a:gd name="connsiteY52-18952" fmla="*/ 1904 h 5728"/>
                  <a:gd name="connsiteX53-18953" fmla="*/ 5907 w 6455"/>
                  <a:gd name="connsiteY53-18954" fmla="*/ 2018 h 5728"/>
                  <a:gd name="connsiteX54-18955" fmla="*/ 5967 w 6455"/>
                  <a:gd name="connsiteY54-18956" fmla="*/ 2115 h 5728"/>
                  <a:gd name="connsiteX55-18957" fmla="*/ 6069 w 6455"/>
                  <a:gd name="connsiteY55-18958" fmla="*/ 2183 h 5728"/>
                  <a:gd name="connsiteX56-18959" fmla="*/ 6146 w 6455"/>
                  <a:gd name="connsiteY56-18960" fmla="*/ 2178 h 5728"/>
                  <a:gd name="connsiteX57-18961" fmla="*/ 6191 w 6455"/>
                  <a:gd name="connsiteY57-18962" fmla="*/ 2104 h 5728"/>
                  <a:gd name="connsiteX58-18963" fmla="*/ 6225 w 6455"/>
                  <a:gd name="connsiteY58-18964" fmla="*/ 2210 h 5728"/>
                  <a:gd name="connsiteX59-18965" fmla="*/ 6113 w 6455"/>
                  <a:gd name="connsiteY59-18966" fmla="*/ 2249 h 5728"/>
                  <a:gd name="connsiteX60-18967" fmla="*/ 6160 w 6455"/>
                  <a:gd name="connsiteY60-18968" fmla="*/ 2362 h 5728"/>
                  <a:gd name="connsiteX61-18969" fmla="*/ 6025 w 6455"/>
                  <a:gd name="connsiteY61-18970" fmla="*/ 2509 h 5728"/>
                  <a:gd name="connsiteX62-18971" fmla="*/ 5984 w 6455"/>
                  <a:gd name="connsiteY62-18972" fmla="*/ 2498 h 5728"/>
                  <a:gd name="connsiteX63-18973" fmla="*/ 5860 w 6455"/>
                  <a:gd name="connsiteY63-18974" fmla="*/ 2413 h 5728"/>
                  <a:gd name="connsiteX64-18975" fmla="*/ 5805 w 6455"/>
                  <a:gd name="connsiteY64-18976" fmla="*/ 2412 h 5728"/>
                  <a:gd name="connsiteX65-18977" fmla="*/ 5770 w 6455"/>
                  <a:gd name="connsiteY65-18978" fmla="*/ 2480 h 5728"/>
                  <a:gd name="connsiteX66-18979" fmla="*/ 5773 w 6455"/>
                  <a:gd name="connsiteY66-18980" fmla="*/ 2562 h 5728"/>
                  <a:gd name="connsiteX67-18981" fmla="*/ 5951 w 6455"/>
                  <a:gd name="connsiteY67-18982" fmla="*/ 2730 h 5728"/>
                  <a:gd name="connsiteX68-18983" fmla="*/ 5950 w 6455"/>
                  <a:gd name="connsiteY68-18984" fmla="*/ 2844 h 5728"/>
                  <a:gd name="connsiteX69-18985" fmla="*/ 6041 w 6455"/>
                  <a:gd name="connsiteY69-18986" fmla="*/ 3060 h 5728"/>
                  <a:gd name="connsiteX70-18987" fmla="*/ 6067 w 6455"/>
                  <a:gd name="connsiteY70-18988" fmla="*/ 3090 h 5728"/>
                  <a:gd name="connsiteX71-18989" fmla="*/ 6111 w 6455"/>
                  <a:gd name="connsiteY71-18990" fmla="*/ 3094 h 5728"/>
                  <a:gd name="connsiteX72-18991" fmla="*/ 6157 w 6455"/>
                  <a:gd name="connsiteY72-18992" fmla="*/ 3010 h 5728"/>
                  <a:gd name="connsiteX73-18993" fmla="*/ 6237 w 6455"/>
                  <a:gd name="connsiteY73-18994" fmla="*/ 2950 h 5728"/>
                  <a:gd name="connsiteX74-18995" fmla="*/ 6332 w 6455"/>
                  <a:gd name="connsiteY74-18996" fmla="*/ 3126 h 5728"/>
                  <a:gd name="connsiteX75-18997" fmla="*/ 6442 w 6455"/>
                  <a:gd name="connsiteY75-18998" fmla="*/ 3312 h 5728"/>
                  <a:gd name="connsiteX76-18999" fmla="*/ 6455 w 6455"/>
                  <a:gd name="connsiteY76-19000" fmla="*/ 3342 h 5728"/>
                  <a:gd name="connsiteX77-19001" fmla="*/ 6444 w 6455"/>
                  <a:gd name="connsiteY77-19002" fmla="*/ 3518 h 5728"/>
                  <a:gd name="connsiteX78-19003" fmla="*/ 6409 w 6455"/>
                  <a:gd name="connsiteY78-19004" fmla="*/ 3554 h 5728"/>
                  <a:gd name="connsiteX79-19005" fmla="*/ 6320 w 6455"/>
                  <a:gd name="connsiteY79-19006" fmla="*/ 3515 h 5728"/>
                  <a:gd name="connsiteX80-19007" fmla="*/ 6086 w 6455"/>
                  <a:gd name="connsiteY80-19008" fmla="*/ 3644 h 5728"/>
                  <a:gd name="connsiteX81-19009" fmla="*/ 6060 w 6455"/>
                  <a:gd name="connsiteY81-19010" fmla="*/ 3666 h 5728"/>
                  <a:gd name="connsiteX82-19011" fmla="*/ 5880 w 6455"/>
                  <a:gd name="connsiteY82-19012" fmla="*/ 3812 h 5728"/>
                  <a:gd name="connsiteX83-19013" fmla="*/ 5739 w 6455"/>
                  <a:gd name="connsiteY83-19014" fmla="*/ 3926 h 5728"/>
                  <a:gd name="connsiteX84-19015" fmla="*/ 5704 w 6455"/>
                  <a:gd name="connsiteY84-19016" fmla="*/ 3965 h 5728"/>
                  <a:gd name="connsiteX85-19017" fmla="*/ 5652 w 6455"/>
                  <a:gd name="connsiteY85-19018" fmla="*/ 3973 h 5728"/>
                  <a:gd name="connsiteX86-19019" fmla="*/ 5595 w 6455"/>
                  <a:gd name="connsiteY86-19020" fmla="*/ 3916 h 5728"/>
                  <a:gd name="connsiteX87-19021" fmla="*/ 5471 w 6455"/>
                  <a:gd name="connsiteY87-19022" fmla="*/ 3808 h 5728"/>
                  <a:gd name="connsiteX88-19023" fmla="*/ 5495 w 6455"/>
                  <a:gd name="connsiteY88-19024" fmla="*/ 4064 h 5728"/>
                  <a:gd name="connsiteX89-19025" fmla="*/ 5504 w 6455"/>
                  <a:gd name="connsiteY89-19026" fmla="*/ 4192 h 5728"/>
                  <a:gd name="connsiteX90-19027" fmla="*/ 5242 w 6455"/>
                  <a:gd name="connsiteY90-19028" fmla="*/ 4166 h 5728"/>
                  <a:gd name="connsiteX91-19029" fmla="*/ 5160 w 6455"/>
                  <a:gd name="connsiteY91-19030" fmla="*/ 3987 h 5728"/>
                  <a:gd name="connsiteX92-19031" fmla="*/ 5078 w 6455"/>
                  <a:gd name="connsiteY92-19032" fmla="*/ 3802 h 5728"/>
                  <a:gd name="connsiteX93-19033" fmla="*/ 4103 w 6455"/>
                  <a:gd name="connsiteY93-19034" fmla="*/ 4504 h 5728"/>
                  <a:gd name="connsiteX94-19035" fmla="*/ 4106 w 6455"/>
                  <a:gd name="connsiteY94-19036" fmla="*/ 4556 h 5728"/>
                  <a:gd name="connsiteX95-19037" fmla="*/ 4070 w 6455"/>
                  <a:gd name="connsiteY95-19038" fmla="*/ 4614 h 5728"/>
                  <a:gd name="connsiteX96-19039" fmla="*/ 3805 w 6455"/>
                  <a:gd name="connsiteY96-19040" fmla="*/ 4680 h 5728"/>
                  <a:gd name="connsiteX97-19041" fmla="*/ 3670 w 6455"/>
                  <a:gd name="connsiteY97-19042" fmla="*/ 4739 h 5728"/>
                  <a:gd name="connsiteX98-19043" fmla="*/ 3628 w 6455"/>
                  <a:gd name="connsiteY98-19044" fmla="*/ 4777 h 5728"/>
                  <a:gd name="connsiteX99-19045" fmla="*/ 3429 w 6455"/>
                  <a:gd name="connsiteY99-19046" fmla="*/ 5021 h 5728"/>
                  <a:gd name="connsiteX100-19047" fmla="*/ 3356 w 6455"/>
                  <a:gd name="connsiteY100-19048" fmla="*/ 4970 h 5728"/>
                  <a:gd name="connsiteX101-19049" fmla="*/ 3273 w 6455"/>
                  <a:gd name="connsiteY101-19050" fmla="*/ 4971 h 5728"/>
                  <a:gd name="connsiteX102-19051" fmla="*/ 3237 w 6455"/>
                  <a:gd name="connsiteY102-19052" fmla="*/ 5045 h 5728"/>
                  <a:gd name="connsiteX103-19053" fmla="*/ 3126 w 6455"/>
                  <a:gd name="connsiteY103-19054" fmla="*/ 5000 h 5728"/>
                  <a:gd name="connsiteX104-19055" fmla="*/ 3048 w 6455"/>
                  <a:gd name="connsiteY104-19056" fmla="*/ 5109 h 5728"/>
                  <a:gd name="connsiteX105-19057" fmla="*/ 2826 w 6455"/>
                  <a:gd name="connsiteY105-19058" fmla="*/ 5349 h 5728"/>
                  <a:gd name="connsiteX106-19059" fmla="*/ 2806 w 6455"/>
                  <a:gd name="connsiteY106-19060" fmla="*/ 5516 h 5728"/>
                  <a:gd name="connsiteX107-19061" fmla="*/ 2789 w 6455"/>
                  <a:gd name="connsiteY107-19062" fmla="*/ 5659 h 5728"/>
                  <a:gd name="connsiteX108-19063" fmla="*/ 2773 w 6455"/>
                  <a:gd name="connsiteY108-19064" fmla="*/ 5669 h 5728"/>
                  <a:gd name="connsiteX109-19065" fmla="*/ 2451 w 6455"/>
                  <a:gd name="connsiteY109-19066" fmla="*/ 5621 h 5728"/>
                  <a:gd name="connsiteX110-19067" fmla="*/ 2349 w 6455"/>
                  <a:gd name="connsiteY110-19068" fmla="*/ 5566 h 5728"/>
                  <a:gd name="connsiteX111-19069" fmla="*/ 2295 w 6455"/>
                  <a:gd name="connsiteY111-19070" fmla="*/ 5503 h 5728"/>
                  <a:gd name="connsiteX112-19071" fmla="*/ 2190 w 6455"/>
                  <a:gd name="connsiteY112-19072" fmla="*/ 5477 h 5728"/>
                  <a:gd name="connsiteX113-19073" fmla="*/ 2190 w 6455"/>
                  <a:gd name="connsiteY113-19074" fmla="*/ 5379 h 5728"/>
                  <a:gd name="connsiteX114-19075" fmla="*/ 2294 w 6455"/>
                  <a:gd name="connsiteY114-19076" fmla="*/ 5149 h 5728"/>
                  <a:gd name="connsiteX115-19077" fmla="*/ 2154 w 6455"/>
                  <a:gd name="connsiteY115-19078" fmla="*/ 5070 h 5728"/>
                  <a:gd name="connsiteX116-19079" fmla="*/ 2112 w 6455"/>
                  <a:gd name="connsiteY116-19080" fmla="*/ 5095 h 5728"/>
                  <a:gd name="connsiteX117-19081" fmla="*/ 2022 w 6455"/>
                  <a:gd name="connsiteY117-19082" fmla="*/ 5214 h 5728"/>
                  <a:gd name="connsiteX118-19083" fmla="*/ 1990 w 6455"/>
                  <a:gd name="connsiteY118-19084" fmla="*/ 5276 h 5728"/>
                  <a:gd name="connsiteX119-19085" fmla="*/ 1928 w 6455"/>
                  <a:gd name="connsiteY119-19086" fmla="*/ 5386 h 5728"/>
                  <a:gd name="connsiteX120-19087" fmla="*/ 1934 w 6455"/>
                  <a:gd name="connsiteY120-19088" fmla="*/ 5510 h 5728"/>
                  <a:gd name="connsiteX121-19089" fmla="*/ 1895 w 6455"/>
                  <a:gd name="connsiteY121-19090" fmla="*/ 5558 h 5728"/>
                  <a:gd name="connsiteX122-19091" fmla="*/ 1764 w 6455"/>
                  <a:gd name="connsiteY122-19092" fmla="*/ 5617 h 5728"/>
                  <a:gd name="connsiteX123-19093" fmla="*/ 1598 w 6455"/>
                  <a:gd name="connsiteY123-19094" fmla="*/ 5649 h 5728"/>
                  <a:gd name="connsiteX124-19095" fmla="*/ 1495 w 6455"/>
                  <a:gd name="connsiteY124-19096" fmla="*/ 5728 h 5728"/>
                  <a:gd name="connsiteX125-19097" fmla="*/ 1381 w 6455"/>
                  <a:gd name="connsiteY125-19098" fmla="*/ 5611 h 5728"/>
                  <a:gd name="connsiteX126-19099" fmla="*/ 1321 w 6455"/>
                  <a:gd name="connsiteY126-19100" fmla="*/ 5485 h 5728"/>
                  <a:gd name="connsiteX127-19101" fmla="*/ 1443 w 6455"/>
                  <a:gd name="connsiteY127-19102" fmla="*/ 5242 h 5728"/>
                  <a:gd name="connsiteX128-19103" fmla="*/ 1498 w 6455"/>
                  <a:gd name="connsiteY128-19104" fmla="*/ 5195 h 5728"/>
                  <a:gd name="connsiteX129-19105" fmla="*/ 1543 w 6455"/>
                  <a:gd name="connsiteY129-19106" fmla="*/ 5120 h 5728"/>
                  <a:gd name="connsiteX130-19107" fmla="*/ 1540 w 6455"/>
                  <a:gd name="connsiteY130-19108" fmla="*/ 5071 h 5728"/>
                  <a:gd name="connsiteX131-19109" fmla="*/ 1343 w 6455"/>
                  <a:gd name="connsiteY131-19110" fmla="*/ 5007 h 5728"/>
                  <a:gd name="connsiteX132-19111" fmla="*/ 1272 w 6455"/>
                  <a:gd name="connsiteY132-19112" fmla="*/ 5064 h 5728"/>
                  <a:gd name="connsiteX133-19113" fmla="*/ 1166 w 6455"/>
                  <a:gd name="connsiteY133-19114" fmla="*/ 5111 h 5728"/>
                  <a:gd name="connsiteX134-19115" fmla="*/ 1103 w 6455"/>
                  <a:gd name="connsiteY134-19116" fmla="*/ 5063 h 5728"/>
                  <a:gd name="connsiteX135-19117" fmla="*/ 865 w 6455"/>
                  <a:gd name="connsiteY135-19118" fmla="*/ 5254 h 5728"/>
                  <a:gd name="connsiteX136-19119" fmla="*/ 737 w 6455"/>
                  <a:gd name="connsiteY136-19120" fmla="*/ 5231 h 5728"/>
                  <a:gd name="connsiteX137-19121" fmla="*/ 626 w 6455"/>
                  <a:gd name="connsiteY137-19122" fmla="*/ 5097 h 5728"/>
                  <a:gd name="connsiteX138-19123" fmla="*/ 496 w 6455"/>
                  <a:gd name="connsiteY138-19124" fmla="*/ 4930 h 5728"/>
                  <a:gd name="connsiteX139-19125" fmla="*/ 385 w 6455"/>
                  <a:gd name="connsiteY139-19126" fmla="*/ 4806 h 5728"/>
                  <a:gd name="connsiteX140-19127" fmla="*/ 318 w 6455"/>
                  <a:gd name="connsiteY140-19128" fmla="*/ 4788 h 5728"/>
                  <a:gd name="connsiteX141-19129" fmla="*/ 453 w 6455"/>
                  <a:gd name="connsiteY141-19130" fmla="*/ 4631 h 5728"/>
                  <a:gd name="connsiteX142-19131" fmla="*/ 496 w 6455"/>
                  <a:gd name="connsiteY142-19132" fmla="*/ 4541 h 5728"/>
                  <a:gd name="connsiteX143-19133" fmla="*/ 464 w 6455"/>
                  <a:gd name="connsiteY143-19134" fmla="*/ 4438 h 5728"/>
                  <a:gd name="connsiteX144-19135" fmla="*/ 90 w 6455"/>
                  <a:gd name="connsiteY144-19136" fmla="*/ 4491 h 5728"/>
                  <a:gd name="connsiteX145-19137" fmla="*/ 0 w 6455"/>
                  <a:gd name="connsiteY145-19138" fmla="*/ 4518 h 5728"/>
                  <a:gd name="connsiteX146-19139" fmla="*/ 8 w 6455"/>
                  <a:gd name="connsiteY146-19140" fmla="*/ 4384 h 5728"/>
                  <a:gd name="connsiteX0-19141" fmla="*/ 5269 w 6455"/>
                  <a:gd name="connsiteY0-19142" fmla="*/ 2333 h 5728"/>
                  <a:gd name="connsiteX1-19143" fmla="*/ 5267 w 6455"/>
                  <a:gd name="connsiteY1-19144" fmla="*/ 2117 h 5728"/>
                  <a:gd name="connsiteX2-19145" fmla="*/ 5191 w 6455"/>
                  <a:gd name="connsiteY2-19146" fmla="*/ 2039 h 5728"/>
                  <a:gd name="connsiteX3-19147" fmla="*/ 5048 w 6455"/>
                  <a:gd name="connsiteY3-19148" fmla="*/ 1951 h 5728"/>
                  <a:gd name="connsiteX4-19149" fmla="*/ 4956 w 6455"/>
                  <a:gd name="connsiteY4-19150" fmla="*/ 1827 h 5728"/>
                  <a:gd name="connsiteX5-19151" fmla="*/ 4860 w 6455"/>
                  <a:gd name="connsiteY5-19152" fmla="*/ 1828 h 5728"/>
                  <a:gd name="connsiteX6-19153" fmla="*/ 4815 w 6455"/>
                  <a:gd name="connsiteY6-19154" fmla="*/ 1883 h 5728"/>
                  <a:gd name="connsiteX7-19155" fmla="*/ 4722 w 6455"/>
                  <a:gd name="connsiteY7-19156" fmla="*/ 1877 h 5728"/>
                  <a:gd name="connsiteX8-19157" fmla="*/ 4702 w 6455"/>
                  <a:gd name="connsiteY8-19158" fmla="*/ 1994 h 5728"/>
                  <a:gd name="connsiteX9-19159" fmla="*/ 4521 w 6455"/>
                  <a:gd name="connsiteY9-19160" fmla="*/ 1941 h 5728"/>
                  <a:gd name="connsiteX10-19161" fmla="*/ 4438 w 6455"/>
                  <a:gd name="connsiteY10-19162" fmla="*/ 1939 h 5728"/>
                  <a:gd name="connsiteX11-19163" fmla="*/ 4313 w 6455"/>
                  <a:gd name="connsiteY11-19164" fmla="*/ 2014 h 5728"/>
                  <a:gd name="connsiteX12-19165" fmla="*/ 4201 w 6455"/>
                  <a:gd name="connsiteY12-19166" fmla="*/ 1890 h 5728"/>
                  <a:gd name="connsiteX13-19167" fmla="*/ 4295 w 6455"/>
                  <a:gd name="connsiteY13-19168" fmla="*/ 1804 h 5728"/>
                  <a:gd name="connsiteX14-19169" fmla="*/ 4299 w 6455"/>
                  <a:gd name="connsiteY14-19170" fmla="*/ 1634 h 5728"/>
                  <a:gd name="connsiteX15-19171" fmla="*/ 4354 w 6455"/>
                  <a:gd name="connsiteY15-19172" fmla="*/ 1514 h 5728"/>
                  <a:gd name="connsiteX16-19173" fmla="*/ 4397 w 6455"/>
                  <a:gd name="connsiteY16-19174" fmla="*/ 1306 h 5728"/>
                  <a:gd name="connsiteX17-19175" fmla="*/ 4457 w 6455"/>
                  <a:gd name="connsiteY17-19176" fmla="*/ 1307 h 5728"/>
                  <a:gd name="connsiteX18-19177" fmla="*/ 4780 w 6455"/>
                  <a:gd name="connsiteY18-19178" fmla="*/ 1286 h 5728"/>
                  <a:gd name="connsiteX19-19179" fmla="*/ 4954 w 6455"/>
                  <a:gd name="connsiteY19-19180" fmla="*/ 1117 h 5728"/>
                  <a:gd name="connsiteX20-19181" fmla="*/ 5023 w 6455"/>
                  <a:gd name="connsiteY20-19182" fmla="*/ 748 h 5728"/>
                  <a:gd name="connsiteX21-19183" fmla="*/ 5133 w 6455"/>
                  <a:gd name="connsiteY21-19184" fmla="*/ 486 h 5728"/>
                  <a:gd name="connsiteX22-19185" fmla="*/ 5131 w 6455"/>
                  <a:gd name="connsiteY22-19186" fmla="*/ 358 h 5728"/>
                  <a:gd name="connsiteX23-19187" fmla="*/ 5118 w 6455"/>
                  <a:gd name="connsiteY23-19188" fmla="*/ 328 h 5728"/>
                  <a:gd name="connsiteX24-19189" fmla="*/ 5051 w 6455"/>
                  <a:gd name="connsiteY24-19190" fmla="*/ 251 h 5728"/>
                  <a:gd name="connsiteX25-19191" fmla="*/ 4991 w 6455"/>
                  <a:gd name="connsiteY25-19192" fmla="*/ 217 h 5728"/>
                  <a:gd name="connsiteX26-19193" fmla="*/ 5116 w 6455"/>
                  <a:gd name="connsiteY26-19194" fmla="*/ 56 h 5728"/>
                  <a:gd name="connsiteX27-19195" fmla="*/ 5289 w 6455"/>
                  <a:gd name="connsiteY27-19196" fmla="*/ 2 h 5728"/>
                  <a:gd name="connsiteX28-19197" fmla="*/ 5321 w 6455"/>
                  <a:gd name="connsiteY28-19198" fmla="*/ 49 h 5728"/>
                  <a:gd name="connsiteX29-19199" fmla="*/ 5311 w 6455"/>
                  <a:gd name="connsiteY29-19200" fmla="*/ 133 h 5728"/>
                  <a:gd name="connsiteX30-19201" fmla="*/ 5250 w 6455"/>
                  <a:gd name="connsiteY30-19202" fmla="*/ 243 h 5728"/>
                  <a:gd name="connsiteX31-19203" fmla="*/ 5320 w 6455"/>
                  <a:gd name="connsiteY31-19204" fmla="*/ 301 h 5728"/>
                  <a:gd name="connsiteX32-19205" fmla="*/ 5434 w 6455"/>
                  <a:gd name="connsiteY32-19206" fmla="*/ 366 h 5728"/>
                  <a:gd name="connsiteX33-19207" fmla="*/ 5454 w 6455"/>
                  <a:gd name="connsiteY33-19208" fmla="*/ 255 h 5728"/>
                  <a:gd name="connsiteX34-19209" fmla="*/ 5588 w 6455"/>
                  <a:gd name="connsiteY34-19210" fmla="*/ 291 h 5728"/>
                  <a:gd name="connsiteX35-19211" fmla="*/ 5613 w 6455"/>
                  <a:gd name="connsiteY35-19212" fmla="*/ 331 h 5728"/>
                  <a:gd name="connsiteX36-19213" fmla="*/ 5689 w 6455"/>
                  <a:gd name="connsiteY36-19214" fmla="*/ 562 h 5728"/>
                  <a:gd name="connsiteX37-19215" fmla="*/ 5724 w 6455"/>
                  <a:gd name="connsiteY37-19216" fmla="*/ 586 h 5728"/>
                  <a:gd name="connsiteX38-19217" fmla="*/ 5816 w 6455"/>
                  <a:gd name="connsiteY38-19218" fmla="*/ 578 h 5728"/>
                  <a:gd name="connsiteX39-19219" fmla="*/ 6076 w 6455"/>
                  <a:gd name="connsiteY39-19220" fmla="*/ 490 h 5728"/>
                  <a:gd name="connsiteX40-19221" fmla="*/ 6296 w 6455"/>
                  <a:gd name="connsiteY40-19222" fmla="*/ 479 h 5728"/>
                  <a:gd name="connsiteX41-19223" fmla="*/ 6356 w 6455"/>
                  <a:gd name="connsiteY41-19224" fmla="*/ 648 h 5728"/>
                  <a:gd name="connsiteX42-19225" fmla="*/ 6274 w 6455"/>
                  <a:gd name="connsiteY42-19226" fmla="*/ 944 h 5728"/>
                  <a:gd name="connsiteX43-19227" fmla="*/ 6274 w 6455"/>
                  <a:gd name="connsiteY43-19228" fmla="*/ 1022 h 5728"/>
                  <a:gd name="connsiteX44-19229" fmla="*/ 6343 w 6455"/>
                  <a:gd name="connsiteY44-19230" fmla="*/ 1168 h 5728"/>
                  <a:gd name="connsiteX45-19231" fmla="*/ 6358 w 6455"/>
                  <a:gd name="connsiteY45-19232" fmla="*/ 1427 h 5728"/>
                  <a:gd name="connsiteX46-19233" fmla="*/ 6360 w 6455"/>
                  <a:gd name="connsiteY46-19234" fmla="*/ 1617 h 5728"/>
                  <a:gd name="connsiteX47-19235" fmla="*/ 6293 w 6455"/>
                  <a:gd name="connsiteY47-19236" fmla="*/ 1625 h 5728"/>
                  <a:gd name="connsiteX48-19237" fmla="*/ 6271 w 6455"/>
                  <a:gd name="connsiteY48-19238" fmla="*/ 1507 h 5728"/>
                  <a:gd name="connsiteX49-19239" fmla="*/ 6236 w 6455"/>
                  <a:gd name="connsiteY49-19240" fmla="*/ 1450 h 5728"/>
                  <a:gd name="connsiteX50-19241" fmla="*/ 6146 w 6455"/>
                  <a:gd name="connsiteY50-19242" fmla="*/ 1582 h 5728"/>
                  <a:gd name="connsiteX51-19243" fmla="*/ 6033 w 6455"/>
                  <a:gd name="connsiteY51-19244" fmla="*/ 1776 h 5728"/>
                  <a:gd name="connsiteX52-19245" fmla="*/ 5914 w 6455"/>
                  <a:gd name="connsiteY52-19246" fmla="*/ 1904 h 5728"/>
                  <a:gd name="connsiteX53-19247" fmla="*/ 5907 w 6455"/>
                  <a:gd name="connsiteY53-19248" fmla="*/ 2018 h 5728"/>
                  <a:gd name="connsiteX54-19249" fmla="*/ 5967 w 6455"/>
                  <a:gd name="connsiteY54-19250" fmla="*/ 2115 h 5728"/>
                  <a:gd name="connsiteX55-19251" fmla="*/ 6069 w 6455"/>
                  <a:gd name="connsiteY55-19252" fmla="*/ 2183 h 5728"/>
                  <a:gd name="connsiteX56-19253" fmla="*/ 6146 w 6455"/>
                  <a:gd name="connsiteY56-19254" fmla="*/ 2178 h 5728"/>
                  <a:gd name="connsiteX57-19255" fmla="*/ 6191 w 6455"/>
                  <a:gd name="connsiteY57-19256" fmla="*/ 2104 h 5728"/>
                  <a:gd name="connsiteX58-19257" fmla="*/ 6225 w 6455"/>
                  <a:gd name="connsiteY58-19258" fmla="*/ 2210 h 5728"/>
                  <a:gd name="connsiteX59-19259" fmla="*/ 6113 w 6455"/>
                  <a:gd name="connsiteY59-19260" fmla="*/ 2249 h 5728"/>
                  <a:gd name="connsiteX60-19261" fmla="*/ 6160 w 6455"/>
                  <a:gd name="connsiteY60-19262" fmla="*/ 2362 h 5728"/>
                  <a:gd name="connsiteX61-19263" fmla="*/ 6025 w 6455"/>
                  <a:gd name="connsiteY61-19264" fmla="*/ 2509 h 5728"/>
                  <a:gd name="connsiteX62-19265" fmla="*/ 5984 w 6455"/>
                  <a:gd name="connsiteY62-19266" fmla="*/ 2498 h 5728"/>
                  <a:gd name="connsiteX63-19267" fmla="*/ 5860 w 6455"/>
                  <a:gd name="connsiteY63-19268" fmla="*/ 2413 h 5728"/>
                  <a:gd name="connsiteX64-19269" fmla="*/ 5805 w 6455"/>
                  <a:gd name="connsiteY64-19270" fmla="*/ 2412 h 5728"/>
                  <a:gd name="connsiteX65-19271" fmla="*/ 5770 w 6455"/>
                  <a:gd name="connsiteY65-19272" fmla="*/ 2480 h 5728"/>
                  <a:gd name="connsiteX66-19273" fmla="*/ 5773 w 6455"/>
                  <a:gd name="connsiteY66-19274" fmla="*/ 2562 h 5728"/>
                  <a:gd name="connsiteX67-19275" fmla="*/ 5951 w 6455"/>
                  <a:gd name="connsiteY67-19276" fmla="*/ 2730 h 5728"/>
                  <a:gd name="connsiteX68-19277" fmla="*/ 5950 w 6455"/>
                  <a:gd name="connsiteY68-19278" fmla="*/ 2844 h 5728"/>
                  <a:gd name="connsiteX69-19279" fmla="*/ 6041 w 6455"/>
                  <a:gd name="connsiteY69-19280" fmla="*/ 3060 h 5728"/>
                  <a:gd name="connsiteX70-19281" fmla="*/ 6067 w 6455"/>
                  <a:gd name="connsiteY70-19282" fmla="*/ 3090 h 5728"/>
                  <a:gd name="connsiteX71-19283" fmla="*/ 6111 w 6455"/>
                  <a:gd name="connsiteY71-19284" fmla="*/ 3094 h 5728"/>
                  <a:gd name="connsiteX72-19285" fmla="*/ 6157 w 6455"/>
                  <a:gd name="connsiteY72-19286" fmla="*/ 3010 h 5728"/>
                  <a:gd name="connsiteX73-19287" fmla="*/ 6237 w 6455"/>
                  <a:gd name="connsiteY73-19288" fmla="*/ 2950 h 5728"/>
                  <a:gd name="connsiteX74-19289" fmla="*/ 6332 w 6455"/>
                  <a:gd name="connsiteY74-19290" fmla="*/ 3126 h 5728"/>
                  <a:gd name="connsiteX75-19291" fmla="*/ 6442 w 6455"/>
                  <a:gd name="connsiteY75-19292" fmla="*/ 3312 h 5728"/>
                  <a:gd name="connsiteX76-19293" fmla="*/ 6455 w 6455"/>
                  <a:gd name="connsiteY76-19294" fmla="*/ 3342 h 5728"/>
                  <a:gd name="connsiteX77-19295" fmla="*/ 6444 w 6455"/>
                  <a:gd name="connsiteY77-19296" fmla="*/ 3518 h 5728"/>
                  <a:gd name="connsiteX78-19297" fmla="*/ 6409 w 6455"/>
                  <a:gd name="connsiteY78-19298" fmla="*/ 3554 h 5728"/>
                  <a:gd name="connsiteX79-19299" fmla="*/ 6320 w 6455"/>
                  <a:gd name="connsiteY79-19300" fmla="*/ 3515 h 5728"/>
                  <a:gd name="connsiteX80-19301" fmla="*/ 6086 w 6455"/>
                  <a:gd name="connsiteY80-19302" fmla="*/ 3644 h 5728"/>
                  <a:gd name="connsiteX81-19303" fmla="*/ 6060 w 6455"/>
                  <a:gd name="connsiteY81-19304" fmla="*/ 3666 h 5728"/>
                  <a:gd name="connsiteX82-19305" fmla="*/ 5880 w 6455"/>
                  <a:gd name="connsiteY82-19306" fmla="*/ 3812 h 5728"/>
                  <a:gd name="connsiteX83-19307" fmla="*/ 5739 w 6455"/>
                  <a:gd name="connsiteY83-19308" fmla="*/ 3926 h 5728"/>
                  <a:gd name="connsiteX84-19309" fmla="*/ 5704 w 6455"/>
                  <a:gd name="connsiteY84-19310" fmla="*/ 3965 h 5728"/>
                  <a:gd name="connsiteX85-19311" fmla="*/ 5652 w 6455"/>
                  <a:gd name="connsiteY85-19312" fmla="*/ 3973 h 5728"/>
                  <a:gd name="connsiteX86-19313" fmla="*/ 5595 w 6455"/>
                  <a:gd name="connsiteY86-19314" fmla="*/ 3916 h 5728"/>
                  <a:gd name="connsiteX87-19315" fmla="*/ 5471 w 6455"/>
                  <a:gd name="connsiteY87-19316" fmla="*/ 3808 h 5728"/>
                  <a:gd name="connsiteX88-19317" fmla="*/ 5495 w 6455"/>
                  <a:gd name="connsiteY88-19318" fmla="*/ 4064 h 5728"/>
                  <a:gd name="connsiteX89-19319" fmla="*/ 5504 w 6455"/>
                  <a:gd name="connsiteY89-19320" fmla="*/ 4192 h 5728"/>
                  <a:gd name="connsiteX90-19321" fmla="*/ 5242 w 6455"/>
                  <a:gd name="connsiteY90-19322" fmla="*/ 4166 h 5728"/>
                  <a:gd name="connsiteX91-19323" fmla="*/ 5160 w 6455"/>
                  <a:gd name="connsiteY91-19324" fmla="*/ 3987 h 5728"/>
                  <a:gd name="connsiteX92-19325" fmla="*/ 5078 w 6455"/>
                  <a:gd name="connsiteY92-19326" fmla="*/ 3802 h 5728"/>
                  <a:gd name="connsiteX93-19327" fmla="*/ 4103 w 6455"/>
                  <a:gd name="connsiteY93-19328" fmla="*/ 4504 h 5728"/>
                  <a:gd name="connsiteX94-19329" fmla="*/ 4106 w 6455"/>
                  <a:gd name="connsiteY94-19330" fmla="*/ 4556 h 5728"/>
                  <a:gd name="connsiteX95-19331" fmla="*/ 4070 w 6455"/>
                  <a:gd name="connsiteY95-19332" fmla="*/ 4614 h 5728"/>
                  <a:gd name="connsiteX96-19333" fmla="*/ 3805 w 6455"/>
                  <a:gd name="connsiteY96-19334" fmla="*/ 4680 h 5728"/>
                  <a:gd name="connsiteX97-19335" fmla="*/ 3670 w 6455"/>
                  <a:gd name="connsiteY97-19336" fmla="*/ 4739 h 5728"/>
                  <a:gd name="connsiteX98-19337" fmla="*/ 3628 w 6455"/>
                  <a:gd name="connsiteY98-19338" fmla="*/ 4777 h 5728"/>
                  <a:gd name="connsiteX99-19339" fmla="*/ 3429 w 6455"/>
                  <a:gd name="connsiteY99-19340" fmla="*/ 5021 h 5728"/>
                  <a:gd name="connsiteX100-19341" fmla="*/ 3356 w 6455"/>
                  <a:gd name="connsiteY100-19342" fmla="*/ 4970 h 5728"/>
                  <a:gd name="connsiteX101-19343" fmla="*/ 3273 w 6455"/>
                  <a:gd name="connsiteY101-19344" fmla="*/ 4971 h 5728"/>
                  <a:gd name="connsiteX102-19345" fmla="*/ 3237 w 6455"/>
                  <a:gd name="connsiteY102-19346" fmla="*/ 5045 h 5728"/>
                  <a:gd name="connsiteX103-19347" fmla="*/ 3126 w 6455"/>
                  <a:gd name="connsiteY103-19348" fmla="*/ 5000 h 5728"/>
                  <a:gd name="connsiteX104-19349" fmla="*/ 3048 w 6455"/>
                  <a:gd name="connsiteY104-19350" fmla="*/ 5109 h 5728"/>
                  <a:gd name="connsiteX105-19351" fmla="*/ 2826 w 6455"/>
                  <a:gd name="connsiteY105-19352" fmla="*/ 5349 h 5728"/>
                  <a:gd name="connsiteX106-19353" fmla="*/ 2806 w 6455"/>
                  <a:gd name="connsiteY106-19354" fmla="*/ 5516 h 5728"/>
                  <a:gd name="connsiteX107-19355" fmla="*/ 2789 w 6455"/>
                  <a:gd name="connsiteY107-19356" fmla="*/ 5659 h 5728"/>
                  <a:gd name="connsiteX108-19357" fmla="*/ 2773 w 6455"/>
                  <a:gd name="connsiteY108-19358" fmla="*/ 5669 h 5728"/>
                  <a:gd name="connsiteX109-19359" fmla="*/ 2451 w 6455"/>
                  <a:gd name="connsiteY109-19360" fmla="*/ 5621 h 5728"/>
                  <a:gd name="connsiteX110-19361" fmla="*/ 2349 w 6455"/>
                  <a:gd name="connsiteY110-19362" fmla="*/ 5566 h 5728"/>
                  <a:gd name="connsiteX111-19363" fmla="*/ 2295 w 6455"/>
                  <a:gd name="connsiteY111-19364" fmla="*/ 5503 h 5728"/>
                  <a:gd name="connsiteX112-19365" fmla="*/ 2190 w 6455"/>
                  <a:gd name="connsiteY112-19366" fmla="*/ 5477 h 5728"/>
                  <a:gd name="connsiteX113-19367" fmla="*/ 2190 w 6455"/>
                  <a:gd name="connsiteY113-19368" fmla="*/ 5379 h 5728"/>
                  <a:gd name="connsiteX114-19369" fmla="*/ 2294 w 6455"/>
                  <a:gd name="connsiteY114-19370" fmla="*/ 5149 h 5728"/>
                  <a:gd name="connsiteX115-19371" fmla="*/ 2154 w 6455"/>
                  <a:gd name="connsiteY115-19372" fmla="*/ 5070 h 5728"/>
                  <a:gd name="connsiteX116-19373" fmla="*/ 2112 w 6455"/>
                  <a:gd name="connsiteY116-19374" fmla="*/ 5095 h 5728"/>
                  <a:gd name="connsiteX117-19375" fmla="*/ 2022 w 6455"/>
                  <a:gd name="connsiteY117-19376" fmla="*/ 5214 h 5728"/>
                  <a:gd name="connsiteX118-19377" fmla="*/ 1990 w 6455"/>
                  <a:gd name="connsiteY118-19378" fmla="*/ 5276 h 5728"/>
                  <a:gd name="connsiteX119-19379" fmla="*/ 1928 w 6455"/>
                  <a:gd name="connsiteY119-19380" fmla="*/ 5386 h 5728"/>
                  <a:gd name="connsiteX120-19381" fmla="*/ 1934 w 6455"/>
                  <a:gd name="connsiteY120-19382" fmla="*/ 5510 h 5728"/>
                  <a:gd name="connsiteX121-19383" fmla="*/ 1895 w 6455"/>
                  <a:gd name="connsiteY121-19384" fmla="*/ 5558 h 5728"/>
                  <a:gd name="connsiteX122-19385" fmla="*/ 1764 w 6455"/>
                  <a:gd name="connsiteY122-19386" fmla="*/ 5617 h 5728"/>
                  <a:gd name="connsiteX123-19387" fmla="*/ 1598 w 6455"/>
                  <a:gd name="connsiteY123-19388" fmla="*/ 5649 h 5728"/>
                  <a:gd name="connsiteX124-19389" fmla="*/ 1495 w 6455"/>
                  <a:gd name="connsiteY124-19390" fmla="*/ 5728 h 5728"/>
                  <a:gd name="connsiteX125-19391" fmla="*/ 1381 w 6455"/>
                  <a:gd name="connsiteY125-19392" fmla="*/ 5611 h 5728"/>
                  <a:gd name="connsiteX126-19393" fmla="*/ 1321 w 6455"/>
                  <a:gd name="connsiteY126-19394" fmla="*/ 5485 h 5728"/>
                  <a:gd name="connsiteX127-19395" fmla="*/ 1443 w 6455"/>
                  <a:gd name="connsiteY127-19396" fmla="*/ 5242 h 5728"/>
                  <a:gd name="connsiteX128-19397" fmla="*/ 1498 w 6455"/>
                  <a:gd name="connsiteY128-19398" fmla="*/ 5195 h 5728"/>
                  <a:gd name="connsiteX129-19399" fmla="*/ 1543 w 6455"/>
                  <a:gd name="connsiteY129-19400" fmla="*/ 5120 h 5728"/>
                  <a:gd name="connsiteX130-19401" fmla="*/ 1540 w 6455"/>
                  <a:gd name="connsiteY130-19402" fmla="*/ 5071 h 5728"/>
                  <a:gd name="connsiteX131-19403" fmla="*/ 1343 w 6455"/>
                  <a:gd name="connsiteY131-19404" fmla="*/ 5007 h 5728"/>
                  <a:gd name="connsiteX132-19405" fmla="*/ 1272 w 6455"/>
                  <a:gd name="connsiteY132-19406" fmla="*/ 5064 h 5728"/>
                  <a:gd name="connsiteX133-19407" fmla="*/ 1166 w 6455"/>
                  <a:gd name="connsiteY133-19408" fmla="*/ 5111 h 5728"/>
                  <a:gd name="connsiteX134-19409" fmla="*/ 1103 w 6455"/>
                  <a:gd name="connsiteY134-19410" fmla="*/ 5063 h 5728"/>
                  <a:gd name="connsiteX135-19411" fmla="*/ 865 w 6455"/>
                  <a:gd name="connsiteY135-19412" fmla="*/ 5254 h 5728"/>
                  <a:gd name="connsiteX136-19413" fmla="*/ 737 w 6455"/>
                  <a:gd name="connsiteY136-19414" fmla="*/ 5231 h 5728"/>
                  <a:gd name="connsiteX137-19415" fmla="*/ 626 w 6455"/>
                  <a:gd name="connsiteY137-19416" fmla="*/ 5097 h 5728"/>
                  <a:gd name="connsiteX138-19417" fmla="*/ 496 w 6455"/>
                  <a:gd name="connsiteY138-19418" fmla="*/ 4930 h 5728"/>
                  <a:gd name="connsiteX139-19419" fmla="*/ 385 w 6455"/>
                  <a:gd name="connsiteY139-19420" fmla="*/ 4806 h 5728"/>
                  <a:gd name="connsiteX140-19421" fmla="*/ 318 w 6455"/>
                  <a:gd name="connsiteY140-19422" fmla="*/ 4788 h 5728"/>
                  <a:gd name="connsiteX141-19423" fmla="*/ 453 w 6455"/>
                  <a:gd name="connsiteY141-19424" fmla="*/ 4631 h 5728"/>
                  <a:gd name="connsiteX142-19425" fmla="*/ 496 w 6455"/>
                  <a:gd name="connsiteY142-19426" fmla="*/ 4541 h 5728"/>
                  <a:gd name="connsiteX143-19427" fmla="*/ 464 w 6455"/>
                  <a:gd name="connsiteY143-19428" fmla="*/ 4438 h 5728"/>
                  <a:gd name="connsiteX144-19429" fmla="*/ 90 w 6455"/>
                  <a:gd name="connsiteY144-19430" fmla="*/ 4491 h 5728"/>
                  <a:gd name="connsiteX145-19431" fmla="*/ 0 w 6455"/>
                  <a:gd name="connsiteY145-19432" fmla="*/ 4518 h 5728"/>
                  <a:gd name="connsiteX0-19433" fmla="*/ 5179 w 6365"/>
                  <a:gd name="connsiteY0-19434" fmla="*/ 2333 h 5728"/>
                  <a:gd name="connsiteX1-19435" fmla="*/ 5177 w 6365"/>
                  <a:gd name="connsiteY1-19436" fmla="*/ 2117 h 5728"/>
                  <a:gd name="connsiteX2-19437" fmla="*/ 5101 w 6365"/>
                  <a:gd name="connsiteY2-19438" fmla="*/ 2039 h 5728"/>
                  <a:gd name="connsiteX3-19439" fmla="*/ 4958 w 6365"/>
                  <a:gd name="connsiteY3-19440" fmla="*/ 1951 h 5728"/>
                  <a:gd name="connsiteX4-19441" fmla="*/ 4866 w 6365"/>
                  <a:gd name="connsiteY4-19442" fmla="*/ 1827 h 5728"/>
                  <a:gd name="connsiteX5-19443" fmla="*/ 4770 w 6365"/>
                  <a:gd name="connsiteY5-19444" fmla="*/ 1828 h 5728"/>
                  <a:gd name="connsiteX6-19445" fmla="*/ 4725 w 6365"/>
                  <a:gd name="connsiteY6-19446" fmla="*/ 1883 h 5728"/>
                  <a:gd name="connsiteX7-19447" fmla="*/ 4632 w 6365"/>
                  <a:gd name="connsiteY7-19448" fmla="*/ 1877 h 5728"/>
                  <a:gd name="connsiteX8-19449" fmla="*/ 4612 w 6365"/>
                  <a:gd name="connsiteY8-19450" fmla="*/ 1994 h 5728"/>
                  <a:gd name="connsiteX9-19451" fmla="*/ 4431 w 6365"/>
                  <a:gd name="connsiteY9-19452" fmla="*/ 1941 h 5728"/>
                  <a:gd name="connsiteX10-19453" fmla="*/ 4348 w 6365"/>
                  <a:gd name="connsiteY10-19454" fmla="*/ 1939 h 5728"/>
                  <a:gd name="connsiteX11-19455" fmla="*/ 4223 w 6365"/>
                  <a:gd name="connsiteY11-19456" fmla="*/ 2014 h 5728"/>
                  <a:gd name="connsiteX12-19457" fmla="*/ 4111 w 6365"/>
                  <a:gd name="connsiteY12-19458" fmla="*/ 1890 h 5728"/>
                  <a:gd name="connsiteX13-19459" fmla="*/ 4205 w 6365"/>
                  <a:gd name="connsiteY13-19460" fmla="*/ 1804 h 5728"/>
                  <a:gd name="connsiteX14-19461" fmla="*/ 4209 w 6365"/>
                  <a:gd name="connsiteY14-19462" fmla="*/ 1634 h 5728"/>
                  <a:gd name="connsiteX15-19463" fmla="*/ 4264 w 6365"/>
                  <a:gd name="connsiteY15-19464" fmla="*/ 1514 h 5728"/>
                  <a:gd name="connsiteX16-19465" fmla="*/ 4307 w 6365"/>
                  <a:gd name="connsiteY16-19466" fmla="*/ 1306 h 5728"/>
                  <a:gd name="connsiteX17-19467" fmla="*/ 4367 w 6365"/>
                  <a:gd name="connsiteY17-19468" fmla="*/ 1307 h 5728"/>
                  <a:gd name="connsiteX18-19469" fmla="*/ 4690 w 6365"/>
                  <a:gd name="connsiteY18-19470" fmla="*/ 1286 h 5728"/>
                  <a:gd name="connsiteX19-19471" fmla="*/ 4864 w 6365"/>
                  <a:gd name="connsiteY19-19472" fmla="*/ 1117 h 5728"/>
                  <a:gd name="connsiteX20-19473" fmla="*/ 4933 w 6365"/>
                  <a:gd name="connsiteY20-19474" fmla="*/ 748 h 5728"/>
                  <a:gd name="connsiteX21-19475" fmla="*/ 5043 w 6365"/>
                  <a:gd name="connsiteY21-19476" fmla="*/ 486 h 5728"/>
                  <a:gd name="connsiteX22-19477" fmla="*/ 5041 w 6365"/>
                  <a:gd name="connsiteY22-19478" fmla="*/ 358 h 5728"/>
                  <a:gd name="connsiteX23-19479" fmla="*/ 5028 w 6365"/>
                  <a:gd name="connsiteY23-19480" fmla="*/ 328 h 5728"/>
                  <a:gd name="connsiteX24-19481" fmla="*/ 4961 w 6365"/>
                  <a:gd name="connsiteY24-19482" fmla="*/ 251 h 5728"/>
                  <a:gd name="connsiteX25-19483" fmla="*/ 4901 w 6365"/>
                  <a:gd name="connsiteY25-19484" fmla="*/ 217 h 5728"/>
                  <a:gd name="connsiteX26-19485" fmla="*/ 5026 w 6365"/>
                  <a:gd name="connsiteY26-19486" fmla="*/ 56 h 5728"/>
                  <a:gd name="connsiteX27-19487" fmla="*/ 5199 w 6365"/>
                  <a:gd name="connsiteY27-19488" fmla="*/ 2 h 5728"/>
                  <a:gd name="connsiteX28-19489" fmla="*/ 5231 w 6365"/>
                  <a:gd name="connsiteY28-19490" fmla="*/ 49 h 5728"/>
                  <a:gd name="connsiteX29-19491" fmla="*/ 5221 w 6365"/>
                  <a:gd name="connsiteY29-19492" fmla="*/ 133 h 5728"/>
                  <a:gd name="connsiteX30-19493" fmla="*/ 5160 w 6365"/>
                  <a:gd name="connsiteY30-19494" fmla="*/ 243 h 5728"/>
                  <a:gd name="connsiteX31-19495" fmla="*/ 5230 w 6365"/>
                  <a:gd name="connsiteY31-19496" fmla="*/ 301 h 5728"/>
                  <a:gd name="connsiteX32-19497" fmla="*/ 5344 w 6365"/>
                  <a:gd name="connsiteY32-19498" fmla="*/ 366 h 5728"/>
                  <a:gd name="connsiteX33-19499" fmla="*/ 5364 w 6365"/>
                  <a:gd name="connsiteY33-19500" fmla="*/ 255 h 5728"/>
                  <a:gd name="connsiteX34-19501" fmla="*/ 5498 w 6365"/>
                  <a:gd name="connsiteY34-19502" fmla="*/ 291 h 5728"/>
                  <a:gd name="connsiteX35-19503" fmla="*/ 5523 w 6365"/>
                  <a:gd name="connsiteY35-19504" fmla="*/ 331 h 5728"/>
                  <a:gd name="connsiteX36-19505" fmla="*/ 5599 w 6365"/>
                  <a:gd name="connsiteY36-19506" fmla="*/ 562 h 5728"/>
                  <a:gd name="connsiteX37-19507" fmla="*/ 5634 w 6365"/>
                  <a:gd name="connsiteY37-19508" fmla="*/ 586 h 5728"/>
                  <a:gd name="connsiteX38-19509" fmla="*/ 5726 w 6365"/>
                  <a:gd name="connsiteY38-19510" fmla="*/ 578 h 5728"/>
                  <a:gd name="connsiteX39-19511" fmla="*/ 5986 w 6365"/>
                  <a:gd name="connsiteY39-19512" fmla="*/ 490 h 5728"/>
                  <a:gd name="connsiteX40-19513" fmla="*/ 6206 w 6365"/>
                  <a:gd name="connsiteY40-19514" fmla="*/ 479 h 5728"/>
                  <a:gd name="connsiteX41-19515" fmla="*/ 6266 w 6365"/>
                  <a:gd name="connsiteY41-19516" fmla="*/ 648 h 5728"/>
                  <a:gd name="connsiteX42-19517" fmla="*/ 6184 w 6365"/>
                  <a:gd name="connsiteY42-19518" fmla="*/ 944 h 5728"/>
                  <a:gd name="connsiteX43-19519" fmla="*/ 6184 w 6365"/>
                  <a:gd name="connsiteY43-19520" fmla="*/ 1022 h 5728"/>
                  <a:gd name="connsiteX44-19521" fmla="*/ 6253 w 6365"/>
                  <a:gd name="connsiteY44-19522" fmla="*/ 1168 h 5728"/>
                  <a:gd name="connsiteX45-19523" fmla="*/ 6268 w 6365"/>
                  <a:gd name="connsiteY45-19524" fmla="*/ 1427 h 5728"/>
                  <a:gd name="connsiteX46-19525" fmla="*/ 6270 w 6365"/>
                  <a:gd name="connsiteY46-19526" fmla="*/ 1617 h 5728"/>
                  <a:gd name="connsiteX47-19527" fmla="*/ 6203 w 6365"/>
                  <a:gd name="connsiteY47-19528" fmla="*/ 1625 h 5728"/>
                  <a:gd name="connsiteX48-19529" fmla="*/ 6181 w 6365"/>
                  <a:gd name="connsiteY48-19530" fmla="*/ 1507 h 5728"/>
                  <a:gd name="connsiteX49-19531" fmla="*/ 6146 w 6365"/>
                  <a:gd name="connsiteY49-19532" fmla="*/ 1450 h 5728"/>
                  <a:gd name="connsiteX50-19533" fmla="*/ 6056 w 6365"/>
                  <a:gd name="connsiteY50-19534" fmla="*/ 1582 h 5728"/>
                  <a:gd name="connsiteX51-19535" fmla="*/ 5943 w 6365"/>
                  <a:gd name="connsiteY51-19536" fmla="*/ 1776 h 5728"/>
                  <a:gd name="connsiteX52-19537" fmla="*/ 5824 w 6365"/>
                  <a:gd name="connsiteY52-19538" fmla="*/ 1904 h 5728"/>
                  <a:gd name="connsiteX53-19539" fmla="*/ 5817 w 6365"/>
                  <a:gd name="connsiteY53-19540" fmla="*/ 2018 h 5728"/>
                  <a:gd name="connsiteX54-19541" fmla="*/ 5877 w 6365"/>
                  <a:gd name="connsiteY54-19542" fmla="*/ 2115 h 5728"/>
                  <a:gd name="connsiteX55-19543" fmla="*/ 5979 w 6365"/>
                  <a:gd name="connsiteY55-19544" fmla="*/ 2183 h 5728"/>
                  <a:gd name="connsiteX56-19545" fmla="*/ 6056 w 6365"/>
                  <a:gd name="connsiteY56-19546" fmla="*/ 2178 h 5728"/>
                  <a:gd name="connsiteX57-19547" fmla="*/ 6101 w 6365"/>
                  <a:gd name="connsiteY57-19548" fmla="*/ 2104 h 5728"/>
                  <a:gd name="connsiteX58-19549" fmla="*/ 6135 w 6365"/>
                  <a:gd name="connsiteY58-19550" fmla="*/ 2210 h 5728"/>
                  <a:gd name="connsiteX59-19551" fmla="*/ 6023 w 6365"/>
                  <a:gd name="connsiteY59-19552" fmla="*/ 2249 h 5728"/>
                  <a:gd name="connsiteX60-19553" fmla="*/ 6070 w 6365"/>
                  <a:gd name="connsiteY60-19554" fmla="*/ 2362 h 5728"/>
                  <a:gd name="connsiteX61-19555" fmla="*/ 5935 w 6365"/>
                  <a:gd name="connsiteY61-19556" fmla="*/ 2509 h 5728"/>
                  <a:gd name="connsiteX62-19557" fmla="*/ 5894 w 6365"/>
                  <a:gd name="connsiteY62-19558" fmla="*/ 2498 h 5728"/>
                  <a:gd name="connsiteX63-19559" fmla="*/ 5770 w 6365"/>
                  <a:gd name="connsiteY63-19560" fmla="*/ 2413 h 5728"/>
                  <a:gd name="connsiteX64-19561" fmla="*/ 5715 w 6365"/>
                  <a:gd name="connsiteY64-19562" fmla="*/ 2412 h 5728"/>
                  <a:gd name="connsiteX65-19563" fmla="*/ 5680 w 6365"/>
                  <a:gd name="connsiteY65-19564" fmla="*/ 2480 h 5728"/>
                  <a:gd name="connsiteX66-19565" fmla="*/ 5683 w 6365"/>
                  <a:gd name="connsiteY66-19566" fmla="*/ 2562 h 5728"/>
                  <a:gd name="connsiteX67-19567" fmla="*/ 5861 w 6365"/>
                  <a:gd name="connsiteY67-19568" fmla="*/ 2730 h 5728"/>
                  <a:gd name="connsiteX68-19569" fmla="*/ 5860 w 6365"/>
                  <a:gd name="connsiteY68-19570" fmla="*/ 2844 h 5728"/>
                  <a:gd name="connsiteX69-19571" fmla="*/ 5951 w 6365"/>
                  <a:gd name="connsiteY69-19572" fmla="*/ 3060 h 5728"/>
                  <a:gd name="connsiteX70-19573" fmla="*/ 5977 w 6365"/>
                  <a:gd name="connsiteY70-19574" fmla="*/ 3090 h 5728"/>
                  <a:gd name="connsiteX71-19575" fmla="*/ 6021 w 6365"/>
                  <a:gd name="connsiteY71-19576" fmla="*/ 3094 h 5728"/>
                  <a:gd name="connsiteX72-19577" fmla="*/ 6067 w 6365"/>
                  <a:gd name="connsiteY72-19578" fmla="*/ 3010 h 5728"/>
                  <a:gd name="connsiteX73-19579" fmla="*/ 6147 w 6365"/>
                  <a:gd name="connsiteY73-19580" fmla="*/ 2950 h 5728"/>
                  <a:gd name="connsiteX74-19581" fmla="*/ 6242 w 6365"/>
                  <a:gd name="connsiteY74-19582" fmla="*/ 3126 h 5728"/>
                  <a:gd name="connsiteX75-19583" fmla="*/ 6352 w 6365"/>
                  <a:gd name="connsiteY75-19584" fmla="*/ 3312 h 5728"/>
                  <a:gd name="connsiteX76-19585" fmla="*/ 6365 w 6365"/>
                  <a:gd name="connsiteY76-19586" fmla="*/ 3342 h 5728"/>
                  <a:gd name="connsiteX77-19587" fmla="*/ 6354 w 6365"/>
                  <a:gd name="connsiteY77-19588" fmla="*/ 3518 h 5728"/>
                  <a:gd name="connsiteX78-19589" fmla="*/ 6319 w 6365"/>
                  <a:gd name="connsiteY78-19590" fmla="*/ 3554 h 5728"/>
                  <a:gd name="connsiteX79-19591" fmla="*/ 6230 w 6365"/>
                  <a:gd name="connsiteY79-19592" fmla="*/ 3515 h 5728"/>
                  <a:gd name="connsiteX80-19593" fmla="*/ 5996 w 6365"/>
                  <a:gd name="connsiteY80-19594" fmla="*/ 3644 h 5728"/>
                  <a:gd name="connsiteX81-19595" fmla="*/ 5970 w 6365"/>
                  <a:gd name="connsiteY81-19596" fmla="*/ 3666 h 5728"/>
                  <a:gd name="connsiteX82-19597" fmla="*/ 5790 w 6365"/>
                  <a:gd name="connsiteY82-19598" fmla="*/ 3812 h 5728"/>
                  <a:gd name="connsiteX83-19599" fmla="*/ 5649 w 6365"/>
                  <a:gd name="connsiteY83-19600" fmla="*/ 3926 h 5728"/>
                  <a:gd name="connsiteX84-19601" fmla="*/ 5614 w 6365"/>
                  <a:gd name="connsiteY84-19602" fmla="*/ 3965 h 5728"/>
                  <a:gd name="connsiteX85-19603" fmla="*/ 5562 w 6365"/>
                  <a:gd name="connsiteY85-19604" fmla="*/ 3973 h 5728"/>
                  <a:gd name="connsiteX86-19605" fmla="*/ 5505 w 6365"/>
                  <a:gd name="connsiteY86-19606" fmla="*/ 3916 h 5728"/>
                  <a:gd name="connsiteX87-19607" fmla="*/ 5381 w 6365"/>
                  <a:gd name="connsiteY87-19608" fmla="*/ 3808 h 5728"/>
                  <a:gd name="connsiteX88-19609" fmla="*/ 5405 w 6365"/>
                  <a:gd name="connsiteY88-19610" fmla="*/ 4064 h 5728"/>
                  <a:gd name="connsiteX89-19611" fmla="*/ 5414 w 6365"/>
                  <a:gd name="connsiteY89-19612" fmla="*/ 4192 h 5728"/>
                  <a:gd name="connsiteX90-19613" fmla="*/ 5152 w 6365"/>
                  <a:gd name="connsiteY90-19614" fmla="*/ 4166 h 5728"/>
                  <a:gd name="connsiteX91-19615" fmla="*/ 5070 w 6365"/>
                  <a:gd name="connsiteY91-19616" fmla="*/ 3987 h 5728"/>
                  <a:gd name="connsiteX92-19617" fmla="*/ 4988 w 6365"/>
                  <a:gd name="connsiteY92-19618" fmla="*/ 3802 h 5728"/>
                  <a:gd name="connsiteX93-19619" fmla="*/ 4013 w 6365"/>
                  <a:gd name="connsiteY93-19620" fmla="*/ 4504 h 5728"/>
                  <a:gd name="connsiteX94-19621" fmla="*/ 4016 w 6365"/>
                  <a:gd name="connsiteY94-19622" fmla="*/ 4556 h 5728"/>
                  <a:gd name="connsiteX95-19623" fmla="*/ 3980 w 6365"/>
                  <a:gd name="connsiteY95-19624" fmla="*/ 4614 h 5728"/>
                  <a:gd name="connsiteX96-19625" fmla="*/ 3715 w 6365"/>
                  <a:gd name="connsiteY96-19626" fmla="*/ 4680 h 5728"/>
                  <a:gd name="connsiteX97-19627" fmla="*/ 3580 w 6365"/>
                  <a:gd name="connsiteY97-19628" fmla="*/ 4739 h 5728"/>
                  <a:gd name="connsiteX98-19629" fmla="*/ 3538 w 6365"/>
                  <a:gd name="connsiteY98-19630" fmla="*/ 4777 h 5728"/>
                  <a:gd name="connsiteX99-19631" fmla="*/ 3339 w 6365"/>
                  <a:gd name="connsiteY99-19632" fmla="*/ 5021 h 5728"/>
                  <a:gd name="connsiteX100-19633" fmla="*/ 3266 w 6365"/>
                  <a:gd name="connsiteY100-19634" fmla="*/ 4970 h 5728"/>
                  <a:gd name="connsiteX101-19635" fmla="*/ 3183 w 6365"/>
                  <a:gd name="connsiteY101-19636" fmla="*/ 4971 h 5728"/>
                  <a:gd name="connsiteX102-19637" fmla="*/ 3147 w 6365"/>
                  <a:gd name="connsiteY102-19638" fmla="*/ 5045 h 5728"/>
                  <a:gd name="connsiteX103-19639" fmla="*/ 3036 w 6365"/>
                  <a:gd name="connsiteY103-19640" fmla="*/ 5000 h 5728"/>
                  <a:gd name="connsiteX104-19641" fmla="*/ 2958 w 6365"/>
                  <a:gd name="connsiteY104-19642" fmla="*/ 5109 h 5728"/>
                  <a:gd name="connsiteX105-19643" fmla="*/ 2736 w 6365"/>
                  <a:gd name="connsiteY105-19644" fmla="*/ 5349 h 5728"/>
                  <a:gd name="connsiteX106-19645" fmla="*/ 2716 w 6365"/>
                  <a:gd name="connsiteY106-19646" fmla="*/ 5516 h 5728"/>
                  <a:gd name="connsiteX107-19647" fmla="*/ 2699 w 6365"/>
                  <a:gd name="connsiteY107-19648" fmla="*/ 5659 h 5728"/>
                  <a:gd name="connsiteX108-19649" fmla="*/ 2683 w 6365"/>
                  <a:gd name="connsiteY108-19650" fmla="*/ 5669 h 5728"/>
                  <a:gd name="connsiteX109-19651" fmla="*/ 2361 w 6365"/>
                  <a:gd name="connsiteY109-19652" fmla="*/ 5621 h 5728"/>
                  <a:gd name="connsiteX110-19653" fmla="*/ 2259 w 6365"/>
                  <a:gd name="connsiteY110-19654" fmla="*/ 5566 h 5728"/>
                  <a:gd name="connsiteX111-19655" fmla="*/ 2205 w 6365"/>
                  <a:gd name="connsiteY111-19656" fmla="*/ 5503 h 5728"/>
                  <a:gd name="connsiteX112-19657" fmla="*/ 2100 w 6365"/>
                  <a:gd name="connsiteY112-19658" fmla="*/ 5477 h 5728"/>
                  <a:gd name="connsiteX113-19659" fmla="*/ 2100 w 6365"/>
                  <a:gd name="connsiteY113-19660" fmla="*/ 5379 h 5728"/>
                  <a:gd name="connsiteX114-19661" fmla="*/ 2204 w 6365"/>
                  <a:gd name="connsiteY114-19662" fmla="*/ 5149 h 5728"/>
                  <a:gd name="connsiteX115-19663" fmla="*/ 2064 w 6365"/>
                  <a:gd name="connsiteY115-19664" fmla="*/ 5070 h 5728"/>
                  <a:gd name="connsiteX116-19665" fmla="*/ 2022 w 6365"/>
                  <a:gd name="connsiteY116-19666" fmla="*/ 5095 h 5728"/>
                  <a:gd name="connsiteX117-19667" fmla="*/ 1932 w 6365"/>
                  <a:gd name="connsiteY117-19668" fmla="*/ 5214 h 5728"/>
                  <a:gd name="connsiteX118-19669" fmla="*/ 1900 w 6365"/>
                  <a:gd name="connsiteY118-19670" fmla="*/ 5276 h 5728"/>
                  <a:gd name="connsiteX119-19671" fmla="*/ 1838 w 6365"/>
                  <a:gd name="connsiteY119-19672" fmla="*/ 5386 h 5728"/>
                  <a:gd name="connsiteX120-19673" fmla="*/ 1844 w 6365"/>
                  <a:gd name="connsiteY120-19674" fmla="*/ 5510 h 5728"/>
                  <a:gd name="connsiteX121-19675" fmla="*/ 1805 w 6365"/>
                  <a:gd name="connsiteY121-19676" fmla="*/ 5558 h 5728"/>
                  <a:gd name="connsiteX122-19677" fmla="*/ 1674 w 6365"/>
                  <a:gd name="connsiteY122-19678" fmla="*/ 5617 h 5728"/>
                  <a:gd name="connsiteX123-19679" fmla="*/ 1508 w 6365"/>
                  <a:gd name="connsiteY123-19680" fmla="*/ 5649 h 5728"/>
                  <a:gd name="connsiteX124-19681" fmla="*/ 1405 w 6365"/>
                  <a:gd name="connsiteY124-19682" fmla="*/ 5728 h 5728"/>
                  <a:gd name="connsiteX125-19683" fmla="*/ 1291 w 6365"/>
                  <a:gd name="connsiteY125-19684" fmla="*/ 5611 h 5728"/>
                  <a:gd name="connsiteX126-19685" fmla="*/ 1231 w 6365"/>
                  <a:gd name="connsiteY126-19686" fmla="*/ 5485 h 5728"/>
                  <a:gd name="connsiteX127-19687" fmla="*/ 1353 w 6365"/>
                  <a:gd name="connsiteY127-19688" fmla="*/ 5242 h 5728"/>
                  <a:gd name="connsiteX128-19689" fmla="*/ 1408 w 6365"/>
                  <a:gd name="connsiteY128-19690" fmla="*/ 5195 h 5728"/>
                  <a:gd name="connsiteX129-19691" fmla="*/ 1453 w 6365"/>
                  <a:gd name="connsiteY129-19692" fmla="*/ 5120 h 5728"/>
                  <a:gd name="connsiteX130-19693" fmla="*/ 1450 w 6365"/>
                  <a:gd name="connsiteY130-19694" fmla="*/ 5071 h 5728"/>
                  <a:gd name="connsiteX131-19695" fmla="*/ 1253 w 6365"/>
                  <a:gd name="connsiteY131-19696" fmla="*/ 5007 h 5728"/>
                  <a:gd name="connsiteX132-19697" fmla="*/ 1182 w 6365"/>
                  <a:gd name="connsiteY132-19698" fmla="*/ 5064 h 5728"/>
                  <a:gd name="connsiteX133-19699" fmla="*/ 1076 w 6365"/>
                  <a:gd name="connsiteY133-19700" fmla="*/ 5111 h 5728"/>
                  <a:gd name="connsiteX134-19701" fmla="*/ 1013 w 6365"/>
                  <a:gd name="connsiteY134-19702" fmla="*/ 5063 h 5728"/>
                  <a:gd name="connsiteX135-19703" fmla="*/ 775 w 6365"/>
                  <a:gd name="connsiteY135-19704" fmla="*/ 5254 h 5728"/>
                  <a:gd name="connsiteX136-19705" fmla="*/ 647 w 6365"/>
                  <a:gd name="connsiteY136-19706" fmla="*/ 5231 h 5728"/>
                  <a:gd name="connsiteX137-19707" fmla="*/ 536 w 6365"/>
                  <a:gd name="connsiteY137-19708" fmla="*/ 5097 h 5728"/>
                  <a:gd name="connsiteX138-19709" fmla="*/ 406 w 6365"/>
                  <a:gd name="connsiteY138-19710" fmla="*/ 4930 h 5728"/>
                  <a:gd name="connsiteX139-19711" fmla="*/ 295 w 6365"/>
                  <a:gd name="connsiteY139-19712" fmla="*/ 4806 h 5728"/>
                  <a:gd name="connsiteX140-19713" fmla="*/ 228 w 6365"/>
                  <a:gd name="connsiteY140-19714" fmla="*/ 4788 h 5728"/>
                  <a:gd name="connsiteX141-19715" fmla="*/ 363 w 6365"/>
                  <a:gd name="connsiteY141-19716" fmla="*/ 4631 h 5728"/>
                  <a:gd name="connsiteX142-19717" fmla="*/ 406 w 6365"/>
                  <a:gd name="connsiteY142-19718" fmla="*/ 4541 h 5728"/>
                  <a:gd name="connsiteX143-19719" fmla="*/ 374 w 6365"/>
                  <a:gd name="connsiteY143-19720" fmla="*/ 4438 h 5728"/>
                  <a:gd name="connsiteX144-19721" fmla="*/ 0 w 6365"/>
                  <a:gd name="connsiteY144-19722" fmla="*/ 4491 h 5728"/>
                  <a:gd name="connsiteX0-19723" fmla="*/ 4951 w 6137"/>
                  <a:gd name="connsiteY0-19724" fmla="*/ 2333 h 5728"/>
                  <a:gd name="connsiteX1-19725" fmla="*/ 4949 w 6137"/>
                  <a:gd name="connsiteY1-19726" fmla="*/ 2117 h 5728"/>
                  <a:gd name="connsiteX2-19727" fmla="*/ 4873 w 6137"/>
                  <a:gd name="connsiteY2-19728" fmla="*/ 2039 h 5728"/>
                  <a:gd name="connsiteX3-19729" fmla="*/ 4730 w 6137"/>
                  <a:gd name="connsiteY3-19730" fmla="*/ 1951 h 5728"/>
                  <a:gd name="connsiteX4-19731" fmla="*/ 4638 w 6137"/>
                  <a:gd name="connsiteY4-19732" fmla="*/ 1827 h 5728"/>
                  <a:gd name="connsiteX5-19733" fmla="*/ 4542 w 6137"/>
                  <a:gd name="connsiteY5-19734" fmla="*/ 1828 h 5728"/>
                  <a:gd name="connsiteX6-19735" fmla="*/ 4497 w 6137"/>
                  <a:gd name="connsiteY6-19736" fmla="*/ 1883 h 5728"/>
                  <a:gd name="connsiteX7-19737" fmla="*/ 4404 w 6137"/>
                  <a:gd name="connsiteY7-19738" fmla="*/ 1877 h 5728"/>
                  <a:gd name="connsiteX8-19739" fmla="*/ 4384 w 6137"/>
                  <a:gd name="connsiteY8-19740" fmla="*/ 1994 h 5728"/>
                  <a:gd name="connsiteX9-19741" fmla="*/ 4203 w 6137"/>
                  <a:gd name="connsiteY9-19742" fmla="*/ 1941 h 5728"/>
                  <a:gd name="connsiteX10-19743" fmla="*/ 4120 w 6137"/>
                  <a:gd name="connsiteY10-19744" fmla="*/ 1939 h 5728"/>
                  <a:gd name="connsiteX11-19745" fmla="*/ 3995 w 6137"/>
                  <a:gd name="connsiteY11-19746" fmla="*/ 2014 h 5728"/>
                  <a:gd name="connsiteX12-19747" fmla="*/ 3883 w 6137"/>
                  <a:gd name="connsiteY12-19748" fmla="*/ 1890 h 5728"/>
                  <a:gd name="connsiteX13-19749" fmla="*/ 3977 w 6137"/>
                  <a:gd name="connsiteY13-19750" fmla="*/ 1804 h 5728"/>
                  <a:gd name="connsiteX14-19751" fmla="*/ 3981 w 6137"/>
                  <a:gd name="connsiteY14-19752" fmla="*/ 1634 h 5728"/>
                  <a:gd name="connsiteX15-19753" fmla="*/ 4036 w 6137"/>
                  <a:gd name="connsiteY15-19754" fmla="*/ 1514 h 5728"/>
                  <a:gd name="connsiteX16-19755" fmla="*/ 4079 w 6137"/>
                  <a:gd name="connsiteY16-19756" fmla="*/ 1306 h 5728"/>
                  <a:gd name="connsiteX17-19757" fmla="*/ 4139 w 6137"/>
                  <a:gd name="connsiteY17-19758" fmla="*/ 1307 h 5728"/>
                  <a:gd name="connsiteX18-19759" fmla="*/ 4462 w 6137"/>
                  <a:gd name="connsiteY18-19760" fmla="*/ 1286 h 5728"/>
                  <a:gd name="connsiteX19-19761" fmla="*/ 4636 w 6137"/>
                  <a:gd name="connsiteY19-19762" fmla="*/ 1117 h 5728"/>
                  <a:gd name="connsiteX20-19763" fmla="*/ 4705 w 6137"/>
                  <a:gd name="connsiteY20-19764" fmla="*/ 748 h 5728"/>
                  <a:gd name="connsiteX21-19765" fmla="*/ 4815 w 6137"/>
                  <a:gd name="connsiteY21-19766" fmla="*/ 486 h 5728"/>
                  <a:gd name="connsiteX22-19767" fmla="*/ 4813 w 6137"/>
                  <a:gd name="connsiteY22-19768" fmla="*/ 358 h 5728"/>
                  <a:gd name="connsiteX23-19769" fmla="*/ 4800 w 6137"/>
                  <a:gd name="connsiteY23-19770" fmla="*/ 328 h 5728"/>
                  <a:gd name="connsiteX24-19771" fmla="*/ 4733 w 6137"/>
                  <a:gd name="connsiteY24-19772" fmla="*/ 251 h 5728"/>
                  <a:gd name="connsiteX25-19773" fmla="*/ 4673 w 6137"/>
                  <a:gd name="connsiteY25-19774" fmla="*/ 217 h 5728"/>
                  <a:gd name="connsiteX26-19775" fmla="*/ 4798 w 6137"/>
                  <a:gd name="connsiteY26-19776" fmla="*/ 56 h 5728"/>
                  <a:gd name="connsiteX27-19777" fmla="*/ 4971 w 6137"/>
                  <a:gd name="connsiteY27-19778" fmla="*/ 2 h 5728"/>
                  <a:gd name="connsiteX28-19779" fmla="*/ 5003 w 6137"/>
                  <a:gd name="connsiteY28-19780" fmla="*/ 49 h 5728"/>
                  <a:gd name="connsiteX29-19781" fmla="*/ 4993 w 6137"/>
                  <a:gd name="connsiteY29-19782" fmla="*/ 133 h 5728"/>
                  <a:gd name="connsiteX30-19783" fmla="*/ 4932 w 6137"/>
                  <a:gd name="connsiteY30-19784" fmla="*/ 243 h 5728"/>
                  <a:gd name="connsiteX31-19785" fmla="*/ 5002 w 6137"/>
                  <a:gd name="connsiteY31-19786" fmla="*/ 301 h 5728"/>
                  <a:gd name="connsiteX32-19787" fmla="*/ 5116 w 6137"/>
                  <a:gd name="connsiteY32-19788" fmla="*/ 366 h 5728"/>
                  <a:gd name="connsiteX33-19789" fmla="*/ 5136 w 6137"/>
                  <a:gd name="connsiteY33-19790" fmla="*/ 255 h 5728"/>
                  <a:gd name="connsiteX34-19791" fmla="*/ 5270 w 6137"/>
                  <a:gd name="connsiteY34-19792" fmla="*/ 291 h 5728"/>
                  <a:gd name="connsiteX35-19793" fmla="*/ 5295 w 6137"/>
                  <a:gd name="connsiteY35-19794" fmla="*/ 331 h 5728"/>
                  <a:gd name="connsiteX36-19795" fmla="*/ 5371 w 6137"/>
                  <a:gd name="connsiteY36-19796" fmla="*/ 562 h 5728"/>
                  <a:gd name="connsiteX37-19797" fmla="*/ 5406 w 6137"/>
                  <a:gd name="connsiteY37-19798" fmla="*/ 586 h 5728"/>
                  <a:gd name="connsiteX38-19799" fmla="*/ 5498 w 6137"/>
                  <a:gd name="connsiteY38-19800" fmla="*/ 578 h 5728"/>
                  <a:gd name="connsiteX39-19801" fmla="*/ 5758 w 6137"/>
                  <a:gd name="connsiteY39-19802" fmla="*/ 490 h 5728"/>
                  <a:gd name="connsiteX40-19803" fmla="*/ 5978 w 6137"/>
                  <a:gd name="connsiteY40-19804" fmla="*/ 479 h 5728"/>
                  <a:gd name="connsiteX41-19805" fmla="*/ 6038 w 6137"/>
                  <a:gd name="connsiteY41-19806" fmla="*/ 648 h 5728"/>
                  <a:gd name="connsiteX42-19807" fmla="*/ 5956 w 6137"/>
                  <a:gd name="connsiteY42-19808" fmla="*/ 944 h 5728"/>
                  <a:gd name="connsiteX43-19809" fmla="*/ 5956 w 6137"/>
                  <a:gd name="connsiteY43-19810" fmla="*/ 1022 h 5728"/>
                  <a:gd name="connsiteX44-19811" fmla="*/ 6025 w 6137"/>
                  <a:gd name="connsiteY44-19812" fmla="*/ 1168 h 5728"/>
                  <a:gd name="connsiteX45-19813" fmla="*/ 6040 w 6137"/>
                  <a:gd name="connsiteY45-19814" fmla="*/ 1427 h 5728"/>
                  <a:gd name="connsiteX46-19815" fmla="*/ 6042 w 6137"/>
                  <a:gd name="connsiteY46-19816" fmla="*/ 1617 h 5728"/>
                  <a:gd name="connsiteX47-19817" fmla="*/ 5975 w 6137"/>
                  <a:gd name="connsiteY47-19818" fmla="*/ 1625 h 5728"/>
                  <a:gd name="connsiteX48-19819" fmla="*/ 5953 w 6137"/>
                  <a:gd name="connsiteY48-19820" fmla="*/ 1507 h 5728"/>
                  <a:gd name="connsiteX49-19821" fmla="*/ 5918 w 6137"/>
                  <a:gd name="connsiteY49-19822" fmla="*/ 1450 h 5728"/>
                  <a:gd name="connsiteX50-19823" fmla="*/ 5828 w 6137"/>
                  <a:gd name="connsiteY50-19824" fmla="*/ 1582 h 5728"/>
                  <a:gd name="connsiteX51-19825" fmla="*/ 5715 w 6137"/>
                  <a:gd name="connsiteY51-19826" fmla="*/ 1776 h 5728"/>
                  <a:gd name="connsiteX52-19827" fmla="*/ 5596 w 6137"/>
                  <a:gd name="connsiteY52-19828" fmla="*/ 1904 h 5728"/>
                  <a:gd name="connsiteX53-19829" fmla="*/ 5589 w 6137"/>
                  <a:gd name="connsiteY53-19830" fmla="*/ 2018 h 5728"/>
                  <a:gd name="connsiteX54-19831" fmla="*/ 5649 w 6137"/>
                  <a:gd name="connsiteY54-19832" fmla="*/ 2115 h 5728"/>
                  <a:gd name="connsiteX55-19833" fmla="*/ 5751 w 6137"/>
                  <a:gd name="connsiteY55-19834" fmla="*/ 2183 h 5728"/>
                  <a:gd name="connsiteX56-19835" fmla="*/ 5828 w 6137"/>
                  <a:gd name="connsiteY56-19836" fmla="*/ 2178 h 5728"/>
                  <a:gd name="connsiteX57-19837" fmla="*/ 5873 w 6137"/>
                  <a:gd name="connsiteY57-19838" fmla="*/ 2104 h 5728"/>
                  <a:gd name="connsiteX58-19839" fmla="*/ 5907 w 6137"/>
                  <a:gd name="connsiteY58-19840" fmla="*/ 2210 h 5728"/>
                  <a:gd name="connsiteX59-19841" fmla="*/ 5795 w 6137"/>
                  <a:gd name="connsiteY59-19842" fmla="*/ 2249 h 5728"/>
                  <a:gd name="connsiteX60-19843" fmla="*/ 5842 w 6137"/>
                  <a:gd name="connsiteY60-19844" fmla="*/ 2362 h 5728"/>
                  <a:gd name="connsiteX61-19845" fmla="*/ 5707 w 6137"/>
                  <a:gd name="connsiteY61-19846" fmla="*/ 2509 h 5728"/>
                  <a:gd name="connsiteX62-19847" fmla="*/ 5666 w 6137"/>
                  <a:gd name="connsiteY62-19848" fmla="*/ 2498 h 5728"/>
                  <a:gd name="connsiteX63-19849" fmla="*/ 5542 w 6137"/>
                  <a:gd name="connsiteY63-19850" fmla="*/ 2413 h 5728"/>
                  <a:gd name="connsiteX64-19851" fmla="*/ 5487 w 6137"/>
                  <a:gd name="connsiteY64-19852" fmla="*/ 2412 h 5728"/>
                  <a:gd name="connsiteX65-19853" fmla="*/ 5452 w 6137"/>
                  <a:gd name="connsiteY65-19854" fmla="*/ 2480 h 5728"/>
                  <a:gd name="connsiteX66-19855" fmla="*/ 5455 w 6137"/>
                  <a:gd name="connsiteY66-19856" fmla="*/ 2562 h 5728"/>
                  <a:gd name="connsiteX67-19857" fmla="*/ 5633 w 6137"/>
                  <a:gd name="connsiteY67-19858" fmla="*/ 2730 h 5728"/>
                  <a:gd name="connsiteX68-19859" fmla="*/ 5632 w 6137"/>
                  <a:gd name="connsiteY68-19860" fmla="*/ 2844 h 5728"/>
                  <a:gd name="connsiteX69-19861" fmla="*/ 5723 w 6137"/>
                  <a:gd name="connsiteY69-19862" fmla="*/ 3060 h 5728"/>
                  <a:gd name="connsiteX70-19863" fmla="*/ 5749 w 6137"/>
                  <a:gd name="connsiteY70-19864" fmla="*/ 3090 h 5728"/>
                  <a:gd name="connsiteX71-19865" fmla="*/ 5793 w 6137"/>
                  <a:gd name="connsiteY71-19866" fmla="*/ 3094 h 5728"/>
                  <a:gd name="connsiteX72-19867" fmla="*/ 5839 w 6137"/>
                  <a:gd name="connsiteY72-19868" fmla="*/ 3010 h 5728"/>
                  <a:gd name="connsiteX73-19869" fmla="*/ 5919 w 6137"/>
                  <a:gd name="connsiteY73-19870" fmla="*/ 2950 h 5728"/>
                  <a:gd name="connsiteX74-19871" fmla="*/ 6014 w 6137"/>
                  <a:gd name="connsiteY74-19872" fmla="*/ 3126 h 5728"/>
                  <a:gd name="connsiteX75-19873" fmla="*/ 6124 w 6137"/>
                  <a:gd name="connsiteY75-19874" fmla="*/ 3312 h 5728"/>
                  <a:gd name="connsiteX76-19875" fmla="*/ 6137 w 6137"/>
                  <a:gd name="connsiteY76-19876" fmla="*/ 3342 h 5728"/>
                  <a:gd name="connsiteX77-19877" fmla="*/ 6126 w 6137"/>
                  <a:gd name="connsiteY77-19878" fmla="*/ 3518 h 5728"/>
                  <a:gd name="connsiteX78-19879" fmla="*/ 6091 w 6137"/>
                  <a:gd name="connsiteY78-19880" fmla="*/ 3554 h 5728"/>
                  <a:gd name="connsiteX79-19881" fmla="*/ 6002 w 6137"/>
                  <a:gd name="connsiteY79-19882" fmla="*/ 3515 h 5728"/>
                  <a:gd name="connsiteX80-19883" fmla="*/ 5768 w 6137"/>
                  <a:gd name="connsiteY80-19884" fmla="*/ 3644 h 5728"/>
                  <a:gd name="connsiteX81-19885" fmla="*/ 5742 w 6137"/>
                  <a:gd name="connsiteY81-19886" fmla="*/ 3666 h 5728"/>
                  <a:gd name="connsiteX82-19887" fmla="*/ 5562 w 6137"/>
                  <a:gd name="connsiteY82-19888" fmla="*/ 3812 h 5728"/>
                  <a:gd name="connsiteX83-19889" fmla="*/ 5421 w 6137"/>
                  <a:gd name="connsiteY83-19890" fmla="*/ 3926 h 5728"/>
                  <a:gd name="connsiteX84-19891" fmla="*/ 5386 w 6137"/>
                  <a:gd name="connsiteY84-19892" fmla="*/ 3965 h 5728"/>
                  <a:gd name="connsiteX85-19893" fmla="*/ 5334 w 6137"/>
                  <a:gd name="connsiteY85-19894" fmla="*/ 3973 h 5728"/>
                  <a:gd name="connsiteX86-19895" fmla="*/ 5277 w 6137"/>
                  <a:gd name="connsiteY86-19896" fmla="*/ 3916 h 5728"/>
                  <a:gd name="connsiteX87-19897" fmla="*/ 5153 w 6137"/>
                  <a:gd name="connsiteY87-19898" fmla="*/ 3808 h 5728"/>
                  <a:gd name="connsiteX88-19899" fmla="*/ 5177 w 6137"/>
                  <a:gd name="connsiteY88-19900" fmla="*/ 4064 h 5728"/>
                  <a:gd name="connsiteX89-19901" fmla="*/ 5186 w 6137"/>
                  <a:gd name="connsiteY89-19902" fmla="*/ 4192 h 5728"/>
                  <a:gd name="connsiteX90-19903" fmla="*/ 4924 w 6137"/>
                  <a:gd name="connsiteY90-19904" fmla="*/ 4166 h 5728"/>
                  <a:gd name="connsiteX91-19905" fmla="*/ 4842 w 6137"/>
                  <a:gd name="connsiteY91-19906" fmla="*/ 3987 h 5728"/>
                  <a:gd name="connsiteX92-19907" fmla="*/ 4760 w 6137"/>
                  <a:gd name="connsiteY92-19908" fmla="*/ 3802 h 5728"/>
                  <a:gd name="connsiteX93-19909" fmla="*/ 3785 w 6137"/>
                  <a:gd name="connsiteY93-19910" fmla="*/ 4504 h 5728"/>
                  <a:gd name="connsiteX94-19911" fmla="*/ 3788 w 6137"/>
                  <a:gd name="connsiteY94-19912" fmla="*/ 4556 h 5728"/>
                  <a:gd name="connsiteX95-19913" fmla="*/ 3752 w 6137"/>
                  <a:gd name="connsiteY95-19914" fmla="*/ 4614 h 5728"/>
                  <a:gd name="connsiteX96-19915" fmla="*/ 3487 w 6137"/>
                  <a:gd name="connsiteY96-19916" fmla="*/ 4680 h 5728"/>
                  <a:gd name="connsiteX97-19917" fmla="*/ 3352 w 6137"/>
                  <a:gd name="connsiteY97-19918" fmla="*/ 4739 h 5728"/>
                  <a:gd name="connsiteX98-19919" fmla="*/ 3310 w 6137"/>
                  <a:gd name="connsiteY98-19920" fmla="*/ 4777 h 5728"/>
                  <a:gd name="connsiteX99-19921" fmla="*/ 3111 w 6137"/>
                  <a:gd name="connsiteY99-19922" fmla="*/ 5021 h 5728"/>
                  <a:gd name="connsiteX100-19923" fmla="*/ 3038 w 6137"/>
                  <a:gd name="connsiteY100-19924" fmla="*/ 4970 h 5728"/>
                  <a:gd name="connsiteX101-19925" fmla="*/ 2955 w 6137"/>
                  <a:gd name="connsiteY101-19926" fmla="*/ 4971 h 5728"/>
                  <a:gd name="connsiteX102-19927" fmla="*/ 2919 w 6137"/>
                  <a:gd name="connsiteY102-19928" fmla="*/ 5045 h 5728"/>
                  <a:gd name="connsiteX103-19929" fmla="*/ 2808 w 6137"/>
                  <a:gd name="connsiteY103-19930" fmla="*/ 5000 h 5728"/>
                  <a:gd name="connsiteX104-19931" fmla="*/ 2730 w 6137"/>
                  <a:gd name="connsiteY104-19932" fmla="*/ 5109 h 5728"/>
                  <a:gd name="connsiteX105-19933" fmla="*/ 2508 w 6137"/>
                  <a:gd name="connsiteY105-19934" fmla="*/ 5349 h 5728"/>
                  <a:gd name="connsiteX106-19935" fmla="*/ 2488 w 6137"/>
                  <a:gd name="connsiteY106-19936" fmla="*/ 5516 h 5728"/>
                  <a:gd name="connsiteX107-19937" fmla="*/ 2471 w 6137"/>
                  <a:gd name="connsiteY107-19938" fmla="*/ 5659 h 5728"/>
                  <a:gd name="connsiteX108-19939" fmla="*/ 2455 w 6137"/>
                  <a:gd name="connsiteY108-19940" fmla="*/ 5669 h 5728"/>
                  <a:gd name="connsiteX109-19941" fmla="*/ 2133 w 6137"/>
                  <a:gd name="connsiteY109-19942" fmla="*/ 5621 h 5728"/>
                  <a:gd name="connsiteX110-19943" fmla="*/ 2031 w 6137"/>
                  <a:gd name="connsiteY110-19944" fmla="*/ 5566 h 5728"/>
                  <a:gd name="connsiteX111-19945" fmla="*/ 1977 w 6137"/>
                  <a:gd name="connsiteY111-19946" fmla="*/ 5503 h 5728"/>
                  <a:gd name="connsiteX112-19947" fmla="*/ 1872 w 6137"/>
                  <a:gd name="connsiteY112-19948" fmla="*/ 5477 h 5728"/>
                  <a:gd name="connsiteX113-19949" fmla="*/ 1872 w 6137"/>
                  <a:gd name="connsiteY113-19950" fmla="*/ 5379 h 5728"/>
                  <a:gd name="connsiteX114-19951" fmla="*/ 1976 w 6137"/>
                  <a:gd name="connsiteY114-19952" fmla="*/ 5149 h 5728"/>
                  <a:gd name="connsiteX115-19953" fmla="*/ 1836 w 6137"/>
                  <a:gd name="connsiteY115-19954" fmla="*/ 5070 h 5728"/>
                  <a:gd name="connsiteX116-19955" fmla="*/ 1794 w 6137"/>
                  <a:gd name="connsiteY116-19956" fmla="*/ 5095 h 5728"/>
                  <a:gd name="connsiteX117-19957" fmla="*/ 1704 w 6137"/>
                  <a:gd name="connsiteY117-19958" fmla="*/ 5214 h 5728"/>
                  <a:gd name="connsiteX118-19959" fmla="*/ 1672 w 6137"/>
                  <a:gd name="connsiteY118-19960" fmla="*/ 5276 h 5728"/>
                  <a:gd name="connsiteX119-19961" fmla="*/ 1610 w 6137"/>
                  <a:gd name="connsiteY119-19962" fmla="*/ 5386 h 5728"/>
                  <a:gd name="connsiteX120-19963" fmla="*/ 1616 w 6137"/>
                  <a:gd name="connsiteY120-19964" fmla="*/ 5510 h 5728"/>
                  <a:gd name="connsiteX121-19965" fmla="*/ 1577 w 6137"/>
                  <a:gd name="connsiteY121-19966" fmla="*/ 5558 h 5728"/>
                  <a:gd name="connsiteX122-19967" fmla="*/ 1446 w 6137"/>
                  <a:gd name="connsiteY122-19968" fmla="*/ 5617 h 5728"/>
                  <a:gd name="connsiteX123-19969" fmla="*/ 1280 w 6137"/>
                  <a:gd name="connsiteY123-19970" fmla="*/ 5649 h 5728"/>
                  <a:gd name="connsiteX124-19971" fmla="*/ 1177 w 6137"/>
                  <a:gd name="connsiteY124-19972" fmla="*/ 5728 h 5728"/>
                  <a:gd name="connsiteX125-19973" fmla="*/ 1063 w 6137"/>
                  <a:gd name="connsiteY125-19974" fmla="*/ 5611 h 5728"/>
                  <a:gd name="connsiteX126-19975" fmla="*/ 1003 w 6137"/>
                  <a:gd name="connsiteY126-19976" fmla="*/ 5485 h 5728"/>
                  <a:gd name="connsiteX127-19977" fmla="*/ 1125 w 6137"/>
                  <a:gd name="connsiteY127-19978" fmla="*/ 5242 h 5728"/>
                  <a:gd name="connsiteX128-19979" fmla="*/ 1180 w 6137"/>
                  <a:gd name="connsiteY128-19980" fmla="*/ 5195 h 5728"/>
                  <a:gd name="connsiteX129-19981" fmla="*/ 1225 w 6137"/>
                  <a:gd name="connsiteY129-19982" fmla="*/ 5120 h 5728"/>
                  <a:gd name="connsiteX130-19983" fmla="*/ 1222 w 6137"/>
                  <a:gd name="connsiteY130-19984" fmla="*/ 5071 h 5728"/>
                  <a:gd name="connsiteX131-19985" fmla="*/ 1025 w 6137"/>
                  <a:gd name="connsiteY131-19986" fmla="*/ 5007 h 5728"/>
                  <a:gd name="connsiteX132-19987" fmla="*/ 954 w 6137"/>
                  <a:gd name="connsiteY132-19988" fmla="*/ 5064 h 5728"/>
                  <a:gd name="connsiteX133-19989" fmla="*/ 848 w 6137"/>
                  <a:gd name="connsiteY133-19990" fmla="*/ 5111 h 5728"/>
                  <a:gd name="connsiteX134-19991" fmla="*/ 785 w 6137"/>
                  <a:gd name="connsiteY134-19992" fmla="*/ 5063 h 5728"/>
                  <a:gd name="connsiteX135-19993" fmla="*/ 547 w 6137"/>
                  <a:gd name="connsiteY135-19994" fmla="*/ 5254 h 5728"/>
                  <a:gd name="connsiteX136-19995" fmla="*/ 419 w 6137"/>
                  <a:gd name="connsiteY136-19996" fmla="*/ 5231 h 5728"/>
                  <a:gd name="connsiteX137-19997" fmla="*/ 308 w 6137"/>
                  <a:gd name="connsiteY137-19998" fmla="*/ 5097 h 5728"/>
                  <a:gd name="connsiteX138-19999" fmla="*/ 178 w 6137"/>
                  <a:gd name="connsiteY138-20000" fmla="*/ 4930 h 5728"/>
                  <a:gd name="connsiteX139-20001" fmla="*/ 67 w 6137"/>
                  <a:gd name="connsiteY139-20002" fmla="*/ 4806 h 5728"/>
                  <a:gd name="connsiteX140-20003" fmla="*/ 0 w 6137"/>
                  <a:gd name="connsiteY140-20004" fmla="*/ 4788 h 5728"/>
                  <a:gd name="connsiteX141-20005" fmla="*/ 135 w 6137"/>
                  <a:gd name="connsiteY141-20006" fmla="*/ 4631 h 5728"/>
                  <a:gd name="connsiteX142-20007" fmla="*/ 178 w 6137"/>
                  <a:gd name="connsiteY142-20008" fmla="*/ 4541 h 5728"/>
                  <a:gd name="connsiteX143-20009" fmla="*/ 146 w 6137"/>
                  <a:gd name="connsiteY143-20010" fmla="*/ 4438 h 5728"/>
                  <a:gd name="connsiteX0-20011" fmla="*/ 4951 w 6137"/>
                  <a:gd name="connsiteY0-20012" fmla="*/ 2333 h 5728"/>
                  <a:gd name="connsiteX1-20013" fmla="*/ 4949 w 6137"/>
                  <a:gd name="connsiteY1-20014" fmla="*/ 2117 h 5728"/>
                  <a:gd name="connsiteX2-20015" fmla="*/ 4873 w 6137"/>
                  <a:gd name="connsiteY2-20016" fmla="*/ 2039 h 5728"/>
                  <a:gd name="connsiteX3-20017" fmla="*/ 4730 w 6137"/>
                  <a:gd name="connsiteY3-20018" fmla="*/ 1951 h 5728"/>
                  <a:gd name="connsiteX4-20019" fmla="*/ 4638 w 6137"/>
                  <a:gd name="connsiteY4-20020" fmla="*/ 1827 h 5728"/>
                  <a:gd name="connsiteX5-20021" fmla="*/ 4542 w 6137"/>
                  <a:gd name="connsiteY5-20022" fmla="*/ 1828 h 5728"/>
                  <a:gd name="connsiteX6-20023" fmla="*/ 4497 w 6137"/>
                  <a:gd name="connsiteY6-20024" fmla="*/ 1883 h 5728"/>
                  <a:gd name="connsiteX7-20025" fmla="*/ 4404 w 6137"/>
                  <a:gd name="connsiteY7-20026" fmla="*/ 1877 h 5728"/>
                  <a:gd name="connsiteX8-20027" fmla="*/ 4384 w 6137"/>
                  <a:gd name="connsiteY8-20028" fmla="*/ 1994 h 5728"/>
                  <a:gd name="connsiteX9-20029" fmla="*/ 4203 w 6137"/>
                  <a:gd name="connsiteY9-20030" fmla="*/ 1941 h 5728"/>
                  <a:gd name="connsiteX10-20031" fmla="*/ 4120 w 6137"/>
                  <a:gd name="connsiteY10-20032" fmla="*/ 1939 h 5728"/>
                  <a:gd name="connsiteX11-20033" fmla="*/ 3995 w 6137"/>
                  <a:gd name="connsiteY11-20034" fmla="*/ 2014 h 5728"/>
                  <a:gd name="connsiteX12-20035" fmla="*/ 3883 w 6137"/>
                  <a:gd name="connsiteY12-20036" fmla="*/ 1890 h 5728"/>
                  <a:gd name="connsiteX13-20037" fmla="*/ 3977 w 6137"/>
                  <a:gd name="connsiteY13-20038" fmla="*/ 1804 h 5728"/>
                  <a:gd name="connsiteX14-20039" fmla="*/ 3981 w 6137"/>
                  <a:gd name="connsiteY14-20040" fmla="*/ 1634 h 5728"/>
                  <a:gd name="connsiteX15-20041" fmla="*/ 4036 w 6137"/>
                  <a:gd name="connsiteY15-20042" fmla="*/ 1514 h 5728"/>
                  <a:gd name="connsiteX16-20043" fmla="*/ 4079 w 6137"/>
                  <a:gd name="connsiteY16-20044" fmla="*/ 1306 h 5728"/>
                  <a:gd name="connsiteX17-20045" fmla="*/ 4139 w 6137"/>
                  <a:gd name="connsiteY17-20046" fmla="*/ 1307 h 5728"/>
                  <a:gd name="connsiteX18-20047" fmla="*/ 4462 w 6137"/>
                  <a:gd name="connsiteY18-20048" fmla="*/ 1286 h 5728"/>
                  <a:gd name="connsiteX19-20049" fmla="*/ 4636 w 6137"/>
                  <a:gd name="connsiteY19-20050" fmla="*/ 1117 h 5728"/>
                  <a:gd name="connsiteX20-20051" fmla="*/ 4705 w 6137"/>
                  <a:gd name="connsiteY20-20052" fmla="*/ 748 h 5728"/>
                  <a:gd name="connsiteX21-20053" fmla="*/ 4815 w 6137"/>
                  <a:gd name="connsiteY21-20054" fmla="*/ 486 h 5728"/>
                  <a:gd name="connsiteX22-20055" fmla="*/ 4813 w 6137"/>
                  <a:gd name="connsiteY22-20056" fmla="*/ 358 h 5728"/>
                  <a:gd name="connsiteX23-20057" fmla="*/ 4800 w 6137"/>
                  <a:gd name="connsiteY23-20058" fmla="*/ 328 h 5728"/>
                  <a:gd name="connsiteX24-20059" fmla="*/ 4733 w 6137"/>
                  <a:gd name="connsiteY24-20060" fmla="*/ 251 h 5728"/>
                  <a:gd name="connsiteX25-20061" fmla="*/ 4673 w 6137"/>
                  <a:gd name="connsiteY25-20062" fmla="*/ 217 h 5728"/>
                  <a:gd name="connsiteX26-20063" fmla="*/ 4798 w 6137"/>
                  <a:gd name="connsiteY26-20064" fmla="*/ 56 h 5728"/>
                  <a:gd name="connsiteX27-20065" fmla="*/ 4971 w 6137"/>
                  <a:gd name="connsiteY27-20066" fmla="*/ 2 h 5728"/>
                  <a:gd name="connsiteX28-20067" fmla="*/ 5003 w 6137"/>
                  <a:gd name="connsiteY28-20068" fmla="*/ 49 h 5728"/>
                  <a:gd name="connsiteX29-20069" fmla="*/ 4993 w 6137"/>
                  <a:gd name="connsiteY29-20070" fmla="*/ 133 h 5728"/>
                  <a:gd name="connsiteX30-20071" fmla="*/ 4932 w 6137"/>
                  <a:gd name="connsiteY30-20072" fmla="*/ 243 h 5728"/>
                  <a:gd name="connsiteX31-20073" fmla="*/ 5002 w 6137"/>
                  <a:gd name="connsiteY31-20074" fmla="*/ 301 h 5728"/>
                  <a:gd name="connsiteX32-20075" fmla="*/ 5116 w 6137"/>
                  <a:gd name="connsiteY32-20076" fmla="*/ 366 h 5728"/>
                  <a:gd name="connsiteX33-20077" fmla="*/ 5136 w 6137"/>
                  <a:gd name="connsiteY33-20078" fmla="*/ 255 h 5728"/>
                  <a:gd name="connsiteX34-20079" fmla="*/ 5270 w 6137"/>
                  <a:gd name="connsiteY34-20080" fmla="*/ 291 h 5728"/>
                  <a:gd name="connsiteX35-20081" fmla="*/ 5295 w 6137"/>
                  <a:gd name="connsiteY35-20082" fmla="*/ 331 h 5728"/>
                  <a:gd name="connsiteX36-20083" fmla="*/ 5371 w 6137"/>
                  <a:gd name="connsiteY36-20084" fmla="*/ 562 h 5728"/>
                  <a:gd name="connsiteX37-20085" fmla="*/ 5406 w 6137"/>
                  <a:gd name="connsiteY37-20086" fmla="*/ 586 h 5728"/>
                  <a:gd name="connsiteX38-20087" fmla="*/ 5498 w 6137"/>
                  <a:gd name="connsiteY38-20088" fmla="*/ 578 h 5728"/>
                  <a:gd name="connsiteX39-20089" fmla="*/ 5758 w 6137"/>
                  <a:gd name="connsiteY39-20090" fmla="*/ 490 h 5728"/>
                  <a:gd name="connsiteX40-20091" fmla="*/ 5978 w 6137"/>
                  <a:gd name="connsiteY40-20092" fmla="*/ 479 h 5728"/>
                  <a:gd name="connsiteX41-20093" fmla="*/ 6038 w 6137"/>
                  <a:gd name="connsiteY41-20094" fmla="*/ 648 h 5728"/>
                  <a:gd name="connsiteX42-20095" fmla="*/ 5956 w 6137"/>
                  <a:gd name="connsiteY42-20096" fmla="*/ 944 h 5728"/>
                  <a:gd name="connsiteX43-20097" fmla="*/ 5956 w 6137"/>
                  <a:gd name="connsiteY43-20098" fmla="*/ 1022 h 5728"/>
                  <a:gd name="connsiteX44-20099" fmla="*/ 6025 w 6137"/>
                  <a:gd name="connsiteY44-20100" fmla="*/ 1168 h 5728"/>
                  <a:gd name="connsiteX45-20101" fmla="*/ 6040 w 6137"/>
                  <a:gd name="connsiteY45-20102" fmla="*/ 1427 h 5728"/>
                  <a:gd name="connsiteX46-20103" fmla="*/ 6042 w 6137"/>
                  <a:gd name="connsiteY46-20104" fmla="*/ 1617 h 5728"/>
                  <a:gd name="connsiteX47-20105" fmla="*/ 5975 w 6137"/>
                  <a:gd name="connsiteY47-20106" fmla="*/ 1625 h 5728"/>
                  <a:gd name="connsiteX48-20107" fmla="*/ 5953 w 6137"/>
                  <a:gd name="connsiteY48-20108" fmla="*/ 1507 h 5728"/>
                  <a:gd name="connsiteX49-20109" fmla="*/ 5918 w 6137"/>
                  <a:gd name="connsiteY49-20110" fmla="*/ 1450 h 5728"/>
                  <a:gd name="connsiteX50-20111" fmla="*/ 5828 w 6137"/>
                  <a:gd name="connsiteY50-20112" fmla="*/ 1582 h 5728"/>
                  <a:gd name="connsiteX51-20113" fmla="*/ 5715 w 6137"/>
                  <a:gd name="connsiteY51-20114" fmla="*/ 1776 h 5728"/>
                  <a:gd name="connsiteX52-20115" fmla="*/ 5596 w 6137"/>
                  <a:gd name="connsiteY52-20116" fmla="*/ 1904 h 5728"/>
                  <a:gd name="connsiteX53-20117" fmla="*/ 5589 w 6137"/>
                  <a:gd name="connsiteY53-20118" fmla="*/ 2018 h 5728"/>
                  <a:gd name="connsiteX54-20119" fmla="*/ 5649 w 6137"/>
                  <a:gd name="connsiteY54-20120" fmla="*/ 2115 h 5728"/>
                  <a:gd name="connsiteX55-20121" fmla="*/ 5751 w 6137"/>
                  <a:gd name="connsiteY55-20122" fmla="*/ 2183 h 5728"/>
                  <a:gd name="connsiteX56-20123" fmla="*/ 5828 w 6137"/>
                  <a:gd name="connsiteY56-20124" fmla="*/ 2178 h 5728"/>
                  <a:gd name="connsiteX57-20125" fmla="*/ 5873 w 6137"/>
                  <a:gd name="connsiteY57-20126" fmla="*/ 2104 h 5728"/>
                  <a:gd name="connsiteX58-20127" fmla="*/ 5907 w 6137"/>
                  <a:gd name="connsiteY58-20128" fmla="*/ 2210 h 5728"/>
                  <a:gd name="connsiteX59-20129" fmla="*/ 5795 w 6137"/>
                  <a:gd name="connsiteY59-20130" fmla="*/ 2249 h 5728"/>
                  <a:gd name="connsiteX60-20131" fmla="*/ 5842 w 6137"/>
                  <a:gd name="connsiteY60-20132" fmla="*/ 2362 h 5728"/>
                  <a:gd name="connsiteX61-20133" fmla="*/ 5707 w 6137"/>
                  <a:gd name="connsiteY61-20134" fmla="*/ 2509 h 5728"/>
                  <a:gd name="connsiteX62-20135" fmla="*/ 5666 w 6137"/>
                  <a:gd name="connsiteY62-20136" fmla="*/ 2498 h 5728"/>
                  <a:gd name="connsiteX63-20137" fmla="*/ 5542 w 6137"/>
                  <a:gd name="connsiteY63-20138" fmla="*/ 2413 h 5728"/>
                  <a:gd name="connsiteX64-20139" fmla="*/ 5487 w 6137"/>
                  <a:gd name="connsiteY64-20140" fmla="*/ 2412 h 5728"/>
                  <a:gd name="connsiteX65-20141" fmla="*/ 5452 w 6137"/>
                  <a:gd name="connsiteY65-20142" fmla="*/ 2480 h 5728"/>
                  <a:gd name="connsiteX66-20143" fmla="*/ 5455 w 6137"/>
                  <a:gd name="connsiteY66-20144" fmla="*/ 2562 h 5728"/>
                  <a:gd name="connsiteX67-20145" fmla="*/ 5633 w 6137"/>
                  <a:gd name="connsiteY67-20146" fmla="*/ 2730 h 5728"/>
                  <a:gd name="connsiteX68-20147" fmla="*/ 5632 w 6137"/>
                  <a:gd name="connsiteY68-20148" fmla="*/ 2844 h 5728"/>
                  <a:gd name="connsiteX69-20149" fmla="*/ 5723 w 6137"/>
                  <a:gd name="connsiteY69-20150" fmla="*/ 3060 h 5728"/>
                  <a:gd name="connsiteX70-20151" fmla="*/ 5749 w 6137"/>
                  <a:gd name="connsiteY70-20152" fmla="*/ 3090 h 5728"/>
                  <a:gd name="connsiteX71-20153" fmla="*/ 5793 w 6137"/>
                  <a:gd name="connsiteY71-20154" fmla="*/ 3094 h 5728"/>
                  <a:gd name="connsiteX72-20155" fmla="*/ 5839 w 6137"/>
                  <a:gd name="connsiteY72-20156" fmla="*/ 3010 h 5728"/>
                  <a:gd name="connsiteX73-20157" fmla="*/ 5919 w 6137"/>
                  <a:gd name="connsiteY73-20158" fmla="*/ 2950 h 5728"/>
                  <a:gd name="connsiteX74-20159" fmla="*/ 6014 w 6137"/>
                  <a:gd name="connsiteY74-20160" fmla="*/ 3126 h 5728"/>
                  <a:gd name="connsiteX75-20161" fmla="*/ 6124 w 6137"/>
                  <a:gd name="connsiteY75-20162" fmla="*/ 3312 h 5728"/>
                  <a:gd name="connsiteX76-20163" fmla="*/ 6137 w 6137"/>
                  <a:gd name="connsiteY76-20164" fmla="*/ 3342 h 5728"/>
                  <a:gd name="connsiteX77-20165" fmla="*/ 6126 w 6137"/>
                  <a:gd name="connsiteY77-20166" fmla="*/ 3518 h 5728"/>
                  <a:gd name="connsiteX78-20167" fmla="*/ 6091 w 6137"/>
                  <a:gd name="connsiteY78-20168" fmla="*/ 3554 h 5728"/>
                  <a:gd name="connsiteX79-20169" fmla="*/ 6002 w 6137"/>
                  <a:gd name="connsiteY79-20170" fmla="*/ 3515 h 5728"/>
                  <a:gd name="connsiteX80-20171" fmla="*/ 5768 w 6137"/>
                  <a:gd name="connsiteY80-20172" fmla="*/ 3644 h 5728"/>
                  <a:gd name="connsiteX81-20173" fmla="*/ 5742 w 6137"/>
                  <a:gd name="connsiteY81-20174" fmla="*/ 3666 h 5728"/>
                  <a:gd name="connsiteX82-20175" fmla="*/ 5562 w 6137"/>
                  <a:gd name="connsiteY82-20176" fmla="*/ 3812 h 5728"/>
                  <a:gd name="connsiteX83-20177" fmla="*/ 5421 w 6137"/>
                  <a:gd name="connsiteY83-20178" fmla="*/ 3926 h 5728"/>
                  <a:gd name="connsiteX84-20179" fmla="*/ 5386 w 6137"/>
                  <a:gd name="connsiteY84-20180" fmla="*/ 3965 h 5728"/>
                  <a:gd name="connsiteX85-20181" fmla="*/ 5334 w 6137"/>
                  <a:gd name="connsiteY85-20182" fmla="*/ 3973 h 5728"/>
                  <a:gd name="connsiteX86-20183" fmla="*/ 5277 w 6137"/>
                  <a:gd name="connsiteY86-20184" fmla="*/ 3916 h 5728"/>
                  <a:gd name="connsiteX87-20185" fmla="*/ 5153 w 6137"/>
                  <a:gd name="connsiteY87-20186" fmla="*/ 3808 h 5728"/>
                  <a:gd name="connsiteX88-20187" fmla="*/ 5177 w 6137"/>
                  <a:gd name="connsiteY88-20188" fmla="*/ 4064 h 5728"/>
                  <a:gd name="connsiteX89-20189" fmla="*/ 5186 w 6137"/>
                  <a:gd name="connsiteY89-20190" fmla="*/ 4192 h 5728"/>
                  <a:gd name="connsiteX90-20191" fmla="*/ 4924 w 6137"/>
                  <a:gd name="connsiteY90-20192" fmla="*/ 4166 h 5728"/>
                  <a:gd name="connsiteX91-20193" fmla="*/ 4842 w 6137"/>
                  <a:gd name="connsiteY91-20194" fmla="*/ 3987 h 5728"/>
                  <a:gd name="connsiteX92-20195" fmla="*/ 4760 w 6137"/>
                  <a:gd name="connsiteY92-20196" fmla="*/ 3802 h 5728"/>
                  <a:gd name="connsiteX93-20197" fmla="*/ 3785 w 6137"/>
                  <a:gd name="connsiteY93-20198" fmla="*/ 4504 h 5728"/>
                  <a:gd name="connsiteX94-20199" fmla="*/ 3788 w 6137"/>
                  <a:gd name="connsiteY94-20200" fmla="*/ 4556 h 5728"/>
                  <a:gd name="connsiteX95-20201" fmla="*/ 3752 w 6137"/>
                  <a:gd name="connsiteY95-20202" fmla="*/ 4614 h 5728"/>
                  <a:gd name="connsiteX96-20203" fmla="*/ 3487 w 6137"/>
                  <a:gd name="connsiteY96-20204" fmla="*/ 4680 h 5728"/>
                  <a:gd name="connsiteX97-20205" fmla="*/ 3352 w 6137"/>
                  <a:gd name="connsiteY97-20206" fmla="*/ 4739 h 5728"/>
                  <a:gd name="connsiteX98-20207" fmla="*/ 3310 w 6137"/>
                  <a:gd name="connsiteY98-20208" fmla="*/ 4777 h 5728"/>
                  <a:gd name="connsiteX99-20209" fmla="*/ 3111 w 6137"/>
                  <a:gd name="connsiteY99-20210" fmla="*/ 5021 h 5728"/>
                  <a:gd name="connsiteX100-20211" fmla="*/ 3038 w 6137"/>
                  <a:gd name="connsiteY100-20212" fmla="*/ 4970 h 5728"/>
                  <a:gd name="connsiteX101-20213" fmla="*/ 2955 w 6137"/>
                  <a:gd name="connsiteY101-20214" fmla="*/ 4971 h 5728"/>
                  <a:gd name="connsiteX102-20215" fmla="*/ 2919 w 6137"/>
                  <a:gd name="connsiteY102-20216" fmla="*/ 5045 h 5728"/>
                  <a:gd name="connsiteX103-20217" fmla="*/ 2808 w 6137"/>
                  <a:gd name="connsiteY103-20218" fmla="*/ 5000 h 5728"/>
                  <a:gd name="connsiteX104-20219" fmla="*/ 2730 w 6137"/>
                  <a:gd name="connsiteY104-20220" fmla="*/ 5109 h 5728"/>
                  <a:gd name="connsiteX105-20221" fmla="*/ 2508 w 6137"/>
                  <a:gd name="connsiteY105-20222" fmla="*/ 5349 h 5728"/>
                  <a:gd name="connsiteX106-20223" fmla="*/ 2488 w 6137"/>
                  <a:gd name="connsiteY106-20224" fmla="*/ 5516 h 5728"/>
                  <a:gd name="connsiteX107-20225" fmla="*/ 2471 w 6137"/>
                  <a:gd name="connsiteY107-20226" fmla="*/ 5659 h 5728"/>
                  <a:gd name="connsiteX108-20227" fmla="*/ 2455 w 6137"/>
                  <a:gd name="connsiteY108-20228" fmla="*/ 5669 h 5728"/>
                  <a:gd name="connsiteX109-20229" fmla="*/ 2133 w 6137"/>
                  <a:gd name="connsiteY109-20230" fmla="*/ 5621 h 5728"/>
                  <a:gd name="connsiteX110-20231" fmla="*/ 2031 w 6137"/>
                  <a:gd name="connsiteY110-20232" fmla="*/ 5566 h 5728"/>
                  <a:gd name="connsiteX111-20233" fmla="*/ 1977 w 6137"/>
                  <a:gd name="connsiteY111-20234" fmla="*/ 5503 h 5728"/>
                  <a:gd name="connsiteX112-20235" fmla="*/ 1872 w 6137"/>
                  <a:gd name="connsiteY112-20236" fmla="*/ 5477 h 5728"/>
                  <a:gd name="connsiteX113-20237" fmla="*/ 1872 w 6137"/>
                  <a:gd name="connsiteY113-20238" fmla="*/ 5379 h 5728"/>
                  <a:gd name="connsiteX114-20239" fmla="*/ 1976 w 6137"/>
                  <a:gd name="connsiteY114-20240" fmla="*/ 5149 h 5728"/>
                  <a:gd name="connsiteX115-20241" fmla="*/ 1836 w 6137"/>
                  <a:gd name="connsiteY115-20242" fmla="*/ 5070 h 5728"/>
                  <a:gd name="connsiteX116-20243" fmla="*/ 1794 w 6137"/>
                  <a:gd name="connsiteY116-20244" fmla="*/ 5095 h 5728"/>
                  <a:gd name="connsiteX117-20245" fmla="*/ 1704 w 6137"/>
                  <a:gd name="connsiteY117-20246" fmla="*/ 5214 h 5728"/>
                  <a:gd name="connsiteX118-20247" fmla="*/ 1672 w 6137"/>
                  <a:gd name="connsiteY118-20248" fmla="*/ 5276 h 5728"/>
                  <a:gd name="connsiteX119-20249" fmla="*/ 1610 w 6137"/>
                  <a:gd name="connsiteY119-20250" fmla="*/ 5386 h 5728"/>
                  <a:gd name="connsiteX120-20251" fmla="*/ 1616 w 6137"/>
                  <a:gd name="connsiteY120-20252" fmla="*/ 5510 h 5728"/>
                  <a:gd name="connsiteX121-20253" fmla="*/ 1577 w 6137"/>
                  <a:gd name="connsiteY121-20254" fmla="*/ 5558 h 5728"/>
                  <a:gd name="connsiteX122-20255" fmla="*/ 1446 w 6137"/>
                  <a:gd name="connsiteY122-20256" fmla="*/ 5617 h 5728"/>
                  <a:gd name="connsiteX123-20257" fmla="*/ 1280 w 6137"/>
                  <a:gd name="connsiteY123-20258" fmla="*/ 5649 h 5728"/>
                  <a:gd name="connsiteX124-20259" fmla="*/ 1177 w 6137"/>
                  <a:gd name="connsiteY124-20260" fmla="*/ 5728 h 5728"/>
                  <a:gd name="connsiteX125-20261" fmla="*/ 1063 w 6137"/>
                  <a:gd name="connsiteY125-20262" fmla="*/ 5611 h 5728"/>
                  <a:gd name="connsiteX126-20263" fmla="*/ 1003 w 6137"/>
                  <a:gd name="connsiteY126-20264" fmla="*/ 5485 h 5728"/>
                  <a:gd name="connsiteX127-20265" fmla="*/ 1125 w 6137"/>
                  <a:gd name="connsiteY127-20266" fmla="*/ 5242 h 5728"/>
                  <a:gd name="connsiteX128-20267" fmla="*/ 1180 w 6137"/>
                  <a:gd name="connsiteY128-20268" fmla="*/ 5195 h 5728"/>
                  <a:gd name="connsiteX129-20269" fmla="*/ 1225 w 6137"/>
                  <a:gd name="connsiteY129-20270" fmla="*/ 5120 h 5728"/>
                  <a:gd name="connsiteX130-20271" fmla="*/ 1222 w 6137"/>
                  <a:gd name="connsiteY130-20272" fmla="*/ 5071 h 5728"/>
                  <a:gd name="connsiteX131-20273" fmla="*/ 1025 w 6137"/>
                  <a:gd name="connsiteY131-20274" fmla="*/ 5007 h 5728"/>
                  <a:gd name="connsiteX132-20275" fmla="*/ 954 w 6137"/>
                  <a:gd name="connsiteY132-20276" fmla="*/ 5064 h 5728"/>
                  <a:gd name="connsiteX133-20277" fmla="*/ 848 w 6137"/>
                  <a:gd name="connsiteY133-20278" fmla="*/ 5111 h 5728"/>
                  <a:gd name="connsiteX134-20279" fmla="*/ 785 w 6137"/>
                  <a:gd name="connsiteY134-20280" fmla="*/ 5063 h 5728"/>
                  <a:gd name="connsiteX135-20281" fmla="*/ 547 w 6137"/>
                  <a:gd name="connsiteY135-20282" fmla="*/ 5254 h 5728"/>
                  <a:gd name="connsiteX136-20283" fmla="*/ 419 w 6137"/>
                  <a:gd name="connsiteY136-20284" fmla="*/ 5231 h 5728"/>
                  <a:gd name="connsiteX137-20285" fmla="*/ 308 w 6137"/>
                  <a:gd name="connsiteY137-20286" fmla="*/ 5097 h 5728"/>
                  <a:gd name="connsiteX138-20287" fmla="*/ 178 w 6137"/>
                  <a:gd name="connsiteY138-20288" fmla="*/ 4930 h 5728"/>
                  <a:gd name="connsiteX139-20289" fmla="*/ 67 w 6137"/>
                  <a:gd name="connsiteY139-20290" fmla="*/ 4806 h 5728"/>
                  <a:gd name="connsiteX140-20291" fmla="*/ 0 w 6137"/>
                  <a:gd name="connsiteY140-20292" fmla="*/ 4788 h 5728"/>
                  <a:gd name="connsiteX141-20293" fmla="*/ 135 w 6137"/>
                  <a:gd name="connsiteY141-20294" fmla="*/ 4631 h 5728"/>
                  <a:gd name="connsiteX142-20295" fmla="*/ 178 w 6137"/>
                  <a:gd name="connsiteY142-20296" fmla="*/ 4541 h 5728"/>
                  <a:gd name="connsiteX0-20297" fmla="*/ 4951 w 6137"/>
                  <a:gd name="connsiteY0-20298" fmla="*/ 2333 h 5728"/>
                  <a:gd name="connsiteX1-20299" fmla="*/ 4949 w 6137"/>
                  <a:gd name="connsiteY1-20300" fmla="*/ 2117 h 5728"/>
                  <a:gd name="connsiteX2-20301" fmla="*/ 4873 w 6137"/>
                  <a:gd name="connsiteY2-20302" fmla="*/ 2039 h 5728"/>
                  <a:gd name="connsiteX3-20303" fmla="*/ 4730 w 6137"/>
                  <a:gd name="connsiteY3-20304" fmla="*/ 1951 h 5728"/>
                  <a:gd name="connsiteX4-20305" fmla="*/ 4638 w 6137"/>
                  <a:gd name="connsiteY4-20306" fmla="*/ 1827 h 5728"/>
                  <a:gd name="connsiteX5-20307" fmla="*/ 4542 w 6137"/>
                  <a:gd name="connsiteY5-20308" fmla="*/ 1828 h 5728"/>
                  <a:gd name="connsiteX6-20309" fmla="*/ 4497 w 6137"/>
                  <a:gd name="connsiteY6-20310" fmla="*/ 1883 h 5728"/>
                  <a:gd name="connsiteX7-20311" fmla="*/ 4404 w 6137"/>
                  <a:gd name="connsiteY7-20312" fmla="*/ 1877 h 5728"/>
                  <a:gd name="connsiteX8-20313" fmla="*/ 4384 w 6137"/>
                  <a:gd name="connsiteY8-20314" fmla="*/ 1994 h 5728"/>
                  <a:gd name="connsiteX9-20315" fmla="*/ 4203 w 6137"/>
                  <a:gd name="connsiteY9-20316" fmla="*/ 1941 h 5728"/>
                  <a:gd name="connsiteX10-20317" fmla="*/ 4120 w 6137"/>
                  <a:gd name="connsiteY10-20318" fmla="*/ 1939 h 5728"/>
                  <a:gd name="connsiteX11-20319" fmla="*/ 3995 w 6137"/>
                  <a:gd name="connsiteY11-20320" fmla="*/ 2014 h 5728"/>
                  <a:gd name="connsiteX12-20321" fmla="*/ 3883 w 6137"/>
                  <a:gd name="connsiteY12-20322" fmla="*/ 1890 h 5728"/>
                  <a:gd name="connsiteX13-20323" fmla="*/ 3977 w 6137"/>
                  <a:gd name="connsiteY13-20324" fmla="*/ 1804 h 5728"/>
                  <a:gd name="connsiteX14-20325" fmla="*/ 3981 w 6137"/>
                  <a:gd name="connsiteY14-20326" fmla="*/ 1634 h 5728"/>
                  <a:gd name="connsiteX15-20327" fmla="*/ 4036 w 6137"/>
                  <a:gd name="connsiteY15-20328" fmla="*/ 1514 h 5728"/>
                  <a:gd name="connsiteX16-20329" fmla="*/ 4079 w 6137"/>
                  <a:gd name="connsiteY16-20330" fmla="*/ 1306 h 5728"/>
                  <a:gd name="connsiteX17-20331" fmla="*/ 4139 w 6137"/>
                  <a:gd name="connsiteY17-20332" fmla="*/ 1307 h 5728"/>
                  <a:gd name="connsiteX18-20333" fmla="*/ 4462 w 6137"/>
                  <a:gd name="connsiteY18-20334" fmla="*/ 1286 h 5728"/>
                  <a:gd name="connsiteX19-20335" fmla="*/ 4636 w 6137"/>
                  <a:gd name="connsiteY19-20336" fmla="*/ 1117 h 5728"/>
                  <a:gd name="connsiteX20-20337" fmla="*/ 4705 w 6137"/>
                  <a:gd name="connsiteY20-20338" fmla="*/ 748 h 5728"/>
                  <a:gd name="connsiteX21-20339" fmla="*/ 4815 w 6137"/>
                  <a:gd name="connsiteY21-20340" fmla="*/ 486 h 5728"/>
                  <a:gd name="connsiteX22-20341" fmla="*/ 4813 w 6137"/>
                  <a:gd name="connsiteY22-20342" fmla="*/ 358 h 5728"/>
                  <a:gd name="connsiteX23-20343" fmla="*/ 4800 w 6137"/>
                  <a:gd name="connsiteY23-20344" fmla="*/ 328 h 5728"/>
                  <a:gd name="connsiteX24-20345" fmla="*/ 4733 w 6137"/>
                  <a:gd name="connsiteY24-20346" fmla="*/ 251 h 5728"/>
                  <a:gd name="connsiteX25-20347" fmla="*/ 4673 w 6137"/>
                  <a:gd name="connsiteY25-20348" fmla="*/ 217 h 5728"/>
                  <a:gd name="connsiteX26-20349" fmla="*/ 4798 w 6137"/>
                  <a:gd name="connsiteY26-20350" fmla="*/ 56 h 5728"/>
                  <a:gd name="connsiteX27-20351" fmla="*/ 4971 w 6137"/>
                  <a:gd name="connsiteY27-20352" fmla="*/ 2 h 5728"/>
                  <a:gd name="connsiteX28-20353" fmla="*/ 5003 w 6137"/>
                  <a:gd name="connsiteY28-20354" fmla="*/ 49 h 5728"/>
                  <a:gd name="connsiteX29-20355" fmla="*/ 4993 w 6137"/>
                  <a:gd name="connsiteY29-20356" fmla="*/ 133 h 5728"/>
                  <a:gd name="connsiteX30-20357" fmla="*/ 4932 w 6137"/>
                  <a:gd name="connsiteY30-20358" fmla="*/ 243 h 5728"/>
                  <a:gd name="connsiteX31-20359" fmla="*/ 5002 w 6137"/>
                  <a:gd name="connsiteY31-20360" fmla="*/ 301 h 5728"/>
                  <a:gd name="connsiteX32-20361" fmla="*/ 5116 w 6137"/>
                  <a:gd name="connsiteY32-20362" fmla="*/ 366 h 5728"/>
                  <a:gd name="connsiteX33-20363" fmla="*/ 5136 w 6137"/>
                  <a:gd name="connsiteY33-20364" fmla="*/ 255 h 5728"/>
                  <a:gd name="connsiteX34-20365" fmla="*/ 5270 w 6137"/>
                  <a:gd name="connsiteY34-20366" fmla="*/ 291 h 5728"/>
                  <a:gd name="connsiteX35-20367" fmla="*/ 5295 w 6137"/>
                  <a:gd name="connsiteY35-20368" fmla="*/ 331 h 5728"/>
                  <a:gd name="connsiteX36-20369" fmla="*/ 5371 w 6137"/>
                  <a:gd name="connsiteY36-20370" fmla="*/ 562 h 5728"/>
                  <a:gd name="connsiteX37-20371" fmla="*/ 5406 w 6137"/>
                  <a:gd name="connsiteY37-20372" fmla="*/ 586 h 5728"/>
                  <a:gd name="connsiteX38-20373" fmla="*/ 5498 w 6137"/>
                  <a:gd name="connsiteY38-20374" fmla="*/ 578 h 5728"/>
                  <a:gd name="connsiteX39-20375" fmla="*/ 5758 w 6137"/>
                  <a:gd name="connsiteY39-20376" fmla="*/ 490 h 5728"/>
                  <a:gd name="connsiteX40-20377" fmla="*/ 5978 w 6137"/>
                  <a:gd name="connsiteY40-20378" fmla="*/ 479 h 5728"/>
                  <a:gd name="connsiteX41-20379" fmla="*/ 6038 w 6137"/>
                  <a:gd name="connsiteY41-20380" fmla="*/ 648 h 5728"/>
                  <a:gd name="connsiteX42-20381" fmla="*/ 5956 w 6137"/>
                  <a:gd name="connsiteY42-20382" fmla="*/ 944 h 5728"/>
                  <a:gd name="connsiteX43-20383" fmla="*/ 5956 w 6137"/>
                  <a:gd name="connsiteY43-20384" fmla="*/ 1022 h 5728"/>
                  <a:gd name="connsiteX44-20385" fmla="*/ 6025 w 6137"/>
                  <a:gd name="connsiteY44-20386" fmla="*/ 1168 h 5728"/>
                  <a:gd name="connsiteX45-20387" fmla="*/ 6040 w 6137"/>
                  <a:gd name="connsiteY45-20388" fmla="*/ 1427 h 5728"/>
                  <a:gd name="connsiteX46-20389" fmla="*/ 6042 w 6137"/>
                  <a:gd name="connsiteY46-20390" fmla="*/ 1617 h 5728"/>
                  <a:gd name="connsiteX47-20391" fmla="*/ 5975 w 6137"/>
                  <a:gd name="connsiteY47-20392" fmla="*/ 1625 h 5728"/>
                  <a:gd name="connsiteX48-20393" fmla="*/ 5953 w 6137"/>
                  <a:gd name="connsiteY48-20394" fmla="*/ 1507 h 5728"/>
                  <a:gd name="connsiteX49-20395" fmla="*/ 5918 w 6137"/>
                  <a:gd name="connsiteY49-20396" fmla="*/ 1450 h 5728"/>
                  <a:gd name="connsiteX50-20397" fmla="*/ 5828 w 6137"/>
                  <a:gd name="connsiteY50-20398" fmla="*/ 1582 h 5728"/>
                  <a:gd name="connsiteX51-20399" fmla="*/ 5715 w 6137"/>
                  <a:gd name="connsiteY51-20400" fmla="*/ 1776 h 5728"/>
                  <a:gd name="connsiteX52-20401" fmla="*/ 5596 w 6137"/>
                  <a:gd name="connsiteY52-20402" fmla="*/ 1904 h 5728"/>
                  <a:gd name="connsiteX53-20403" fmla="*/ 5589 w 6137"/>
                  <a:gd name="connsiteY53-20404" fmla="*/ 2018 h 5728"/>
                  <a:gd name="connsiteX54-20405" fmla="*/ 5649 w 6137"/>
                  <a:gd name="connsiteY54-20406" fmla="*/ 2115 h 5728"/>
                  <a:gd name="connsiteX55-20407" fmla="*/ 5751 w 6137"/>
                  <a:gd name="connsiteY55-20408" fmla="*/ 2183 h 5728"/>
                  <a:gd name="connsiteX56-20409" fmla="*/ 5828 w 6137"/>
                  <a:gd name="connsiteY56-20410" fmla="*/ 2178 h 5728"/>
                  <a:gd name="connsiteX57-20411" fmla="*/ 5873 w 6137"/>
                  <a:gd name="connsiteY57-20412" fmla="*/ 2104 h 5728"/>
                  <a:gd name="connsiteX58-20413" fmla="*/ 5907 w 6137"/>
                  <a:gd name="connsiteY58-20414" fmla="*/ 2210 h 5728"/>
                  <a:gd name="connsiteX59-20415" fmla="*/ 5795 w 6137"/>
                  <a:gd name="connsiteY59-20416" fmla="*/ 2249 h 5728"/>
                  <a:gd name="connsiteX60-20417" fmla="*/ 5842 w 6137"/>
                  <a:gd name="connsiteY60-20418" fmla="*/ 2362 h 5728"/>
                  <a:gd name="connsiteX61-20419" fmla="*/ 5707 w 6137"/>
                  <a:gd name="connsiteY61-20420" fmla="*/ 2509 h 5728"/>
                  <a:gd name="connsiteX62-20421" fmla="*/ 5666 w 6137"/>
                  <a:gd name="connsiteY62-20422" fmla="*/ 2498 h 5728"/>
                  <a:gd name="connsiteX63-20423" fmla="*/ 5542 w 6137"/>
                  <a:gd name="connsiteY63-20424" fmla="*/ 2413 h 5728"/>
                  <a:gd name="connsiteX64-20425" fmla="*/ 5487 w 6137"/>
                  <a:gd name="connsiteY64-20426" fmla="*/ 2412 h 5728"/>
                  <a:gd name="connsiteX65-20427" fmla="*/ 5452 w 6137"/>
                  <a:gd name="connsiteY65-20428" fmla="*/ 2480 h 5728"/>
                  <a:gd name="connsiteX66-20429" fmla="*/ 5455 w 6137"/>
                  <a:gd name="connsiteY66-20430" fmla="*/ 2562 h 5728"/>
                  <a:gd name="connsiteX67-20431" fmla="*/ 5633 w 6137"/>
                  <a:gd name="connsiteY67-20432" fmla="*/ 2730 h 5728"/>
                  <a:gd name="connsiteX68-20433" fmla="*/ 5632 w 6137"/>
                  <a:gd name="connsiteY68-20434" fmla="*/ 2844 h 5728"/>
                  <a:gd name="connsiteX69-20435" fmla="*/ 5723 w 6137"/>
                  <a:gd name="connsiteY69-20436" fmla="*/ 3060 h 5728"/>
                  <a:gd name="connsiteX70-20437" fmla="*/ 5749 w 6137"/>
                  <a:gd name="connsiteY70-20438" fmla="*/ 3090 h 5728"/>
                  <a:gd name="connsiteX71-20439" fmla="*/ 5793 w 6137"/>
                  <a:gd name="connsiteY71-20440" fmla="*/ 3094 h 5728"/>
                  <a:gd name="connsiteX72-20441" fmla="*/ 5839 w 6137"/>
                  <a:gd name="connsiteY72-20442" fmla="*/ 3010 h 5728"/>
                  <a:gd name="connsiteX73-20443" fmla="*/ 5919 w 6137"/>
                  <a:gd name="connsiteY73-20444" fmla="*/ 2950 h 5728"/>
                  <a:gd name="connsiteX74-20445" fmla="*/ 6014 w 6137"/>
                  <a:gd name="connsiteY74-20446" fmla="*/ 3126 h 5728"/>
                  <a:gd name="connsiteX75-20447" fmla="*/ 6124 w 6137"/>
                  <a:gd name="connsiteY75-20448" fmla="*/ 3312 h 5728"/>
                  <a:gd name="connsiteX76-20449" fmla="*/ 6137 w 6137"/>
                  <a:gd name="connsiteY76-20450" fmla="*/ 3342 h 5728"/>
                  <a:gd name="connsiteX77-20451" fmla="*/ 6126 w 6137"/>
                  <a:gd name="connsiteY77-20452" fmla="*/ 3518 h 5728"/>
                  <a:gd name="connsiteX78-20453" fmla="*/ 6091 w 6137"/>
                  <a:gd name="connsiteY78-20454" fmla="*/ 3554 h 5728"/>
                  <a:gd name="connsiteX79-20455" fmla="*/ 6002 w 6137"/>
                  <a:gd name="connsiteY79-20456" fmla="*/ 3515 h 5728"/>
                  <a:gd name="connsiteX80-20457" fmla="*/ 5768 w 6137"/>
                  <a:gd name="connsiteY80-20458" fmla="*/ 3644 h 5728"/>
                  <a:gd name="connsiteX81-20459" fmla="*/ 5742 w 6137"/>
                  <a:gd name="connsiteY81-20460" fmla="*/ 3666 h 5728"/>
                  <a:gd name="connsiteX82-20461" fmla="*/ 5562 w 6137"/>
                  <a:gd name="connsiteY82-20462" fmla="*/ 3812 h 5728"/>
                  <a:gd name="connsiteX83-20463" fmla="*/ 5421 w 6137"/>
                  <a:gd name="connsiteY83-20464" fmla="*/ 3926 h 5728"/>
                  <a:gd name="connsiteX84-20465" fmla="*/ 5386 w 6137"/>
                  <a:gd name="connsiteY84-20466" fmla="*/ 3965 h 5728"/>
                  <a:gd name="connsiteX85-20467" fmla="*/ 5334 w 6137"/>
                  <a:gd name="connsiteY85-20468" fmla="*/ 3973 h 5728"/>
                  <a:gd name="connsiteX86-20469" fmla="*/ 5277 w 6137"/>
                  <a:gd name="connsiteY86-20470" fmla="*/ 3916 h 5728"/>
                  <a:gd name="connsiteX87-20471" fmla="*/ 5153 w 6137"/>
                  <a:gd name="connsiteY87-20472" fmla="*/ 3808 h 5728"/>
                  <a:gd name="connsiteX88-20473" fmla="*/ 5177 w 6137"/>
                  <a:gd name="connsiteY88-20474" fmla="*/ 4064 h 5728"/>
                  <a:gd name="connsiteX89-20475" fmla="*/ 5186 w 6137"/>
                  <a:gd name="connsiteY89-20476" fmla="*/ 4192 h 5728"/>
                  <a:gd name="connsiteX90-20477" fmla="*/ 4924 w 6137"/>
                  <a:gd name="connsiteY90-20478" fmla="*/ 4166 h 5728"/>
                  <a:gd name="connsiteX91-20479" fmla="*/ 4842 w 6137"/>
                  <a:gd name="connsiteY91-20480" fmla="*/ 3987 h 5728"/>
                  <a:gd name="connsiteX92-20481" fmla="*/ 4760 w 6137"/>
                  <a:gd name="connsiteY92-20482" fmla="*/ 3802 h 5728"/>
                  <a:gd name="connsiteX93-20483" fmla="*/ 3785 w 6137"/>
                  <a:gd name="connsiteY93-20484" fmla="*/ 4504 h 5728"/>
                  <a:gd name="connsiteX94-20485" fmla="*/ 3788 w 6137"/>
                  <a:gd name="connsiteY94-20486" fmla="*/ 4556 h 5728"/>
                  <a:gd name="connsiteX95-20487" fmla="*/ 3752 w 6137"/>
                  <a:gd name="connsiteY95-20488" fmla="*/ 4614 h 5728"/>
                  <a:gd name="connsiteX96-20489" fmla="*/ 3487 w 6137"/>
                  <a:gd name="connsiteY96-20490" fmla="*/ 4680 h 5728"/>
                  <a:gd name="connsiteX97-20491" fmla="*/ 3352 w 6137"/>
                  <a:gd name="connsiteY97-20492" fmla="*/ 4739 h 5728"/>
                  <a:gd name="connsiteX98-20493" fmla="*/ 3310 w 6137"/>
                  <a:gd name="connsiteY98-20494" fmla="*/ 4777 h 5728"/>
                  <a:gd name="connsiteX99-20495" fmla="*/ 3111 w 6137"/>
                  <a:gd name="connsiteY99-20496" fmla="*/ 5021 h 5728"/>
                  <a:gd name="connsiteX100-20497" fmla="*/ 3038 w 6137"/>
                  <a:gd name="connsiteY100-20498" fmla="*/ 4970 h 5728"/>
                  <a:gd name="connsiteX101-20499" fmla="*/ 2955 w 6137"/>
                  <a:gd name="connsiteY101-20500" fmla="*/ 4971 h 5728"/>
                  <a:gd name="connsiteX102-20501" fmla="*/ 2919 w 6137"/>
                  <a:gd name="connsiteY102-20502" fmla="*/ 5045 h 5728"/>
                  <a:gd name="connsiteX103-20503" fmla="*/ 2808 w 6137"/>
                  <a:gd name="connsiteY103-20504" fmla="*/ 5000 h 5728"/>
                  <a:gd name="connsiteX104-20505" fmla="*/ 2730 w 6137"/>
                  <a:gd name="connsiteY104-20506" fmla="*/ 5109 h 5728"/>
                  <a:gd name="connsiteX105-20507" fmla="*/ 2508 w 6137"/>
                  <a:gd name="connsiteY105-20508" fmla="*/ 5349 h 5728"/>
                  <a:gd name="connsiteX106-20509" fmla="*/ 2488 w 6137"/>
                  <a:gd name="connsiteY106-20510" fmla="*/ 5516 h 5728"/>
                  <a:gd name="connsiteX107-20511" fmla="*/ 2471 w 6137"/>
                  <a:gd name="connsiteY107-20512" fmla="*/ 5659 h 5728"/>
                  <a:gd name="connsiteX108-20513" fmla="*/ 2455 w 6137"/>
                  <a:gd name="connsiteY108-20514" fmla="*/ 5669 h 5728"/>
                  <a:gd name="connsiteX109-20515" fmla="*/ 2133 w 6137"/>
                  <a:gd name="connsiteY109-20516" fmla="*/ 5621 h 5728"/>
                  <a:gd name="connsiteX110-20517" fmla="*/ 2031 w 6137"/>
                  <a:gd name="connsiteY110-20518" fmla="*/ 5566 h 5728"/>
                  <a:gd name="connsiteX111-20519" fmla="*/ 1977 w 6137"/>
                  <a:gd name="connsiteY111-20520" fmla="*/ 5503 h 5728"/>
                  <a:gd name="connsiteX112-20521" fmla="*/ 1872 w 6137"/>
                  <a:gd name="connsiteY112-20522" fmla="*/ 5477 h 5728"/>
                  <a:gd name="connsiteX113-20523" fmla="*/ 1872 w 6137"/>
                  <a:gd name="connsiteY113-20524" fmla="*/ 5379 h 5728"/>
                  <a:gd name="connsiteX114-20525" fmla="*/ 1976 w 6137"/>
                  <a:gd name="connsiteY114-20526" fmla="*/ 5149 h 5728"/>
                  <a:gd name="connsiteX115-20527" fmla="*/ 1836 w 6137"/>
                  <a:gd name="connsiteY115-20528" fmla="*/ 5070 h 5728"/>
                  <a:gd name="connsiteX116-20529" fmla="*/ 1794 w 6137"/>
                  <a:gd name="connsiteY116-20530" fmla="*/ 5095 h 5728"/>
                  <a:gd name="connsiteX117-20531" fmla="*/ 1704 w 6137"/>
                  <a:gd name="connsiteY117-20532" fmla="*/ 5214 h 5728"/>
                  <a:gd name="connsiteX118-20533" fmla="*/ 1672 w 6137"/>
                  <a:gd name="connsiteY118-20534" fmla="*/ 5276 h 5728"/>
                  <a:gd name="connsiteX119-20535" fmla="*/ 1610 w 6137"/>
                  <a:gd name="connsiteY119-20536" fmla="*/ 5386 h 5728"/>
                  <a:gd name="connsiteX120-20537" fmla="*/ 1616 w 6137"/>
                  <a:gd name="connsiteY120-20538" fmla="*/ 5510 h 5728"/>
                  <a:gd name="connsiteX121-20539" fmla="*/ 1577 w 6137"/>
                  <a:gd name="connsiteY121-20540" fmla="*/ 5558 h 5728"/>
                  <a:gd name="connsiteX122-20541" fmla="*/ 1446 w 6137"/>
                  <a:gd name="connsiteY122-20542" fmla="*/ 5617 h 5728"/>
                  <a:gd name="connsiteX123-20543" fmla="*/ 1280 w 6137"/>
                  <a:gd name="connsiteY123-20544" fmla="*/ 5649 h 5728"/>
                  <a:gd name="connsiteX124-20545" fmla="*/ 1177 w 6137"/>
                  <a:gd name="connsiteY124-20546" fmla="*/ 5728 h 5728"/>
                  <a:gd name="connsiteX125-20547" fmla="*/ 1063 w 6137"/>
                  <a:gd name="connsiteY125-20548" fmla="*/ 5611 h 5728"/>
                  <a:gd name="connsiteX126-20549" fmla="*/ 1003 w 6137"/>
                  <a:gd name="connsiteY126-20550" fmla="*/ 5485 h 5728"/>
                  <a:gd name="connsiteX127-20551" fmla="*/ 1125 w 6137"/>
                  <a:gd name="connsiteY127-20552" fmla="*/ 5242 h 5728"/>
                  <a:gd name="connsiteX128-20553" fmla="*/ 1180 w 6137"/>
                  <a:gd name="connsiteY128-20554" fmla="*/ 5195 h 5728"/>
                  <a:gd name="connsiteX129-20555" fmla="*/ 1225 w 6137"/>
                  <a:gd name="connsiteY129-20556" fmla="*/ 5120 h 5728"/>
                  <a:gd name="connsiteX130-20557" fmla="*/ 1222 w 6137"/>
                  <a:gd name="connsiteY130-20558" fmla="*/ 5071 h 5728"/>
                  <a:gd name="connsiteX131-20559" fmla="*/ 1025 w 6137"/>
                  <a:gd name="connsiteY131-20560" fmla="*/ 5007 h 5728"/>
                  <a:gd name="connsiteX132-20561" fmla="*/ 954 w 6137"/>
                  <a:gd name="connsiteY132-20562" fmla="*/ 5064 h 5728"/>
                  <a:gd name="connsiteX133-20563" fmla="*/ 848 w 6137"/>
                  <a:gd name="connsiteY133-20564" fmla="*/ 5111 h 5728"/>
                  <a:gd name="connsiteX134-20565" fmla="*/ 785 w 6137"/>
                  <a:gd name="connsiteY134-20566" fmla="*/ 5063 h 5728"/>
                  <a:gd name="connsiteX135-20567" fmla="*/ 547 w 6137"/>
                  <a:gd name="connsiteY135-20568" fmla="*/ 5254 h 5728"/>
                  <a:gd name="connsiteX136-20569" fmla="*/ 419 w 6137"/>
                  <a:gd name="connsiteY136-20570" fmla="*/ 5231 h 5728"/>
                  <a:gd name="connsiteX137-20571" fmla="*/ 308 w 6137"/>
                  <a:gd name="connsiteY137-20572" fmla="*/ 5097 h 5728"/>
                  <a:gd name="connsiteX138-20573" fmla="*/ 178 w 6137"/>
                  <a:gd name="connsiteY138-20574" fmla="*/ 4930 h 5728"/>
                  <a:gd name="connsiteX139-20575" fmla="*/ 67 w 6137"/>
                  <a:gd name="connsiteY139-20576" fmla="*/ 4806 h 5728"/>
                  <a:gd name="connsiteX140-20577" fmla="*/ 0 w 6137"/>
                  <a:gd name="connsiteY140-20578" fmla="*/ 4788 h 5728"/>
                  <a:gd name="connsiteX141-20579" fmla="*/ 135 w 6137"/>
                  <a:gd name="connsiteY141-20580" fmla="*/ 4631 h 5728"/>
                  <a:gd name="connsiteX0-20581" fmla="*/ 4951 w 6137"/>
                  <a:gd name="connsiteY0-20582" fmla="*/ 2333 h 5728"/>
                  <a:gd name="connsiteX1-20583" fmla="*/ 4949 w 6137"/>
                  <a:gd name="connsiteY1-20584" fmla="*/ 2117 h 5728"/>
                  <a:gd name="connsiteX2-20585" fmla="*/ 4873 w 6137"/>
                  <a:gd name="connsiteY2-20586" fmla="*/ 2039 h 5728"/>
                  <a:gd name="connsiteX3-20587" fmla="*/ 4730 w 6137"/>
                  <a:gd name="connsiteY3-20588" fmla="*/ 1951 h 5728"/>
                  <a:gd name="connsiteX4-20589" fmla="*/ 4638 w 6137"/>
                  <a:gd name="connsiteY4-20590" fmla="*/ 1827 h 5728"/>
                  <a:gd name="connsiteX5-20591" fmla="*/ 4542 w 6137"/>
                  <a:gd name="connsiteY5-20592" fmla="*/ 1828 h 5728"/>
                  <a:gd name="connsiteX6-20593" fmla="*/ 4497 w 6137"/>
                  <a:gd name="connsiteY6-20594" fmla="*/ 1883 h 5728"/>
                  <a:gd name="connsiteX7-20595" fmla="*/ 4404 w 6137"/>
                  <a:gd name="connsiteY7-20596" fmla="*/ 1877 h 5728"/>
                  <a:gd name="connsiteX8-20597" fmla="*/ 4384 w 6137"/>
                  <a:gd name="connsiteY8-20598" fmla="*/ 1994 h 5728"/>
                  <a:gd name="connsiteX9-20599" fmla="*/ 4203 w 6137"/>
                  <a:gd name="connsiteY9-20600" fmla="*/ 1941 h 5728"/>
                  <a:gd name="connsiteX10-20601" fmla="*/ 4120 w 6137"/>
                  <a:gd name="connsiteY10-20602" fmla="*/ 1939 h 5728"/>
                  <a:gd name="connsiteX11-20603" fmla="*/ 3995 w 6137"/>
                  <a:gd name="connsiteY11-20604" fmla="*/ 2014 h 5728"/>
                  <a:gd name="connsiteX12-20605" fmla="*/ 3883 w 6137"/>
                  <a:gd name="connsiteY12-20606" fmla="*/ 1890 h 5728"/>
                  <a:gd name="connsiteX13-20607" fmla="*/ 3977 w 6137"/>
                  <a:gd name="connsiteY13-20608" fmla="*/ 1804 h 5728"/>
                  <a:gd name="connsiteX14-20609" fmla="*/ 3981 w 6137"/>
                  <a:gd name="connsiteY14-20610" fmla="*/ 1634 h 5728"/>
                  <a:gd name="connsiteX15-20611" fmla="*/ 4036 w 6137"/>
                  <a:gd name="connsiteY15-20612" fmla="*/ 1514 h 5728"/>
                  <a:gd name="connsiteX16-20613" fmla="*/ 4079 w 6137"/>
                  <a:gd name="connsiteY16-20614" fmla="*/ 1306 h 5728"/>
                  <a:gd name="connsiteX17-20615" fmla="*/ 4139 w 6137"/>
                  <a:gd name="connsiteY17-20616" fmla="*/ 1307 h 5728"/>
                  <a:gd name="connsiteX18-20617" fmla="*/ 4462 w 6137"/>
                  <a:gd name="connsiteY18-20618" fmla="*/ 1286 h 5728"/>
                  <a:gd name="connsiteX19-20619" fmla="*/ 4636 w 6137"/>
                  <a:gd name="connsiteY19-20620" fmla="*/ 1117 h 5728"/>
                  <a:gd name="connsiteX20-20621" fmla="*/ 4705 w 6137"/>
                  <a:gd name="connsiteY20-20622" fmla="*/ 748 h 5728"/>
                  <a:gd name="connsiteX21-20623" fmla="*/ 4815 w 6137"/>
                  <a:gd name="connsiteY21-20624" fmla="*/ 486 h 5728"/>
                  <a:gd name="connsiteX22-20625" fmla="*/ 4813 w 6137"/>
                  <a:gd name="connsiteY22-20626" fmla="*/ 358 h 5728"/>
                  <a:gd name="connsiteX23-20627" fmla="*/ 4800 w 6137"/>
                  <a:gd name="connsiteY23-20628" fmla="*/ 328 h 5728"/>
                  <a:gd name="connsiteX24-20629" fmla="*/ 4733 w 6137"/>
                  <a:gd name="connsiteY24-20630" fmla="*/ 251 h 5728"/>
                  <a:gd name="connsiteX25-20631" fmla="*/ 4673 w 6137"/>
                  <a:gd name="connsiteY25-20632" fmla="*/ 217 h 5728"/>
                  <a:gd name="connsiteX26-20633" fmla="*/ 4798 w 6137"/>
                  <a:gd name="connsiteY26-20634" fmla="*/ 56 h 5728"/>
                  <a:gd name="connsiteX27-20635" fmla="*/ 4971 w 6137"/>
                  <a:gd name="connsiteY27-20636" fmla="*/ 2 h 5728"/>
                  <a:gd name="connsiteX28-20637" fmla="*/ 5003 w 6137"/>
                  <a:gd name="connsiteY28-20638" fmla="*/ 49 h 5728"/>
                  <a:gd name="connsiteX29-20639" fmla="*/ 4993 w 6137"/>
                  <a:gd name="connsiteY29-20640" fmla="*/ 133 h 5728"/>
                  <a:gd name="connsiteX30-20641" fmla="*/ 4932 w 6137"/>
                  <a:gd name="connsiteY30-20642" fmla="*/ 243 h 5728"/>
                  <a:gd name="connsiteX31-20643" fmla="*/ 5002 w 6137"/>
                  <a:gd name="connsiteY31-20644" fmla="*/ 301 h 5728"/>
                  <a:gd name="connsiteX32-20645" fmla="*/ 5116 w 6137"/>
                  <a:gd name="connsiteY32-20646" fmla="*/ 366 h 5728"/>
                  <a:gd name="connsiteX33-20647" fmla="*/ 5136 w 6137"/>
                  <a:gd name="connsiteY33-20648" fmla="*/ 255 h 5728"/>
                  <a:gd name="connsiteX34-20649" fmla="*/ 5270 w 6137"/>
                  <a:gd name="connsiteY34-20650" fmla="*/ 291 h 5728"/>
                  <a:gd name="connsiteX35-20651" fmla="*/ 5295 w 6137"/>
                  <a:gd name="connsiteY35-20652" fmla="*/ 331 h 5728"/>
                  <a:gd name="connsiteX36-20653" fmla="*/ 5371 w 6137"/>
                  <a:gd name="connsiteY36-20654" fmla="*/ 562 h 5728"/>
                  <a:gd name="connsiteX37-20655" fmla="*/ 5406 w 6137"/>
                  <a:gd name="connsiteY37-20656" fmla="*/ 586 h 5728"/>
                  <a:gd name="connsiteX38-20657" fmla="*/ 5498 w 6137"/>
                  <a:gd name="connsiteY38-20658" fmla="*/ 578 h 5728"/>
                  <a:gd name="connsiteX39-20659" fmla="*/ 5758 w 6137"/>
                  <a:gd name="connsiteY39-20660" fmla="*/ 490 h 5728"/>
                  <a:gd name="connsiteX40-20661" fmla="*/ 5978 w 6137"/>
                  <a:gd name="connsiteY40-20662" fmla="*/ 479 h 5728"/>
                  <a:gd name="connsiteX41-20663" fmla="*/ 6038 w 6137"/>
                  <a:gd name="connsiteY41-20664" fmla="*/ 648 h 5728"/>
                  <a:gd name="connsiteX42-20665" fmla="*/ 5956 w 6137"/>
                  <a:gd name="connsiteY42-20666" fmla="*/ 944 h 5728"/>
                  <a:gd name="connsiteX43-20667" fmla="*/ 5956 w 6137"/>
                  <a:gd name="connsiteY43-20668" fmla="*/ 1022 h 5728"/>
                  <a:gd name="connsiteX44-20669" fmla="*/ 6025 w 6137"/>
                  <a:gd name="connsiteY44-20670" fmla="*/ 1168 h 5728"/>
                  <a:gd name="connsiteX45-20671" fmla="*/ 6040 w 6137"/>
                  <a:gd name="connsiteY45-20672" fmla="*/ 1427 h 5728"/>
                  <a:gd name="connsiteX46-20673" fmla="*/ 6042 w 6137"/>
                  <a:gd name="connsiteY46-20674" fmla="*/ 1617 h 5728"/>
                  <a:gd name="connsiteX47-20675" fmla="*/ 5975 w 6137"/>
                  <a:gd name="connsiteY47-20676" fmla="*/ 1625 h 5728"/>
                  <a:gd name="connsiteX48-20677" fmla="*/ 5953 w 6137"/>
                  <a:gd name="connsiteY48-20678" fmla="*/ 1507 h 5728"/>
                  <a:gd name="connsiteX49-20679" fmla="*/ 5918 w 6137"/>
                  <a:gd name="connsiteY49-20680" fmla="*/ 1450 h 5728"/>
                  <a:gd name="connsiteX50-20681" fmla="*/ 5828 w 6137"/>
                  <a:gd name="connsiteY50-20682" fmla="*/ 1582 h 5728"/>
                  <a:gd name="connsiteX51-20683" fmla="*/ 5715 w 6137"/>
                  <a:gd name="connsiteY51-20684" fmla="*/ 1776 h 5728"/>
                  <a:gd name="connsiteX52-20685" fmla="*/ 5596 w 6137"/>
                  <a:gd name="connsiteY52-20686" fmla="*/ 1904 h 5728"/>
                  <a:gd name="connsiteX53-20687" fmla="*/ 5589 w 6137"/>
                  <a:gd name="connsiteY53-20688" fmla="*/ 2018 h 5728"/>
                  <a:gd name="connsiteX54-20689" fmla="*/ 5649 w 6137"/>
                  <a:gd name="connsiteY54-20690" fmla="*/ 2115 h 5728"/>
                  <a:gd name="connsiteX55-20691" fmla="*/ 5751 w 6137"/>
                  <a:gd name="connsiteY55-20692" fmla="*/ 2183 h 5728"/>
                  <a:gd name="connsiteX56-20693" fmla="*/ 5828 w 6137"/>
                  <a:gd name="connsiteY56-20694" fmla="*/ 2178 h 5728"/>
                  <a:gd name="connsiteX57-20695" fmla="*/ 5873 w 6137"/>
                  <a:gd name="connsiteY57-20696" fmla="*/ 2104 h 5728"/>
                  <a:gd name="connsiteX58-20697" fmla="*/ 5907 w 6137"/>
                  <a:gd name="connsiteY58-20698" fmla="*/ 2210 h 5728"/>
                  <a:gd name="connsiteX59-20699" fmla="*/ 5795 w 6137"/>
                  <a:gd name="connsiteY59-20700" fmla="*/ 2249 h 5728"/>
                  <a:gd name="connsiteX60-20701" fmla="*/ 5842 w 6137"/>
                  <a:gd name="connsiteY60-20702" fmla="*/ 2362 h 5728"/>
                  <a:gd name="connsiteX61-20703" fmla="*/ 5707 w 6137"/>
                  <a:gd name="connsiteY61-20704" fmla="*/ 2509 h 5728"/>
                  <a:gd name="connsiteX62-20705" fmla="*/ 5666 w 6137"/>
                  <a:gd name="connsiteY62-20706" fmla="*/ 2498 h 5728"/>
                  <a:gd name="connsiteX63-20707" fmla="*/ 5542 w 6137"/>
                  <a:gd name="connsiteY63-20708" fmla="*/ 2413 h 5728"/>
                  <a:gd name="connsiteX64-20709" fmla="*/ 5487 w 6137"/>
                  <a:gd name="connsiteY64-20710" fmla="*/ 2412 h 5728"/>
                  <a:gd name="connsiteX65-20711" fmla="*/ 5452 w 6137"/>
                  <a:gd name="connsiteY65-20712" fmla="*/ 2480 h 5728"/>
                  <a:gd name="connsiteX66-20713" fmla="*/ 5455 w 6137"/>
                  <a:gd name="connsiteY66-20714" fmla="*/ 2562 h 5728"/>
                  <a:gd name="connsiteX67-20715" fmla="*/ 5633 w 6137"/>
                  <a:gd name="connsiteY67-20716" fmla="*/ 2730 h 5728"/>
                  <a:gd name="connsiteX68-20717" fmla="*/ 5632 w 6137"/>
                  <a:gd name="connsiteY68-20718" fmla="*/ 2844 h 5728"/>
                  <a:gd name="connsiteX69-20719" fmla="*/ 5723 w 6137"/>
                  <a:gd name="connsiteY69-20720" fmla="*/ 3060 h 5728"/>
                  <a:gd name="connsiteX70-20721" fmla="*/ 5749 w 6137"/>
                  <a:gd name="connsiteY70-20722" fmla="*/ 3090 h 5728"/>
                  <a:gd name="connsiteX71-20723" fmla="*/ 5793 w 6137"/>
                  <a:gd name="connsiteY71-20724" fmla="*/ 3094 h 5728"/>
                  <a:gd name="connsiteX72-20725" fmla="*/ 5839 w 6137"/>
                  <a:gd name="connsiteY72-20726" fmla="*/ 3010 h 5728"/>
                  <a:gd name="connsiteX73-20727" fmla="*/ 5919 w 6137"/>
                  <a:gd name="connsiteY73-20728" fmla="*/ 2950 h 5728"/>
                  <a:gd name="connsiteX74-20729" fmla="*/ 6014 w 6137"/>
                  <a:gd name="connsiteY74-20730" fmla="*/ 3126 h 5728"/>
                  <a:gd name="connsiteX75-20731" fmla="*/ 6124 w 6137"/>
                  <a:gd name="connsiteY75-20732" fmla="*/ 3312 h 5728"/>
                  <a:gd name="connsiteX76-20733" fmla="*/ 6137 w 6137"/>
                  <a:gd name="connsiteY76-20734" fmla="*/ 3342 h 5728"/>
                  <a:gd name="connsiteX77-20735" fmla="*/ 6126 w 6137"/>
                  <a:gd name="connsiteY77-20736" fmla="*/ 3518 h 5728"/>
                  <a:gd name="connsiteX78-20737" fmla="*/ 6091 w 6137"/>
                  <a:gd name="connsiteY78-20738" fmla="*/ 3554 h 5728"/>
                  <a:gd name="connsiteX79-20739" fmla="*/ 6002 w 6137"/>
                  <a:gd name="connsiteY79-20740" fmla="*/ 3515 h 5728"/>
                  <a:gd name="connsiteX80-20741" fmla="*/ 5768 w 6137"/>
                  <a:gd name="connsiteY80-20742" fmla="*/ 3644 h 5728"/>
                  <a:gd name="connsiteX81-20743" fmla="*/ 5742 w 6137"/>
                  <a:gd name="connsiteY81-20744" fmla="*/ 3666 h 5728"/>
                  <a:gd name="connsiteX82-20745" fmla="*/ 5562 w 6137"/>
                  <a:gd name="connsiteY82-20746" fmla="*/ 3812 h 5728"/>
                  <a:gd name="connsiteX83-20747" fmla="*/ 5421 w 6137"/>
                  <a:gd name="connsiteY83-20748" fmla="*/ 3926 h 5728"/>
                  <a:gd name="connsiteX84-20749" fmla="*/ 5386 w 6137"/>
                  <a:gd name="connsiteY84-20750" fmla="*/ 3965 h 5728"/>
                  <a:gd name="connsiteX85-20751" fmla="*/ 5334 w 6137"/>
                  <a:gd name="connsiteY85-20752" fmla="*/ 3973 h 5728"/>
                  <a:gd name="connsiteX86-20753" fmla="*/ 5277 w 6137"/>
                  <a:gd name="connsiteY86-20754" fmla="*/ 3916 h 5728"/>
                  <a:gd name="connsiteX87-20755" fmla="*/ 5153 w 6137"/>
                  <a:gd name="connsiteY87-20756" fmla="*/ 3808 h 5728"/>
                  <a:gd name="connsiteX88-20757" fmla="*/ 5177 w 6137"/>
                  <a:gd name="connsiteY88-20758" fmla="*/ 4064 h 5728"/>
                  <a:gd name="connsiteX89-20759" fmla="*/ 5186 w 6137"/>
                  <a:gd name="connsiteY89-20760" fmla="*/ 4192 h 5728"/>
                  <a:gd name="connsiteX90-20761" fmla="*/ 4924 w 6137"/>
                  <a:gd name="connsiteY90-20762" fmla="*/ 4166 h 5728"/>
                  <a:gd name="connsiteX91-20763" fmla="*/ 4842 w 6137"/>
                  <a:gd name="connsiteY91-20764" fmla="*/ 3987 h 5728"/>
                  <a:gd name="connsiteX92-20765" fmla="*/ 4760 w 6137"/>
                  <a:gd name="connsiteY92-20766" fmla="*/ 3802 h 5728"/>
                  <a:gd name="connsiteX93-20767" fmla="*/ 3785 w 6137"/>
                  <a:gd name="connsiteY93-20768" fmla="*/ 4504 h 5728"/>
                  <a:gd name="connsiteX94-20769" fmla="*/ 3788 w 6137"/>
                  <a:gd name="connsiteY94-20770" fmla="*/ 4556 h 5728"/>
                  <a:gd name="connsiteX95-20771" fmla="*/ 3752 w 6137"/>
                  <a:gd name="connsiteY95-20772" fmla="*/ 4614 h 5728"/>
                  <a:gd name="connsiteX96-20773" fmla="*/ 3487 w 6137"/>
                  <a:gd name="connsiteY96-20774" fmla="*/ 4680 h 5728"/>
                  <a:gd name="connsiteX97-20775" fmla="*/ 3352 w 6137"/>
                  <a:gd name="connsiteY97-20776" fmla="*/ 4739 h 5728"/>
                  <a:gd name="connsiteX98-20777" fmla="*/ 3310 w 6137"/>
                  <a:gd name="connsiteY98-20778" fmla="*/ 4777 h 5728"/>
                  <a:gd name="connsiteX99-20779" fmla="*/ 3111 w 6137"/>
                  <a:gd name="connsiteY99-20780" fmla="*/ 5021 h 5728"/>
                  <a:gd name="connsiteX100-20781" fmla="*/ 3038 w 6137"/>
                  <a:gd name="connsiteY100-20782" fmla="*/ 4970 h 5728"/>
                  <a:gd name="connsiteX101-20783" fmla="*/ 2955 w 6137"/>
                  <a:gd name="connsiteY101-20784" fmla="*/ 4971 h 5728"/>
                  <a:gd name="connsiteX102-20785" fmla="*/ 2919 w 6137"/>
                  <a:gd name="connsiteY102-20786" fmla="*/ 5045 h 5728"/>
                  <a:gd name="connsiteX103-20787" fmla="*/ 2808 w 6137"/>
                  <a:gd name="connsiteY103-20788" fmla="*/ 5000 h 5728"/>
                  <a:gd name="connsiteX104-20789" fmla="*/ 2730 w 6137"/>
                  <a:gd name="connsiteY104-20790" fmla="*/ 5109 h 5728"/>
                  <a:gd name="connsiteX105-20791" fmla="*/ 2508 w 6137"/>
                  <a:gd name="connsiteY105-20792" fmla="*/ 5349 h 5728"/>
                  <a:gd name="connsiteX106-20793" fmla="*/ 2488 w 6137"/>
                  <a:gd name="connsiteY106-20794" fmla="*/ 5516 h 5728"/>
                  <a:gd name="connsiteX107-20795" fmla="*/ 2471 w 6137"/>
                  <a:gd name="connsiteY107-20796" fmla="*/ 5659 h 5728"/>
                  <a:gd name="connsiteX108-20797" fmla="*/ 2455 w 6137"/>
                  <a:gd name="connsiteY108-20798" fmla="*/ 5669 h 5728"/>
                  <a:gd name="connsiteX109-20799" fmla="*/ 2133 w 6137"/>
                  <a:gd name="connsiteY109-20800" fmla="*/ 5621 h 5728"/>
                  <a:gd name="connsiteX110-20801" fmla="*/ 2031 w 6137"/>
                  <a:gd name="connsiteY110-20802" fmla="*/ 5566 h 5728"/>
                  <a:gd name="connsiteX111-20803" fmla="*/ 1977 w 6137"/>
                  <a:gd name="connsiteY111-20804" fmla="*/ 5503 h 5728"/>
                  <a:gd name="connsiteX112-20805" fmla="*/ 1872 w 6137"/>
                  <a:gd name="connsiteY112-20806" fmla="*/ 5477 h 5728"/>
                  <a:gd name="connsiteX113-20807" fmla="*/ 1872 w 6137"/>
                  <a:gd name="connsiteY113-20808" fmla="*/ 5379 h 5728"/>
                  <a:gd name="connsiteX114-20809" fmla="*/ 1976 w 6137"/>
                  <a:gd name="connsiteY114-20810" fmla="*/ 5149 h 5728"/>
                  <a:gd name="connsiteX115-20811" fmla="*/ 1836 w 6137"/>
                  <a:gd name="connsiteY115-20812" fmla="*/ 5070 h 5728"/>
                  <a:gd name="connsiteX116-20813" fmla="*/ 1794 w 6137"/>
                  <a:gd name="connsiteY116-20814" fmla="*/ 5095 h 5728"/>
                  <a:gd name="connsiteX117-20815" fmla="*/ 1704 w 6137"/>
                  <a:gd name="connsiteY117-20816" fmla="*/ 5214 h 5728"/>
                  <a:gd name="connsiteX118-20817" fmla="*/ 1672 w 6137"/>
                  <a:gd name="connsiteY118-20818" fmla="*/ 5276 h 5728"/>
                  <a:gd name="connsiteX119-20819" fmla="*/ 1610 w 6137"/>
                  <a:gd name="connsiteY119-20820" fmla="*/ 5386 h 5728"/>
                  <a:gd name="connsiteX120-20821" fmla="*/ 1616 w 6137"/>
                  <a:gd name="connsiteY120-20822" fmla="*/ 5510 h 5728"/>
                  <a:gd name="connsiteX121-20823" fmla="*/ 1577 w 6137"/>
                  <a:gd name="connsiteY121-20824" fmla="*/ 5558 h 5728"/>
                  <a:gd name="connsiteX122-20825" fmla="*/ 1446 w 6137"/>
                  <a:gd name="connsiteY122-20826" fmla="*/ 5617 h 5728"/>
                  <a:gd name="connsiteX123-20827" fmla="*/ 1280 w 6137"/>
                  <a:gd name="connsiteY123-20828" fmla="*/ 5649 h 5728"/>
                  <a:gd name="connsiteX124-20829" fmla="*/ 1177 w 6137"/>
                  <a:gd name="connsiteY124-20830" fmla="*/ 5728 h 5728"/>
                  <a:gd name="connsiteX125-20831" fmla="*/ 1063 w 6137"/>
                  <a:gd name="connsiteY125-20832" fmla="*/ 5611 h 5728"/>
                  <a:gd name="connsiteX126-20833" fmla="*/ 1003 w 6137"/>
                  <a:gd name="connsiteY126-20834" fmla="*/ 5485 h 5728"/>
                  <a:gd name="connsiteX127-20835" fmla="*/ 1125 w 6137"/>
                  <a:gd name="connsiteY127-20836" fmla="*/ 5242 h 5728"/>
                  <a:gd name="connsiteX128-20837" fmla="*/ 1180 w 6137"/>
                  <a:gd name="connsiteY128-20838" fmla="*/ 5195 h 5728"/>
                  <a:gd name="connsiteX129-20839" fmla="*/ 1225 w 6137"/>
                  <a:gd name="connsiteY129-20840" fmla="*/ 5120 h 5728"/>
                  <a:gd name="connsiteX130-20841" fmla="*/ 1222 w 6137"/>
                  <a:gd name="connsiteY130-20842" fmla="*/ 5071 h 5728"/>
                  <a:gd name="connsiteX131-20843" fmla="*/ 1025 w 6137"/>
                  <a:gd name="connsiteY131-20844" fmla="*/ 5007 h 5728"/>
                  <a:gd name="connsiteX132-20845" fmla="*/ 954 w 6137"/>
                  <a:gd name="connsiteY132-20846" fmla="*/ 5064 h 5728"/>
                  <a:gd name="connsiteX133-20847" fmla="*/ 848 w 6137"/>
                  <a:gd name="connsiteY133-20848" fmla="*/ 5111 h 5728"/>
                  <a:gd name="connsiteX134-20849" fmla="*/ 785 w 6137"/>
                  <a:gd name="connsiteY134-20850" fmla="*/ 5063 h 5728"/>
                  <a:gd name="connsiteX135-20851" fmla="*/ 547 w 6137"/>
                  <a:gd name="connsiteY135-20852" fmla="*/ 5254 h 5728"/>
                  <a:gd name="connsiteX136-20853" fmla="*/ 419 w 6137"/>
                  <a:gd name="connsiteY136-20854" fmla="*/ 5231 h 5728"/>
                  <a:gd name="connsiteX137-20855" fmla="*/ 308 w 6137"/>
                  <a:gd name="connsiteY137-20856" fmla="*/ 5097 h 5728"/>
                  <a:gd name="connsiteX138-20857" fmla="*/ 178 w 6137"/>
                  <a:gd name="connsiteY138-20858" fmla="*/ 4930 h 5728"/>
                  <a:gd name="connsiteX139-20859" fmla="*/ 67 w 6137"/>
                  <a:gd name="connsiteY139-20860" fmla="*/ 4806 h 5728"/>
                  <a:gd name="connsiteX140-20861" fmla="*/ 0 w 6137"/>
                  <a:gd name="connsiteY140-20862" fmla="*/ 4788 h 5728"/>
                  <a:gd name="connsiteX0-20863" fmla="*/ 4884 w 6070"/>
                  <a:gd name="connsiteY0-20864" fmla="*/ 2333 h 5728"/>
                  <a:gd name="connsiteX1-20865" fmla="*/ 4882 w 6070"/>
                  <a:gd name="connsiteY1-20866" fmla="*/ 2117 h 5728"/>
                  <a:gd name="connsiteX2-20867" fmla="*/ 4806 w 6070"/>
                  <a:gd name="connsiteY2-20868" fmla="*/ 2039 h 5728"/>
                  <a:gd name="connsiteX3-20869" fmla="*/ 4663 w 6070"/>
                  <a:gd name="connsiteY3-20870" fmla="*/ 1951 h 5728"/>
                  <a:gd name="connsiteX4-20871" fmla="*/ 4571 w 6070"/>
                  <a:gd name="connsiteY4-20872" fmla="*/ 1827 h 5728"/>
                  <a:gd name="connsiteX5-20873" fmla="*/ 4475 w 6070"/>
                  <a:gd name="connsiteY5-20874" fmla="*/ 1828 h 5728"/>
                  <a:gd name="connsiteX6-20875" fmla="*/ 4430 w 6070"/>
                  <a:gd name="connsiteY6-20876" fmla="*/ 1883 h 5728"/>
                  <a:gd name="connsiteX7-20877" fmla="*/ 4337 w 6070"/>
                  <a:gd name="connsiteY7-20878" fmla="*/ 1877 h 5728"/>
                  <a:gd name="connsiteX8-20879" fmla="*/ 4317 w 6070"/>
                  <a:gd name="connsiteY8-20880" fmla="*/ 1994 h 5728"/>
                  <a:gd name="connsiteX9-20881" fmla="*/ 4136 w 6070"/>
                  <a:gd name="connsiteY9-20882" fmla="*/ 1941 h 5728"/>
                  <a:gd name="connsiteX10-20883" fmla="*/ 4053 w 6070"/>
                  <a:gd name="connsiteY10-20884" fmla="*/ 1939 h 5728"/>
                  <a:gd name="connsiteX11-20885" fmla="*/ 3928 w 6070"/>
                  <a:gd name="connsiteY11-20886" fmla="*/ 2014 h 5728"/>
                  <a:gd name="connsiteX12-20887" fmla="*/ 3816 w 6070"/>
                  <a:gd name="connsiteY12-20888" fmla="*/ 1890 h 5728"/>
                  <a:gd name="connsiteX13-20889" fmla="*/ 3910 w 6070"/>
                  <a:gd name="connsiteY13-20890" fmla="*/ 1804 h 5728"/>
                  <a:gd name="connsiteX14-20891" fmla="*/ 3914 w 6070"/>
                  <a:gd name="connsiteY14-20892" fmla="*/ 1634 h 5728"/>
                  <a:gd name="connsiteX15-20893" fmla="*/ 3969 w 6070"/>
                  <a:gd name="connsiteY15-20894" fmla="*/ 1514 h 5728"/>
                  <a:gd name="connsiteX16-20895" fmla="*/ 4012 w 6070"/>
                  <a:gd name="connsiteY16-20896" fmla="*/ 1306 h 5728"/>
                  <a:gd name="connsiteX17-20897" fmla="*/ 4072 w 6070"/>
                  <a:gd name="connsiteY17-20898" fmla="*/ 1307 h 5728"/>
                  <a:gd name="connsiteX18-20899" fmla="*/ 4395 w 6070"/>
                  <a:gd name="connsiteY18-20900" fmla="*/ 1286 h 5728"/>
                  <a:gd name="connsiteX19-20901" fmla="*/ 4569 w 6070"/>
                  <a:gd name="connsiteY19-20902" fmla="*/ 1117 h 5728"/>
                  <a:gd name="connsiteX20-20903" fmla="*/ 4638 w 6070"/>
                  <a:gd name="connsiteY20-20904" fmla="*/ 748 h 5728"/>
                  <a:gd name="connsiteX21-20905" fmla="*/ 4748 w 6070"/>
                  <a:gd name="connsiteY21-20906" fmla="*/ 486 h 5728"/>
                  <a:gd name="connsiteX22-20907" fmla="*/ 4746 w 6070"/>
                  <a:gd name="connsiteY22-20908" fmla="*/ 358 h 5728"/>
                  <a:gd name="connsiteX23-20909" fmla="*/ 4733 w 6070"/>
                  <a:gd name="connsiteY23-20910" fmla="*/ 328 h 5728"/>
                  <a:gd name="connsiteX24-20911" fmla="*/ 4666 w 6070"/>
                  <a:gd name="connsiteY24-20912" fmla="*/ 251 h 5728"/>
                  <a:gd name="connsiteX25-20913" fmla="*/ 4606 w 6070"/>
                  <a:gd name="connsiteY25-20914" fmla="*/ 217 h 5728"/>
                  <a:gd name="connsiteX26-20915" fmla="*/ 4731 w 6070"/>
                  <a:gd name="connsiteY26-20916" fmla="*/ 56 h 5728"/>
                  <a:gd name="connsiteX27-20917" fmla="*/ 4904 w 6070"/>
                  <a:gd name="connsiteY27-20918" fmla="*/ 2 h 5728"/>
                  <a:gd name="connsiteX28-20919" fmla="*/ 4936 w 6070"/>
                  <a:gd name="connsiteY28-20920" fmla="*/ 49 h 5728"/>
                  <a:gd name="connsiteX29-20921" fmla="*/ 4926 w 6070"/>
                  <a:gd name="connsiteY29-20922" fmla="*/ 133 h 5728"/>
                  <a:gd name="connsiteX30-20923" fmla="*/ 4865 w 6070"/>
                  <a:gd name="connsiteY30-20924" fmla="*/ 243 h 5728"/>
                  <a:gd name="connsiteX31-20925" fmla="*/ 4935 w 6070"/>
                  <a:gd name="connsiteY31-20926" fmla="*/ 301 h 5728"/>
                  <a:gd name="connsiteX32-20927" fmla="*/ 5049 w 6070"/>
                  <a:gd name="connsiteY32-20928" fmla="*/ 366 h 5728"/>
                  <a:gd name="connsiteX33-20929" fmla="*/ 5069 w 6070"/>
                  <a:gd name="connsiteY33-20930" fmla="*/ 255 h 5728"/>
                  <a:gd name="connsiteX34-20931" fmla="*/ 5203 w 6070"/>
                  <a:gd name="connsiteY34-20932" fmla="*/ 291 h 5728"/>
                  <a:gd name="connsiteX35-20933" fmla="*/ 5228 w 6070"/>
                  <a:gd name="connsiteY35-20934" fmla="*/ 331 h 5728"/>
                  <a:gd name="connsiteX36-20935" fmla="*/ 5304 w 6070"/>
                  <a:gd name="connsiteY36-20936" fmla="*/ 562 h 5728"/>
                  <a:gd name="connsiteX37-20937" fmla="*/ 5339 w 6070"/>
                  <a:gd name="connsiteY37-20938" fmla="*/ 586 h 5728"/>
                  <a:gd name="connsiteX38-20939" fmla="*/ 5431 w 6070"/>
                  <a:gd name="connsiteY38-20940" fmla="*/ 578 h 5728"/>
                  <a:gd name="connsiteX39-20941" fmla="*/ 5691 w 6070"/>
                  <a:gd name="connsiteY39-20942" fmla="*/ 490 h 5728"/>
                  <a:gd name="connsiteX40-20943" fmla="*/ 5911 w 6070"/>
                  <a:gd name="connsiteY40-20944" fmla="*/ 479 h 5728"/>
                  <a:gd name="connsiteX41-20945" fmla="*/ 5971 w 6070"/>
                  <a:gd name="connsiteY41-20946" fmla="*/ 648 h 5728"/>
                  <a:gd name="connsiteX42-20947" fmla="*/ 5889 w 6070"/>
                  <a:gd name="connsiteY42-20948" fmla="*/ 944 h 5728"/>
                  <a:gd name="connsiteX43-20949" fmla="*/ 5889 w 6070"/>
                  <a:gd name="connsiteY43-20950" fmla="*/ 1022 h 5728"/>
                  <a:gd name="connsiteX44-20951" fmla="*/ 5958 w 6070"/>
                  <a:gd name="connsiteY44-20952" fmla="*/ 1168 h 5728"/>
                  <a:gd name="connsiteX45-20953" fmla="*/ 5973 w 6070"/>
                  <a:gd name="connsiteY45-20954" fmla="*/ 1427 h 5728"/>
                  <a:gd name="connsiteX46-20955" fmla="*/ 5975 w 6070"/>
                  <a:gd name="connsiteY46-20956" fmla="*/ 1617 h 5728"/>
                  <a:gd name="connsiteX47-20957" fmla="*/ 5908 w 6070"/>
                  <a:gd name="connsiteY47-20958" fmla="*/ 1625 h 5728"/>
                  <a:gd name="connsiteX48-20959" fmla="*/ 5886 w 6070"/>
                  <a:gd name="connsiteY48-20960" fmla="*/ 1507 h 5728"/>
                  <a:gd name="connsiteX49-20961" fmla="*/ 5851 w 6070"/>
                  <a:gd name="connsiteY49-20962" fmla="*/ 1450 h 5728"/>
                  <a:gd name="connsiteX50-20963" fmla="*/ 5761 w 6070"/>
                  <a:gd name="connsiteY50-20964" fmla="*/ 1582 h 5728"/>
                  <a:gd name="connsiteX51-20965" fmla="*/ 5648 w 6070"/>
                  <a:gd name="connsiteY51-20966" fmla="*/ 1776 h 5728"/>
                  <a:gd name="connsiteX52-20967" fmla="*/ 5529 w 6070"/>
                  <a:gd name="connsiteY52-20968" fmla="*/ 1904 h 5728"/>
                  <a:gd name="connsiteX53-20969" fmla="*/ 5522 w 6070"/>
                  <a:gd name="connsiteY53-20970" fmla="*/ 2018 h 5728"/>
                  <a:gd name="connsiteX54-20971" fmla="*/ 5582 w 6070"/>
                  <a:gd name="connsiteY54-20972" fmla="*/ 2115 h 5728"/>
                  <a:gd name="connsiteX55-20973" fmla="*/ 5684 w 6070"/>
                  <a:gd name="connsiteY55-20974" fmla="*/ 2183 h 5728"/>
                  <a:gd name="connsiteX56-20975" fmla="*/ 5761 w 6070"/>
                  <a:gd name="connsiteY56-20976" fmla="*/ 2178 h 5728"/>
                  <a:gd name="connsiteX57-20977" fmla="*/ 5806 w 6070"/>
                  <a:gd name="connsiteY57-20978" fmla="*/ 2104 h 5728"/>
                  <a:gd name="connsiteX58-20979" fmla="*/ 5840 w 6070"/>
                  <a:gd name="connsiteY58-20980" fmla="*/ 2210 h 5728"/>
                  <a:gd name="connsiteX59-20981" fmla="*/ 5728 w 6070"/>
                  <a:gd name="connsiteY59-20982" fmla="*/ 2249 h 5728"/>
                  <a:gd name="connsiteX60-20983" fmla="*/ 5775 w 6070"/>
                  <a:gd name="connsiteY60-20984" fmla="*/ 2362 h 5728"/>
                  <a:gd name="connsiteX61-20985" fmla="*/ 5640 w 6070"/>
                  <a:gd name="connsiteY61-20986" fmla="*/ 2509 h 5728"/>
                  <a:gd name="connsiteX62-20987" fmla="*/ 5599 w 6070"/>
                  <a:gd name="connsiteY62-20988" fmla="*/ 2498 h 5728"/>
                  <a:gd name="connsiteX63-20989" fmla="*/ 5475 w 6070"/>
                  <a:gd name="connsiteY63-20990" fmla="*/ 2413 h 5728"/>
                  <a:gd name="connsiteX64-20991" fmla="*/ 5420 w 6070"/>
                  <a:gd name="connsiteY64-20992" fmla="*/ 2412 h 5728"/>
                  <a:gd name="connsiteX65-20993" fmla="*/ 5385 w 6070"/>
                  <a:gd name="connsiteY65-20994" fmla="*/ 2480 h 5728"/>
                  <a:gd name="connsiteX66-20995" fmla="*/ 5388 w 6070"/>
                  <a:gd name="connsiteY66-20996" fmla="*/ 2562 h 5728"/>
                  <a:gd name="connsiteX67-20997" fmla="*/ 5566 w 6070"/>
                  <a:gd name="connsiteY67-20998" fmla="*/ 2730 h 5728"/>
                  <a:gd name="connsiteX68-20999" fmla="*/ 5565 w 6070"/>
                  <a:gd name="connsiteY68-21000" fmla="*/ 2844 h 5728"/>
                  <a:gd name="connsiteX69-21001" fmla="*/ 5656 w 6070"/>
                  <a:gd name="connsiteY69-21002" fmla="*/ 3060 h 5728"/>
                  <a:gd name="connsiteX70-21003" fmla="*/ 5682 w 6070"/>
                  <a:gd name="connsiteY70-21004" fmla="*/ 3090 h 5728"/>
                  <a:gd name="connsiteX71-21005" fmla="*/ 5726 w 6070"/>
                  <a:gd name="connsiteY71-21006" fmla="*/ 3094 h 5728"/>
                  <a:gd name="connsiteX72-21007" fmla="*/ 5772 w 6070"/>
                  <a:gd name="connsiteY72-21008" fmla="*/ 3010 h 5728"/>
                  <a:gd name="connsiteX73-21009" fmla="*/ 5852 w 6070"/>
                  <a:gd name="connsiteY73-21010" fmla="*/ 2950 h 5728"/>
                  <a:gd name="connsiteX74-21011" fmla="*/ 5947 w 6070"/>
                  <a:gd name="connsiteY74-21012" fmla="*/ 3126 h 5728"/>
                  <a:gd name="connsiteX75-21013" fmla="*/ 6057 w 6070"/>
                  <a:gd name="connsiteY75-21014" fmla="*/ 3312 h 5728"/>
                  <a:gd name="connsiteX76-21015" fmla="*/ 6070 w 6070"/>
                  <a:gd name="connsiteY76-21016" fmla="*/ 3342 h 5728"/>
                  <a:gd name="connsiteX77-21017" fmla="*/ 6059 w 6070"/>
                  <a:gd name="connsiteY77-21018" fmla="*/ 3518 h 5728"/>
                  <a:gd name="connsiteX78-21019" fmla="*/ 6024 w 6070"/>
                  <a:gd name="connsiteY78-21020" fmla="*/ 3554 h 5728"/>
                  <a:gd name="connsiteX79-21021" fmla="*/ 5935 w 6070"/>
                  <a:gd name="connsiteY79-21022" fmla="*/ 3515 h 5728"/>
                  <a:gd name="connsiteX80-21023" fmla="*/ 5701 w 6070"/>
                  <a:gd name="connsiteY80-21024" fmla="*/ 3644 h 5728"/>
                  <a:gd name="connsiteX81-21025" fmla="*/ 5675 w 6070"/>
                  <a:gd name="connsiteY81-21026" fmla="*/ 3666 h 5728"/>
                  <a:gd name="connsiteX82-21027" fmla="*/ 5495 w 6070"/>
                  <a:gd name="connsiteY82-21028" fmla="*/ 3812 h 5728"/>
                  <a:gd name="connsiteX83-21029" fmla="*/ 5354 w 6070"/>
                  <a:gd name="connsiteY83-21030" fmla="*/ 3926 h 5728"/>
                  <a:gd name="connsiteX84-21031" fmla="*/ 5319 w 6070"/>
                  <a:gd name="connsiteY84-21032" fmla="*/ 3965 h 5728"/>
                  <a:gd name="connsiteX85-21033" fmla="*/ 5267 w 6070"/>
                  <a:gd name="connsiteY85-21034" fmla="*/ 3973 h 5728"/>
                  <a:gd name="connsiteX86-21035" fmla="*/ 5210 w 6070"/>
                  <a:gd name="connsiteY86-21036" fmla="*/ 3916 h 5728"/>
                  <a:gd name="connsiteX87-21037" fmla="*/ 5086 w 6070"/>
                  <a:gd name="connsiteY87-21038" fmla="*/ 3808 h 5728"/>
                  <a:gd name="connsiteX88-21039" fmla="*/ 5110 w 6070"/>
                  <a:gd name="connsiteY88-21040" fmla="*/ 4064 h 5728"/>
                  <a:gd name="connsiteX89-21041" fmla="*/ 5119 w 6070"/>
                  <a:gd name="connsiteY89-21042" fmla="*/ 4192 h 5728"/>
                  <a:gd name="connsiteX90-21043" fmla="*/ 4857 w 6070"/>
                  <a:gd name="connsiteY90-21044" fmla="*/ 4166 h 5728"/>
                  <a:gd name="connsiteX91-21045" fmla="*/ 4775 w 6070"/>
                  <a:gd name="connsiteY91-21046" fmla="*/ 3987 h 5728"/>
                  <a:gd name="connsiteX92-21047" fmla="*/ 4693 w 6070"/>
                  <a:gd name="connsiteY92-21048" fmla="*/ 3802 h 5728"/>
                  <a:gd name="connsiteX93-21049" fmla="*/ 3718 w 6070"/>
                  <a:gd name="connsiteY93-21050" fmla="*/ 4504 h 5728"/>
                  <a:gd name="connsiteX94-21051" fmla="*/ 3721 w 6070"/>
                  <a:gd name="connsiteY94-21052" fmla="*/ 4556 h 5728"/>
                  <a:gd name="connsiteX95-21053" fmla="*/ 3685 w 6070"/>
                  <a:gd name="connsiteY95-21054" fmla="*/ 4614 h 5728"/>
                  <a:gd name="connsiteX96-21055" fmla="*/ 3420 w 6070"/>
                  <a:gd name="connsiteY96-21056" fmla="*/ 4680 h 5728"/>
                  <a:gd name="connsiteX97-21057" fmla="*/ 3285 w 6070"/>
                  <a:gd name="connsiteY97-21058" fmla="*/ 4739 h 5728"/>
                  <a:gd name="connsiteX98-21059" fmla="*/ 3243 w 6070"/>
                  <a:gd name="connsiteY98-21060" fmla="*/ 4777 h 5728"/>
                  <a:gd name="connsiteX99-21061" fmla="*/ 3044 w 6070"/>
                  <a:gd name="connsiteY99-21062" fmla="*/ 5021 h 5728"/>
                  <a:gd name="connsiteX100-21063" fmla="*/ 2971 w 6070"/>
                  <a:gd name="connsiteY100-21064" fmla="*/ 4970 h 5728"/>
                  <a:gd name="connsiteX101-21065" fmla="*/ 2888 w 6070"/>
                  <a:gd name="connsiteY101-21066" fmla="*/ 4971 h 5728"/>
                  <a:gd name="connsiteX102-21067" fmla="*/ 2852 w 6070"/>
                  <a:gd name="connsiteY102-21068" fmla="*/ 5045 h 5728"/>
                  <a:gd name="connsiteX103-21069" fmla="*/ 2741 w 6070"/>
                  <a:gd name="connsiteY103-21070" fmla="*/ 5000 h 5728"/>
                  <a:gd name="connsiteX104-21071" fmla="*/ 2663 w 6070"/>
                  <a:gd name="connsiteY104-21072" fmla="*/ 5109 h 5728"/>
                  <a:gd name="connsiteX105-21073" fmla="*/ 2441 w 6070"/>
                  <a:gd name="connsiteY105-21074" fmla="*/ 5349 h 5728"/>
                  <a:gd name="connsiteX106-21075" fmla="*/ 2421 w 6070"/>
                  <a:gd name="connsiteY106-21076" fmla="*/ 5516 h 5728"/>
                  <a:gd name="connsiteX107-21077" fmla="*/ 2404 w 6070"/>
                  <a:gd name="connsiteY107-21078" fmla="*/ 5659 h 5728"/>
                  <a:gd name="connsiteX108-21079" fmla="*/ 2388 w 6070"/>
                  <a:gd name="connsiteY108-21080" fmla="*/ 5669 h 5728"/>
                  <a:gd name="connsiteX109-21081" fmla="*/ 2066 w 6070"/>
                  <a:gd name="connsiteY109-21082" fmla="*/ 5621 h 5728"/>
                  <a:gd name="connsiteX110-21083" fmla="*/ 1964 w 6070"/>
                  <a:gd name="connsiteY110-21084" fmla="*/ 5566 h 5728"/>
                  <a:gd name="connsiteX111-21085" fmla="*/ 1910 w 6070"/>
                  <a:gd name="connsiteY111-21086" fmla="*/ 5503 h 5728"/>
                  <a:gd name="connsiteX112-21087" fmla="*/ 1805 w 6070"/>
                  <a:gd name="connsiteY112-21088" fmla="*/ 5477 h 5728"/>
                  <a:gd name="connsiteX113-21089" fmla="*/ 1805 w 6070"/>
                  <a:gd name="connsiteY113-21090" fmla="*/ 5379 h 5728"/>
                  <a:gd name="connsiteX114-21091" fmla="*/ 1909 w 6070"/>
                  <a:gd name="connsiteY114-21092" fmla="*/ 5149 h 5728"/>
                  <a:gd name="connsiteX115-21093" fmla="*/ 1769 w 6070"/>
                  <a:gd name="connsiteY115-21094" fmla="*/ 5070 h 5728"/>
                  <a:gd name="connsiteX116-21095" fmla="*/ 1727 w 6070"/>
                  <a:gd name="connsiteY116-21096" fmla="*/ 5095 h 5728"/>
                  <a:gd name="connsiteX117-21097" fmla="*/ 1637 w 6070"/>
                  <a:gd name="connsiteY117-21098" fmla="*/ 5214 h 5728"/>
                  <a:gd name="connsiteX118-21099" fmla="*/ 1605 w 6070"/>
                  <a:gd name="connsiteY118-21100" fmla="*/ 5276 h 5728"/>
                  <a:gd name="connsiteX119-21101" fmla="*/ 1543 w 6070"/>
                  <a:gd name="connsiteY119-21102" fmla="*/ 5386 h 5728"/>
                  <a:gd name="connsiteX120-21103" fmla="*/ 1549 w 6070"/>
                  <a:gd name="connsiteY120-21104" fmla="*/ 5510 h 5728"/>
                  <a:gd name="connsiteX121-21105" fmla="*/ 1510 w 6070"/>
                  <a:gd name="connsiteY121-21106" fmla="*/ 5558 h 5728"/>
                  <a:gd name="connsiteX122-21107" fmla="*/ 1379 w 6070"/>
                  <a:gd name="connsiteY122-21108" fmla="*/ 5617 h 5728"/>
                  <a:gd name="connsiteX123-21109" fmla="*/ 1213 w 6070"/>
                  <a:gd name="connsiteY123-21110" fmla="*/ 5649 h 5728"/>
                  <a:gd name="connsiteX124-21111" fmla="*/ 1110 w 6070"/>
                  <a:gd name="connsiteY124-21112" fmla="*/ 5728 h 5728"/>
                  <a:gd name="connsiteX125-21113" fmla="*/ 996 w 6070"/>
                  <a:gd name="connsiteY125-21114" fmla="*/ 5611 h 5728"/>
                  <a:gd name="connsiteX126-21115" fmla="*/ 936 w 6070"/>
                  <a:gd name="connsiteY126-21116" fmla="*/ 5485 h 5728"/>
                  <a:gd name="connsiteX127-21117" fmla="*/ 1058 w 6070"/>
                  <a:gd name="connsiteY127-21118" fmla="*/ 5242 h 5728"/>
                  <a:gd name="connsiteX128-21119" fmla="*/ 1113 w 6070"/>
                  <a:gd name="connsiteY128-21120" fmla="*/ 5195 h 5728"/>
                  <a:gd name="connsiteX129-21121" fmla="*/ 1158 w 6070"/>
                  <a:gd name="connsiteY129-21122" fmla="*/ 5120 h 5728"/>
                  <a:gd name="connsiteX130-21123" fmla="*/ 1155 w 6070"/>
                  <a:gd name="connsiteY130-21124" fmla="*/ 5071 h 5728"/>
                  <a:gd name="connsiteX131-21125" fmla="*/ 958 w 6070"/>
                  <a:gd name="connsiteY131-21126" fmla="*/ 5007 h 5728"/>
                  <a:gd name="connsiteX132-21127" fmla="*/ 887 w 6070"/>
                  <a:gd name="connsiteY132-21128" fmla="*/ 5064 h 5728"/>
                  <a:gd name="connsiteX133-21129" fmla="*/ 781 w 6070"/>
                  <a:gd name="connsiteY133-21130" fmla="*/ 5111 h 5728"/>
                  <a:gd name="connsiteX134-21131" fmla="*/ 718 w 6070"/>
                  <a:gd name="connsiteY134-21132" fmla="*/ 5063 h 5728"/>
                  <a:gd name="connsiteX135-21133" fmla="*/ 480 w 6070"/>
                  <a:gd name="connsiteY135-21134" fmla="*/ 5254 h 5728"/>
                  <a:gd name="connsiteX136-21135" fmla="*/ 352 w 6070"/>
                  <a:gd name="connsiteY136-21136" fmla="*/ 5231 h 5728"/>
                  <a:gd name="connsiteX137-21137" fmla="*/ 241 w 6070"/>
                  <a:gd name="connsiteY137-21138" fmla="*/ 5097 h 5728"/>
                  <a:gd name="connsiteX138-21139" fmla="*/ 111 w 6070"/>
                  <a:gd name="connsiteY138-21140" fmla="*/ 4930 h 5728"/>
                  <a:gd name="connsiteX139-21141" fmla="*/ 0 w 6070"/>
                  <a:gd name="connsiteY139-21142" fmla="*/ 4806 h 5728"/>
                  <a:gd name="connsiteX0-21143" fmla="*/ 4773 w 5959"/>
                  <a:gd name="connsiteY0-21144" fmla="*/ 2333 h 5728"/>
                  <a:gd name="connsiteX1-21145" fmla="*/ 4771 w 5959"/>
                  <a:gd name="connsiteY1-21146" fmla="*/ 2117 h 5728"/>
                  <a:gd name="connsiteX2-21147" fmla="*/ 4695 w 5959"/>
                  <a:gd name="connsiteY2-21148" fmla="*/ 2039 h 5728"/>
                  <a:gd name="connsiteX3-21149" fmla="*/ 4552 w 5959"/>
                  <a:gd name="connsiteY3-21150" fmla="*/ 1951 h 5728"/>
                  <a:gd name="connsiteX4-21151" fmla="*/ 4460 w 5959"/>
                  <a:gd name="connsiteY4-21152" fmla="*/ 1827 h 5728"/>
                  <a:gd name="connsiteX5-21153" fmla="*/ 4364 w 5959"/>
                  <a:gd name="connsiteY5-21154" fmla="*/ 1828 h 5728"/>
                  <a:gd name="connsiteX6-21155" fmla="*/ 4319 w 5959"/>
                  <a:gd name="connsiteY6-21156" fmla="*/ 1883 h 5728"/>
                  <a:gd name="connsiteX7-21157" fmla="*/ 4226 w 5959"/>
                  <a:gd name="connsiteY7-21158" fmla="*/ 1877 h 5728"/>
                  <a:gd name="connsiteX8-21159" fmla="*/ 4206 w 5959"/>
                  <a:gd name="connsiteY8-21160" fmla="*/ 1994 h 5728"/>
                  <a:gd name="connsiteX9-21161" fmla="*/ 4025 w 5959"/>
                  <a:gd name="connsiteY9-21162" fmla="*/ 1941 h 5728"/>
                  <a:gd name="connsiteX10-21163" fmla="*/ 3942 w 5959"/>
                  <a:gd name="connsiteY10-21164" fmla="*/ 1939 h 5728"/>
                  <a:gd name="connsiteX11-21165" fmla="*/ 3817 w 5959"/>
                  <a:gd name="connsiteY11-21166" fmla="*/ 2014 h 5728"/>
                  <a:gd name="connsiteX12-21167" fmla="*/ 3705 w 5959"/>
                  <a:gd name="connsiteY12-21168" fmla="*/ 1890 h 5728"/>
                  <a:gd name="connsiteX13-21169" fmla="*/ 3799 w 5959"/>
                  <a:gd name="connsiteY13-21170" fmla="*/ 1804 h 5728"/>
                  <a:gd name="connsiteX14-21171" fmla="*/ 3803 w 5959"/>
                  <a:gd name="connsiteY14-21172" fmla="*/ 1634 h 5728"/>
                  <a:gd name="connsiteX15-21173" fmla="*/ 3858 w 5959"/>
                  <a:gd name="connsiteY15-21174" fmla="*/ 1514 h 5728"/>
                  <a:gd name="connsiteX16-21175" fmla="*/ 3901 w 5959"/>
                  <a:gd name="connsiteY16-21176" fmla="*/ 1306 h 5728"/>
                  <a:gd name="connsiteX17-21177" fmla="*/ 3961 w 5959"/>
                  <a:gd name="connsiteY17-21178" fmla="*/ 1307 h 5728"/>
                  <a:gd name="connsiteX18-21179" fmla="*/ 4284 w 5959"/>
                  <a:gd name="connsiteY18-21180" fmla="*/ 1286 h 5728"/>
                  <a:gd name="connsiteX19-21181" fmla="*/ 4458 w 5959"/>
                  <a:gd name="connsiteY19-21182" fmla="*/ 1117 h 5728"/>
                  <a:gd name="connsiteX20-21183" fmla="*/ 4527 w 5959"/>
                  <a:gd name="connsiteY20-21184" fmla="*/ 748 h 5728"/>
                  <a:gd name="connsiteX21-21185" fmla="*/ 4637 w 5959"/>
                  <a:gd name="connsiteY21-21186" fmla="*/ 486 h 5728"/>
                  <a:gd name="connsiteX22-21187" fmla="*/ 4635 w 5959"/>
                  <a:gd name="connsiteY22-21188" fmla="*/ 358 h 5728"/>
                  <a:gd name="connsiteX23-21189" fmla="*/ 4622 w 5959"/>
                  <a:gd name="connsiteY23-21190" fmla="*/ 328 h 5728"/>
                  <a:gd name="connsiteX24-21191" fmla="*/ 4555 w 5959"/>
                  <a:gd name="connsiteY24-21192" fmla="*/ 251 h 5728"/>
                  <a:gd name="connsiteX25-21193" fmla="*/ 4495 w 5959"/>
                  <a:gd name="connsiteY25-21194" fmla="*/ 217 h 5728"/>
                  <a:gd name="connsiteX26-21195" fmla="*/ 4620 w 5959"/>
                  <a:gd name="connsiteY26-21196" fmla="*/ 56 h 5728"/>
                  <a:gd name="connsiteX27-21197" fmla="*/ 4793 w 5959"/>
                  <a:gd name="connsiteY27-21198" fmla="*/ 2 h 5728"/>
                  <a:gd name="connsiteX28-21199" fmla="*/ 4825 w 5959"/>
                  <a:gd name="connsiteY28-21200" fmla="*/ 49 h 5728"/>
                  <a:gd name="connsiteX29-21201" fmla="*/ 4815 w 5959"/>
                  <a:gd name="connsiteY29-21202" fmla="*/ 133 h 5728"/>
                  <a:gd name="connsiteX30-21203" fmla="*/ 4754 w 5959"/>
                  <a:gd name="connsiteY30-21204" fmla="*/ 243 h 5728"/>
                  <a:gd name="connsiteX31-21205" fmla="*/ 4824 w 5959"/>
                  <a:gd name="connsiteY31-21206" fmla="*/ 301 h 5728"/>
                  <a:gd name="connsiteX32-21207" fmla="*/ 4938 w 5959"/>
                  <a:gd name="connsiteY32-21208" fmla="*/ 366 h 5728"/>
                  <a:gd name="connsiteX33-21209" fmla="*/ 4958 w 5959"/>
                  <a:gd name="connsiteY33-21210" fmla="*/ 255 h 5728"/>
                  <a:gd name="connsiteX34-21211" fmla="*/ 5092 w 5959"/>
                  <a:gd name="connsiteY34-21212" fmla="*/ 291 h 5728"/>
                  <a:gd name="connsiteX35-21213" fmla="*/ 5117 w 5959"/>
                  <a:gd name="connsiteY35-21214" fmla="*/ 331 h 5728"/>
                  <a:gd name="connsiteX36-21215" fmla="*/ 5193 w 5959"/>
                  <a:gd name="connsiteY36-21216" fmla="*/ 562 h 5728"/>
                  <a:gd name="connsiteX37-21217" fmla="*/ 5228 w 5959"/>
                  <a:gd name="connsiteY37-21218" fmla="*/ 586 h 5728"/>
                  <a:gd name="connsiteX38-21219" fmla="*/ 5320 w 5959"/>
                  <a:gd name="connsiteY38-21220" fmla="*/ 578 h 5728"/>
                  <a:gd name="connsiteX39-21221" fmla="*/ 5580 w 5959"/>
                  <a:gd name="connsiteY39-21222" fmla="*/ 490 h 5728"/>
                  <a:gd name="connsiteX40-21223" fmla="*/ 5800 w 5959"/>
                  <a:gd name="connsiteY40-21224" fmla="*/ 479 h 5728"/>
                  <a:gd name="connsiteX41-21225" fmla="*/ 5860 w 5959"/>
                  <a:gd name="connsiteY41-21226" fmla="*/ 648 h 5728"/>
                  <a:gd name="connsiteX42-21227" fmla="*/ 5778 w 5959"/>
                  <a:gd name="connsiteY42-21228" fmla="*/ 944 h 5728"/>
                  <a:gd name="connsiteX43-21229" fmla="*/ 5778 w 5959"/>
                  <a:gd name="connsiteY43-21230" fmla="*/ 1022 h 5728"/>
                  <a:gd name="connsiteX44-21231" fmla="*/ 5847 w 5959"/>
                  <a:gd name="connsiteY44-21232" fmla="*/ 1168 h 5728"/>
                  <a:gd name="connsiteX45-21233" fmla="*/ 5862 w 5959"/>
                  <a:gd name="connsiteY45-21234" fmla="*/ 1427 h 5728"/>
                  <a:gd name="connsiteX46-21235" fmla="*/ 5864 w 5959"/>
                  <a:gd name="connsiteY46-21236" fmla="*/ 1617 h 5728"/>
                  <a:gd name="connsiteX47-21237" fmla="*/ 5797 w 5959"/>
                  <a:gd name="connsiteY47-21238" fmla="*/ 1625 h 5728"/>
                  <a:gd name="connsiteX48-21239" fmla="*/ 5775 w 5959"/>
                  <a:gd name="connsiteY48-21240" fmla="*/ 1507 h 5728"/>
                  <a:gd name="connsiteX49-21241" fmla="*/ 5740 w 5959"/>
                  <a:gd name="connsiteY49-21242" fmla="*/ 1450 h 5728"/>
                  <a:gd name="connsiteX50-21243" fmla="*/ 5650 w 5959"/>
                  <a:gd name="connsiteY50-21244" fmla="*/ 1582 h 5728"/>
                  <a:gd name="connsiteX51-21245" fmla="*/ 5537 w 5959"/>
                  <a:gd name="connsiteY51-21246" fmla="*/ 1776 h 5728"/>
                  <a:gd name="connsiteX52-21247" fmla="*/ 5418 w 5959"/>
                  <a:gd name="connsiteY52-21248" fmla="*/ 1904 h 5728"/>
                  <a:gd name="connsiteX53-21249" fmla="*/ 5411 w 5959"/>
                  <a:gd name="connsiteY53-21250" fmla="*/ 2018 h 5728"/>
                  <a:gd name="connsiteX54-21251" fmla="*/ 5471 w 5959"/>
                  <a:gd name="connsiteY54-21252" fmla="*/ 2115 h 5728"/>
                  <a:gd name="connsiteX55-21253" fmla="*/ 5573 w 5959"/>
                  <a:gd name="connsiteY55-21254" fmla="*/ 2183 h 5728"/>
                  <a:gd name="connsiteX56-21255" fmla="*/ 5650 w 5959"/>
                  <a:gd name="connsiteY56-21256" fmla="*/ 2178 h 5728"/>
                  <a:gd name="connsiteX57-21257" fmla="*/ 5695 w 5959"/>
                  <a:gd name="connsiteY57-21258" fmla="*/ 2104 h 5728"/>
                  <a:gd name="connsiteX58-21259" fmla="*/ 5729 w 5959"/>
                  <a:gd name="connsiteY58-21260" fmla="*/ 2210 h 5728"/>
                  <a:gd name="connsiteX59-21261" fmla="*/ 5617 w 5959"/>
                  <a:gd name="connsiteY59-21262" fmla="*/ 2249 h 5728"/>
                  <a:gd name="connsiteX60-21263" fmla="*/ 5664 w 5959"/>
                  <a:gd name="connsiteY60-21264" fmla="*/ 2362 h 5728"/>
                  <a:gd name="connsiteX61-21265" fmla="*/ 5529 w 5959"/>
                  <a:gd name="connsiteY61-21266" fmla="*/ 2509 h 5728"/>
                  <a:gd name="connsiteX62-21267" fmla="*/ 5488 w 5959"/>
                  <a:gd name="connsiteY62-21268" fmla="*/ 2498 h 5728"/>
                  <a:gd name="connsiteX63-21269" fmla="*/ 5364 w 5959"/>
                  <a:gd name="connsiteY63-21270" fmla="*/ 2413 h 5728"/>
                  <a:gd name="connsiteX64-21271" fmla="*/ 5309 w 5959"/>
                  <a:gd name="connsiteY64-21272" fmla="*/ 2412 h 5728"/>
                  <a:gd name="connsiteX65-21273" fmla="*/ 5274 w 5959"/>
                  <a:gd name="connsiteY65-21274" fmla="*/ 2480 h 5728"/>
                  <a:gd name="connsiteX66-21275" fmla="*/ 5277 w 5959"/>
                  <a:gd name="connsiteY66-21276" fmla="*/ 2562 h 5728"/>
                  <a:gd name="connsiteX67-21277" fmla="*/ 5455 w 5959"/>
                  <a:gd name="connsiteY67-21278" fmla="*/ 2730 h 5728"/>
                  <a:gd name="connsiteX68-21279" fmla="*/ 5454 w 5959"/>
                  <a:gd name="connsiteY68-21280" fmla="*/ 2844 h 5728"/>
                  <a:gd name="connsiteX69-21281" fmla="*/ 5545 w 5959"/>
                  <a:gd name="connsiteY69-21282" fmla="*/ 3060 h 5728"/>
                  <a:gd name="connsiteX70-21283" fmla="*/ 5571 w 5959"/>
                  <a:gd name="connsiteY70-21284" fmla="*/ 3090 h 5728"/>
                  <a:gd name="connsiteX71-21285" fmla="*/ 5615 w 5959"/>
                  <a:gd name="connsiteY71-21286" fmla="*/ 3094 h 5728"/>
                  <a:gd name="connsiteX72-21287" fmla="*/ 5661 w 5959"/>
                  <a:gd name="connsiteY72-21288" fmla="*/ 3010 h 5728"/>
                  <a:gd name="connsiteX73-21289" fmla="*/ 5741 w 5959"/>
                  <a:gd name="connsiteY73-21290" fmla="*/ 2950 h 5728"/>
                  <a:gd name="connsiteX74-21291" fmla="*/ 5836 w 5959"/>
                  <a:gd name="connsiteY74-21292" fmla="*/ 3126 h 5728"/>
                  <a:gd name="connsiteX75-21293" fmla="*/ 5946 w 5959"/>
                  <a:gd name="connsiteY75-21294" fmla="*/ 3312 h 5728"/>
                  <a:gd name="connsiteX76-21295" fmla="*/ 5959 w 5959"/>
                  <a:gd name="connsiteY76-21296" fmla="*/ 3342 h 5728"/>
                  <a:gd name="connsiteX77-21297" fmla="*/ 5948 w 5959"/>
                  <a:gd name="connsiteY77-21298" fmla="*/ 3518 h 5728"/>
                  <a:gd name="connsiteX78-21299" fmla="*/ 5913 w 5959"/>
                  <a:gd name="connsiteY78-21300" fmla="*/ 3554 h 5728"/>
                  <a:gd name="connsiteX79-21301" fmla="*/ 5824 w 5959"/>
                  <a:gd name="connsiteY79-21302" fmla="*/ 3515 h 5728"/>
                  <a:gd name="connsiteX80-21303" fmla="*/ 5590 w 5959"/>
                  <a:gd name="connsiteY80-21304" fmla="*/ 3644 h 5728"/>
                  <a:gd name="connsiteX81-21305" fmla="*/ 5564 w 5959"/>
                  <a:gd name="connsiteY81-21306" fmla="*/ 3666 h 5728"/>
                  <a:gd name="connsiteX82-21307" fmla="*/ 5384 w 5959"/>
                  <a:gd name="connsiteY82-21308" fmla="*/ 3812 h 5728"/>
                  <a:gd name="connsiteX83-21309" fmla="*/ 5243 w 5959"/>
                  <a:gd name="connsiteY83-21310" fmla="*/ 3926 h 5728"/>
                  <a:gd name="connsiteX84-21311" fmla="*/ 5208 w 5959"/>
                  <a:gd name="connsiteY84-21312" fmla="*/ 3965 h 5728"/>
                  <a:gd name="connsiteX85-21313" fmla="*/ 5156 w 5959"/>
                  <a:gd name="connsiteY85-21314" fmla="*/ 3973 h 5728"/>
                  <a:gd name="connsiteX86-21315" fmla="*/ 5099 w 5959"/>
                  <a:gd name="connsiteY86-21316" fmla="*/ 3916 h 5728"/>
                  <a:gd name="connsiteX87-21317" fmla="*/ 4975 w 5959"/>
                  <a:gd name="connsiteY87-21318" fmla="*/ 3808 h 5728"/>
                  <a:gd name="connsiteX88-21319" fmla="*/ 4999 w 5959"/>
                  <a:gd name="connsiteY88-21320" fmla="*/ 4064 h 5728"/>
                  <a:gd name="connsiteX89-21321" fmla="*/ 5008 w 5959"/>
                  <a:gd name="connsiteY89-21322" fmla="*/ 4192 h 5728"/>
                  <a:gd name="connsiteX90-21323" fmla="*/ 4746 w 5959"/>
                  <a:gd name="connsiteY90-21324" fmla="*/ 4166 h 5728"/>
                  <a:gd name="connsiteX91-21325" fmla="*/ 4664 w 5959"/>
                  <a:gd name="connsiteY91-21326" fmla="*/ 3987 h 5728"/>
                  <a:gd name="connsiteX92-21327" fmla="*/ 4582 w 5959"/>
                  <a:gd name="connsiteY92-21328" fmla="*/ 3802 h 5728"/>
                  <a:gd name="connsiteX93-21329" fmla="*/ 3607 w 5959"/>
                  <a:gd name="connsiteY93-21330" fmla="*/ 4504 h 5728"/>
                  <a:gd name="connsiteX94-21331" fmla="*/ 3610 w 5959"/>
                  <a:gd name="connsiteY94-21332" fmla="*/ 4556 h 5728"/>
                  <a:gd name="connsiteX95-21333" fmla="*/ 3574 w 5959"/>
                  <a:gd name="connsiteY95-21334" fmla="*/ 4614 h 5728"/>
                  <a:gd name="connsiteX96-21335" fmla="*/ 3309 w 5959"/>
                  <a:gd name="connsiteY96-21336" fmla="*/ 4680 h 5728"/>
                  <a:gd name="connsiteX97-21337" fmla="*/ 3174 w 5959"/>
                  <a:gd name="connsiteY97-21338" fmla="*/ 4739 h 5728"/>
                  <a:gd name="connsiteX98-21339" fmla="*/ 3132 w 5959"/>
                  <a:gd name="connsiteY98-21340" fmla="*/ 4777 h 5728"/>
                  <a:gd name="connsiteX99-21341" fmla="*/ 2933 w 5959"/>
                  <a:gd name="connsiteY99-21342" fmla="*/ 5021 h 5728"/>
                  <a:gd name="connsiteX100-21343" fmla="*/ 2860 w 5959"/>
                  <a:gd name="connsiteY100-21344" fmla="*/ 4970 h 5728"/>
                  <a:gd name="connsiteX101-21345" fmla="*/ 2777 w 5959"/>
                  <a:gd name="connsiteY101-21346" fmla="*/ 4971 h 5728"/>
                  <a:gd name="connsiteX102-21347" fmla="*/ 2741 w 5959"/>
                  <a:gd name="connsiteY102-21348" fmla="*/ 5045 h 5728"/>
                  <a:gd name="connsiteX103-21349" fmla="*/ 2630 w 5959"/>
                  <a:gd name="connsiteY103-21350" fmla="*/ 5000 h 5728"/>
                  <a:gd name="connsiteX104-21351" fmla="*/ 2552 w 5959"/>
                  <a:gd name="connsiteY104-21352" fmla="*/ 5109 h 5728"/>
                  <a:gd name="connsiteX105-21353" fmla="*/ 2330 w 5959"/>
                  <a:gd name="connsiteY105-21354" fmla="*/ 5349 h 5728"/>
                  <a:gd name="connsiteX106-21355" fmla="*/ 2310 w 5959"/>
                  <a:gd name="connsiteY106-21356" fmla="*/ 5516 h 5728"/>
                  <a:gd name="connsiteX107-21357" fmla="*/ 2293 w 5959"/>
                  <a:gd name="connsiteY107-21358" fmla="*/ 5659 h 5728"/>
                  <a:gd name="connsiteX108-21359" fmla="*/ 2277 w 5959"/>
                  <a:gd name="connsiteY108-21360" fmla="*/ 5669 h 5728"/>
                  <a:gd name="connsiteX109-21361" fmla="*/ 1955 w 5959"/>
                  <a:gd name="connsiteY109-21362" fmla="*/ 5621 h 5728"/>
                  <a:gd name="connsiteX110-21363" fmla="*/ 1853 w 5959"/>
                  <a:gd name="connsiteY110-21364" fmla="*/ 5566 h 5728"/>
                  <a:gd name="connsiteX111-21365" fmla="*/ 1799 w 5959"/>
                  <a:gd name="connsiteY111-21366" fmla="*/ 5503 h 5728"/>
                  <a:gd name="connsiteX112-21367" fmla="*/ 1694 w 5959"/>
                  <a:gd name="connsiteY112-21368" fmla="*/ 5477 h 5728"/>
                  <a:gd name="connsiteX113-21369" fmla="*/ 1694 w 5959"/>
                  <a:gd name="connsiteY113-21370" fmla="*/ 5379 h 5728"/>
                  <a:gd name="connsiteX114-21371" fmla="*/ 1798 w 5959"/>
                  <a:gd name="connsiteY114-21372" fmla="*/ 5149 h 5728"/>
                  <a:gd name="connsiteX115-21373" fmla="*/ 1658 w 5959"/>
                  <a:gd name="connsiteY115-21374" fmla="*/ 5070 h 5728"/>
                  <a:gd name="connsiteX116-21375" fmla="*/ 1616 w 5959"/>
                  <a:gd name="connsiteY116-21376" fmla="*/ 5095 h 5728"/>
                  <a:gd name="connsiteX117-21377" fmla="*/ 1526 w 5959"/>
                  <a:gd name="connsiteY117-21378" fmla="*/ 5214 h 5728"/>
                  <a:gd name="connsiteX118-21379" fmla="*/ 1494 w 5959"/>
                  <a:gd name="connsiteY118-21380" fmla="*/ 5276 h 5728"/>
                  <a:gd name="connsiteX119-21381" fmla="*/ 1432 w 5959"/>
                  <a:gd name="connsiteY119-21382" fmla="*/ 5386 h 5728"/>
                  <a:gd name="connsiteX120-21383" fmla="*/ 1438 w 5959"/>
                  <a:gd name="connsiteY120-21384" fmla="*/ 5510 h 5728"/>
                  <a:gd name="connsiteX121-21385" fmla="*/ 1399 w 5959"/>
                  <a:gd name="connsiteY121-21386" fmla="*/ 5558 h 5728"/>
                  <a:gd name="connsiteX122-21387" fmla="*/ 1268 w 5959"/>
                  <a:gd name="connsiteY122-21388" fmla="*/ 5617 h 5728"/>
                  <a:gd name="connsiteX123-21389" fmla="*/ 1102 w 5959"/>
                  <a:gd name="connsiteY123-21390" fmla="*/ 5649 h 5728"/>
                  <a:gd name="connsiteX124-21391" fmla="*/ 999 w 5959"/>
                  <a:gd name="connsiteY124-21392" fmla="*/ 5728 h 5728"/>
                  <a:gd name="connsiteX125-21393" fmla="*/ 885 w 5959"/>
                  <a:gd name="connsiteY125-21394" fmla="*/ 5611 h 5728"/>
                  <a:gd name="connsiteX126-21395" fmla="*/ 825 w 5959"/>
                  <a:gd name="connsiteY126-21396" fmla="*/ 5485 h 5728"/>
                  <a:gd name="connsiteX127-21397" fmla="*/ 947 w 5959"/>
                  <a:gd name="connsiteY127-21398" fmla="*/ 5242 h 5728"/>
                  <a:gd name="connsiteX128-21399" fmla="*/ 1002 w 5959"/>
                  <a:gd name="connsiteY128-21400" fmla="*/ 5195 h 5728"/>
                  <a:gd name="connsiteX129-21401" fmla="*/ 1047 w 5959"/>
                  <a:gd name="connsiteY129-21402" fmla="*/ 5120 h 5728"/>
                  <a:gd name="connsiteX130-21403" fmla="*/ 1044 w 5959"/>
                  <a:gd name="connsiteY130-21404" fmla="*/ 5071 h 5728"/>
                  <a:gd name="connsiteX131-21405" fmla="*/ 847 w 5959"/>
                  <a:gd name="connsiteY131-21406" fmla="*/ 5007 h 5728"/>
                  <a:gd name="connsiteX132-21407" fmla="*/ 776 w 5959"/>
                  <a:gd name="connsiteY132-21408" fmla="*/ 5064 h 5728"/>
                  <a:gd name="connsiteX133-21409" fmla="*/ 670 w 5959"/>
                  <a:gd name="connsiteY133-21410" fmla="*/ 5111 h 5728"/>
                  <a:gd name="connsiteX134-21411" fmla="*/ 607 w 5959"/>
                  <a:gd name="connsiteY134-21412" fmla="*/ 5063 h 5728"/>
                  <a:gd name="connsiteX135-21413" fmla="*/ 369 w 5959"/>
                  <a:gd name="connsiteY135-21414" fmla="*/ 5254 h 5728"/>
                  <a:gd name="connsiteX136-21415" fmla="*/ 241 w 5959"/>
                  <a:gd name="connsiteY136-21416" fmla="*/ 5231 h 5728"/>
                  <a:gd name="connsiteX137-21417" fmla="*/ 130 w 5959"/>
                  <a:gd name="connsiteY137-21418" fmla="*/ 5097 h 5728"/>
                  <a:gd name="connsiteX138-21419" fmla="*/ 0 w 5959"/>
                  <a:gd name="connsiteY138-21420" fmla="*/ 4930 h 5728"/>
                  <a:gd name="connsiteX0-21421" fmla="*/ 4643 w 5829"/>
                  <a:gd name="connsiteY0-21422" fmla="*/ 2333 h 5728"/>
                  <a:gd name="connsiteX1-21423" fmla="*/ 4641 w 5829"/>
                  <a:gd name="connsiteY1-21424" fmla="*/ 2117 h 5728"/>
                  <a:gd name="connsiteX2-21425" fmla="*/ 4565 w 5829"/>
                  <a:gd name="connsiteY2-21426" fmla="*/ 2039 h 5728"/>
                  <a:gd name="connsiteX3-21427" fmla="*/ 4422 w 5829"/>
                  <a:gd name="connsiteY3-21428" fmla="*/ 1951 h 5728"/>
                  <a:gd name="connsiteX4-21429" fmla="*/ 4330 w 5829"/>
                  <a:gd name="connsiteY4-21430" fmla="*/ 1827 h 5728"/>
                  <a:gd name="connsiteX5-21431" fmla="*/ 4234 w 5829"/>
                  <a:gd name="connsiteY5-21432" fmla="*/ 1828 h 5728"/>
                  <a:gd name="connsiteX6-21433" fmla="*/ 4189 w 5829"/>
                  <a:gd name="connsiteY6-21434" fmla="*/ 1883 h 5728"/>
                  <a:gd name="connsiteX7-21435" fmla="*/ 4096 w 5829"/>
                  <a:gd name="connsiteY7-21436" fmla="*/ 1877 h 5728"/>
                  <a:gd name="connsiteX8-21437" fmla="*/ 4076 w 5829"/>
                  <a:gd name="connsiteY8-21438" fmla="*/ 1994 h 5728"/>
                  <a:gd name="connsiteX9-21439" fmla="*/ 3895 w 5829"/>
                  <a:gd name="connsiteY9-21440" fmla="*/ 1941 h 5728"/>
                  <a:gd name="connsiteX10-21441" fmla="*/ 3812 w 5829"/>
                  <a:gd name="connsiteY10-21442" fmla="*/ 1939 h 5728"/>
                  <a:gd name="connsiteX11-21443" fmla="*/ 3687 w 5829"/>
                  <a:gd name="connsiteY11-21444" fmla="*/ 2014 h 5728"/>
                  <a:gd name="connsiteX12-21445" fmla="*/ 3575 w 5829"/>
                  <a:gd name="connsiteY12-21446" fmla="*/ 1890 h 5728"/>
                  <a:gd name="connsiteX13-21447" fmla="*/ 3669 w 5829"/>
                  <a:gd name="connsiteY13-21448" fmla="*/ 1804 h 5728"/>
                  <a:gd name="connsiteX14-21449" fmla="*/ 3673 w 5829"/>
                  <a:gd name="connsiteY14-21450" fmla="*/ 1634 h 5728"/>
                  <a:gd name="connsiteX15-21451" fmla="*/ 3728 w 5829"/>
                  <a:gd name="connsiteY15-21452" fmla="*/ 1514 h 5728"/>
                  <a:gd name="connsiteX16-21453" fmla="*/ 3771 w 5829"/>
                  <a:gd name="connsiteY16-21454" fmla="*/ 1306 h 5728"/>
                  <a:gd name="connsiteX17-21455" fmla="*/ 3831 w 5829"/>
                  <a:gd name="connsiteY17-21456" fmla="*/ 1307 h 5728"/>
                  <a:gd name="connsiteX18-21457" fmla="*/ 4154 w 5829"/>
                  <a:gd name="connsiteY18-21458" fmla="*/ 1286 h 5728"/>
                  <a:gd name="connsiteX19-21459" fmla="*/ 4328 w 5829"/>
                  <a:gd name="connsiteY19-21460" fmla="*/ 1117 h 5728"/>
                  <a:gd name="connsiteX20-21461" fmla="*/ 4397 w 5829"/>
                  <a:gd name="connsiteY20-21462" fmla="*/ 748 h 5728"/>
                  <a:gd name="connsiteX21-21463" fmla="*/ 4507 w 5829"/>
                  <a:gd name="connsiteY21-21464" fmla="*/ 486 h 5728"/>
                  <a:gd name="connsiteX22-21465" fmla="*/ 4505 w 5829"/>
                  <a:gd name="connsiteY22-21466" fmla="*/ 358 h 5728"/>
                  <a:gd name="connsiteX23-21467" fmla="*/ 4492 w 5829"/>
                  <a:gd name="connsiteY23-21468" fmla="*/ 328 h 5728"/>
                  <a:gd name="connsiteX24-21469" fmla="*/ 4425 w 5829"/>
                  <a:gd name="connsiteY24-21470" fmla="*/ 251 h 5728"/>
                  <a:gd name="connsiteX25-21471" fmla="*/ 4365 w 5829"/>
                  <a:gd name="connsiteY25-21472" fmla="*/ 217 h 5728"/>
                  <a:gd name="connsiteX26-21473" fmla="*/ 4490 w 5829"/>
                  <a:gd name="connsiteY26-21474" fmla="*/ 56 h 5728"/>
                  <a:gd name="connsiteX27-21475" fmla="*/ 4663 w 5829"/>
                  <a:gd name="connsiteY27-21476" fmla="*/ 2 h 5728"/>
                  <a:gd name="connsiteX28-21477" fmla="*/ 4695 w 5829"/>
                  <a:gd name="connsiteY28-21478" fmla="*/ 49 h 5728"/>
                  <a:gd name="connsiteX29-21479" fmla="*/ 4685 w 5829"/>
                  <a:gd name="connsiteY29-21480" fmla="*/ 133 h 5728"/>
                  <a:gd name="connsiteX30-21481" fmla="*/ 4624 w 5829"/>
                  <a:gd name="connsiteY30-21482" fmla="*/ 243 h 5728"/>
                  <a:gd name="connsiteX31-21483" fmla="*/ 4694 w 5829"/>
                  <a:gd name="connsiteY31-21484" fmla="*/ 301 h 5728"/>
                  <a:gd name="connsiteX32-21485" fmla="*/ 4808 w 5829"/>
                  <a:gd name="connsiteY32-21486" fmla="*/ 366 h 5728"/>
                  <a:gd name="connsiteX33-21487" fmla="*/ 4828 w 5829"/>
                  <a:gd name="connsiteY33-21488" fmla="*/ 255 h 5728"/>
                  <a:gd name="connsiteX34-21489" fmla="*/ 4962 w 5829"/>
                  <a:gd name="connsiteY34-21490" fmla="*/ 291 h 5728"/>
                  <a:gd name="connsiteX35-21491" fmla="*/ 4987 w 5829"/>
                  <a:gd name="connsiteY35-21492" fmla="*/ 331 h 5728"/>
                  <a:gd name="connsiteX36-21493" fmla="*/ 5063 w 5829"/>
                  <a:gd name="connsiteY36-21494" fmla="*/ 562 h 5728"/>
                  <a:gd name="connsiteX37-21495" fmla="*/ 5098 w 5829"/>
                  <a:gd name="connsiteY37-21496" fmla="*/ 586 h 5728"/>
                  <a:gd name="connsiteX38-21497" fmla="*/ 5190 w 5829"/>
                  <a:gd name="connsiteY38-21498" fmla="*/ 578 h 5728"/>
                  <a:gd name="connsiteX39-21499" fmla="*/ 5450 w 5829"/>
                  <a:gd name="connsiteY39-21500" fmla="*/ 490 h 5728"/>
                  <a:gd name="connsiteX40-21501" fmla="*/ 5670 w 5829"/>
                  <a:gd name="connsiteY40-21502" fmla="*/ 479 h 5728"/>
                  <a:gd name="connsiteX41-21503" fmla="*/ 5730 w 5829"/>
                  <a:gd name="connsiteY41-21504" fmla="*/ 648 h 5728"/>
                  <a:gd name="connsiteX42-21505" fmla="*/ 5648 w 5829"/>
                  <a:gd name="connsiteY42-21506" fmla="*/ 944 h 5728"/>
                  <a:gd name="connsiteX43-21507" fmla="*/ 5648 w 5829"/>
                  <a:gd name="connsiteY43-21508" fmla="*/ 1022 h 5728"/>
                  <a:gd name="connsiteX44-21509" fmla="*/ 5717 w 5829"/>
                  <a:gd name="connsiteY44-21510" fmla="*/ 1168 h 5728"/>
                  <a:gd name="connsiteX45-21511" fmla="*/ 5732 w 5829"/>
                  <a:gd name="connsiteY45-21512" fmla="*/ 1427 h 5728"/>
                  <a:gd name="connsiteX46-21513" fmla="*/ 5734 w 5829"/>
                  <a:gd name="connsiteY46-21514" fmla="*/ 1617 h 5728"/>
                  <a:gd name="connsiteX47-21515" fmla="*/ 5667 w 5829"/>
                  <a:gd name="connsiteY47-21516" fmla="*/ 1625 h 5728"/>
                  <a:gd name="connsiteX48-21517" fmla="*/ 5645 w 5829"/>
                  <a:gd name="connsiteY48-21518" fmla="*/ 1507 h 5728"/>
                  <a:gd name="connsiteX49-21519" fmla="*/ 5610 w 5829"/>
                  <a:gd name="connsiteY49-21520" fmla="*/ 1450 h 5728"/>
                  <a:gd name="connsiteX50-21521" fmla="*/ 5520 w 5829"/>
                  <a:gd name="connsiteY50-21522" fmla="*/ 1582 h 5728"/>
                  <a:gd name="connsiteX51-21523" fmla="*/ 5407 w 5829"/>
                  <a:gd name="connsiteY51-21524" fmla="*/ 1776 h 5728"/>
                  <a:gd name="connsiteX52-21525" fmla="*/ 5288 w 5829"/>
                  <a:gd name="connsiteY52-21526" fmla="*/ 1904 h 5728"/>
                  <a:gd name="connsiteX53-21527" fmla="*/ 5281 w 5829"/>
                  <a:gd name="connsiteY53-21528" fmla="*/ 2018 h 5728"/>
                  <a:gd name="connsiteX54-21529" fmla="*/ 5341 w 5829"/>
                  <a:gd name="connsiteY54-21530" fmla="*/ 2115 h 5728"/>
                  <a:gd name="connsiteX55-21531" fmla="*/ 5443 w 5829"/>
                  <a:gd name="connsiteY55-21532" fmla="*/ 2183 h 5728"/>
                  <a:gd name="connsiteX56-21533" fmla="*/ 5520 w 5829"/>
                  <a:gd name="connsiteY56-21534" fmla="*/ 2178 h 5728"/>
                  <a:gd name="connsiteX57-21535" fmla="*/ 5565 w 5829"/>
                  <a:gd name="connsiteY57-21536" fmla="*/ 2104 h 5728"/>
                  <a:gd name="connsiteX58-21537" fmla="*/ 5599 w 5829"/>
                  <a:gd name="connsiteY58-21538" fmla="*/ 2210 h 5728"/>
                  <a:gd name="connsiteX59-21539" fmla="*/ 5487 w 5829"/>
                  <a:gd name="connsiteY59-21540" fmla="*/ 2249 h 5728"/>
                  <a:gd name="connsiteX60-21541" fmla="*/ 5534 w 5829"/>
                  <a:gd name="connsiteY60-21542" fmla="*/ 2362 h 5728"/>
                  <a:gd name="connsiteX61-21543" fmla="*/ 5399 w 5829"/>
                  <a:gd name="connsiteY61-21544" fmla="*/ 2509 h 5728"/>
                  <a:gd name="connsiteX62-21545" fmla="*/ 5358 w 5829"/>
                  <a:gd name="connsiteY62-21546" fmla="*/ 2498 h 5728"/>
                  <a:gd name="connsiteX63-21547" fmla="*/ 5234 w 5829"/>
                  <a:gd name="connsiteY63-21548" fmla="*/ 2413 h 5728"/>
                  <a:gd name="connsiteX64-21549" fmla="*/ 5179 w 5829"/>
                  <a:gd name="connsiteY64-21550" fmla="*/ 2412 h 5728"/>
                  <a:gd name="connsiteX65-21551" fmla="*/ 5144 w 5829"/>
                  <a:gd name="connsiteY65-21552" fmla="*/ 2480 h 5728"/>
                  <a:gd name="connsiteX66-21553" fmla="*/ 5147 w 5829"/>
                  <a:gd name="connsiteY66-21554" fmla="*/ 2562 h 5728"/>
                  <a:gd name="connsiteX67-21555" fmla="*/ 5325 w 5829"/>
                  <a:gd name="connsiteY67-21556" fmla="*/ 2730 h 5728"/>
                  <a:gd name="connsiteX68-21557" fmla="*/ 5324 w 5829"/>
                  <a:gd name="connsiteY68-21558" fmla="*/ 2844 h 5728"/>
                  <a:gd name="connsiteX69-21559" fmla="*/ 5415 w 5829"/>
                  <a:gd name="connsiteY69-21560" fmla="*/ 3060 h 5728"/>
                  <a:gd name="connsiteX70-21561" fmla="*/ 5441 w 5829"/>
                  <a:gd name="connsiteY70-21562" fmla="*/ 3090 h 5728"/>
                  <a:gd name="connsiteX71-21563" fmla="*/ 5485 w 5829"/>
                  <a:gd name="connsiteY71-21564" fmla="*/ 3094 h 5728"/>
                  <a:gd name="connsiteX72-21565" fmla="*/ 5531 w 5829"/>
                  <a:gd name="connsiteY72-21566" fmla="*/ 3010 h 5728"/>
                  <a:gd name="connsiteX73-21567" fmla="*/ 5611 w 5829"/>
                  <a:gd name="connsiteY73-21568" fmla="*/ 2950 h 5728"/>
                  <a:gd name="connsiteX74-21569" fmla="*/ 5706 w 5829"/>
                  <a:gd name="connsiteY74-21570" fmla="*/ 3126 h 5728"/>
                  <a:gd name="connsiteX75-21571" fmla="*/ 5816 w 5829"/>
                  <a:gd name="connsiteY75-21572" fmla="*/ 3312 h 5728"/>
                  <a:gd name="connsiteX76-21573" fmla="*/ 5829 w 5829"/>
                  <a:gd name="connsiteY76-21574" fmla="*/ 3342 h 5728"/>
                  <a:gd name="connsiteX77-21575" fmla="*/ 5818 w 5829"/>
                  <a:gd name="connsiteY77-21576" fmla="*/ 3518 h 5728"/>
                  <a:gd name="connsiteX78-21577" fmla="*/ 5783 w 5829"/>
                  <a:gd name="connsiteY78-21578" fmla="*/ 3554 h 5728"/>
                  <a:gd name="connsiteX79-21579" fmla="*/ 5694 w 5829"/>
                  <a:gd name="connsiteY79-21580" fmla="*/ 3515 h 5728"/>
                  <a:gd name="connsiteX80-21581" fmla="*/ 5460 w 5829"/>
                  <a:gd name="connsiteY80-21582" fmla="*/ 3644 h 5728"/>
                  <a:gd name="connsiteX81-21583" fmla="*/ 5434 w 5829"/>
                  <a:gd name="connsiteY81-21584" fmla="*/ 3666 h 5728"/>
                  <a:gd name="connsiteX82-21585" fmla="*/ 5254 w 5829"/>
                  <a:gd name="connsiteY82-21586" fmla="*/ 3812 h 5728"/>
                  <a:gd name="connsiteX83-21587" fmla="*/ 5113 w 5829"/>
                  <a:gd name="connsiteY83-21588" fmla="*/ 3926 h 5728"/>
                  <a:gd name="connsiteX84-21589" fmla="*/ 5078 w 5829"/>
                  <a:gd name="connsiteY84-21590" fmla="*/ 3965 h 5728"/>
                  <a:gd name="connsiteX85-21591" fmla="*/ 5026 w 5829"/>
                  <a:gd name="connsiteY85-21592" fmla="*/ 3973 h 5728"/>
                  <a:gd name="connsiteX86-21593" fmla="*/ 4969 w 5829"/>
                  <a:gd name="connsiteY86-21594" fmla="*/ 3916 h 5728"/>
                  <a:gd name="connsiteX87-21595" fmla="*/ 4845 w 5829"/>
                  <a:gd name="connsiteY87-21596" fmla="*/ 3808 h 5728"/>
                  <a:gd name="connsiteX88-21597" fmla="*/ 4869 w 5829"/>
                  <a:gd name="connsiteY88-21598" fmla="*/ 4064 h 5728"/>
                  <a:gd name="connsiteX89-21599" fmla="*/ 4878 w 5829"/>
                  <a:gd name="connsiteY89-21600" fmla="*/ 4192 h 5728"/>
                  <a:gd name="connsiteX90-21601" fmla="*/ 4616 w 5829"/>
                  <a:gd name="connsiteY90-21602" fmla="*/ 4166 h 5728"/>
                  <a:gd name="connsiteX91-21603" fmla="*/ 4534 w 5829"/>
                  <a:gd name="connsiteY91-21604" fmla="*/ 3987 h 5728"/>
                  <a:gd name="connsiteX92-21605" fmla="*/ 4452 w 5829"/>
                  <a:gd name="connsiteY92-21606" fmla="*/ 3802 h 5728"/>
                  <a:gd name="connsiteX93-21607" fmla="*/ 3477 w 5829"/>
                  <a:gd name="connsiteY93-21608" fmla="*/ 4504 h 5728"/>
                  <a:gd name="connsiteX94-21609" fmla="*/ 3480 w 5829"/>
                  <a:gd name="connsiteY94-21610" fmla="*/ 4556 h 5728"/>
                  <a:gd name="connsiteX95-21611" fmla="*/ 3444 w 5829"/>
                  <a:gd name="connsiteY95-21612" fmla="*/ 4614 h 5728"/>
                  <a:gd name="connsiteX96-21613" fmla="*/ 3179 w 5829"/>
                  <a:gd name="connsiteY96-21614" fmla="*/ 4680 h 5728"/>
                  <a:gd name="connsiteX97-21615" fmla="*/ 3044 w 5829"/>
                  <a:gd name="connsiteY97-21616" fmla="*/ 4739 h 5728"/>
                  <a:gd name="connsiteX98-21617" fmla="*/ 3002 w 5829"/>
                  <a:gd name="connsiteY98-21618" fmla="*/ 4777 h 5728"/>
                  <a:gd name="connsiteX99-21619" fmla="*/ 2803 w 5829"/>
                  <a:gd name="connsiteY99-21620" fmla="*/ 5021 h 5728"/>
                  <a:gd name="connsiteX100-21621" fmla="*/ 2730 w 5829"/>
                  <a:gd name="connsiteY100-21622" fmla="*/ 4970 h 5728"/>
                  <a:gd name="connsiteX101-21623" fmla="*/ 2647 w 5829"/>
                  <a:gd name="connsiteY101-21624" fmla="*/ 4971 h 5728"/>
                  <a:gd name="connsiteX102-21625" fmla="*/ 2611 w 5829"/>
                  <a:gd name="connsiteY102-21626" fmla="*/ 5045 h 5728"/>
                  <a:gd name="connsiteX103-21627" fmla="*/ 2500 w 5829"/>
                  <a:gd name="connsiteY103-21628" fmla="*/ 5000 h 5728"/>
                  <a:gd name="connsiteX104-21629" fmla="*/ 2422 w 5829"/>
                  <a:gd name="connsiteY104-21630" fmla="*/ 5109 h 5728"/>
                  <a:gd name="connsiteX105-21631" fmla="*/ 2200 w 5829"/>
                  <a:gd name="connsiteY105-21632" fmla="*/ 5349 h 5728"/>
                  <a:gd name="connsiteX106-21633" fmla="*/ 2180 w 5829"/>
                  <a:gd name="connsiteY106-21634" fmla="*/ 5516 h 5728"/>
                  <a:gd name="connsiteX107-21635" fmla="*/ 2163 w 5829"/>
                  <a:gd name="connsiteY107-21636" fmla="*/ 5659 h 5728"/>
                  <a:gd name="connsiteX108-21637" fmla="*/ 2147 w 5829"/>
                  <a:gd name="connsiteY108-21638" fmla="*/ 5669 h 5728"/>
                  <a:gd name="connsiteX109-21639" fmla="*/ 1825 w 5829"/>
                  <a:gd name="connsiteY109-21640" fmla="*/ 5621 h 5728"/>
                  <a:gd name="connsiteX110-21641" fmla="*/ 1723 w 5829"/>
                  <a:gd name="connsiteY110-21642" fmla="*/ 5566 h 5728"/>
                  <a:gd name="connsiteX111-21643" fmla="*/ 1669 w 5829"/>
                  <a:gd name="connsiteY111-21644" fmla="*/ 5503 h 5728"/>
                  <a:gd name="connsiteX112-21645" fmla="*/ 1564 w 5829"/>
                  <a:gd name="connsiteY112-21646" fmla="*/ 5477 h 5728"/>
                  <a:gd name="connsiteX113-21647" fmla="*/ 1564 w 5829"/>
                  <a:gd name="connsiteY113-21648" fmla="*/ 5379 h 5728"/>
                  <a:gd name="connsiteX114-21649" fmla="*/ 1668 w 5829"/>
                  <a:gd name="connsiteY114-21650" fmla="*/ 5149 h 5728"/>
                  <a:gd name="connsiteX115-21651" fmla="*/ 1528 w 5829"/>
                  <a:gd name="connsiteY115-21652" fmla="*/ 5070 h 5728"/>
                  <a:gd name="connsiteX116-21653" fmla="*/ 1486 w 5829"/>
                  <a:gd name="connsiteY116-21654" fmla="*/ 5095 h 5728"/>
                  <a:gd name="connsiteX117-21655" fmla="*/ 1396 w 5829"/>
                  <a:gd name="connsiteY117-21656" fmla="*/ 5214 h 5728"/>
                  <a:gd name="connsiteX118-21657" fmla="*/ 1364 w 5829"/>
                  <a:gd name="connsiteY118-21658" fmla="*/ 5276 h 5728"/>
                  <a:gd name="connsiteX119-21659" fmla="*/ 1302 w 5829"/>
                  <a:gd name="connsiteY119-21660" fmla="*/ 5386 h 5728"/>
                  <a:gd name="connsiteX120-21661" fmla="*/ 1308 w 5829"/>
                  <a:gd name="connsiteY120-21662" fmla="*/ 5510 h 5728"/>
                  <a:gd name="connsiteX121-21663" fmla="*/ 1269 w 5829"/>
                  <a:gd name="connsiteY121-21664" fmla="*/ 5558 h 5728"/>
                  <a:gd name="connsiteX122-21665" fmla="*/ 1138 w 5829"/>
                  <a:gd name="connsiteY122-21666" fmla="*/ 5617 h 5728"/>
                  <a:gd name="connsiteX123-21667" fmla="*/ 972 w 5829"/>
                  <a:gd name="connsiteY123-21668" fmla="*/ 5649 h 5728"/>
                  <a:gd name="connsiteX124-21669" fmla="*/ 869 w 5829"/>
                  <a:gd name="connsiteY124-21670" fmla="*/ 5728 h 5728"/>
                  <a:gd name="connsiteX125-21671" fmla="*/ 755 w 5829"/>
                  <a:gd name="connsiteY125-21672" fmla="*/ 5611 h 5728"/>
                  <a:gd name="connsiteX126-21673" fmla="*/ 695 w 5829"/>
                  <a:gd name="connsiteY126-21674" fmla="*/ 5485 h 5728"/>
                  <a:gd name="connsiteX127-21675" fmla="*/ 817 w 5829"/>
                  <a:gd name="connsiteY127-21676" fmla="*/ 5242 h 5728"/>
                  <a:gd name="connsiteX128-21677" fmla="*/ 872 w 5829"/>
                  <a:gd name="connsiteY128-21678" fmla="*/ 5195 h 5728"/>
                  <a:gd name="connsiteX129-21679" fmla="*/ 917 w 5829"/>
                  <a:gd name="connsiteY129-21680" fmla="*/ 5120 h 5728"/>
                  <a:gd name="connsiteX130-21681" fmla="*/ 914 w 5829"/>
                  <a:gd name="connsiteY130-21682" fmla="*/ 5071 h 5728"/>
                  <a:gd name="connsiteX131-21683" fmla="*/ 717 w 5829"/>
                  <a:gd name="connsiteY131-21684" fmla="*/ 5007 h 5728"/>
                  <a:gd name="connsiteX132-21685" fmla="*/ 646 w 5829"/>
                  <a:gd name="connsiteY132-21686" fmla="*/ 5064 h 5728"/>
                  <a:gd name="connsiteX133-21687" fmla="*/ 540 w 5829"/>
                  <a:gd name="connsiteY133-21688" fmla="*/ 5111 h 5728"/>
                  <a:gd name="connsiteX134-21689" fmla="*/ 477 w 5829"/>
                  <a:gd name="connsiteY134-21690" fmla="*/ 5063 h 5728"/>
                  <a:gd name="connsiteX135-21691" fmla="*/ 239 w 5829"/>
                  <a:gd name="connsiteY135-21692" fmla="*/ 5254 h 5728"/>
                  <a:gd name="connsiteX136-21693" fmla="*/ 111 w 5829"/>
                  <a:gd name="connsiteY136-21694" fmla="*/ 5231 h 5728"/>
                  <a:gd name="connsiteX137-21695" fmla="*/ 0 w 5829"/>
                  <a:gd name="connsiteY137-21696" fmla="*/ 5097 h 5728"/>
                  <a:gd name="connsiteX0-21697" fmla="*/ 4532 w 5718"/>
                  <a:gd name="connsiteY0-21698" fmla="*/ 2333 h 5728"/>
                  <a:gd name="connsiteX1-21699" fmla="*/ 4530 w 5718"/>
                  <a:gd name="connsiteY1-21700" fmla="*/ 2117 h 5728"/>
                  <a:gd name="connsiteX2-21701" fmla="*/ 4454 w 5718"/>
                  <a:gd name="connsiteY2-21702" fmla="*/ 2039 h 5728"/>
                  <a:gd name="connsiteX3-21703" fmla="*/ 4311 w 5718"/>
                  <a:gd name="connsiteY3-21704" fmla="*/ 1951 h 5728"/>
                  <a:gd name="connsiteX4-21705" fmla="*/ 4219 w 5718"/>
                  <a:gd name="connsiteY4-21706" fmla="*/ 1827 h 5728"/>
                  <a:gd name="connsiteX5-21707" fmla="*/ 4123 w 5718"/>
                  <a:gd name="connsiteY5-21708" fmla="*/ 1828 h 5728"/>
                  <a:gd name="connsiteX6-21709" fmla="*/ 4078 w 5718"/>
                  <a:gd name="connsiteY6-21710" fmla="*/ 1883 h 5728"/>
                  <a:gd name="connsiteX7-21711" fmla="*/ 3985 w 5718"/>
                  <a:gd name="connsiteY7-21712" fmla="*/ 1877 h 5728"/>
                  <a:gd name="connsiteX8-21713" fmla="*/ 3965 w 5718"/>
                  <a:gd name="connsiteY8-21714" fmla="*/ 1994 h 5728"/>
                  <a:gd name="connsiteX9-21715" fmla="*/ 3784 w 5718"/>
                  <a:gd name="connsiteY9-21716" fmla="*/ 1941 h 5728"/>
                  <a:gd name="connsiteX10-21717" fmla="*/ 3701 w 5718"/>
                  <a:gd name="connsiteY10-21718" fmla="*/ 1939 h 5728"/>
                  <a:gd name="connsiteX11-21719" fmla="*/ 3576 w 5718"/>
                  <a:gd name="connsiteY11-21720" fmla="*/ 2014 h 5728"/>
                  <a:gd name="connsiteX12-21721" fmla="*/ 3464 w 5718"/>
                  <a:gd name="connsiteY12-21722" fmla="*/ 1890 h 5728"/>
                  <a:gd name="connsiteX13-21723" fmla="*/ 3558 w 5718"/>
                  <a:gd name="connsiteY13-21724" fmla="*/ 1804 h 5728"/>
                  <a:gd name="connsiteX14-21725" fmla="*/ 3562 w 5718"/>
                  <a:gd name="connsiteY14-21726" fmla="*/ 1634 h 5728"/>
                  <a:gd name="connsiteX15-21727" fmla="*/ 3617 w 5718"/>
                  <a:gd name="connsiteY15-21728" fmla="*/ 1514 h 5728"/>
                  <a:gd name="connsiteX16-21729" fmla="*/ 3660 w 5718"/>
                  <a:gd name="connsiteY16-21730" fmla="*/ 1306 h 5728"/>
                  <a:gd name="connsiteX17-21731" fmla="*/ 3720 w 5718"/>
                  <a:gd name="connsiteY17-21732" fmla="*/ 1307 h 5728"/>
                  <a:gd name="connsiteX18-21733" fmla="*/ 4043 w 5718"/>
                  <a:gd name="connsiteY18-21734" fmla="*/ 1286 h 5728"/>
                  <a:gd name="connsiteX19-21735" fmla="*/ 4217 w 5718"/>
                  <a:gd name="connsiteY19-21736" fmla="*/ 1117 h 5728"/>
                  <a:gd name="connsiteX20-21737" fmla="*/ 4286 w 5718"/>
                  <a:gd name="connsiteY20-21738" fmla="*/ 748 h 5728"/>
                  <a:gd name="connsiteX21-21739" fmla="*/ 4396 w 5718"/>
                  <a:gd name="connsiteY21-21740" fmla="*/ 486 h 5728"/>
                  <a:gd name="connsiteX22-21741" fmla="*/ 4394 w 5718"/>
                  <a:gd name="connsiteY22-21742" fmla="*/ 358 h 5728"/>
                  <a:gd name="connsiteX23-21743" fmla="*/ 4381 w 5718"/>
                  <a:gd name="connsiteY23-21744" fmla="*/ 328 h 5728"/>
                  <a:gd name="connsiteX24-21745" fmla="*/ 4314 w 5718"/>
                  <a:gd name="connsiteY24-21746" fmla="*/ 251 h 5728"/>
                  <a:gd name="connsiteX25-21747" fmla="*/ 4254 w 5718"/>
                  <a:gd name="connsiteY25-21748" fmla="*/ 217 h 5728"/>
                  <a:gd name="connsiteX26-21749" fmla="*/ 4379 w 5718"/>
                  <a:gd name="connsiteY26-21750" fmla="*/ 56 h 5728"/>
                  <a:gd name="connsiteX27-21751" fmla="*/ 4552 w 5718"/>
                  <a:gd name="connsiteY27-21752" fmla="*/ 2 h 5728"/>
                  <a:gd name="connsiteX28-21753" fmla="*/ 4584 w 5718"/>
                  <a:gd name="connsiteY28-21754" fmla="*/ 49 h 5728"/>
                  <a:gd name="connsiteX29-21755" fmla="*/ 4574 w 5718"/>
                  <a:gd name="connsiteY29-21756" fmla="*/ 133 h 5728"/>
                  <a:gd name="connsiteX30-21757" fmla="*/ 4513 w 5718"/>
                  <a:gd name="connsiteY30-21758" fmla="*/ 243 h 5728"/>
                  <a:gd name="connsiteX31-21759" fmla="*/ 4583 w 5718"/>
                  <a:gd name="connsiteY31-21760" fmla="*/ 301 h 5728"/>
                  <a:gd name="connsiteX32-21761" fmla="*/ 4697 w 5718"/>
                  <a:gd name="connsiteY32-21762" fmla="*/ 366 h 5728"/>
                  <a:gd name="connsiteX33-21763" fmla="*/ 4717 w 5718"/>
                  <a:gd name="connsiteY33-21764" fmla="*/ 255 h 5728"/>
                  <a:gd name="connsiteX34-21765" fmla="*/ 4851 w 5718"/>
                  <a:gd name="connsiteY34-21766" fmla="*/ 291 h 5728"/>
                  <a:gd name="connsiteX35-21767" fmla="*/ 4876 w 5718"/>
                  <a:gd name="connsiteY35-21768" fmla="*/ 331 h 5728"/>
                  <a:gd name="connsiteX36-21769" fmla="*/ 4952 w 5718"/>
                  <a:gd name="connsiteY36-21770" fmla="*/ 562 h 5728"/>
                  <a:gd name="connsiteX37-21771" fmla="*/ 4987 w 5718"/>
                  <a:gd name="connsiteY37-21772" fmla="*/ 586 h 5728"/>
                  <a:gd name="connsiteX38-21773" fmla="*/ 5079 w 5718"/>
                  <a:gd name="connsiteY38-21774" fmla="*/ 578 h 5728"/>
                  <a:gd name="connsiteX39-21775" fmla="*/ 5339 w 5718"/>
                  <a:gd name="connsiteY39-21776" fmla="*/ 490 h 5728"/>
                  <a:gd name="connsiteX40-21777" fmla="*/ 5559 w 5718"/>
                  <a:gd name="connsiteY40-21778" fmla="*/ 479 h 5728"/>
                  <a:gd name="connsiteX41-21779" fmla="*/ 5619 w 5718"/>
                  <a:gd name="connsiteY41-21780" fmla="*/ 648 h 5728"/>
                  <a:gd name="connsiteX42-21781" fmla="*/ 5537 w 5718"/>
                  <a:gd name="connsiteY42-21782" fmla="*/ 944 h 5728"/>
                  <a:gd name="connsiteX43-21783" fmla="*/ 5537 w 5718"/>
                  <a:gd name="connsiteY43-21784" fmla="*/ 1022 h 5728"/>
                  <a:gd name="connsiteX44-21785" fmla="*/ 5606 w 5718"/>
                  <a:gd name="connsiteY44-21786" fmla="*/ 1168 h 5728"/>
                  <a:gd name="connsiteX45-21787" fmla="*/ 5621 w 5718"/>
                  <a:gd name="connsiteY45-21788" fmla="*/ 1427 h 5728"/>
                  <a:gd name="connsiteX46-21789" fmla="*/ 5623 w 5718"/>
                  <a:gd name="connsiteY46-21790" fmla="*/ 1617 h 5728"/>
                  <a:gd name="connsiteX47-21791" fmla="*/ 5556 w 5718"/>
                  <a:gd name="connsiteY47-21792" fmla="*/ 1625 h 5728"/>
                  <a:gd name="connsiteX48-21793" fmla="*/ 5534 w 5718"/>
                  <a:gd name="connsiteY48-21794" fmla="*/ 1507 h 5728"/>
                  <a:gd name="connsiteX49-21795" fmla="*/ 5499 w 5718"/>
                  <a:gd name="connsiteY49-21796" fmla="*/ 1450 h 5728"/>
                  <a:gd name="connsiteX50-21797" fmla="*/ 5409 w 5718"/>
                  <a:gd name="connsiteY50-21798" fmla="*/ 1582 h 5728"/>
                  <a:gd name="connsiteX51-21799" fmla="*/ 5296 w 5718"/>
                  <a:gd name="connsiteY51-21800" fmla="*/ 1776 h 5728"/>
                  <a:gd name="connsiteX52-21801" fmla="*/ 5177 w 5718"/>
                  <a:gd name="connsiteY52-21802" fmla="*/ 1904 h 5728"/>
                  <a:gd name="connsiteX53-21803" fmla="*/ 5170 w 5718"/>
                  <a:gd name="connsiteY53-21804" fmla="*/ 2018 h 5728"/>
                  <a:gd name="connsiteX54-21805" fmla="*/ 5230 w 5718"/>
                  <a:gd name="connsiteY54-21806" fmla="*/ 2115 h 5728"/>
                  <a:gd name="connsiteX55-21807" fmla="*/ 5332 w 5718"/>
                  <a:gd name="connsiteY55-21808" fmla="*/ 2183 h 5728"/>
                  <a:gd name="connsiteX56-21809" fmla="*/ 5409 w 5718"/>
                  <a:gd name="connsiteY56-21810" fmla="*/ 2178 h 5728"/>
                  <a:gd name="connsiteX57-21811" fmla="*/ 5454 w 5718"/>
                  <a:gd name="connsiteY57-21812" fmla="*/ 2104 h 5728"/>
                  <a:gd name="connsiteX58-21813" fmla="*/ 5488 w 5718"/>
                  <a:gd name="connsiteY58-21814" fmla="*/ 2210 h 5728"/>
                  <a:gd name="connsiteX59-21815" fmla="*/ 5376 w 5718"/>
                  <a:gd name="connsiteY59-21816" fmla="*/ 2249 h 5728"/>
                  <a:gd name="connsiteX60-21817" fmla="*/ 5423 w 5718"/>
                  <a:gd name="connsiteY60-21818" fmla="*/ 2362 h 5728"/>
                  <a:gd name="connsiteX61-21819" fmla="*/ 5288 w 5718"/>
                  <a:gd name="connsiteY61-21820" fmla="*/ 2509 h 5728"/>
                  <a:gd name="connsiteX62-21821" fmla="*/ 5247 w 5718"/>
                  <a:gd name="connsiteY62-21822" fmla="*/ 2498 h 5728"/>
                  <a:gd name="connsiteX63-21823" fmla="*/ 5123 w 5718"/>
                  <a:gd name="connsiteY63-21824" fmla="*/ 2413 h 5728"/>
                  <a:gd name="connsiteX64-21825" fmla="*/ 5068 w 5718"/>
                  <a:gd name="connsiteY64-21826" fmla="*/ 2412 h 5728"/>
                  <a:gd name="connsiteX65-21827" fmla="*/ 5033 w 5718"/>
                  <a:gd name="connsiteY65-21828" fmla="*/ 2480 h 5728"/>
                  <a:gd name="connsiteX66-21829" fmla="*/ 5036 w 5718"/>
                  <a:gd name="connsiteY66-21830" fmla="*/ 2562 h 5728"/>
                  <a:gd name="connsiteX67-21831" fmla="*/ 5214 w 5718"/>
                  <a:gd name="connsiteY67-21832" fmla="*/ 2730 h 5728"/>
                  <a:gd name="connsiteX68-21833" fmla="*/ 5213 w 5718"/>
                  <a:gd name="connsiteY68-21834" fmla="*/ 2844 h 5728"/>
                  <a:gd name="connsiteX69-21835" fmla="*/ 5304 w 5718"/>
                  <a:gd name="connsiteY69-21836" fmla="*/ 3060 h 5728"/>
                  <a:gd name="connsiteX70-21837" fmla="*/ 5330 w 5718"/>
                  <a:gd name="connsiteY70-21838" fmla="*/ 3090 h 5728"/>
                  <a:gd name="connsiteX71-21839" fmla="*/ 5374 w 5718"/>
                  <a:gd name="connsiteY71-21840" fmla="*/ 3094 h 5728"/>
                  <a:gd name="connsiteX72-21841" fmla="*/ 5420 w 5718"/>
                  <a:gd name="connsiteY72-21842" fmla="*/ 3010 h 5728"/>
                  <a:gd name="connsiteX73-21843" fmla="*/ 5500 w 5718"/>
                  <a:gd name="connsiteY73-21844" fmla="*/ 2950 h 5728"/>
                  <a:gd name="connsiteX74-21845" fmla="*/ 5595 w 5718"/>
                  <a:gd name="connsiteY74-21846" fmla="*/ 3126 h 5728"/>
                  <a:gd name="connsiteX75-21847" fmla="*/ 5705 w 5718"/>
                  <a:gd name="connsiteY75-21848" fmla="*/ 3312 h 5728"/>
                  <a:gd name="connsiteX76-21849" fmla="*/ 5718 w 5718"/>
                  <a:gd name="connsiteY76-21850" fmla="*/ 3342 h 5728"/>
                  <a:gd name="connsiteX77-21851" fmla="*/ 5707 w 5718"/>
                  <a:gd name="connsiteY77-21852" fmla="*/ 3518 h 5728"/>
                  <a:gd name="connsiteX78-21853" fmla="*/ 5672 w 5718"/>
                  <a:gd name="connsiteY78-21854" fmla="*/ 3554 h 5728"/>
                  <a:gd name="connsiteX79-21855" fmla="*/ 5583 w 5718"/>
                  <a:gd name="connsiteY79-21856" fmla="*/ 3515 h 5728"/>
                  <a:gd name="connsiteX80-21857" fmla="*/ 5349 w 5718"/>
                  <a:gd name="connsiteY80-21858" fmla="*/ 3644 h 5728"/>
                  <a:gd name="connsiteX81-21859" fmla="*/ 5323 w 5718"/>
                  <a:gd name="connsiteY81-21860" fmla="*/ 3666 h 5728"/>
                  <a:gd name="connsiteX82-21861" fmla="*/ 5143 w 5718"/>
                  <a:gd name="connsiteY82-21862" fmla="*/ 3812 h 5728"/>
                  <a:gd name="connsiteX83-21863" fmla="*/ 5002 w 5718"/>
                  <a:gd name="connsiteY83-21864" fmla="*/ 3926 h 5728"/>
                  <a:gd name="connsiteX84-21865" fmla="*/ 4967 w 5718"/>
                  <a:gd name="connsiteY84-21866" fmla="*/ 3965 h 5728"/>
                  <a:gd name="connsiteX85-21867" fmla="*/ 4915 w 5718"/>
                  <a:gd name="connsiteY85-21868" fmla="*/ 3973 h 5728"/>
                  <a:gd name="connsiteX86-21869" fmla="*/ 4858 w 5718"/>
                  <a:gd name="connsiteY86-21870" fmla="*/ 3916 h 5728"/>
                  <a:gd name="connsiteX87-21871" fmla="*/ 4734 w 5718"/>
                  <a:gd name="connsiteY87-21872" fmla="*/ 3808 h 5728"/>
                  <a:gd name="connsiteX88-21873" fmla="*/ 4758 w 5718"/>
                  <a:gd name="connsiteY88-21874" fmla="*/ 4064 h 5728"/>
                  <a:gd name="connsiteX89-21875" fmla="*/ 4767 w 5718"/>
                  <a:gd name="connsiteY89-21876" fmla="*/ 4192 h 5728"/>
                  <a:gd name="connsiteX90-21877" fmla="*/ 4505 w 5718"/>
                  <a:gd name="connsiteY90-21878" fmla="*/ 4166 h 5728"/>
                  <a:gd name="connsiteX91-21879" fmla="*/ 4423 w 5718"/>
                  <a:gd name="connsiteY91-21880" fmla="*/ 3987 h 5728"/>
                  <a:gd name="connsiteX92-21881" fmla="*/ 4341 w 5718"/>
                  <a:gd name="connsiteY92-21882" fmla="*/ 3802 h 5728"/>
                  <a:gd name="connsiteX93-21883" fmla="*/ 3366 w 5718"/>
                  <a:gd name="connsiteY93-21884" fmla="*/ 4504 h 5728"/>
                  <a:gd name="connsiteX94-21885" fmla="*/ 3369 w 5718"/>
                  <a:gd name="connsiteY94-21886" fmla="*/ 4556 h 5728"/>
                  <a:gd name="connsiteX95-21887" fmla="*/ 3333 w 5718"/>
                  <a:gd name="connsiteY95-21888" fmla="*/ 4614 h 5728"/>
                  <a:gd name="connsiteX96-21889" fmla="*/ 3068 w 5718"/>
                  <a:gd name="connsiteY96-21890" fmla="*/ 4680 h 5728"/>
                  <a:gd name="connsiteX97-21891" fmla="*/ 2933 w 5718"/>
                  <a:gd name="connsiteY97-21892" fmla="*/ 4739 h 5728"/>
                  <a:gd name="connsiteX98-21893" fmla="*/ 2891 w 5718"/>
                  <a:gd name="connsiteY98-21894" fmla="*/ 4777 h 5728"/>
                  <a:gd name="connsiteX99-21895" fmla="*/ 2692 w 5718"/>
                  <a:gd name="connsiteY99-21896" fmla="*/ 5021 h 5728"/>
                  <a:gd name="connsiteX100-21897" fmla="*/ 2619 w 5718"/>
                  <a:gd name="connsiteY100-21898" fmla="*/ 4970 h 5728"/>
                  <a:gd name="connsiteX101-21899" fmla="*/ 2536 w 5718"/>
                  <a:gd name="connsiteY101-21900" fmla="*/ 4971 h 5728"/>
                  <a:gd name="connsiteX102-21901" fmla="*/ 2500 w 5718"/>
                  <a:gd name="connsiteY102-21902" fmla="*/ 5045 h 5728"/>
                  <a:gd name="connsiteX103-21903" fmla="*/ 2389 w 5718"/>
                  <a:gd name="connsiteY103-21904" fmla="*/ 5000 h 5728"/>
                  <a:gd name="connsiteX104-21905" fmla="*/ 2311 w 5718"/>
                  <a:gd name="connsiteY104-21906" fmla="*/ 5109 h 5728"/>
                  <a:gd name="connsiteX105-21907" fmla="*/ 2089 w 5718"/>
                  <a:gd name="connsiteY105-21908" fmla="*/ 5349 h 5728"/>
                  <a:gd name="connsiteX106-21909" fmla="*/ 2069 w 5718"/>
                  <a:gd name="connsiteY106-21910" fmla="*/ 5516 h 5728"/>
                  <a:gd name="connsiteX107-21911" fmla="*/ 2052 w 5718"/>
                  <a:gd name="connsiteY107-21912" fmla="*/ 5659 h 5728"/>
                  <a:gd name="connsiteX108-21913" fmla="*/ 2036 w 5718"/>
                  <a:gd name="connsiteY108-21914" fmla="*/ 5669 h 5728"/>
                  <a:gd name="connsiteX109-21915" fmla="*/ 1714 w 5718"/>
                  <a:gd name="connsiteY109-21916" fmla="*/ 5621 h 5728"/>
                  <a:gd name="connsiteX110-21917" fmla="*/ 1612 w 5718"/>
                  <a:gd name="connsiteY110-21918" fmla="*/ 5566 h 5728"/>
                  <a:gd name="connsiteX111-21919" fmla="*/ 1558 w 5718"/>
                  <a:gd name="connsiteY111-21920" fmla="*/ 5503 h 5728"/>
                  <a:gd name="connsiteX112-21921" fmla="*/ 1453 w 5718"/>
                  <a:gd name="connsiteY112-21922" fmla="*/ 5477 h 5728"/>
                  <a:gd name="connsiteX113-21923" fmla="*/ 1453 w 5718"/>
                  <a:gd name="connsiteY113-21924" fmla="*/ 5379 h 5728"/>
                  <a:gd name="connsiteX114-21925" fmla="*/ 1557 w 5718"/>
                  <a:gd name="connsiteY114-21926" fmla="*/ 5149 h 5728"/>
                  <a:gd name="connsiteX115-21927" fmla="*/ 1417 w 5718"/>
                  <a:gd name="connsiteY115-21928" fmla="*/ 5070 h 5728"/>
                  <a:gd name="connsiteX116-21929" fmla="*/ 1375 w 5718"/>
                  <a:gd name="connsiteY116-21930" fmla="*/ 5095 h 5728"/>
                  <a:gd name="connsiteX117-21931" fmla="*/ 1285 w 5718"/>
                  <a:gd name="connsiteY117-21932" fmla="*/ 5214 h 5728"/>
                  <a:gd name="connsiteX118-21933" fmla="*/ 1253 w 5718"/>
                  <a:gd name="connsiteY118-21934" fmla="*/ 5276 h 5728"/>
                  <a:gd name="connsiteX119-21935" fmla="*/ 1191 w 5718"/>
                  <a:gd name="connsiteY119-21936" fmla="*/ 5386 h 5728"/>
                  <a:gd name="connsiteX120-21937" fmla="*/ 1197 w 5718"/>
                  <a:gd name="connsiteY120-21938" fmla="*/ 5510 h 5728"/>
                  <a:gd name="connsiteX121-21939" fmla="*/ 1158 w 5718"/>
                  <a:gd name="connsiteY121-21940" fmla="*/ 5558 h 5728"/>
                  <a:gd name="connsiteX122-21941" fmla="*/ 1027 w 5718"/>
                  <a:gd name="connsiteY122-21942" fmla="*/ 5617 h 5728"/>
                  <a:gd name="connsiteX123-21943" fmla="*/ 861 w 5718"/>
                  <a:gd name="connsiteY123-21944" fmla="*/ 5649 h 5728"/>
                  <a:gd name="connsiteX124-21945" fmla="*/ 758 w 5718"/>
                  <a:gd name="connsiteY124-21946" fmla="*/ 5728 h 5728"/>
                  <a:gd name="connsiteX125-21947" fmla="*/ 644 w 5718"/>
                  <a:gd name="connsiteY125-21948" fmla="*/ 5611 h 5728"/>
                  <a:gd name="connsiteX126-21949" fmla="*/ 584 w 5718"/>
                  <a:gd name="connsiteY126-21950" fmla="*/ 5485 h 5728"/>
                  <a:gd name="connsiteX127-21951" fmla="*/ 706 w 5718"/>
                  <a:gd name="connsiteY127-21952" fmla="*/ 5242 h 5728"/>
                  <a:gd name="connsiteX128-21953" fmla="*/ 761 w 5718"/>
                  <a:gd name="connsiteY128-21954" fmla="*/ 5195 h 5728"/>
                  <a:gd name="connsiteX129-21955" fmla="*/ 806 w 5718"/>
                  <a:gd name="connsiteY129-21956" fmla="*/ 5120 h 5728"/>
                  <a:gd name="connsiteX130-21957" fmla="*/ 803 w 5718"/>
                  <a:gd name="connsiteY130-21958" fmla="*/ 5071 h 5728"/>
                  <a:gd name="connsiteX131-21959" fmla="*/ 606 w 5718"/>
                  <a:gd name="connsiteY131-21960" fmla="*/ 5007 h 5728"/>
                  <a:gd name="connsiteX132-21961" fmla="*/ 535 w 5718"/>
                  <a:gd name="connsiteY132-21962" fmla="*/ 5064 h 5728"/>
                  <a:gd name="connsiteX133-21963" fmla="*/ 429 w 5718"/>
                  <a:gd name="connsiteY133-21964" fmla="*/ 5111 h 5728"/>
                  <a:gd name="connsiteX134-21965" fmla="*/ 366 w 5718"/>
                  <a:gd name="connsiteY134-21966" fmla="*/ 5063 h 5728"/>
                  <a:gd name="connsiteX135-21967" fmla="*/ 128 w 5718"/>
                  <a:gd name="connsiteY135-21968" fmla="*/ 5254 h 5728"/>
                  <a:gd name="connsiteX136-21969" fmla="*/ 0 w 5718"/>
                  <a:gd name="connsiteY136-21970" fmla="*/ 5231 h 5728"/>
                  <a:gd name="connsiteX0-21971" fmla="*/ 4404 w 5590"/>
                  <a:gd name="connsiteY0-21972" fmla="*/ 2333 h 5728"/>
                  <a:gd name="connsiteX1-21973" fmla="*/ 4402 w 5590"/>
                  <a:gd name="connsiteY1-21974" fmla="*/ 2117 h 5728"/>
                  <a:gd name="connsiteX2-21975" fmla="*/ 4326 w 5590"/>
                  <a:gd name="connsiteY2-21976" fmla="*/ 2039 h 5728"/>
                  <a:gd name="connsiteX3-21977" fmla="*/ 4183 w 5590"/>
                  <a:gd name="connsiteY3-21978" fmla="*/ 1951 h 5728"/>
                  <a:gd name="connsiteX4-21979" fmla="*/ 4091 w 5590"/>
                  <a:gd name="connsiteY4-21980" fmla="*/ 1827 h 5728"/>
                  <a:gd name="connsiteX5-21981" fmla="*/ 3995 w 5590"/>
                  <a:gd name="connsiteY5-21982" fmla="*/ 1828 h 5728"/>
                  <a:gd name="connsiteX6-21983" fmla="*/ 3950 w 5590"/>
                  <a:gd name="connsiteY6-21984" fmla="*/ 1883 h 5728"/>
                  <a:gd name="connsiteX7-21985" fmla="*/ 3857 w 5590"/>
                  <a:gd name="connsiteY7-21986" fmla="*/ 1877 h 5728"/>
                  <a:gd name="connsiteX8-21987" fmla="*/ 3837 w 5590"/>
                  <a:gd name="connsiteY8-21988" fmla="*/ 1994 h 5728"/>
                  <a:gd name="connsiteX9-21989" fmla="*/ 3656 w 5590"/>
                  <a:gd name="connsiteY9-21990" fmla="*/ 1941 h 5728"/>
                  <a:gd name="connsiteX10-21991" fmla="*/ 3573 w 5590"/>
                  <a:gd name="connsiteY10-21992" fmla="*/ 1939 h 5728"/>
                  <a:gd name="connsiteX11-21993" fmla="*/ 3448 w 5590"/>
                  <a:gd name="connsiteY11-21994" fmla="*/ 2014 h 5728"/>
                  <a:gd name="connsiteX12-21995" fmla="*/ 3336 w 5590"/>
                  <a:gd name="connsiteY12-21996" fmla="*/ 1890 h 5728"/>
                  <a:gd name="connsiteX13-21997" fmla="*/ 3430 w 5590"/>
                  <a:gd name="connsiteY13-21998" fmla="*/ 1804 h 5728"/>
                  <a:gd name="connsiteX14-21999" fmla="*/ 3434 w 5590"/>
                  <a:gd name="connsiteY14-22000" fmla="*/ 1634 h 5728"/>
                  <a:gd name="connsiteX15-22001" fmla="*/ 3489 w 5590"/>
                  <a:gd name="connsiteY15-22002" fmla="*/ 1514 h 5728"/>
                  <a:gd name="connsiteX16-22003" fmla="*/ 3532 w 5590"/>
                  <a:gd name="connsiteY16-22004" fmla="*/ 1306 h 5728"/>
                  <a:gd name="connsiteX17-22005" fmla="*/ 3592 w 5590"/>
                  <a:gd name="connsiteY17-22006" fmla="*/ 1307 h 5728"/>
                  <a:gd name="connsiteX18-22007" fmla="*/ 3915 w 5590"/>
                  <a:gd name="connsiteY18-22008" fmla="*/ 1286 h 5728"/>
                  <a:gd name="connsiteX19-22009" fmla="*/ 4089 w 5590"/>
                  <a:gd name="connsiteY19-22010" fmla="*/ 1117 h 5728"/>
                  <a:gd name="connsiteX20-22011" fmla="*/ 4158 w 5590"/>
                  <a:gd name="connsiteY20-22012" fmla="*/ 748 h 5728"/>
                  <a:gd name="connsiteX21-22013" fmla="*/ 4268 w 5590"/>
                  <a:gd name="connsiteY21-22014" fmla="*/ 486 h 5728"/>
                  <a:gd name="connsiteX22-22015" fmla="*/ 4266 w 5590"/>
                  <a:gd name="connsiteY22-22016" fmla="*/ 358 h 5728"/>
                  <a:gd name="connsiteX23-22017" fmla="*/ 4253 w 5590"/>
                  <a:gd name="connsiteY23-22018" fmla="*/ 328 h 5728"/>
                  <a:gd name="connsiteX24-22019" fmla="*/ 4186 w 5590"/>
                  <a:gd name="connsiteY24-22020" fmla="*/ 251 h 5728"/>
                  <a:gd name="connsiteX25-22021" fmla="*/ 4126 w 5590"/>
                  <a:gd name="connsiteY25-22022" fmla="*/ 217 h 5728"/>
                  <a:gd name="connsiteX26-22023" fmla="*/ 4251 w 5590"/>
                  <a:gd name="connsiteY26-22024" fmla="*/ 56 h 5728"/>
                  <a:gd name="connsiteX27-22025" fmla="*/ 4424 w 5590"/>
                  <a:gd name="connsiteY27-22026" fmla="*/ 2 h 5728"/>
                  <a:gd name="connsiteX28-22027" fmla="*/ 4456 w 5590"/>
                  <a:gd name="connsiteY28-22028" fmla="*/ 49 h 5728"/>
                  <a:gd name="connsiteX29-22029" fmla="*/ 4446 w 5590"/>
                  <a:gd name="connsiteY29-22030" fmla="*/ 133 h 5728"/>
                  <a:gd name="connsiteX30-22031" fmla="*/ 4385 w 5590"/>
                  <a:gd name="connsiteY30-22032" fmla="*/ 243 h 5728"/>
                  <a:gd name="connsiteX31-22033" fmla="*/ 4455 w 5590"/>
                  <a:gd name="connsiteY31-22034" fmla="*/ 301 h 5728"/>
                  <a:gd name="connsiteX32-22035" fmla="*/ 4569 w 5590"/>
                  <a:gd name="connsiteY32-22036" fmla="*/ 366 h 5728"/>
                  <a:gd name="connsiteX33-22037" fmla="*/ 4589 w 5590"/>
                  <a:gd name="connsiteY33-22038" fmla="*/ 255 h 5728"/>
                  <a:gd name="connsiteX34-22039" fmla="*/ 4723 w 5590"/>
                  <a:gd name="connsiteY34-22040" fmla="*/ 291 h 5728"/>
                  <a:gd name="connsiteX35-22041" fmla="*/ 4748 w 5590"/>
                  <a:gd name="connsiteY35-22042" fmla="*/ 331 h 5728"/>
                  <a:gd name="connsiteX36-22043" fmla="*/ 4824 w 5590"/>
                  <a:gd name="connsiteY36-22044" fmla="*/ 562 h 5728"/>
                  <a:gd name="connsiteX37-22045" fmla="*/ 4859 w 5590"/>
                  <a:gd name="connsiteY37-22046" fmla="*/ 586 h 5728"/>
                  <a:gd name="connsiteX38-22047" fmla="*/ 4951 w 5590"/>
                  <a:gd name="connsiteY38-22048" fmla="*/ 578 h 5728"/>
                  <a:gd name="connsiteX39-22049" fmla="*/ 5211 w 5590"/>
                  <a:gd name="connsiteY39-22050" fmla="*/ 490 h 5728"/>
                  <a:gd name="connsiteX40-22051" fmla="*/ 5431 w 5590"/>
                  <a:gd name="connsiteY40-22052" fmla="*/ 479 h 5728"/>
                  <a:gd name="connsiteX41-22053" fmla="*/ 5491 w 5590"/>
                  <a:gd name="connsiteY41-22054" fmla="*/ 648 h 5728"/>
                  <a:gd name="connsiteX42-22055" fmla="*/ 5409 w 5590"/>
                  <a:gd name="connsiteY42-22056" fmla="*/ 944 h 5728"/>
                  <a:gd name="connsiteX43-22057" fmla="*/ 5409 w 5590"/>
                  <a:gd name="connsiteY43-22058" fmla="*/ 1022 h 5728"/>
                  <a:gd name="connsiteX44-22059" fmla="*/ 5478 w 5590"/>
                  <a:gd name="connsiteY44-22060" fmla="*/ 1168 h 5728"/>
                  <a:gd name="connsiteX45-22061" fmla="*/ 5493 w 5590"/>
                  <a:gd name="connsiteY45-22062" fmla="*/ 1427 h 5728"/>
                  <a:gd name="connsiteX46-22063" fmla="*/ 5495 w 5590"/>
                  <a:gd name="connsiteY46-22064" fmla="*/ 1617 h 5728"/>
                  <a:gd name="connsiteX47-22065" fmla="*/ 5428 w 5590"/>
                  <a:gd name="connsiteY47-22066" fmla="*/ 1625 h 5728"/>
                  <a:gd name="connsiteX48-22067" fmla="*/ 5406 w 5590"/>
                  <a:gd name="connsiteY48-22068" fmla="*/ 1507 h 5728"/>
                  <a:gd name="connsiteX49-22069" fmla="*/ 5371 w 5590"/>
                  <a:gd name="connsiteY49-22070" fmla="*/ 1450 h 5728"/>
                  <a:gd name="connsiteX50-22071" fmla="*/ 5281 w 5590"/>
                  <a:gd name="connsiteY50-22072" fmla="*/ 1582 h 5728"/>
                  <a:gd name="connsiteX51-22073" fmla="*/ 5168 w 5590"/>
                  <a:gd name="connsiteY51-22074" fmla="*/ 1776 h 5728"/>
                  <a:gd name="connsiteX52-22075" fmla="*/ 5049 w 5590"/>
                  <a:gd name="connsiteY52-22076" fmla="*/ 1904 h 5728"/>
                  <a:gd name="connsiteX53-22077" fmla="*/ 5042 w 5590"/>
                  <a:gd name="connsiteY53-22078" fmla="*/ 2018 h 5728"/>
                  <a:gd name="connsiteX54-22079" fmla="*/ 5102 w 5590"/>
                  <a:gd name="connsiteY54-22080" fmla="*/ 2115 h 5728"/>
                  <a:gd name="connsiteX55-22081" fmla="*/ 5204 w 5590"/>
                  <a:gd name="connsiteY55-22082" fmla="*/ 2183 h 5728"/>
                  <a:gd name="connsiteX56-22083" fmla="*/ 5281 w 5590"/>
                  <a:gd name="connsiteY56-22084" fmla="*/ 2178 h 5728"/>
                  <a:gd name="connsiteX57-22085" fmla="*/ 5326 w 5590"/>
                  <a:gd name="connsiteY57-22086" fmla="*/ 2104 h 5728"/>
                  <a:gd name="connsiteX58-22087" fmla="*/ 5360 w 5590"/>
                  <a:gd name="connsiteY58-22088" fmla="*/ 2210 h 5728"/>
                  <a:gd name="connsiteX59-22089" fmla="*/ 5248 w 5590"/>
                  <a:gd name="connsiteY59-22090" fmla="*/ 2249 h 5728"/>
                  <a:gd name="connsiteX60-22091" fmla="*/ 5295 w 5590"/>
                  <a:gd name="connsiteY60-22092" fmla="*/ 2362 h 5728"/>
                  <a:gd name="connsiteX61-22093" fmla="*/ 5160 w 5590"/>
                  <a:gd name="connsiteY61-22094" fmla="*/ 2509 h 5728"/>
                  <a:gd name="connsiteX62-22095" fmla="*/ 5119 w 5590"/>
                  <a:gd name="connsiteY62-22096" fmla="*/ 2498 h 5728"/>
                  <a:gd name="connsiteX63-22097" fmla="*/ 4995 w 5590"/>
                  <a:gd name="connsiteY63-22098" fmla="*/ 2413 h 5728"/>
                  <a:gd name="connsiteX64-22099" fmla="*/ 4940 w 5590"/>
                  <a:gd name="connsiteY64-22100" fmla="*/ 2412 h 5728"/>
                  <a:gd name="connsiteX65-22101" fmla="*/ 4905 w 5590"/>
                  <a:gd name="connsiteY65-22102" fmla="*/ 2480 h 5728"/>
                  <a:gd name="connsiteX66-22103" fmla="*/ 4908 w 5590"/>
                  <a:gd name="connsiteY66-22104" fmla="*/ 2562 h 5728"/>
                  <a:gd name="connsiteX67-22105" fmla="*/ 5086 w 5590"/>
                  <a:gd name="connsiteY67-22106" fmla="*/ 2730 h 5728"/>
                  <a:gd name="connsiteX68-22107" fmla="*/ 5085 w 5590"/>
                  <a:gd name="connsiteY68-22108" fmla="*/ 2844 h 5728"/>
                  <a:gd name="connsiteX69-22109" fmla="*/ 5176 w 5590"/>
                  <a:gd name="connsiteY69-22110" fmla="*/ 3060 h 5728"/>
                  <a:gd name="connsiteX70-22111" fmla="*/ 5202 w 5590"/>
                  <a:gd name="connsiteY70-22112" fmla="*/ 3090 h 5728"/>
                  <a:gd name="connsiteX71-22113" fmla="*/ 5246 w 5590"/>
                  <a:gd name="connsiteY71-22114" fmla="*/ 3094 h 5728"/>
                  <a:gd name="connsiteX72-22115" fmla="*/ 5292 w 5590"/>
                  <a:gd name="connsiteY72-22116" fmla="*/ 3010 h 5728"/>
                  <a:gd name="connsiteX73-22117" fmla="*/ 5372 w 5590"/>
                  <a:gd name="connsiteY73-22118" fmla="*/ 2950 h 5728"/>
                  <a:gd name="connsiteX74-22119" fmla="*/ 5467 w 5590"/>
                  <a:gd name="connsiteY74-22120" fmla="*/ 3126 h 5728"/>
                  <a:gd name="connsiteX75-22121" fmla="*/ 5577 w 5590"/>
                  <a:gd name="connsiteY75-22122" fmla="*/ 3312 h 5728"/>
                  <a:gd name="connsiteX76-22123" fmla="*/ 5590 w 5590"/>
                  <a:gd name="connsiteY76-22124" fmla="*/ 3342 h 5728"/>
                  <a:gd name="connsiteX77-22125" fmla="*/ 5579 w 5590"/>
                  <a:gd name="connsiteY77-22126" fmla="*/ 3518 h 5728"/>
                  <a:gd name="connsiteX78-22127" fmla="*/ 5544 w 5590"/>
                  <a:gd name="connsiteY78-22128" fmla="*/ 3554 h 5728"/>
                  <a:gd name="connsiteX79-22129" fmla="*/ 5455 w 5590"/>
                  <a:gd name="connsiteY79-22130" fmla="*/ 3515 h 5728"/>
                  <a:gd name="connsiteX80-22131" fmla="*/ 5221 w 5590"/>
                  <a:gd name="connsiteY80-22132" fmla="*/ 3644 h 5728"/>
                  <a:gd name="connsiteX81-22133" fmla="*/ 5195 w 5590"/>
                  <a:gd name="connsiteY81-22134" fmla="*/ 3666 h 5728"/>
                  <a:gd name="connsiteX82-22135" fmla="*/ 5015 w 5590"/>
                  <a:gd name="connsiteY82-22136" fmla="*/ 3812 h 5728"/>
                  <a:gd name="connsiteX83-22137" fmla="*/ 4874 w 5590"/>
                  <a:gd name="connsiteY83-22138" fmla="*/ 3926 h 5728"/>
                  <a:gd name="connsiteX84-22139" fmla="*/ 4839 w 5590"/>
                  <a:gd name="connsiteY84-22140" fmla="*/ 3965 h 5728"/>
                  <a:gd name="connsiteX85-22141" fmla="*/ 4787 w 5590"/>
                  <a:gd name="connsiteY85-22142" fmla="*/ 3973 h 5728"/>
                  <a:gd name="connsiteX86-22143" fmla="*/ 4730 w 5590"/>
                  <a:gd name="connsiteY86-22144" fmla="*/ 3916 h 5728"/>
                  <a:gd name="connsiteX87-22145" fmla="*/ 4606 w 5590"/>
                  <a:gd name="connsiteY87-22146" fmla="*/ 3808 h 5728"/>
                  <a:gd name="connsiteX88-22147" fmla="*/ 4630 w 5590"/>
                  <a:gd name="connsiteY88-22148" fmla="*/ 4064 h 5728"/>
                  <a:gd name="connsiteX89-22149" fmla="*/ 4639 w 5590"/>
                  <a:gd name="connsiteY89-22150" fmla="*/ 4192 h 5728"/>
                  <a:gd name="connsiteX90-22151" fmla="*/ 4377 w 5590"/>
                  <a:gd name="connsiteY90-22152" fmla="*/ 4166 h 5728"/>
                  <a:gd name="connsiteX91-22153" fmla="*/ 4295 w 5590"/>
                  <a:gd name="connsiteY91-22154" fmla="*/ 3987 h 5728"/>
                  <a:gd name="connsiteX92-22155" fmla="*/ 4213 w 5590"/>
                  <a:gd name="connsiteY92-22156" fmla="*/ 3802 h 5728"/>
                  <a:gd name="connsiteX93-22157" fmla="*/ 3238 w 5590"/>
                  <a:gd name="connsiteY93-22158" fmla="*/ 4504 h 5728"/>
                  <a:gd name="connsiteX94-22159" fmla="*/ 3241 w 5590"/>
                  <a:gd name="connsiteY94-22160" fmla="*/ 4556 h 5728"/>
                  <a:gd name="connsiteX95-22161" fmla="*/ 3205 w 5590"/>
                  <a:gd name="connsiteY95-22162" fmla="*/ 4614 h 5728"/>
                  <a:gd name="connsiteX96-22163" fmla="*/ 2940 w 5590"/>
                  <a:gd name="connsiteY96-22164" fmla="*/ 4680 h 5728"/>
                  <a:gd name="connsiteX97-22165" fmla="*/ 2805 w 5590"/>
                  <a:gd name="connsiteY97-22166" fmla="*/ 4739 h 5728"/>
                  <a:gd name="connsiteX98-22167" fmla="*/ 2763 w 5590"/>
                  <a:gd name="connsiteY98-22168" fmla="*/ 4777 h 5728"/>
                  <a:gd name="connsiteX99-22169" fmla="*/ 2564 w 5590"/>
                  <a:gd name="connsiteY99-22170" fmla="*/ 5021 h 5728"/>
                  <a:gd name="connsiteX100-22171" fmla="*/ 2491 w 5590"/>
                  <a:gd name="connsiteY100-22172" fmla="*/ 4970 h 5728"/>
                  <a:gd name="connsiteX101-22173" fmla="*/ 2408 w 5590"/>
                  <a:gd name="connsiteY101-22174" fmla="*/ 4971 h 5728"/>
                  <a:gd name="connsiteX102-22175" fmla="*/ 2372 w 5590"/>
                  <a:gd name="connsiteY102-22176" fmla="*/ 5045 h 5728"/>
                  <a:gd name="connsiteX103-22177" fmla="*/ 2261 w 5590"/>
                  <a:gd name="connsiteY103-22178" fmla="*/ 5000 h 5728"/>
                  <a:gd name="connsiteX104-22179" fmla="*/ 2183 w 5590"/>
                  <a:gd name="connsiteY104-22180" fmla="*/ 5109 h 5728"/>
                  <a:gd name="connsiteX105-22181" fmla="*/ 1961 w 5590"/>
                  <a:gd name="connsiteY105-22182" fmla="*/ 5349 h 5728"/>
                  <a:gd name="connsiteX106-22183" fmla="*/ 1941 w 5590"/>
                  <a:gd name="connsiteY106-22184" fmla="*/ 5516 h 5728"/>
                  <a:gd name="connsiteX107-22185" fmla="*/ 1924 w 5590"/>
                  <a:gd name="connsiteY107-22186" fmla="*/ 5659 h 5728"/>
                  <a:gd name="connsiteX108-22187" fmla="*/ 1908 w 5590"/>
                  <a:gd name="connsiteY108-22188" fmla="*/ 5669 h 5728"/>
                  <a:gd name="connsiteX109-22189" fmla="*/ 1586 w 5590"/>
                  <a:gd name="connsiteY109-22190" fmla="*/ 5621 h 5728"/>
                  <a:gd name="connsiteX110-22191" fmla="*/ 1484 w 5590"/>
                  <a:gd name="connsiteY110-22192" fmla="*/ 5566 h 5728"/>
                  <a:gd name="connsiteX111-22193" fmla="*/ 1430 w 5590"/>
                  <a:gd name="connsiteY111-22194" fmla="*/ 5503 h 5728"/>
                  <a:gd name="connsiteX112-22195" fmla="*/ 1325 w 5590"/>
                  <a:gd name="connsiteY112-22196" fmla="*/ 5477 h 5728"/>
                  <a:gd name="connsiteX113-22197" fmla="*/ 1325 w 5590"/>
                  <a:gd name="connsiteY113-22198" fmla="*/ 5379 h 5728"/>
                  <a:gd name="connsiteX114-22199" fmla="*/ 1429 w 5590"/>
                  <a:gd name="connsiteY114-22200" fmla="*/ 5149 h 5728"/>
                  <a:gd name="connsiteX115-22201" fmla="*/ 1289 w 5590"/>
                  <a:gd name="connsiteY115-22202" fmla="*/ 5070 h 5728"/>
                  <a:gd name="connsiteX116-22203" fmla="*/ 1247 w 5590"/>
                  <a:gd name="connsiteY116-22204" fmla="*/ 5095 h 5728"/>
                  <a:gd name="connsiteX117-22205" fmla="*/ 1157 w 5590"/>
                  <a:gd name="connsiteY117-22206" fmla="*/ 5214 h 5728"/>
                  <a:gd name="connsiteX118-22207" fmla="*/ 1125 w 5590"/>
                  <a:gd name="connsiteY118-22208" fmla="*/ 5276 h 5728"/>
                  <a:gd name="connsiteX119-22209" fmla="*/ 1063 w 5590"/>
                  <a:gd name="connsiteY119-22210" fmla="*/ 5386 h 5728"/>
                  <a:gd name="connsiteX120-22211" fmla="*/ 1069 w 5590"/>
                  <a:gd name="connsiteY120-22212" fmla="*/ 5510 h 5728"/>
                  <a:gd name="connsiteX121-22213" fmla="*/ 1030 w 5590"/>
                  <a:gd name="connsiteY121-22214" fmla="*/ 5558 h 5728"/>
                  <a:gd name="connsiteX122-22215" fmla="*/ 899 w 5590"/>
                  <a:gd name="connsiteY122-22216" fmla="*/ 5617 h 5728"/>
                  <a:gd name="connsiteX123-22217" fmla="*/ 733 w 5590"/>
                  <a:gd name="connsiteY123-22218" fmla="*/ 5649 h 5728"/>
                  <a:gd name="connsiteX124-22219" fmla="*/ 630 w 5590"/>
                  <a:gd name="connsiteY124-22220" fmla="*/ 5728 h 5728"/>
                  <a:gd name="connsiteX125-22221" fmla="*/ 516 w 5590"/>
                  <a:gd name="connsiteY125-22222" fmla="*/ 5611 h 5728"/>
                  <a:gd name="connsiteX126-22223" fmla="*/ 456 w 5590"/>
                  <a:gd name="connsiteY126-22224" fmla="*/ 5485 h 5728"/>
                  <a:gd name="connsiteX127-22225" fmla="*/ 578 w 5590"/>
                  <a:gd name="connsiteY127-22226" fmla="*/ 5242 h 5728"/>
                  <a:gd name="connsiteX128-22227" fmla="*/ 633 w 5590"/>
                  <a:gd name="connsiteY128-22228" fmla="*/ 5195 h 5728"/>
                  <a:gd name="connsiteX129-22229" fmla="*/ 678 w 5590"/>
                  <a:gd name="connsiteY129-22230" fmla="*/ 5120 h 5728"/>
                  <a:gd name="connsiteX130-22231" fmla="*/ 675 w 5590"/>
                  <a:gd name="connsiteY130-22232" fmla="*/ 5071 h 5728"/>
                  <a:gd name="connsiteX131-22233" fmla="*/ 478 w 5590"/>
                  <a:gd name="connsiteY131-22234" fmla="*/ 5007 h 5728"/>
                  <a:gd name="connsiteX132-22235" fmla="*/ 407 w 5590"/>
                  <a:gd name="connsiteY132-22236" fmla="*/ 5064 h 5728"/>
                  <a:gd name="connsiteX133-22237" fmla="*/ 301 w 5590"/>
                  <a:gd name="connsiteY133-22238" fmla="*/ 5111 h 5728"/>
                  <a:gd name="connsiteX134-22239" fmla="*/ 238 w 5590"/>
                  <a:gd name="connsiteY134-22240" fmla="*/ 5063 h 5728"/>
                  <a:gd name="connsiteX135-22241" fmla="*/ 0 w 5590"/>
                  <a:gd name="connsiteY135-22242" fmla="*/ 5254 h 5728"/>
                  <a:gd name="connsiteX0-22243" fmla="*/ 4166 w 5352"/>
                  <a:gd name="connsiteY0-22244" fmla="*/ 2333 h 5728"/>
                  <a:gd name="connsiteX1-22245" fmla="*/ 4164 w 5352"/>
                  <a:gd name="connsiteY1-22246" fmla="*/ 2117 h 5728"/>
                  <a:gd name="connsiteX2-22247" fmla="*/ 4088 w 5352"/>
                  <a:gd name="connsiteY2-22248" fmla="*/ 2039 h 5728"/>
                  <a:gd name="connsiteX3-22249" fmla="*/ 3945 w 5352"/>
                  <a:gd name="connsiteY3-22250" fmla="*/ 1951 h 5728"/>
                  <a:gd name="connsiteX4-22251" fmla="*/ 3853 w 5352"/>
                  <a:gd name="connsiteY4-22252" fmla="*/ 1827 h 5728"/>
                  <a:gd name="connsiteX5-22253" fmla="*/ 3757 w 5352"/>
                  <a:gd name="connsiteY5-22254" fmla="*/ 1828 h 5728"/>
                  <a:gd name="connsiteX6-22255" fmla="*/ 3712 w 5352"/>
                  <a:gd name="connsiteY6-22256" fmla="*/ 1883 h 5728"/>
                  <a:gd name="connsiteX7-22257" fmla="*/ 3619 w 5352"/>
                  <a:gd name="connsiteY7-22258" fmla="*/ 1877 h 5728"/>
                  <a:gd name="connsiteX8-22259" fmla="*/ 3599 w 5352"/>
                  <a:gd name="connsiteY8-22260" fmla="*/ 1994 h 5728"/>
                  <a:gd name="connsiteX9-22261" fmla="*/ 3418 w 5352"/>
                  <a:gd name="connsiteY9-22262" fmla="*/ 1941 h 5728"/>
                  <a:gd name="connsiteX10-22263" fmla="*/ 3335 w 5352"/>
                  <a:gd name="connsiteY10-22264" fmla="*/ 1939 h 5728"/>
                  <a:gd name="connsiteX11-22265" fmla="*/ 3210 w 5352"/>
                  <a:gd name="connsiteY11-22266" fmla="*/ 2014 h 5728"/>
                  <a:gd name="connsiteX12-22267" fmla="*/ 3098 w 5352"/>
                  <a:gd name="connsiteY12-22268" fmla="*/ 1890 h 5728"/>
                  <a:gd name="connsiteX13-22269" fmla="*/ 3192 w 5352"/>
                  <a:gd name="connsiteY13-22270" fmla="*/ 1804 h 5728"/>
                  <a:gd name="connsiteX14-22271" fmla="*/ 3196 w 5352"/>
                  <a:gd name="connsiteY14-22272" fmla="*/ 1634 h 5728"/>
                  <a:gd name="connsiteX15-22273" fmla="*/ 3251 w 5352"/>
                  <a:gd name="connsiteY15-22274" fmla="*/ 1514 h 5728"/>
                  <a:gd name="connsiteX16-22275" fmla="*/ 3294 w 5352"/>
                  <a:gd name="connsiteY16-22276" fmla="*/ 1306 h 5728"/>
                  <a:gd name="connsiteX17-22277" fmla="*/ 3354 w 5352"/>
                  <a:gd name="connsiteY17-22278" fmla="*/ 1307 h 5728"/>
                  <a:gd name="connsiteX18-22279" fmla="*/ 3677 w 5352"/>
                  <a:gd name="connsiteY18-22280" fmla="*/ 1286 h 5728"/>
                  <a:gd name="connsiteX19-22281" fmla="*/ 3851 w 5352"/>
                  <a:gd name="connsiteY19-22282" fmla="*/ 1117 h 5728"/>
                  <a:gd name="connsiteX20-22283" fmla="*/ 3920 w 5352"/>
                  <a:gd name="connsiteY20-22284" fmla="*/ 748 h 5728"/>
                  <a:gd name="connsiteX21-22285" fmla="*/ 4030 w 5352"/>
                  <a:gd name="connsiteY21-22286" fmla="*/ 486 h 5728"/>
                  <a:gd name="connsiteX22-22287" fmla="*/ 4028 w 5352"/>
                  <a:gd name="connsiteY22-22288" fmla="*/ 358 h 5728"/>
                  <a:gd name="connsiteX23-22289" fmla="*/ 4015 w 5352"/>
                  <a:gd name="connsiteY23-22290" fmla="*/ 328 h 5728"/>
                  <a:gd name="connsiteX24-22291" fmla="*/ 3948 w 5352"/>
                  <a:gd name="connsiteY24-22292" fmla="*/ 251 h 5728"/>
                  <a:gd name="connsiteX25-22293" fmla="*/ 3888 w 5352"/>
                  <a:gd name="connsiteY25-22294" fmla="*/ 217 h 5728"/>
                  <a:gd name="connsiteX26-22295" fmla="*/ 4013 w 5352"/>
                  <a:gd name="connsiteY26-22296" fmla="*/ 56 h 5728"/>
                  <a:gd name="connsiteX27-22297" fmla="*/ 4186 w 5352"/>
                  <a:gd name="connsiteY27-22298" fmla="*/ 2 h 5728"/>
                  <a:gd name="connsiteX28-22299" fmla="*/ 4218 w 5352"/>
                  <a:gd name="connsiteY28-22300" fmla="*/ 49 h 5728"/>
                  <a:gd name="connsiteX29-22301" fmla="*/ 4208 w 5352"/>
                  <a:gd name="connsiteY29-22302" fmla="*/ 133 h 5728"/>
                  <a:gd name="connsiteX30-22303" fmla="*/ 4147 w 5352"/>
                  <a:gd name="connsiteY30-22304" fmla="*/ 243 h 5728"/>
                  <a:gd name="connsiteX31-22305" fmla="*/ 4217 w 5352"/>
                  <a:gd name="connsiteY31-22306" fmla="*/ 301 h 5728"/>
                  <a:gd name="connsiteX32-22307" fmla="*/ 4331 w 5352"/>
                  <a:gd name="connsiteY32-22308" fmla="*/ 366 h 5728"/>
                  <a:gd name="connsiteX33-22309" fmla="*/ 4351 w 5352"/>
                  <a:gd name="connsiteY33-22310" fmla="*/ 255 h 5728"/>
                  <a:gd name="connsiteX34-22311" fmla="*/ 4485 w 5352"/>
                  <a:gd name="connsiteY34-22312" fmla="*/ 291 h 5728"/>
                  <a:gd name="connsiteX35-22313" fmla="*/ 4510 w 5352"/>
                  <a:gd name="connsiteY35-22314" fmla="*/ 331 h 5728"/>
                  <a:gd name="connsiteX36-22315" fmla="*/ 4586 w 5352"/>
                  <a:gd name="connsiteY36-22316" fmla="*/ 562 h 5728"/>
                  <a:gd name="connsiteX37-22317" fmla="*/ 4621 w 5352"/>
                  <a:gd name="connsiteY37-22318" fmla="*/ 586 h 5728"/>
                  <a:gd name="connsiteX38-22319" fmla="*/ 4713 w 5352"/>
                  <a:gd name="connsiteY38-22320" fmla="*/ 578 h 5728"/>
                  <a:gd name="connsiteX39-22321" fmla="*/ 4973 w 5352"/>
                  <a:gd name="connsiteY39-22322" fmla="*/ 490 h 5728"/>
                  <a:gd name="connsiteX40-22323" fmla="*/ 5193 w 5352"/>
                  <a:gd name="connsiteY40-22324" fmla="*/ 479 h 5728"/>
                  <a:gd name="connsiteX41-22325" fmla="*/ 5253 w 5352"/>
                  <a:gd name="connsiteY41-22326" fmla="*/ 648 h 5728"/>
                  <a:gd name="connsiteX42-22327" fmla="*/ 5171 w 5352"/>
                  <a:gd name="connsiteY42-22328" fmla="*/ 944 h 5728"/>
                  <a:gd name="connsiteX43-22329" fmla="*/ 5171 w 5352"/>
                  <a:gd name="connsiteY43-22330" fmla="*/ 1022 h 5728"/>
                  <a:gd name="connsiteX44-22331" fmla="*/ 5240 w 5352"/>
                  <a:gd name="connsiteY44-22332" fmla="*/ 1168 h 5728"/>
                  <a:gd name="connsiteX45-22333" fmla="*/ 5255 w 5352"/>
                  <a:gd name="connsiteY45-22334" fmla="*/ 1427 h 5728"/>
                  <a:gd name="connsiteX46-22335" fmla="*/ 5257 w 5352"/>
                  <a:gd name="connsiteY46-22336" fmla="*/ 1617 h 5728"/>
                  <a:gd name="connsiteX47-22337" fmla="*/ 5190 w 5352"/>
                  <a:gd name="connsiteY47-22338" fmla="*/ 1625 h 5728"/>
                  <a:gd name="connsiteX48-22339" fmla="*/ 5168 w 5352"/>
                  <a:gd name="connsiteY48-22340" fmla="*/ 1507 h 5728"/>
                  <a:gd name="connsiteX49-22341" fmla="*/ 5133 w 5352"/>
                  <a:gd name="connsiteY49-22342" fmla="*/ 1450 h 5728"/>
                  <a:gd name="connsiteX50-22343" fmla="*/ 5043 w 5352"/>
                  <a:gd name="connsiteY50-22344" fmla="*/ 1582 h 5728"/>
                  <a:gd name="connsiteX51-22345" fmla="*/ 4930 w 5352"/>
                  <a:gd name="connsiteY51-22346" fmla="*/ 1776 h 5728"/>
                  <a:gd name="connsiteX52-22347" fmla="*/ 4811 w 5352"/>
                  <a:gd name="connsiteY52-22348" fmla="*/ 1904 h 5728"/>
                  <a:gd name="connsiteX53-22349" fmla="*/ 4804 w 5352"/>
                  <a:gd name="connsiteY53-22350" fmla="*/ 2018 h 5728"/>
                  <a:gd name="connsiteX54-22351" fmla="*/ 4864 w 5352"/>
                  <a:gd name="connsiteY54-22352" fmla="*/ 2115 h 5728"/>
                  <a:gd name="connsiteX55-22353" fmla="*/ 4966 w 5352"/>
                  <a:gd name="connsiteY55-22354" fmla="*/ 2183 h 5728"/>
                  <a:gd name="connsiteX56-22355" fmla="*/ 5043 w 5352"/>
                  <a:gd name="connsiteY56-22356" fmla="*/ 2178 h 5728"/>
                  <a:gd name="connsiteX57-22357" fmla="*/ 5088 w 5352"/>
                  <a:gd name="connsiteY57-22358" fmla="*/ 2104 h 5728"/>
                  <a:gd name="connsiteX58-22359" fmla="*/ 5122 w 5352"/>
                  <a:gd name="connsiteY58-22360" fmla="*/ 2210 h 5728"/>
                  <a:gd name="connsiteX59-22361" fmla="*/ 5010 w 5352"/>
                  <a:gd name="connsiteY59-22362" fmla="*/ 2249 h 5728"/>
                  <a:gd name="connsiteX60-22363" fmla="*/ 5057 w 5352"/>
                  <a:gd name="connsiteY60-22364" fmla="*/ 2362 h 5728"/>
                  <a:gd name="connsiteX61-22365" fmla="*/ 4922 w 5352"/>
                  <a:gd name="connsiteY61-22366" fmla="*/ 2509 h 5728"/>
                  <a:gd name="connsiteX62-22367" fmla="*/ 4881 w 5352"/>
                  <a:gd name="connsiteY62-22368" fmla="*/ 2498 h 5728"/>
                  <a:gd name="connsiteX63-22369" fmla="*/ 4757 w 5352"/>
                  <a:gd name="connsiteY63-22370" fmla="*/ 2413 h 5728"/>
                  <a:gd name="connsiteX64-22371" fmla="*/ 4702 w 5352"/>
                  <a:gd name="connsiteY64-22372" fmla="*/ 2412 h 5728"/>
                  <a:gd name="connsiteX65-22373" fmla="*/ 4667 w 5352"/>
                  <a:gd name="connsiteY65-22374" fmla="*/ 2480 h 5728"/>
                  <a:gd name="connsiteX66-22375" fmla="*/ 4670 w 5352"/>
                  <a:gd name="connsiteY66-22376" fmla="*/ 2562 h 5728"/>
                  <a:gd name="connsiteX67-22377" fmla="*/ 4848 w 5352"/>
                  <a:gd name="connsiteY67-22378" fmla="*/ 2730 h 5728"/>
                  <a:gd name="connsiteX68-22379" fmla="*/ 4847 w 5352"/>
                  <a:gd name="connsiteY68-22380" fmla="*/ 2844 h 5728"/>
                  <a:gd name="connsiteX69-22381" fmla="*/ 4938 w 5352"/>
                  <a:gd name="connsiteY69-22382" fmla="*/ 3060 h 5728"/>
                  <a:gd name="connsiteX70-22383" fmla="*/ 4964 w 5352"/>
                  <a:gd name="connsiteY70-22384" fmla="*/ 3090 h 5728"/>
                  <a:gd name="connsiteX71-22385" fmla="*/ 5008 w 5352"/>
                  <a:gd name="connsiteY71-22386" fmla="*/ 3094 h 5728"/>
                  <a:gd name="connsiteX72-22387" fmla="*/ 5054 w 5352"/>
                  <a:gd name="connsiteY72-22388" fmla="*/ 3010 h 5728"/>
                  <a:gd name="connsiteX73-22389" fmla="*/ 5134 w 5352"/>
                  <a:gd name="connsiteY73-22390" fmla="*/ 2950 h 5728"/>
                  <a:gd name="connsiteX74-22391" fmla="*/ 5229 w 5352"/>
                  <a:gd name="connsiteY74-22392" fmla="*/ 3126 h 5728"/>
                  <a:gd name="connsiteX75-22393" fmla="*/ 5339 w 5352"/>
                  <a:gd name="connsiteY75-22394" fmla="*/ 3312 h 5728"/>
                  <a:gd name="connsiteX76-22395" fmla="*/ 5352 w 5352"/>
                  <a:gd name="connsiteY76-22396" fmla="*/ 3342 h 5728"/>
                  <a:gd name="connsiteX77-22397" fmla="*/ 5341 w 5352"/>
                  <a:gd name="connsiteY77-22398" fmla="*/ 3518 h 5728"/>
                  <a:gd name="connsiteX78-22399" fmla="*/ 5306 w 5352"/>
                  <a:gd name="connsiteY78-22400" fmla="*/ 3554 h 5728"/>
                  <a:gd name="connsiteX79-22401" fmla="*/ 5217 w 5352"/>
                  <a:gd name="connsiteY79-22402" fmla="*/ 3515 h 5728"/>
                  <a:gd name="connsiteX80-22403" fmla="*/ 4983 w 5352"/>
                  <a:gd name="connsiteY80-22404" fmla="*/ 3644 h 5728"/>
                  <a:gd name="connsiteX81-22405" fmla="*/ 4957 w 5352"/>
                  <a:gd name="connsiteY81-22406" fmla="*/ 3666 h 5728"/>
                  <a:gd name="connsiteX82-22407" fmla="*/ 4777 w 5352"/>
                  <a:gd name="connsiteY82-22408" fmla="*/ 3812 h 5728"/>
                  <a:gd name="connsiteX83-22409" fmla="*/ 4636 w 5352"/>
                  <a:gd name="connsiteY83-22410" fmla="*/ 3926 h 5728"/>
                  <a:gd name="connsiteX84-22411" fmla="*/ 4601 w 5352"/>
                  <a:gd name="connsiteY84-22412" fmla="*/ 3965 h 5728"/>
                  <a:gd name="connsiteX85-22413" fmla="*/ 4549 w 5352"/>
                  <a:gd name="connsiteY85-22414" fmla="*/ 3973 h 5728"/>
                  <a:gd name="connsiteX86-22415" fmla="*/ 4492 w 5352"/>
                  <a:gd name="connsiteY86-22416" fmla="*/ 3916 h 5728"/>
                  <a:gd name="connsiteX87-22417" fmla="*/ 4368 w 5352"/>
                  <a:gd name="connsiteY87-22418" fmla="*/ 3808 h 5728"/>
                  <a:gd name="connsiteX88-22419" fmla="*/ 4392 w 5352"/>
                  <a:gd name="connsiteY88-22420" fmla="*/ 4064 h 5728"/>
                  <a:gd name="connsiteX89-22421" fmla="*/ 4401 w 5352"/>
                  <a:gd name="connsiteY89-22422" fmla="*/ 4192 h 5728"/>
                  <a:gd name="connsiteX90-22423" fmla="*/ 4139 w 5352"/>
                  <a:gd name="connsiteY90-22424" fmla="*/ 4166 h 5728"/>
                  <a:gd name="connsiteX91-22425" fmla="*/ 4057 w 5352"/>
                  <a:gd name="connsiteY91-22426" fmla="*/ 3987 h 5728"/>
                  <a:gd name="connsiteX92-22427" fmla="*/ 3975 w 5352"/>
                  <a:gd name="connsiteY92-22428" fmla="*/ 3802 h 5728"/>
                  <a:gd name="connsiteX93-22429" fmla="*/ 3000 w 5352"/>
                  <a:gd name="connsiteY93-22430" fmla="*/ 4504 h 5728"/>
                  <a:gd name="connsiteX94-22431" fmla="*/ 3003 w 5352"/>
                  <a:gd name="connsiteY94-22432" fmla="*/ 4556 h 5728"/>
                  <a:gd name="connsiteX95-22433" fmla="*/ 2967 w 5352"/>
                  <a:gd name="connsiteY95-22434" fmla="*/ 4614 h 5728"/>
                  <a:gd name="connsiteX96-22435" fmla="*/ 2702 w 5352"/>
                  <a:gd name="connsiteY96-22436" fmla="*/ 4680 h 5728"/>
                  <a:gd name="connsiteX97-22437" fmla="*/ 2567 w 5352"/>
                  <a:gd name="connsiteY97-22438" fmla="*/ 4739 h 5728"/>
                  <a:gd name="connsiteX98-22439" fmla="*/ 2525 w 5352"/>
                  <a:gd name="connsiteY98-22440" fmla="*/ 4777 h 5728"/>
                  <a:gd name="connsiteX99-22441" fmla="*/ 2326 w 5352"/>
                  <a:gd name="connsiteY99-22442" fmla="*/ 5021 h 5728"/>
                  <a:gd name="connsiteX100-22443" fmla="*/ 2253 w 5352"/>
                  <a:gd name="connsiteY100-22444" fmla="*/ 4970 h 5728"/>
                  <a:gd name="connsiteX101-22445" fmla="*/ 2170 w 5352"/>
                  <a:gd name="connsiteY101-22446" fmla="*/ 4971 h 5728"/>
                  <a:gd name="connsiteX102-22447" fmla="*/ 2134 w 5352"/>
                  <a:gd name="connsiteY102-22448" fmla="*/ 5045 h 5728"/>
                  <a:gd name="connsiteX103-22449" fmla="*/ 2023 w 5352"/>
                  <a:gd name="connsiteY103-22450" fmla="*/ 5000 h 5728"/>
                  <a:gd name="connsiteX104-22451" fmla="*/ 1945 w 5352"/>
                  <a:gd name="connsiteY104-22452" fmla="*/ 5109 h 5728"/>
                  <a:gd name="connsiteX105-22453" fmla="*/ 1723 w 5352"/>
                  <a:gd name="connsiteY105-22454" fmla="*/ 5349 h 5728"/>
                  <a:gd name="connsiteX106-22455" fmla="*/ 1703 w 5352"/>
                  <a:gd name="connsiteY106-22456" fmla="*/ 5516 h 5728"/>
                  <a:gd name="connsiteX107-22457" fmla="*/ 1686 w 5352"/>
                  <a:gd name="connsiteY107-22458" fmla="*/ 5659 h 5728"/>
                  <a:gd name="connsiteX108-22459" fmla="*/ 1670 w 5352"/>
                  <a:gd name="connsiteY108-22460" fmla="*/ 5669 h 5728"/>
                  <a:gd name="connsiteX109-22461" fmla="*/ 1348 w 5352"/>
                  <a:gd name="connsiteY109-22462" fmla="*/ 5621 h 5728"/>
                  <a:gd name="connsiteX110-22463" fmla="*/ 1246 w 5352"/>
                  <a:gd name="connsiteY110-22464" fmla="*/ 5566 h 5728"/>
                  <a:gd name="connsiteX111-22465" fmla="*/ 1192 w 5352"/>
                  <a:gd name="connsiteY111-22466" fmla="*/ 5503 h 5728"/>
                  <a:gd name="connsiteX112-22467" fmla="*/ 1087 w 5352"/>
                  <a:gd name="connsiteY112-22468" fmla="*/ 5477 h 5728"/>
                  <a:gd name="connsiteX113-22469" fmla="*/ 1087 w 5352"/>
                  <a:gd name="connsiteY113-22470" fmla="*/ 5379 h 5728"/>
                  <a:gd name="connsiteX114-22471" fmla="*/ 1191 w 5352"/>
                  <a:gd name="connsiteY114-22472" fmla="*/ 5149 h 5728"/>
                  <a:gd name="connsiteX115-22473" fmla="*/ 1051 w 5352"/>
                  <a:gd name="connsiteY115-22474" fmla="*/ 5070 h 5728"/>
                  <a:gd name="connsiteX116-22475" fmla="*/ 1009 w 5352"/>
                  <a:gd name="connsiteY116-22476" fmla="*/ 5095 h 5728"/>
                  <a:gd name="connsiteX117-22477" fmla="*/ 919 w 5352"/>
                  <a:gd name="connsiteY117-22478" fmla="*/ 5214 h 5728"/>
                  <a:gd name="connsiteX118-22479" fmla="*/ 887 w 5352"/>
                  <a:gd name="connsiteY118-22480" fmla="*/ 5276 h 5728"/>
                  <a:gd name="connsiteX119-22481" fmla="*/ 825 w 5352"/>
                  <a:gd name="connsiteY119-22482" fmla="*/ 5386 h 5728"/>
                  <a:gd name="connsiteX120-22483" fmla="*/ 831 w 5352"/>
                  <a:gd name="connsiteY120-22484" fmla="*/ 5510 h 5728"/>
                  <a:gd name="connsiteX121-22485" fmla="*/ 792 w 5352"/>
                  <a:gd name="connsiteY121-22486" fmla="*/ 5558 h 5728"/>
                  <a:gd name="connsiteX122-22487" fmla="*/ 661 w 5352"/>
                  <a:gd name="connsiteY122-22488" fmla="*/ 5617 h 5728"/>
                  <a:gd name="connsiteX123-22489" fmla="*/ 495 w 5352"/>
                  <a:gd name="connsiteY123-22490" fmla="*/ 5649 h 5728"/>
                  <a:gd name="connsiteX124-22491" fmla="*/ 392 w 5352"/>
                  <a:gd name="connsiteY124-22492" fmla="*/ 5728 h 5728"/>
                  <a:gd name="connsiteX125-22493" fmla="*/ 278 w 5352"/>
                  <a:gd name="connsiteY125-22494" fmla="*/ 5611 h 5728"/>
                  <a:gd name="connsiteX126-22495" fmla="*/ 218 w 5352"/>
                  <a:gd name="connsiteY126-22496" fmla="*/ 5485 h 5728"/>
                  <a:gd name="connsiteX127-22497" fmla="*/ 340 w 5352"/>
                  <a:gd name="connsiteY127-22498" fmla="*/ 5242 h 5728"/>
                  <a:gd name="connsiteX128-22499" fmla="*/ 395 w 5352"/>
                  <a:gd name="connsiteY128-22500" fmla="*/ 5195 h 5728"/>
                  <a:gd name="connsiteX129-22501" fmla="*/ 440 w 5352"/>
                  <a:gd name="connsiteY129-22502" fmla="*/ 5120 h 5728"/>
                  <a:gd name="connsiteX130-22503" fmla="*/ 437 w 5352"/>
                  <a:gd name="connsiteY130-22504" fmla="*/ 5071 h 5728"/>
                  <a:gd name="connsiteX131-22505" fmla="*/ 240 w 5352"/>
                  <a:gd name="connsiteY131-22506" fmla="*/ 5007 h 5728"/>
                  <a:gd name="connsiteX132-22507" fmla="*/ 169 w 5352"/>
                  <a:gd name="connsiteY132-22508" fmla="*/ 5064 h 5728"/>
                  <a:gd name="connsiteX133-22509" fmla="*/ 63 w 5352"/>
                  <a:gd name="connsiteY133-22510" fmla="*/ 5111 h 5728"/>
                  <a:gd name="connsiteX134-22511" fmla="*/ 0 w 5352"/>
                  <a:gd name="connsiteY134-22512" fmla="*/ 5063 h 5728"/>
                  <a:gd name="connsiteX0-22513" fmla="*/ 4103 w 5289"/>
                  <a:gd name="connsiteY0-22514" fmla="*/ 2333 h 5728"/>
                  <a:gd name="connsiteX1-22515" fmla="*/ 4101 w 5289"/>
                  <a:gd name="connsiteY1-22516" fmla="*/ 2117 h 5728"/>
                  <a:gd name="connsiteX2-22517" fmla="*/ 4025 w 5289"/>
                  <a:gd name="connsiteY2-22518" fmla="*/ 2039 h 5728"/>
                  <a:gd name="connsiteX3-22519" fmla="*/ 3882 w 5289"/>
                  <a:gd name="connsiteY3-22520" fmla="*/ 1951 h 5728"/>
                  <a:gd name="connsiteX4-22521" fmla="*/ 3790 w 5289"/>
                  <a:gd name="connsiteY4-22522" fmla="*/ 1827 h 5728"/>
                  <a:gd name="connsiteX5-22523" fmla="*/ 3694 w 5289"/>
                  <a:gd name="connsiteY5-22524" fmla="*/ 1828 h 5728"/>
                  <a:gd name="connsiteX6-22525" fmla="*/ 3649 w 5289"/>
                  <a:gd name="connsiteY6-22526" fmla="*/ 1883 h 5728"/>
                  <a:gd name="connsiteX7-22527" fmla="*/ 3556 w 5289"/>
                  <a:gd name="connsiteY7-22528" fmla="*/ 1877 h 5728"/>
                  <a:gd name="connsiteX8-22529" fmla="*/ 3536 w 5289"/>
                  <a:gd name="connsiteY8-22530" fmla="*/ 1994 h 5728"/>
                  <a:gd name="connsiteX9-22531" fmla="*/ 3355 w 5289"/>
                  <a:gd name="connsiteY9-22532" fmla="*/ 1941 h 5728"/>
                  <a:gd name="connsiteX10-22533" fmla="*/ 3272 w 5289"/>
                  <a:gd name="connsiteY10-22534" fmla="*/ 1939 h 5728"/>
                  <a:gd name="connsiteX11-22535" fmla="*/ 3147 w 5289"/>
                  <a:gd name="connsiteY11-22536" fmla="*/ 2014 h 5728"/>
                  <a:gd name="connsiteX12-22537" fmla="*/ 3035 w 5289"/>
                  <a:gd name="connsiteY12-22538" fmla="*/ 1890 h 5728"/>
                  <a:gd name="connsiteX13-22539" fmla="*/ 3129 w 5289"/>
                  <a:gd name="connsiteY13-22540" fmla="*/ 1804 h 5728"/>
                  <a:gd name="connsiteX14-22541" fmla="*/ 3133 w 5289"/>
                  <a:gd name="connsiteY14-22542" fmla="*/ 1634 h 5728"/>
                  <a:gd name="connsiteX15-22543" fmla="*/ 3188 w 5289"/>
                  <a:gd name="connsiteY15-22544" fmla="*/ 1514 h 5728"/>
                  <a:gd name="connsiteX16-22545" fmla="*/ 3231 w 5289"/>
                  <a:gd name="connsiteY16-22546" fmla="*/ 1306 h 5728"/>
                  <a:gd name="connsiteX17-22547" fmla="*/ 3291 w 5289"/>
                  <a:gd name="connsiteY17-22548" fmla="*/ 1307 h 5728"/>
                  <a:gd name="connsiteX18-22549" fmla="*/ 3614 w 5289"/>
                  <a:gd name="connsiteY18-22550" fmla="*/ 1286 h 5728"/>
                  <a:gd name="connsiteX19-22551" fmla="*/ 3788 w 5289"/>
                  <a:gd name="connsiteY19-22552" fmla="*/ 1117 h 5728"/>
                  <a:gd name="connsiteX20-22553" fmla="*/ 3857 w 5289"/>
                  <a:gd name="connsiteY20-22554" fmla="*/ 748 h 5728"/>
                  <a:gd name="connsiteX21-22555" fmla="*/ 3967 w 5289"/>
                  <a:gd name="connsiteY21-22556" fmla="*/ 486 h 5728"/>
                  <a:gd name="connsiteX22-22557" fmla="*/ 3965 w 5289"/>
                  <a:gd name="connsiteY22-22558" fmla="*/ 358 h 5728"/>
                  <a:gd name="connsiteX23-22559" fmla="*/ 3952 w 5289"/>
                  <a:gd name="connsiteY23-22560" fmla="*/ 328 h 5728"/>
                  <a:gd name="connsiteX24-22561" fmla="*/ 3885 w 5289"/>
                  <a:gd name="connsiteY24-22562" fmla="*/ 251 h 5728"/>
                  <a:gd name="connsiteX25-22563" fmla="*/ 3825 w 5289"/>
                  <a:gd name="connsiteY25-22564" fmla="*/ 217 h 5728"/>
                  <a:gd name="connsiteX26-22565" fmla="*/ 3950 w 5289"/>
                  <a:gd name="connsiteY26-22566" fmla="*/ 56 h 5728"/>
                  <a:gd name="connsiteX27-22567" fmla="*/ 4123 w 5289"/>
                  <a:gd name="connsiteY27-22568" fmla="*/ 2 h 5728"/>
                  <a:gd name="connsiteX28-22569" fmla="*/ 4155 w 5289"/>
                  <a:gd name="connsiteY28-22570" fmla="*/ 49 h 5728"/>
                  <a:gd name="connsiteX29-22571" fmla="*/ 4145 w 5289"/>
                  <a:gd name="connsiteY29-22572" fmla="*/ 133 h 5728"/>
                  <a:gd name="connsiteX30-22573" fmla="*/ 4084 w 5289"/>
                  <a:gd name="connsiteY30-22574" fmla="*/ 243 h 5728"/>
                  <a:gd name="connsiteX31-22575" fmla="*/ 4154 w 5289"/>
                  <a:gd name="connsiteY31-22576" fmla="*/ 301 h 5728"/>
                  <a:gd name="connsiteX32-22577" fmla="*/ 4268 w 5289"/>
                  <a:gd name="connsiteY32-22578" fmla="*/ 366 h 5728"/>
                  <a:gd name="connsiteX33-22579" fmla="*/ 4288 w 5289"/>
                  <a:gd name="connsiteY33-22580" fmla="*/ 255 h 5728"/>
                  <a:gd name="connsiteX34-22581" fmla="*/ 4422 w 5289"/>
                  <a:gd name="connsiteY34-22582" fmla="*/ 291 h 5728"/>
                  <a:gd name="connsiteX35-22583" fmla="*/ 4447 w 5289"/>
                  <a:gd name="connsiteY35-22584" fmla="*/ 331 h 5728"/>
                  <a:gd name="connsiteX36-22585" fmla="*/ 4523 w 5289"/>
                  <a:gd name="connsiteY36-22586" fmla="*/ 562 h 5728"/>
                  <a:gd name="connsiteX37-22587" fmla="*/ 4558 w 5289"/>
                  <a:gd name="connsiteY37-22588" fmla="*/ 586 h 5728"/>
                  <a:gd name="connsiteX38-22589" fmla="*/ 4650 w 5289"/>
                  <a:gd name="connsiteY38-22590" fmla="*/ 578 h 5728"/>
                  <a:gd name="connsiteX39-22591" fmla="*/ 4910 w 5289"/>
                  <a:gd name="connsiteY39-22592" fmla="*/ 490 h 5728"/>
                  <a:gd name="connsiteX40-22593" fmla="*/ 5130 w 5289"/>
                  <a:gd name="connsiteY40-22594" fmla="*/ 479 h 5728"/>
                  <a:gd name="connsiteX41-22595" fmla="*/ 5190 w 5289"/>
                  <a:gd name="connsiteY41-22596" fmla="*/ 648 h 5728"/>
                  <a:gd name="connsiteX42-22597" fmla="*/ 5108 w 5289"/>
                  <a:gd name="connsiteY42-22598" fmla="*/ 944 h 5728"/>
                  <a:gd name="connsiteX43-22599" fmla="*/ 5108 w 5289"/>
                  <a:gd name="connsiteY43-22600" fmla="*/ 1022 h 5728"/>
                  <a:gd name="connsiteX44-22601" fmla="*/ 5177 w 5289"/>
                  <a:gd name="connsiteY44-22602" fmla="*/ 1168 h 5728"/>
                  <a:gd name="connsiteX45-22603" fmla="*/ 5192 w 5289"/>
                  <a:gd name="connsiteY45-22604" fmla="*/ 1427 h 5728"/>
                  <a:gd name="connsiteX46-22605" fmla="*/ 5194 w 5289"/>
                  <a:gd name="connsiteY46-22606" fmla="*/ 1617 h 5728"/>
                  <a:gd name="connsiteX47-22607" fmla="*/ 5127 w 5289"/>
                  <a:gd name="connsiteY47-22608" fmla="*/ 1625 h 5728"/>
                  <a:gd name="connsiteX48-22609" fmla="*/ 5105 w 5289"/>
                  <a:gd name="connsiteY48-22610" fmla="*/ 1507 h 5728"/>
                  <a:gd name="connsiteX49-22611" fmla="*/ 5070 w 5289"/>
                  <a:gd name="connsiteY49-22612" fmla="*/ 1450 h 5728"/>
                  <a:gd name="connsiteX50-22613" fmla="*/ 4980 w 5289"/>
                  <a:gd name="connsiteY50-22614" fmla="*/ 1582 h 5728"/>
                  <a:gd name="connsiteX51-22615" fmla="*/ 4867 w 5289"/>
                  <a:gd name="connsiteY51-22616" fmla="*/ 1776 h 5728"/>
                  <a:gd name="connsiteX52-22617" fmla="*/ 4748 w 5289"/>
                  <a:gd name="connsiteY52-22618" fmla="*/ 1904 h 5728"/>
                  <a:gd name="connsiteX53-22619" fmla="*/ 4741 w 5289"/>
                  <a:gd name="connsiteY53-22620" fmla="*/ 2018 h 5728"/>
                  <a:gd name="connsiteX54-22621" fmla="*/ 4801 w 5289"/>
                  <a:gd name="connsiteY54-22622" fmla="*/ 2115 h 5728"/>
                  <a:gd name="connsiteX55-22623" fmla="*/ 4903 w 5289"/>
                  <a:gd name="connsiteY55-22624" fmla="*/ 2183 h 5728"/>
                  <a:gd name="connsiteX56-22625" fmla="*/ 4980 w 5289"/>
                  <a:gd name="connsiteY56-22626" fmla="*/ 2178 h 5728"/>
                  <a:gd name="connsiteX57-22627" fmla="*/ 5025 w 5289"/>
                  <a:gd name="connsiteY57-22628" fmla="*/ 2104 h 5728"/>
                  <a:gd name="connsiteX58-22629" fmla="*/ 5059 w 5289"/>
                  <a:gd name="connsiteY58-22630" fmla="*/ 2210 h 5728"/>
                  <a:gd name="connsiteX59-22631" fmla="*/ 4947 w 5289"/>
                  <a:gd name="connsiteY59-22632" fmla="*/ 2249 h 5728"/>
                  <a:gd name="connsiteX60-22633" fmla="*/ 4994 w 5289"/>
                  <a:gd name="connsiteY60-22634" fmla="*/ 2362 h 5728"/>
                  <a:gd name="connsiteX61-22635" fmla="*/ 4859 w 5289"/>
                  <a:gd name="connsiteY61-22636" fmla="*/ 2509 h 5728"/>
                  <a:gd name="connsiteX62-22637" fmla="*/ 4818 w 5289"/>
                  <a:gd name="connsiteY62-22638" fmla="*/ 2498 h 5728"/>
                  <a:gd name="connsiteX63-22639" fmla="*/ 4694 w 5289"/>
                  <a:gd name="connsiteY63-22640" fmla="*/ 2413 h 5728"/>
                  <a:gd name="connsiteX64-22641" fmla="*/ 4639 w 5289"/>
                  <a:gd name="connsiteY64-22642" fmla="*/ 2412 h 5728"/>
                  <a:gd name="connsiteX65-22643" fmla="*/ 4604 w 5289"/>
                  <a:gd name="connsiteY65-22644" fmla="*/ 2480 h 5728"/>
                  <a:gd name="connsiteX66-22645" fmla="*/ 4607 w 5289"/>
                  <a:gd name="connsiteY66-22646" fmla="*/ 2562 h 5728"/>
                  <a:gd name="connsiteX67-22647" fmla="*/ 4785 w 5289"/>
                  <a:gd name="connsiteY67-22648" fmla="*/ 2730 h 5728"/>
                  <a:gd name="connsiteX68-22649" fmla="*/ 4784 w 5289"/>
                  <a:gd name="connsiteY68-22650" fmla="*/ 2844 h 5728"/>
                  <a:gd name="connsiteX69-22651" fmla="*/ 4875 w 5289"/>
                  <a:gd name="connsiteY69-22652" fmla="*/ 3060 h 5728"/>
                  <a:gd name="connsiteX70-22653" fmla="*/ 4901 w 5289"/>
                  <a:gd name="connsiteY70-22654" fmla="*/ 3090 h 5728"/>
                  <a:gd name="connsiteX71-22655" fmla="*/ 4945 w 5289"/>
                  <a:gd name="connsiteY71-22656" fmla="*/ 3094 h 5728"/>
                  <a:gd name="connsiteX72-22657" fmla="*/ 4991 w 5289"/>
                  <a:gd name="connsiteY72-22658" fmla="*/ 3010 h 5728"/>
                  <a:gd name="connsiteX73-22659" fmla="*/ 5071 w 5289"/>
                  <a:gd name="connsiteY73-22660" fmla="*/ 2950 h 5728"/>
                  <a:gd name="connsiteX74-22661" fmla="*/ 5166 w 5289"/>
                  <a:gd name="connsiteY74-22662" fmla="*/ 3126 h 5728"/>
                  <a:gd name="connsiteX75-22663" fmla="*/ 5276 w 5289"/>
                  <a:gd name="connsiteY75-22664" fmla="*/ 3312 h 5728"/>
                  <a:gd name="connsiteX76-22665" fmla="*/ 5289 w 5289"/>
                  <a:gd name="connsiteY76-22666" fmla="*/ 3342 h 5728"/>
                  <a:gd name="connsiteX77-22667" fmla="*/ 5278 w 5289"/>
                  <a:gd name="connsiteY77-22668" fmla="*/ 3518 h 5728"/>
                  <a:gd name="connsiteX78-22669" fmla="*/ 5243 w 5289"/>
                  <a:gd name="connsiteY78-22670" fmla="*/ 3554 h 5728"/>
                  <a:gd name="connsiteX79-22671" fmla="*/ 5154 w 5289"/>
                  <a:gd name="connsiteY79-22672" fmla="*/ 3515 h 5728"/>
                  <a:gd name="connsiteX80-22673" fmla="*/ 4920 w 5289"/>
                  <a:gd name="connsiteY80-22674" fmla="*/ 3644 h 5728"/>
                  <a:gd name="connsiteX81-22675" fmla="*/ 4894 w 5289"/>
                  <a:gd name="connsiteY81-22676" fmla="*/ 3666 h 5728"/>
                  <a:gd name="connsiteX82-22677" fmla="*/ 4714 w 5289"/>
                  <a:gd name="connsiteY82-22678" fmla="*/ 3812 h 5728"/>
                  <a:gd name="connsiteX83-22679" fmla="*/ 4573 w 5289"/>
                  <a:gd name="connsiteY83-22680" fmla="*/ 3926 h 5728"/>
                  <a:gd name="connsiteX84-22681" fmla="*/ 4538 w 5289"/>
                  <a:gd name="connsiteY84-22682" fmla="*/ 3965 h 5728"/>
                  <a:gd name="connsiteX85-22683" fmla="*/ 4486 w 5289"/>
                  <a:gd name="connsiteY85-22684" fmla="*/ 3973 h 5728"/>
                  <a:gd name="connsiteX86-22685" fmla="*/ 4429 w 5289"/>
                  <a:gd name="connsiteY86-22686" fmla="*/ 3916 h 5728"/>
                  <a:gd name="connsiteX87-22687" fmla="*/ 4305 w 5289"/>
                  <a:gd name="connsiteY87-22688" fmla="*/ 3808 h 5728"/>
                  <a:gd name="connsiteX88-22689" fmla="*/ 4329 w 5289"/>
                  <a:gd name="connsiteY88-22690" fmla="*/ 4064 h 5728"/>
                  <a:gd name="connsiteX89-22691" fmla="*/ 4338 w 5289"/>
                  <a:gd name="connsiteY89-22692" fmla="*/ 4192 h 5728"/>
                  <a:gd name="connsiteX90-22693" fmla="*/ 4076 w 5289"/>
                  <a:gd name="connsiteY90-22694" fmla="*/ 4166 h 5728"/>
                  <a:gd name="connsiteX91-22695" fmla="*/ 3994 w 5289"/>
                  <a:gd name="connsiteY91-22696" fmla="*/ 3987 h 5728"/>
                  <a:gd name="connsiteX92-22697" fmla="*/ 3912 w 5289"/>
                  <a:gd name="connsiteY92-22698" fmla="*/ 3802 h 5728"/>
                  <a:gd name="connsiteX93-22699" fmla="*/ 2937 w 5289"/>
                  <a:gd name="connsiteY93-22700" fmla="*/ 4504 h 5728"/>
                  <a:gd name="connsiteX94-22701" fmla="*/ 2940 w 5289"/>
                  <a:gd name="connsiteY94-22702" fmla="*/ 4556 h 5728"/>
                  <a:gd name="connsiteX95-22703" fmla="*/ 2904 w 5289"/>
                  <a:gd name="connsiteY95-22704" fmla="*/ 4614 h 5728"/>
                  <a:gd name="connsiteX96-22705" fmla="*/ 2639 w 5289"/>
                  <a:gd name="connsiteY96-22706" fmla="*/ 4680 h 5728"/>
                  <a:gd name="connsiteX97-22707" fmla="*/ 2504 w 5289"/>
                  <a:gd name="connsiteY97-22708" fmla="*/ 4739 h 5728"/>
                  <a:gd name="connsiteX98-22709" fmla="*/ 2462 w 5289"/>
                  <a:gd name="connsiteY98-22710" fmla="*/ 4777 h 5728"/>
                  <a:gd name="connsiteX99-22711" fmla="*/ 2263 w 5289"/>
                  <a:gd name="connsiteY99-22712" fmla="*/ 5021 h 5728"/>
                  <a:gd name="connsiteX100-22713" fmla="*/ 2190 w 5289"/>
                  <a:gd name="connsiteY100-22714" fmla="*/ 4970 h 5728"/>
                  <a:gd name="connsiteX101-22715" fmla="*/ 2107 w 5289"/>
                  <a:gd name="connsiteY101-22716" fmla="*/ 4971 h 5728"/>
                  <a:gd name="connsiteX102-22717" fmla="*/ 2071 w 5289"/>
                  <a:gd name="connsiteY102-22718" fmla="*/ 5045 h 5728"/>
                  <a:gd name="connsiteX103-22719" fmla="*/ 1960 w 5289"/>
                  <a:gd name="connsiteY103-22720" fmla="*/ 5000 h 5728"/>
                  <a:gd name="connsiteX104-22721" fmla="*/ 1882 w 5289"/>
                  <a:gd name="connsiteY104-22722" fmla="*/ 5109 h 5728"/>
                  <a:gd name="connsiteX105-22723" fmla="*/ 1660 w 5289"/>
                  <a:gd name="connsiteY105-22724" fmla="*/ 5349 h 5728"/>
                  <a:gd name="connsiteX106-22725" fmla="*/ 1640 w 5289"/>
                  <a:gd name="connsiteY106-22726" fmla="*/ 5516 h 5728"/>
                  <a:gd name="connsiteX107-22727" fmla="*/ 1623 w 5289"/>
                  <a:gd name="connsiteY107-22728" fmla="*/ 5659 h 5728"/>
                  <a:gd name="connsiteX108-22729" fmla="*/ 1607 w 5289"/>
                  <a:gd name="connsiteY108-22730" fmla="*/ 5669 h 5728"/>
                  <a:gd name="connsiteX109-22731" fmla="*/ 1285 w 5289"/>
                  <a:gd name="connsiteY109-22732" fmla="*/ 5621 h 5728"/>
                  <a:gd name="connsiteX110-22733" fmla="*/ 1183 w 5289"/>
                  <a:gd name="connsiteY110-22734" fmla="*/ 5566 h 5728"/>
                  <a:gd name="connsiteX111-22735" fmla="*/ 1129 w 5289"/>
                  <a:gd name="connsiteY111-22736" fmla="*/ 5503 h 5728"/>
                  <a:gd name="connsiteX112-22737" fmla="*/ 1024 w 5289"/>
                  <a:gd name="connsiteY112-22738" fmla="*/ 5477 h 5728"/>
                  <a:gd name="connsiteX113-22739" fmla="*/ 1024 w 5289"/>
                  <a:gd name="connsiteY113-22740" fmla="*/ 5379 h 5728"/>
                  <a:gd name="connsiteX114-22741" fmla="*/ 1128 w 5289"/>
                  <a:gd name="connsiteY114-22742" fmla="*/ 5149 h 5728"/>
                  <a:gd name="connsiteX115-22743" fmla="*/ 988 w 5289"/>
                  <a:gd name="connsiteY115-22744" fmla="*/ 5070 h 5728"/>
                  <a:gd name="connsiteX116-22745" fmla="*/ 946 w 5289"/>
                  <a:gd name="connsiteY116-22746" fmla="*/ 5095 h 5728"/>
                  <a:gd name="connsiteX117-22747" fmla="*/ 856 w 5289"/>
                  <a:gd name="connsiteY117-22748" fmla="*/ 5214 h 5728"/>
                  <a:gd name="connsiteX118-22749" fmla="*/ 824 w 5289"/>
                  <a:gd name="connsiteY118-22750" fmla="*/ 5276 h 5728"/>
                  <a:gd name="connsiteX119-22751" fmla="*/ 762 w 5289"/>
                  <a:gd name="connsiteY119-22752" fmla="*/ 5386 h 5728"/>
                  <a:gd name="connsiteX120-22753" fmla="*/ 768 w 5289"/>
                  <a:gd name="connsiteY120-22754" fmla="*/ 5510 h 5728"/>
                  <a:gd name="connsiteX121-22755" fmla="*/ 729 w 5289"/>
                  <a:gd name="connsiteY121-22756" fmla="*/ 5558 h 5728"/>
                  <a:gd name="connsiteX122-22757" fmla="*/ 598 w 5289"/>
                  <a:gd name="connsiteY122-22758" fmla="*/ 5617 h 5728"/>
                  <a:gd name="connsiteX123-22759" fmla="*/ 432 w 5289"/>
                  <a:gd name="connsiteY123-22760" fmla="*/ 5649 h 5728"/>
                  <a:gd name="connsiteX124-22761" fmla="*/ 329 w 5289"/>
                  <a:gd name="connsiteY124-22762" fmla="*/ 5728 h 5728"/>
                  <a:gd name="connsiteX125-22763" fmla="*/ 215 w 5289"/>
                  <a:gd name="connsiteY125-22764" fmla="*/ 5611 h 5728"/>
                  <a:gd name="connsiteX126-22765" fmla="*/ 155 w 5289"/>
                  <a:gd name="connsiteY126-22766" fmla="*/ 5485 h 5728"/>
                  <a:gd name="connsiteX127-22767" fmla="*/ 277 w 5289"/>
                  <a:gd name="connsiteY127-22768" fmla="*/ 5242 h 5728"/>
                  <a:gd name="connsiteX128-22769" fmla="*/ 332 w 5289"/>
                  <a:gd name="connsiteY128-22770" fmla="*/ 5195 h 5728"/>
                  <a:gd name="connsiteX129-22771" fmla="*/ 377 w 5289"/>
                  <a:gd name="connsiteY129-22772" fmla="*/ 5120 h 5728"/>
                  <a:gd name="connsiteX130-22773" fmla="*/ 374 w 5289"/>
                  <a:gd name="connsiteY130-22774" fmla="*/ 5071 h 5728"/>
                  <a:gd name="connsiteX131-22775" fmla="*/ 177 w 5289"/>
                  <a:gd name="connsiteY131-22776" fmla="*/ 5007 h 5728"/>
                  <a:gd name="connsiteX132-22777" fmla="*/ 106 w 5289"/>
                  <a:gd name="connsiteY132-22778" fmla="*/ 5064 h 5728"/>
                  <a:gd name="connsiteX133-22779" fmla="*/ 0 w 5289"/>
                  <a:gd name="connsiteY133-22780" fmla="*/ 5111 h 5728"/>
                  <a:gd name="connsiteX0-22781" fmla="*/ 3997 w 5183"/>
                  <a:gd name="connsiteY0-22782" fmla="*/ 2333 h 5728"/>
                  <a:gd name="connsiteX1-22783" fmla="*/ 3995 w 5183"/>
                  <a:gd name="connsiteY1-22784" fmla="*/ 2117 h 5728"/>
                  <a:gd name="connsiteX2-22785" fmla="*/ 3919 w 5183"/>
                  <a:gd name="connsiteY2-22786" fmla="*/ 2039 h 5728"/>
                  <a:gd name="connsiteX3-22787" fmla="*/ 3776 w 5183"/>
                  <a:gd name="connsiteY3-22788" fmla="*/ 1951 h 5728"/>
                  <a:gd name="connsiteX4-22789" fmla="*/ 3684 w 5183"/>
                  <a:gd name="connsiteY4-22790" fmla="*/ 1827 h 5728"/>
                  <a:gd name="connsiteX5-22791" fmla="*/ 3588 w 5183"/>
                  <a:gd name="connsiteY5-22792" fmla="*/ 1828 h 5728"/>
                  <a:gd name="connsiteX6-22793" fmla="*/ 3543 w 5183"/>
                  <a:gd name="connsiteY6-22794" fmla="*/ 1883 h 5728"/>
                  <a:gd name="connsiteX7-22795" fmla="*/ 3450 w 5183"/>
                  <a:gd name="connsiteY7-22796" fmla="*/ 1877 h 5728"/>
                  <a:gd name="connsiteX8-22797" fmla="*/ 3430 w 5183"/>
                  <a:gd name="connsiteY8-22798" fmla="*/ 1994 h 5728"/>
                  <a:gd name="connsiteX9-22799" fmla="*/ 3249 w 5183"/>
                  <a:gd name="connsiteY9-22800" fmla="*/ 1941 h 5728"/>
                  <a:gd name="connsiteX10-22801" fmla="*/ 3166 w 5183"/>
                  <a:gd name="connsiteY10-22802" fmla="*/ 1939 h 5728"/>
                  <a:gd name="connsiteX11-22803" fmla="*/ 3041 w 5183"/>
                  <a:gd name="connsiteY11-22804" fmla="*/ 2014 h 5728"/>
                  <a:gd name="connsiteX12-22805" fmla="*/ 2929 w 5183"/>
                  <a:gd name="connsiteY12-22806" fmla="*/ 1890 h 5728"/>
                  <a:gd name="connsiteX13-22807" fmla="*/ 3023 w 5183"/>
                  <a:gd name="connsiteY13-22808" fmla="*/ 1804 h 5728"/>
                  <a:gd name="connsiteX14-22809" fmla="*/ 3027 w 5183"/>
                  <a:gd name="connsiteY14-22810" fmla="*/ 1634 h 5728"/>
                  <a:gd name="connsiteX15-22811" fmla="*/ 3082 w 5183"/>
                  <a:gd name="connsiteY15-22812" fmla="*/ 1514 h 5728"/>
                  <a:gd name="connsiteX16-22813" fmla="*/ 3125 w 5183"/>
                  <a:gd name="connsiteY16-22814" fmla="*/ 1306 h 5728"/>
                  <a:gd name="connsiteX17-22815" fmla="*/ 3185 w 5183"/>
                  <a:gd name="connsiteY17-22816" fmla="*/ 1307 h 5728"/>
                  <a:gd name="connsiteX18-22817" fmla="*/ 3508 w 5183"/>
                  <a:gd name="connsiteY18-22818" fmla="*/ 1286 h 5728"/>
                  <a:gd name="connsiteX19-22819" fmla="*/ 3682 w 5183"/>
                  <a:gd name="connsiteY19-22820" fmla="*/ 1117 h 5728"/>
                  <a:gd name="connsiteX20-22821" fmla="*/ 3751 w 5183"/>
                  <a:gd name="connsiteY20-22822" fmla="*/ 748 h 5728"/>
                  <a:gd name="connsiteX21-22823" fmla="*/ 3861 w 5183"/>
                  <a:gd name="connsiteY21-22824" fmla="*/ 486 h 5728"/>
                  <a:gd name="connsiteX22-22825" fmla="*/ 3859 w 5183"/>
                  <a:gd name="connsiteY22-22826" fmla="*/ 358 h 5728"/>
                  <a:gd name="connsiteX23-22827" fmla="*/ 3846 w 5183"/>
                  <a:gd name="connsiteY23-22828" fmla="*/ 328 h 5728"/>
                  <a:gd name="connsiteX24-22829" fmla="*/ 3779 w 5183"/>
                  <a:gd name="connsiteY24-22830" fmla="*/ 251 h 5728"/>
                  <a:gd name="connsiteX25-22831" fmla="*/ 3719 w 5183"/>
                  <a:gd name="connsiteY25-22832" fmla="*/ 217 h 5728"/>
                  <a:gd name="connsiteX26-22833" fmla="*/ 3844 w 5183"/>
                  <a:gd name="connsiteY26-22834" fmla="*/ 56 h 5728"/>
                  <a:gd name="connsiteX27-22835" fmla="*/ 4017 w 5183"/>
                  <a:gd name="connsiteY27-22836" fmla="*/ 2 h 5728"/>
                  <a:gd name="connsiteX28-22837" fmla="*/ 4049 w 5183"/>
                  <a:gd name="connsiteY28-22838" fmla="*/ 49 h 5728"/>
                  <a:gd name="connsiteX29-22839" fmla="*/ 4039 w 5183"/>
                  <a:gd name="connsiteY29-22840" fmla="*/ 133 h 5728"/>
                  <a:gd name="connsiteX30-22841" fmla="*/ 3978 w 5183"/>
                  <a:gd name="connsiteY30-22842" fmla="*/ 243 h 5728"/>
                  <a:gd name="connsiteX31-22843" fmla="*/ 4048 w 5183"/>
                  <a:gd name="connsiteY31-22844" fmla="*/ 301 h 5728"/>
                  <a:gd name="connsiteX32-22845" fmla="*/ 4162 w 5183"/>
                  <a:gd name="connsiteY32-22846" fmla="*/ 366 h 5728"/>
                  <a:gd name="connsiteX33-22847" fmla="*/ 4182 w 5183"/>
                  <a:gd name="connsiteY33-22848" fmla="*/ 255 h 5728"/>
                  <a:gd name="connsiteX34-22849" fmla="*/ 4316 w 5183"/>
                  <a:gd name="connsiteY34-22850" fmla="*/ 291 h 5728"/>
                  <a:gd name="connsiteX35-22851" fmla="*/ 4341 w 5183"/>
                  <a:gd name="connsiteY35-22852" fmla="*/ 331 h 5728"/>
                  <a:gd name="connsiteX36-22853" fmla="*/ 4417 w 5183"/>
                  <a:gd name="connsiteY36-22854" fmla="*/ 562 h 5728"/>
                  <a:gd name="connsiteX37-22855" fmla="*/ 4452 w 5183"/>
                  <a:gd name="connsiteY37-22856" fmla="*/ 586 h 5728"/>
                  <a:gd name="connsiteX38-22857" fmla="*/ 4544 w 5183"/>
                  <a:gd name="connsiteY38-22858" fmla="*/ 578 h 5728"/>
                  <a:gd name="connsiteX39-22859" fmla="*/ 4804 w 5183"/>
                  <a:gd name="connsiteY39-22860" fmla="*/ 490 h 5728"/>
                  <a:gd name="connsiteX40-22861" fmla="*/ 5024 w 5183"/>
                  <a:gd name="connsiteY40-22862" fmla="*/ 479 h 5728"/>
                  <a:gd name="connsiteX41-22863" fmla="*/ 5084 w 5183"/>
                  <a:gd name="connsiteY41-22864" fmla="*/ 648 h 5728"/>
                  <a:gd name="connsiteX42-22865" fmla="*/ 5002 w 5183"/>
                  <a:gd name="connsiteY42-22866" fmla="*/ 944 h 5728"/>
                  <a:gd name="connsiteX43-22867" fmla="*/ 5002 w 5183"/>
                  <a:gd name="connsiteY43-22868" fmla="*/ 1022 h 5728"/>
                  <a:gd name="connsiteX44-22869" fmla="*/ 5071 w 5183"/>
                  <a:gd name="connsiteY44-22870" fmla="*/ 1168 h 5728"/>
                  <a:gd name="connsiteX45-22871" fmla="*/ 5086 w 5183"/>
                  <a:gd name="connsiteY45-22872" fmla="*/ 1427 h 5728"/>
                  <a:gd name="connsiteX46-22873" fmla="*/ 5088 w 5183"/>
                  <a:gd name="connsiteY46-22874" fmla="*/ 1617 h 5728"/>
                  <a:gd name="connsiteX47-22875" fmla="*/ 5021 w 5183"/>
                  <a:gd name="connsiteY47-22876" fmla="*/ 1625 h 5728"/>
                  <a:gd name="connsiteX48-22877" fmla="*/ 4999 w 5183"/>
                  <a:gd name="connsiteY48-22878" fmla="*/ 1507 h 5728"/>
                  <a:gd name="connsiteX49-22879" fmla="*/ 4964 w 5183"/>
                  <a:gd name="connsiteY49-22880" fmla="*/ 1450 h 5728"/>
                  <a:gd name="connsiteX50-22881" fmla="*/ 4874 w 5183"/>
                  <a:gd name="connsiteY50-22882" fmla="*/ 1582 h 5728"/>
                  <a:gd name="connsiteX51-22883" fmla="*/ 4761 w 5183"/>
                  <a:gd name="connsiteY51-22884" fmla="*/ 1776 h 5728"/>
                  <a:gd name="connsiteX52-22885" fmla="*/ 4642 w 5183"/>
                  <a:gd name="connsiteY52-22886" fmla="*/ 1904 h 5728"/>
                  <a:gd name="connsiteX53-22887" fmla="*/ 4635 w 5183"/>
                  <a:gd name="connsiteY53-22888" fmla="*/ 2018 h 5728"/>
                  <a:gd name="connsiteX54-22889" fmla="*/ 4695 w 5183"/>
                  <a:gd name="connsiteY54-22890" fmla="*/ 2115 h 5728"/>
                  <a:gd name="connsiteX55-22891" fmla="*/ 4797 w 5183"/>
                  <a:gd name="connsiteY55-22892" fmla="*/ 2183 h 5728"/>
                  <a:gd name="connsiteX56-22893" fmla="*/ 4874 w 5183"/>
                  <a:gd name="connsiteY56-22894" fmla="*/ 2178 h 5728"/>
                  <a:gd name="connsiteX57-22895" fmla="*/ 4919 w 5183"/>
                  <a:gd name="connsiteY57-22896" fmla="*/ 2104 h 5728"/>
                  <a:gd name="connsiteX58-22897" fmla="*/ 4953 w 5183"/>
                  <a:gd name="connsiteY58-22898" fmla="*/ 2210 h 5728"/>
                  <a:gd name="connsiteX59-22899" fmla="*/ 4841 w 5183"/>
                  <a:gd name="connsiteY59-22900" fmla="*/ 2249 h 5728"/>
                  <a:gd name="connsiteX60-22901" fmla="*/ 4888 w 5183"/>
                  <a:gd name="connsiteY60-22902" fmla="*/ 2362 h 5728"/>
                  <a:gd name="connsiteX61-22903" fmla="*/ 4753 w 5183"/>
                  <a:gd name="connsiteY61-22904" fmla="*/ 2509 h 5728"/>
                  <a:gd name="connsiteX62-22905" fmla="*/ 4712 w 5183"/>
                  <a:gd name="connsiteY62-22906" fmla="*/ 2498 h 5728"/>
                  <a:gd name="connsiteX63-22907" fmla="*/ 4588 w 5183"/>
                  <a:gd name="connsiteY63-22908" fmla="*/ 2413 h 5728"/>
                  <a:gd name="connsiteX64-22909" fmla="*/ 4533 w 5183"/>
                  <a:gd name="connsiteY64-22910" fmla="*/ 2412 h 5728"/>
                  <a:gd name="connsiteX65-22911" fmla="*/ 4498 w 5183"/>
                  <a:gd name="connsiteY65-22912" fmla="*/ 2480 h 5728"/>
                  <a:gd name="connsiteX66-22913" fmla="*/ 4501 w 5183"/>
                  <a:gd name="connsiteY66-22914" fmla="*/ 2562 h 5728"/>
                  <a:gd name="connsiteX67-22915" fmla="*/ 4679 w 5183"/>
                  <a:gd name="connsiteY67-22916" fmla="*/ 2730 h 5728"/>
                  <a:gd name="connsiteX68-22917" fmla="*/ 4678 w 5183"/>
                  <a:gd name="connsiteY68-22918" fmla="*/ 2844 h 5728"/>
                  <a:gd name="connsiteX69-22919" fmla="*/ 4769 w 5183"/>
                  <a:gd name="connsiteY69-22920" fmla="*/ 3060 h 5728"/>
                  <a:gd name="connsiteX70-22921" fmla="*/ 4795 w 5183"/>
                  <a:gd name="connsiteY70-22922" fmla="*/ 3090 h 5728"/>
                  <a:gd name="connsiteX71-22923" fmla="*/ 4839 w 5183"/>
                  <a:gd name="connsiteY71-22924" fmla="*/ 3094 h 5728"/>
                  <a:gd name="connsiteX72-22925" fmla="*/ 4885 w 5183"/>
                  <a:gd name="connsiteY72-22926" fmla="*/ 3010 h 5728"/>
                  <a:gd name="connsiteX73-22927" fmla="*/ 4965 w 5183"/>
                  <a:gd name="connsiteY73-22928" fmla="*/ 2950 h 5728"/>
                  <a:gd name="connsiteX74-22929" fmla="*/ 5060 w 5183"/>
                  <a:gd name="connsiteY74-22930" fmla="*/ 3126 h 5728"/>
                  <a:gd name="connsiteX75-22931" fmla="*/ 5170 w 5183"/>
                  <a:gd name="connsiteY75-22932" fmla="*/ 3312 h 5728"/>
                  <a:gd name="connsiteX76-22933" fmla="*/ 5183 w 5183"/>
                  <a:gd name="connsiteY76-22934" fmla="*/ 3342 h 5728"/>
                  <a:gd name="connsiteX77-22935" fmla="*/ 5172 w 5183"/>
                  <a:gd name="connsiteY77-22936" fmla="*/ 3518 h 5728"/>
                  <a:gd name="connsiteX78-22937" fmla="*/ 5137 w 5183"/>
                  <a:gd name="connsiteY78-22938" fmla="*/ 3554 h 5728"/>
                  <a:gd name="connsiteX79-22939" fmla="*/ 5048 w 5183"/>
                  <a:gd name="connsiteY79-22940" fmla="*/ 3515 h 5728"/>
                  <a:gd name="connsiteX80-22941" fmla="*/ 4814 w 5183"/>
                  <a:gd name="connsiteY80-22942" fmla="*/ 3644 h 5728"/>
                  <a:gd name="connsiteX81-22943" fmla="*/ 4788 w 5183"/>
                  <a:gd name="connsiteY81-22944" fmla="*/ 3666 h 5728"/>
                  <a:gd name="connsiteX82-22945" fmla="*/ 4608 w 5183"/>
                  <a:gd name="connsiteY82-22946" fmla="*/ 3812 h 5728"/>
                  <a:gd name="connsiteX83-22947" fmla="*/ 4467 w 5183"/>
                  <a:gd name="connsiteY83-22948" fmla="*/ 3926 h 5728"/>
                  <a:gd name="connsiteX84-22949" fmla="*/ 4432 w 5183"/>
                  <a:gd name="connsiteY84-22950" fmla="*/ 3965 h 5728"/>
                  <a:gd name="connsiteX85-22951" fmla="*/ 4380 w 5183"/>
                  <a:gd name="connsiteY85-22952" fmla="*/ 3973 h 5728"/>
                  <a:gd name="connsiteX86-22953" fmla="*/ 4323 w 5183"/>
                  <a:gd name="connsiteY86-22954" fmla="*/ 3916 h 5728"/>
                  <a:gd name="connsiteX87-22955" fmla="*/ 4199 w 5183"/>
                  <a:gd name="connsiteY87-22956" fmla="*/ 3808 h 5728"/>
                  <a:gd name="connsiteX88-22957" fmla="*/ 4223 w 5183"/>
                  <a:gd name="connsiteY88-22958" fmla="*/ 4064 h 5728"/>
                  <a:gd name="connsiteX89-22959" fmla="*/ 4232 w 5183"/>
                  <a:gd name="connsiteY89-22960" fmla="*/ 4192 h 5728"/>
                  <a:gd name="connsiteX90-22961" fmla="*/ 3970 w 5183"/>
                  <a:gd name="connsiteY90-22962" fmla="*/ 4166 h 5728"/>
                  <a:gd name="connsiteX91-22963" fmla="*/ 3888 w 5183"/>
                  <a:gd name="connsiteY91-22964" fmla="*/ 3987 h 5728"/>
                  <a:gd name="connsiteX92-22965" fmla="*/ 3806 w 5183"/>
                  <a:gd name="connsiteY92-22966" fmla="*/ 3802 h 5728"/>
                  <a:gd name="connsiteX93-22967" fmla="*/ 2831 w 5183"/>
                  <a:gd name="connsiteY93-22968" fmla="*/ 4504 h 5728"/>
                  <a:gd name="connsiteX94-22969" fmla="*/ 2834 w 5183"/>
                  <a:gd name="connsiteY94-22970" fmla="*/ 4556 h 5728"/>
                  <a:gd name="connsiteX95-22971" fmla="*/ 2798 w 5183"/>
                  <a:gd name="connsiteY95-22972" fmla="*/ 4614 h 5728"/>
                  <a:gd name="connsiteX96-22973" fmla="*/ 2533 w 5183"/>
                  <a:gd name="connsiteY96-22974" fmla="*/ 4680 h 5728"/>
                  <a:gd name="connsiteX97-22975" fmla="*/ 2398 w 5183"/>
                  <a:gd name="connsiteY97-22976" fmla="*/ 4739 h 5728"/>
                  <a:gd name="connsiteX98-22977" fmla="*/ 2356 w 5183"/>
                  <a:gd name="connsiteY98-22978" fmla="*/ 4777 h 5728"/>
                  <a:gd name="connsiteX99-22979" fmla="*/ 2157 w 5183"/>
                  <a:gd name="connsiteY99-22980" fmla="*/ 5021 h 5728"/>
                  <a:gd name="connsiteX100-22981" fmla="*/ 2084 w 5183"/>
                  <a:gd name="connsiteY100-22982" fmla="*/ 4970 h 5728"/>
                  <a:gd name="connsiteX101-22983" fmla="*/ 2001 w 5183"/>
                  <a:gd name="connsiteY101-22984" fmla="*/ 4971 h 5728"/>
                  <a:gd name="connsiteX102-22985" fmla="*/ 1965 w 5183"/>
                  <a:gd name="connsiteY102-22986" fmla="*/ 5045 h 5728"/>
                  <a:gd name="connsiteX103-22987" fmla="*/ 1854 w 5183"/>
                  <a:gd name="connsiteY103-22988" fmla="*/ 5000 h 5728"/>
                  <a:gd name="connsiteX104-22989" fmla="*/ 1776 w 5183"/>
                  <a:gd name="connsiteY104-22990" fmla="*/ 5109 h 5728"/>
                  <a:gd name="connsiteX105-22991" fmla="*/ 1554 w 5183"/>
                  <a:gd name="connsiteY105-22992" fmla="*/ 5349 h 5728"/>
                  <a:gd name="connsiteX106-22993" fmla="*/ 1534 w 5183"/>
                  <a:gd name="connsiteY106-22994" fmla="*/ 5516 h 5728"/>
                  <a:gd name="connsiteX107-22995" fmla="*/ 1517 w 5183"/>
                  <a:gd name="connsiteY107-22996" fmla="*/ 5659 h 5728"/>
                  <a:gd name="connsiteX108-22997" fmla="*/ 1501 w 5183"/>
                  <a:gd name="connsiteY108-22998" fmla="*/ 5669 h 5728"/>
                  <a:gd name="connsiteX109-22999" fmla="*/ 1179 w 5183"/>
                  <a:gd name="connsiteY109-23000" fmla="*/ 5621 h 5728"/>
                  <a:gd name="connsiteX110-23001" fmla="*/ 1077 w 5183"/>
                  <a:gd name="connsiteY110-23002" fmla="*/ 5566 h 5728"/>
                  <a:gd name="connsiteX111-23003" fmla="*/ 1023 w 5183"/>
                  <a:gd name="connsiteY111-23004" fmla="*/ 5503 h 5728"/>
                  <a:gd name="connsiteX112-23005" fmla="*/ 918 w 5183"/>
                  <a:gd name="connsiteY112-23006" fmla="*/ 5477 h 5728"/>
                  <a:gd name="connsiteX113-23007" fmla="*/ 918 w 5183"/>
                  <a:gd name="connsiteY113-23008" fmla="*/ 5379 h 5728"/>
                  <a:gd name="connsiteX114-23009" fmla="*/ 1022 w 5183"/>
                  <a:gd name="connsiteY114-23010" fmla="*/ 5149 h 5728"/>
                  <a:gd name="connsiteX115-23011" fmla="*/ 882 w 5183"/>
                  <a:gd name="connsiteY115-23012" fmla="*/ 5070 h 5728"/>
                  <a:gd name="connsiteX116-23013" fmla="*/ 840 w 5183"/>
                  <a:gd name="connsiteY116-23014" fmla="*/ 5095 h 5728"/>
                  <a:gd name="connsiteX117-23015" fmla="*/ 750 w 5183"/>
                  <a:gd name="connsiteY117-23016" fmla="*/ 5214 h 5728"/>
                  <a:gd name="connsiteX118-23017" fmla="*/ 718 w 5183"/>
                  <a:gd name="connsiteY118-23018" fmla="*/ 5276 h 5728"/>
                  <a:gd name="connsiteX119-23019" fmla="*/ 656 w 5183"/>
                  <a:gd name="connsiteY119-23020" fmla="*/ 5386 h 5728"/>
                  <a:gd name="connsiteX120-23021" fmla="*/ 662 w 5183"/>
                  <a:gd name="connsiteY120-23022" fmla="*/ 5510 h 5728"/>
                  <a:gd name="connsiteX121-23023" fmla="*/ 623 w 5183"/>
                  <a:gd name="connsiteY121-23024" fmla="*/ 5558 h 5728"/>
                  <a:gd name="connsiteX122-23025" fmla="*/ 492 w 5183"/>
                  <a:gd name="connsiteY122-23026" fmla="*/ 5617 h 5728"/>
                  <a:gd name="connsiteX123-23027" fmla="*/ 326 w 5183"/>
                  <a:gd name="connsiteY123-23028" fmla="*/ 5649 h 5728"/>
                  <a:gd name="connsiteX124-23029" fmla="*/ 223 w 5183"/>
                  <a:gd name="connsiteY124-23030" fmla="*/ 5728 h 5728"/>
                  <a:gd name="connsiteX125-23031" fmla="*/ 109 w 5183"/>
                  <a:gd name="connsiteY125-23032" fmla="*/ 5611 h 5728"/>
                  <a:gd name="connsiteX126-23033" fmla="*/ 49 w 5183"/>
                  <a:gd name="connsiteY126-23034" fmla="*/ 5485 h 5728"/>
                  <a:gd name="connsiteX127-23035" fmla="*/ 171 w 5183"/>
                  <a:gd name="connsiteY127-23036" fmla="*/ 5242 h 5728"/>
                  <a:gd name="connsiteX128-23037" fmla="*/ 226 w 5183"/>
                  <a:gd name="connsiteY128-23038" fmla="*/ 5195 h 5728"/>
                  <a:gd name="connsiteX129-23039" fmla="*/ 271 w 5183"/>
                  <a:gd name="connsiteY129-23040" fmla="*/ 5120 h 5728"/>
                  <a:gd name="connsiteX130-23041" fmla="*/ 268 w 5183"/>
                  <a:gd name="connsiteY130-23042" fmla="*/ 5071 h 5728"/>
                  <a:gd name="connsiteX131-23043" fmla="*/ 71 w 5183"/>
                  <a:gd name="connsiteY131-23044" fmla="*/ 5007 h 5728"/>
                  <a:gd name="connsiteX132-23045" fmla="*/ 0 w 5183"/>
                  <a:gd name="connsiteY132-23046" fmla="*/ 5064 h 5728"/>
                  <a:gd name="connsiteX0-23047" fmla="*/ 3948 w 5134"/>
                  <a:gd name="connsiteY0-23048" fmla="*/ 2333 h 5728"/>
                  <a:gd name="connsiteX1-23049" fmla="*/ 3946 w 5134"/>
                  <a:gd name="connsiteY1-23050" fmla="*/ 2117 h 5728"/>
                  <a:gd name="connsiteX2-23051" fmla="*/ 3870 w 5134"/>
                  <a:gd name="connsiteY2-23052" fmla="*/ 2039 h 5728"/>
                  <a:gd name="connsiteX3-23053" fmla="*/ 3727 w 5134"/>
                  <a:gd name="connsiteY3-23054" fmla="*/ 1951 h 5728"/>
                  <a:gd name="connsiteX4-23055" fmla="*/ 3635 w 5134"/>
                  <a:gd name="connsiteY4-23056" fmla="*/ 1827 h 5728"/>
                  <a:gd name="connsiteX5-23057" fmla="*/ 3539 w 5134"/>
                  <a:gd name="connsiteY5-23058" fmla="*/ 1828 h 5728"/>
                  <a:gd name="connsiteX6-23059" fmla="*/ 3494 w 5134"/>
                  <a:gd name="connsiteY6-23060" fmla="*/ 1883 h 5728"/>
                  <a:gd name="connsiteX7-23061" fmla="*/ 3401 w 5134"/>
                  <a:gd name="connsiteY7-23062" fmla="*/ 1877 h 5728"/>
                  <a:gd name="connsiteX8-23063" fmla="*/ 3381 w 5134"/>
                  <a:gd name="connsiteY8-23064" fmla="*/ 1994 h 5728"/>
                  <a:gd name="connsiteX9-23065" fmla="*/ 3200 w 5134"/>
                  <a:gd name="connsiteY9-23066" fmla="*/ 1941 h 5728"/>
                  <a:gd name="connsiteX10-23067" fmla="*/ 3117 w 5134"/>
                  <a:gd name="connsiteY10-23068" fmla="*/ 1939 h 5728"/>
                  <a:gd name="connsiteX11-23069" fmla="*/ 2992 w 5134"/>
                  <a:gd name="connsiteY11-23070" fmla="*/ 2014 h 5728"/>
                  <a:gd name="connsiteX12-23071" fmla="*/ 2880 w 5134"/>
                  <a:gd name="connsiteY12-23072" fmla="*/ 1890 h 5728"/>
                  <a:gd name="connsiteX13-23073" fmla="*/ 2974 w 5134"/>
                  <a:gd name="connsiteY13-23074" fmla="*/ 1804 h 5728"/>
                  <a:gd name="connsiteX14-23075" fmla="*/ 2978 w 5134"/>
                  <a:gd name="connsiteY14-23076" fmla="*/ 1634 h 5728"/>
                  <a:gd name="connsiteX15-23077" fmla="*/ 3033 w 5134"/>
                  <a:gd name="connsiteY15-23078" fmla="*/ 1514 h 5728"/>
                  <a:gd name="connsiteX16-23079" fmla="*/ 3076 w 5134"/>
                  <a:gd name="connsiteY16-23080" fmla="*/ 1306 h 5728"/>
                  <a:gd name="connsiteX17-23081" fmla="*/ 3136 w 5134"/>
                  <a:gd name="connsiteY17-23082" fmla="*/ 1307 h 5728"/>
                  <a:gd name="connsiteX18-23083" fmla="*/ 3459 w 5134"/>
                  <a:gd name="connsiteY18-23084" fmla="*/ 1286 h 5728"/>
                  <a:gd name="connsiteX19-23085" fmla="*/ 3633 w 5134"/>
                  <a:gd name="connsiteY19-23086" fmla="*/ 1117 h 5728"/>
                  <a:gd name="connsiteX20-23087" fmla="*/ 3702 w 5134"/>
                  <a:gd name="connsiteY20-23088" fmla="*/ 748 h 5728"/>
                  <a:gd name="connsiteX21-23089" fmla="*/ 3812 w 5134"/>
                  <a:gd name="connsiteY21-23090" fmla="*/ 486 h 5728"/>
                  <a:gd name="connsiteX22-23091" fmla="*/ 3810 w 5134"/>
                  <a:gd name="connsiteY22-23092" fmla="*/ 358 h 5728"/>
                  <a:gd name="connsiteX23-23093" fmla="*/ 3797 w 5134"/>
                  <a:gd name="connsiteY23-23094" fmla="*/ 328 h 5728"/>
                  <a:gd name="connsiteX24-23095" fmla="*/ 3730 w 5134"/>
                  <a:gd name="connsiteY24-23096" fmla="*/ 251 h 5728"/>
                  <a:gd name="connsiteX25-23097" fmla="*/ 3670 w 5134"/>
                  <a:gd name="connsiteY25-23098" fmla="*/ 217 h 5728"/>
                  <a:gd name="connsiteX26-23099" fmla="*/ 3795 w 5134"/>
                  <a:gd name="connsiteY26-23100" fmla="*/ 56 h 5728"/>
                  <a:gd name="connsiteX27-23101" fmla="*/ 3968 w 5134"/>
                  <a:gd name="connsiteY27-23102" fmla="*/ 2 h 5728"/>
                  <a:gd name="connsiteX28-23103" fmla="*/ 4000 w 5134"/>
                  <a:gd name="connsiteY28-23104" fmla="*/ 49 h 5728"/>
                  <a:gd name="connsiteX29-23105" fmla="*/ 3990 w 5134"/>
                  <a:gd name="connsiteY29-23106" fmla="*/ 133 h 5728"/>
                  <a:gd name="connsiteX30-23107" fmla="*/ 3929 w 5134"/>
                  <a:gd name="connsiteY30-23108" fmla="*/ 243 h 5728"/>
                  <a:gd name="connsiteX31-23109" fmla="*/ 3999 w 5134"/>
                  <a:gd name="connsiteY31-23110" fmla="*/ 301 h 5728"/>
                  <a:gd name="connsiteX32-23111" fmla="*/ 4113 w 5134"/>
                  <a:gd name="connsiteY32-23112" fmla="*/ 366 h 5728"/>
                  <a:gd name="connsiteX33-23113" fmla="*/ 4133 w 5134"/>
                  <a:gd name="connsiteY33-23114" fmla="*/ 255 h 5728"/>
                  <a:gd name="connsiteX34-23115" fmla="*/ 4267 w 5134"/>
                  <a:gd name="connsiteY34-23116" fmla="*/ 291 h 5728"/>
                  <a:gd name="connsiteX35-23117" fmla="*/ 4292 w 5134"/>
                  <a:gd name="connsiteY35-23118" fmla="*/ 331 h 5728"/>
                  <a:gd name="connsiteX36-23119" fmla="*/ 4368 w 5134"/>
                  <a:gd name="connsiteY36-23120" fmla="*/ 562 h 5728"/>
                  <a:gd name="connsiteX37-23121" fmla="*/ 4403 w 5134"/>
                  <a:gd name="connsiteY37-23122" fmla="*/ 586 h 5728"/>
                  <a:gd name="connsiteX38-23123" fmla="*/ 4495 w 5134"/>
                  <a:gd name="connsiteY38-23124" fmla="*/ 578 h 5728"/>
                  <a:gd name="connsiteX39-23125" fmla="*/ 4755 w 5134"/>
                  <a:gd name="connsiteY39-23126" fmla="*/ 490 h 5728"/>
                  <a:gd name="connsiteX40-23127" fmla="*/ 4975 w 5134"/>
                  <a:gd name="connsiteY40-23128" fmla="*/ 479 h 5728"/>
                  <a:gd name="connsiteX41-23129" fmla="*/ 5035 w 5134"/>
                  <a:gd name="connsiteY41-23130" fmla="*/ 648 h 5728"/>
                  <a:gd name="connsiteX42-23131" fmla="*/ 4953 w 5134"/>
                  <a:gd name="connsiteY42-23132" fmla="*/ 944 h 5728"/>
                  <a:gd name="connsiteX43-23133" fmla="*/ 4953 w 5134"/>
                  <a:gd name="connsiteY43-23134" fmla="*/ 1022 h 5728"/>
                  <a:gd name="connsiteX44-23135" fmla="*/ 5022 w 5134"/>
                  <a:gd name="connsiteY44-23136" fmla="*/ 1168 h 5728"/>
                  <a:gd name="connsiteX45-23137" fmla="*/ 5037 w 5134"/>
                  <a:gd name="connsiteY45-23138" fmla="*/ 1427 h 5728"/>
                  <a:gd name="connsiteX46-23139" fmla="*/ 5039 w 5134"/>
                  <a:gd name="connsiteY46-23140" fmla="*/ 1617 h 5728"/>
                  <a:gd name="connsiteX47-23141" fmla="*/ 4972 w 5134"/>
                  <a:gd name="connsiteY47-23142" fmla="*/ 1625 h 5728"/>
                  <a:gd name="connsiteX48-23143" fmla="*/ 4950 w 5134"/>
                  <a:gd name="connsiteY48-23144" fmla="*/ 1507 h 5728"/>
                  <a:gd name="connsiteX49-23145" fmla="*/ 4915 w 5134"/>
                  <a:gd name="connsiteY49-23146" fmla="*/ 1450 h 5728"/>
                  <a:gd name="connsiteX50-23147" fmla="*/ 4825 w 5134"/>
                  <a:gd name="connsiteY50-23148" fmla="*/ 1582 h 5728"/>
                  <a:gd name="connsiteX51-23149" fmla="*/ 4712 w 5134"/>
                  <a:gd name="connsiteY51-23150" fmla="*/ 1776 h 5728"/>
                  <a:gd name="connsiteX52-23151" fmla="*/ 4593 w 5134"/>
                  <a:gd name="connsiteY52-23152" fmla="*/ 1904 h 5728"/>
                  <a:gd name="connsiteX53-23153" fmla="*/ 4586 w 5134"/>
                  <a:gd name="connsiteY53-23154" fmla="*/ 2018 h 5728"/>
                  <a:gd name="connsiteX54-23155" fmla="*/ 4646 w 5134"/>
                  <a:gd name="connsiteY54-23156" fmla="*/ 2115 h 5728"/>
                  <a:gd name="connsiteX55-23157" fmla="*/ 4748 w 5134"/>
                  <a:gd name="connsiteY55-23158" fmla="*/ 2183 h 5728"/>
                  <a:gd name="connsiteX56-23159" fmla="*/ 4825 w 5134"/>
                  <a:gd name="connsiteY56-23160" fmla="*/ 2178 h 5728"/>
                  <a:gd name="connsiteX57-23161" fmla="*/ 4870 w 5134"/>
                  <a:gd name="connsiteY57-23162" fmla="*/ 2104 h 5728"/>
                  <a:gd name="connsiteX58-23163" fmla="*/ 4904 w 5134"/>
                  <a:gd name="connsiteY58-23164" fmla="*/ 2210 h 5728"/>
                  <a:gd name="connsiteX59-23165" fmla="*/ 4792 w 5134"/>
                  <a:gd name="connsiteY59-23166" fmla="*/ 2249 h 5728"/>
                  <a:gd name="connsiteX60-23167" fmla="*/ 4839 w 5134"/>
                  <a:gd name="connsiteY60-23168" fmla="*/ 2362 h 5728"/>
                  <a:gd name="connsiteX61-23169" fmla="*/ 4704 w 5134"/>
                  <a:gd name="connsiteY61-23170" fmla="*/ 2509 h 5728"/>
                  <a:gd name="connsiteX62-23171" fmla="*/ 4663 w 5134"/>
                  <a:gd name="connsiteY62-23172" fmla="*/ 2498 h 5728"/>
                  <a:gd name="connsiteX63-23173" fmla="*/ 4539 w 5134"/>
                  <a:gd name="connsiteY63-23174" fmla="*/ 2413 h 5728"/>
                  <a:gd name="connsiteX64-23175" fmla="*/ 4484 w 5134"/>
                  <a:gd name="connsiteY64-23176" fmla="*/ 2412 h 5728"/>
                  <a:gd name="connsiteX65-23177" fmla="*/ 4449 w 5134"/>
                  <a:gd name="connsiteY65-23178" fmla="*/ 2480 h 5728"/>
                  <a:gd name="connsiteX66-23179" fmla="*/ 4452 w 5134"/>
                  <a:gd name="connsiteY66-23180" fmla="*/ 2562 h 5728"/>
                  <a:gd name="connsiteX67-23181" fmla="*/ 4630 w 5134"/>
                  <a:gd name="connsiteY67-23182" fmla="*/ 2730 h 5728"/>
                  <a:gd name="connsiteX68-23183" fmla="*/ 4629 w 5134"/>
                  <a:gd name="connsiteY68-23184" fmla="*/ 2844 h 5728"/>
                  <a:gd name="connsiteX69-23185" fmla="*/ 4720 w 5134"/>
                  <a:gd name="connsiteY69-23186" fmla="*/ 3060 h 5728"/>
                  <a:gd name="connsiteX70-23187" fmla="*/ 4746 w 5134"/>
                  <a:gd name="connsiteY70-23188" fmla="*/ 3090 h 5728"/>
                  <a:gd name="connsiteX71-23189" fmla="*/ 4790 w 5134"/>
                  <a:gd name="connsiteY71-23190" fmla="*/ 3094 h 5728"/>
                  <a:gd name="connsiteX72-23191" fmla="*/ 4836 w 5134"/>
                  <a:gd name="connsiteY72-23192" fmla="*/ 3010 h 5728"/>
                  <a:gd name="connsiteX73-23193" fmla="*/ 4916 w 5134"/>
                  <a:gd name="connsiteY73-23194" fmla="*/ 2950 h 5728"/>
                  <a:gd name="connsiteX74-23195" fmla="*/ 5011 w 5134"/>
                  <a:gd name="connsiteY74-23196" fmla="*/ 3126 h 5728"/>
                  <a:gd name="connsiteX75-23197" fmla="*/ 5121 w 5134"/>
                  <a:gd name="connsiteY75-23198" fmla="*/ 3312 h 5728"/>
                  <a:gd name="connsiteX76-23199" fmla="*/ 5134 w 5134"/>
                  <a:gd name="connsiteY76-23200" fmla="*/ 3342 h 5728"/>
                  <a:gd name="connsiteX77-23201" fmla="*/ 5123 w 5134"/>
                  <a:gd name="connsiteY77-23202" fmla="*/ 3518 h 5728"/>
                  <a:gd name="connsiteX78-23203" fmla="*/ 5088 w 5134"/>
                  <a:gd name="connsiteY78-23204" fmla="*/ 3554 h 5728"/>
                  <a:gd name="connsiteX79-23205" fmla="*/ 4999 w 5134"/>
                  <a:gd name="connsiteY79-23206" fmla="*/ 3515 h 5728"/>
                  <a:gd name="connsiteX80-23207" fmla="*/ 4765 w 5134"/>
                  <a:gd name="connsiteY80-23208" fmla="*/ 3644 h 5728"/>
                  <a:gd name="connsiteX81-23209" fmla="*/ 4739 w 5134"/>
                  <a:gd name="connsiteY81-23210" fmla="*/ 3666 h 5728"/>
                  <a:gd name="connsiteX82-23211" fmla="*/ 4559 w 5134"/>
                  <a:gd name="connsiteY82-23212" fmla="*/ 3812 h 5728"/>
                  <a:gd name="connsiteX83-23213" fmla="*/ 4418 w 5134"/>
                  <a:gd name="connsiteY83-23214" fmla="*/ 3926 h 5728"/>
                  <a:gd name="connsiteX84-23215" fmla="*/ 4383 w 5134"/>
                  <a:gd name="connsiteY84-23216" fmla="*/ 3965 h 5728"/>
                  <a:gd name="connsiteX85-23217" fmla="*/ 4331 w 5134"/>
                  <a:gd name="connsiteY85-23218" fmla="*/ 3973 h 5728"/>
                  <a:gd name="connsiteX86-23219" fmla="*/ 4274 w 5134"/>
                  <a:gd name="connsiteY86-23220" fmla="*/ 3916 h 5728"/>
                  <a:gd name="connsiteX87-23221" fmla="*/ 4150 w 5134"/>
                  <a:gd name="connsiteY87-23222" fmla="*/ 3808 h 5728"/>
                  <a:gd name="connsiteX88-23223" fmla="*/ 4174 w 5134"/>
                  <a:gd name="connsiteY88-23224" fmla="*/ 4064 h 5728"/>
                  <a:gd name="connsiteX89-23225" fmla="*/ 4183 w 5134"/>
                  <a:gd name="connsiteY89-23226" fmla="*/ 4192 h 5728"/>
                  <a:gd name="connsiteX90-23227" fmla="*/ 3921 w 5134"/>
                  <a:gd name="connsiteY90-23228" fmla="*/ 4166 h 5728"/>
                  <a:gd name="connsiteX91-23229" fmla="*/ 3839 w 5134"/>
                  <a:gd name="connsiteY91-23230" fmla="*/ 3987 h 5728"/>
                  <a:gd name="connsiteX92-23231" fmla="*/ 3757 w 5134"/>
                  <a:gd name="connsiteY92-23232" fmla="*/ 3802 h 5728"/>
                  <a:gd name="connsiteX93-23233" fmla="*/ 2782 w 5134"/>
                  <a:gd name="connsiteY93-23234" fmla="*/ 4504 h 5728"/>
                  <a:gd name="connsiteX94-23235" fmla="*/ 2785 w 5134"/>
                  <a:gd name="connsiteY94-23236" fmla="*/ 4556 h 5728"/>
                  <a:gd name="connsiteX95-23237" fmla="*/ 2749 w 5134"/>
                  <a:gd name="connsiteY95-23238" fmla="*/ 4614 h 5728"/>
                  <a:gd name="connsiteX96-23239" fmla="*/ 2484 w 5134"/>
                  <a:gd name="connsiteY96-23240" fmla="*/ 4680 h 5728"/>
                  <a:gd name="connsiteX97-23241" fmla="*/ 2349 w 5134"/>
                  <a:gd name="connsiteY97-23242" fmla="*/ 4739 h 5728"/>
                  <a:gd name="connsiteX98-23243" fmla="*/ 2307 w 5134"/>
                  <a:gd name="connsiteY98-23244" fmla="*/ 4777 h 5728"/>
                  <a:gd name="connsiteX99-23245" fmla="*/ 2108 w 5134"/>
                  <a:gd name="connsiteY99-23246" fmla="*/ 5021 h 5728"/>
                  <a:gd name="connsiteX100-23247" fmla="*/ 2035 w 5134"/>
                  <a:gd name="connsiteY100-23248" fmla="*/ 4970 h 5728"/>
                  <a:gd name="connsiteX101-23249" fmla="*/ 1952 w 5134"/>
                  <a:gd name="connsiteY101-23250" fmla="*/ 4971 h 5728"/>
                  <a:gd name="connsiteX102-23251" fmla="*/ 1916 w 5134"/>
                  <a:gd name="connsiteY102-23252" fmla="*/ 5045 h 5728"/>
                  <a:gd name="connsiteX103-23253" fmla="*/ 1805 w 5134"/>
                  <a:gd name="connsiteY103-23254" fmla="*/ 5000 h 5728"/>
                  <a:gd name="connsiteX104-23255" fmla="*/ 1727 w 5134"/>
                  <a:gd name="connsiteY104-23256" fmla="*/ 5109 h 5728"/>
                  <a:gd name="connsiteX105-23257" fmla="*/ 1505 w 5134"/>
                  <a:gd name="connsiteY105-23258" fmla="*/ 5349 h 5728"/>
                  <a:gd name="connsiteX106-23259" fmla="*/ 1485 w 5134"/>
                  <a:gd name="connsiteY106-23260" fmla="*/ 5516 h 5728"/>
                  <a:gd name="connsiteX107-23261" fmla="*/ 1468 w 5134"/>
                  <a:gd name="connsiteY107-23262" fmla="*/ 5659 h 5728"/>
                  <a:gd name="connsiteX108-23263" fmla="*/ 1452 w 5134"/>
                  <a:gd name="connsiteY108-23264" fmla="*/ 5669 h 5728"/>
                  <a:gd name="connsiteX109-23265" fmla="*/ 1130 w 5134"/>
                  <a:gd name="connsiteY109-23266" fmla="*/ 5621 h 5728"/>
                  <a:gd name="connsiteX110-23267" fmla="*/ 1028 w 5134"/>
                  <a:gd name="connsiteY110-23268" fmla="*/ 5566 h 5728"/>
                  <a:gd name="connsiteX111-23269" fmla="*/ 974 w 5134"/>
                  <a:gd name="connsiteY111-23270" fmla="*/ 5503 h 5728"/>
                  <a:gd name="connsiteX112-23271" fmla="*/ 869 w 5134"/>
                  <a:gd name="connsiteY112-23272" fmla="*/ 5477 h 5728"/>
                  <a:gd name="connsiteX113-23273" fmla="*/ 869 w 5134"/>
                  <a:gd name="connsiteY113-23274" fmla="*/ 5379 h 5728"/>
                  <a:gd name="connsiteX114-23275" fmla="*/ 973 w 5134"/>
                  <a:gd name="connsiteY114-23276" fmla="*/ 5149 h 5728"/>
                  <a:gd name="connsiteX115-23277" fmla="*/ 833 w 5134"/>
                  <a:gd name="connsiteY115-23278" fmla="*/ 5070 h 5728"/>
                  <a:gd name="connsiteX116-23279" fmla="*/ 791 w 5134"/>
                  <a:gd name="connsiteY116-23280" fmla="*/ 5095 h 5728"/>
                  <a:gd name="connsiteX117-23281" fmla="*/ 701 w 5134"/>
                  <a:gd name="connsiteY117-23282" fmla="*/ 5214 h 5728"/>
                  <a:gd name="connsiteX118-23283" fmla="*/ 669 w 5134"/>
                  <a:gd name="connsiteY118-23284" fmla="*/ 5276 h 5728"/>
                  <a:gd name="connsiteX119-23285" fmla="*/ 607 w 5134"/>
                  <a:gd name="connsiteY119-23286" fmla="*/ 5386 h 5728"/>
                  <a:gd name="connsiteX120-23287" fmla="*/ 613 w 5134"/>
                  <a:gd name="connsiteY120-23288" fmla="*/ 5510 h 5728"/>
                  <a:gd name="connsiteX121-23289" fmla="*/ 574 w 5134"/>
                  <a:gd name="connsiteY121-23290" fmla="*/ 5558 h 5728"/>
                  <a:gd name="connsiteX122-23291" fmla="*/ 443 w 5134"/>
                  <a:gd name="connsiteY122-23292" fmla="*/ 5617 h 5728"/>
                  <a:gd name="connsiteX123-23293" fmla="*/ 277 w 5134"/>
                  <a:gd name="connsiteY123-23294" fmla="*/ 5649 h 5728"/>
                  <a:gd name="connsiteX124-23295" fmla="*/ 174 w 5134"/>
                  <a:gd name="connsiteY124-23296" fmla="*/ 5728 h 5728"/>
                  <a:gd name="connsiteX125-23297" fmla="*/ 60 w 5134"/>
                  <a:gd name="connsiteY125-23298" fmla="*/ 5611 h 5728"/>
                  <a:gd name="connsiteX126-23299" fmla="*/ 0 w 5134"/>
                  <a:gd name="connsiteY126-23300" fmla="*/ 5485 h 5728"/>
                  <a:gd name="connsiteX127-23301" fmla="*/ 122 w 5134"/>
                  <a:gd name="connsiteY127-23302" fmla="*/ 5242 h 5728"/>
                  <a:gd name="connsiteX128-23303" fmla="*/ 177 w 5134"/>
                  <a:gd name="connsiteY128-23304" fmla="*/ 5195 h 5728"/>
                  <a:gd name="connsiteX129-23305" fmla="*/ 222 w 5134"/>
                  <a:gd name="connsiteY129-23306" fmla="*/ 5120 h 5728"/>
                  <a:gd name="connsiteX130-23307" fmla="*/ 219 w 5134"/>
                  <a:gd name="connsiteY130-23308" fmla="*/ 5071 h 5728"/>
                  <a:gd name="connsiteX131-23309" fmla="*/ 22 w 5134"/>
                  <a:gd name="connsiteY131-23310" fmla="*/ 5007 h 5728"/>
                  <a:gd name="connsiteX0-23311" fmla="*/ 3948 w 5134"/>
                  <a:gd name="connsiteY0-23312" fmla="*/ 2333 h 5728"/>
                  <a:gd name="connsiteX1-23313" fmla="*/ 3946 w 5134"/>
                  <a:gd name="connsiteY1-23314" fmla="*/ 2117 h 5728"/>
                  <a:gd name="connsiteX2-23315" fmla="*/ 3870 w 5134"/>
                  <a:gd name="connsiteY2-23316" fmla="*/ 2039 h 5728"/>
                  <a:gd name="connsiteX3-23317" fmla="*/ 3727 w 5134"/>
                  <a:gd name="connsiteY3-23318" fmla="*/ 1951 h 5728"/>
                  <a:gd name="connsiteX4-23319" fmla="*/ 3635 w 5134"/>
                  <a:gd name="connsiteY4-23320" fmla="*/ 1827 h 5728"/>
                  <a:gd name="connsiteX5-23321" fmla="*/ 3539 w 5134"/>
                  <a:gd name="connsiteY5-23322" fmla="*/ 1828 h 5728"/>
                  <a:gd name="connsiteX6-23323" fmla="*/ 3494 w 5134"/>
                  <a:gd name="connsiteY6-23324" fmla="*/ 1883 h 5728"/>
                  <a:gd name="connsiteX7-23325" fmla="*/ 3401 w 5134"/>
                  <a:gd name="connsiteY7-23326" fmla="*/ 1877 h 5728"/>
                  <a:gd name="connsiteX8-23327" fmla="*/ 3381 w 5134"/>
                  <a:gd name="connsiteY8-23328" fmla="*/ 1994 h 5728"/>
                  <a:gd name="connsiteX9-23329" fmla="*/ 3200 w 5134"/>
                  <a:gd name="connsiteY9-23330" fmla="*/ 1941 h 5728"/>
                  <a:gd name="connsiteX10-23331" fmla="*/ 3117 w 5134"/>
                  <a:gd name="connsiteY10-23332" fmla="*/ 1939 h 5728"/>
                  <a:gd name="connsiteX11-23333" fmla="*/ 2992 w 5134"/>
                  <a:gd name="connsiteY11-23334" fmla="*/ 2014 h 5728"/>
                  <a:gd name="connsiteX12-23335" fmla="*/ 2880 w 5134"/>
                  <a:gd name="connsiteY12-23336" fmla="*/ 1890 h 5728"/>
                  <a:gd name="connsiteX13-23337" fmla="*/ 2974 w 5134"/>
                  <a:gd name="connsiteY13-23338" fmla="*/ 1804 h 5728"/>
                  <a:gd name="connsiteX14-23339" fmla="*/ 2978 w 5134"/>
                  <a:gd name="connsiteY14-23340" fmla="*/ 1634 h 5728"/>
                  <a:gd name="connsiteX15-23341" fmla="*/ 3033 w 5134"/>
                  <a:gd name="connsiteY15-23342" fmla="*/ 1514 h 5728"/>
                  <a:gd name="connsiteX16-23343" fmla="*/ 3076 w 5134"/>
                  <a:gd name="connsiteY16-23344" fmla="*/ 1306 h 5728"/>
                  <a:gd name="connsiteX17-23345" fmla="*/ 3136 w 5134"/>
                  <a:gd name="connsiteY17-23346" fmla="*/ 1307 h 5728"/>
                  <a:gd name="connsiteX18-23347" fmla="*/ 3459 w 5134"/>
                  <a:gd name="connsiteY18-23348" fmla="*/ 1286 h 5728"/>
                  <a:gd name="connsiteX19-23349" fmla="*/ 3633 w 5134"/>
                  <a:gd name="connsiteY19-23350" fmla="*/ 1117 h 5728"/>
                  <a:gd name="connsiteX20-23351" fmla="*/ 3702 w 5134"/>
                  <a:gd name="connsiteY20-23352" fmla="*/ 748 h 5728"/>
                  <a:gd name="connsiteX21-23353" fmla="*/ 3812 w 5134"/>
                  <a:gd name="connsiteY21-23354" fmla="*/ 486 h 5728"/>
                  <a:gd name="connsiteX22-23355" fmla="*/ 3810 w 5134"/>
                  <a:gd name="connsiteY22-23356" fmla="*/ 358 h 5728"/>
                  <a:gd name="connsiteX23-23357" fmla="*/ 3797 w 5134"/>
                  <a:gd name="connsiteY23-23358" fmla="*/ 328 h 5728"/>
                  <a:gd name="connsiteX24-23359" fmla="*/ 3730 w 5134"/>
                  <a:gd name="connsiteY24-23360" fmla="*/ 251 h 5728"/>
                  <a:gd name="connsiteX25-23361" fmla="*/ 3670 w 5134"/>
                  <a:gd name="connsiteY25-23362" fmla="*/ 217 h 5728"/>
                  <a:gd name="connsiteX26-23363" fmla="*/ 3795 w 5134"/>
                  <a:gd name="connsiteY26-23364" fmla="*/ 56 h 5728"/>
                  <a:gd name="connsiteX27-23365" fmla="*/ 3968 w 5134"/>
                  <a:gd name="connsiteY27-23366" fmla="*/ 2 h 5728"/>
                  <a:gd name="connsiteX28-23367" fmla="*/ 4000 w 5134"/>
                  <a:gd name="connsiteY28-23368" fmla="*/ 49 h 5728"/>
                  <a:gd name="connsiteX29-23369" fmla="*/ 3990 w 5134"/>
                  <a:gd name="connsiteY29-23370" fmla="*/ 133 h 5728"/>
                  <a:gd name="connsiteX30-23371" fmla="*/ 3929 w 5134"/>
                  <a:gd name="connsiteY30-23372" fmla="*/ 243 h 5728"/>
                  <a:gd name="connsiteX31-23373" fmla="*/ 3999 w 5134"/>
                  <a:gd name="connsiteY31-23374" fmla="*/ 301 h 5728"/>
                  <a:gd name="connsiteX32-23375" fmla="*/ 4113 w 5134"/>
                  <a:gd name="connsiteY32-23376" fmla="*/ 366 h 5728"/>
                  <a:gd name="connsiteX33-23377" fmla="*/ 4133 w 5134"/>
                  <a:gd name="connsiteY33-23378" fmla="*/ 255 h 5728"/>
                  <a:gd name="connsiteX34-23379" fmla="*/ 4267 w 5134"/>
                  <a:gd name="connsiteY34-23380" fmla="*/ 291 h 5728"/>
                  <a:gd name="connsiteX35-23381" fmla="*/ 4292 w 5134"/>
                  <a:gd name="connsiteY35-23382" fmla="*/ 331 h 5728"/>
                  <a:gd name="connsiteX36-23383" fmla="*/ 4368 w 5134"/>
                  <a:gd name="connsiteY36-23384" fmla="*/ 562 h 5728"/>
                  <a:gd name="connsiteX37-23385" fmla="*/ 4403 w 5134"/>
                  <a:gd name="connsiteY37-23386" fmla="*/ 586 h 5728"/>
                  <a:gd name="connsiteX38-23387" fmla="*/ 4495 w 5134"/>
                  <a:gd name="connsiteY38-23388" fmla="*/ 578 h 5728"/>
                  <a:gd name="connsiteX39-23389" fmla="*/ 4755 w 5134"/>
                  <a:gd name="connsiteY39-23390" fmla="*/ 490 h 5728"/>
                  <a:gd name="connsiteX40-23391" fmla="*/ 4975 w 5134"/>
                  <a:gd name="connsiteY40-23392" fmla="*/ 479 h 5728"/>
                  <a:gd name="connsiteX41-23393" fmla="*/ 5035 w 5134"/>
                  <a:gd name="connsiteY41-23394" fmla="*/ 648 h 5728"/>
                  <a:gd name="connsiteX42-23395" fmla="*/ 4953 w 5134"/>
                  <a:gd name="connsiteY42-23396" fmla="*/ 944 h 5728"/>
                  <a:gd name="connsiteX43-23397" fmla="*/ 4953 w 5134"/>
                  <a:gd name="connsiteY43-23398" fmla="*/ 1022 h 5728"/>
                  <a:gd name="connsiteX44-23399" fmla="*/ 5022 w 5134"/>
                  <a:gd name="connsiteY44-23400" fmla="*/ 1168 h 5728"/>
                  <a:gd name="connsiteX45-23401" fmla="*/ 5037 w 5134"/>
                  <a:gd name="connsiteY45-23402" fmla="*/ 1427 h 5728"/>
                  <a:gd name="connsiteX46-23403" fmla="*/ 5039 w 5134"/>
                  <a:gd name="connsiteY46-23404" fmla="*/ 1617 h 5728"/>
                  <a:gd name="connsiteX47-23405" fmla="*/ 4972 w 5134"/>
                  <a:gd name="connsiteY47-23406" fmla="*/ 1625 h 5728"/>
                  <a:gd name="connsiteX48-23407" fmla="*/ 4950 w 5134"/>
                  <a:gd name="connsiteY48-23408" fmla="*/ 1507 h 5728"/>
                  <a:gd name="connsiteX49-23409" fmla="*/ 4915 w 5134"/>
                  <a:gd name="connsiteY49-23410" fmla="*/ 1450 h 5728"/>
                  <a:gd name="connsiteX50-23411" fmla="*/ 4825 w 5134"/>
                  <a:gd name="connsiteY50-23412" fmla="*/ 1582 h 5728"/>
                  <a:gd name="connsiteX51-23413" fmla="*/ 4712 w 5134"/>
                  <a:gd name="connsiteY51-23414" fmla="*/ 1776 h 5728"/>
                  <a:gd name="connsiteX52-23415" fmla="*/ 4593 w 5134"/>
                  <a:gd name="connsiteY52-23416" fmla="*/ 1904 h 5728"/>
                  <a:gd name="connsiteX53-23417" fmla="*/ 4586 w 5134"/>
                  <a:gd name="connsiteY53-23418" fmla="*/ 2018 h 5728"/>
                  <a:gd name="connsiteX54-23419" fmla="*/ 4646 w 5134"/>
                  <a:gd name="connsiteY54-23420" fmla="*/ 2115 h 5728"/>
                  <a:gd name="connsiteX55-23421" fmla="*/ 4748 w 5134"/>
                  <a:gd name="connsiteY55-23422" fmla="*/ 2183 h 5728"/>
                  <a:gd name="connsiteX56-23423" fmla="*/ 4825 w 5134"/>
                  <a:gd name="connsiteY56-23424" fmla="*/ 2178 h 5728"/>
                  <a:gd name="connsiteX57-23425" fmla="*/ 4870 w 5134"/>
                  <a:gd name="connsiteY57-23426" fmla="*/ 2104 h 5728"/>
                  <a:gd name="connsiteX58-23427" fmla="*/ 4904 w 5134"/>
                  <a:gd name="connsiteY58-23428" fmla="*/ 2210 h 5728"/>
                  <a:gd name="connsiteX59-23429" fmla="*/ 4792 w 5134"/>
                  <a:gd name="connsiteY59-23430" fmla="*/ 2249 h 5728"/>
                  <a:gd name="connsiteX60-23431" fmla="*/ 4839 w 5134"/>
                  <a:gd name="connsiteY60-23432" fmla="*/ 2362 h 5728"/>
                  <a:gd name="connsiteX61-23433" fmla="*/ 4704 w 5134"/>
                  <a:gd name="connsiteY61-23434" fmla="*/ 2509 h 5728"/>
                  <a:gd name="connsiteX62-23435" fmla="*/ 4663 w 5134"/>
                  <a:gd name="connsiteY62-23436" fmla="*/ 2498 h 5728"/>
                  <a:gd name="connsiteX63-23437" fmla="*/ 4539 w 5134"/>
                  <a:gd name="connsiteY63-23438" fmla="*/ 2413 h 5728"/>
                  <a:gd name="connsiteX64-23439" fmla="*/ 4484 w 5134"/>
                  <a:gd name="connsiteY64-23440" fmla="*/ 2412 h 5728"/>
                  <a:gd name="connsiteX65-23441" fmla="*/ 4449 w 5134"/>
                  <a:gd name="connsiteY65-23442" fmla="*/ 2480 h 5728"/>
                  <a:gd name="connsiteX66-23443" fmla="*/ 4452 w 5134"/>
                  <a:gd name="connsiteY66-23444" fmla="*/ 2562 h 5728"/>
                  <a:gd name="connsiteX67-23445" fmla="*/ 4630 w 5134"/>
                  <a:gd name="connsiteY67-23446" fmla="*/ 2730 h 5728"/>
                  <a:gd name="connsiteX68-23447" fmla="*/ 4629 w 5134"/>
                  <a:gd name="connsiteY68-23448" fmla="*/ 2844 h 5728"/>
                  <a:gd name="connsiteX69-23449" fmla="*/ 4720 w 5134"/>
                  <a:gd name="connsiteY69-23450" fmla="*/ 3060 h 5728"/>
                  <a:gd name="connsiteX70-23451" fmla="*/ 4746 w 5134"/>
                  <a:gd name="connsiteY70-23452" fmla="*/ 3090 h 5728"/>
                  <a:gd name="connsiteX71-23453" fmla="*/ 4790 w 5134"/>
                  <a:gd name="connsiteY71-23454" fmla="*/ 3094 h 5728"/>
                  <a:gd name="connsiteX72-23455" fmla="*/ 4836 w 5134"/>
                  <a:gd name="connsiteY72-23456" fmla="*/ 3010 h 5728"/>
                  <a:gd name="connsiteX73-23457" fmla="*/ 4916 w 5134"/>
                  <a:gd name="connsiteY73-23458" fmla="*/ 2950 h 5728"/>
                  <a:gd name="connsiteX74-23459" fmla="*/ 5011 w 5134"/>
                  <a:gd name="connsiteY74-23460" fmla="*/ 3126 h 5728"/>
                  <a:gd name="connsiteX75-23461" fmla="*/ 5121 w 5134"/>
                  <a:gd name="connsiteY75-23462" fmla="*/ 3312 h 5728"/>
                  <a:gd name="connsiteX76-23463" fmla="*/ 5134 w 5134"/>
                  <a:gd name="connsiteY76-23464" fmla="*/ 3342 h 5728"/>
                  <a:gd name="connsiteX77-23465" fmla="*/ 5123 w 5134"/>
                  <a:gd name="connsiteY77-23466" fmla="*/ 3518 h 5728"/>
                  <a:gd name="connsiteX78-23467" fmla="*/ 5088 w 5134"/>
                  <a:gd name="connsiteY78-23468" fmla="*/ 3554 h 5728"/>
                  <a:gd name="connsiteX79-23469" fmla="*/ 4999 w 5134"/>
                  <a:gd name="connsiteY79-23470" fmla="*/ 3515 h 5728"/>
                  <a:gd name="connsiteX80-23471" fmla="*/ 4765 w 5134"/>
                  <a:gd name="connsiteY80-23472" fmla="*/ 3644 h 5728"/>
                  <a:gd name="connsiteX81-23473" fmla="*/ 4739 w 5134"/>
                  <a:gd name="connsiteY81-23474" fmla="*/ 3666 h 5728"/>
                  <a:gd name="connsiteX82-23475" fmla="*/ 4559 w 5134"/>
                  <a:gd name="connsiteY82-23476" fmla="*/ 3812 h 5728"/>
                  <a:gd name="connsiteX83-23477" fmla="*/ 4418 w 5134"/>
                  <a:gd name="connsiteY83-23478" fmla="*/ 3926 h 5728"/>
                  <a:gd name="connsiteX84-23479" fmla="*/ 4383 w 5134"/>
                  <a:gd name="connsiteY84-23480" fmla="*/ 3965 h 5728"/>
                  <a:gd name="connsiteX85-23481" fmla="*/ 4331 w 5134"/>
                  <a:gd name="connsiteY85-23482" fmla="*/ 3973 h 5728"/>
                  <a:gd name="connsiteX86-23483" fmla="*/ 4274 w 5134"/>
                  <a:gd name="connsiteY86-23484" fmla="*/ 3916 h 5728"/>
                  <a:gd name="connsiteX87-23485" fmla="*/ 4150 w 5134"/>
                  <a:gd name="connsiteY87-23486" fmla="*/ 3808 h 5728"/>
                  <a:gd name="connsiteX88-23487" fmla="*/ 4174 w 5134"/>
                  <a:gd name="connsiteY88-23488" fmla="*/ 4064 h 5728"/>
                  <a:gd name="connsiteX89-23489" fmla="*/ 4183 w 5134"/>
                  <a:gd name="connsiteY89-23490" fmla="*/ 4192 h 5728"/>
                  <a:gd name="connsiteX90-23491" fmla="*/ 3921 w 5134"/>
                  <a:gd name="connsiteY90-23492" fmla="*/ 4166 h 5728"/>
                  <a:gd name="connsiteX91-23493" fmla="*/ 3839 w 5134"/>
                  <a:gd name="connsiteY91-23494" fmla="*/ 3987 h 5728"/>
                  <a:gd name="connsiteX92-23495" fmla="*/ 3757 w 5134"/>
                  <a:gd name="connsiteY92-23496" fmla="*/ 3802 h 5728"/>
                  <a:gd name="connsiteX93-23497" fmla="*/ 2782 w 5134"/>
                  <a:gd name="connsiteY93-23498" fmla="*/ 4504 h 5728"/>
                  <a:gd name="connsiteX94-23499" fmla="*/ 2785 w 5134"/>
                  <a:gd name="connsiteY94-23500" fmla="*/ 4556 h 5728"/>
                  <a:gd name="connsiteX95-23501" fmla="*/ 2749 w 5134"/>
                  <a:gd name="connsiteY95-23502" fmla="*/ 4614 h 5728"/>
                  <a:gd name="connsiteX96-23503" fmla="*/ 2484 w 5134"/>
                  <a:gd name="connsiteY96-23504" fmla="*/ 4680 h 5728"/>
                  <a:gd name="connsiteX97-23505" fmla="*/ 2349 w 5134"/>
                  <a:gd name="connsiteY97-23506" fmla="*/ 4739 h 5728"/>
                  <a:gd name="connsiteX98-23507" fmla="*/ 2307 w 5134"/>
                  <a:gd name="connsiteY98-23508" fmla="*/ 4777 h 5728"/>
                  <a:gd name="connsiteX99-23509" fmla="*/ 2108 w 5134"/>
                  <a:gd name="connsiteY99-23510" fmla="*/ 5021 h 5728"/>
                  <a:gd name="connsiteX100-23511" fmla="*/ 2035 w 5134"/>
                  <a:gd name="connsiteY100-23512" fmla="*/ 4970 h 5728"/>
                  <a:gd name="connsiteX101-23513" fmla="*/ 1952 w 5134"/>
                  <a:gd name="connsiteY101-23514" fmla="*/ 4971 h 5728"/>
                  <a:gd name="connsiteX102-23515" fmla="*/ 1916 w 5134"/>
                  <a:gd name="connsiteY102-23516" fmla="*/ 5045 h 5728"/>
                  <a:gd name="connsiteX103-23517" fmla="*/ 1805 w 5134"/>
                  <a:gd name="connsiteY103-23518" fmla="*/ 5000 h 5728"/>
                  <a:gd name="connsiteX104-23519" fmla="*/ 1727 w 5134"/>
                  <a:gd name="connsiteY104-23520" fmla="*/ 5109 h 5728"/>
                  <a:gd name="connsiteX105-23521" fmla="*/ 1505 w 5134"/>
                  <a:gd name="connsiteY105-23522" fmla="*/ 5349 h 5728"/>
                  <a:gd name="connsiteX106-23523" fmla="*/ 1485 w 5134"/>
                  <a:gd name="connsiteY106-23524" fmla="*/ 5516 h 5728"/>
                  <a:gd name="connsiteX107-23525" fmla="*/ 1468 w 5134"/>
                  <a:gd name="connsiteY107-23526" fmla="*/ 5659 h 5728"/>
                  <a:gd name="connsiteX108-23527" fmla="*/ 1452 w 5134"/>
                  <a:gd name="connsiteY108-23528" fmla="*/ 5669 h 5728"/>
                  <a:gd name="connsiteX109-23529" fmla="*/ 1130 w 5134"/>
                  <a:gd name="connsiteY109-23530" fmla="*/ 5621 h 5728"/>
                  <a:gd name="connsiteX110-23531" fmla="*/ 1028 w 5134"/>
                  <a:gd name="connsiteY110-23532" fmla="*/ 5566 h 5728"/>
                  <a:gd name="connsiteX111-23533" fmla="*/ 974 w 5134"/>
                  <a:gd name="connsiteY111-23534" fmla="*/ 5503 h 5728"/>
                  <a:gd name="connsiteX112-23535" fmla="*/ 869 w 5134"/>
                  <a:gd name="connsiteY112-23536" fmla="*/ 5477 h 5728"/>
                  <a:gd name="connsiteX113-23537" fmla="*/ 869 w 5134"/>
                  <a:gd name="connsiteY113-23538" fmla="*/ 5379 h 5728"/>
                  <a:gd name="connsiteX114-23539" fmla="*/ 973 w 5134"/>
                  <a:gd name="connsiteY114-23540" fmla="*/ 5149 h 5728"/>
                  <a:gd name="connsiteX115-23541" fmla="*/ 833 w 5134"/>
                  <a:gd name="connsiteY115-23542" fmla="*/ 5070 h 5728"/>
                  <a:gd name="connsiteX116-23543" fmla="*/ 791 w 5134"/>
                  <a:gd name="connsiteY116-23544" fmla="*/ 5095 h 5728"/>
                  <a:gd name="connsiteX117-23545" fmla="*/ 701 w 5134"/>
                  <a:gd name="connsiteY117-23546" fmla="*/ 5214 h 5728"/>
                  <a:gd name="connsiteX118-23547" fmla="*/ 669 w 5134"/>
                  <a:gd name="connsiteY118-23548" fmla="*/ 5276 h 5728"/>
                  <a:gd name="connsiteX119-23549" fmla="*/ 607 w 5134"/>
                  <a:gd name="connsiteY119-23550" fmla="*/ 5386 h 5728"/>
                  <a:gd name="connsiteX120-23551" fmla="*/ 613 w 5134"/>
                  <a:gd name="connsiteY120-23552" fmla="*/ 5510 h 5728"/>
                  <a:gd name="connsiteX121-23553" fmla="*/ 574 w 5134"/>
                  <a:gd name="connsiteY121-23554" fmla="*/ 5558 h 5728"/>
                  <a:gd name="connsiteX122-23555" fmla="*/ 443 w 5134"/>
                  <a:gd name="connsiteY122-23556" fmla="*/ 5617 h 5728"/>
                  <a:gd name="connsiteX123-23557" fmla="*/ 277 w 5134"/>
                  <a:gd name="connsiteY123-23558" fmla="*/ 5649 h 5728"/>
                  <a:gd name="connsiteX124-23559" fmla="*/ 174 w 5134"/>
                  <a:gd name="connsiteY124-23560" fmla="*/ 5728 h 5728"/>
                  <a:gd name="connsiteX125-23561" fmla="*/ 60 w 5134"/>
                  <a:gd name="connsiteY125-23562" fmla="*/ 5611 h 5728"/>
                  <a:gd name="connsiteX126-23563" fmla="*/ 0 w 5134"/>
                  <a:gd name="connsiteY126-23564" fmla="*/ 5485 h 5728"/>
                  <a:gd name="connsiteX127-23565" fmla="*/ 122 w 5134"/>
                  <a:gd name="connsiteY127-23566" fmla="*/ 5242 h 5728"/>
                  <a:gd name="connsiteX128-23567" fmla="*/ 177 w 5134"/>
                  <a:gd name="connsiteY128-23568" fmla="*/ 5195 h 5728"/>
                  <a:gd name="connsiteX129-23569" fmla="*/ 222 w 5134"/>
                  <a:gd name="connsiteY129-23570" fmla="*/ 5120 h 5728"/>
                  <a:gd name="connsiteX130-23571" fmla="*/ 219 w 5134"/>
                  <a:gd name="connsiteY130-23572" fmla="*/ 5071 h 5728"/>
                  <a:gd name="connsiteX0-23573" fmla="*/ 3948 w 5134"/>
                  <a:gd name="connsiteY0-23574" fmla="*/ 2333 h 5728"/>
                  <a:gd name="connsiteX1-23575" fmla="*/ 3946 w 5134"/>
                  <a:gd name="connsiteY1-23576" fmla="*/ 2117 h 5728"/>
                  <a:gd name="connsiteX2-23577" fmla="*/ 3870 w 5134"/>
                  <a:gd name="connsiteY2-23578" fmla="*/ 2039 h 5728"/>
                  <a:gd name="connsiteX3-23579" fmla="*/ 3727 w 5134"/>
                  <a:gd name="connsiteY3-23580" fmla="*/ 1951 h 5728"/>
                  <a:gd name="connsiteX4-23581" fmla="*/ 3635 w 5134"/>
                  <a:gd name="connsiteY4-23582" fmla="*/ 1827 h 5728"/>
                  <a:gd name="connsiteX5-23583" fmla="*/ 3539 w 5134"/>
                  <a:gd name="connsiteY5-23584" fmla="*/ 1828 h 5728"/>
                  <a:gd name="connsiteX6-23585" fmla="*/ 3494 w 5134"/>
                  <a:gd name="connsiteY6-23586" fmla="*/ 1883 h 5728"/>
                  <a:gd name="connsiteX7-23587" fmla="*/ 3401 w 5134"/>
                  <a:gd name="connsiteY7-23588" fmla="*/ 1877 h 5728"/>
                  <a:gd name="connsiteX8-23589" fmla="*/ 3381 w 5134"/>
                  <a:gd name="connsiteY8-23590" fmla="*/ 1994 h 5728"/>
                  <a:gd name="connsiteX9-23591" fmla="*/ 3200 w 5134"/>
                  <a:gd name="connsiteY9-23592" fmla="*/ 1941 h 5728"/>
                  <a:gd name="connsiteX10-23593" fmla="*/ 3117 w 5134"/>
                  <a:gd name="connsiteY10-23594" fmla="*/ 1939 h 5728"/>
                  <a:gd name="connsiteX11-23595" fmla="*/ 2992 w 5134"/>
                  <a:gd name="connsiteY11-23596" fmla="*/ 2014 h 5728"/>
                  <a:gd name="connsiteX12-23597" fmla="*/ 2880 w 5134"/>
                  <a:gd name="connsiteY12-23598" fmla="*/ 1890 h 5728"/>
                  <a:gd name="connsiteX13-23599" fmla="*/ 2974 w 5134"/>
                  <a:gd name="connsiteY13-23600" fmla="*/ 1804 h 5728"/>
                  <a:gd name="connsiteX14-23601" fmla="*/ 2978 w 5134"/>
                  <a:gd name="connsiteY14-23602" fmla="*/ 1634 h 5728"/>
                  <a:gd name="connsiteX15-23603" fmla="*/ 3033 w 5134"/>
                  <a:gd name="connsiteY15-23604" fmla="*/ 1514 h 5728"/>
                  <a:gd name="connsiteX16-23605" fmla="*/ 3076 w 5134"/>
                  <a:gd name="connsiteY16-23606" fmla="*/ 1306 h 5728"/>
                  <a:gd name="connsiteX17-23607" fmla="*/ 3136 w 5134"/>
                  <a:gd name="connsiteY17-23608" fmla="*/ 1307 h 5728"/>
                  <a:gd name="connsiteX18-23609" fmla="*/ 3459 w 5134"/>
                  <a:gd name="connsiteY18-23610" fmla="*/ 1286 h 5728"/>
                  <a:gd name="connsiteX19-23611" fmla="*/ 3633 w 5134"/>
                  <a:gd name="connsiteY19-23612" fmla="*/ 1117 h 5728"/>
                  <a:gd name="connsiteX20-23613" fmla="*/ 3702 w 5134"/>
                  <a:gd name="connsiteY20-23614" fmla="*/ 748 h 5728"/>
                  <a:gd name="connsiteX21-23615" fmla="*/ 3812 w 5134"/>
                  <a:gd name="connsiteY21-23616" fmla="*/ 486 h 5728"/>
                  <a:gd name="connsiteX22-23617" fmla="*/ 3810 w 5134"/>
                  <a:gd name="connsiteY22-23618" fmla="*/ 358 h 5728"/>
                  <a:gd name="connsiteX23-23619" fmla="*/ 3797 w 5134"/>
                  <a:gd name="connsiteY23-23620" fmla="*/ 328 h 5728"/>
                  <a:gd name="connsiteX24-23621" fmla="*/ 3730 w 5134"/>
                  <a:gd name="connsiteY24-23622" fmla="*/ 251 h 5728"/>
                  <a:gd name="connsiteX25-23623" fmla="*/ 3670 w 5134"/>
                  <a:gd name="connsiteY25-23624" fmla="*/ 217 h 5728"/>
                  <a:gd name="connsiteX26-23625" fmla="*/ 3795 w 5134"/>
                  <a:gd name="connsiteY26-23626" fmla="*/ 56 h 5728"/>
                  <a:gd name="connsiteX27-23627" fmla="*/ 3968 w 5134"/>
                  <a:gd name="connsiteY27-23628" fmla="*/ 2 h 5728"/>
                  <a:gd name="connsiteX28-23629" fmla="*/ 4000 w 5134"/>
                  <a:gd name="connsiteY28-23630" fmla="*/ 49 h 5728"/>
                  <a:gd name="connsiteX29-23631" fmla="*/ 3990 w 5134"/>
                  <a:gd name="connsiteY29-23632" fmla="*/ 133 h 5728"/>
                  <a:gd name="connsiteX30-23633" fmla="*/ 3929 w 5134"/>
                  <a:gd name="connsiteY30-23634" fmla="*/ 243 h 5728"/>
                  <a:gd name="connsiteX31-23635" fmla="*/ 3999 w 5134"/>
                  <a:gd name="connsiteY31-23636" fmla="*/ 301 h 5728"/>
                  <a:gd name="connsiteX32-23637" fmla="*/ 4113 w 5134"/>
                  <a:gd name="connsiteY32-23638" fmla="*/ 366 h 5728"/>
                  <a:gd name="connsiteX33-23639" fmla="*/ 4133 w 5134"/>
                  <a:gd name="connsiteY33-23640" fmla="*/ 255 h 5728"/>
                  <a:gd name="connsiteX34-23641" fmla="*/ 4267 w 5134"/>
                  <a:gd name="connsiteY34-23642" fmla="*/ 291 h 5728"/>
                  <a:gd name="connsiteX35-23643" fmla="*/ 4292 w 5134"/>
                  <a:gd name="connsiteY35-23644" fmla="*/ 331 h 5728"/>
                  <a:gd name="connsiteX36-23645" fmla="*/ 4368 w 5134"/>
                  <a:gd name="connsiteY36-23646" fmla="*/ 562 h 5728"/>
                  <a:gd name="connsiteX37-23647" fmla="*/ 4403 w 5134"/>
                  <a:gd name="connsiteY37-23648" fmla="*/ 586 h 5728"/>
                  <a:gd name="connsiteX38-23649" fmla="*/ 4495 w 5134"/>
                  <a:gd name="connsiteY38-23650" fmla="*/ 578 h 5728"/>
                  <a:gd name="connsiteX39-23651" fmla="*/ 4755 w 5134"/>
                  <a:gd name="connsiteY39-23652" fmla="*/ 490 h 5728"/>
                  <a:gd name="connsiteX40-23653" fmla="*/ 4975 w 5134"/>
                  <a:gd name="connsiteY40-23654" fmla="*/ 479 h 5728"/>
                  <a:gd name="connsiteX41-23655" fmla="*/ 5035 w 5134"/>
                  <a:gd name="connsiteY41-23656" fmla="*/ 648 h 5728"/>
                  <a:gd name="connsiteX42-23657" fmla="*/ 4953 w 5134"/>
                  <a:gd name="connsiteY42-23658" fmla="*/ 944 h 5728"/>
                  <a:gd name="connsiteX43-23659" fmla="*/ 4953 w 5134"/>
                  <a:gd name="connsiteY43-23660" fmla="*/ 1022 h 5728"/>
                  <a:gd name="connsiteX44-23661" fmla="*/ 5022 w 5134"/>
                  <a:gd name="connsiteY44-23662" fmla="*/ 1168 h 5728"/>
                  <a:gd name="connsiteX45-23663" fmla="*/ 5037 w 5134"/>
                  <a:gd name="connsiteY45-23664" fmla="*/ 1427 h 5728"/>
                  <a:gd name="connsiteX46-23665" fmla="*/ 5039 w 5134"/>
                  <a:gd name="connsiteY46-23666" fmla="*/ 1617 h 5728"/>
                  <a:gd name="connsiteX47-23667" fmla="*/ 4972 w 5134"/>
                  <a:gd name="connsiteY47-23668" fmla="*/ 1625 h 5728"/>
                  <a:gd name="connsiteX48-23669" fmla="*/ 4950 w 5134"/>
                  <a:gd name="connsiteY48-23670" fmla="*/ 1507 h 5728"/>
                  <a:gd name="connsiteX49-23671" fmla="*/ 4915 w 5134"/>
                  <a:gd name="connsiteY49-23672" fmla="*/ 1450 h 5728"/>
                  <a:gd name="connsiteX50-23673" fmla="*/ 4825 w 5134"/>
                  <a:gd name="connsiteY50-23674" fmla="*/ 1582 h 5728"/>
                  <a:gd name="connsiteX51-23675" fmla="*/ 4712 w 5134"/>
                  <a:gd name="connsiteY51-23676" fmla="*/ 1776 h 5728"/>
                  <a:gd name="connsiteX52-23677" fmla="*/ 4593 w 5134"/>
                  <a:gd name="connsiteY52-23678" fmla="*/ 1904 h 5728"/>
                  <a:gd name="connsiteX53-23679" fmla="*/ 4586 w 5134"/>
                  <a:gd name="connsiteY53-23680" fmla="*/ 2018 h 5728"/>
                  <a:gd name="connsiteX54-23681" fmla="*/ 4646 w 5134"/>
                  <a:gd name="connsiteY54-23682" fmla="*/ 2115 h 5728"/>
                  <a:gd name="connsiteX55-23683" fmla="*/ 4748 w 5134"/>
                  <a:gd name="connsiteY55-23684" fmla="*/ 2183 h 5728"/>
                  <a:gd name="connsiteX56-23685" fmla="*/ 4825 w 5134"/>
                  <a:gd name="connsiteY56-23686" fmla="*/ 2178 h 5728"/>
                  <a:gd name="connsiteX57-23687" fmla="*/ 4870 w 5134"/>
                  <a:gd name="connsiteY57-23688" fmla="*/ 2104 h 5728"/>
                  <a:gd name="connsiteX58-23689" fmla="*/ 4904 w 5134"/>
                  <a:gd name="connsiteY58-23690" fmla="*/ 2210 h 5728"/>
                  <a:gd name="connsiteX59-23691" fmla="*/ 4792 w 5134"/>
                  <a:gd name="connsiteY59-23692" fmla="*/ 2249 h 5728"/>
                  <a:gd name="connsiteX60-23693" fmla="*/ 4839 w 5134"/>
                  <a:gd name="connsiteY60-23694" fmla="*/ 2362 h 5728"/>
                  <a:gd name="connsiteX61-23695" fmla="*/ 4704 w 5134"/>
                  <a:gd name="connsiteY61-23696" fmla="*/ 2509 h 5728"/>
                  <a:gd name="connsiteX62-23697" fmla="*/ 4663 w 5134"/>
                  <a:gd name="connsiteY62-23698" fmla="*/ 2498 h 5728"/>
                  <a:gd name="connsiteX63-23699" fmla="*/ 4539 w 5134"/>
                  <a:gd name="connsiteY63-23700" fmla="*/ 2413 h 5728"/>
                  <a:gd name="connsiteX64-23701" fmla="*/ 4484 w 5134"/>
                  <a:gd name="connsiteY64-23702" fmla="*/ 2412 h 5728"/>
                  <a:gd name="connsiteX65-23703" fmla="*/ 4449 w 5134"/>
                  <a:gd name="connsiteY65-23704" fmla="*/ 2480 h 5728"/>
                  <a:gd name="connsiteX66-23705" fmla="*/ 4452 w 5134"/>
                  <a:gd name="connsiteY66-23706" fmla="*/ 2562 h 5728"/>
                  <a:gd name="connsiteX67-23707" fmla="*/ 4630 w 5134"/>
                  <a:gd name="connsiteY67-23708" fmla="*/ 2730 h 5728"/>
                  <a:gd name="connsiteX68-23709" fmla="*/ 4629 w 5134"/>
                  <a:gd name="connsiteY68-23710" fmla="*/ 2844 h 5728"/>
                  <a:gd name="connsiteX69-23711" fmla="*/ 4720 w 5134"/>
                  <a:gd name="connsiteY69-23712" fmla="*/ 3060 h 5728"/>
                  <a:gd name="connsiteX70-23713" fmla="*/ 4746 w 5134"/>
                  <a:gd name="connsiteY70-23714" fmla="*/ 3090 h 5728"/>
                  <a:gd name="connsiteX71-23715" fmla="*/ 4790 w 5134"/>
                  <a:gd name="connsiteY71-23716" fmla="*/ 3094 h 5728"/>
                  <a:gd name="connsiteX72-23717" fmla="*/ 4836 w 5134"/>
                  <a:gd name="connsiteY72-23718" fmla="*/ 3010 h 5728"/>
                  <a:gd name="connsiteX73-23719" fmla="*/ 4916 w 5134"/>
                  <a:gd name="connsiteY73-23720" fmla="*/ 2950 h 5728"/>
                  <a:gd name="connsiteX74-23721" fmla="*/ 5011 w 5134"/>
                  <a:gd name="connsiteY74-23722" fmla="*/ 3126 h 5728"/>
                  <a:gd name="connsiteX75-23723" fmla="*/ 5121 w 5134"/>
                  <a:gd name="connsiteY75-23724" fmla="*/ 3312 h 5728"/>
                  <a:gd name="connsiteX76-23725" fmla="*/ 5134 w 5134"/>
                  <a:gd name="connsiteY76-23726" fmla="*/ 3342 h 5728"/>
                  <a:gd name="connsiteX77-23727" fmla="*/ 5123 w 5134"/>
                  <a:gd name="connsiteY77-23728" fmla="*/ 3518 h 5728"/>
                  <a:gd name="connsiteX78-23729" fmla="*/ 5088 w 5134"/>
                  <a:gd name="connsiteY78-23730" fmla="*/ 3554 h 5728"/>
                  <a:gd name="connsiteX79-23731" fmla="*/ 4999 w 5134"/>
                  <a:gd name="connsiteY79-23732" fmla="*/ 3515 h 5728"/>
                  <a:gd name="connsiteX80-23733" fmla="*/ 4765 w 5134"/>
                  <a:gd name="connsiteY80-23734" fmla="*/ 3644 h 5728"/>
                  <a:gd name="connsiteX81-23735" fmla="*/ 4739 w 5134"/>
                  <a:gd name="connsiteY81-23736" fmla="*/ 3666 h 5728"/>
                  <a:gd name="connsiteX82-23737" fmla="*/ 4559 w 5134"/>
                  <a:gd name="connsiteY82-23738" fmla="*/ 3812 h 5728"/>
                  <a:gd name="connsiteX83-23739" fmla="*/ 4418 w 5134"/>
                  <a:gd name="connsiteY83-23740" fmla="*/ 3926 h 5728"/>
                  <a:gd name="connsiteX84-23741" fmla="*/ 4383 w 5134"/>
                  <a:gd name="connsiteY84-23742" fmla="*/ 3965 h 5728"/>
                  <a:gd name="connsiteX85-23743" fmla="*/ 4331 w 5134"/>
                  <a:gd name="connsiteY85-23744" fmla="*/ 3973 h 5728"/>
                  <a:gd name="connsiteX86-23745" fmla="*/ 4274 w 5134"/>
                  <a:gd name="connsiteY86-23746" fmla="*/ 3916 h 5728"/>
                  <a:gd name="connsiteX87-23747" fmla="*/ 4150 w 5134"/>
                  <a:gd name="connsiteY87-23748" fmla="*/ 3808 h 5728"/>
                  <a:gd name="connsiteX88-23749" fmla="*/ 4174 w 5134"/>
                  <a:gd name="connsiteY88-23750" fmla="*/ 4064 h 5728"/>
                  <a:gd name="connsiteX89-23751" fmla="*/ 4183 w 5134"/>
                  <a:gd name="connsiteY89-23752" fmla="*/ 4192 h 5728"/>
                  <a:gd name="connsiteX90-23753" fmla="*/ 3921 w 5134"/>
                  <a:gd name="connsiteY90-23754" fmla="*/ 4166 h 5728"/>
                  <a:gd name="connsiteX91-23755" fmla="*/ 3839 w 5134"/>
                  <a:gd name="connsiteY91-23756" fmla="*/ 3987 h 5728"/>
                  <a:gd name="connsiteX92-23757" fmla="*/ 3757 w 5134"/>
                  <a:gd name="connsiteY92-23758" fmla="*/ 3802 h 5728"/>
                  <a:gd name="connsiteX93-23759" fmla="*/ 2782 w 5134"/>
                  <a:gd name="connsiteY93-23760" fmla="*/ 4504 h 5728"/>
                  <a:gd name="connsiteX94-23761" fmla="*/ 2785 w 5134"/>
                  <a:gd name="connsiteY94-23762" fmla="*/ 4556 h 5728"/>
                  <a:gd name="connsiteX95-23763" fmla="*/ 2749 w 5134"/>
                  <a:gd name="connsiteY95-23764" fmla="*/ 4614 h 5728"/>
                  <a:gd name="connsiteX96-23765" fmla="*/ 2484 w 5134"/>
                  <a:gd name="connsiteY96-23766" fmla="*/ 4680 h 5728"/>
                  <a:gd name="connsiteX97-23767" fmla="*/ 2349 w 5134"/>
                  <a:gd name="connsiteY97-23768" fmla="*/ 4739 h 5728"/>
                  <a:gd name="connsiteX98-23769" fmla="*/ 2307 w 5134"/>
                  <a:gd name="connsiteY98-23770" fmla="*/ 4777 h 5728"/>
                  <a:gd name="connsiteX99-23771" fmla="*/ 2108 w 5134"/>
                  <a:gd name="connsiteY99-23772" fmla="*/ 5021 h 5728"/>
                  <a:gd name="connsiteX100-23773" fmla="*/ 2035 w 5134"/>
                  <a:gd name="connsiteY100-23774" fmla="*/ 4970 h 5728"/>
                  <a:gd name="connsiteX101-23775" fmla="*/ 1952 w 5134"/>
                  <a:gd name="connsiteY101-23776" fmla="*/ 4971 h 5728"/>
                  <a:gd name="connsiteX102-23777" fmla="*/ 1916 w 5134"/>
                  <a:gd name="connsiteY102-23778" fmla="*/ 5045 h 5728"/>
                  <a:gd name="connsiteX103-23779" fmla="*/ 1805 w 5134"/>
                  <a:gd name="connsiteY103-23780" fmla="*/ 5000 h 5728"/>
                  <a:gd name="connsiteX104-23781" fmla="*/ 1727 w 5134"/>
                  <a:gd name="connsiteY104-23782" fmla="*/ 5109 h 5728"/>
                  <a:gd name="connsiteX105-23783" fmla="*/ 1505 w 5134"/>
                  <a:gd name="connsiteY105-23784" fmla="*/ 5349 h 5728"/>
                  <a:gd name="connsiteX106-23785" fmla="*/ 1485 w 5134"/>
                  <a:gd name="connsiteY106-23786" fmla="*/ 5516 h 5728"/>
                  <a:gd name="connsiteX107-23787" fmla="*/ 1468 w 5134"/>
                  <a:gd name="connsiteY107-23788" fmla="*/ 5659 h 5728"/>
                  <a:gd name="connsiteX108-23789" fmla="*/ 1452 w 5134"/>
                  <a:gd name="connsiteY108-23790" fmla="*/ 5669 h 5728"/>
                  <a:gd name="connsiteX109-23791" fmla="*/ 1130 w 5134"/>
                  <a:gd name="connsiteY109-23792" fmla="*/ 5621 h 5728"/>
                  <a:gd name="connsiteX110-23793" fmla="*/ 1028 w 5134"/>
                  <a:gd name="connsiteY110-23794" fmla="*/ 5566 h 5728"/>
                  <a:gd name="connsiteX111-23795" fmla="*/ 974 w 5134"/>
                  <a:gd name="connsiteY111-23796" fmla="*/ 5503 h 5728"/>
                  <a:gd name="connsiteX112-23797" fmla="*/ 869 w 5134"/>
                  <a:gd name="connsiteY112-23798" fmla="*/ 5477 h 5728"/>
                  <a:gd name="connsiteX113-23799" fmla="*/ 869 w 5134"/>
                  <a:gd name="connsiteY113-23800" fmla="*/ 5379 h 5728"/>
                  <a:gd name="connsiteX114-23801" fmla="*/ 973 w 5134"/>
                  <a:gd name="connsiteY114-23802" fmla="*/ 5149 h 5728"/>
                  <a:gd name="connsiteX115-23803" fmla="*/ 833 w 5134"/>
                  <a:gd name="connsiteY115-23804" fmla="*/ 5070 h 5728"/>
                  <a:gd name="connsiteX116-23805" fmla="*/ 791 w 5134"/>
                  <a:gd name="connsiteY116-23806" fmla="*/ 5095 h 5728"/>
                  <a:gd name="connsiteX117-23807" fmla="*/ 701 w 5134"/>
                  <a:gd name="connsiteY117-23808" fmla="*/ 5214 h 5728"/>
                  <a:gd name="connsiteX118-23809" fmla="*/ 669 w 5134"/>
                  <a:gd name="connsiteY118-23810" fmla="*/ 5276 h 5728"/>
                  <a:gd name="connsiteX119-23811" fmla="*/ 607 w 5134"/>
                  <a:gd name="connsiteY119-23812" fmla="*/ 5386 h 5728"/>
                  <a:gd name="connsiteX120-23813" fmla="*/ 613 w 5134"/>
                  <a:gd name="connsiteY120-23814" fmla="*/ 5510 h 5728"/>
                  <a:gd name="connsiteX121-23815" fmla="*/ 574 w 5134"/>
                  <a:gd name="connsiteY121-23816" fmla="*/ 5558 h 5728"/>
                  <a:gd name="connsiteX122-23817" fmla="*/ 443 w 5134"/>
                  <a:gd name="connsiteY122-23818" fmla="*/ 5617 h 5728"/>
                  <a:gd name="connsiteX123-23819" fmla="*/ 277 w 5134"/>
                  <a:gd name="connsiteY123-23820" fmla="*/ 5649 h 5728"/>
                  <a:gd name="connsiteX124-23821" fmla="*/ 174 w 5134"/>
                  <a:gd name="connsiteY124-23822" fmla="*/ 5728 h 5728"/>
                  <a:gd name="connsiteX125-23823" fmla="*/ 60 w 5134"/>
                  <a:gd name="connsiteY125-23824" fmla="*/ 5611 h 5728"/>
                  <a:gd name="connsiteX126-23825" fmla="*/ 0 w 5134"/>
                  <a:gd name="connsiteY126-23826" fmla="*/ 5485 h 5728"/>
                  <a:gd name="connsiteX127-23827" fmla="*/ 122 w 5134"/>
                  <a:gd name="connsiteY127-23828" fmla="*/ 5242 h 5728"/>
                  <a:gd name="connsiteX128-23829" fmla="*/ 177 w 5134"/>
                  <a:gd name="connsiteY128-23830" fmla="*/ 5195 h 5728"/>
                  <a:gd name="connsiteX129-23831" fmla="*/ 222 w 5134"/>
                  <a:gd name="connsiteY129-23832" fmla="*/ 5120 h 5728"/>
                  <a:gd name="connsiteX0-23833" fmla="*/ 3948 w 5134"/>
                  <a:gd name="connsiteY0-23834" fmla="*/ 2333 h 5728"/>
                  <a:gd name="connsiteX1-23835" fmla="*/ 3946 w 5134"/>
                  <a:gd name="connsiteY1-23836" fmla="*/ 2117 h 5728"/>
                  <a:gd name="connsiteX2-23837" fmla="*/ 3870 w 5134"/>
                  <a:gd name="connsiteY2-23838" fmla="*/ 2039 h 5728"/>
                  <a:gd name="connsiteX3-23839" fmla="*/ 3727 w 5134"/>
                  <a:gd name="connsiteY3-23840" fmla="*/ 1951 h 5728"/>
                  <a:gd name="connsiteX4-23841" fmla="*/ 3635 w 5134"/>
                  <a:gd name="connsiteY4-23842" fmla="*/ 1827 h 5728"/>
                  <a:gd name="connsiteX5-23843" fmla="*/ 3539 w 5134"/>
                  <a:gd name="connsiteY5-23844" fmla="*/ 1828 h 5728"/>
                  <a:gd name="connsiteX6-23845" fmla="*/ 3494 w 5134"/>
                  <a:gd name="connsiteY6-23846" fmla="*/ 1883 h 5728"/>
                  <a:gd name="connsiteX7-23847" fmla="*/ 3401 w 5134"/>
                  <a:gd name="connsiteY7-23848" fmla="*/ 1877 h 5728"/>
                  <a:gd name="connsiteX8-23849" fmla="*/ 3381 w 5134"/>
                  <a:gd name="connsiteY8-23850" fmla="*/ 1994 h 5728"/>
                  <a:gd name="connsiteX9-23851" fmla="*/ 3200 w 5134"/>
                  <a:gd name="connsiteY9-23852" fmla="*/ 1941 h 5728"/>
                  <a:gd name="connsiteX10-23853" fmla="*/ 3117 w 5134"/>
                  <a:gd name="connsiteY10-23854" fmla="*/ 1939 h 5728"/>
                  <a:gd name="connsiteX11-23855" fmla="*/ 2992 w 5134"/>
                  <a:gd name="connsiteY11-23856" fmla="*/ 2014 h 5728"/>
                  <a:gd name="connsiteX12-23857" fmla="*/ 2880 w 5134"/>
                  <a:gd name="connsiteY12-23858" fmla="*/ 1890 h 5728"/>
                  <a:gd name="connsiteX13-23859" fmla="*/ 2974 w 5134"/>
                  <a:gd name="connsiteY13-23860" fmla="*/ 1804 h 5728"/>
                  <a:gd name="connsiteX14-23861" fmla="*/ 2978 w 5134"/>
                  <a:gd name="connsiteY14-23862" fmla="*/ 1634 h 5728"/>
                  <a:gd name="connsiteX15-23863" fmla="*/ 3033 w 5134"/>
                  <a:gd name="connsiteY15-23864" fmla="*/ 1514 h 5728"/>
                  <a:gd name="connsiteX16-23865" fmla="*/ 3076 w 5134"/>
                  <a:gd name="connsiteY16-23866" fmla="*/ 1306 h 5728"/>
                  <a:gd name="connsiteX17-23867" fmla="*/ 3136 w 5134"/>
                  <a:gd name="connsiteY17-23868" fmla="*/ 1307 h 5728"/>
                  <a:gd name="connsiteX18-23869" fmla="*/ 3459 w 5134"/>
                  <a:gd name="connsiteY18-23870" fmla="*/ 1286 h 5728"/>
                  <a:gd name="connsiteX19-23871" fmla="*/ 3633 w 5134"/>
                  <a:gd name="connsiteY19-23872" fmla="*/ 1117 h 5728"/>
                  <a:gd name="connsiteX20-23873" fmla="*/ 3702 w 5134"/>
                  <a:gd name="connsiteY20-23874" fmla="*/ 748 h 5728"/>
                  <a:gd name="connsiteX21-23875" fmla="*/ 3812 w 5134"/>
                  <a:gd name="connsiteY21-23876" fmla="*/ 486 h 5728"/>
                  <a:gd name="connsiteX22-23877" fmla="*/ 3810 w 5134"/>
                  <a:gd name="connsiteY22-23878" fmla="*/ 358 h 5728"/>
                  <a:gd name="connsiteX23-23879" fmla="*/ 3797 w 5134"/>
                  <a:gd name="connsiteY23-23880" fmla="*/ 328 h 5728"/>
                  <a:gd name="connsiteX24-23881" fmla="*/ 3730 w 5134"/>
                  <a:gd name="connsiteY24-23882" fmla="*/ 251 h 5728"/>
                  <a:gd name="connsiteX25-23883" fmla="*/ 3670 w 5134"/>
                  <a:gd name="connsiteY25-23884" fmla="*/ 217 h 5728"/>
                  <a:gd name="connsiteX26-23885" fmla="*/ 3795 w 5134"/>
                  <a:gd name="connsiteY26-23886" fmla="*/ 56 h 5728"/>
                  <a:gd name="connsiteX27-23887" fmla="*/ 3968 w 5134"/>
                  <a:gd name="connsiteY27-23888" fmla="*/ 2 h 5728"/>
                  <a:gd name="connsiteX28-23889" fmla="*/ 4000 w 5134"/>
                  <a:gd name="connsiteY28-23890" fmla="*/ 49 h 5728"/>
                  <a:gd name="connsiteX29-23891" fmla="*/ 3990 w 5134"/>
                  <a:gd name="connsiteY29-23892" fmla="*/ 133 h 5728"/>
                  <a:gd name="connsiteX30-23893" fmla="*/ 3929 w 5134"/>
                  <a:gd name="connsiteY30-23894" fmla="*/ 243 h 5728"/>
                  <a:gd name="connsiteX31-23895" fmla="*/ 3999 w 5134"/>
                  <a:gd name="connsiteY31-23896" fmla="*/ 301 h 5728"/>
                  <a:gd name="connsiteX32-23897" fmla="*/ 4113 w 5134"/>
                  <a:gd name="connsiteY32-23898" fmla="*/ 366 h 5728"/>
                  <a:gd name="connsiteX33-23899" fmla="*/ 4133 w 5134"/>
                  <a:gd name="connsiteY33-23900" fmla="*/ 255 h 5728"/>
                  <a:gd name="connsiteX34-23901" fmla="*/ 4267 w 5134"/>
                  <a:gd name="connsiteY34-23902" fmla="*/ 291 h 5728"/>
                  <a:gd name="connsiteX35-23903" fmla="*/ 4292 w 5134"/>
                  <a:gd name="connsiteY35-23904" fmla="*/ 331 h 5728"/>
                  <a:gd name="connsiteX36-23905" fmla="*/ 4368 w 5134"/>
                  <a:gd name="connsiteY36-23906" fmla="*/ 562 h 5728"/>
                  <a:gd name="connsiteX37-23907" fmla="*/ 4403 w 5134"/>
                  <a:gd name="connsiteY37-23908" fmla="*/ 586 h 5728"/>
                  <a:gd name="connsiteX38-23909" fmla="*/ 4495 w 5134"/>
                  <a:gd name="connsiteY38-23910" fmla="*/ 578 h 5728"/>
                  <a:gd name="connsiteX39-23911" fmla="*/ 4755 w 5134"/>
                  <a:gd name="connsiteY39-23912" fmla="*/ 490 h 5728"/>
                  <a:gd name="connsiteX40-23913" fmla="*/ 4975 w 5134"/>
                  <a:gd name="connsiteY40-23914" fmla="*/ 479 h 5728"/>
                  <a:gd name="connsiteX41-23915" fmla="*/ 5035 w 5134"/>
                  <a:gd name="connsiteY41-23916" fmla="*/ 648 h 5728"/>
                  <a:gd name="connsiteX42-23917" fmla="*/ 4953 w 5134"/>
                  <a:gd name="connsiteY42-23918" fmla="*/ 944 h 5728"/>
                  <a:gd name="connsiteX43-23919" fmla="*/ 4953 w 5134"/>
                  <a:gd name="connsiteY43-23920" fmla="*/ 1022 h 5728"/>
                  <a:gd name="connsiteX44-23921" fmla="*/ 5022 w 5134"/>
                  <a:gd name="connsiteY44-23922" fmla="*/ 1168 h 5728"/>
                  <a:gd name="connsiteX45-23923" fmla="*/ 5037 w 5134"/>
                  <a:gd name="connsiteY45-23924" fmla="*/ 1427 h 5728"/>
                  <a:gd name="connsiteX46-23925" fmla="*/ 5039 w 5134"/>
                  <a:gd name="connsiteY46-23926" fmla="*/ 1617 h 5728"/>
                  <a:gd name="connsiteX47-23927" fmla="*/ 4972 w 5134"/>
                  <a:gd name="connsiteY47-23928" fmla="*/ 1625 h 5728"/>
                  <a:gd name="connsiteX48-23929" fmla="*/ 4950 w 5134"/>
                  <a:gd name="connsiteY48-23930" fmla="*/ 1507 h 5728"/>
                  <a:gd name="connsiteX49-23931" fmla="*/ 4915 w 5134"/>
                  <a:gd name="connsiteY49-23932" fmla="*/ 1450 h 5728"/>
                  <a:gd name="connsiteX50-23933" fmla="*/ 4825 w 5134"/>
                  <a:gd name="connsiteY50-23934" fmla="*/ 1582 h 5728"/>
                  <a:gd name="connsiteX51-23935" fmla="*/ 4712 w 5134"/>
                  <a:gd name="connsiteY51-23936" fmla="*/ 1776 h 5728"/>
                  <a:gd name="connsiteX52-23937" fmla="*/ 4593 w 5134"/>
                  <a:gd name="connsiteY52-23938" fmla="*/ 1904 h 5728"/>
                  <a:gd name="connsiteX53-23939" fmla="*/ 4586 w 5134"/>
                  <a:gd name="connsiteY53-23940" fmla="*/ 2018 h 5728"/>
                  <a:gd name="connsiteX54-23941" fmla="*/ 4646 w 5134"/>
                  <a:gd name="connsiteY54-23942" fmla="*/ 2115 h 5728"/>
                  <a:gd name="connsiteX55-23943" fmla="*/ 4748 w 5134"/>
                  <a:gd name="connsiteY55-23944" fmla="*/ 2183 h 5728"/>
                  <a:gd name="connsiteX56-23945" fmla="*/ 4825 w 5134"/>
                  <a:gd name="connsiteY56-23946" fmla="*/ 2178 h 5728"/>
                  <a:gd name="connsiteX57-23947" fmla="*/ 4870 w 5134"/>
                  <a:gd name="connsiteY57-23948" fmla="*/ 2104 h 5728"/>
                  <a:gd name="connsiteX58-23949" fmla="*/ 4904 w 5134"/>
                  <a:gd name="connsiteY58-23950" fmla="*/ 2210 h 5728"/>
                  <a:gd name="connsiteX59-23951" fmla="*/ 4792 w 5134"/>
                  <a:gd name="connsiteY59-23952" fmla="*/ 2249 h 5728"/>
                  <a:gd name="connsiteX60-23953" fmla="*/ 4839 w 5134"/>
                  <a:gd name="connsiteY60-23954" fmla="*/ 2362 h 5728"/>
                  <a:gd name="connsiteX61-23955" fmla="*/ 4704 w 5134"/>
                  <a:gd name="connsiteY61-23956" fmla="*/ 2509 h 5728"/>
                  <a:gd name="connsiteX62-23957" fmla="*/ 4663 w 5134"/>
                  <a:gd name="connsiteY62-23958" fmla="*/ 2498 h 5728"/>
                  <a:gd name="connsiteX63-23959" fmla="*/ 4539 w 5134"/>
                  <a:gd name="connsiteY63-23960" fmla="*/ 2413 h 5728"/>
                  <a:gd name="connsiteX64-23961" fmla="*/ 4484 w 5134"/>
                  <a:gd name="connsiteY64-23962" fmla="*/ 2412 h 5728"/>
                  <a:gd name="connsiteX65-23963" fmla="*/ 4449 w 5134"/>
                  <a:gd name="connsiteY65-23964" fmla="*/ 2480 h 5728"/>
                  <a:gd name="connsiteX66-23965" fmla="*/ 4452 w 5134"/>
                  <a:gd name="connsiteY66-23966" fmla="*/ 2562 h 5728"/>
                  <a:gd name="connsiteX67-23967" fmla="*/ 4630 w 5134"/>
                  <a:gd name="connsiteY67-23968" fmla="*/ 2730 h 5728"/>
                  <a:gd name="connsiteX68-23969" fmla="*/ 4629 w 5134"/>
                  <a:gd name="connsiteY68-23970" fmla="*/ 2844 h 5728"/>
                  <a:gd name="connsiteX69-23971" fmla="*/ 4720 w 5134"/>
                  <a:gd name="connsiteY69-23972" fmla="*/ 3060 h 5728"/>
                  <a:gd name="connsiteX70-23973" fmla="*/ 4746 w 5134"/>
                  <a:gd name="connsiteY70-23974" fmla="*/ 3090 h 5728"/>
                  <a:gd name="connsiteX71-23975" fmla="*/ 4790 w 5134"/>
                  <a:gd name="connsiteY71-23976" fmla="*/ 3094 h 5728"/>
                  <a:gd name="connsiteX72-23977" fmla="*/ 4836 w 5134"/>
                  <a:gd name="connsiteY72-23978" fmla="*/ 3010 h 5728"/>
                  <a:gd name="connsiteX73-23979" fmla="*/ 4916 w 5134"/>
                  <a:gd name="connsiteY73-23980" fmla="*/ 2950 h 5728"/>
                  <a:gd name="connsiteX74-23981" fmla="*/ 5011 w 5134"/>
                  <a:gd name="connsiteY74-23982" fmla="*/ 3126 h 5728"/>
                  <a:gd name="connsiteX75-23983" fmla="*/ 5121 w 5134"/>
                  <a:gd name="connsiteY75-23984" fmla="*/ 3312 h 5728"/>
                  <a:gd name="connsiteX76-23985" fmla="*/ 5134 w 5134"/>
                  <a:gd name="connsiteY76-23986" fmla="*/ 3342 h 5728"/>
                  <a:gd name="connsiteX77-23987" fmla="*/ 5123 w 5134"/>
                  <a:gd name="connsiteY77-23988" fmla="*/ 3518 h 5728"/>
                  <a:gd name="connsiteX78-23989" fmla="*/ 5088 w 5134"/>
                  <a:gd name="connsiteY78-23990" fmla="*/ 3554 h 5728"/>
                  <a:gd name="connsiteX79-23991" fmla="*/ 4999 w 5134"/>
                  <a:gd name="connsiteY79-23992" fmla="*/ 3515 h 5728"/>
                  <a:gd name="connsiteX80-23993" fmla="*/ 4765 w 5134"/>
                  <a:gd name="connsiteY80-23994" fmla="*/ 3644 h 5728"/>
                  <a:gd name="connsiteX81-23995" fmla="*/ 4739 w 5134"/>
                  <a:gd name="connsiteY81-23996" fmla="*/ 3666 h 5728"/>
                  <a:gd name="connsiteX82-23997" fmla="*/ 4559 w 5134"/>
                  <a:gd name="connsiteY82-23998" fmla="*/ 3812 h 5728"/>
                  <a:gd name="connsiteX83-23999" fmla="*/ 4418 w 5134"/>
                  <a:gd name="connsiteY83-24000" fmla="*/ 3926 h 5728"/>
                  <a:gd name="connsiteX84-24001" fmla="*/ 4383 w 5134"/>
                  <a:gd name="connsiteY84-24002" fmla="*/ 3965 h 5728"/>
                  <a:gd name="connsiteX85-24003" fmla="*/ 4331 w 5134"/>
                  <a:gd name="connsiteY85-24004" fmla="*/ 3973 h 5728"/>
                  <a:gd name="connsiteX86-24005" fmla="*/ 4274 w 5134"/>
                  <a:gd name="connsiteY86-24006" fmla="*/ 3916 h 5728"/>
                  <a:gd name="connsiteX87-24007" fmla="*/ 4150 w 5134"/>
                  <a:gd name="connsiteY87-24008" fmla="*/ 3808 h 5728"/>
                  <a:gd name="connsiteX88-24009" fmla="*/ 4174 w 5134"/>
                  <a:gd name="connsiteY88-24010" fmla="*/ 4064 h 5728"/>
                  <a:gd name="connsiteX89-24011" fmla="*/ 4183 w 5134"/>
                  <a:gd name="connsiteY89-24012" fmla="*/ 4192 h 5728"/>
                  <a:gd name="connsiteX90-24013" fmla="*/ 3921 w 5134"/>
                  <a:gd name="connsiteY90-24014" fmla="*/ 4166 h 5728"/>
                  <a:gd name="connsiteX91-24015" fmla="*/ 3839 w 5134"/>
                  <a:gd name="connsiteY91-24016" fmla="*/ 3987 h 5728"/>
                  <a:gd name="connsiteX92-24017" fmla="*/ 3757 w 5134"/>
                  <a:gd name="connsiteY92-24018" fmla="*/ 3802 h 5728"/>
                  <a:gd name="connsiteX93-24019" fmla="*/ 2782 w 5134"/>
                  <a:gd name="connsiteY93-24020" fmla="*/ 4504 h 5728"/>
                  <a:gd name="connsiteX94-24021" fmla="*/ 2785 w 5134"/>
                  <a:gd name="connsiteY94-24022" fmla="*/ 4556 h 5728"/>
                  <a:gd name="connsiteX95-24023" fmla="*/ 2749 w 5134"/>
                  <a:gd name="connsiteY95-24024" fmla="*/ 4614 h 5728"/>
                  <a:gd name="connsiteX96-24025" fmla="*/ 2484 w 5134"/>
                  <a:gd name="connsiteY96-24026" fmla="*/ 4680 h 5728"/>
                  <a:gd name="connsiteX97-24027" fmla="*/ 2349 w 5134"/>
                  <a:gd name="connsiteY97-24028" fmla="*/ 4739 h 5728"/>
                  <a:gd name="connsiteX98-24029" fmla="*/ 2307 w 5134"/>
                  <a:gd name="connsiteY98-24030" fmla="*/ 4777 h 5728"/>
                  <a:gd name="connsiteX99-24031" fmla="*/ 2108 w 5134"/>
                  <a:gd name="connsiteY99-24032" fmla="*/ 5021 h 5728"/>
                  <a:gd name="connsiteX100-24033" fmla="*/ 2035 w 5134"/>
                  <a:gd name="connsiteY100-24034" fmla="*/ 4970 h 5728"/>
                  <a:gd name="connsiteX101-24035" fmla="*/ 1952 w 5134"/>
                  <a:gd name="connsiteY101-24036" fmla="*/ 4971 h 5728"/>
                  <a:gd name="connsiteX102-24037" fmla="*/ 1916 w 5134"/>
                  <a:gd name="connsiteY102-24038" fmla="*/ 5045 h 5728"/>
                  <a:gd name="connsiteX103-24039" fmla="*/ 1805 w 5134"/>
                  <a:gd name="connsiteY103-24040" fmla="*/ 5000 h 5728"/>
                  <a:gd name="connsiteX104-24041" fmla="*/ 1727 w 5134"/>
                  <a:gd name="connsiteY104-24042" fmla="*/ 5109 h 5728"/>
                  <a:gd name="connsiteX105-24043" fmla="*/ 1505 w 5134"/>
                  <a:gd name="connsiteY105-24044" fmla="*/ 5349 h 5728"/>
                  <a:gd name="connsiteX106-24045" fmla="*/ 1485 w 5134"/>
                  <a:gd name="connsiteY106-24046" fmla="*/ 5516 h 5728"/>
                  <a:gd name="connsiteX107-24047" fmla="*/ 1468 w 5134"/>
                  <a:gd name="connsiteY107-24048" fmla="*/ 5659 h 5728"/>
                  <a:gd name="connsiteX108-24049" fmla="*/ 1452 w 5134"/>
                  <a:gd name="connsiteY108-24050" fmla="*/ 5669 h 5728"/>
                  <a:gd name="connsiteX109-24051" fmla="*/ 1130 w 5134"/>
                  <a:gd name="connsiteY109-24052" fmla="*/ 5621 h 5728"/>
                  <a:gd name="connsiteX110-24053" fmla="*/ 1028 w 5134"/>
                  <a:gd name="connsiteY110-24054" fmla="*/ 5566 h 5728"/>
                  <a:gd name="connsiteX111-24055" fmla="*/ 974 w 5134"/>
                  <a:gd name="connsiteY111-24056" fmla="*/ 5503 h 5728"/>
                  <a:gd name="connsiteX112-24057" fmla="*/ 869 w 5134"/>
                  <a:gd name="connsiteY112-24058" fmla="*/ 5477 h 5728"/>
                  <a:gd name="connsiteX113-24059" fmla="*/ 869 w 5134"/>
                  <a:gd name="connsiteY113-24060" fmla="*/ 5379 h 5728"/>
                  <a:gd name="connsiteX114-24061" fmla="*/ 973 w 5134"/>
                  <a:gd name="connsiteY114-24062" fmla="*/ 5149 h 5728"/>
                  <a:gd name="connsiteX115-24063" fmla="*/ 833 w 5134"/>
                  <a:gd name="connsiteY115-24064" fmla="*/ 5070 h 5728"/>
                  <a:gd name="connsiteX116-24065" fmla="*/ 791 w 5134"/>
                  <a:gd name="connsiteY116-24066" fmla="*/ 5095 h 5728"/>
                  <a:gd name="connsiteX117-24067" fmla="*/ 701 w 5134"/>
                  <a:gd name="connsiteY117-24068" fmla="*/ 5214 h 5728"/>
                  <a:gd name="connsiteX118-24069" fmla="*/ 669 w 5134"/>
                  <a:gd name="connsiteY118-24070" fmla="*/ 5276 h 5728"/>
                  <a:gd name="connsiteX119-24071" fmla="*/ 607 w 5134"/>
                  <a:gd name="connsiteY119-24072" fmla="*/ 5386 h 5728"/>
                  <a:gd name="connsiteX120-24073" fmla="*/ 613 w 5134"/>
                  <a:gd name="connsiteY120-24074" fmla="*/ 5510 h 5728"/>
                  <a:gd name="connsiteX121-24075" fmla="*/ 574 w 5134"/>
                  <a:gd name="connsiteY121-24076" fmla="*/ 5558 h 5728"/>
                  <a:gd name="connsiteX122-24077" fmla="*/ 443 w 5134"/>
                  <a:gd name="connsiteY122-24078" fmla="*/ 5617 h 5728"/>
                  <a:gd name="connsiteX123-24079" fmla="*/ 277 w 5134"/>
                  <a:gd name="connsiteY123-24080" fmla="*/ 5649 h 5728"/>
                  <a:gd name="connsiteX124-24081" fmla="*/ 174 w 5134"/>
                  <a:gd name="connsiteY124-24082" fmla="*/ 5728 h 5728"/>
                  <a:gd name="connsiteX125-24083" fmla="*/ 60 w 5134"/>
                  <a:gd name="connsiteY125-24084" fmla="*/ 5611 h 5728"/>
                  <a:gd name="connsiteX126-24085" fmla="*/ 0 w 5134"/>
                  <a:gd name="connsiteY126-24086" fmla="*/ 5485 h 5728"/>
                  <a:gd name="connsiteX127-24087" fmla="*/ 122 w 5134"/>
                  <a:gd name="connsiteY127-24088" fmla="*/ 5242 h 5728"/>
                  <a:gd name="connsiteX128-24089" fmla="*/ 177 w 5134"/>
                  <a:gd name="connsiteY128-24090" fmla="*/ 5195 h 5728"/>
                  <a:gd name="connsiteX0-24091" fmla="*/ 3948 w 5134"/>
                  <a:gd name="connsiteY0-24092" fmla="*/ 2333 h 5728"/>
                  <a:gd name="connsiteX1-24093" fmla="*/ 3946 w 5134"/>
                  <a:gd name="connsiteY1-24094" fmla="*/ 2117 h 5728"/>
                  <a:gd name="connsiteX2-24095" fmla="*/ 3870 w 5134"/>
                  <a:gd name="connsiteY2-24096" fmla="*/ 2039 h 5728"/>
                  <a:gd name="connsiteX3-24097" fmla="*/ 3727 w 5134"/>
                  <a:gd name="connsiteY3-24098" fmla="*/ 1951 h 5728"/>
                  <a:gd name="connsiteX4-24099" fmla="*/ 3635 w 5134"/>
                  <a:gd name="connsiteY4-24100" fmla="*/ 1827 h 5728"/>
                  <a:gd name="connsiteX5-24101" fmla="*/ 3539 w 5134"/>
                  <a:gd name="connsiteY5-24102" fmla="*/ 1828 h 5728"/>
                  <a:gd name="connsiteX6-24103" fmla="*/ 3494 w 5134"/>
                  <a:gd name="connsiteY6-24104" fmla="*/ 1883 h 5728"/>
                  <a:gd name="connsiteX7-24105" fmla="*/ 3401 w 5134"/>
                  <a:gd name="connsiteY7-24106" fmla="*/ 1877 h 5728"/>
                  <a:gd name="connsiteX8-24107" fmla="*/ 3381 w 5134"/>
                  <a:gd name="connsiteY8-24108" fmla="*/ 1994 h 5728"/>
                  <a:gd name="connsiteX9-24109" fmla="*/ 3200 w 5134"/>
                  <a:gd name="connsiteY9-24110" fmla="*/ 1941 h 5728"/>
                  <a:gd name="connsiteX10-24111" fmla="*/ 3117 w 5134"/>
                  <a:gd name="connsiteY10-24112" fmla="*/ 1939 h 5728"/>
                  <a:gd name="connsiteX11-24113" fmla="*/ 2992 w 5134"/>
                  <a:gd name="connsiteY11-24114" fmla="*/ 2014 h 5728"/>
                  <a:gd name="connsiteX12-24115" fmla="*/ 2880 w 5134"/>
                  <a:gd name="connsiteY12-24116" fmla="*/ 1890 h 5728"/>
                  <a:gd name="connsiteX13-24117" fmla="*/ 2974 w 5134"/>
                  <a:gd name="connsiteY13-24118" fmla="*/ 1804 h 5728"/>
                  <a:gd name="connsiteX14-24119" fmla="*/ 2978 w 5134"/>
                  <a:gd name="connsiteY14-24120" fmla="*/ 1634 h 5728"/>
                  <a:gd name="connsiteX15-24121" fmla="*/ 3033 w 5134"/>
                  <a:gd name="connsiteY15-24122" fmla="*/ 1514 h 5728"/>
                  <a:gd name="connsiteX16-24123" fmla="*/ 3076 w 5134"/>
                  <a:gd name="connsiteY16-24124" fmla="*/ 1306 h 5728"/>
                  <a:gd name="connsiteX17-24125" fmla="*/ 3136 w 5134"/>
                  <a:gd name="connsiteY17-24126" fmla="*/ 1307 h 5728"/>
                  <a:gd name="connsiteX18-24127" fmla="*/ 3459 w 5134"/>
                  <a:gd name="connsiteY18-24128" fmla="*/ 1286 h 5728"/>
                  <a:gd name="connsiteX19-24129" fmla="*/ 3633 w 5134"/>
                  <a:gd name="connsiteY19-24130" fmla="*/ 1117 h 5728"/>
                  <a:gd name="connsiteX20-24131" fmla="*/ 3702 w 5134"/>
                  <a:gd name="connsiteY20-24132" fmla="*/ 748 h 5728"/>
                  <a:gd name="connsiteX21-24133" fmla="*/ 3812 w 5134"/>
                  <a:gd name="connsiteY21-24134" fmla="*/ 486 h 5728"/>
                  <a:gd name="connsiteX22-24135" fmla="*/ 3810 w 5134"/>
                  <a:gd name="connsiteY22-24136" fmla="*/ 358 h 5728"/>
                  <a:gd name="connsiteX23-24137" fmla="*/ 3797 w 5134"/>
                  <a:gd name="connsiteY23-24138" fmla="*/ 328 h 5728"/>
                  <a:gd name="connsiteX24-24139" fmla="*/ 3730 w 5134"/>
                  <a:gd name="connsiteY24-24140" fmla="*/ 251 h 5728"/>
                  <a:gd name="connsiteX25-24141" fmla="*/ 3670 w 5134"/>
                  <a:gd name="connsiteY25-24142" fmla="*/ 217 h 5728"/>
                  <a:gd name="connsiteX26-24143" fmla="*/ 3795 w 5134"/>
                  <a:gd name="connsiteY26-24144" fmla="*/ 56 h 5728"/>
                  <a:gd name="connsiteX27-24145" fmla="*/ 3968 w 5134"/>
                  <a:gd name="connsiteY27-24146" fmla="*/ 2 h 5728"/>
                  <a:gd name="connsiteX28-24147" fmla="*/ 4000 w 5134"/>
                  <a:gd name="connsiteY28-24148" fmla="*/ 49 h 5728"/>
                  <a:gd name="connsiteX29-24149" fmla="*/ 3990 w 5134"/>
                  <a:gd name="connsiteY29-24150" fmla="*/ 133 h 5728"/>
                  <a:gd name="connsiteX30-24151" fmla="*/ 3929 w 5134"/>
                  <a:gd name="connsiteY30-24152" fmla="*/ 243 h 5728"/>
                  <a:gd name="connsiteX31-24153" fmla="*/ 3999 w 5134"/>
                  <a:gd name="connsiteY31-24154" fmla="*/ 301 h 5728"/>
                  <a:gd name="connsiteX32-24155" fmla="*/ 4113 w 5134"/>
                  <a:gd name="connsiteY32-24156" fmla="*/ 366 h 5728"/>
                  <a:gd name="connsiteX33-24157" fmla="*/ 4133 w 5134"/>
                  <a:gd name="connsiteY33-24158" fmla="*/ 255 h 5728"/>
                  <a:gd name="connsiteX34-24159" fmla="*/ 4267 w 5134"/>
                  <a:gd name="connsiteY34-24160" fmla="*/ 291 h 5728"/>
                  <a:gd name="connsiteX35-24161" fmla="*/ 4292 w 5134"/>
                  <a:gd name="connsiteY35-24162" fmla="*/ 331 h 5728"/>
                  <a:gd name="connsiteX36-24163" fmla="*/ 4368 w 5134"/>
                  <a:gd name="connsiteY36-24164" fmla="*/ 562 h 5728"/>
                  <a:gd name="connsiteX37-24165" fmla="*/ 4403 w 5134"/>
                  <a:gd name="connsiteY37-24166" fmla="*/ 586 h 5728"/>
                  <a:gd name="connsiteX38-24167" fmla="*/ 4495 w 5134"/>
                  <a:gd name="connsiteY38-24168" fmla="*/ 578 h 5728"/>
                  <a:gd name="connsiteX39-24169" fmla="*/ 4755 w 5134"/>
                  <a:gd name="connsiteY39-24170" fmla="*/ 490 h 5728"/>
                  <a:gd name="connsiteX40-24171" fmla="*/ 4975 w 5134"/>
                  <a:gd name="connsiteY40-24172" fmla="*/ 479 h 5728"/>
                  <a:gd name="connsiteX41-24173" fmla="*/ 5035 w 5134"/>
                  <a:gd name="connsiteY41-24174" fmla="*/ 648 h 5728"/>
                  <a:gd name="connsiteX42-24175" fmla="*/ 4953 w 5134"/>
                  <a:gd name="connsiteY42-24176" fmla="*/ 944 h 5728"/>
                  <a:gd name="connsiteX43-24177" fmla="*/ 4953 w 5134"/>
                  <a:gd name="connsiteY43-24178" fmla="*/ 1022 h 5728"/>
                  <a:gd name="connsiteX44-24179" fmla="*/ 5022 w 5134"/>
                  <a:gd name="connsiteY44-24180" fmla="*/ 1168 h 5728"/>
                  <a:gd name="connsiteX45-24181" fmla="*/ 5037 w 5134"/>
                  <a:gd name="connsiteY45-24182" fmla="*/ 1427 h 5728"/>
                  <a:gd name="connsiteX46-24183" fmla="*/ 5039 w 5134"/>
                  <a:gd name="connsiteY46-24184" fmla="*/ 1617 h 5728"/>
                  <a:gd name="connsiteX47-24185" fmla="*/ 4972 w 5134"/>
                  <a:gd name="connsiteY47-24186" fmla="*/ 1625 h 5728"/>
                  <a:gd name="connsiteX48-24187" fmla="*/ 4950 w 5134"/>
                  <a:gd name="connsiteY48-24188" fmla="*/ 1507 h 5728"/>
                  <a:gd name="connsiteX49-24189" fmla="*/ 4915 w 5134"/>
                  <a:gd name="connsiteY49-24190" fmla="*/ 1450 h 5728"/>
                  <a:gd name="connsiteX50-24191" fmla="*/ 4825 w 5134"/>
                  <a:gd name="connsiteY50-24192" fmla="*/ 1582 h 5728"/>
                  <a:gd name="connsiteX51-24193" fmla="*/ 4712 w 5134"/>
                  <a:gd name="connsiteY51-24194" fmla="*/ 1776 h 5728"/>
                  <a:gd name="connsiteX52-24195" fmla="*/ 4593 w 5134"/>
                  <a:gd name="connsiteY52-24196" fmla="*/ 1904 h 5728"/>
                  <a:gd name="connsiteX53-24197" fmla="*/ 4586 w 5134"/>
                  <a:gd name="connsiteY53-24198" fmla="*/ 2018 h 5728"/>
                  <a:gd name="connsiteX54-24199" fmla="*/ 4646 w 5134"/>
                  <a:gd name="connsiteY54-24200" fmla="*/ 2115 h 5728"/>
                  <a:gd name="connsiteX55-24201" fmla="*/ 4748 w 5134"/>
                  <a:gd name="connsiteY55-24202" fmla="*/ 2183 h 5728"/>
                  <a:gd name="connsiteX56-24203" fmla="*/ 4825 w 5134"/>
                  <a:gd name="connsiteY56-24204" fmla="*/ 2178 h 5728"/>
                  <a:gd name="connsiteX57-24205" fmla="*/ 4870 w 5134"/>
                  <a:gd name="connsiteY57-24206" fmla="*/ 2104 h 5728"/>
                  <a:gd name="connsiteX58-24207" fmla="*/ 4904 w 5134"/>
                  <a:gd name="connsiteY58-24208" fmla="*/ 2210 h 5728"/>
                  <a:gd name="connsiteX59-24209" fmla="*/ 4792 w 5134"/>
                  <a:gd name="connsiteY59-24210" fmla="*/ 2249 h 5728"/>
                  <a:gd name="connsiteX60-24211" fmla="*/ 4839 w 5134"/>
                  <a:gd name="connsiteY60-24212" fmla="*/ 2362 h 5728"/>
                  <a:gd name="connsiteX61-24213" fmla="*/ 4704 w 5134"/>
                  <a:gd name="connsiteY61-24214" fmla="*/ 2509 h 5728"/>
                  <a:gd name="connsiteX62-24215" fmla="*/ 4663 w 5134"/>
                  <a:gd name="connsiteY62-24216" fmla="*/ 2498 h 5728"/>
                  <a:gd name="connsiteX63-24217" fmla="*/ 4539 w 5134"/>
                  <a:gd name="connsiteY63-24218" fmla="*/ 2413 h 5728"/>
                  <a:gd name="connsiteX64-24219" fmla="*/ 4484 w 5134"/>
                  <a:gd name="connsiteY64-24220" fmla="*/ 2412 h 5728"/>
                  <a:gd name="connsiteX65-24221" fmla="*/ 4449 w 5134"/>
                  <a:gd name="connsiteY65-24222" fmla="*/ 2480 h 5728"/>
                  <a:gd name="connsiteX66-24223" fmla="*/ 4452 w 5134"/>
                  <a:gd name="connsiteY66-24224" fmla="*/ 2562 h 5728"/>
                  <a:gd name="connsiteX67-24225" fmla="*/ 4630 w 5134"/>
                  <a:gd name="connsiteY67-24226" fmla="*/ 2730 h 5728"/>
                  <a:gd name="connsiteX68-24227" fmla="*/ 4629 w 5134"/>
                  <a:gd name="connsiteY68-24228" fmla="*/ 2844 h 5728"/>
                  <a:gd name="connsiteX69-24229" fmla="*/ 4720 w 5134"/>
                  <a:gd name="connsiteY69-24230" fmla="*/ 3060 h 5728"/>
                  <a:gd name="connsiteX70-24231" fmla="*/ 4746 w 5134"/>
                  <a:gd name="connsiteY70-24232" fmla="*/ 3090 h 5728"/>
                  <a:gd name="connsiteX71-24233" fmla="*/ 4790 w 5134"/>
                  <a:gd name="connsiteY71-24234" fmla="*/ 3094 h 5728"/>
                  <a:gd name="connsiteX72-24235" fmla="*/ 4836 w 5134"/>
                  <a:gd name="connsiteY72-24236" fmla="*/ 3010 h 5728"/>
                  <a:gd name="connsiteX73-24237" fmla="*/ 4916 w 5134"/>
                  <a:gd name="connsiteY73-24238" fmla="*/ 2950 h 5728"/>
                  <a:gd name="connsiteX74-24239" fmla="*/ 5011 w 5134"/>
                  <a:gd name="connsiteY74-24240" fmla="*/ 3126 h 5728"/>
                  <a:gd name="connsiteX75-24241" fmla="*/ 5121 w 5134"/>
                  <a:gd name="connsiteY75-24242" fmla="*/ 3312 h 5728"/>
                  <a:gd name="connsiteX76-24243" fmla="*/ 5134 w 5134"/>
                  <a:gd name="connsiteY76-24244" fmla="*/ 3342 h 5728"/>
                  <a:gd name="connsiteX77-24245" fmla="*/ 5123 w 5134"/>
                  <a:gd name="connsiteY77-24246" fmla="*/ 3518 h 5728"/>
                  <a:gd name="connsiteX78-24247" fmla="*/ 5088 w 5134"/>
                  <a:gd name="connsiteY78-24248" fmla="*/ 3554 h 5728"/>
                  <a:gd name="connsiteX79-24249" fmla="*/ 4999 w 5134"/>
                  <a:gd name="connsiteY79-24250" fmla="*/ 3515 h 5728"/>
                  <a:gd name="connsiteX80-24251" fmla="*/ 4765 w 5134"/>
                  <a:gd name="connsiteY80-24252" fmla="*/ 3644 h 5728"/>
                  <a:gd name="connsiteX81-24253" fmla="*/ 4739 w 5134"/>
                  <a:gd name="connsiteY81-24254" fmla="*/ 3666 h 5728"/>
                  <a:gd name="connsiteX82-24255" fmla="*/ 4559 w 5134"/>
                  <a:gd name="connsiteY82-24256" fmla="*/ 3812 h 5728"/>
                  <a:gd name="connsiteX83-24257" fmla="*/ 4418 w 5134"/>
                  <a:gd name="connsiteY83-24258" fmla="*/ 3926 h 5728"/>
                  <a:gd name="connsiteX84-24259" fmla="*/ 4383 w 5134"/>
                  <a:gd name="connsiteY84-24260" fmla="*/ 3965 h 5728"/>
                  <a:gd name="connsiteX85-24261" fmla="*/ 4331 w 5134"/>
                  <a:gd name="connsiteY85-24262" fmla="*/ 3973 h 5728"/>
                  <a:gd name="connsiteX86-24263" fmla="*/ 4274 w 5134"/>
                  <a:gd name="connsiteY86-24264" fmla="*/ 3916 h 5728"/>
                  <a:gd name="connsiteX87-24265" fmla="*/ 4150 w 5134"/>
                  <a:gd name="connsiteY87-24266" fmla="*/ 3808 h 5728"/>
                  <a:gd name="connsiteX88-24267" fmla="*/ 4174 w 5134"/>
                  <a:gd name="connsiteY88-24268" fmla="*/ 4064 h 5728"/>
                  <a:gd name="connsiteX89-24269" fmla="*/ 4183 w 5134"/>
                  <a:gd name="connsiteY89-24270" fmla="*/ 4192 h 5728"/>
                  <a:gd name="connsiteX90-24271" fmla="*/ 3921 w 5134"/>
                  <a:gd name="connsiteY90-24272" fmla="*/ 4166 h 5728"/>
                  <a:gd name="connsiteX91-24273" fmla="*/ 3839 w 5134"/>
                  <a:gd name="connsiteY91-24274" fmla="*/ 3987 h 5728"/>
                  <a:gd name="connsiteX92-24275" fmla="*/ 3757 w 5134"/>
                  <a:gd name="connsiteY92-24276" fmla="*/ 3802 h 5728"/>
                  <a:gd name="connsiteX93-24277" fmla="*/ 2782 w 5134"/>
                  <a:gd name="connsiteY93-24278" fmla="*/ 4504 h 5728"/>
                  <a:gd name="connsiteX94-24279" fmla="*/ 2785 w 5134"/>
                  <a:gd name="connsiteY94-24280" fmla="*/ 4556 h 5728"/>
                  <a:gd name="connsiteX95-24281" fmla="*/ 2749 w 5134"/>
                  <a:gd name="connsiteY95-24282" fmla="*/ 4614 h 5728"/>
                  <a:gd name="connsiteX96-24283" fmla="*/ 2484 w 5134"/>
                  <a:gd name="connsiteY96-24284" fmla="*/ 4680 h 5728"/>
                  <a:gd name="connsiteX97-24285" fmla="*/ 2349 w 5134"/>
                  <a:gd name="connsiteY97-24286" fmla="*/ 4739 h 5728"/>
                  <a:gd name="connsiteX98-24287" fmla="*/ 2307 w 5134"/>
                  <a:gd name="connsiteY98-24288" fmla="*/ 4777 h 5728"/>
                  <a:gd name="connsiteX99-24289" fmla="*/ 2108 w 5134"/>
                  <a:gd name="connsiteY99-24290" fmla="*/ 5021 h 5728"/>
                  <a:gd name="connsiteX100-24291" fmla="*/ 2035 w 5134"/>
                  <a:gd name="connsiteY100-24292" fmla="*/ 4970 h 5728"/>
                  <a:gd name="connsiteX101-24293" fmla="*/ 1952 w 5134"/>
                  <a:gd name="connsiteY101-24294" fmla="*/ 4971 h 5728"/>
                  <a:gd name="connsiteX102-24295" fmla="*/ 1916 w 5134"/>
                  <a:gd name="connsiteY102-24296" fmla="*/ 5045 h 5728"/>
                  <a:gd name="connsiteX103-24297" fmla="*/ 1805 w 5134"/>
                  <a:gd name="connsiteY103-24298" fmla="*/ 5000 h 5728"/>
                  <a:gd name="connsiteX104-24299" fmla="*/ 1727 w 5134"/>
                  <a:gd name="connsiteY104-24300" fmla="*/ 5109 h 5728"/>
                  <a:gd name="connsiteX105-24301" fmla="*/ 1505 w 5134"/>
                  <a:gd name="connsiteY105-24302" fmla="*/ 5349 h 5728"/>
                  <a:gd name="connsiteX106-24303" fmla="*/ 1485 w 5134"/>
                  <a:gd name="connsiteY106-24304" fmla="*/ 5516 h 5728"/>
                  <a:gd name="connsiteX107-24305" fmla="*/ 1468 w 5134"/>
                  <a:gd name="connsiteY107-24306" fmla="*/ 5659 h 5728"/>
                  <a:gd name="connsiteX108-24307" fmla="*/ 1452 w 5134"/>
                  <a:gd name="connsiteY108-24308" fmla="*/ 5669 h 5728"/>
                  <a:gd name="connsiteX109-24309" fmla="*/ 1130 w 5134"/>
                  <a:gd name="connsiteY109-24310" fmla="*/ 5621 h 5728"/>
                  <a:gd name="connsiteX110-24311" fmla="*/ 1028 w 5134"/>
                  <a:gd name="connsiteY110-24312" fmla="*/ 5566 h 5728"/>
                  <a:gd name="connsiteX111-24313" fmla="*/ 974 w 5134"/>
                  <a:gd name="connsiteY111-24314" fmla="*/ 5503 h 5728"/>
                  <a:gd name="connsiteX112-24315" fmla="*/ 869 w 5134"/>
                  <a:gd name="connsiteY112-24316" fmla="*/ 5477 h 5728"/>
                  <a:gd name="connsiteX113-24317" fmla="*/ 869 w 5134"/>
                  <a:gd name="connsiteY113-24318" fmla="*/ 5379 h 5728"/>
                  <a:gd name="connsiteX114-24319" fmla="*/ 973 w 5134"/>
                  <a:gd name="connsiteY114-24320" fmla="*/ 5149 h 5728"/>
                  <a:gd name="connsiteX115-24321" fmla="*/ 833 w 5134"/>
                  <a:gd name="connsiteY115-24322" fmla="*/ 5070 h 5728"/>
                  <a:gd name="connsiteX116-24323" fmla="*/ 791 w 5134"/>
                  <a:gd name="connsiteY116-24324" fmla="*/ 5095 h 5728"/>
                  <a:gd name="connsiteX117-24325" fmla="*/ 701 w 5134"/>
                  <a:gd name="connsiteY117-24326" fmla="*/ 5214 h 5728"/>
                  <a:gd name="connsiteX118-24327" fmla="*/ 669 w 5134"/>
                  <a:gd name="connsiteY118-24328" fmla="*/ 5276 h 5728"/>
                  <a:gd name="connsiteX119-24329" fmla="*/ 607 w 5134"/>
                  <a:gd name="connsiteY119-24330" fmla="*/ 5386 h 5728"/>
                  <a:gd name="connsiteX120-24331" fmla="*/ 613 w 5134"/>
                  <a:gd name="connsiteY120-24332" fmla="*/ 5510 h 5728"/>
                  <a:gd name="connsiteX121-24333" fmla="*/ 574 w 5134"/>
                  <a:gd name="connsiteY121-24334" fmla="*/ 5558 h 5728"/>
                  <a:gd name="connsiteX122-24335" fmla="*/ 443 w 5134"/>
                  <a:gd name="connsiteY122-24336" fmla="*/ 5617 h 5728"/>
                  <a:gd name="connsiteX123-24337" fmla="*/ 277 w 5134"/>
                  <a:gd name="connsiteY123-24338" fmla="*/ 5649 h 5728"/>
                  <a:gd name="connsiteX124-24339" fmla="*/ 174 w 5134"/>
                  <a:gd name="connsiteY124-24340" fmla="*/ 5728 h 5728"/>
                  <a:gd name="connsiteX125-24341" fmla="*/ 60 w 5134"/>
                  <a:gd name="connsiteY125-24342" fmla="*/ 5611 h 5728"/>
                  <a:gd name="connsiteX126-24343" fmla="*/ 0 w 5134"/>
                  <a:gd name="connsiteY126-24344" fmla="*/ 5485 h 5728"/>
                  <a:gd name="connsiteX127-24345" fmla="*/ 122 w 5134"/>
                  <a:gd name="connsiteY127-24346" fmla="*/ 5242 h 5728"/>
                  <a:gd name="connsiteX0-24347" fmla="*/ 3948 w 5134"/>
                  <a:gd name="connsiteY0-24348" fmla="*/ 2333 h 5728"/>
                  <a:gd name="connsiteX1-24349" fmla="*/ 3946 w 5134"/>
                  <a:gd name="connsiteY1-24350" fmla="*/ 2117 h 5728"/>
                  <a:gd name="connsiteX2-24351" fmla="*/ 3870 w 5134"/>
                  <a:gd name="connsiteY2-24352" fmla="*/ 2039 h 5728"/>
                  <a:gd name="connsiteX3-24353" fmla="*/ 3727 w 5134"/>
                  <a:gd name="connsiteY3-24354" fmla="*/ 1951 h 5728"/>
                  <a:gd name="connsiteX4-24355" fmla="*/ 3635 w 5134"/>
                  <a:gd name="connsiteY4-24356" fmla="*/ 1827 h 5728"/>
                  <a:gd name="connsiteX5-24357" fmla="*/ 3539 w 5134"/>
                  <a:gd name="connsiteY5-24358" fmla="*/ 1828 h 5728"/>
                  <a:gd name="connsiteX6-24359" fmla="*/ 3494 w 5134"/>
                  <a:gd name="connsiteY6-24360" fmla="*/ 1883 h 5728"/>
                  <a:gd name="connsiteX7-24361" fmla="*/ 3401 w 5134"/>
                  <a:gd name="connsiteY7-24362" fmla="*/ 1877 h 5728"/>
                  <a:gd name="connsiteX8-24363" fmla="*/ 3381 w 5134"/>
                  <a:gd name="connsiteY8-24364" fmla="*/ 1994 h 5728"/>
                  <a:gd name="connsiteX9-24365" fmla="*/ 3200 w 5134"/>
                  <a:gd name="connsiteY9-24366" fmla="*/ 1941 h 5728"/>
                  <a:gd name="connsiteX10-24367" fmla="*/ 3117 w 5134"/>
                  <a:gd name="connsiteY10-24368" fmla="*/ 1939 h 5728"/>
                  <a:gd name="connsiteX11-24369" fmla="*/ 2992 w 5134"/>
                  <a:gd name="connsiteY11-24370" fmla="*/ 2014 h 5728"/>
                  <a:gd name="connsiteX12-24371" fmla="*/ 2880 w 5134"/>
                  <a:gd name="connsiteY12-24372" fmla="*/ 1890 h 5728"/>
                  <a:gd name="connsiteX13-24373" fmla="*/ 2974 w 5134"/>
                  <a:gd name="connsiteY13-24374" fmla="*/ 1804 h 5728"/>
                  <a:gd name="connsiteX14-24375" fmla="*/ 2978 w 5134"/>
                  <a:gd name="connsiteY14-24376" fmla="*/ 1634 h 5728"/>
                  <a:gd name="connsiteX15-24377" fmla="*/ 3033 w 5134"/>
                  <a:gd name="connsiteY15-24378" fmla="*/ 1514 h 5728"/>
                  <a:gd name="connsiteX16-24379" fmla="*/ 3076 w 5134"/>
                  <a:gd name="connsiteY16-24380" fmla="*/ 1306 h 5728"/>
                  <a:gd name="connsiteX17-24381" fmla="*/ 3136 w 5134"/>
                  <a:gd name="connsiteY17-24382" fmla="*/ 1307 h 5728"/>
                  <a:gd name="connsiteX18-24383" fmla="*/ 3459 w 5134"/>
                  <a:gd name="connsiteY18-24384" fmla="*/ 1286 h 5728"/>
                  <a:gd name="connsiteX19-24385" fmla="*/ 3633 w 5134"/>
                  <a:gd name="connsiteY19-24386" fmla="*/ 1117 h 5728"/>
                  <a:gd name="connsiteX20-24387" fmla="*/ 3702 w 5134"/>
                  <a:gd name="connsiteY20-24388" fmla="*/ 748 h 5728"/>
                  <a:gd name="connsiteX21-24389" fmla="*/ 3812 w 5134"/>
                  <a:gd name="connsiteY21-24390" fmla="*/ 486 h 5728"/>
                  <a:gd name="connsiteX22-24391" fmla="*/ 3810 w 5134"/>
                  <a:gd name="connsiteY22-24392" fmla="*/ 358 h 5728"/>
                  <a:gd name="connsiteX23-24393" fmla="*/ 3797 w 5134"/>
                  <a:gd name="connsiteY23-24394" fmla="*/ 328 h 5728"/>
                  <a:gd name="connsiteX24-24395" fmla="*/ 3730 w 5134"/>
                  <a:gd name="connsiteY24-24396" fmla="*/ 251 h 5728"/>
                  <a:gd name="connsiteX25-24397" fmla="*/ 3670 w 5134"/>
                  <a:gd name="connsiteY25-24398" fmla="*/ 217 h 5728"/>
                  <a:gd name="connsiteX26-24399" fmla="*/ 3795 w 5134"/>
                  <a:gd name="connsiteY26-24400" fmla="*/ 56 h 5728"/>
                  <a:gd name="connsiteX27-24401" fmla="*/ 3968 w 5134"/>
                  <a:gd name="connsiteY27-24402" fmla="*/ 2 h 5728"/>
                  <a:gd name="connsiteX28-24403" fmla="*/ 4000 w 5134"/>
                  <a:gd name="connsiteY28-24404" fmla="*/ 49 h 5728"/>
                  <a:gd name="connsiteX29-24405" fmla="*/ 3990 w 5134"/>
                  <a:gd name="connsiteY29-24406" fmla="*/ 133 h 5728"/>
                  <a:gd name="connsiteX30-24407" fmla="*/ 3929 w 5134"/>
                  <a:gd name="connsiteY30-24408" fmla="*/ 243 h 5728"/>
                  <a:gd name="connsiteX31-24409" fmla="*/ 3999 w 5134"/>
                  <a:gd name="connsiteY31-24410" fmla="*/ 301 h 5728"/>
                  <a:gd name="connsiteX32-24411" fmla="*/ 4113 w 5134"/>
                  <a:gd name="connsiteY32-24412" fmla="*/ 366 h 5728"/>
                  <a:gd name="connsiteX33-24413" fmla="*/ 4133 w 5134"/>
                  <a:gd name="connsiteY33-24414" fmla="*/ 255 h 5728"/>
                  <a:gd name="connsiteX34-24415" fmla="*/ 4267 w 5134"/>
                  <a:gd name="connsiteY34-24416" fmla="*/ 291 h 5728"/>
                  <a:gd name="connsiteX35-24417" fmla="*/ 4292 w 5134"/>
                  <a:gd name="connsiteY35-24418" fmla="*/ 331 h 5728"/>
                  <a:gd name="connsiteX36-24419" fmla="*/ 4368 w 5134"/>
                  <a:gd name="connsiteY36-24420" fmla="*/ 562 h 5728"/>
                  <a:gd name="connsiteX37-24421" fmla="*/ 4403 w 5134"/>
                  <a:gd name="connsiteY37-24422" fmla="*/ 586 h 5728"/>
                  <a:gd name="connsiteX38-24423" fmla="*/ 4495 w 5134"/>
                  <a:gd name="connsiteY38-24424" fmla="*/ 578 h 5728"/>
                  <a:gd name="connsiteX39-24425" fmla="*/ 4755 w 5134"/>
                  <a:gd name="connsiteY39-24426" fmla="*/ 490 h 5728"/>
                  <a:gd name="connsiteX40-24427" fmla="*/ 4975 w 5134"/>
                  <a:gd name="connsiteY40-24428" fmla="*/ 479 h 5728"/>
                  <a:gd name="connsiteX41-24429" fmla="*/ 5035 w 5134"/>
                  <a:gd name="connsiteY41-24430" fmla="*/ 648 h 5728"/>
                  <a:gd name="connsiteX42-24431" fmla="*/ 4953 w 5134"/>
                  <a:gd name="connsiteY42-24432" fmla="*/ 944 h 5728"/>
                  <a:gd name="connsiteX43-24433" fmla="*/ 4953 w 5134"/>
                  <a:gd name="connsiteY43-24434" fmla="*/ 1022 h 5728"/>
                  <a:gd name="connsiteX44-24435" fmla="*/ 5022 w 5134"/>
                  <a:gd name="connsiteY44-24436" fmla="*/ 1168 h 5728"/>
                  <a:gd name="connsiteX45-24437" fmla="*/ 5037 w 5134"/>
                  <a:gd name="connsiteY45-24438" fmla="*/ 1427 h 5728"/>
                  <a:gd name="connsiteX46-24439" fmla="*/ 5039 w 5134"/>
                  <a:gd name="connsiteY46-24440" fmla="*/ 1617 h 5728"/>
                  <a:gd name="connsiteX47-24441" fmla="*/ 4972 w 5134"/>
                  <a:gd name="connsiteY47-24442" fmla="*/ 1625 h 5728"/>
                  <a:gd name="connsiteX48-24443" fmla="*/ 4950 w 5134"/>
                  <a:gd name="connsiteY48-24444" fmla="*/ 1507 h 5728"/>
                  <a:gd name="connsiteX49-24445" fmla="*/ 4915 w 5134"/>
                  <a:gd name="connsiteY49-24446" fmla="*/ 1450 h 5728"/>
                  <a:gd name="connsiteX50-24447" fmla="*/ 4825 w 5134"/>
                  <a:gd name="connsiteY50-24448" fmla="*/ 1582 h 5728"/>
                  <a:gd name="connsiteX51-24449" fmla="*/ 4712 w 5134"/>
                  <a:gd name="connsiteY51-24450" fmla="*/ 1776 h 5728"/>
                  <a:gd name="connsiteX52-24451" fmla="*/ 4593 w 5134"/>
                  <a:gd name="connsiteY52-24452" fmla="*/ 1904 h 5728"/>
                  <a:gd name="connsiteX53-24453" fmla="*/ 4586 w 5134"/>
                  <a:gd name="connsiteY53-24454" fmla="*/ 2018 h 5728"/>
                  <a:gd name="connsiteX54-24455" fmla="*/ 4646 w 5134"/>
                  <a:gd name="connsiteY54-24456" fmla="*/ 2115 h 5728"/>
                  <a:gd name="connsiteX55-24457" fmla="*/ 4748 w 5134"/>
                  <a:gd name="connsiteY55-24458" fmla="*/ 2183 h 5728"/>
                  <a:gd name="connsiteX56-24459" fmla="*/ 4825 w 5134"/>
                  <a:gd name="connsiteY56-24460" fmla="*/ 2178 h 5728"/>
                  <a:gd name="connsiteX57-24461" fmla="*/ 4870 w 5134"/>
                  <a:gd name="connsiteY57-24462" fmla="*/ 2104 h 5728"/>
                  <a:gd name="connsiteX58-24463" fmla="*/ 4904 w 5134"/>
                  <a:gd name="connsiteY58-24464" fmla="*/ 2210 h 5728"/>
                  <a:gd name="connsiteX59-24465" fmla="*/ 4792 w 5134"/>
                  <a:gd name="connsiteY59-24466" fmla="*/ 2249 h 5728"/>
                  <a:gd name="connsiteX60-24467" fmla="*/ 4839 w 5134"/>
                  <a:gd name="connsiteY60-24468" fmla="*/ 2362 h 5728"/>
                  <a:gd name="connsiteX61-24469" fmla="*/ 4704 w 5134"/>
                  <a:gd name="connsiteY61-24470" fmla="*/ 2509 h 5728"/>
                  <a:gd name="connsiteX62-24471" fmla="*/ 4663 w 5134"/>
                  <a:gd name="connsiteY62-24472" fmla="*/ 2498 h 5728"/>
                  <a:gd name="connsiteX63-24473" fmla="*/ 4539 w 5134"/>
                  <a:gd name="connsiteY63-24474" fmla="*/ 2413 h 5728"/>
                  <a:gd name="connsiteX64-24475" fmla="*/ 4484 w 5134"/>
                  <a:gd name="connsiteY64-24476" fmla="*/ 2412 h 5728"/>
                  <a:gd name="connsiteX65-24477" fmla="*/ 4449 w 5134"/>
                  <a:gd name="connsiteY65-24478" fmla="*/ 2480 h 5728"/>
                  <a:gd name="connsiteX66-24479" fmla="*/ 4452 w 5134"/>
                  <a:gd name="connsiteY66-24480" fmla="*/ 2562 h 5728"/>
                  <a:gd name="connsiteX67-24481" fmla="*/ 4630 w 5134"/>
                  <a:gd name="connsiteY67-24482" fmla="*/ 2730 h 5728"/>
                  <a:gd name="connsiteX68-24483" fmla="*/ 4629 w 5134"/>
                  <a:gd name="connsiteY68-24484" fmla="*/ 2844 h 5728"/>
                  <a:gd name="connsiteX69-24485" fmla="*/ 4720 w 5134"/>
                  <a:gd name="connsiteY69-24486" fmla="*/ 3060 h 5728"/>
                  <a:gd name="connsiteX70-24487" fmla="*/ 4746 w 5134"/>
                  <a:gd name="connsiteY70-24488" fmla="*/ 3090 h 5728"/>
                  <a:gd name="connsiteX71-24489" fmla="*/ 4790 w 5134"/>
                  <a:gd name="connsiteY71-24490" fmla="*/ 3094 h 5728"/>
                  <a:gd name="connsiteX72-24491" fmla="*/ 4836 w 5134"/>
                  <a:gd name="connsiteY72-24492" fmla="*/ 3010 h 5728"/>
                  <a:gd name="connsiteX73-24493" fmla="*/ 4916 w 5134"/>
                  <a:gd name="connsiteY73-24494" fmla="*/ 2950 h 5728"/>
                  <a:gd name="connsiteX74-24495" fmla="*/ 5011 w 5134"/>
                  <a:gd name="connsiteY74-24496" fmla="*/ 3126 h 5728"/>
                  <a:gd name="connsiteX75-24497" fmla="*/ 5121 w 5134"/>
                  <a:gd name="connsiteY75-24498" fmla="*/ 3312 h 5728"/>
                  <a:gd name="connsiteX76-24499" fmla="*/ 5134 w 5134"/>
                  <a:gd name="connsiteY76-24500" fmla="*/ 3342 h 5728"/>
                  <a:gd name="connsiteX77-24501" fmla="*/ 5123 w 5134"/>
                  <a:gd name="connsiteY77-24502" fmla="*/ 3518 h 5728"/>
                  <a:gd name="connsiteX78-24503" fmla="*/ 5088 w 5134"/>
                  <a:gd name="connsiteY78-24504" fmla="*/ 3554 h 5728"/>
                  <a:gd name="connsiteX79-24505" fmla="*/ 4999 w 5134"/>
                  <a:gd name="connsiteY79-24506" fmla="*/ 3515 h 5728"/>
                  <a:gd name="connsiteX80-24507" fmla="*/ 4765 w 5134"/>
                  <a:gd name="connsiteY80-24508" fmla="*/ 3644 h 5728"/>
                  <a:gd name="connsiteX81-24509" fmla="*/ 4739 w 5134"/>
                  <a:gd name="connsiteY81-24510" fmla="*/ 3666 h 5728"/>
                  <a:gd name="connsiteX82-24511" fmla="*/ 4559 w 5134"/>
                  <a:gd name="connsiteY82-24512" fmla="*/ 3812 h 5728"/>
                  <a:gd name="connsiteX83-24513" fmla="*/ 4418 w 5134"/>
                  <a:gd name="connsiteY83-24514" fmla="*/ 3926 h 5728"/>
                  <a:gd name="connsiteX84-24515" fmla="*/ 4383 w 5134"/>
                  <a:gd name="connsiteY84-24516" fmla="*/ 3965 h 5728"/>
                  <a:gd name="connsiteX85-24517" fmla="*/ 4331 w 5134"/>
                  <a:gd name="connsiteY85-24518" fmla="*/ 3973 h 5728"/>
                  <a:gd name="connsiteX86-24519" fmla="*/ 4274 w 5134"/>
                  <a:gd name="connsiteY86-24520" fmla="*/ 3916 h 5728"/>
                  <a:gd name="connsiteX87-24521" fmla="*/ 4150 w 5134"/>
                  <a:gd name="connsiteY87-24522" fmla="*/ 3808 h 5728"/>
                  <a:gd name="connsiteX88-24523" fmla="*/ 4174 w 5134"/>
                  <a:gd name="connsiteY88-24524" fmla="*/ 4064 h 5728"/>
                  <a:gd name="connsiteX89-24525" fmla="*/ 4183 w 5134"/>
                  <a:gd name="connsiteY89-24526" fmla="*/ 4192 h 5728"/>
                  <a:gd name="connsiteX90-24527" fmla="*/ 3921 w 5134"/>
                  <a:gd name="connsiteY90-24528" fmla="*/ 4166 h 5728"/>
                  <a:gd name="connsiteX91-24529" fmla="*/ 3839 w 5134"/>
                  <a:gd name="connsiteY91-24530" fmla="*/ 3987 h 5728"/>
                  <a:gd name="connsiteX92-24531" fmla="*/ 3757 w 5134"/>
                  <a:gd name="connsiteY92-24532" fmla="*/ 3802 h 5728"/>
                  <a:gd name="connsiteX93-24533" fmla="*/ 2782 w 5134"/>
                  <a:gd name="connsiteY93-24534" fmla="*/ 4504 h 5728"/>
                  <a:gd name="connsiteX94-24535" fmla="*/ 2785 w 5134"/>
                  <a:gd name="connsiteY94-24536" fmla="*/ 4556 h 5728"/>
                  <a:gd name="connsiteX95-24537" fmla="*/ 2749 w 5134"/>
                  <a:gd name="connsiteY95-24538" fmla="*/ 4614 h 5728"/>
                  <a:gd name="connsiteX96-24539" fmla="*/ 2484 w 5134"/>
                  <a:gd name="connsiteY96-24540" fmla="*/ 4680 h 5728"/>
                  <a:gd name="connsiteX97-24541" fmla="*/ 2349 w 5134"/>
                  <a:gd name="connsiteY97-24542" fmla="*/ 4739 h 5728"/>
                  <a:gd name="connsiteX98-24543" fmla="*/ 2307 w 5134"/>
                  <a:gd name="connsiteY98-24544" fmla="*/ 4777 h 5728"/>
                  <a:gd name="connsiteX99-24545" fmla="*/ 2108 w 5134"/>
                  <a:gd name="connsiteY99-24546" fmla="*/ 5021 h 5728"/>
                  <a:gd name="connsiteX100-24547" fmla="*/ 2035 w 5134"/>
                  <a:gd name="connsiteY100-24548" fmla="*/ 4970 h 5728"/>
                  <a:gd name="connsiteX101-24549" fmla="*/ 1952 w 5134"/>
                  <a:gd name="connsiteY101-24550" fmla="*/ 4971 h 5728"/>
                  <a:gd name="connsiteX102-24551" fmla="*/ 1916 w 5134"/>
                  <a:gd name="connsiteY102-24552" fmla="*/ 5045 h 5728"/>
                  <a:gd name="connsiteX103-24553" fmla="*/ 1805 w 5134"/>
                  <a:gd name="connsiteY103-24554" fmla="*/ 5000 h 5728"/>
                  <a:gd name="connsiteX104-24555" fmla="*/ 1727 w 5134"/>
                  <a:gd name="connsiteY104-24556" fmla="*/ 5109 h 5728"/>
                  <a:gd name="connsiteX105-24557" fmla="*/ 1505 w 5134"/>
                  <a:gd name="connsiteY105-24558" fmla="*/ 5349 h 5728"/>
                  <a:gd name="connsiteX106-24559" fmla="*/ 1485 w 5134"/>
                  <a:gd name="connsiteY106-24560" fmla="*/ 5516 h 5728"/>
                  <a:gd name="connsiteX107-24561" fmla="*/ 1468 w 5134"/>
                  <a:gd name="connsiteY107-24562" fmla="*/ 5659 h 5728"/>
                  <a:gd name="connsiteX108-24563" fmla="*/ 1452 w 5134"/>
                  <a:gd name="connsiteY108-24564" fmla="*/ 5669 h 5728"/>
                  <a:gd name="connsiteX109-24565" fmla="*/ 1130 w 5134"/>
                  <a:gd name="connsiteY109-24566" fmla="*/ 5621 h 5728"/>
                  <a:gd name="connsiteX110-24567" fmla="*/ 1028 w 5134"/>
                  <a:gd name="connsiteY110-24568" fmla="*/ 5566 h 5728"/>
                  <a:gd name="connsiteX111-24569" fmla="*/ 974 w 5134"/>
                  <a:gd name="connsiteY111-24570" fmla="*/ 5503 h 5728"/>
                  <a:gd name="connsiteX112-24571" fmla="*/ 869 w 5134"/>
                  <a:gd name="connsiteY112-24572" fmla="*/ 5477 h 5728"/>
                  <a:gd name="connsiteX113-24573" fmla="*/ 869 w 5134"/>
                  <a:gd name="connsiteY113-24574" fmla="*/ 5379 h 5728"/>
                  <a:gd name="connsiteX114-24575" fmla="*/ 973 w 5134"/>
                  <a:gd name="connsiteY114-24576" fmla="*/ 5149 h 5728"/>
                  <a:gd name="connsiteX115-24577" fmla="*/ 833 w 5134"/>
                  <a:gd name="connsiteY115-24578" fmla="*/ 5070 h 5728"/>
                  <a:gd name="connsiteX116-24579" fmla="*/ 791 w 5134"/>
                  <a:gd name="connsiteY116-24580" fmla="*/ 5095 h 5728"/>
                  <a:gd name="connsiteX117-24581" fmla="*/ 701 w 5134"/>
                  <a:gd name="connsiteY117-24582" fmla="*/ 5214 h 5728"/>
                  <a:gd name="connsiteX118-24583" fmla="*/ 669 w 5134"/>
                  <a:gd name="connsiteY118-24584" fmla="*/ 5276 h 5728"/>
                  <a:gd name="connsiteX119-24585" fmla="*/ 607 w 5134"/>
                  <a:gd name="connsiteY119-24586" fmla="*/ 5386 h 5728"/>
                  <a:gd name="connsiteX120-24587" fmla="*/ 613 w 5134"/>
                  <a:gd name="connsiteY120-24588" fmla="*/ 5510 h 5728"/>
                  <a:gd name="connsiteX121-24589" fmla="*/ 574 w 5134"/>
                  <a:gd name="connsiteY121-24590" fmla="*/ 5558 h 5728"/>
                  <a:gd name="connsiteX122-24591" fmla="*/ 443 w 5134"/>
                  <a:gd name="connsiteY122-24592" fmla="*/ 5617 h 5728"/>
                  <a:gd name="connsiteX123-24593" fmla="*/ 277 w 5134"/>
                  <a:gd name="connsiteY123-24594" fmla="*/ 5649 h 5728"/>
                  <a:gd name="connsiteX124-24595" fmla="*/ 174 w 5134"/>
                  <a:gd name="connsiteY124-24596" fmla="*/ 5728 h 5728"/>
                  <a:gd name="connsiteX125-24597" fmla="*/ 60 w 5134"/>
                  <a:gd name="connsiteY125-24598" fmla="*/ 5611 h 5728"/>
                  <a:gd name="connsiteX126-24599" fmla="*/ 0 w 5134"/>
                  <a:gd name="connsiteY126-24600" fmla="*/ 5485 h 5728"/>
                  <a:gd name="connsiteX0-24601" fmla="*/ 3948 w 5134"/>
                  <a:gd name="connsiteY0-24602" fmla="*/ 2333 h 5728"/>
                  <a:gd name="connsiteX1-24603" fmla="*/ 3946 w 5134"/>
                  <a:gd name="connsiteY1-24604" fmla="*/ 2117 h 5728"/>
                  <a:gd name="connsiteX2-24605" fmla="*/ 3870 w 5134"/>
                  <a:gd name="connsiteY2-24606" fmla="*/ 2039 h 5728"/>
                  <a:gd name="connsiteX3-24607" fmla="*/ 3727 w 5134"/>
                  <a:gd name="connsiteY3-24608" fmla="*/ 1951 h 5728"/>
                  <a:gd name="connsiteX4-24609" fmla="*/ 3635 w 5134"/>
                  <a:gd name="connsiteY4-24610" fmla="*/ 1827 h 5728"/>
                  <a:gd name="connsiteX5-24611" fmla="*/ 3539 w 5134"/>
                  <a:gd name="connsiteY5-24612" fmla="*/ 1828 h 5728"/>
                  <a:gd name="connsiteX6-24613" fmla="*/ 3494 w 5134"/>
                  <a:gd name="connsiteY6-24614" fmla="*/ 1883 h 5728"/>
                  <a:gd name="connsiteX7-24615" fmla="*/ 3401 w 5134"/>
                  <a:gd name="connsiteY7-24616" fmla="*/ 1877 h 5728"/>
                  <a:gd name="connsiteX8-24617" fmla="*/ 3381 w 5134"/>
                  <a:gd name="connsiteY8-24618" fmla="*/ 1994 h 5728"/>
                  <a:gd name="connsiteX9-24619" fmla="*/ 3200 w 5134"/>
                  <a:gd name="connsiteY9-24620" fmla="*/ 1941 h 5728"/>
                  <a:gd name="connsiteX10-24621" fmla="*/ 3117 w 5134"/>
                  <a:gd name="connsiteY10-24622" fmla="*/ 1939 h 5728"/>
                  <a:gd name="connsiteX11-24623" fmla="*/ 2992 w 5134"/>
                  <a:gd name="connsiteY11-24624" fmla="*/ 2014 h 5728"/>
                  <a:gd name="connsiteX12-24625" fmla="*/ 2880 w 5134"/>
                  <a:gd name="connsiteY12-24626" fmla="*/ 1890 h 5728"/>
                  <a:gd name="connsiteX13-24627" fmla="*/ 2974 w 5134"/>
                  <a:gd name="connsiteY13-24628" fmla="*/ 1804 h 5728"/>
                  <a:gd name="connsiteX14-24629" fmla="*/ 2978 w 5134"/>
                  <a:gd name="connsiteY14-24630" fmla="*/ 1634 h 5728"/>
                  <a:gd name="connsiteX15-24631" fmla="*/ 3033 w 5134"/>
                  <a:gd name="connsiteY15-24632" fmla="*/ 1514 h 5728"/>
                  <a:gd name="connsiteX16-24633" fmla="*/ 3076 w 5134"/>
                  <a:gd name="connsiteY16-24634" fmla="*/ 1306 h 5728"/>
                  <a:gd name="connsiteX17-24635" fmla="*/ 3136 w 5134"/>
                  <a:gd name="connsiteY17-24636" fmla="*/ 1307 h 5728"/>
                  <a:gd name="connsiteX18-24637" fmla="*/ 3459 w 5134"/>
                  <a:gd name="connsiteY18-24638" fmla="*/ 1286 h 5728"/>
                  <a:gd name="connsiteX19-24639" fmla="*/ 3633 w 5134"/>
                  <a:gd name="connsiteY19-24640" fmla="*/ 1117 h 5728"/>
                  <a:gd name="connsiteX20-24641" fmla="*/ 3702 w 5134"/>
                  <a:gd name="connsiteY20-24642" fmla="*/ 748 h 5728"/>
                  <a:gd name="connsiteX21-24643" fmla="*/ 3812 w 5134"/>
                  <a:gd name="connsiteY21-24644" fmla="*/ 486 h 5728"/>
                  <a:gd name="connsiteX22-24645" fmla="*/ 3810 w 5134"/>
                  <a:gd name="connsiteY22-24646" fmla="*/ 358 h 5728"/>
                  <a:gd name="connsiteX23-24647" fmla="*/ 3797 w 5134"/>
                  <a:gd name="connsiteY23-24648" fmla="*/ 328 h 5728"/>
                  <a:gd name="connsiteX24-24649" fmla="*/ 3730 w 5134"/>
                  <a:gd name="connsiteY24-24650" fmla="*/ 251 h 5728"/>
                  <a:gd name="connsiteX25-24651" fmla="*/ 3670 w 5134"/>
                  <a:gd name="connsiteY25-24652" fmla="*/ 217 h 5728"/>
                  <a:gd name="connsiteX26-24653" fmla="*/ 3795 w 5134"/>
                  <a:gd name="connsiteY26-24654" fmla="*/ 56 h 5728"/>
                  <a:gd name="connsiteX27-24655" fmla="*/ 3968 w 5134"/>
                  <a:gd name="connsiteY27-24656" fmla="*/ 2 h 5728"/>
                  <a:gd name="connsiteX28-24657" fmla="*/ 4000 w 5134"/>
                  <a:gd name="connsiteY28-24658" fmla="*/ 49 h 5728"/>
                  <a:gd name="connsiteX29-24659" fmla="*/ 3990 w 5134"/>
                  <a:gd name="connsiteY29-24660" fmla="*/ 133 h 5728"/>
                  <a:gd name="connsiteX30-24661" fmla="*/ 3929 w 5134"/>
                  <a:gd name="connsiteY30-24662" fmla="*/ 243 h 5728"/>
                  <a:gd name="connsiteX31-24663" fmla="*/ 3999 w 5134"/>
                  <a:gd name="connsiteY31-24664" fmla="*/ 301 h 5728"/>
                  <a:gd name="connsiteX32-24665" fmla="*/ 4113 w 5134"/>
                  <a:gd name="connsiteY32-24666" fmla="*/ 366 h 5728"/>
                  <a:gd name="connsiteX33-24667" fmla="*/ 4133 w 5134"/>
                  <a:gd name="connsiteY33-24668" fmla="*/ 255 h 5728"/>
                  <a:gd name="connsiteX34-24669" fmla="*/ 4267 w 5134"/>
                  <a:gd name="connsiteY34-24670" fmla="*/ 291 h 5728"/>
                  <a:gd name="connsiteX35-24671" fmla="*/ 4292 w 5134"/>
                  <a:gd name="connsiteY35-24672" fmla="*/ 331 h 5728"/>
                  <a:gd name="connsiteX36-24673" fmla="*/ 4368 w 5134"/>
                  <a:gd name="connsiteY36-24674" fmla="*/ 562 h 5728"/>
                  <a:gd name="connsiteX37-24675" fmla="*/ 4403 w 5134"/>
                  <a:gd name="connsiteY37-24676" fmla="*/ 586 h 5728"/>
                  <a:gd name="connsiteX38-24677" fmla="*/ 4495 w 5134"/>
                  <a:gd name="connsiteY38-24678" fmla="*/ 578 h 5728"/>
                  <a:gd name="connsiteX39-24679" fmla="*/ 4755 w 5134"/>
                  <a:gd name="connsiteY39-24680" fmla="*/ 490 h 5728"/>
                  <a:gd name="connsiteX40-24681" fmla="*/ 4975 w 5134"/>
                  <a:gd name="connsiteY40-24682" fmla="*/ 479 h 5728"/>
                  <a:gd name="connsiteX41-24683" fmla="*/ 5035 w 5134"/>
                  <a:gd name="connsiteY41-24684" fmla="*/ 648 h 5728"/>
                  <a:gd name="connsiteX42-24685" fmla="*/ 4953 w 5134"/>
                  <a:gd name="connsiteY42-24686" fmla="*/ 944 h 5728"/>
                  <a:gd name="connsiteX43-24687" fmla="*/ 4953 w 5134"/>
                  <a:gd name="connsiteY43-24688" fmla="*/ 1022 h 5728"/>
                  <a:gd name="connsiteX44-24689" fmla="*/ 5022 w 5134"/>
                  <a:gd name="connsiteY44-24690" fmla="*/ 1168 h 5728"/>
                  <a:gd name="connsiteX45-24691" fmla="*/ 5037 w 5134"/>
                  <a:gd name="connsiteY45-24692" fmla="*/ 1427 h 5728"/>
                  <a:gd name="connsiteX46-24693" fmla="*/ 5039 w 5134"/>
                  <a:gd name="connsiteY46-24694" fmla="*/ 1617 h 5728"/>
                  <a:gd name="connsiteX47-24695" fmla="*/ 4972 w 5134"/>
                  <a:gd name="connsiteY47-24696" fmla="*/ 1625 h 5728"/>
                  <a:gd name="connsiteX48-24697" fmla="*/ 4950 w 5134"/>
                  <a:gd name="connsiteY48-24698" fmla="*/ 1507 h 5728"/>
                  <a:gd name="connsiteX49-24699" fmla="*/ 4915 w 5134"/>
                  <a:gd name="connsiteY49-24700" fmla="*/ 1450 h 5728"/>
                  <a:gd name="connsiteX50-24701" fmla="*/ 4825 w 5134"/>
                  <a:gd name="connsiteY50-24702" fmla="*/ 1582 h 5728"/>
                  <a:gd name="connsiteX51-24703" fmla="*/ 4712 w 5134"/>
                  <a:gd name="connsiteY51-24704" fmla="*/ 1776 h 5728"/>
                  <a:gd name="connsiteX52-24705" fmla="*/ 4593 w 5134"/>
                  <a:gd name="connsiteY52-24706" fmla="*/ 1904 h 5728"/>
                  <a:gd name="connsiteX53-24707" fmla="*/ 4586 w 5134"/>
                  <a:gd name="connsiteY53-24708" fmla="*/ 2018 h 5728"/>
                  <a:gd name="connsiteX54-24709" fmla="*/ 4646 w 5134"/>
                  <a:gd name="connsiteY54-24710" fmla="*/ 2115 h 5728"/>
                  <a:gd name="connsiteX55-24711" fmla="*/ 4748 w 5134"/>
                  <a:gd name="connsiteY55-24712" fmla="*/ 2183 h 5728"/>
                  <a:gd name="connsiteX56-24713" fmla="*/ 4825 w 5134"/>
                  <a:gd name="connsiteY56-24714" fmla="*/ 2178 h 5728"/>
                  <a:gd name="connsiteX57-24715" fmla="*/ 4870 w 5134"/>
                  <a:gd name="connsiteY57-24716" fmla="*/ 2104 h 5728"/>
                  <a:gd name="connsiteX58-24717" fmla="*/ 4904 w 5134"/>
                  <a:gd name="connsiteY58-24718" fmla="*/ 2210 h 5728"/>
                  <a:gd name="connsiteX59-24719" fmla="*/ 4792 w 5134"/>
                  <a:gd name="connsiteY59-24720" fmla="*/ 2249 h 5728"/>
                  <a:gd name="connsiteX60-24721" fmla="*/ 4839 w 5134"/>
                  <a:gd name="connsiteY60-24722" fmla="*/ 2362 h 5728"/>
                  <a:gd name="connsiteX61-24723" fmla="*/ 4704 w 5134"/>
                  <a:gd name="connsiteY61-24724" fmla="*/ 2509 h 5728"/>
                  <a:gd name="connsiteX62-24725" fmla="*/ 4663 w 5134"/>
                  <a:gd name="connsiteY62-24726" fmla="*/ 2498 h 5728"/>
                  <a:gd name="connsiteX63-24727" fmla="*/ 4539 w 5134"/>
                  <a:gd name="connsiteY63-24728" fmla="*/ 2413 h 5728"/>
                  <a:gd name="connsiteX64-24729" fmla="*/ 4484 w 5134"/>
                  <a:gd name="connsiteY64-24730" fmla="*/ 2412 h 5728"/>
                  <a:gd name="connsiteX65-24731" fmla="*/ 4449 w 5134"/>
                  <a:gd name="connsiteY65-24732" fmla="*/ 2480 h 5728"/>
                  <a:gd name="connsiteX66-24733" fmla="*/ 4452 w 5134"/>
                  <a:gd name="connsiteY66-24734" fmla="*/ 2562 h 5728"/>
                  <a:gd name="connsiteX67-24735" fmla="*/ 4630 w 5134"/>
                  <a:gd name="connsiteY67-24736" fmla="*/ 2730 h 5728"/>
                  <a:gd name="connsiteX68-24737" fmla="*/ 4629 w 5134"/>
                  <a:gd name="connsiteY68-24738" fmla="*/ 2844 h 5728"/>
                  <a:gd name="connsiteX69-24739" fmla="*/ 4720 w 5134"/>
                  <a:gd name="connsiteY69-24740" fmla="*/ 3060 h 5728"/>
                  <a:gd name="connsiteX70-24741" fmla="*/ 4746 w 5134"/>
                  <a:gd name="connsiteY70-24742" fmla="*/ 3090 h 5728"/>
                  <a:gd name="connsiteX71-24743" fmla="*/ 4790 w 5134"/>
                  <a:gd name="connsiteY71-24744" fmla="*/ 3094 h 5728"/>
                  <a:gd name="connsiteX72-24745" fmla="*/ 4836 w 5134"/>
                  <a:gd name="connsiteY72-24746" fmla="*/ 3010 h 5728"/>
                  <a:gd name="connsiteX73-24747" fmla="*/ 4916 w 5134"/>
                  <a:gd name="connsiteY73-24748" fmla="*/ 2950 h 5728"/>
                  <a:gd name="connsiteX74-24749" fmla="*/ 5011 w 5134"/>
                  <a:gd name="connsiteY74-24750" fmla="*/ 3126 h 5728"/>
                  <a:gd name="connsiteX75-24751" fmla="*/ 5121 w 5134"/>
                  <a:gd name="connsiteY75-24752" fmla="*/ 3312 h 5728"/>
                  <a:gd name="connsiteX76-24753" fmla="*/ 5134 w 5134"/>
                  <a:gd name="connsiteY76-24754" fmla="*/ 3342 h 5728"/>
                  <a:gd name="connsiteX77-24755" fmla="*/ 5123 w 5134"/>
                  <a:gd name="connsiteY77-24756" fmla="*/ 3518 h 5728"/>
                  <a:gd name="connsiteX78-24757" fmla="*/ 5088 w 5134"/>
                  <a:gd name="connsiteY78-24758" fmla="*/ 3554 h 5728"/>
                  <a:gd name="connsiteX79-24759" fmla="*/ 4999 w 5134"/>
                  <a:gd name="connsiteY79-24760" fmla="*/ 3515 h 5728"/>
                  <a:gd name="connsiteX80-24761" fmla="*/ 4765 w 5134"/>
                  <a:gd name="connsiteY80-24762" fmla="*/ 3644 h 5728"/>
                  <a:gd name="connsiteX81-24763" fmla="*/ 4739 w 5134"/>
                  <a:gd name="connsiteY81-24764" fmla="*/ 3666 h 5728"/>
                  <a:gd name="connsiteX82-24765" fmla="*/ 4559 w 5134"/>
                  <a:gd name="connsiteY82-24766" fmla="*/ 3812 h 5728"/>
                  <a:gd name="connsiteX83-24767" fmla="*/ 4418 w 5134"/>
                  <a:gd name="connsiteY83-24768" fmla="*/ 3926 h 5728"/>
                  <a:gd name="connsiteX84-24769" fmla="*/ 4383 w 5134"/>
                  <a:gd name="connsiteY84-24770" fmla="*/ 3965 h 5728"/>
                  <a:gd name="connsiteX85-24771" fmla="*/ 4331 w 5134"/>
                  <a:gd name="connsiteY85-24772" fmla="*/ 3973 h 5728"/>
                  <a:gd name="connsiteX86-24773" fmla="*/ 4274 w 5134"/>
                  <a:gd name="connsiteY86-24774" fmla="*/ 3916 h 5728"/>
                  <a:gd name="connsiteX87-24775" fmla="*/ 4150 w 5134"/>
                  <a:gd name="connsiteY87-24776" fmla="*/ 3808 h 5728"/>
                  <a:gd name="connsiteX88-24777" fmla="*/ 4174 w 5134"/>
                  <a:gd name="connsiteY88-24778" fmla="*/ 4064 h 5728"/>
                  <a:gd name="connsiteX89-24779" fmla="*/ 4183 w 5134"/>
                  <a:gd name="connsiteY89-24780" fmla="*/ 4192 h 5728"/>
                  <a:gd name="connsiteX90-24781" fmla="*/ 3921 w 5134"/>
                  <a:gd name="connsiteY90-24782" fmla="*/ 4166 h 5728"/>
                  <a:gd name="connsiteX91-24783" fmla="*/ 3839 w 5134"/>
                  <a:gd name="connsiteY91-24784" fmla="*/ 3987 h 5728"/>
                  <a:gd name="connsiteX92-24785" fmla="*/ 3757 w 5134"/>
                  <a:gd name="connsiteY92-24786" fmla="*/ 3802 h 5728"/>
                  <a:gd name="connsiteX93-24787" fmla="*/ 2785 w 5134"/>
                  <a:gd name="connsiteY93-24788" fmla="*/ 4556 h 5728"/>
                  <a:gd name="connsiteX94-24789" fmla="*/ 2749 w 5134"/>
                  <a:gd name="connsiteY94-24790" fmla="*/ 4614 h 5728"/>
                  <a:gd name="connsiteX95-24791" fmla="*/ 2484 w 5134"/>
                  <a:gd name="connsiteY95-24792" fmla="*/ 4680 h 5728"/>
                  <a:gd name="connsiteX96-24793" fmla="*/ 2349 w 5134"/>
                  <a:gd name="connsiteY96-24794" fmla="*/ 4739 h 5728"/>
                  <a:gd name="connsiteX97-24795" fmla="*/ 2307 w 5134"/>
                  <a:gd name="connsiteY97-24796" fmla="*/ 4777 h 5728"/>
                  <a:gd name="connsiteX98-24797" fmla="*/ 2108 w 5134"/>
                  <a:gd name="connsiteY98-24798" fmla="*/ 5021 h 5728"/>
                  <a:gd name="connsiteX99-24799" fmla="*/ 2035 w 5134"/>
                  <a:gd name="connsiteY99-24800" fmla="*/ 4970 h 5728"/>
                  <a:gd name="connsiteX100-24801" fmla="*/ 1952 w 5134"/>
                  <a:gd name="connsiteY100-24802" fmla="*/ 4971 h 5728"/>
                  <a:gd name="connsiteX101-24803" fmla="*/ 1916 w 5134"/>
                  <a:gd name="connsiteY101-24804" fmla="*/ 5045 h 5728"/>
                  <a:gd name="connsiteX102-24805" fmla="*/ 1805 w 5134"/>
                  <a:gd name="connsiteY102-24806" fmla="*/ 5000 h 5728"/>
                  <a:gd name="connsiteX103-24807" fmla="*/ 1727 w 5134"/>
                  <a:gd name="connsiteY103-24808" fmla="*/ 5109 h 5728"/>
                  <a:gd name="connsiteX104-24809" fmla="*/ 1505 w 5134"/>
                  <a:gd name="connsiteY104-24810" fmla="*/ 5349 h 5728"/>
                  <a:gd name="connsiteX105-24811" fmla="*/ 1485 w 5134"/>
                  <a:gd name="connsiteY105-24812" fmla="*/ 5516 h 5728"/>
                  <a:gd name="connsiteX106-24813" fmla="*/ 1468 w 5134"/>
                  <a:gd name="connsiteY106-24814" fmla="*/ 5659 h 5728"/>
                  <a:gd name="connsiteX107-24815" fmla="*/ 1452 w 5134"/>
                  <a:gd name="connsiteY107-24816" fmla="*/ 5669 h 5728"/>
                  <a:gd name="connsiteX108-24817" fmla="*/ 1130 w 5134"/>
                  <a:gd name="connsiteY108-24818" fmla="*/ 5621 h 5728"/>
                  <a:gd name="connsiteX109-24819" fmla="*/ 1028 w 5134"/>
                  <a:gd name="connsiteY109-24820" fmla="*/ 5566 h 5728"/>
                  <a:gd name="connsiteX110-24821" fmla="*/ 974 w 5134"/>
                  <a:gd name="connsiteY110-24822" fmla="*/ 5503 h 5728"/>
                  <a:gd name="connsiteX111-24823" fmla="*/ 869 w 5134"/>
                  <a:gd name="connsiteY111-24824" fmla="*/ 5477 h 5728"/>
                  <a:gd name="connsiteX112-24825" fmla="*/ 869 w 5134"/>
                  <a:gd name="connsiteY112-24826" fmla="*/ 5379 h 5728"/>
                  <a:gd name="connsiteX113-24827" fmla="*/ 973 w 5134"/>
                  <a:gd name="connsiteY113-24828" fmla="*/ 5149 h 5728"/>
                  <a:gd name="connsiteX114-24829" fmla="*/ 833 w 5134"/>
                  <a:gd name="connsiteY114-24830" fmla="*/ 5070 h 5728"/>
                  <a:gd name="connsiteX115-24831" fmla="*/ 791 w 5134"/>
                  <a:gd name="connsiteY115-24832" fmla="*/ 5095 h 5728"/>
                  <a:gd name="connsiteX116-24833" fmla="*/ 701 w 5134"/>
                  <a:gd name="connsiteY116-24834" fmla="*/ 5214 h 5728"/>
                  <a:gd name="connsiteX117-24835" fmla="*/ 669 w 5134"/>
                  <a:gd name="connsiteY117-24836" fmla="*/ 5276 h 5728"/>
                  <a:gd name="connsiteX118-24837" fmla="*/ 607 w 5134"/>
                  <a:gd name="connsiteY118-24838" fmla="*/ 5386 h 5728"/>
                  <a:gd name="connsiteX119-24839" fmla="*/ 613 w 5134"/>
                  <a:gd name="connsiteY119-24840" fmla="*/ 5510 h 5728"/>
                  <a:gd name="connsiteX120-24841" fmla="*/ 574 w 5134"/>
                  <a:gd name="connsiteY120-24842" fmla="*/ 5558 h 5728"/>
                  <a:gd name="connsiteX121-24843" fmla="*/ 443 w 5134"/>
                  <a:gd name="connsiteY121-24844" fmla="*/ 5617 h 5728"/>
                  <a:gd name="connsiteX122-24845" fmla="*/ 277 w 5134"/>
                  <a:gd name="connsiteY122-24846" fmla="*/ 5649 h 5728"/>
                  <a:gd name="connsiteX123-24847" fmla="*/ 174 w 5134"/>
                  <a:gd name="connsiteY123-24848" fmla="*/ 5728 h 5728"/>
                  <a:gd name="connsiteX124-24849" fmla="*/ 60 w 5134"/>
                  <a:gd name="connsiteY124-24850" fmla="*/ 5611 h 5728"/>
                  <a:gd name="connsiteX125-24851" fmla="*/ 0 w 5134"/>
                  <a:gd name="connsiteY125-24852" fmla="*/ 5485 h 5728"/>
                  <a:gd name="connsiteX0-24853" fmla="*/ 3948 w 5134"/>
                  <a:gd name="connsiteY0-24854" fmla="*/ 2333 h 5728"/>
                  <a:gd name="connsiteX1-24855" fmla="*/ 3946 w 5134"/>
                  <a:gd name="connsiteY1-24856" fmla="*/ 2117 h 5728"/>
                  <a:gd name="connsiteX2-24857" fmla="*/ 3870 w 5134"/>
                  <a:gd name="connsiteY2-24858" fmla="*/ 2039 h 5728"/>
                  <a:gd name="connsiteX3-24859" fmla="*/ 3727 w 5134"/>
                  <a:gd name="connsiteY3-24860" fmla="*/ 1951 h 5728"/>
                  <a:gd name="connsiteX4-24861" fmla="*/ 3635 w 5134"/>
                  <a:gd name="connsiteY4-24862" fmla="*/ 1827 h 5728"/>
                  <a:gd name="connsiteX5-24863" fmla="*/ 3539 w 5134"/>
                  <a:gd name="connsiteY5-24864" fmla="*/ 1828 h 5728"/>
                  <a:gd name="connsiteX6-24865" fmla="*/ 3494 w 5134"/>
                  <a:gd name="connsiteY6-24866" fmla="*/ 1883 h 5728"/>
                  <a:gd name="connsiteX7-24867" fmla="*/ 3401 w 5134"/>
                  <a:gd name="connsiteY7-24868" fmla="*/ 1877 h 5728"/>
                  <a:gd name="connsiteX8-24869" fmla="*/ 3381 w 5134"/>
                  <a:gd name="connsiteY8-24870" fmla="*/ 1994 h 5728"/>
                  <a:gd name="connsiteX9-24871" fmla="*/ 3200 w 5134"/>
                  <a:gd name="connsiteY9-24872" fmla="*/ 1941 h 5728"/>
                  <a:gd name="connsiteX10-24873" fmla="*/ 3117 w 5134"/>
                  <a:gd name="connsiteY10-24874" fmla="*/ 1939 h 5728"/>
                  <a:gd name="connsiteX11-24875" fmla="*/ 2992 w 5134"/>
                  <a:gd name="connsiteY11-24876" fmla="*/ 2014 h 5728"/>
                  <a:gd name="connsiteX12-24877" fmla="*/ 2880 w 5134"/>
                  <a:gd name="connsiteY12-24878" fmla="*/ 1890 h 5728"/>
                  <a:gd name="connsiteX13-24879" fmla="*/ 2974 w 5134"/>
                  <a:gd name="connsiteY13-24880" fmla="*/ 1804 h 5728"/>
                  <a:gd name="connsiteX14-24881" fmla="*/ 2978 w 5134"/>
                  <a:gd name="connsiteY14-24882" fmla="*/ 1634 h 5728"/>
                  <a:gd name="connsiteX15-24883" fmla="*/ 3033 w 5134"/>
                  <a:gd name="connsiteY15-24884" fmla="*/ 1514 h 5728"/>
                  <a:gd name="connsiteX16-24885" fmla="*/ 3076 w 5134"/>
                  <a:gd name="connsiteY16-24886" fmla="*/ 1306 h 5728"/>
                  <a:gd name="connsiteX17-24887" fmla="*/ 3136 w 5134"/>
                  <a:gd name="connsiteY17-24888" fmla="*/ 1307 h 5728"/>
                  <a:gd name="connsiteX18-24889" fmla="*/ 3459 w 5134"/>
                  <a:gd name="connsiteY18-24890" fmla="*/ 1286 h 5728"/>
                  <a:gd name="connsiteX19-24891" fmla="*/ 3633 w 5134"/>
                  <a:gd name="connsiteY19-24892" fmla="*/ 1117 h 5728"/>
                  <a:gd name="connsiteX20-24893" fmla="*/ 3702 w 5134"/>
                  <a:gd name="connsiteY20-24894" fmla="*/ 748 h 5728"/>
                  <a:gd name="connsiteX21-24895" fmla="*/ 3812 w 5134"/>
                  <a:gd name="connsiteY21-24896" fmla="*/ 486 h 5728"/>
                  <a:gd name="connsiteX22-24897" fmla="*/ 3810 w 5134"/>
                  <a:gd name="connsiteY22-24898" fmla="*/ 358 h 5728"/>
                  <a:gd name="connsiteX23-24899" fmla="*/ 3797 w 5134"/>
                  <a:gd name="connsiteY23-24900" fmla="*/ 328 h 5728"/>
                  <a:gd name="connsiteX24-24901" fmla="*/ 3730 w 5134"/>
                  <a:gd name="connsiteY24-24902" fmla="*/ 251 h 5728"/>
                  <a:gd name="connsiteX25-24903" fmla="*/ 3670 w 5134"/>
                  <a:gd name="connsiteY25-24904" fmla="*/ 217 h 5728"/>
                  <a:gd name="connsiteX26-24905" fmla="*/ 3795 w 5134"/>
                  <a:gd name="connsiteY26-24906" fmla="*/ 56 h 5728"/>
                  <a:gd name="connsiteX27-24907" fmla="*/ 3968 w 5134"/>
                  <a:gd name="connsiteY27-24908" fmla="*/ 2 h 5728"/>
                  <a:gd name="connsiteX28-24909" fmla="*/ 4000 w 5134"/>
                  <a:gd name="connsiteY28-24910" fmla="*/ 49 h 5728"/>
                  <a:gd name="connsiteX29-24911" fmla="*/ 3990 w 5134"/>
                  <a:gd name="connsiteY29-24912" fmla="*/ 133 h 5728"/>
                  <a:gd name="connsiteX30-24913" fmla="*/ 3929 w 5134"/>
                  <a:gd name="connsiteY30-24914" fmla="*/ 243 h 5728"/>
                  <a:gd name="connsiteX31-24915" fmla="*/ 3999 w 5134"/>
                  <a:gd name="connsiteY31-24916" fmla="*/ 301 h 5728"/>
                  <a:gd name="connsiteX32-24917" fmla="*/ 4113 w 5134"/>
                  <a:gd name="connsiteY32-24918" fmla="*/ 366 h 5728"/>
                  <a:gd name="connsiteX33-24919" fmla="*/ 4133 w 5134"/>
                  <a:gd name="connsiteY33-24920" fmla="*/ 255 h 5728"/>
                  <a:gd name="connsiteX34-24921" fmla="*/ 4267 w 5134"/>
                  <a:gd name="connsiteY34-24922" fmla="*/ 291 h 5728"/>
                  <a:gd name="connsiteX35-24923" fmla="*/ 4292 w 5134"/>
                  <a:gd name="connsiteY35-24924" fmla="*/ 331 h 5728"/>
                  <a:gd name="connsiteX36-24925" fmla="*/ 4368 w 5134"/>
                  <a:gd name="connsiteY36-24926" fmla="*/ 562 h 5728"/>
                  <a:gd name="connsiteX37-24927" fmla="*/ 4403 w 5134"/>
                  <a:gd name="connsiteY37-24928" fmla="*/ 586 h 5728"/>
                  <a:gd name="connsiteX38-24929" fmla="*/ 4495 w 5134"/>
                  <a:gd name="connsiteY38-24930" fmla="*/ 578 h 5728"/>
                  <a:gd name="connsiteX39-24931" fmla="*/ 4755 w 5134"/>
                  <a:gd name="connsiteY39-24932" fmla="*/ 490 h 5728"/>
                  <a:gd name="connsiteX40-24933" fmla="*/ 4975 w 5134"/>
                  <a:gd name="connsiteY40-24934" fmla="*/ 479 h 5728"/>
                  <a:gd name="connsiteX41-24935" fmla="*/ 5035 w 5134"/>
                  <a:gd name="connsiteY41-24936" fmla="*/ 648 h 5728"/>
                  <a:gd name="connsiteX42-24937" fmla="*/ 4953 w 5134"/>
                  <a:gd name="connsiteY42-24938" fmla="*/ 944 h 5728"/>
                  <a:gd name="connsiteX43-24939" fmla="*/ 4953 w 5134"/>
                  <a:gd name="connsiteY43-24940" fmla="*/ 1022 h 5728"/>
                  <a:gd name="connsiteX44-24941" fmla="*/ 5022 w 5134"/>
                  <a:gd name="connsiteY44-24942" fmla="*/ 1168 h 5728"/>
                  <a:gd name="connsiteX45-24943" fmla="*/ 5037 w 5134"/>
                  <a:gd name="connsiteY45-24944" fmla="*/ 1427 h 5728"/>
                  <a:gd name="connsiteX46-24945" fmla="*/ 5039 w 5134"/>
                  <a:gd name="connsiteY46-24946" fmla="*/ 1617 h 5728"/>
                  <a:gd name="connsiteX47-24947" fmla="*/ 4972 w 5134"/>
                  <a:gd name="connsiteY47-24948" fmla="*/ 1625 h 5728"/>
                  <a:gd name="connsiteX48-24949" fmla="*/ 4950 w 5134"/>
                  <a:gd name="connsiteY48-24950" fmla="*/ 1507 h 5728"/>
                  <a:gd name="connsiteX49-24951" fmla="*/ 4915 w 5134"/>
                  <a:gd name="connsiteY49-24952" fmla="*/ 1450 h 5728"/>
                  <a:gd name="connsiteX50-24953" fmla="*/ 4825 w 5134"/>
                  <a:gd name="connsiteY50-24954" fmla="*/ 1582 h 5728"/>
                  <a:gd name="connsiteX51-24955" fmla="*/ 4712 w 5134"/>
                  <a:gd name="connsiteY51-24956" fmla="*/ 1776 h 5728"/>
                  <a:gd name="connsiteX52-24957" fmla="*/ 4593 w 5134"/>
                  <a:gd name="connsiteY52-24958" fmla="*/ 1904 h 5728"/>
                  <a:gd name="connsiteX53-24959" fmla="*/ 4586 w 5134"/>
                  <a:gd name="connsiteY53-24960" fmla="*/ 2018 h 5728"/>
                  <a:gd name="connsiteX54-24961" fmla="*/ 4646 w 5134"/>
                  <a:gd name="connsiteY54-24962" fmla="*/ 2115 h 5728"/>
                  <a:gd name="connsiteX55-24963" fmla="*/ 4748 w 5134"/>
                  <a:gd name="connsiteY55-24964" fmla="*/ 2183 h 5728"/>
                  <a:gd name="connsiteX56-24965" fmla="*/ 4825 w 5134"/>
                  <a:gd name="connsiteY56-24966" fmla="*/ 2178 h 5728"/>
                  <a:gd name="connsiteX57-24967" fmla="*/ 4870 w 5134"/>
                  <a:gd name="connsiteY57-24968" fmla="*/ 2104 h 5728"/>
                  <a:gd name="connsiteX58-24969" fmla="*/ 4904 w 5134"/>
                  <a:gd name="connsiteY58-24970" fmla="*/ 2210 h 5728"/>
                  <a:gd name="connsiteX59-24971" fmla="*/ 4792 w 5134"/>
                  <a:gd name="connsiteY59-24972" fmla="*/ 2249 h 5728"/>
                  <a:gd name="connsiteX60-24973" fmla="*/ 4839 w 5134"/>
                  <a:gd name="connsiteY60-24974" fmla="*/ 2362 h 5728"/>
                  <a:gd name="connsiteX61-24975" fmla="*/ 4704 w 5134"/>
                  <a:gd name="connsiteY61-24976" fmla="*/ 2509 h 5728"/>
                  <a:gd name="connsiteX62-24977" fmla="*/ 4663 w 5134"/>
                  <a:gd name="connsiteY62-24978" fmla="*/ 2498 h 5728"/>
                  <a:gd name="connsiteX63-24979" fmla="*/ 4539 w 5134"/>
                  <a:gd name="connsiteY63-24980" fmla="*/ 2413 h 5728"/>
                  <a:gd name="connsiteX64-24981" fmla="*/ 4484 w 5134"/>
                  <a:gd name="connsiteY64-24982" fmla="*/ 2412 h 5728"/>
                  <a:gd name="connsiteX65-24983" fmla="*/ 4449 w 5134"/>
                  <a:gd name="connsiteY65-24984" fmla="*/ 2480 h 5728"/>
                  <a:gd name="connsiteX66-24985" fmla="*/ 4452 w 5134"/>
                  <a:gd name="connsiteY66-24986" fmla="*/ 2562 h 5728"/>
                  <a:gd name="connsiteX67-24987" fmla="*/ 4630 w 5134"/>
                  <a:gd name="connsiteY67-24988" fmla="*/ 2730 h 5728"/>
                  <a:gd name="connsiteX68-24989" fmla="*/ 4629 w 5134"/>
                  <a:gd name="connsiteY68-24990" fmla="*/ 2844 h 5728"/>
                  <a:gd name="connsiteX69-24991" fmla="*/ 4720 w 5134"/>
                  <a:gd name="connsiteY69-24992" fmla="*/ 3060 h 5728"/>
                  <a:gd name="connsiteX70-24993" fmla="*/ 4746 w 5134"/>
                  <a:gd name="connsiteY70-24994" fmla="*/ 3090 h 5728"/>
                  <a:gd name="connsiteX71-24995" fmla="*/ 4790 w 5134"/>
                  <a:gd name="connsiteY71-24996" fmla="*/ 3094 h 5728"/>
                  <a:gd name="connsiteX72-24997" fmla="*/ 4836 w 5134"/>
                  <a:gd name="connsiteY72-24998" fmla="*/ 3010 h 5728"/>
                  <a:gd name="connsiteX73-24999" fmla="*/ 4916 w 5134"/>
                  <a:gd name="connsiteY73-25000" fmla="*/ 2950 h 5728"/>
                  <a:gd name="connsiteX74-25001" fmla="*/ 5011 w 5134"/>
                  <a:gd name="connsiteY74-25002" fmla="*/ 3126 h 5728"/>
                  <a:gd name="connsiteX75-25003" fmla="*/ 5121 w 5134"/>
                  <a:gd name="connsiteY75-25004" fmla="*/ 3312 h 5728"/>
                  <a:gd name="connsiteX76-25005" fmla="*/ 5134 w 5134"/>
                  <a:gd name="connsiteY76-25006" fmla="*/ 3342 h 5728"/>
                  <a:gd name="connsiteX77-25007" fmla="*/ 5123 w 5134"/>
                  <a:gd name="connsiteY77-25008" fmla="*/ 3518 h 5728"/>
                  <a:gd name="connsiteX78-25009" fmla="*/ 5088 w 5134"/>
                  <a:gd name="connsiteY78-25010" fmla="*/ 3554 h 5728"/>
                  <a:gd name="connsiteX79-25011" fmla="*/ 4999 w 5134"/>
                  <a:gd name="connsiteY79-25012" fmla="*/ 3515 h 5728"/>
                  <a:gd name="connsiteX80-25013" fmla="*/ 4765 w 5134"/>
                  <a:gd name="connsiteY80-25014" fmla="*/ 3644 h 5728"/>
                  <a:gd name="connsiteX81-25015" fmla="*/ 4739 w 5134"/>
                  <a:gd name="connsiteY81-25016" fmla="*/ 3666 h 5728"/>
                  <a:gd name="connsiteX82-25017" fmla="*/ 4559 w 5134"/>
                  <a:gd name="connsiteY82-25018" fmla="*/ 3812 h 5728"/>
                  <a:gd name="connsiteX83-25019" fmla="*/ 4418 w 5134"/>
                  <a:gd name="connsiteY83-25020" fmla="*/ 3926 h 5728"/>
                  <a:gd name="connsiteX84-25021" fmla="*/ 4383 w 5134"/>
                  <a:gd name="connsiteY84-25022" fmla="*/ 3965 h 5728"/>
                  <a:gd name="connsiteX85-25023" fmla="*/ 4331 w 5134"/>
                  <a:gd name="connsiteY85-25024" fmla="*/ 3973 h 5728"/>
                  <a:gd name="connsiteX86-25025" fmla="*/ 4274 w 5134"/>
                  <a:gd name="connsiteY86-25026" fmla="*/ 3916 h 5728"/>
                  <a:gd name="connsiteX87-25027" fmla="*/ 4150 w 5134"/>
                  <a:gd name="connsiteY87-25028" fmla="*/ 3808 h 5728"/>
                  <a:gd name="connsiteX88-25029" fmla="*/ 4174 w 5134"/>
                  <a:gd name="connsiteY88-25030" fmla="*/ 4064 h 5728"/>
                  <a:gd name="connsiteX89-25031" fmla="*/ 4183 w 5134"/>
                  <a:gd name="connsiteY89-25032" fmla="*/ 4192 h 5728"/>
                  <a:gd name="connsiteX90-25033" fmla="*/ 3921 w 5134"/>
                  <a:gd name="connsiteY90-25034" fmla="*/ 4166 h 5728"/>
                  <a:gd name="connsiteX91-25035" fmla="*/ 3839 w 5134"/>
                  <a:gd name="connsiteY91-25036" fmla="*/ 3987 h 5728"/>
                  <a:gd name="connsiteX92-25037" fmla="*/ 3757 w 5134"/>
                  <a:gd name="connsiteY92-25038" fmla="*/ 3802 h 5728"/>
                  <a:gd name="connsiteX93-25039" fmla="*/ 2785 w 5134"/>
                  <a:gd name="connsiteY93-25040" fmla="*/ 4556 h 5728"/>
                  <a:gd name="connsiteX94-25041" fmla="*/ 2484 w 5134"/>
                  <a:gd name="connsiteY94-25042" fmla="*/ 4680 h 5728"/>
                  <a:gd name="connsiteX95-25043" fmla="*/ 2349 w 5134"/>
                  <a:gd name="connsiteY95-25044" fmla="*/ 4739 h 5728"/>
                  <a:gd name="connsiteX96-25045" fmla="*/ 2307 w 5134"/>
                  <a:gd name="connsiteY96-25046" fmla="*/ 4777 h 5728"/>
                  <a:gd name="connsiteX97-25047" fmla="*/ 2108 w 5134"/>
                  <a:gd name="connsiteY97-25048" fmla="*/ 5021 h 5728"/>
                  <a:gd name="connsiteX98-25049" fmla="*/ 2035 w 5134"/>
                  <a:gd name="connsiteY98-25050" fmla="*/ 4970 h 5728"/>
                  <a:gd name="connsiteX99-25051" fmla="*/ 1952 w 5134"/>
                  <a:gd name="connsiteY99-25052" fmla="*/ 4971 h 5728"/>
                  <a:gd name="connsiteX100-25053" fmla="*/ 1916 w 5134"/>
                  <a:gd name="connsiteY100-25054" fmla="*/ 5045 h 5728"/>
                  <a:gd name="connsiteX101-25055" fmla="*/ 1805 w 5134"/>
                  <a:gd name="connsiteY101-25056" fmla="*/ 5000 h 5728"/>
                  <a:gd name="connsiteX102-25057" fmla="*/ 1727 w 5134"/>
                  <a:gd name="connsiteY102-25058" fmla="*/ 5109 h 5728"/>
                  <a:gd name="connsiteX103-25059" fmla="*/ 1505 w 5134"/>
                  <a:gd name="connsiteY103-25060" fmla="*/ 5349 h 5728"/>
                  <a:gd name="connsiteX104-25061" fmla="*/ 1485 w 5134"/>
                  <a:gd name="connsiteY104-25062" fmla="*/ 5516 h 5728"/>
                  <a:gd name="connsiteX105-25063" fmla="*/ 1468 w 5134"/>
                  <a:gd name="connsiteY105-25064" fmla="*/ 5659 h 5728"/>
                  <a:gd name="connsiteX106-25065" fmla="*/ 1452 w 5134"/>
                  <a:gd name="connsiteY106-25066" fmla="*/ 5669 h 5728"/>
                  <a:gd name="connsiteX107-25067" fmla="*/ 1130 w 5134"/>
                  <a:gd name="connsiteY107-25068" fmla="*/ 5621 h 5728"/>
                  <a:gd name="connsiteX108-25069" fmla="*/ 1028 w 5134"/>
                  <a:gd name="connsiteY108-25070" fmla="*/ 5566 h 5728"/>
                  <a:gd name="connsiteX109-25071" fmla="*/ 974 w 5134"/>
                  <a:gd name="connsiteY109-25072" fmla="*/ 5503 h 5728"/>
                  <a:gd name="connsiteX110-25073" fmla="*/ 869 w 5134"/>
                  <a:gd name="connsiteY110-25074" fmla="*/ 5477 h 5728"/>
                  <a:gd name="connsiteX111-25075" fmla="*/ 869 w 5134"/>
                  <a:gd name="connsiteY111-25076" fmla="*/ 5379 h 5728"/>
                  <a:gd name="connsiteX112-25077" fmla="*/ 973 w 5134"/>
                  <a:gd name="connsiteY112-25078" fmla="*/ 5149 h 5728"/>
                  <a:gd name="connsiteX113-25079" fmla="*/ 833 w 5134"/>
                  <a:gd name="connsiteY113-25080" fmla="*/ 5070 h 5728"/>
                  <a:gd name="connsiteX114-25081" fmla="*/ 791 w 5134"/>
                  <a:gd name="connsiteY114-25082" fmla="*/ 5095 h 5728"/>
                  <a:gd name="connsiteX115-25083" fmla="*/ 701 w 5134"/>
                  <a:gd name="connsiteY115-25084" fmla="*/ 5214 h 5728"/>
                  <a:gd name="connsiteX116-25085" fmla="*/ 669 w 5134"/>
                  <a:gd name="connsiteY116-25086" fmla="*/ 5276 h 5728"/>
                  <a:gd name="connsiteX117-25087" fmla="*/ 607 w 5134"/>
                  <a:gd name="connsiteY117-25088" fmla="*/ 5386 h 5728"/>
                  <a:gd name="connsiteX118-25089" fmla="*/ 613 w 5134"/>
                  <a:gd name="connsiteY118-25090" fmla="*/ 5510 h 5728"/>
                  <a:gd name="connsiteX119-25091" fmla="*/ 574 w 5134"/>
                  <a:gd name="connsiteY119-25092" fmla="*/ 5558 h 5728"/>
                  <a:gd name="connsiteX120-25093" fmla="*/ 443 w 5134"/>
                  <a:gd name="connsiteY120-25094" fmla="*/ 5617 h 5728"/>
                  <a:gd name="connsiteX121-25095" fmla="*/ 277 w 5134"/>
                  <a:gd name="connsiteY121-25096" fmla="*/ 5649 h 5728"/>
                  <a:gd name="connsiteX122-25097" fmla="*/ 174 w 5134"/>
                  <a:gd name="connsiteY122-25098" fmla="*/ 5728 h 5728"/>
                  <a:gd name="connsiteX123-25099" fmla="*/ 60 w 5134"/>
                  <a:gd name="connsiteY123-25100" fmla="*/ 5611 h 5728"/>
                  <a:gd name="connsiteX124-25101" fmla="*/ 0 w 5134"/>
                  <a:gd name="connsiteY124-25102" fmla="*/ 5485 h 5728"/>
                  <a:gd name="connsiteX0-25103" fmla="*/ 3948 w 5134"/>
                  <a:gd name="connsiteY0-25104" fmla="*/ 2333 h 5728"/>
                  <a:gd name="connsiteX1-25105" fmla="*/ 3946 w 5134"/>
                  <a:gd name="connsiteY1-25106" fmla="*/ 2117 h 5728"/>
                  <a:gd name="connsiteX2-25107" fmla="*/ 3870 w 5134"/>
                  <a:gd name="connsiteY2-25108" fmla="*/ 2039 h 5728"/>
                  <a:gd name="connsiteX3-25109" fmla="*/ 3727 w 5134"/>
                  <a:gd name="connsiteY3-25110" fmla="*/ 1951 h 5728"/>
                  <a:gd name="connsiteX4-25111" fmla="*/ 3635 w 5134"/>
                  <a:gd name="connsiteY4-25112" fmla="*/ 1827 h 5728"/>
                  <a:gd name="connsiteX5-25113" fmla="*/ 3539 w 5134"/>
                  <a:gd name="connsiteY5-25114" fmla="*/ 1828 h 5728"/>
                  <a:gd name="connsiteX6-25115" fmla="*/ 3494 w 5134"/>
                  <a:gd name="connsiteY6-25116" fmla="*/ 1883 h 5728"/>
                  <a:gd name="connsiteX7-25117" fmla="*/ 3401 w 5134"/>
                  <a:gd name="connsiteY7-25118" fmla="*/ 1877 h 5728"/>
                  <a:gd name="connsiteX8-25119" fmla="*/ 3381 w 5134"/>
                  <a:gd name="connsiteY8-25120" fmla="*/ 1994 h 5728"/>
                  <a:gd name="connsiteX9-25121" fmla="*/ 3200 w 5134"/>
                  <a:gd name="connsiteY9-25122" fmla="*/ 1941 h 5728"/>
                  <a:gd name="connsiteX10-25123" fmla="*/ 3117 w 5134"/>
                  <a:gd name="connsiteY10-25124" fmla="*/ 1939 h 5728"/>
                  <a:gd name="connsiteX11-25125" fmla="*/ 2992 w 5134"/>
                  <a:gd name="connsiteY11-25126" fmla="*/ 2014 h 5728"/>
                  <a:gd name="connsiteX12-25127" fmla="*/ 2880 w 5134"/>
                  <a:gd name="connsiteY12-25128" fmla="*/ 1890 h 5728"/>
                  <a:gd name="connsiteX13-25129" fmla="*/ 2974 w 5134"/>
                  <a:gd name="connsiteY13-25130" fmla="*/ 1804 h 5728"/>
                  <a:gd name="connsiteX14-25131" fmla="*/ 2978 w 5134"/>
                  <a:gd name="connsiteY14-25132" fmla="*/ 1634 h 5728"/>
                  <a:gd name="connsiteX15-25133" fmla="*/ 3033 w 5134"/>
                  <a:gd name="connsiteY15-25134" fmla="*/ 1514 h 5728"/>
                  <a:gd name="connsiteX16-25135" fmla="*/ 3076 w 5134"/>
                  <a:gd name="connsiteY16-25136" fmla="*/ 1306 h 5728"/>
                  <a:gd name="connsiteX17-25137" fmla="*/ 3136 w 5134"/>
                  <a:gd name="connsiteY17-25138" fmla="*/ 1307 h 5728"/>
                  <a:gd name="connsiteX18-25139" fmla="*/ 3459 w 5134"/>
                  <a:gd name="connsiteY18-25140" fmla="*/ 1286 h 5728"/>
                  <a:gd name="connsiteX19-25141" fmla="*/ 3633 w 5134"/>
                  <a:gd name="connsiteY19-25142" fmla="*/ 1117 h 5728"/>
                  <a:gd name="connsiteX20-25143" fmla="*/ 3702 w 5134"/>
                  <a:gd name="connsiteY20-25144" fmla="*/ 748 h 5728"/>
                  <a:gd name="connsiteX21-25145" fmla="*/ 3812 w 5134"/>
                  <a:gd name="connsiteY21-25146" fmla="*/ 486 h 5728"/>
                  <a:gd name="connsiteX22-25147" fmla="*/ 3810 w 5134"/>
                  <a:gd name="connsiteY22-25148" fmla="*/ 358 h 5728"/>
                  <a:gd name="connsiteX23-25149" fmla="*/ 3797 w 5134"/>
                  <a:gd name="connsiteY23-25150" fmla="*/ 328 h 5728"/>
                  <a:gd name="connsiteX24-25151" fmla="*/ 3730 w 5134"/>
                  <a:gd name="connsiteY24-25152" fmla="*/ 251 h 5728"/>
                  <a:gd name="connsiteX25-25153" fmla="*/ 3670 w 5134"/>
                  <a:gd name="connsiteY25-25154" fmla="*/ 217 h 5728"/>
                  <a:gd name="connsiteX26-25155" fmla="*/ 3795 w 5134"/>
                  <a:gd name="connsiteY26-25156" fmla="*/ 56 h 5728"/>
                  <a:gd name="connsiteX27-25157" fmla="*/ 3968 w 5134"/>
                  <a:gd name="connsiteY27-25158" fmla="*/ 2 h 5728"/>
                  <a:gd name="connsiteX28-25159" fmla="*/ 4000 w 5134"/>
                  <a:gd name="connsiteY28-25160" fmla="*/ 49 h 5728"/>
                  <a:gd name="connsiteX29-25161" fmla="*/ 3990 w 5134"/>
                  <a:gd name="connsiteY29-25162" fmla="*/ 133 h 5728"/>
                  <a:gd name="connsiteX30-25163" fmla="*/ 3929 w 5134"/>
                  <a:gd name="connsiteY30-25164" fmla="*/ 243 h 5728"/>
                  <a:gd name="connsiteX31-25165" fmla="*/ 3999 w 5134"/>
                  <a:gd name="connsiteY31-25166" fmla="*/ 301 h 5728"/>
                  <a:gd name="connsiteX32-25167" fmla="*/ 4113 w 5134"/>
                  <a:gd name="connsiteY32-25168" fmla="*/ 366 h 5728"/>
                  <a:gd name="connsiteX33-25169" fmla="*/ 4133 w 5134"/>
                  <a:gd name="connsiteY33-25170" fmla="*/ 255 h 5728"/>
                  <a:gd name="connsiteX34-25171" fmla="*/ 4267 w 5134"/>
                  <a:gd name="connsiteY34-25172" fmla="*/ 291 h 5728"/>
                  <a:gd name="connsiteX35-25173" fmla="*/ 4292 w 5134"/>
                  <a:gd name="connsiteY35-25174" fmla="*/ 331 h 5728"/>
                  <a:gd name="connsiteX36-25175" fmla="*/ 4368 w 5134"/>
                  <a:gd name="connsiteY36-25176" fmla="*/ 562 h 5728"/>
                  <a:gd name="connsiteX37-25177" fmla="*/ 4403 w 5134"/>
                  <a:gd name="connsiteY37-25178" fmla="*/ 586 h 5728"/>
                  <a:gd name="connsiteX38-25179" fmla="*/ 4495 w 5134"/>
                  <a:gd name="connsiteY38-25180" fmla="*/ 578 h 5728"/>
                  <a:gd name="connsiteX39-25181" fmla="*/ 4755 w 5134"/>
                  <a:gd name="connsiteY39-25182" fmla="*/ 490 h 5728"/>
                  <a:gd name="connsiteX40-25183" fmla="*/ 4975 w 5134"/>
                  <a:gd name="connsiteY40-25184" fmla="*/ 479 h 5728"/>
                  <a:gd name="connsiteX41-25185" fmla="*/ 5035 w 5134"/>
                  <a:gd name="connsiteY41-25186" fmla="*/ 648 h 5728"/>
                  <a:gd name="connsiteX42-25187" fmla="*/ 4953 w 5134"/>
                  <a:gd name="connsiteY42-25188" fmla="*/ 944 h 5728"/>
                  <a:gd name="connsiteX43-25189" fmla="*/ 4953 w 5134"/>
                  <a:gd name="connsiteY43-25190" fmla="*/ 1022 h 5728"/>
                  <a:gd name="connsiteX44-25191" fmla="*/ 5022 w 5134"/>
                  <a:gd name="connsiteY44-25192" fmla="*/ 1168 h 5728"/>
                  <a:gd name="connsiteX45-25193" fmla="*/ 5037 w 5134"/>
                  <a:gd name="connsiteY45-25194" fmla="*/ 1427 h 5728"/>
                  <a:gd name="connsiteX46-25195" fmla="*/ 5039 w 5134"/>
                  <a:gd name="connsiteY46-25196" fmla="*/ 1617 h 5728"/>
                  <a:gd name="connsiteX47-25197" fmla="*/ 4972 w 5134"/>
                  <a:gd name="connsiteY47-25198" fmla="*/ 1625 h 5728"/>
                  <a:gd name="connsiteX48-25199" fmla="*/ 4950 w 5134"/>
                  <a:gd name="connsiteY48-25200" fmla="*/ 1507 h 5728"/>
                  <a:gd name="connsiteX49-25201" fmla="*/ 4915 w 5134"/>
                  <a:gd name="connsiteY49-25202" fmla="*/ 1450 h 5728"/>
                  <a:gd name="connsiteX50-25203" fmla="*/ 4825 w 5134"/>
                  <a:gd name="connsiteY50-25204" fmla="*/ 1582 h 5728"/>
                  <a:gd name="connsiteX51-25205" fmla="*/ 4712 w 5134"/>
                  <a:gd name="connsiteY51-25206" fmla="*/ 1776 h 5728"/>
                  <a:gd name="connsiteX52-25207" fmla="*/ 4593 w 5134"/>
                  <a:gd name="connsiteY52-25208" fmla="*/ 1904 h 5728"/>
                  <a:gd name="connsiteX53-25209" fmla="*/ 4586 w 5134"/>
                  <a:gd name="connsiteY53-25210" fmla="*/ 2018 h 5728"/>
                  <a:gd name="connsiteX54-25211" fmla="*/ 4646 w 5134"/>
                  <a:gd name="connsiteY54-25212" fmla="*/ 2115 h 5728"/>
                  <a:gd name="connsiteX55-25213" fmla="*/ 4748 w 5134"/>
                  <a:gd name="connsiteY55-25214" fmla="*/ 2183 h 5728"/>
                  <a:gd name="connsiteX56-25215" fmla="*/ 4825 w 5134"/>
                  <a:gd name="connsiteY56-25216" fmla="*/ 2178 h 5728"/>
                  <a:gd name="connsiteX57-25217" fmla="*/ 4870 w 5134"/>
                  <a:gd name="connsiteY57-25218" fmla="*/ 2104 h 5728"/>
                  <a:gd name="connsiteX58-25219" fmla="*/ 4904 w 5134"/>
                  <a:gd name="connsiteY58-25220" fmla="*/ 2210 h 5728"/>
                  <a:gd name="connsiteX59-25221" fmla="*/ 4792 w 5134"/>
                  <a:gd name="connsiteY59-25222" fmla="*/ 2249 h 5728"/>
                  <a:gd name="connsiteX60-25223" fmla="*/ 4839 w 5134"/>
                  <a:gd name="connsiteY60-25224" fmla="*/ 2362 h 5728"/>
                  <a:gd name="connsiteX61-25225" fmla="*/ 4704 w 5134"/>
                  <a:gd name="connsiteY61-25226" fmla="*/ 2509 h 5728"/>
                  <a:gd name="connsiteX62-25227" fmla="*/ 4663 w 5134"/>
                  <a:gd name="connsiteY62-25228" fmla="*/ 2498 h 5728"/>
                  <a:gd name="connsiteX63-25229" fmla="*/ 4539 w 5134"/>
                  <a:gd name="connsiteY63-25230" fmla="*/ 2413 h 5728"/>
                  <a:gd name="connsiteX64-25231" fmla="*/ 4484 w 5134"/>
                  <a:gd name="connsiteY64-25232" fmla="*/ 2412 h 5728"/>
                  <a:gd name="connsiteX65-25233" fmla="*/ 4449 w 5134"/>
                  <a:gd name="connsiteY65-25234" fmla="*/ 2480 h 5728"/>
                  <a:gd name="connsiteX66-25235" fmla="*/ 4452 w 5134"/>
                  <a:gd name="connsiteY66-25236" fmla="*/ 2562 h 5728"/>
                  <a:gd name="connsiteX67-25237" fmla="*/ 4630 w 5134"/>
                  <a:gd name="connsiteY67-25238" fmla="*/ 2730 h 5728"/>
                  <a:gd name="connsiteX68-25239" fmla="*/ 4629 w 5134"/>
                  <a:gd name="connsiteY68-25240" fmla="*/ 2844 h 5728"/>
                  <a:gd name="connsiteX69-25241" fmla="*/ 4720 w 5134"/>
                  <a:gd name="connsiteY69-25242" fmla="*/ 3060 h 5728"/>
                  <a:gd name="connsiteX70-25243" fmla="*/ 4746 w 5134"/>
                  <a:gd name="connsiteY70-25244" fmla="*/ 3090 h 5728"/>
                  <a:gd name="connsiteX71-25245" fmla="*/ 4790 w 5134"/>
                  <a:gd name="connsiteY71-25246" fmla="*/ 3094 h 5728"/>
                  <a:gd name="connsiteX72-25247" fmla="*/ 4836 w 5134"/>
                  <a:gd name="connsiteY72-25248" fmla="*/ 3010 h 5728"/>
                  <a:gd name="connsiteX73-25249" fmla="*/ 4916 w 5134"/>
                  <a:gd name="connsiteY73-25250" fmla="*/ 2950 h 5728"/>
                  <a:gd name="connsiteX74-25251" fmla="*/ 5011 w 5134"/>
                  <a:gd name="connsiteY74-25252" fmla="*/ 3126 h 5728"/>
                  <a:gd name="connsiteX75-25253" fmla="*/ 5121 w 5134"/>
                  <a:gd name="connsiteY75-25254" fmla="*/ 3312 h 5728"/>
                  <a:gd name="connsiteX76-25255" fmla="*/ 5134 w 5134"/>
                  <a:gd name="connsiteY76-25256" fmla="*/ 3342 h 5728"/>
                  <a:gd name="connsiteX77-25257" fmla="*/ 5123 w 5134"/>
                  <a:gd name="connsiteY77-25258" fmla="*/ 3518 h 5728"/>
                  <a:gd name="connsiteX78-25259" fmla="*/ 5088 w 5134"/>
                  <a:gd name="connsiteY78-25260" fmla="*/ 3554 h 5728"/>
                  <a:gd name="connsiteX79-25261" fmla="*/ 4999 w 5134"/>
                  <a:gd name="connsiteY79-25262" fmla="*/ 3515 h 5728"/>
                  <a:gd name="connsiteX80-25263" fmla="*/ 4765 w 5134"/>
                  <a:gd name="connsiteY80-25264" fmla="*/ 3644 h 5728"/>
                  <a:gd name="connsiteX81-25265" fmla="*/ 4739 w 5134"/>
                  <a:gd name="connsiteY81-25266" fmla="*/ 3666 h 5728"/>
                  <a:gd name="connsiteX82-25267" fmla="*/ 4559 w 5134"/>
                  <a:gd name="connsiteY82-25268" fmla="*/ 3812 h 5728"/>
                  <a:gd name="connsiteX83-25269" fmla="*/ 4418 w 5134"/>
                  <a:gd name="connsiteY83-25270" fmla="*/ 3926 h 5728"/>
                  <a:gd name="connsiteX84-25271" fmla="*/ 4383 w 5134"/>
                  <a:gd name="connsiteY84-25272" fmla="*/ 3965 h 5728"/>
                  <a:gd name="connsiteX85-25273" fmla="*/ 4331 w 5134"/>
                  <a:gd name="connsiteY85-25274" fmla="*/ 3973 h 5728"/>
                  <a:gd name="connsiteX86-25275" fmla="*/ 4274 w 5134"/>
                  <a:gd name="connsiteY86-25276" fmla="*/ 3916 h 5728"/>
                  <a:gd name="connsiteX87-25277" fmla="*/ 4150 w 5134"/>
                  <a:gd name="connsiteY87-25278" fmla="*/ 3808 h 5728"/>
                  <a:gd name="connsiteX88-25279" fmla="*/ 4174 w 5134"/>
                  <a:gd name="connsiteY88-25280" fmla="*/ 4064 h 5728"/>
                  <a:gd name="connsiteX89-25281" fmla="*/ 4183 w 5134"/>
                  <a:gd name="connsiteY89-25282" fmla="*/ 4192 h 5728"/>
                  <a:gd name="connsiteX90-25283" fmla="*/ 3921 w 5134"/>
                  <a:gd name="connsiteY90-25284" fmla="*/ 4166 h 5728"/>
                  <a:gd name="connsiteX91-25285" fmla="*/ 3839 w 5134"/>
                  <a:gd name="connsiteY91-25286" fmla="*/ 3987 h 5728"/>
                  <a:gd name="connsiteX92-25287" fmla="*/ 3757 w 5134"/>
                  <a:gd name="connsiteY92-25288" fmla="*/ 3802 h 5728"/>
                  <a:gd name="connsiteX93-25289" fmla="*/ 2484 w 5134"/>
                  <a:gd name="connsiteY93-25290" fmla="*/ 4680 h 5728"/>
                  <a:gd name="connsiteX94-25291" fmla="*/ 2349 w 5134"/>
                  <a:gd name="connsiteY94-25292" fmla="*/ 4739 h 5728"/>
                  <a:gd name="connsiteX95-25293" fmla="*/ 2307 w 5134"/>
                  <a:gd name="connsiteY95-25294" fmla="*/ 4777 h 5728"/>
                  <a:gd name="connsiteX96-25295" fmla="*/ 2108 w 5134"/>
                  <a:gd name="connsiteY96-25296" fmla="*/ 5021 h 5728"/>
                  <a:gd name="connsiteX97-25297" fmla="*/ 2035 w 5134"/>
                  <a:gd name="connsiteY97-25298" fmla="*/ 4970 h 5728"/>
                  <a:gd name="connsiteX98-25299" fmla="*/ 1952 w 5134"/>
                  <a:gd name="connsiteY98-25300" fmla="*/ 4971 h 5728"/>
                  <a:gd name="connsiteX99-25301" fmla="*/ 1916 w 5134"/>
                  <a:gd name="connsiteY99-25302" fmla="*/ 5045 h 5728"/>
                  <a:gd name="connsiteX100-25303" fmla="*/ 1805 w 5134"/>
                  <a:gd name="connsiteY100-25304" fmla="*/ 5000 h 5728"/>
                  <a:gd name="connsiteX101-25305" fmla="*/ 1727 w 5134"/>
                  <a:gd name="connsiteY101-25306" fmla="*/ 5109 h 5728"/>
                  <a:gd name="connsiteX102-25307" fmla="*/ 1505 w 5134"/>
                  <a:gd name="connsiteY102-25308" fmla="*/ 5349 h 5728"/>
                  <a:gd name="connsiteX103-25309" fmla="*/ 1485 w 5134"/>
                  <a:gd name="connsiteY103-25310" fmla="*/ 5516 h 5728"/>
                  <a:gd name="connsiteX104-25311" fmla="*/ 1468 w 5134"/>
                  <a:gd name="connsiteY104-25312" fmla="*/ 5659 h 5728"/>
                  <a:gd name="connsiteX105-25313" fmla="*/ 1452 w 5134"/>
                  <a:gd name="connsiteY105-25314" fmla="*/ 5669 h 5728"/>
                  <a:gd name="connsiteX106-25315" fmla="*/ 1130 w 5134"/>
                  <a:gd name="connsiteY106-25316" fmla="*/ 5621 h 5728"/>
                  <a:gd name="connsiteX107-25317" fmla="*/ 1028 w 5134"/>
                  <a:gd name="connsiteY107-25318" fmla="*/ 5566 h 5728"/>
                  <a:gd name="connsiteX108-25319" fmla="*/ 974 w 5134"/>
                  <a:gd name="connsiteY108-25320" fmla="*/ 5503 h 5728"/>
                  <a:gd name="connsiteX109-25321" fmla="*/ 869 w 5134"/>
                  <a:gd name="connsiteY109-25322" fmla="*/ 5477 h 5728"/>
                  <a:gd name="connsiteX110-25323" fmla="*/ 869 w 5134"/>
                  <a:gd name="connsiteY110-25324" fmla="*/ 5379 h 5728"/>
                  <a:gd name="connsiteX111-25325" fmla="*/ 973 w 5134"/>
                  <a:gd name="connsiteY111-25326" fmla="*/ 5149 h 5728"/>
                  <a:gd name="connsiteX112-25327" fmla="*/ 833 w 5134"/>
                  <a:gd name="connsiteY112-25328" fmla="*/ 5070 h 5728"/>
                  <a:gd name="connsiteX113-25329" fmla="*/ 791 w 5134"/>
                  <a:gd name="connsiteY113-25330" fmla="*/ 5095 h 5728"/>
                  <a:gd name="connsiteX114-25331" fmla="*/ 701 w 5134"/>
                  <a:gd name="connsiteY114-25332" fmla="*/ 5214 h 5728"/>
                  <a:gd name="connsiteX115-25333" fmla="*/ 669 w 5134"/>
                  <a:gd name="connsiteY115-25334" fmla="*/ 5276 h 5728"/>
                  <a:gd name="connsiteX116-25335" fmla="*/ 607 w 5134"/>
                  <a:gd name="connsiteY116-25336" fmla="*/ 5386 h 5728"/>
                  <a:gd name="connsiteX117-25337" fmla="*/ 613 w 5134"/>
                  <a:gd name="connsiteY117-25338" fmla="*/ 5510 h 5728"/>
                  <a:gd name="connsiteX118-25339" fmla="*/ 574 w 5134"/>
                  <a:gd name="connsiteY118-25340" fmla="*/ 5558 h 5728"/>
                  <a:gd name="connsiteX119-25341" fmla="*/ 443 w 5134"/>
                  <a:gd name="connsiteY119-25342" fmla="*/ 5617 h 5728"/>
                  <a:gd name="connsiteX120-25343" fmla="*/ 277 w 5134"/>
                  <a:gd name="connsiteY120-25344" fmla="*/ 5649 h 5728"/>
                  <a:gd name="connsiteX121-25345" fmla="*/ 174 w 5134"/>
                  <a:gd name="connsiteY121-25346" fmla="*/ 5728 h 5728"/>
                  <a:gd name="connsiteX122-25347" fmla="*/ 60 w 5134"/>
                  <a:gd name="connsiteY122-25348" fmla="*/ 5611 h 5728"/>
                  <a:gd name="connsiteX123-25349" fmla="*/ 0 w 5134"/>
                  <a:gd name="connsiteY123-25350" fmla="*/ 5485 h 5728"/>
                  <a:gd name="connsiteX0-25351" fmla="*/ 3948 w 5134"/>
                  <a:gd name="connsiteY0-25352" fmla="*/ 2333 h 5728"/>
                  <a:gd name="connsiteX1-25353" fmla="*/ 3946 w 5134"/>
                  <a:gd name="connsiteY1-25354" fmla="*/ 2117 h 5728"/>
                  <a:gd name="connsiteX2-25355" fmla="*/ 3870 w 5134"/>
                  <a:gd name="connsiteY2-25356" fmla="*/ 2039 h 5728"/>
                  <a:gd name="connsiteX3-25357" fmla="*/ 3727 w 5134"/>
                  <a:gd name="connsiteY3-25358" fmla="*/ 1951 h 5728"/>
                  <a:gd name="connsiteX4-25359" fmla="*/ 3635 w 5134"/>
                  <a:gd name="connsiteY4-25360" fmla="*/ 1827 h 5728"/>
                  <a:gd name="connsiteX5-25361" fmla="*/ 3539 w 5134"/>
                  <a:gd name="connsiteY5-25362" fmla="*/ 1828 h 5728"/>
                  <a:gd name="connsiteX6-25363" fmla="*/ 3494 w 5134"/>
                  <a:gd name="connsiteY6-25364" fmla="*/ 1883 h 5728"/>
                  <a:gd name="connsiteX7-25365" fmla="*/ 3401 w 5134"/>
                  <a:gd name="connsiteY7-25366" fmla="*/ 1877 h 5728"/>
                  <a:gd name="connsiteX8-25367" fmla="*/ 3381 w 5134"/>
                  <a:gd name="connsiteY8-25368" fmla="*/ 1994 h 5728"/>
                  <a:gd name="connsiteX9-25369" fmla="*/ 3200 w 5134"/>
                  <a:gd name="connsiteY9-25370" fmla="*/ 1941 h 5728"/>
                  <a:gd name="connsiteX10-25371" fmla="*/ 3117 w 5134"/>
                  <a:gd name="connsiteY10-25372" fmla="*/ 1939 h 5728"/>
                  <a:gd name="connsiteX11-25373" fmla="*/ 2992 w 5134"/>
                  <a:gd name="connsiteY11-25374" fmla="*/ 2014 h 5728"/>
                  <a:gd name="connsiteX12-25375" fmla="*/ 2880 w 5134"/>
                  <a:gd name="connsiteY12-25376" fmla="*/ 1890 h 5728"/>
                  <a:gd name="connsiteX13-25377" fmla="*/ 2974 w 5134"/>
                  <a:gd name="connsiteY13-25378" fmla="*/ 1804 h 5728"/>
                  <a:gd name="connsiteX14-25379" fmla="*/ 2978 w 5134"/>
                  <a:gd name="connsiteY14-25380" fmla="*/ 1634 h 5728"/>
                  <a:gd name="connsiteX15-25381" fmla="*/ 3033 w 5134"/>
                  <a:gd name="connsiteY15-25382" fmla="*/ 1514 h 5728"/>
                  <a:gd name="connsiteX16-25383" fmla="*/ 3076 w 5134"/>
                  <a:gd name="connsiteY16-25384" fmla="*/ 1306 h 5728"/>
                  <a:gd name="connsiteX17-25385" fmla="*/ 3136 w 5134"/>
                  <a:gd name="connsiteY17-25386" fmla="*/ 1307 h 5728"/>
                  <a:gd name="connsiteX18-25387" fmla="*/ 3459 w 5134"/>
                  <a:gd name="connsiteY18-25388" fmla="*/ 1286 h 5728"/>
                  <a:gd name="connsiteX19-25389" fmla="*/ 3633 w 5134"/>
                  <a:gd name="connsiteY19-25390" fmla="*/ 1117 h 5728"/>
                  <a:gd name="connsiteX20-25391" fmla="*/ 3702 w 5134"/>
                  <a:gd name="connsiteY20-25392" fmla="*/ 748 h 5728"/>
                  <a:gd name="connsiteX21-25393" fmla="*/ 3812 w 5134"/>
                  <a:gd name="connsiteY21-25394" fmla="*/ 486 h 5728"/>
                  <a:gd name="connsiteX22-25395" fmla="*/ 3810 w 5134"/>
                  <a:gd name="connsiteY22-25396" fmla="*/ 358 h 5728"/>
                  <a:gd name="connsiteX23-25397" fmla="*/ 3797 w 5134"/>
                  <a:gd name="connsiteY23-25398" fmla="*/ 328 h 5728"/>
                  <a:gd name="connsiteX24-25399" fmla="*/ 3730 w 5134"/>
                  <a:gd name="connsiteY24-25400" fmla="*/ 251 h 5728"/>
                  <a:gd name="connsiteX25-25401" fmla="*/ 3670 w 5134"/>
                  <a:gd name="connsiteY25-25402" fmla="*/ 217 h 5728"/>
                  <a:gd name="connsiteX26-25403" fmla="*/ 3795 w 5134"/>
                  <a:gd name="connsiteY26-25404" fmla="*/ 56 h 5728"/>
                  <a:gd name="connsiteX27-25405" fmla="*/ 3968 w 5134"/>
                  <a:gd name="connsiteY27-25406" fmla="*/ 2 h 5728"/>
                  <a:gd name="connsiteX28-25407" fmla="*/ 4000 w 5134"/>
                  <a:gd name="connsiteY28-25408" fmla="*/ 49 h 5728"/>
                  <a:gd name="connsiteX29-25409" fmla="*/ 3990 w 5134"/>
                  <a:gd name="connsiteY29-25410" fmla="*/ 133 h 5728"/>
                  <a:gd name="connsiteX30-25411" fmla="*/ 3929 w 5134"/>
                  <a:gd name="connsiteY30-25412" fmla="*/ 243 h 5728"/>
                  <a:gd name="connsiteX31-25413" fmla="*/ 3999 w 5134"/>
                  <a:gd name="connsiteY31-25414" fmla="*/ 301 h 5728"/>
                  <a:gd name="connsiteX32-25415" fmla="*/ 4113 w 5134"/>
                  <a:gd name="connsiteY32-25416" fmla="*/ 366 h 5728"/>
                  <a:gd name="connsiteX33-25417" fmla="*/ 4133 w 5134"/>
                  <a:gd name="connsiteY33-25418" fmla="*/ 255 h 5728"/>
                  <a:gd name="connsiteX34-25419" fmla="*/ 4267 w 5134"/>
                  <a:gd name="connsiteY34-25420" fmla="*/ 291 h 5728"/>
                  <a:gd name="connsiteX35-25421" fmla="*/ 4292 w 5134"/>
                  <a:gd name="connsiteY35-25422" fmla="*/ 331 h 5728"/>
                  <a:gd name="connsiteX36-25423" fmla="*/ 4368 w 5134"/>
                  <a:gd name="connsiteY36-25424" fmla="*/ 562 h 5728"/>
                  <a:gd name="connsiteX37-25425" fmla="*/ 4403 w 5134"/>
                  <a:gd name="connsiteY37-25426" fmla="*/ 586 h 5728"/>
                  <a:gd name="connsiteX38-25427" fmla="*/ 4495 w 5134"/>
                  <a:gd name="connsiteY38-25428" fmla="*/ 578 h 5728"/>
                  <a:gd name="connsiteX39-25429" fmla="*/ 4755 w 5134"/>
                  <a:gd name="connsiteY39-25430" fmla="*/ 490 h 5728"/>
                  <a:gd name="connsiteX40-25431" fmla="*/ 4975 w 5134"/>
                  <a:gd name="connsiteY40-25432" fmla="*/ 479 h 5728"/>
                  <a:gd name="connsiteX41-25433" fmla="*/ 5035 w 5134"/>
                  <a:gd name="connsiteY41-25434" fmla="*/ 648 h 5728"/>
                  <a:gd name="connsiteX42-25435" fmla="*/ 4953 w 5134"/>
                  <a:gd name="connsiteY42-25436" fmla="*/ 944 h 5728"/>
                  <a:gd name="connsiteX43-25437" fmla="*/ 4953 w 5134"/>
                  <a:gd name="connsiteY43-25438" fmla="*/ 1022 h 5728"/>
                  <a:gd name="connsiteX44-25439" fmla="*/ 5022 w 5134"/>
                  <a:gd name="connsiteY44-25440" fmla="*/ 1168 h 5728"/>
                  <a:gd name="connsiteX45-25441" fmla="*/ 5037 w 5134"/>
                  <a:gd name="connsiteY45-25442" fmla="*/ 1427 h 5728"/>
                  <a:gd name="connsiteX46-25443" fmla="*/ 5039 w 5134"/>
                  <a:gd name="connsiteY46-25444" fmla="*/ 1617 h 5728"/>
                  <a:gd name="connsiteX47-25445" fmla="*/ 4972 w 5134"/>
                  <a:gd name="connsiteY47-25446" fmla="*/ 1625 h 5728"/>
                  <a:gd name="connsiteX48-25447" fmla="*/ 4950 w 5134"/>
                  <a:gd name="connsiteY48-25448" fmla="*/ 1507 h 5728"/>
                  <a:gd name="connsiteX49-25449" fmla="*/ 4915 w 5134"/>
                  <a:gd name="connsiteY49-25450" fmla="*/ 1450 h 5728"/>
                  <a:gd name="connsiteX50-25451" fmla="*/ 4825 w 5134"/>
                  <a:gd name="connsiteY50-25452" fmla="*/ 1582 h 5728"/>
                  <a:gd name="connsiteX51-25453" fmla="*/ 4712 w 5134"/>
                  <a:gd name="connsiteY51-25454" fmla="*/ 1776 h 5728"/>
                  <a:gd name="connsiteX52-25455" fmla="*/ 4593 w 5134"/>
                  <a:gd name="connsiteY52-25456" fmla="*/ 1904 h 5728"/>
                  <a:gd name="connsiteX53-25457" fmla="*/ 4586 w 5134"/>
                  <a:gd name="connsiteY53-25458" fmla="*/ 2018 h 5728"/>
                  <a:gd name="connsiteX54-25459" fmla="*/ 4646 w 5134"/>
                  <a:gd name="connsiteY54-25460" fmla="*/ 2115 h 5728"/>
                  <a:gd name="connsiteX55-25461" fmla="*/ 4748 w 5134"/>
                  <a:gd name="connsiteY55-25462" fmla="*/ 2183 h 5728"/>
                  <a:gd name="connsiteX56-25463" fmla="*/ 4825 w 5134"/>
                  <a:gd name="connsiteY56-25464" fmla="*/ 2178 h 5728"/>
                  <a:gd name="connsiteX57-25465" fmla="*/ 4870 w 5134"/>
                  <a:gd name="connsiteY57-25466" fmla="*/ 2104 h 5728"/>
                  <a:gd name="connsiteX58-25467" fmla="*/ 4904 w 5134"/>
                  <a:gd name="connsiteY58-25468" fmla="*/ 2210 h 5728"/>
                  <a:gd name="connsiteX59-25469" fmla="*/ 4792 w 5134"/>
                  <a:gd name="connsiteY59-25470" fmla="*/ 2249 h 5728"/>
                  <a:gd name="connsiteX60-25471" fmla="*/ 4839 w 5134"/>
                  <a:gd name="connsiteY60-25472" fmla="*/ 2362 h 5728"/>
                  <a:gd name="connsiteX61-25473" fmla="*/ 4704 w 5134"/>
                  <a:gd name="connsiteY61-25474" fmla="*/ 2509 h 5728"/>
                  <a:gd name="connsiteX62-25475" fmla="*/ 4663 w 5134"/>
                  <a:gd name="connsiteY62-25476" fmla="*/ 2498 h 5728"/>
                  <a:gd name="connsiteX63-25477" fmla="*/ 4539 w 5134"/>
                  <a:gd name="connsiteY63-25478" fmla="*/ 2413 h 5728"/>
                  <a:gd name="connsiteX64-25479" fmla="*/ 4484 w 5134"/>
                  <a:gd name="connsiteY64-25480" fmla="*/ 2412 h 5728"/>
                  <a:gd name="connsiteX65-25481" fmla="*/ 4449 w 5134"/>
                  <a:gd name="connsiteY65-25482" fmla="*/ 2480 h 5728"/>
                  <a:gd name="connsiteX66-25483" fmla="*/ 4452 w 5134"/>
                  <a:gd name="connsiteY66-25484" fmla="*/ 2562 h 5728"/>
                  <a:gd name="connsiteX67-25485" fmla="*/ 4630 w 5134"/>
                  <a:gd name="connsiteY67-25486" fmla="*/ 2730 h 5728"/>
                  <a:gd name="connsiteX68-25487" fmla="*/ 4629 w 5134"/>
                  <a:gd name="connsiteY68-25488" fmla="*/ 2844 h 5728"/>
                  <a:gd name="connsiteX69-25489" fmla="*/ 4720 w 5134"/>
                  <a:gd name="connsiteY69-25490" fmla="*/ 3060 h 5728"/>
                  <a:gd name="connsiteX70-25491" fmla="*/ 4746 w 5134"/>
                  <a:gd name="connsiteY70-25492" fmla="*/ 3090 h 5728"/>
                  <a:gd name="connsiteX71-25493" fmla="*/ 4790 w 5134"/>
                  <a:gd name="connsiteY71-25494" fmla="*/ 3094 h 5728"/>
                  <a:gd name="connsiteX72-25495" fmla="*/ 4836 w 5134"/>
                  <a:gd name="connsiteY72-25496" fmla="*/ 3010 h 5728"/>
                  <a:gd name="connsiteX73-25497" fmla="*/ 4916 w 5134"/>
                  <a:gd name="connsiteY73-25498" fmla="*/ 2950 h 5728"/>
                  <a:gd name="connsiteX74-25499" fmla="*/ 5011 w 5134"/>
                  <a:gd name="connsiteY74-25500" fmla="*/ 3126 h 5728"/>
                  <a:gd name="connsiteX75-25501" fmla="*/ 5121 w 5134"/>
                  <a:gd name="connsiteY75-25502" fmla="*/ 3312 h 5728"/>
                  <a:gd name="connsiteX76-25503" fmla="*/ 5134 w 5134"/>
                  <a:gd name="connsiteY76-25504" fmla="*/ 3342 h 5728"/>
                  <a:gd name="connsiteX77-25505" fmla="*/ 5123 w 5134"/>
                  <a:gd name="connsiteY77-25506" fmla="*/ 3518 h 5728"/>
                  <a:gd name="connsiteX78-25507" fmla="*/ 5088 w 5134"/>
                  <a:gd name="connsiteY78-25508" fmla="*/ 3554 h 5728"/>
                  <a:gd name="connsiteX79-25509" fmla="*/ 4999 w 5134"/>
                  <a:gd name="connsiteY79-25510" fmla="*/ 3515 h 5728"/>
                  <a:gd name="connsiteX80-25511" fmla="*/ 4765 w 5134"/>
                  <a:gd name="connsiteY80-25512" fmla="*/ 3644 h 5728"/>
                  <a:gd name="connsiteX81-25513" fmla="*/ 4739 w 5134"/>
                  <a:gd name="connsiteY81-25514" fmla="*/ 3666 h 5728"/>
                  <a:gd name="connsiteX82-25515" fmla="*/ 4559 w 5134"/>
                  <a:gd name="connsiteY82-25516" fmla="*/ 3812 h 5728"/>
                  <a:gd name="connsiteX83-25517" fmla="*/ 4418 w 5134"/>
                  <a:gd name="connsiteY83-25518" fmla="*/ 3926 h 5728"/>
                  <a:gd name="connsiteX84-25519" fmla="*/ 4383 w 5134"/>
                  <a:gd name="connsiteY84-25520" fmla="*/ 3965 h 5728"/>
                  <a:gd name="connsiteX85-25521" fmla="*/ 4331 w 5134"/>
                  <a:gd name="connsiteY85-25522" fmla="*/ 3973 h 5728"/>
                  <a:gd name="connsiteX86-25523" fmla="*/ 4274 w 5134"/>
                  <a:gd name="connsiteY86-25524" fmla="*/ 3916 h 5728"/>
                  <a:gd name="connsiteX87-25525" fmla="*/ 4150 w 5134"/>
                  <a:gd name="connsiteY87-25526" fmla="*/ 3808 h 5728"/>
                  <a:gd name="connsiteX88-25527" fmla="*/ 4174 w 5134"/>
                  <a:gd name="connsiteY88-25528" fmla="*/ 4064 h 5728"/>
                  <a:gd name="connsiteX89-25529" fmla="*/ 4183 w 5134"/>
                  <a:gd name="connsiteY89-25530" fmla="*/ 4192 h 5728"/>
                  <a:gd name="connsiteX90-25531" fmla="*/ 3921 w 5134"/>
                  <a:gd name="connsiteY90-25532" fmla="*/ 4166 h 5728"/>
                  <a:gd name="connsiteX91-25533" fmla="*/ 3839 w 5134"/>
                  <a:gd name="connsiteY91-25534" fmla="*/ 3987 h 5728"/>
                  <a:gd name="connsiteX92-25535" fmla="*/ 3757 w 5134"/>
                  <a:gd name="connsiteY92-25536" fmla="*/ 3802 h 5728"/>
                  <a:gd name="connsiteX93-25537" fmla="*/ 2349 w 5134"/>
                  <a:gd name="connsiteY93-25538" fmla="*/ 4739 h 5728"/>
                  <a:gd name="connsiteX94-25539" fmla="*/ 2307 w 5134"/>
                  <a:gd name="connsiteY94-25540" fmla="*/ 4777 h 5728"/>
                  <a:gd name="connsiteX95-25541" fmla="*/ 2108 w 5134"/>
                  <a:gd name="connsiteY95-25542" fmla="*/ 5021 h 5728"/>
                  <a:gd name="connsiteX96-25543" fmla="*/ 2035 w 5134"/>
                  <a:gd name="connsiteY96-25544" fmla="*/ 4970 h 5728"/>
                  <a:gd name="connsiteX97-25545" fmla="*/ 1952 w 5134"/>
                  <a:gd name="connsiteY97-25546" fmla="*/ 4971 h 5728"/>
                  <a:gd name="connsiteX98-25547" fmla="*/ 1916 w 5134"/>
                  <a:gd name="connsiteY98-25548" fmla="*/ 5045 h 5728"/>
                  <a:gd name="connsiteX99-25549" fmla="*/ 1805 w 5134"/>
                  <a:gd name="connsiteY99-25550" fmla="*/ 5000 h 5728"/>
                  <a:gd name="connsiteX100-25551" fmla="*/ 1727 w 5134"/>
                  <a:gd name="connsiteY100-25552" fmla="*/ 5109 h 5728"/>
                  <a:gd name="connsiteX101-25553" fmla="*/ 1505 w 5134"/>
                  <a:gd name="connsiteY101-25554" fmla="*/ 5349 h 5728"/>
                  <a:gd name="connsiteX102-25555" fmla="*/ 1485 w 5134"/>
                  <a:gd name="connsiteY102-25556" fmla="*/ 5516 h 5728"/>
                  <a:gd name="connsiteX103-25557" fmla="*/ 1468 w 5134"/>
                  <a:gd name="connsiteY103-25558" fmla="*/ 5659 h 5728"/>
                  <a:gd name="connsiteX104-25559" fmla="*/ 1452 w 5134"/>
                  <a:gd name="connsiteY104-25560" fmla="*/ 5669 h 5728"/>
                  <a:gd name="connsiteX105-25561" fmla="*/ 1130 w 5134"/>
                  <a:gd name="connsiteY105-25562" fmla="*/ 5621 h 5728"/>
                  <a:gd name="connsiteX106-25563" fmla="*/ 1028 w 5134"/>
                  <a:gd name="connsiteY106-25564" fmla="*/ 5566 h 5728"/>
                  <a:gd name="connsiteX107-25565" fmla="*/ 974 w 5134"/>
                  <a:gd name="connsiteY107-25566" fmla="*/ 5503 h 5728"/>
                  <a:gd name="connsiteX108-25567" fmla="*/ 869 w 5134"/>
                  <a:gd name="connsiteY108-25568" fmla="*/ 5477 h 5728"/>
                  <a:gd name="connsiteX109-25569" fmla="*/ 869 w 5134"/>
                  <a:gd name="connsiteY109-25570" fmla="*/ 5379 h 5728"/>
                  <a:gd name="connsiteX110-25571" fmla="*/ 973 w 5134"/>
                  <a:gd name="connsiteY110-25572" fmla="*/ 5149 h 5728"/>
                  <a:gd name="connsiteX111-25573" fmla="*/ 833 w 5134"/>
                  <a:gd name="connsiteY111-25574" fmla="*/ 5070 h 5728"/>
                  <a:gd name="connsiteX112-25575" fmla="*/ 791 w 5134"/>
                  <a:gd name="connsiteY112-25576" fmla="*/ 5095 h 5728"/>
                  <a:gd name="connsiteX113-25577" fmla="*/ 701 w 5134"/>
                  <a:gd name="connsiteY113-25578" fmla="*/ 5214 h 5728"/>
                  <a:gd name="connsiteX114-25579" fmla="*/ 669 w 5134"/>
                  <a:gd name="connsiteY114-25580" fmla="*/ 5276 h 5728"/>
                  <a:gd name="connsiteX115-25581" fmla="*/ 607 w 5134"/>
                  <a:gd name="connsiteY115-25582" fmla="*/ 5386 h 5728"/>
                  <a:gd name="connsiteX116-25583" fmla="*/ 613 w 5134"/>
                  <a:gd name="connsiteY116-25584" fmla="*/ 5510 h 5728"/>
                  <a:gd name="connsiteX117-25585" fmla="*/ 574 w 5134"/>
                  <a:gd name="connsiteY117-25586" fmla="*/ 5558 h 5728"/>
                  <a:gd name="connsiteX118-25587" fmla="*/ 443 w 5134"/>
                  <a:gd name="connsiteY118-25588" fmla="*/ 5617 h 5728"/>
                  <a:gd name="connsiteX119-25589" fmla="*/ 277 w 5134"/>
                  <a:gd name="connsiteY119-25590" fmla="*/ 5649 h 5728"/>
                  <a:gd name="connsiteX120-25591" fmla="*/ 174 w 5134"/>
                  <a:gd name="connsiteY120-25592" fmla="*/ 5728 h 5728"/>
                  <a:gd name="connsiteX121-25593" fmla="*/ 60 w 5134"/>
                  <a:gd name="connsiteY121-25594" fmla="*/ 5611 h 5728"/>
                  <a:gd name="connsiteX122-25595" fmla="*/ 0 w 5134"/>
                  <a:gd name="connsiteY122-25596" fmla="*/ 5485 h 5728"/>
                  <a:gd name="connsiteX0-25597" fmla="*/ 3948 w 5134"/>
                  <a:gd name="connsiteY0-25598" fmla="*/ 2333 h 5728"/>
                  <a:gd name="connsiteX1-25599" fmla="*/ 3946 w 5134"/>
                  <a:gd name="connsiteY1-25600" fmla="*/ 2117 h 5728"/>
                  <a:gd name="connsiteX2-25601" fmla="*/ 3870 w 5134"/>
                  <a:gd name="connsiteY2-25602" fmla="*/ 2039 h 5728"/>
                  <a:gd name="connsiteX3-25603" fmla="*/ 3727 w 5134"/>
                  <a:gd name="connsiteY3-25604" fmla="*/ 1951 h 5728"/>
                  <a:gd name="connsiteX4-25605" fmla="*/ 3635 w 5134"/>
                  <a:gd name="connsiteY4-25606" fmla="*/ 1827 h 5728"/>
                  <a:gd name="connsiteX5-25607" fmla="*/ 3539 w 5134"/>
                  <a:gd name="connsiteY5-25608" fmla="*/ 1828 h 5728"/>
                  <a:gd name="connsiteX6-25609" fmla="*/ 3494 w 5134"/>
                  <a:gd name="connsiteY6-25610" fmla="*/ 1883 h 5728"/>
                  <a:gd name="connsiteX7-25611" fmla="*/ 3401 w 5134"/>
                  <a:gd name="connsiteY7-25612" fmla="*/ 1877 h 5728"/>
                  <a:gd name="connsiteX8-25613" fmla="*/ 3381 w 5134"/>
                  <a:gd name="connsiteY8-25614" fmla="*/ 1994 h 5728"/>
                  <a:gd name="connsiteX9-25615" fmla="*/ 3200 w 5134"/>
                  <a:gd name="connsiteY9-25616" fmla="*/ 1941 h 5728"/>
                  <a:gd name="connsiteX10-25617" fmla="*/ 3117 w 5134"/>
                  <a:gd name="connsiteY10-25618" fmla="*/ 1939 h 5728"/>
                  <a:gd name="connsiteX11-25619" fmla="*/ 2992 w 5134"/>
                  <a:gd name="connsiteY11-25620" fmla="*/ 2014 h 5728"/>
                  <a:gd name="connsiteX12-25621" fmla="*/ 2880 w 5134"/>
                  <a:gd name="connsiteY12-25622" fmla="*/ 1890 h 5728"/>
                  <a:gd name="connsiteX13-25623" fmla="*/ 2974 w 5134"/>
                  <a:gd name="connsiteY13-25624" fmla="*/ 1804 h 5728"/>
                  <a:gd name="connsiteX14-25625" fmla="*/ 2978 w 5134"/>
                  <a:gd name="connsiteY14-25626" fmla="*/ 1634 h 5728"/>
                  <a:gd name="connsiteX15-25627" fmla="*/ 3033 w 5134"/>
                  <a:gd name="connsiteY15-25628" fmla="*/ 1514 h 5728"/>
                  <a:gd name="connsiteX16-25629" fmla="*/ 3076 w 5134"/>
                  <a:gd name="connsiteY16-25630" fmla="*/ 1306 h 5728"/>
                  <a:gd name="connsiteX17-25631" fmla="*/ 3136 w 5134"/>
                  <a:gd name="connsiteY17-25632" fmla="*/ 1307 h 5728"/>
                  <a:gd name="connsiteX18-25633" fmla="*/ 3459 w 5134"/>
                  <a:gd name="connsiteY18-25634" fmla="*/ 1286 h 5728"/>
                  <a:gd name="connsiteX19-25635" fmla="*/ 3633 w 5134"/>
                  <a:gd name="connsiteY19-25636" fmla="*/ 1117 h 5728"/>
                  <a:gd name="connsiteX20-25637" fmla="*/ 3702 w 5134"/>
                  <a:gd name="connsiteY20-25638" fmla="*/ 748 h 5728"/>
                  <a:gd name="connsiteX21-25639" fmla="*/ 3812 w 5134"/>
                  <a:gd name="connsiteY21-25640" fmla="*/ 486 h 5728"/>
                  <a:gd name="connsiteX22-25641" fmla="*/ 3810 w 5134"/>
                  <a:gd name="connsiteY22-25642" fmla="*/ 358 h 5728"/>
                  <a:gd name="connsiteX23-25643" fmla="*/ 3797 w 5134"/>
                  <a:gd name="connsiteY23-25644" fmla="*/ 328 h 5728"/>
                  <a:gd name="connsiteX24-25645" fmla="*/ 3730 w 5134"/>
                  <a:gd name="connsiteY24-25646" fmla="*/ 251 h 5728"/>
                  <a:gd name="connsiteX25-25647" fmla="*/ 3670 w 5134"/>
                  <a:gd name="connsiteY25-25648" fmla="*/ 217 h 5728"/>
                  <a:gd name="connsiteX26-25649" fmla="*/ 3795 w 5134"/>
                  <a:gd name="connsiteY26-25650" fmla="*/ 56 h 5728"/>
                  <a:gd name="connsiteX27-25651" fmla="*/ 3968 w 5134"/>
                  <a:gd name="connsiteY27-25652" fmla="*/ 2 h 5728"/>
                  <a:gd name="connsiteX28-25653" fmla="*/ 4000 w 5134"/>
                  <a:gd name="connsiteY28-25654" fmla="*/ 49 h 5728"/>
                  <a:gd name="connsiteX29-25655" fmla="*/ 3990 w 5134"/>
                  <a:gd name="connsiteY29-25656" fmla="*/ 133 h 5728"/>
                  <a:gd name="connsiteX30-25657" fmla="*/ 3929 w 5134"/>
                  <a:gd name="connsiteY30-25658" fmla="*/ 243 h 5728"/>
                  <a:gd name="connsiteX31-25659" fmla="*/ 3999 w 5134"/>
                  <a:gd name="connsiteY31-25660" fmla="*/ 301 h 5728"/>
                  <a:gd name="connsiteX32-25661" fmla="*/ 4113 w 5134"/>
                  <a:gd name="connsiteY32-25662" fmla="*/ 366 h 5728"/>
                  <a:gd name="connsiteX33-25663" fmla="*/ 4133 w 5134"/>
                  <a:gd name="connsiteY33-25664" fmla="*/ 255 h 5728"/>
                  <a:gd name="connsiteX34-25665" fmla="*/ 4267 w 5134"/>
                  <a:gd name="connsiteY34-25666" fmla="*/ 291 h 5728"/>
                  <a:gd name="connsiteX35-25667" fmla="*/ 4292 w 5134"/>
                  <a:gd name="connsiteY35-25668" fmla="*/ 331 h 5728"/>
                  <a:gd name="connsiteX36-25669" fmla="*/ 4368 w 5134"/>
                  <a:gd name="connsiteY36-25670" fmla="*/ 562 h 5728"/>
                  <a:gd name="connsiteX37-25671" fmla="*/ 4403 w 5134"/>
                  <a:gd name="connsiteY37-25672" fmla="*/ 586 h 5728"/>
                  <a:gd name="connsiteX38-25673" fmla="*/ 4495 w 5134"/>
                  <a:gd name="connsiteY38-25674" fmla="*/ 578 h 5728"/>
                  <a:gd name="connsiteX39-25675" fmla="*/ 4755 w 5134"/>
                  <a:gd name="connsiteY39-25676" fmla="*/ 490 h 5728"/>
                  <a:gd name="connsiteX40-25677" fmla="*/ 4975 w 5134"/>
                  <a:gd name="connsiteY40-25678" fmla="*/ 479 h 5728"/>
                  <a:gd name="connsiteX41-25679" fmla="*/ 5035 w 5134"/>
                  <a:gd name="connsiteY41-25680" fmla="*/ 648 h 5728"/>
                  <a:gd name="connsiteX42-25681" fmla="*/ 4953 w 5134"/>
                  <a:gd name="connsiteY42-25682" fmla="*/ 944 h 5728"/>
                  <a:gd name="connsiteX43-25683" fmla="*/ 4953 w 5134"/>
                  <a:gd name="connsiteY43-25684" fmla="*/ 1022 h 5728"/>
                  <a:gd name="connsiteX44-25685" fmla="*/ 5022 w 5134"/>
                  <a:gd name="connsiteY44-25686" fmla="*/ 1168 h 5728"/>
                  <a:gd name="connsiteX45-25687" fmla="*/ 5037 w 5134"/>
                  <a:gd name="connsiteY45-25688" fmla="*/ 1427 h 5728"/>
                  <a:gd name="connsiteX46-25689" fmla="*/ 5039 w 5134"/>
                  <a:gd name="connsiteY46-25690" fmla="*/ 1617 h 5728"/>
                  <a:gd name="connsiteX47-25691" fmla="*/ 4972 w 5134"/>
                  <a:gd name="connsiteY47-25692" fmla="*/ 1625 h 5728"/>
                  <a:gd name="connsiteX48-25693" fmla="*/ 4950 w 5134"/>
                  <a:gd name="connsiteY48-25694" fmla="*/ 1507 h 5728"/>
                  <a:gd name="connsiteX49-25695" fmla="*/ 4915 w 5134"/>
                  <a:gd name="connsiteY49-25696" fmla="*/ 1450 h 5728"/>
                  <a:gd name="connsiteX50-25697" fmla="*/ 4825 w 5134"/>
                  <a:gd name="connsiteY50-25698" fmla="*/ 1582 h 5728"/>
                  <a:gd name="connsiteX51-25699" fmla="*/ 4712 w 5134"/>
                  <a:gd name="connsiteY51-25700" fmla="*/ 1776 h 5728"/>
                  <a:gd name="connsiteX52-25701" fmla="*/ 4593 w 5134"/>
                  <a:gd name="connsiteY52-25702" fmla="*/ 1904 h 5728"/>
                  <a:gd name="connsiteX53-25703" fmla="*/ 4586 w 5134"/>
                  <a:gd name="connsiteY53-25704" fmla="*/ 2018 h 5728"/>
                  <a:gd name="connsiteX54-25705" fmla="*/ 4646 w 5134"/>
                  <a:gd name="connsiteY54-25706" fmla="*/ 2115 h 5728"/>
                  <a:gd name="connsiteX55-25707" fmla="*/ 4748 w 5134"/>
                  <a:gd name="connsiteY55-25708" fmla="*/ 2183 h 5728"/>
                  <a:gd name="connsiteX56-25709" fmla="*/ 4825 w 5134"/>
                  <a:gd name="connsiteY56-25710" fmla="*/ 2178 h 5728"/>
                  <a:gd name="connsiteX57-25711" fmla="*/ 4870 w 5134"/>
                  <a:gd name="connsiteY57-25712" fmla="*/ 2104 h 5728"/>
                  <a:gd name="connsiteX58-25713" fmla="*/ 4904 w 5134"/>
                  <a:gd name="connsiteY58-25714" fmla="*/ 2210 h 5728"/>
                  <a:gd name="connsiteX59-25715" fmla="*/ 4792 w 5134"/>
                  <a:gd name="connsiteY59-25716" fmla="*/ 2249 h 5728"/>
                  <a:gd name="connsiteX60-25717" fmla="*/ 4839 w 5134"/>
                  <a:gd name="connsiteY60-25718" fmla="*/ 2362 h 5728"/>
                  <a:gd name="connsiteX61-25719" fmla="*/ 4704 w 5134"/>
                  <a:gd name="connsiteY61-25720" fmla="*/ 2509 h 5728"/>
                  <a:gd name="connsiteX62-25721" fmla="*/ 4663 w 5134"/>
                  <a:gd name="connsiteY62-25722" fmla="*/ 2498 h 5728"/>
                  <a:gd name="connsiteX63-25723" fmla="*/ 4539 w 5134"/>
                  <a:gd name="connsiteY63-25724" fmla="*/ 2413 h 5728"/>
                  <a:gd name="connsiteX64-25725" fmla="*/ 4484 w 5134"/>
                  <a:gd name="connsiteY64-25726" fmla="*/ 2412 h 5728"/>
                  <a:gd name="connsiteX65-25727" fmla="*/ 4449 w 5134"/>
                  <a:gd name="connsiteY65-25728" fmla="*/ 2480 h 5728"/>
                  <a:gd name="connsiteX66-25729" fmla="*/ 4452 w 5134"/>
                  <a:gd name="connsiteY66-25730" fmla="*/ 2562 h 5728"/>
                  <a:gd name="connsiteX67-25731" fmla="*/ 4630 w 5134"/>
                  <a:gd name="connsiteY67-25732" fmla="*/ 2730 h 5728"/>
                  <a:gd name="connsiteX68-25733" fmla="*/ 4629 w 5134"/>
                  <a:gd name="connsiteY68-25734" fmla="*/ 2844 h 5728"/>
                  <a:gd name="connsiteX69-25735" fmla="*/ 4720 w 5134"/>
                  <a:gd name="connsiteY69-25736" fmla="*/ 3060 h 5728"/>
                  <a:gd name="connsiteX70-25737" fmla="*/ 4746 w 5134"/>
                  <a:gd name="connsiteY70-25738" fmla="*/ 3090 h 5728"/>
                  <a:gd name="connsiteX71-25739" fmla="*/ 4790 w 5134"/>
                  <a:gd name="connsiteY71-25740" fmla="*/ 3094 h 5728"/>
                  <a:gd name="connsiteX72-25741" fmla="*/ 4836 w 5134"/>
                  <a:gd name="connsiteY72-25742" fmla="*/ 3010 h 5728"/>
                  <a:gd name="connsiteX73-25743" fmla="*/ 4916 w 5134"/>
                  <a:gd name="connsiteY73-25744" fmla="*/ 2950 h 5728"/>
                  <a:gd name="connsiteX74-25745" fmla="*/ 5011 w 5134"/>
                  <a:gd name="connsiteY74-25746" fmla="*/ 3126 h 5728"/>
                  <a:gd name="connsiteX75-25747" fmla="*/ 5121 w 5134"/>
                  <a:gd name="connsiteY75-25748" fmla="*/ 3312 h 5728"/>
                  <a:gd name="connsiteX76-25749" fmla="*/ 5134 w 5134"/>
                  <a:gd name="connsiteY76-25750" fmla="*/ 3342 h 5728"/>
                  <a:gd name="connsiteX77-25751" fmla="*/ 5123 w 5134"/>
                  <a:gd name="connsiteY77-25752" fmla="*/ 3518 h 5728"/>
                  <a:gd name="connsiteX78-25753" fmla="*/ 5088 w 5134"/>
                  <a:gd name="connsiteY78-25754" fmla="*/ 3554 h 5728"/>
                  <a:gd name="connsiteX79-25755" fmla="*/ 4999 w 5134"/>
                  <a:gd name="connsiteY79-25756" fmla="*/ 3515 h 5728"/>
                  <a:gd name="connsiteX80-25757" fmla="*/ 4765 w 5134"/>
                  <a:gd name="connsiteY80-25758" fmla="*/ 3644 h 5728"/>
                  <a:gd name="connsiteX81-25759" fmla="*/ 4739 w 5134"/>
                  <a:gd name="connsiteY81-25760" fmla="*/ 3666 h 5728"/>
                  <a:gd name="connsiteX82-25761" fmla="*/ 4559 w 5134"/>
                  <a:gd name="connsiteY82-25762" fmla="*/ 3812 h 5728"/>
                  <a:gd name="connsiteX83-25763" fmla="*/ 4418 w 5134"/>
                  <a:gd name="connsiteY83-25764" fmla="*/ 3926 h 5728"/>
                  <a:gd name="connsiteX84-25765" fmla="*/ 4383 w 5134"/>
                  <a:gd name="connsiteY84-25766" fmla="*/ 3965 h 5728"/>
                  <a:gd name="connsiteX85-25767" fmla="*/ 4331 w 5134"/>
                  <a:gd name="connsiteY85-25768" fmla="*/ 3973 h 5728"/>
                  <a:gd name="connsiteX86-25769" fmla="*/ 4274 w 5134"/>
                  <a:gd name="connsiteY86-25770" fmla="*/ 3916 h 5728"/>
                  <a:gd name="connsiteX87-25771" fmla="*/ 4150 w 5134"/>
                  <a:gd name="connsiteY87-25772" fmla="*/ 3808 h 5728"/>
                  <a:gd name="connsiteX88-25773" fmla="*/ 4174 w 5134"/>
                  <a:gd name="connsiteY88-25774" fmla="*/ 4064 h 5728"/>
                  <a:gd name="connsiteX89-25775" fmla="*/ 4183 w 5134"/>
                  <a:gd name="connsiteY89-25776" fmla="*/ 4192 h 5728"/>
                  <a:gd name="connsiteX90-25777" fmla="*/ 3921 w 5134"/>
                  <a:gd name="connsiteY90-25778" fmla="*/ 4166 h 5728"/>
                  <a:gd name="connsiteX91-25779" fmla="*/ 3839 w 5134"/>
                  <a:gd name="connsiteY91-25780" fmla="*/ 3987 h 5728"/>
                  <a:gd name="connsiteX92-25781" fmla="*/ 3757 w 5134"/>
                  <a:gd name="connsiteY92-25782" fmla="*/ 3802 h 5728"/>
                  <a:gd name="connsiteX93-25783" fmla="*/ 2307 w 5134"/>
                  <a:gd name="connsiteY93-25784" fmla="*/ 4777 h 5728"/>
                  <a:gd name="connsiteX94-25785" fmla="*/ 2108 w 5134"/>
                  <a:gd name="connsiteY94-25786" fmla="*/ 5021 h 5728"/>
                  <a:gd name="connsiteX95-25787" fmla="*/ 2035 w 5134"/>
                  <a:gd name="connsiteY95-25788" fmla="*/ 4970 h 5728"/>
                  <a:gd name="connsiteX96-25789" fmla="*/ 1952 w 5134"/>
                  <a:gd name="connsiteY96-25790" fmla="*/ 4971 h 5728"/>
                  <a:gd name="connsiteX97-25791" fmla="*/ 1916 w 5134"/>
                  <a:gd name="connsiteY97-25792" fmla="*/ 5045 h 5728"/>
                  <a:gd name="connsiteX98-25793" fmla="*/ 1805 w 5134"/>
                  <a:gd name="connsiteY98-25794" fmla="*/ 5000 h 5728"/>
                  <a:gd name="connsiteX99-25795" fmla="*/ 1727 w 5134"/>
                  <a:gd name="connsiteY99-25796" fmla="*/ 5109 h 5728"/>
                  <a:gd name="connsiteX100-25797" fmla="*/ 1505 w 5134"/>
                  <a:gd name="connsiteY100-25798" fmla="*/ 5349 h 5728"/>
                  <a:gd name="connsiteX101-25799" fmla="*/ 1485 w 5134"/>
                  <a:gd name="connsiteY101-25800" fmla="*/ 5516 h 5728"/>
                  <a:gd name="connsiteX102-25801" fmla="*/ 1468 w 5134"/>
                  <a:gd name="connsiteY102-25802" fmla="*/ 5659 h 5728"/>
                  <a:gd name="connsiteX103-25803" fmla="*/ 1452 w 5134"/>
                  <a:gd name="connsiteY103-25804" fmla="*/ 5669 h 5728"/>
                  <a:gd name="connsiteX104-25805" fmla="*/ 1130 w 5134"/>
                  <a:gd name="connsiteY104-25806" fmla="*/ 5621 h 5728"/>
                  <a:gd name="connsiteX105-25807" fmla="*/ 1028 w 5134"/>
                  <a:gd name="connsiteY105-25808" fmla="*/ 5566 h 5728"/>
                  <a:gd name="connsiteX106-25809" fmla="*/ 974 w 5134"/>
                  <a:gd name="connsiteY106-25810" fmla="*/ 5503 h 5728"/>
                  <a:gd name="connsiteX107-25811" fmla="*/ 869 w 5134"/>
                  <a:gd name="connsiteY107-25812" fmla="*/ 5477 h 5728"/>
                  <a:gd name="connsiteX108-25813" fmla="*/ 869 w 5134"/>
                  <a:gd name="connsiteY108-25814" fmla="*/ 5379 h 5728"/>
                  <a:gd name="connsiteX109-25815" fmla="*/ 973 w 5134"/>
                  <a:gd name="connsiteY109-25816" fmla="*/ 5149 h 5728"/>
                  <a:gd name="connsiteX110-25817" fmla="*/ 833 w 5134"/>
                  <a:gd name="connsiteY110-25818" fmla="*/ 5070 h 5728"/>
                  <a:gd name="connsiteX111-25819" fmla="*/ 791 w 5134"/>
                  <a:gd name="connsiteY111-25820" fmla="*/ 5095 h 5728"/>
                  <a:gd name="connsiteX112-25821" fmla="*/ 701 w 5134"/>
                  <a:gd name="connsiteY112-25822" fmla="*/ 5214 h 5728"/>
                  <a:gd name="connsiteX113-25823" fmla="*/ 669 w 5134"/>
                  <a:gd name="connsiteY113-25824" fmla="*/ 5276 h 5728"/>
                  <a:gd name="connsiteX114-25825" fmla="*/ 607 w 5134"/>
                  <a:gd name="connsiteY114-25826" fmla="*/ 5386 h 5728"/>
                  <a:gd name="connsiteX115-25827" fmla="*/ 613 w 5134"/>
                  <a:gd name="connsiteY115-25828" fmla="*/ 5510 h 5728"/>
                  <a:gd name="connsiteX116-25829" fmla="*/ 574 w 5134"/>
                  <a:gd name="connsiteY116-25830" fmla="*/ 5558 h 5728"/>
                  <a:gd name="connsiteX117-25831" fmla="*/ 443 w 5134"/>
                  <a:gd name="connsiteY117-25832" fmla="*/ 5617 h 5728"/>
                  <a:gd name="connsiteX118-25833" fmla="*/ 277 w 5134"/>
                  <a:gd name="connsiteY118-25834" fmla="*/ 5649 h 5728"/>
                  <a:gd name="connsiteX119-25835" fmla="*/ 174 w 5134"/>
                  <a:gd name="connsiteY119-25836" fmla="*/ 5728 h 5728"/>
                  <a:gd name="connsiteX120-25837" fmla="*/ 60 w 5134"/>
                  <a:gd name="connsiteY120-25838" fmla="*/ 5611 h 5728"/>
                  <a:gd name="connsiteX121-25839" fmla="*/ 0 w 5134"/>
                  <a:gd name="connsiteY121-25840" fmla="*/ 5485 h 5728"/>
                  <a:gd name="connsiteX0-25841" fmla="*/ 3948 w 5134"/>
                  <a:gd name="connsiteY0-25842" fmla="*/ 2333 h 5728"/>
                  <a:gd name="connsiteX1-25843" fmla="*/ 3946 w 5134"/>
                  <a:gd name="connsiteY1-25844" fmla="*/ 2117 h 5728"/>
                  <a:gd name="connsiteX2-25845" fmla="*/ 3870 w 5134"/>
                  <a:gd name="connsiteY2-25846" fmla="*/ 2039 h 5728"/>
                  <a:gd name="connsiteX3-25847" fmla="*/ 3727 w 5134"/>
                  <a:gd name="connsiteY3-25848" fmla="*/ 1951 h 5728"/>
                  <a:gd name="connsiteX4-25849" fmla="*/ 3635 w 5134"/>
                  <a:gd name="connsiteY4-25850" fmla="*/ 1827 h 5728"/>
                  <a:gd name="connsiteX5-25851" fmla="*/ 3539 w 5134"/>
                  <a:gd name="connsiteY5-25852" fmla="*/ 1828 h 5728"/>
                  <a:gd name="connsiteX6-25853" fmla="*/ 3494 w 5134"/>
                  <a:gd name="connsiteY6-25854" fmla="*/ 1883 h 5728"/>
                  <a:gd name="connsiteX7-25855" fmla="*/ 3401 w 5134"/>
                  <a:gd name="connsiteY7-25856" fmla="*/ 1877 h 5728"/>
                  <a:gd name="connsiteX8-25857" fmla="*/ 3381 w 5134"/>
                  <a:gd name="connsiteY8-25858" fmla="*/ 1994 h 5728"/>
                  <a:gd name="connsiteX9-25859" fmla="*/ 3200 w 5134"/>
                  <a:gd name="connsiteY9-25860" fmla="*/ 1941 h 5728"/>
                  <a:gd name="connsiteX10-25861" fmla="*/ 3117 w 5134"/>
                  <a:gd name="connsiteY10-25862" fmla="*/ 1939 h 5728"/>
                  <a:gd name="connsiteX11-25863" fmla="*/ 2992 w 5134"/>
                  <a:gd name="connsiteY11-25864" fmla="*/ 2014 h 5728"/>
                  <a:gd name="connsiteX12-25865" fmla="*/ 2880 w 5134"/>
                  <a:gd name="connsiteY12-25866" fmla="*/ 1890 h 5728"/>
                  <a:gd name="connsiteX13-25867" fmla="*/ 2974 w 5134"/>
                  <a:gd name="connsiteY13-25868" fmla="*/ 1804 h 5728"/>
                  <a:gd name="connsiteX14-25869" fmla="*/ 2978 w 5134"/>
                  <a:gd name="connsiteY14-25870" fmla="*/ 1634 h 5728"/>
                  <a:gd name="connsiteX15-25871" fmla="*/ 3033 w 5134"/>
                  <a:gd name="connsiteY15-25872" fmla="*/ 1514 h 5728"/>
                  <a:gd name="connsiteX16-25873" fmla="*/ 3076 w 5134"/>
                  <a:gd name="connsiteY16-25874" fmla="*/ 1306 h 5728"/>
                  <a:gd name="connsiteX17-25875" fmla="*/ 3136 w 5134"/>
                  <a:gd name="connsiteY17-25876" fmla="*/ 1307 h 5728"/>
                  <a:gd name="connsiteX18-25877" fmla="*/ 3459 w 5134"/>
                  <a:gd name="connsiteY18-25878" fmla="*/ 1286 h 5728"/>
                  <a:gd name="connsiteX19-25879" fmla="*/ 3633 w 5134"/>
                  <a:gd name="connsiteY19-25880" fmla="*/ 1117 h 5728"/>
                  <a:gd name="connsiteX20-25881" fmla="*/ 3702 w 5134"/>
                  <a:gd name="connsiteY20-25882" fmla="*/ 748 h 5728"/>
                  <a:gd name="connsiteX21-25883" fmla="*/ 3812 w 5134"/>
                  <a:gd name="connsiteY21-25884" fmla="*/ 486 h 5728"/>
                  <a:gd name="connsiteX22-25885" fmla="*/ 3810 w 5134"/>
                  <a:gd name="connsiteY22-25886" fmla="*/ 358 h 5728"/>
                  <a:gd name="connsiteX23-25887" fmla="*/ 3797 w 5134"/>
                  <a:gd name="connsiteY23-25888" fmla="*/ 328 h 5728"/>
                  <a:gd name="connsiteX24-25889" fmla="*/ 3730 w 5134"/>
                  <a:gd name="connsiteY24-25890" fmla="*/ 251 h 5728"/>
                  <a:gd name="connsiteX25-25891" fmla="*/ 3670 w 5134"/>
                  <a:gd name="connsiteY25-25892" fmla="*/ 217 h 5728"/>
                  <a:gd name="connsiteX26-25893" fmla="*/ 3795 w 5134"/>
                  <a:gd name="connsiteY26-25894" fmla="*/ 56 h 5728"/>
                  <a:gd name="connsiteX27-25895" fmla="*/ 3968 w 5134"/>
                  <a:gd name="connsiteY27-25896" fmla="*/ 2 h 5728"/>
                  <a:gd name="connsiteX28-25897" fmla="*/ 4000 w 5134"/>
                  <a:gd name="connsiteY28-25898" fmla="*/ 49 h 5728"/>
                  <a:gd name="connsiteX29-25899" fmla="*/ 3990 w 5134"/>
                  <a:gd name="connsiteY29-25900" fmla="*/ 133 h 5728"/>
                  <a:gd name="connsiteX30-25901" fmla="*/ 3929 w 5134"/>
                  <a:gd name="connsiteY30-25902" fmla="*/ 243 h 5728"/>
                  <a:gd name="connsiteX31-25903" fmla="*/ 3999 w 5134"/>
                  <a:gd name="connsiteY31-25904" fmla="*/ 301 h 5728"/>
                  <a:gd name="connsiteX32-25905" fmla="*/ 4113 w 5134"/>
                  <a:gd name="connsiteY32-25906" fmla="*/ 366 h 5728"/>
                  <a:gd name="connsiteX33-25907" fmla="*/ 4133 w 5134"/>
                  <a:gd name="connsiteY33-25908" fmla="*/ 255 h 5728"/>
                  <a:gd name="connsiteX34-25909" fmla="*/ 4267 w 5134"/>
                  <a:gd name="connsiteY34-25910" fmla="*/ 291 h 5728"/>
                  <a:gd name="connsiteX35-25911" fmla="*/ 4292 w 5134"/>
                  <a:gd name="connsiteY35-25912" fmla="*/ 331 h 5728"/>
                  <a:gd name="connsiteX36-25913" fmla="*/ 4368 w 5134"/>
                  <a:gd name="connsiteY36-25914" fmla="*/ 562 h 5728"/>
                  <a:gd name="connsiteX37-25915" fmla="*/ 4403 w 5134"/>
                  <a:gd name="connsiteY37-25916" fmla="*/ 586 h 5728"/>
                  <a:gd name="connsiteX38-25917" fmla="*/ 4495 w 5134"/>
                  <a:gd name="connsiteY38-25918" fmla="*/ 578 h 5728"/>
                  <a:gd name="connsiteX39-25919" fmla="*/ 4755 w 5134"/>
                  <a:gd name="connsiteY39-25920" fmla="*/ 490 h 5728"/>
                  <a:gd name="connsiteX40-25921" fmla="*/ 4975 w 5134"/>
                  <a:gd name="connsiteY40-25922" fmla="*/ 479 h 5728"/>
                  <a:gd name="connsiteX41-25923" fmla="*/ 5035 w 5134"/>
                  <a:gd name="connsiteY41-25924" fmla="*/ 648 h 5728"/>
                  <a:gd name="connsiteX42-25925" fmla="*/ 4953 w 5134"/>
                  <a:gd name="connsiteY42-25926" fmla="*/ 944 h 5728"/>
                  <a:gd name="connsiteX43-25927" fmla="*/ 4953 w 5134"/>
                  <a:gd name="connsiteY43-25928" fmla="*/ 1022 h 5728"/>
                  <a:gd name="connsiteX44-25929" fmla="*/ 5022 w 5134"/>
                  <a:gd name="connsiteY44-25930" fmla="*/ 1168 h 5728"/>
                  <a:gd name="connsiteX45-25931" fmla="*/ 5037 w 5134"/>
                  <a:gd name="connsiteY45-25932" fmla="*/ 1427 h 5728"/>
                  <a:gd name="connsiteX46-25933" fmla="*/ 5039 w 5134"/>
                  <a:gd name="connsiteY46-25934" fmla="*/ 1617 h 5728"/>
                  <a:gd name="connsiteX47-25935" fmla="*/ 4972 w 5134"/>
                  <a:gd name="connsiteY47-25936" fmla="*/ 1625 h 5728"/>
                  <a:gd name="connsiteX48-25937" fmla="*/ 4950 w 5134"/>
                  <a:gd name="connsiteY48-25938" fmla="*/ 1507 h 5728"/>
                  <a:gd name="connsiteX49-25939" fmla="*/ 4915 w 5134"/>
                  <a:gd name="connsiteY49-25940" fmla="*/ 1450 h 5728"/>
                  <a:gd name="connsiteX50-25941" fmla="*/ 4825 w 5134"/>
                  <a:gd name="connsiteY50-25942" fmla="*/ 1582 h 5728"/>
                  <a:gd name="connsiteX51-25943" fmla="*/ 4712 w 5134"/>
                  <a:gd name="connsiteY51-25944" fmla="*/ 1776 h 5728"/>
                  <a:gd name="connsiteX52-25945" fmla="*/ 4593 w 5134"/>
                  <a:gd name="connsiteY52-25946" fmla="*/ 1904 h 5728"/>
                  <a:gd name="connsiteX53-25947" fmla="*/ 4586 w 5134"/>
                  <a:gd name="connsiteY53-25948" fmla="*/ 2018 h 5728"/>
                  <a:gd name="connsiteX54-25949" fmla="*/ 4646 w 5134"/>
                  <a:gd name="connsiteY54-25950" fmla="*/ 2115 h 5728"/>
                  <a:gd name="connsiteX55-25951" fmla="*/ 4748 w 5134"/>
                  <a:gd name="connsiteY55-25952" fmla="*/ 2183 h 5728"/>
                  <a:gd name="connsiteX56-25953" fmla="*/ 4825 w 5134"/>
                  <a:gd name="connsiteY56-25954" fmla="*/ 2178 h 5728"/>
                  <a:gd name="connsiteX57-25955" fmla="*/ 4870 w 5134"/>
                  <a:gd name="connsiteY57-25956" fmla="*/ 2104 h 5728"/>
                  <a:gd name="connsiteX58-25957" fmla="*/ 4904 w 5134"/>
                  <a:gd name="connsiteY58-25958" fmla="*/ 2210 h 5728"/>
                  <a:gd name="connsiteX59-25959" fmla="*/ 4792 w 5134"/>
                  <a:gd name="connsiteY59-25960" fmla="*/ 2249 h 5728"/>
                  <a:gd name="connsiteX60-25961" fmla="*/ 4839 w 5134"/>
                  <a:gd name="connsiteY60-25962" fmla="*/ 2362 h 5728"/>
                  <a:gd name="connsiteX61-25963" fmla="*/ 4704 w 5134"/>
                  <a:gd name="connsiteY61-25964" fmla="*/ 2509 h 5728"/>
                  <a:gd name="connsiteX62-25965" fmla="*/ 4663 w 5134"/>
                  <a:gd name="connsiteY62-25966" fmla="*/ 2498 h 5728"/>
                  <a:gd name="connsiteX63-25967" fmla="*/ 4539 w 5134"/>
                  <a:gd name="connsiteY63-25968" fmla="*/ 2413 h 5728"/>
                  <a:gd name="connsiteX64-25969" fmla="*/ 4484 w 5134"/>
                  <a:gd name="connsiteY64-25970" fmla="*/ 2412 h 5728"/>
                  <a:gd name="connsiteX65-25971" fmla="*/ 4449 w 5134"/>
                  <a:gd name="connsiteY65-25972" fmla="*/ 2480 h 5728"/>
                  <a:gd name="connsiteX66-25973" fmla="*/ 4452 w 5134"/>
                  <a:gd name="connsiteY66-25974" fmla="*/ 2562 h 5728"/>
                  <a:gd name="connsiteX67-25975" fmla="*/ 4630 w 5134"/>
                  <a:gd name="connsiteY67-25976" fmla="*/ 2730 h 5728"/>
                  <a:gd name="connsiteX68-25977" fmla="*/ 4629 w 5134"/>
                  <a:gd name="connsiteY68-25978" fmla="*/ 2844 h 5728"/>
                  <a:gd name="connsiteX69-25979" fmla="*/ 4720 w 5134"/>
                  <a:gd name="connsiteY69-25980" fmla="*/ 3060 h 5728"/>
                  <a:gd name="connsiteX70-25981" fmla="*/ 4746 w 5134"/>
                  <a:gd name="connsiteY70-25982" fmla="*/ 3090 h 5728"/>
                  <a:gd name="connsiteX71-25983" fmla="*/ 4790 w 5134"/>
                  <a:gd name="connsiteY71-25984" fmla="*/ 3094 h 5728"/>
                  <a:gd name="connsiteX72-25985" fmla="*/ 4836 w 5134"/>
                  <a:gd name="connsiteY72-25986" fmla="*/ 3010 h 5728"/>
                  <a:gd name="connsiteX73-25987" fmla="*/ 4916 w 5134"/>
                  <a:gd name="connsiteY73-25988" fmla="*/ 2950 h 5728"/>
                  <a:gd name="connsiteX74-25989" fmla="*/ 5011 w 5134"/>
                  <a:gd name="connsiteY74-25990" fmla="*/ 3126 h 5728"/>
                  <a:gd name="connsiteX75-25991" fmla="*/ 5121 w 5134"/>
                  <a:gd name="connsiteY75-25992" fmla="*/ 3312 h 5728"/>
                  <a:gd name="connsiteX76-25993" fmla="*/ 5134 w 5134"/>
                  <a:gd name="connsiteY76-25994" fmla="*/ 3342 h 5728"/>
                  <a:gd name="connsiteX77-25995" fmla="*/ 5123 w 5134"/>
                  <a:gd name="connsiteY77-25996" fmla="*/ 3518 h 5728"/>
                  <a:gd name="connsiteX78-25997" fmla="*/ 5088 w 5134"/>
                  <a:gd name="connsiteY78-25998" fmla="*/ 3554 h 5728"/>
                  <a:gd name="connsiteX79-25999" fmla="*/ 4999 w 5134"/>
                  <a:gd name="connsiteY79-26000" fmla="*/ 3515 h 5728"/>
                  <a:gd name="connsiteX80-26001" fmla="*/ 4765 w 5134"/>
                  <a:gd name="connsiteY80-26002" fmla="*/ 3644 h 5728"/>
                  <a:gd name="connsiteX81-26003" fmla="*/ 4739 w 5134"/>
                  <a:gd name="connsiteY81-26004" fmla="*/ 3666 h 5728"/>
                  <a:gd name="connsiteX82-26005" fmla="*/ 4559 w 5134"/>
                  <a:gd name="connsiteY82-26006" fmla="*/ 3812 h 5728"/>
                  <a:gd name="connsiteX83-26007" fmla="*/ 4418 w 5134"/>
                  <a:gd name="connsiteY83-26008" fmla="*/ 3926 h 5728"/>
                  <a:gd name="connsiteX84-26009" fmla="*/ 4383 w 5134"/>
                  <a:gd name="connsiteY84-26010" fmla="*/ 3965 h 5728"/>
                  <a:gd name="connsiteX85-26011" fmla="*/ 4331 w 5134"/>
                  <a:gd name="connsiteY85-26012" fmla="*/ 3973 h 5728"/>
                  <a:gd name="connsiteX86-26013" fmla="*/ 4274 w 5134"/>
                  <a:gd name="connsiteY86-26014" fmla="*/ 3916 h 5728"/>
                  <a:gd name="connsiteX87-26015" fmla="*/ 4150 w 5134"/>
                  <a:gd name="connsiteY87-26016" fmla="*/ 3808 h 5728"/>
                  <a:gd name="connsiteX88-26017" fmla="*/ 4174 w 5134"/>
                  <a:gd name="connsiteY88-26018" fmla="*/ 4064 h 5728"/>
                  <a:gd name="connsiteX89-26019" fmla="*/ 4183 w 5134"/>
                  <a:gd name="connsiteY89-26020" fmla="*/ 4192 h 5728"/>
                  <a:gd name="connsiteX90-26021" fmla="*/ 3921 w 5134"/>
                  <a:gd name="connsiteY90-26022" fmla="*/ 4166 h 5728"/>
                  <a:gd name="connsiteX91-26023" fmla="*/ 3839 w 5134"/>
                  <a:gd name="connsiteY91-26024" fmla="*/ 3987 h 5728"/>
                  <a:gd name="connsiteX92-26025" fmla="*/ 3757 w 5134"/>
                  <a:gd name="connsiteY92-26026" fmla="*/ 3802 h 5728"/>
                  <a:gd name="connsiteX93-26027" fmla="*/ 2108 w 5134"/>
                  <a:gd name="connsiteY93-26028" fmla="*/ 5021 h 5728"/>
                  <a:gd name="connsiteX94-26029" fmla="*/ 2035 w 5134"/>
                  <a:gd name="connsiteY94-26030" fmla="*/ 4970 h 5728"/>
                  <a:gd name="connsiteX95-26031" fmla="*/ 1952 w 5134"/>
                  <a:gd name="connsiteY95-26032" fmla="*/ 4971 h 5728"/>
                  <a:gd name="connsiteX96-26033" fmla="*/ 1916 w 5134"/>
                  <a:gd name="connsiteY96-26034" fmla="*/ 5045 h 5728"/>
                  <a:gd name="connsiteX97-26035" fmla="*/ 1805 w 5134"/>
                  <a:gd name="connsiteY97-26036" fmla="*/ 5000 h 5728"/>
                  <a:gd name="connsiteX98-26037" fmla="*/ 1727 w 5134"/>
                  <a:gd name="connsiteY98-26038" fmla="*/ 5109 h 5728"/>
                  <a:gd name="connsiteX99-26039" fmla="*/ 1505 w 5134"/>
                  <a:gd name="connsiteY99-26040" fmla="*/ 5349 h 5728"/>
                  <a:gd name="connsiteX100-26041" fmla="*/ 1485 w 5134"/>
                  <a:gd name="connsiteY100-26042" fmla="*/ 5516 h 5728"/>
                  <a:gd name="connsiteX101-26043" fmla="*/ 1468 w 5134"/>
                  <a:gd name="connsiteY101-26044" fmla="*/ 5659 h 5728"/>
                  <a:gd name="connsiteX102-26045" fmla="*/ 1452 w 5134"/>
                  <a:gd name="connsiteY102-26046" fmla="*/ 5669 h 5728"/>
                  <a:gd name="connsiteX103-26047" fmla="*/ 1130 w 5134"/>
                  <a:gd name="connsiteY103-26048" fmla="*/ 5621 h 5728"/>
                  <a:gd name="connsiteX104-26049" fmla="*/ 1028 w 5134"/>
                  <a:gd name="connsiteY104-26050" fmla="*/ 5566 h 5728"/>
                  <a:gd name="connsiteX105-26051" fmla="*/ 974 w 5134"/>
                  <a:gd name="connsiteY105-26052" fmla="*/ 5503 h 5728"/>
                  <a:gd name="connsiteX106-26053" fmla="*/ 869 w 5134"/>
                  <a:gd name="connsiteY106-26054" fmla="*/ 5477 h 5728"/>
                  <a:gd name="connsiteX107-26055" fmla="*/ 869 w 5134"/>
                  <a:gd name="connsiteY107-26056" fmla="*/ 5379 h 5728"/>
                  <a:gd name="connsiteX108-26057" fmla="*/ 973 w 5134"/>
                  <a:gd name="connsiteY108-26058" fmla="*/ 5149 h 5728"/>
                  <a:gd name="connsiteX109-26059" fmla="*/ 833 w 5134"/>
                  <a:gd name="connsiteY109-26060" fmla="*/ 5070 h 5728"/>
                  <a:gd name="connsiteX110-26061" fmla="*/ 791 w 5134"/>
                  <a:gd name="connsiteY110-26062" fmla="*/ 5095 h 5728"/>
                  <a:gd name="connsiteX111-26063" fmla="*/ 701 w 5134"/>
                  <a:gd name="connsiteY111-26064" fmla="*/ 5214 h 5728"/>
                  <a:gd name="connsiteX112-26065" fmla="*/ 669 w 5134"/>
                  <a:gd name="connsiteY112-26066" fmla="*/ 5276 h 5728"/>
                  <a:gd name="connsiteX113-26067" fmla="*/ 607 w 5134"/>
                  <a:gd name="connsiteY113-26068" fmla="*/ 5386 h 5728"/>
                  <a:gd name="connsiteX114-26069" fmla="*/ 613 w 5134"/>
                  <a:gd name="connsiteY114-26070" fmla="*/ 5510 h 5728"/>
                  <a:gd name="connsiteX115-26071" fmla="*/ 574 w 5134"/>
                  <a:gd name="connsiteY115-26072" fmla="*/ 5558 h 5728"/>
                  <a:gd name="connsiteX116-26073" fmla="*/ 443 w 5134"/>
                  <a:gd name="connsiteY116-26074" fmla="*/ 5617 h 5728"/>
                  <a:gd name="connsiteX117-26075" fmla="*/ 277 w 5134"/>
                  <a:gd name="connsiteY117-26076" fmla="*/ 5649 h 5728"/>
                  <a:gd name="connsiteX118-26077" fmla="*/ 174 w 5134"/>
                  <a:gd name="connsiteY118-26078" fmla="*/ 5728 h 5728"/>
                  <a:gd name="connsiteX119-26079" fmla="*/ 60 w 5134"/>
                  <a:gd name="connsiteY119-26080" fmla="*/ 5611 h 5728"/>
                  <a:gd name="connsiteX120-26081" fmla="*/ 0 w 5134"/>
                  <a:gd name="connsiteY120-26082" fmla="*/ 5485 h 5728"/>
                  <a:gd name="connsiteX0-26083" fmla="*/ 3948 w 5134"/>
                  <a:gd name="connsiteY0-26084" fmla="*/ 2333 h 5728"/>
                  <a:gd name="connsiteX1-26085" fmla="*/ 3946 w 5134"/>
                  <a:gd name="connsiteY1-26086" fmla="*/ 2117 h 5728"/>
                  <a:gd name="connsiteX2-26087" fmla="*/ 3870 w 5134"/>
                  <a:gd name="connsiteY2-26088" fmla="*/ 2039 h 5728"/>
                  <a:gd name="connsiteX3-26089" fmla="*/ 3727 w 5134"/>
                  <a:gd name="connsiteY3-26090" fmla="*/ 1951 h 5728"/>
                  <a:gd name="connsiteX4-26091" fmla="*/ 3635 w 5134"/>
                  <a:gd name="connsiteY4-26092" fmla="*/ 1827 h 5728"/>
                  <a:gd name="connsiteX5-26093" fmla="*/ 3539 w 5134"/>
                  <a:gd name="connsiteY5-26094" fmla="*/ 1828 h 5728"/>
                  <a:gd name="connsiteX6-26095" fmla="*/ 3494 w 5134"/>
                  <a:gd name="connsiteY6-26096" fmla="*/ 1883 h 5728"/>
                  <a:gd name="connsiteX7-26097" fmla="*/ 3401 w 5134"/>
                  <a:gd name="connsiteY7-26098" fmla="*/ 1877 h 5728"/>
                  <a:gd name="connsiteX8-26099" fmla="*/ 3381 w 5134"/>
                  <a:gd name="connsiteY8-26100" fmla="*/ 1994 h 5728"/>
                  <a:gd name="connsiteX9-26101" fmla="*/ 3200 w 5134"/>
                  <a:gd name="connsiteY9-26102" fmla="*/ 1941 h 5728"/>
                  <a:gd name="connsiteX10-26103" fmla="*/ 3117 w 5134"/>
                  <a:gd name="connsiteY10-26104" fmla="*/ 1939 h 5728"/>
                  <a:gd name="connsiteX11-26105" fmla="*/ 2992 w 5134"/>
                  <a:gd name="connsiteY11-26106" fmla="*/ 2014 h 5728"/>
                  <a:gd name="connsiteX12-26107" fmla="*/ 2880 w 5134"/>
                  <a:gd name="connsiteY12-26108" fmla="*/ 1890 h 5728"/>
                  <a:gd name="connsiteX13-26109" fmla="*/ 2974 w 5134"/>
                  <a:gd name="connsiteY13-26110" fmla="*/ 1804 h 5728"/>
                  <a:gd name="connsiteX14-26111" fmla="*/ 2978 w 5134"/>
                  <a:gd name="connsiteY14-26112" fmla="*/ 1634 h 5728"/>
                  <a:gd name="connsiteX15-26113" fmla="*/ 3033 w 5134"/>
                  <a:gd name="connsiteY15-26114" fmla="*/ 1514 h 5728"/>
                  <a:gd name="connsiteX16-26115" fmla="*/ 3076 w 5134"/>
                  <a:gd name="connsiteY16-26116" fmla="*/ 1306 h 5728"/>
                  <a:gd name="connsiteX17-26117" fmla="*/ 3136 w 5134"/>
                  <a:gd name="connsiteY17-26118" fmla="*/ 1307 h 5728"/>
                  <a:gd name="connsiteX18-26119" fmla="*/ 3459 w 5134"/>
                  <a:gd name="connsiteY18-26120" fmla="*/ 1286 h 5728"/>
                  <a:gd name="connsiteX19-26121" fmla="*/ 3633 w 5134"/>
                  <a:gd name="connsiteY19-26122" fmla="*/ 1117 h 5728"/>
                  <a:gd name="connsiteX20-26123" fmla="*/ 3702 w 5134"/>
                  <a:gd name="connsiteY20-26124" fmla="*/ 748 h 5728"/>
                  <a:gd name="connsiteX21-26125" fmla="*/ 3812 w 5134"/>
                  <a:gd name="connsiteY21-26126" fmla="*/ 486 h 5728"/>
                  <a:gd name="connsiteX22-26127" fmla="*/ 3810 w 5134"/>
                  <a:gd name="connsiteY22-26128" fmla="*/ 358 h 5728"/>
                  <a:gd name="connsiteX23-26129" fmla="*/ 3797 w 5134"/>
                  <a:gd name="connsiteY23-26130" fmla="*/ 328 h 5728"/>
                  <a:gd name="connsiteX24-26131" fmla="*/ 3730 w 5134"/>
                  <a:gd name="connsiteY24-26132" fmla="*/ 251 h 5728"/>
                  <a:gd name="connsiteX25-26133" fmla="*/ 3670 w 5134"/>
                  <a:gd name="connsiteY25-26134" fmla="*/ 217 h 5728"/>
                  <a:gd name="connsiteX26-26135" fmla="*/ 3795 w 5134"/>
                  <a:gd name="connsiteY26-26136" fmla="*/ 56 h 5728"/>
                  <a:gd name="connsiteX27-26137" fmla="*/ 3968 w 5134"/>
                  <a:gd name="connsiteY27-26138" fmla="*/ 2 h 5728"/>
                  <a:gd name="connsiteX28-26139" fmla="*/ 4000 w 5134"/>
                  <a:gd name="connsiteY28-26140" fmla="*/ 49 h 5728"/>
                  <a:gd name="connsiteX29-26141" fmla="*/ 3990 w 5134"/>
                  <a:gd name="connsiteY29-26142" fmla="*/ 133 h 5728"/>
                  <a:gd name="connsiteX30-26143" fmla="*/ 3929 w 5134"/>
                  <a:gd name="connsiteY30-26144" fmla="*/ 243 h 5728"/>
                  <a:gd name="connsiteX31-26145" fmla="*/ 3999 w 5134"/>
                  <a:gd name="connsiteY31-26146" fmla="*/ 301 h 5728"/>
                  <a:gd name="connsiteX32-26147" fmla="*/ 4113 w 5134"/>
                  <a:gd name="connsiteY32-26148" fmla="*/ 366 h 5728"/>
                  <a:gd name="connsiteX33-26149" fmla="*/ 4133 w 5134"/>
                  <a:gd name="connsiteY33-26150" fmla="*/ 255 h 5728"/>
                  <a:gd name="connsiteX34-26151" fmla="*/ 4267 w 5134"/>
                  <a:gd name="connsiteY34-26152" fmla="*/ 291 h 5728"/>
                  <a:gd name="connsiteX35-26153" fmla="*/ 4292 w 5134"/>
                  <a:gd name="connsiteY35-26154" fmla="*/ 331 h 5728"/>
                  <a:gd name="connsiteX36-26155" fmla="*/ 4368 w 5134"/>
                  <a:gd name="connsiteY36-26156" fmla="*/ 562 h 5728"/>
                  <a:gd name="connsiteX37-26157" fmla="*/ 4403 w 5134"/>
                  <a:gd name="connsiteY37-26158" fmla="*/ 586 h 5728"/>
                  <a:gd name="connsiteX38-26159" fmla="*/ 4495 w 5134"/>
                  <a:gd name="connsiteY38-26160" fmla="*/ 578 h 5728"/>
                  <a:gd name="connsiteX39-26161" fmla="*/ 4755 w 5134"/>
                  <a:gd name="connsiteY39-26162" fmla="*/ 490 h 5728"/>
                  <a:gd name="connsiteX40-26163" fmla="*/ 4975 w 5134"/>
                  <a:gd name="connsiteY40-26164" fmla="*/ 479 h 5728"/>
                  <a:gd name="connsiteX41-26165" fmla="*/ 5035 w 5134"/>
                  <a:gd name="connsiteY41-26166" fmla="*/ 648 h 5728"/>
                  <a:gd name="connsiteX42-26167" fmla="*/ 4953 w 5134"/>
                  <a:gd name="connsiteY42-26168" fmla="*/ 944 h 5728"/>
                  <a:gd name="connsiteX43-26169" fmla="*/ 4953 w 5134"/>
                  <a:gd name="connsiteY43-26170" fmla="*/ 1022 h 5728"/>
                  <a:gd name="connsiteX44-26171" fmla="*/ 5022 w 5134"/>
                  <a:gd name="connsiteY44-26172" fmla="*/ 1168 h 5728"/>
                  <a:gd name="connsiteX45-26173" fmla="*/ 5037 w 5134"/>
                  <a:gd name="connsiteY45-26174" fmla="*/ 1427 h 5728"/>
                  <a:gd name="connsiteX46-26175" fmla="*/ 5039 w 5134"/>
                  <a:gd name="connsiteY46-26176" fmla="*/ 1617 h 5728"/>
                  <a:gd name="connsiteX47-26177" fmla="*/ 4972 w 5134"/>
                  <a:gd name="connsiteY47-26178" fmla="*/ 1625 h 5728"/>
                  <a:gd name="connsiteX48-26179" fmla="*/ 4950 w 5134"/>
                  <a:gd name="connsiteY48-26180" fmla="*/ 1507 h 5728"/>
                  <a:gd name="connsiteX49-26181" fmla="*/ 4915 w 5134"/>
                  <a:gd name="connsiteY49-26182" fmla="*/ 1450 h 5728"/>
                  <a:gd name="connsiteX50-26183" fmla="*/ 4825 w 5134"/>
                  <a:gd name="connsiteY50-26184" fmla="*/ 1582 h 5728"/>
                  <a:gd name="connsiteX51-26185" fmla="*/ 4712 w 5134"/>
                  <a:gd name="connsiteY51-26186" fmla="*/ 1776 h 5728"/>
                  <a:gd name="connsiteX52-26187" fmla="*/ 4593 w 5134"/>
                  <a:gd name="connsiteY52-26188" fmla="*/ 1904 h 5728"/>
                  <a:gd name="connsiteX53-26189" fmla="*/ 4586 w 5134"/>
                  <a:gd name="connsiteY53-26190" fmla="*/ 2018 h 5728"/>
                  <a:gd name="connsiteX54-26191" fmla="*/ 4646 w 5134"/>
                  <a:gd name="connsiteY54-26192" fmla="*/ 2115 h 5728"/>
                  <a:gd name="connsiteX55-26193" fmla="*/ 4748 w 5134"/>
                  <a:gd name="connsiteY55-26194" fmla="*/ 2183 h 5728"/>
                  <a:gd name="connsiteX56-26195" fmla="*/ 4825 w 5134"/>
                  <a:gd name="connsiteY56-26196" fmla="*/ 2178 h 5728"/>
                  <a:gd name="connsiteX57-26197" fmla="*/ 4870 w 5134"/>
                  <a:gd name="connsiteY57-26198" fmla="*/ 2104 h 5728"/>
                  <a:gd name="connsiteX58-26199" fmla="*/ 4904 w 5134"/>
                  <a:gd name="connsiteY58-26200" fmla="*/ 2210 h 5728"/>
                  <a:gd name="connsiteX59-26201" fmla="*/ 4792 w 5134"/>
                  <a:gd name="connsiteY59-26202" fmla="*/ 2249 h 5728"/>
                  <a:gd name="connsiteX60-26203" fmla="*/ 4839 w 5134"/>
                  <a:gd name="connsiteY60-26204" fmla="*/ 2362 h 5728"/>
                  <a:gd name="connsiteX61-26205" fmla="*/ 4704 w 5134"/>
                  <a:gd name="connsiteY61-26206" fmla="*/ 2509 h 5728"/>
                  <a:gd name="connsiteX62-26207" fmla="*/ 4663 w 5134"/>
                  <a:gd name="connsiteY62-26208" fmla="*/ 2498 h 5728"/>
                  <a:gd name="connsiteX63-26209" fmla="*/ 4539 w 5134"/>
                  <a:gd name="connsiteY63-26210" fmla="*/ 2413 h 5728"/>
                  <a:gd name="connsiteX64-26211" fmla="*/ 4484 w 5134"/>
                  <a:gd name="connsiteY64-26212" fmla="*/ 2412 h 5728"/>
                  <a:gd name="connsiteX65-26213" fmla="*/ 4449 w 5134"/>
                  <a:gd name="connsiteY65-26214" fmla="*/ 2480 h 5728"/>
                  <a:gd name="connsiteX66-26215" fmla="*/ 4452 w 5134"/>
                  <a:gd name="connsiteY66-26216" fmla="*/ 2562 h 5728"/>
                  <a:gd name="connsiteX67-26217" fmla="*/ 4630 w 5134"/>
                  <a:gd name="connsiteY67-26218" fmla="*/ 2730 h 5728"/>
                  <a:gd name="connsiteX68-26219" fmla="*/ 4629 w 5134"/>
                  <a:gd name="connsiteY68-26220" fmla="*/ 2844 h 5728"/>
                  <a:gd name="connsiteX69-26221" fmla="*/ 4720 w 5134"/>
                  <a:gd name="connsiteY69-26222" fmla="*/ 3060 h 5728"/>
                  <a:gd name="connsiteX70-26223" fmla="*/ 4746 w 5134"/>
                  <a:gd name="connsiteY70-26224" fmla="*/ 3090 h 5728"/>
                  <a:gd name="connsiteX71-26225" fmla="*/ 4790 w 5134"/>
                  <a:gd name="connsiteY71-26226" fmla="*/ 3094 h 5728"/>
                  <a:gd name="connsiteX72-26227" fmla="*/ 4836 w 5134"/>
                  <a:gd name="connsiteY72-26228" fmla="*/ 3010 h 5728"/>
                  <a:gd name="connsiteX73-26229" fmla="*/ 4916 w 5134"/>
                  <a:gd name="connsiteY73-26230" fmla="*/ 2950 h 5728"/>
                  <a:gd name="connsiteX74-26231" fmla="*/ 5011 w 5134"/>
                  <a:gd name="connsiteY74-26232" fmla="*/ 3126 h 5728"/>
                  <a:gd name="connsiteX75-26233" fmla="*/ 5121 w 5134"/>
                  <a:gd name="connsiteY75-26234" fmla="*/ 3312 h 5728"/>
                  <a:gd name="connsiteX76-26235" fmla="*/ 5134 w 5134"/>
                  <a:gd name="connsiteY76-26236" fmla="*/ 3342 h 5728"/>
                  <a:gd name="connsiteX77-26237" fmla="*/ 5123 w 5134"/>
                  <a:gd name="connsiteY77-26238" fmla="*/ 3518 h 5728"/>
                  <a:gd name="connsiteX78-26239" fmla="*/ 5088 w 5134"/>
                  <a:gd name="connsiteY78-26240" fmla="*/ 3554 h 5728"/>
                  <a:gd name="connsiteX79-26241" fmla="*/ 4999 w 5134"/>
                  <a:gd name="connsiteY79-26242" fmla="*/ 3515 h 5728"/>
                  <a:gd name="connsiteX80-26243" fmla="*/ 4765 w 5134"/>
                  <a:gd name="connsiteY80-26244" fmla="*/ 3644 h 5728"/>
                  <a:gd name="connsiteX81-26245" fmla="*/ 4739 w 5134"/>
                  <a:gd name="connsiteY81-26246" fmla="*/ 3666 h 5728"/>
                  <a:gd name="connsiteX82-26247" fmla="*/ 4559 w 5134"/>
                  <a:gd name="connsiteY82-26248" fmla="*/ 3812 h 5728"/>
                  <a:gd name="connsiteX83-26249" fmla="*/ 4418 w 5134"/>
                  <a:gd name="connsiteY83-26250" fmla="*/ 3926 h 5728"/>
                  <a:gd name="connsiteX84-26251" fmla="*/ 4383 w 5134"/>
                  <a:gd name="connsiteY84-26252" fmla="*/ 3965 h 5728"/>
                  <a:gd name="connsiteX85-26253" fmla="*/ 4331 w 5134"/>
                  <a:gd name="connsiteY85-26254" fmla="*/ 3973 h 5728"/>
                  <a:gd name="connsiteX86-26255" fmla="*/ 4274 w 5134"/>
                  <a:gd name="connsiteY86-26256" fmla="*/ 3916 h 5728"/>
                  <a:gd name="connsiteX87-26257" fmla="*/ 4150 w 5134"/>
                  <a:gd name="connsiteY87-26258" fmla="*/ 3808 h 5728"/>
                  <a:gd name="connsiteX88-26259" fmla="*/ 4174 w 5134"/>
                  <a:gd name="connsiteY88-26260" fmla="*/ 4064 h 5728"/>
                  <a:gd name="connsiteX89-26261" fmla="*/ 4183 w 5134"/>
                  <a:gd name="connsiteY89-26262" fmla="*/ 4192 h 5728"/>
                  <a:gd name="connsiteX90-26263" fmla="*/ 3921 w 5134"/>
                  <a:gd name="connsiteY90-26264" fmla="*/ 4166 h 5728"/>
                  <a:gd name="connsiteX91-26265" fmla="*/ 3839 w 5134"/>
                  <a:gd name="connsiteY91-26266" fmla="*/ 3987 h 5728"/>
                  <a:gd name="connsiteX92-26267" fmla="*/ 3757 w 5134"/>
                  <a:gd name="connsiteY92-26268" fmla="*/ 3802 h 5728"/>
                  <a:gd name="connsiteX93-26269" fmla="*/ 2035 w 5134"/>
                  <a:gd name="connsiteY93-26270" fmla="*/ 4970 h 5728"/>
                  <a:gd name="connsiteX94-26271" fmla="*/ 1952 w 5134"/>
                  <a:gd name="connsiteY94-26272" fmla="*/ 4971 h 5728"/>
                  <a:gd name="connsiteX95-26273" fmla="*/ 1916 w 5134"/>
                  <a:gd name="connsiteY95-26274" fmla="*/ 5045 h 5728"/>
                  <a:gd name="connsiteX96-26275" fmla="*/ 1805 w 5134"/>
                  <a:gd name="connsiteY96-26276" fmla="*/ 5000 h 5728"/>
                  <a:gd name="connsiteX97-26277" fmla="*/ 1727 w 5134"/>
                  <a:gd name="connsiteY97-26278" fmla="*/ 5109 h 5728"/>
                  <a:gd name="connsiteX98-26279" fmla="*/ 1505 w 5134"/>
                  <a:gd name="connsiteY98-26280" fmla="*/ 5349 h 5728"/>
                  <a:gd name="connsiteX99-26281" fmla="*/ 1485 w 5134"/>
                  <a:gd name="connsiteY99-26282" fmla="*/ 5516 h 5728"/>
                  <a:gd name="connsiteX100-26283" fmla="*/ 1468 w 5134"/>
                  <a:gd name="connsiteY100-26284" fmla="*/ 5659 h 5728"/>
                  <a:gd name="connsiteX101-26285" fmla="*/ 1452 w 5134"/>
                  <a:gd name="connsiteY101-26286" fmla="*/ 5669 h 5728"/>
                  <a:gd name="connsiteX102-26287" fmla="*/ 1130 w 5134"/>
                  <a:gd name="connsiteY102-26288" fmla="*/ 5621 h 5728"/>
                  <a:gd name="connsiteX103-26289" fmla="*/ 1028 w 5134"/>
                  <a:gd name="connsiteY103-26290" fmla="*/ 5566 h 5728"/>
                  <a:gd name="connsiteX104-26291" fmla="*/ 974 w 5134"/>
                  <a:gd name="connsiteY104-26292" fmla="*/ 5503 h 5728"/>
                  <a:gd name="connsiteX105-26293" fmla="*/ 869 w 5134"/>
                  <a:gd name="connsiteY105-26294" fmla="*/ 5477 h 5728"/>
                  <a:gd name="connsiteX106-26295" fmla="*/ 869 w 5134"/>
                  <a:gd name="connsiteY106-26296" fmla="*/ 5379 h 5728"/>
                  <a:gd name="connsiteX107-26297" fmla="*/ 973 w 5134"/>
                  <a:gd name="connsiteY107-26298" fmla="*/ 5149 h 5728"/>
                  <a:gd name="connsiteX108-26299" fmla="*/ 833 w 5134"/>
                  <a:gd name="connsiteY108-26300" fmla="*/ 5070 h 5728"/>
                  <a:gd name="connsiteX109-26301" fmla="*/ 791 w 5134"/>
                  <a:gd name="connsiteY109-26302" fmla="*/ 5095 h 5728"/>
                  <a:gd name="connsiteX110-26303" fmla="*/ 701 w 5134"/>
                  <a:gd name="connsiteY110-26304" fmla="*/ 5214 h 5728"/>
                  <a:gd name="connsiteX111-26305" fmla="*/ 669 w 5134"/>
                  <a:gd name="connsiteY111-26306" fmla="*/ 5276 h 5728"/>
                  <a:gd name="connsiteX112-26307" fmla="*/ 607 w 5134"/>
                  <a:gd name="connsiteY112-26308" fmla="*/ 5386 h 5728"/>
                  <a:gd name="connsiteX113-26309" fmla="*/ 613 w 5134"/>
                  <a:gd name="connsiteY113-26310" fmla="*/ 5510 h 5728"/>
                  <a:gd name="connsiteX114-26311" fmla="*/ 574 w 5134"/>
                  <a:gd name="connsiteY114-26312" fmla="*/ 5558 h 5728"/>
                  <a:gd name="connsiteX115-26313" fmla="*/ 443 w 5134"/>
                  <a:gd name="connsiteY115-26314" fmla="*/ 5617 h 5728"/>
                  <a:gd name="connsiteX116-26315" fmla="*/ 277 w 5134"/>
                  <a:gd name="connsiteY116-26316" fmla="*/ 5649 h 5728"/>
                  <a:gd name="connsiteX117-26317" fmla="*/ 174 w 5134"/>
                  <a:gd name="connsiteY117-26318" fmla="*/ 5728 h 5728"/>
                  <a:gd name="connsiteX118-26319" fmla="*/ 60 w 5134"/>
                  <a:gd name="connsiteY118-26320" fmla="*/ 5611 h 5728"/>
                  <a:gd name="connsiteX119-26321" fmla="*/ 0 w 5134"/>
                  <a:gd name="connsiteY119-26322" fmla="*/ 5485 h 5728"/>
                  <a:gd name="connsiteX0-26323" fmla="*/ 3948 w 5134"/>
                  <a:gd name="connsiteY0-26324" fmla="*/ 2333 h 5728"/>
                  <a:gd name="connsiteX1-26325" fmla="*/ 3946 w 5134"/>
                  <a:gd name="connsiteY1-26326" fmla="*/ 2117 h 5728"/>
                  <a:gd name="connsiteX2-26327" fmla="*/ 3870 w 5134"/>
                  <a:gd name="connsiteY2-26328" fmla="*/ 2039 h 5728"/>
                  <a:gd name="connsiteX3-26329" fmla="*/ 3727 w 5134"/>
                  <a:gd name="connsiteY3-26330" fmla="*/ 1951 h 5728"/>
                  <a:gd name="connsiteX4-26331" fmla="*/ 3635 w 5134"/>
                  <a:gd name="connsiteY4-26332" fmla="*/ 1827 h 5728"/>
                  <a:gd name="connsiteX5-26333" fmla="*/ 3539 w 5134"/>
                  <a:gd name="connsiteY5-26334" fmla="*/ 1828 h 5728"/>
                  <a:gd name="connsiteX6-26335" fmla="*/ 3494 w 5134"/>
                  <a:gd name="connsiteY6-26336" fmla="*/ 1883 h 5728"/>
                  <a:gd name="connsiteX7-26337" fmla="*/ 3401 w 5134"/>
                  <a:gd name="connsiteY7-26338" fmla="*/ 1877 h 5728"/>
                  <a:gd name="connsiteX8-26339" fmla="*/ 3381 w 5134"/>
                  <a:gd name="connsiteY8-26340" fmla="*/ 1994 h 5728"/>
                  <a:gd name="connsiteX9-26341" fmla="*/ 3200 w 5134"/>
                  <a:gd name="connsiteY9-26342" fmla="*/ 1941 h 5728"/>
                  <a:gd name="connsiteX10-26343" fmla="*/ 3117 w 5134"/>
                  <a:gd name="connsiteY10-26344" fmla="*/ 1939 h 5728"/>
                  <a:gd name="connsiteX11-26345" fmla="*/ 2992 w 5134"/>
                  <a:gd name="connsiteY11-26346" fmla="*/ 2014 h 5728"/>
                  <a:gd name="connsiteX12-26347" fmla="*/ 2880 w 5134"/>
                  <a:gd name="connsiteY12-26348" fmla="*/ 1890 h 5728"/>
                  <a:gd name="connsiteX13-26349" fmla="*/ 2974 w 5134"/>
                  <a:gd name="connsiteY13-26350" fmla="*/ 1804 h 5728"/>
                  <a:gd name="connsiteX14-26351" fmla="*/ 2978 w 5134"/>
                  <a:gd name="connsiteY14-26352" fmla="*/ 1634 h 5728"/>
                  <a:gd name="connsiteX15-26353" fmla="*/ 3033 w 5134"/>
                  <a:gd name="connsiteY15-26354" fmla="*/ 1514 h 5728"/>
                  <a:gd name="connsiteX16-26355" fmla="*/ 3076 w 5134"/>
                  <a:gd name="connsiteY16-26356" fmla="*/ 1306 h 5728"/>
                  <a:gd name="connsiteX17-26357" fmla="*/ 3136 w 5134"/>
                  <a:gd name="connsiteY17-26358" fmla="*/ 1307 h 5728"/>
                  <a:gd name="connsiteX18-26359" fmla="*/ 3459 w 5134"/>
                  <a:gd name="connsiteY18-26360" fmla="*/ 1286 h 5728"/>
                  <a:gd name="connsiteX19-26361" fmla="*/ 3633 w 5134"/>
                  <a:gd name="connsiteY19-26362" fmla="*/ 1117 h 5728"/>
                  <a:gd name="connsiteX20-26363" fmla="*/ 3702 w 5134"/>
                  <a:gd name="connsiteY20-26364" fmla="*/ 748 h 5728"/>
                  <a:gd name="connsiteX21-26365" fmla="*/ 3812 w 5134"/>
                  <a:gd name="connsiteY21-26366" fmla="*/ 486 h 5728"/>
                  <a:gd name="connsiteX22-26367" fmla="*/ 3810 w 5134"/>
                  <a:gd name="connsiteY22-26368" fmla="*/ 358 h 5728"/>
                  <a:gd name="connsiteX23-26369" fmla="*/ 3797 w 5134"/>
                  <a:gd name="connsiteY23-26370" fmla="*/ 328 h 5728"/>
                  <a:gd name="connsiteX24-26371" fmla="*/ 3730 w 5134"/>
                  <a:gd name="connsiteY24-26372" fmla="*/ 251 h 5728"/>
                  <a:gd name="connsiteX25-26373" fmla="*/ 3670 w 5134"/>
                  <a:gd name="connsiteY25-26374" fmla="*/ 217 h 5728"/>
                  <a:gd name="connsiteX26-26375" fmla="*/ 3795 w 5134"/>
                  <a:gd name="connsiteY26-26376" fmla="*/ 56 h 5728"/>
                  <a:gd name="connsiteX27-26377" fmla="*/ 3968 w 5134"/>
                  <a:gd name="connsiteY27-26378" fmla="*/ 2 h 5728"/>
                  <a:gd name="connsiteX28-26379" fmla="*/ 4000 w 5134"/>
                  <a:gd name="connsiteY28-26380" fmla="*/ 49 h 5728"/>
                  <a:gd name="connsiteX29-26381" fmla="*/ 3990 w 5134"/>
                  <a:gd name="connsiteY29-26382" fmla="*/ 133 h 5728"/>
                  <a:gd name="connsiteX30-26383" fmla="*/ 3929 w 5134"/>
                  <a:gd name="connsiteY30-26384" fmla="*/ 243 h 5728"/>
                  <a:gd name="connsiteX31-26385" fmla="*/ 3999 w 5134"/>
                  <a:gd name="connsiteY31-26386" fmla="*/ 301 h 5728"/>
                  <a:gd name="connsiteX32-26387" fmla="*/ 4113 w 5134"/>
                  <a:gd name="connsiteY32-26388" fmla="*/ 366 h 5728"/>
                  <a:gd name="connsiteX33-26389" fmla="*/ 4133 w 5134"/>
                  <a:gd name="connsiteY33-26390" fmla="*/ 255 h 5728"/>
                  <a:gd name="connsiteX34-26391" fmla="*/ 4267 w 5134"/>
                  <a:gd name="connsiteY34-26392" fmla="*/ 291 h 5728"/>
                  <a:gd name="connsiteX35-26393" fmla="*/ 4292 w 5134"/>
                  <a:gd name="connsiteY35-26394" fmla="*/ 331 h 5728"/>
                  <a:gd name="connsiteX36-26395" fmla="*/ 4368 w 5134"/>
                  <a:gd name="connsiteY36-26396" fmla="*/ 562 h 5728"/>
                  <a:gd name="connsiteX37-26397" fmla="*/ 4403 w 5134"/>
                  <a:gd name="connsiteY37-26398" fmla="*/ 586 h 5728"/>
                  <a:gd name="connsiteX38-26399" fmla="*/ 4495 w 5134"/>
                  <a:gd name="connsiteY38-26400" fmla="*/ 578 h 5728"/>
                  <a:gd name="connsiteX39-26401" fmla="*/ 4755 w 5134"/>
                  <a:gd name="connsiteY39-26402" fmla="*/ 490 h 5728"/>
                  <a:gd name="connsiteX40-26403" fmla="*/ 4975 w 5134"/>
                  <a:gd name="connsiteY40-26404" fmla="*/ 479 h 5728"/>
                  <a:gd name="connsiteX41-26405" fmla="*/ 5035 w 5134"/>
                  <a:gd name="connsiteY41-26406" fmla="*/ 648 h 5728"/>
                  <a:gd name="connsiteX42-26407" fmla="*/ 4953 w 5134"/>
                  <a:gd name="connsiteY42-26408" fmla="*/ 944 h 5728"/>
                  <a:gd name="connsiteX43-26409" fmla="*/ 4953 w 5134"/>
                  <a:gd name="connsiteY43-26410" fmla="*/ 1022 h 5728"/>
                  <a:gd name="connsiteX44-26411" fmla="*/ 5022 w 5134"/>
                  <a:gd name="connsiteY44-26412" fmla="*/ 1168 h 5728"/>
                  <a:gd name="connsiteX45-26413" fmla="*/ 5037 w 5134"/>
                  <a:gd name="connsiteY45-26414" fmla="*/ 1427 h 5728"/>
                  <a:gd name="connsiteX46-26415" fmla="*/ 5039 w 5134"/>
                  <a:gd name="connsiteY46-26416" fmla="*/ 1617 h 5728"/>
                  <a:gd name="connsiteX47-26417" fmla="*/ 4972 w 5134"/>
                  <a:gd name="connsiteY47-26418" fmla="*/ 1625 h 5728"/>
                  <a:gd name="connsiteX48-26419" fmla="*/ 4950 w 5134"/>
                  <a:gd name="connsiteY48-26420" fmla="*/ 1507 h 5728"/>
                  <a:gd name="connsiteX49-26421" fmla="*/ 4915 w 5134"/>
                  <a:gd name="connsiteY49-26422" fmla="*/ 1450 h 5728"/>
                  <a:gd name="connsiteX50-26423" fmla="*/ 4825 w 5134"/>
                  <a:gd name="connsiteY50-26424" fmla="*/ 1582 h 5728"/>
                  <a:gd name="connsiteX51-26425" fmla="*/ 4712 w 5134"/>
                  <a:gd name="connsiteY51-26426" fmla="*/ 1776 h 5728"/>
                  <a:gd name="connsiteX52-26427" fmla="*/ 4593 w 5134"/>
                  <a:gd name="connsiteY52-26428" fmla="*/ 1904 h 5728"/>
                  <a:gd name="connsiteX53-26429" fmla="*/ 4586 w 5134"/>
                  <a:gd name="connsiteY53-26430" fmla="*/ 2018 h 5728"/>
                  <a:gd name="connsiteX54-26431" fmla="*/ 4646 w 5134"/>
                  <a:gd name="connsiteY54-26432" fmla="*/ 2115 h 5728"/>
                  <a:gd name="connsiteX55-26433" fmla="*/ 4748 w 5134"/>
                  <a:gd name="connsiteY55-26434" fmla="*/ 2183 h 5728"/>
                  <a:gd name="connsiteX56-26435" fmla="*/ 4825 w 5134"/>
                  <a:gd name="connsiteY56-26436" fmla="*/ 2178 h 5728"/>
                  <a:gd name="connsiteX57-26437" fmla="*/ 4870 w 5134"/>
                  <a:gd name="connsiteY57-26438" fmla="*/ 2104 h 5728"/>
                  <a:gd name="connsiteX58-26439" fmla="*/ 4904 w 5134"/>
                  <a:gd name="connsiteY58-26440" fmla="*/ 2210 h 5728"/>
                  <a:gd name="connsiteX59-26441" fmla="*/ 4792 w 5134"/>
                  <a:gd name="connsiteY59-26442" fmla="*/ 2249 h 5728"/>
                  <a:gd name="connsiteX60-26443" fmla="*/ 4839 w 5134"/>
                  <a:gd name="connsiteY60-26444" fmla="*/ 2362 h 5728"/>
                  <a:gd name="connsiteX61-26445" fmla="*/ 4704 w 5134"/>
                  <a:gd name="connsiteY61-26446" fmla="*/ 2509 h 5728"/>
                  <a:gd name="connsiteX62-26447" fmla="*/ 4663 w 5134"/>
                  <a:gd name="connsiteY62-26448" fmla="*/ 2498 h 5728"/>
                  <a:gd name="connsiteX63-26449" fmla="*/ 4539 w 5134"/>
                  <a:gd name="connsiteY63-26450" fmla="*/ 2413 h 5728"/>
                  <a:gd name="connsiteX64-26451" fmla="*/ 4484 w 5134"/>
                  <a:gd name="connsiteY64-26452" fmla="*/ 2412 h 5728"/>
                  <a:gd name="connsiteX65-26453" fmla="*/ 4449 w 5134"/>
                  <a:gd name="connsiteY65-26454" fmla="*/ 2480 h 5728"/>
                  <a:gd name="connsiteX66-26455" fmla="*/ 4452 w 5134"/>
                  <a:gd name="connsiteY66-26456" fmla="*/ 2562 h 5728"/>
                  <a:gd name="connsiteX67-26457" fmla="*/ 4630 w 5134"/>
                  <a:gd name="connsiteY67-26458" fmla="*/ 2730 h 5728"/>
                  <a:gd name="connsiteX68-26459" fmla="*/ 4629 w 5134"/>
                  <a:gd name="connsiteY68-26460" fmla="*/ 2844 h 5728"/>
                  <a:gd name="connsiteX69-26461" fmla="*/ 4720 w 5134"/>
                  <a:gd name="connsiteY69-26462" fmla="*/ 3060 h 5728"/>
                  <a:gd name="connsiteX70-26463" fmla="*/ 4746 w 5134"/>
                  <a:gd name="connsiteY70-26464" fmla="*/ 3090 h 5728"/>
                  <a:gd name="connsiteX71-26465" fmla="*/ 4790 w 5134"/>
                  <a:gd name="connsiteY71-26466" fmla="*/ 3094 h 5728"/>
                  <a:gd name="connsiteX72-26467" fmla="*/ 4836 w 5134"/>
                  <a:gd name="connsiteY72-26468" fmla="*/ 3010 h 5728"/>
                  <a:gd name="connsiteX73-26469" fmla="*/ 4916 w 5134"/>
                  <a:gd name="connsiteY73-26470" fmla="*/ 2950 h 5728"/>
                  <a:gd name="connsiteX74-26471" fmla="*/ 5011 w 5134"/>
                  <a:gd name="connsiteY74-26472" fmla="*/ 3126 h 5728"/>
                  <a:gd name="connsiteX75-26473" fmla="*/ 5121 w 5134"/>
                  <a:gd name="connsiteY75-26474" fmla="*/ 3312 h 5728"/>
                  <a:gd name="connsiteX76-26475" fmla="*/ 5134 w 5134"/>
                  <a:gd name="connsiteY76-26476" fmla="*/ 3342 h 5728"/>
                  <a:gd name="connsiteX77-26477" fmla="*/ 5123 w 5134"/>
                  <a:gd name="connsiteY77-26478" fmla="*/ 3518 h 5728"/>
                  <a:gd name="connsiteX78-26479" fmla="*/ 5088 w 5134"/>
                  <a:gd name="connsiteY78-26480" fmla="*/ 3554 h 5728"/>
                  <a:gd name="connsiteX79-26481" fmla="*/ 4999 w 5134"/>
                  <a:gd name="connsiteY79-26482" fmla="*/ 3515 h 5728"/>
                  <a:gd name="connsiteX80-26483" fmla="*/ 4765 w 5134"/>
                  <a:gd name="connsiteY80-26484" fmla="*/ 3644 h 5728"/>
                  <a:gd name="connsiteX81-26485" fmla="*/ 4739 w 5134"/>
                  <a:gd name="connsiteY81-26486" fmla="*/ 3666 h 5728"/>
                  <a:gd name="connsiteX82-26487" fmla="*/ 4559 w 5134"/>
                  <a:gd name="connsiteY82-26488" fmla="*/ 3812 h 5728"/>
                  <a:gd name="connsiteX83-26489" fmla="*/ 4418 w 5134"/>
                  <a:gd name="connsiteY83-26490" fmla="*/ 3926 h 5728"/>
                  <a:gd name="connsiteX84-26491" fmla="*/ 4383 w 5134"/>
                  <a:gd name="connsiteY84-26492" fmla="*/ 3965 h 5728"/>
                  <a:gd name="connsiteX85-26493" fmla="*/ 4331 w 5134"/>
                  <a:gd name="connsiteY85-26494" fmla="*/ 3973 h 5728"/>
                  <a:gd name="connsiteX86-26495" fmla="*/ 4274 w 5134"/>
                  <a:gd name="connsiteY86-26496" fmla="*/ 3916 h 5728"/>
                  <a:gd name="connsiteX87-26497" fmla="*/ 4150 w 5134"/>
                  <a:gd name="connsiteY87-26498" fmla="*/ 3808 h 5728"/>
                  <a:gd name="connsiteX88-26499" fmla="*/ 4174 w 5134"/>
                  <a:gd name="connsiteY88-26500" fmla="*/ 4064 h 5728"/>
                  <a:gd name="connsiteX89-26501" fmla="*/ 4183 w 5134"/>
                  <a:gd name="connsiteY89-26502" fmla="*/ 4192 h 5728"/>
                  <a:gd name="connsiteX90-26503" fmla="*/ 3921 w 5134"/>
                  <a:gd name="connsiteY90-26504" fmla="*/ 4166 h 5728"/>
                  <a:gd name="connsiteX91-26505" fmla="*/ 3839 w 5134"/>
                  <a:gd name="connsiteY91-26506" fmla="*/ 3987 h 5728"/>
                  <a:gd name="connsiteX92-26507" fmla="*/ 3757 w 5134"/>
                  <a:gd name="connsiteY92-26508" fmla="*/ 3802 h 5728"/>
                  <a:gd name="connsiteX93-26509" fmla="*/ 1952 w 5134"/>
                  <a:gd name="connsiteY93-26510" fmla="*/ 4971 h 5728"/>
                  <a:gd name="connsiteX94-26511" fmla="*/ 1916 w 5134"/>
                  <a:gd name="connsiteY94-26512" fmla="*/ 5045 h 5728"/>
                  <a:gd name="connsiteX95-26513" fmla="*/ 1805 w 5134"/>
                  <a:gd name="connsiteY95-26514" fmla="*/ 5000 h 5728"/>
                  <a:gd name="connsiteX96-26515" fmla="*/ 1727 w 5134"/>
                  <a:gd name="connsiteY96-26516" fmla="*/ 5109 h 5728"/>
                  <a:gd name="connsiteX97-26517" fmla="*/ 1505 w 5134"/>
                  <a:gd name="connsiteY97-26518" fmla="*/ 5349 h 5728"/>
                  <a:gd name="connsiteX98-26519" fmla="*/ 1485 w 5134"/>
                  <a:gd name="connsiteY98-26520" fmla="*/ 5516 h 5728"/>
                  <a:gd name="connsiteX99-26521" fmla="*/ 1468 w 5134"/>
                  <a:gd name="connsiteY99-26522" fmla="*/ 5659 h 5728"/>
                  <a:gd name="connsiteX100-26523" fmla="*/ 1452 w 5134"/>
                  <a:gd name="connsiteY100-26524" fmla="*/ 5669 h 5728"/>
                  <a:gd name="connsiteX101-26525" fmla="*/ 1130 w 5134"/>
                  <a:gd name="connsiteY101-26526" fmla="*/ 5621 h 5728"/>
                  <a:gd name="connsiteX102-26527" fmla="*/ 1028 w 5134"/>
                  <a:gd name="connsiteY102-26528" fmla="*/ 5566 h 5728"/>
                  <a:gd name="connsiteX103-26529" fmla="*/ 974 w 5134"/>
                  <a:gd name="connsiteY103-26530" fmla="*/ 5503 h 5728"/>
                  <a:gd name="connsiteX104-26531" fmla="*/ 869 w 5134"/>
                  <a:gd name="connsiteY104-26532" fmla="*/ 5477 h 5728"/>
                  <a:gd name="connsiteX105-26533" fmla="*/ 869 w 5134"/>
                  <a:gd name="connsiteY105-26534" fmla="*/ 5379 h 5728"/>
                  <a:gd name="connsiteX106-26535" fmla="*/ 973 w 5134"/>
                  <a:gd name="connsiteY106-26536" fmla="*/ 5149 h 5728"/>
                  <a:gd name="connsiteX107-26537" fmla="*/ 833 w 5134"/>
                  <a:gd name="connsiteY107-26538" fmla="*/ 5070 h 5728"/>
                  <a:gd name="connsiteX108-26539" fmla="*/ 791 w 5134"/>
                  <a:gd name="connsiteY108-26540" fmla="*/ 5095 h 5728"/>
                  <a:gd name="connsiteX109-26541" fmla="*/ 701 w 5134"/>
                  <a:gd name="connsiteY109-26542" fmla="*/ 5214 h 5728"/>
                  <a:gd name="connsiteX110-26543" fmla="*/ 669 w 5134"/>
                  <a:gd name="connsiteY110-26544" fmla="*/ 5276 h 5728"/>
                  <a:gd name="connsiteX111-26545" fmla="*/ 607 w 5134"/>
                  <a:gd name="connsiteY111-26546" fmla="*/ 5386 h 5728"/>
                  <a:gd name="connsiteX112-26547" fmla="*/ 613 w 5134"/>
                  <a:gd name="connsiteY112-26548" fmla="*/ 5510 h 5728"/>
                  <a:gd name="connsiteX113-26549" fmla="*/ 574 w 5134"/>
                  <a:gd name="connsiteY113-26550" fmla="*/ 5558 h 5728"/>
                  <a:gd name="connsiteX114-26551" fmla="*/ 443 w 5134"/>
                  <a:gd name="connsiteY114-26552" fmla="*/ 5617 h 5728"/>
                  <a:gd name="connsiteX115-26553" fmla="*/ 277 w 5134"/>
                  <a:gd name="connsiteY115-26554" fmla="*/ 5649 h 5728"/>
                  <a:gd name="connsiteX116-26555" fmla="*/ 174 w 5134"/>
                  <a:gd name="connsiteY116-26556" fmla="*/ 5728 h 5728"/>
                  <a:gd name="connsiteX117-26557" fmla="*/ 60 w 5134"/>
                  <a:gd name="connsiteY117-26558" fmla="*/ 5611 h 5728"/>
                  <a:gd name="connsiteX118-26559" fmla="*/ 0 w 5134"/>
                  <a:gd name="connsiteY118-26560" fmla="*/ 5485 h 5728"/>
                  <a:gd name="connsiteX0-26561" fmla="*/ 3948 w 5134"/>
                  <a:gd name="connsiteY0-26562" fmla="*/ 2333 h 5728"/>
                  <a:gd name="connsiteX1-26563" fmla="*/ 3946 w 5134"/>
                  <a:gd name="connsiteY1-26564" fmla="*/ 2117 h 5728"/>
                  <a:gd name="connsiteX2-26565" fmla="*/ 3870 w 5134"/>
                  <a:gd name="connsiteY2-26566" fmla="*/ 2039 h 5728"/>
                  <a:gd name="connsiteX3-26567" fmla="*/ 3727 w 5134"/>
                  <a:gd name="connsiteY3-26568" fmla="*/ 1951 h 5728"/>
                  <a:gd name="connsiteX4-26569" fmla="*/ 3635 w 5134"/>
                  <a:gd name="connsiteY4-26570" fmla="*/ 1827 h 5728"/>
                  <a:gd name="connsiteX5-26571" fmla="*/ 3539 w 5134"/>
                  <a:gd name="connsiteY5-26572" fmla="*/ 1828 h 5728"/>
                  <a:gd name="connsiteX6-26573" fmla="*/ 3494 w 5134"/>
                  <a:gd name="connsiteY6-26574" fmla="*/ 1883 h 5728"/>
                  <a:gd name="connsiteX7-26575" fmla="*/ 3401 w 5134"/>
                  <a:gd name="connsiteY7-26576" fmla="*/ 1877 h 5728"/>
                  <a:gd name="connsiteX8-26577" fmla="*/ 3381 w 5134"/>
                  <a:gd name="connsiteY8-26578" fmla="*/ 1994 h 5728"/>
                  <a:gd name="connsiteX9-26579" fmla="*/ 3200 w 5134"/>
                  <a:gd name="connsiteY9-26580" fmla="*/ 1941 h 5728"/>
                  <a:gd name="connsiteX10-26581" fmla="*/ 3117 w 5134"/>
                  <a:gd name="connsiteY10-26582" fmla="*/ 1939 h 5728"/>
                  <a:gd name="connsiteX11-26583" fmla="*/ 2992 w 5134"/>
                  <a:gd name="connsiteY11-26584" fmla="*/ 2014 h 5728"/>
                  <a:gd name="connsiteX12-26585" fmla="*/ 2880 w 5134"/>
                  <a:gd name="connsiteY12-26586" fmla="*/ 1890 h 5728"/>
                  <a:gd name="connsiteX13-26587" fmla="*/ 2974 w 5134"/>
                  <a:gd name="connsiteY13-26588" fmla="*/ 1804 h 5728"/>
                  <a:gd name="connsiteX14-26589" fmla="*/ 2978 w 5134"/>
                  <a:gd name="connsiteY14-26590" fmla="*/ 1634 h 5728"/>
                  <a:gd name="connsiteX15-26591" fmla="*/ 3033 w 5134"/>
                  <a:gd name="connsiteY15-26592" fmla="*/ 1514 h 5728"/>
                  <a:gd name="connsiteX16-26593" fmla="*/ 3076 w 5134"/>
                  <a:gd name="connsiteY16-26594" fmla="*/ 1306 h 5728"/>
                  <a:gd name="connsiteX17-26595" fmla="*/ 3136 w 5134"/>
                  <a:gd name="connsiteY17-26596" fmla="*/ 1307 h 5728"/>
                  <a:gd name="connsiteX18-26597" fmla="*/ 3459 w 5134"/>
                  <a:gd name="connsiteY18-26598" fmla="*/ 1286 h 5728"/>
                  <a:gd name="connsiteX19-26599" fmla="*/ 3633 w 5134"/>
                  <a:gd name="connsiteY19-26600" fmla="*/ 1117 h 5728"/>
                  <a:gd name="connsiteX20-26601" fmla="*/ 3702 w 5134"/>
                  <a:gd name="connsiteY20-26602" fmla="*/ 748 h 5728"/>
                  <a:gd name="connsiteX21-26603" fmla="*/ 3812 w 5134"/>
                  <a:gd name="connsiteY21-26604" fmla="*/ 486 h 5728"/>
                  <a:gd name="connsiteX22-26605" fmla="*/ 3810 w 5134"/>
                  <a:gd name="connsiteY22-26606" fmla="*/ 358 h 5728"/>
                  <a:gd name="connsiteX23-26607" fmla="*/ 3797 w 5134"/>
                  <a:gd name="connsiteY23-26608" fmla="*/ 328 h 5728"/>
                  <a:gd name="connsiteX24-26609" fmla="*/ 3730 w 5134"/>
                  <a:gd name="connsiteY24-26610" fmla="*/ 251 h 5728"/>
                  <a:gd name="connsiteX25-26611" fmla="*/ 3670 w 5134"/>
                  <a:gd name="connsiteY25-26612" fmla="*/ 217 h 5728"/>
                  <a:gd name="connsiteX26-26613" fmla="*/ 3795 w 5134"/>
                  <a:gd name="connsiteY26-26614" fmla="*/ 56 h 5728"/>
                  <a:gd name="connsiteX27-26615" fmla="*/ 3968 w 5134"/>
                  <a:gd name="connsiteY27-26616" fmla="*/ 2 h 5728"/>
                  <a:gd name="connsiteX28-26617" fmla="*/ 4000 w 5134"/>
                  <a:gd name="connsiteY28-26618" fmla="*/ 49 h 5728"/>
                  <a:gd name="connsiteX29-26619" fmla="*/ 3990 w 5134"/>
                  <a:gd name="connsiteY29-26620" fmla="*/ 133 h 5728"/>
                  <a:gd name="connsiteX30-26621" fmla="*/ 3929 w 5134"/>
                  <a:gd name="connsiteY30-26622" fmla="*/ 243 h 5728"/>
                  <a:gd name="connsiteX31-26623" fmla="*/ 3999 w 5134"/>
                  <a:gd name="connsiteY31-26624" fmla="*/ 301 h 5728"/>
                  <a:gd name="connsiteX32-26625" fmla="*/ 4113 w 5134"/>
                  <a:gd name="connsiteY32-26626" fmla="*/ 366 h 5728"/>
                  <a:gd name="connsiteX33-26627" fmla="*/ 4133 w 5134"/>
                  <a:gd name="connsiteY33-26628" fmla="*/ 255 h 5728"/>
                  <a:gd name="connsiteX34-26629" fmla="*/ 4267 w 5134"/>
                  <a:gd name="connsiteY34-26630" fmla="*/ 291 h 5728"/>
                  <a:gd name="connsiteX35-26631" fmla="*/ 4292 w 5134"/>
                  <a:gd name="connsiteY35-26632" fmla="*/ 331 h 5728"/>
                  <a:gd name="connsiteX36-26633" fmla="*/ 4368 w 5134"/>
                  <a:gd name="connsiteY36-26634" fmla="*/ 562 h 5728"/>
                  <a:gd name="connsiteX37-26635" fmla="*/ 4403 w 5134"/>
                  <a:gd name="connsiteY37-26636" fmla="*/ 586 h 5728"/>
                  <a:gd name="connsiteX38-26637" fmla="*/ 4495 w 5134"/>
                  <a:gd name="connsiteY38-26638" fmla="*/ 578 h 5728"/>
                  <a:gd name="connsiteX39-26639" fmla="*/ 4755 w 5134"/>
                  <a:gd name="connsiteY39-26640" fmla="*/ 490 h 5728"/>
                  <a:gd name="connsiteX40-26641" fmla="*/ 4975 w 5134"/>
                  <a:gd name="connsiteY40-26642" fmla="*/ 479 h 5728"/>
                  <a:gd name="connsiteX41-26643" fmla="*/ 5035 w 5134"/>
                  <a:gd name="connsiteY41-26644" fmla="*/ 648 h 5728"/>
                  <a:gd name="connsiteX42-26645" fmla="*/ 4953 w 5134"/>
                  <a:gd name="connsiteY42-26646" fmla="*/ 944 h 5728"/>
                  <a:gd name="connsiteX43-26647" fmla="*/ 4953 w 5134"/>
                  <a:gd name="connsiteY43-26648" fmla="*/ 1022 h 5728"/>
                  <a:gd name="connsiteX44-26649" fmla="*/ 5022 w 5134"/>
                  <a:gd name="connsiteY44-26650" fmla="*/ 1168 h 5728"/>
                  <a:gd name="connsiteX45-26651" fmla="*/ 5037 w 5134"/>
                  <a:gd name="connsiteY45-26652" fmla="*/ 1427 h 5728"/>
                  <a:gd name="connsiteX46-26653" fmla="*/ 5039 w 5134"/>
                  <a:gd name="connsiteY46-26654" fmla="*/ 1617 h 5728"/>
                  <a:gd name="connsiteX47-26655" fmla="*/ 4972 w 5134"/>
                  <a:gd name="connsiteY47-26656" fmla="*/ 1625 h 5728"/>
                  <a:gd name="connsiteX48-26657" fmla="*/ 4950 w 5134"/>
                  <a:gd name="connsiteY48-26658" fmla="*/ 1507 h 5728"/>
                  <a:gd name="connsiteX49-26659" fmla="*/ 4915 w 5134"/>
                  <a:gd name="connsiteY49-26660" fmla="*/ 1450 h 5728"/>
                  <a:gd name="connsiteX50-26661" fmla="*/ 4825 w 5134"/>
                  <a:gd name="connsiteY50-26662" fmla="*/ 1582 h 5728"/>
                  <a:gd name="connsiteX51-26663" fmla="*/ 4712 w 5134"/>
                  <a:gd name="connsiteY51-26664" fmla="*/ 1776 h 5728"/>
                  <a:gd name="connsiteX52-26665" fmla="*/ 4593 w 5134"/>
                  <a:gd name="connsiteY52-26666" fmla="*/ 1904 h 5728"/>
                  <a:gd name="connsiteX53-26667" fmla="*/ 4586 w 5134"/>
                  <a:gd name="connsiteY53-26668" fmla="*/ 2018 h 5728"/>
                  <a:gd name="connsiteX54-26669" fmla="*/ 4646 w 5134"/>
                  <a:gd name="connsiteY54-26670" fmla="*/ 2115 h 5728"/>
                  <a:gd name="connsiteX55-26671" fmla="*/ 4748 w 5134"/>
                  <a:gd name="connsiteY55-26672" fmla="*/ 2183 h 5728"/>
                  <a:gd name="connsiteX56-26673" fmla="*/ 4825 w 5134"/>
                  <a:gd name="connsiteY56-26674" fmla="*/ 2178 h 5728"/>
                  <a:gd name="connsiteX57-26675" fmla="*/ 4870 w 5134"/>
                  <a:gd name="connsiteY57-26676" fmla="*/ 2104 h 5728"/>
                  <a:gd name="connsiteX58-26677" fmla="*/ 4904 w 5134"/>
                  <a:gd name="connsiteY58-26678" fmla="*/ 2210 h 5728"/>
                  <a:gd name="connsiteX59-26679" fmla="*/ 4792 w 5134"/>
                  <a:gd name="connsiteY59-26680" fmla="*/ 2249 h 5728"/>
                  <a:gd name="connsiteX60-26681" fmla="*/ 4839 w 5134"/>
                  <a:gd name="connsiteY60-26682" fmla="*/ 2362 h 5728"/>
                  <a:gd name="connsiteX61-26683" fmla="*/ 4704 w 5134"/>
                  <a:gd name="connsiteY61-26684" fmla="*/ 2509 h 5728"/>
                  <a:gd name="connsiteX62-26685" fmla="*/ 4663 w 5134"/>
                  <a:gd name="connsiteY62-26686" fmla="*/ 2498 h 5728"/>
                  <a:gd name="connsiteX63-26687" fmla="*/ 4539 w 5134"/>
                  <a:gd name="connsiteY63-26688" fmla="*/ 2413 h 5728"/>
                  <a:gd name="connsiteX64-26689" fmla="*/ 4484 w 5134"/>
                  <a:gd name="connsiteY64-26690" fmla="*/ 2412 h 5728"/>
                  <a:gd name="connsiteX65-26691" fmla="*/ 4449 w 5134"/>
                  <a:gd name="connsiteY65-26692" fmla="*/ 2480 h 5728"/>
                  <a:gd name="connsiteX66-26693" fmla="*/ 4452 w 5134"/>
                  <a:gd name="connsiteY66-26694" fmla="*/ 2562 h 5728"/>
                  <a:gd name="connsiteX67-26695" fmla="*/ 4630 w 5134"/>
                  <a:gd name="connsiteY67-26696" fmla="*/ 2730 h 5728"/>
                  <a:gd name="connsiteX68-26697" fmla="*/ 4629 w 5134"/>
                  <a:gd name="connsiteY68-26698" fmla="*/ 2844 h 5728"/>
                  <a:gd name="connsiteX69-26699" fmla="*/ 4720 w 5134"/>
                  <a:gd name="connsiteY69-26700" fmla="*/ 3060 h 5728"/>
                  <a:gd name="connsiteX70-26701" fmla="*/ 4746 w 5134"/>
                  <a:gd name="connsiteY70-26702" fmla="*/ 3090 h 5728"/>
                  <a:gd name="connsiteX71-26703" fmla="*/ 4790 w 5134"/>
                  <a:gd name="connsiteY71-26704" fmla="*/ 3094 h 5728"/>
                  <a:gd name="connsiteX72-26705" fmla="*/ 4836 w 5134"/>
                  <a:gd name="connsiteY72-26706" fmla="*/ 3010 h 5728"/>
                  <a:gd name="connsiteX73-26707" fmla="*/ 4916 w 5134"/>
                  <a:gd name="connsiteY73-26708" fmla="*/ 2950 h 5728"/>
                  <a:gd name="connsiteX74-26709" fmla="*/ 5011 w 5134"/>
                  <a:gd name="connsiteY74-26710" fmla="*/ 3126 h 5728"/>
                  <a:gd name="connsiteX75-26711" fmla="*/ 5121 w 5134"/>
                  <a:gd name="connsiteY75-26712" fmla="*/ 3312 h 5728"/>
                  <a:gd name="connsiteX76-26713" fmla="*/ 5134 w 5134"/>
                  <a:gd name="connsiteY76-26714" fmla="*/ 3342 h 5728"/>
                  <a:gd name="connsiteX77-26715" fmla="*/ 5123 w 5134"/>
                  <a:gd name="connsiteY77-26716" fmla="*/ 3518 h 5728"/>
                  <a:gd name="connsiteX78-26717" fmla="*/ 5088 w 5134"/>
                  <a:gd name="connsiteY78-26718" fmla="*/ 3554 h 5728"/>
                  <a:gd name="connsiteX79-26719" fmla="*/ 4999 w 5134"/>
                  <a:gd name="connsiteY79-26720" fmla="*/ 3515 h 5728"/>
                  <a:gd name="connsiteX80-26721" fmla="*/ 4765 w 5134"/>
                  <a:gd name="connsiteY80-26722" fmla="*/ 3644 h 5728"/>
                  <a:gd name="connsiteX81-26723" fmla="*/ 4739 w 5134"/>
                  <a:gd name="connsiteY81-26724" fmla="*/ 3666 h 5728"/>
                  <a:gd name="connsiteX82-26725" fmla="*/ 4559 w 5134"/>
                  <a:gd name="connsiteY82-26726" fmla="*/ 3812 h 5728"/>
                  <a:gd name="connsiteX83-26727" fmla="*/ 4418 w 5134"/>
                  <a:gd name="connsiteY83-26728" fmla="*/ 3926 h 5728"/>
                  <a:gd name="connsiteX84-26729" fmla="*/ 4383 w 5134"/>
                  <a:gd name="connsiteY84-26730" fmla="*/ 3965 h 5728"/>
                  <a:gd name="connsiteX85-26731" fmla="*/ 4331 w 5134"/>
                  <a:gd name="connsiteY85-26732" fmla="*/ 3973 h 5728"/>
                  <a:gd name="connsiteX86-26733" fmla="*/ 4274 w 5134"/>
                  <a:gd name="connsiteY86-26734" fmla="*/ 3916 h 5728"/>
                  <a:gd name="connsiteX87-26735" fmla="*/ 4150 w 5134"/>
                  <a:gd name="connsiteY87-26736" fmla="*/ 3808 h 5728"/>
                  <a:gd name="connsiteX88-26737" fmla="*/ 4174 w 5134"/>
                  <a:gd name="connsiteY88-26738" fmla="*/ 4064 h 5728"/>
                  <a:gd name="connsiteX89-26739" fmla="*/ 4183 w 5134"/>
                  <a:gd name="connsiteY89-26740" fmla="*/ 4192 h 5728"/>
                  <a:gd name="connsiteX90-26741" fmla="*/ 3921 w 5134"/>
                  <a:gd name="connsiteY90-26742" fmla="*/ 4166 h 5728"/>
                  <a:gd name="connsiteX91-26743" fmla="*/ 3839 w 5134"/>
                  <a:gd name="connsiteY91-26744" fmla="*/ 3987 h 5728"/>
                  <a:gd name="connsiteX92-26745" fmla="*/ 3757 w 5134"/>
                  <a:gd name="connsiteY92-26746" fmla="*/ 3802 h 5728"/>
                  <a:gd name="connsiteX93-26747" fmla="*/ 1916 w 5134"/>
                  <a:gd name="connsiteY93-26748" fmla="*/ 5045 h 5728"/>
                  <a:gd name="connsiteX94-26749" fmla="*/ 1805 w 5134"/>
                  <a:gd name="connsiteY94-26750" fmla="*/ 5000 h 5728"/>
                  <a:gd name="connsiteX95-26751" fmla="*/ 1727 w 5134"/>
                  <a:gd name="connsiteY95-26752" fmla="*/ 5109 h 5728"/>
                  <a:gd name="connsiteX96-26753" fmla="*/ 1505 w 5134"/>
                  <a:gd name="connsiteY96-26754" fmla="*/ 5349 h 5728"/>
                  <a:gd name="connsiteX97-26755" fmla="*/ 1485 w 5134"/>
                  <a:gd name="connsiteY97-26756" fmla="*/ 5516 h 5728"/>
                  <a:gd name="connsiteX98-26757" fmla="*/ 1468 w 5134"/>
                  <a:gd name="connsiteY98-26758" fmla="*/ 5659 h 5728"/>
                  <a:gd name="connsiteX99-26759" fmla="*/ 1452 w 5134"/>
                  <a:gd name="connsiteY99-26760" fmla="*/ 5669 h 5728"/>
                  <a:gd name="connsiteX100-26761" fmla="*/ 1130 w 5134"/>
                  <a:gd name="connsiteY100-26762" fmla="*/ 5621 h 5728"/>
                  <a:gd name="connsiteX101-26763" fmla="*/ 1028 w 5134"/>
                  <a:gd name="connsiteY101-26764" fmla="*/ 5566 h 5728"/>
                  <a:gd name="connsiteX102-26765" fmla="*/ 974 w 5134"/>
                  <a:gd name="connsiteY102-26766" fmla="*/ 5503 h 5728"/>
                  <a:gd name="connsiteX103-26767" fmla="*/ 869 w 5134"/>
                  <a:gd name="connsiteY103-26768" fmla="*/ 5477 h 5728"/>
                  <a:gd name="connsiteX104-26769" fmla="*/ 869 w 5134"/>
                  <a:gd name="connsiteY104-26770" fmla="*/ 5379 h 5728"/>
                  <a:gd name="connsiteX105-26771" fmla="*/ 973 w 5134"/>
                  <a:gd name="connsiteY105-26772" fmla="*/ 5149 h 5728"/>
                  <a:gd name="connsiteX106-26773" fmla="*/ 833 w 5134"/>
                  <a:gd name="connsiteY106-26774" fmla="*/ 5070 h 5728"/>
                  <a:gd name="connsiteX107-26775" fmla="*/ 791 w 5134"/>
                  <a:gd name="connsiteY107-26776" fmla="*/ 5095 h 5728"/>
                  <a:gd name="connsiteX108-26777" fmla="*/ 701 w 5134"/>
                  <a:gd name="connsiteY108-26778" fmla="*/ 5214 h 5728"/>
                  <a:gd name="connsiteX109-26779" fmla="*/ 669 w 5134"/>
                  <a:gd name="connsiteY109-26780" fmla="*/ 5276 h 5728"/>
                  <a:gd name="connsiteX110-26781" fmla="*/ 607 w 5134"/>
                  <a:gd name="connsiteY110-26782" fmla="*/ 5386 h 5728"/>
                  <a:gd name="connsiteX111-26783" fmla="*/ 613 w 5134"/>
                  <a:gd name="connsiteY111-26784" fmla="*/ 5510 h 5728"/>
                  <a:gd name="connsiteX112-26785" fmla="*/ 574 w 5134"/>
                  <a:gd name="connsiteY112-26786" fmla="*/ 5558 h 5728"/>
                  <a:gd name="connsiteX113-26787" fmla="*/ 443 w 5134"/>
                  <a:gd name="connsiteY113-26788" fmla="*/ 5617 h 5728"/>
                  <a:gd name="connsiteX114-26789" fmla="*/ 277 w 5134"/>
                  <a:gd name="connsiteY114-26790" fmla="*/ 5649 h 5728"/>
                  <a:gd name="connsiteX115-26791" fmla="*/ 174 w 5134"/>
                  <a:gd name="connsiteY115-26792" fmla="*/ 5728 h 5728"/>
                  <a:gd name="connsiteX116-26793" fmla="*/ 60 w 5134"/>
                  <a:gd name="connsiteY116-26794" fmla="*/ 5611 h 5728"/>
                  <a:gd name="connsiteX117-26795" fmla="*/ 0 w 5134"/>
                  <a:gd name="connsiteY117-26796" fmla="*/ 5485 h 5728"/>
                  <a:gd name="connsiteX0-26797" fmla="*/ 3948 w 5134"/>
                  <a:gd name="connsiteY0-26798" fmla="*/ 2333 h 5728"/>
                  <a:gd name="connsiteX1-26799" fmla="*/ 3946 w 5134"/>
                  <a:gd name="connsiteY1-26800" fmla="*/ 2117 h 5728"/>
                  <a:gd name="connsiteX2-26801" fmla="*/ 3870 w 5134"/>
                  <a:gd name="connsiteY2-26802" fmla="*/ 2039 h 5728"/>
                  <a:gd name="connsiteX3-26803" fmla="*/ 3727 w 5134"/>
                  <a:gd name="connsiteY3-26804" fmla="*/ 1951 h 5728"/>
                  <a:gd name="connsiteX4-26805" fmla="*/ 3635 w 5134"/>
                  <a:gd name="connsiteY4-26806" fmla="*/ 1827 h 5728"/>
                  <a:gd name="connsiteX5-26807" fmla="*/ 3539 w 5134"/>
                  <a:gd name="connsiteY5-26808" fmla="*/ 1828 h 5728"/>
                  <a:gd name="connsiteX6-26809" fmla="*/ 3494 w 5134"/>
                  <a:gd name="connsiteY6-26810" fmla="*/ 1883 h 5728"/>
                  <a:gd name="connsiteX7-26811" fmla="*/ 3401 w 5134"/>
                  <a:gd name="connsiteY7-26812" fmla="*/ 1877 h 5728"/>
                  <a:gd name="connsiteX8-26813" fmla="*/ 3381 w 5134"/>
                  <a:gd name="connsiteY8-26814" fmla="*/ 1994 h 5728"/>
                  <a:gd name="connsiteX9-26815" fmla="*/ 3200 w 5134"/>
                  <a:gd name="connsiteY9-26816" fmla="*/ 1941 h 5728"/>
                  <a:gd name="connsiteX10-26817" fmla="*/ 3117 w 5134"/>
                  <a:gd name="connsiteY10-26818" fmla="*/ 1939 h 5728"/>
                  <a:gd name="connsiteX11-26819" fmla="*/ 2992 w 5134"/>
                  <a:gd name="connsiteY11-26820" fmla="*/ 2014 h 5728"/>
                  <a:gd name="connsiteX12-26821" fmla="*/ 2880 w 5134"/>
                  <a:gd name="connsiteY12-26822" fmla="*/ 1890 h 5728"/>
                  <a:gd name="connsiteX13-26823" fmla="*/ 2974 w 5134"/>
                  <a:gd name="connsiteY13-26824" fmla="*/ 1804 h 5728"/>
                  <a:gd name="connsiteX14-26825" fmla="*/ 2978 w 5134"/>
                  <a:gd name="connsiteY14-26826" fmla="*/ 1634 h 5728"/>
                  <a:gd name="connsiteX15-26827" fmla="*/ 3033 w 5134"/>
                  <a:gd name="connsiteY15-26828" fmla="*/ 1514 h 5728"/>
                  <a:gd name="connsiteX16-26829" fmla="*/ 3076 w 5134"/>
                  <a:gd name="connsiteY16-26830" fmla="*/ 1306 h 5728"/>
                  <a:gd name="connsiteX17-26831" fmla="*/ 3136 w 5134"/>
                  <a:gd name="connsiteY17-26832" fmla="*/ 1307 h 5728"/>
                  <a:gd name="connsiteX18-26833" fmla="*/ 3459 w 5134"/>
                  <a:gd name="connsiteY18-26834" fmla="*/ 1286 h 5728"/>
                  <a:gd name="connsiteX19-26835" fmla="*/ 3633 w 5134"/>
                  <a:gd name="connsiteY19-26836" fmla="*/ 1117 h 5728"/>
                  <a:gd name="connsiteX20-26837" fmla="*/ 3702 w 5134"/>
                  <a:gd name="connsiteY20-26838" fmla="*/ 748 h 5728"/>
                  <a:gd name="connsiteX21-26839" fmla="*/ 3812 w 5134"/>
                  <a:gd name="connsiteY21-26840" fmla="*/ 486 h 5728"/>
                  <a:gd name="connsiteX22-26841" fmla="*/ 3810 w 5134"/>
                  <a:gd name="connsiteY22-26842" fmla="*/ 358 h 5728"/>
                  <a:gd name="connsiteX23-26843" fmla="*/ 3797 w 5134"/>
                  <a:gd name="connsiteY23-26844" fmla="*/ 328 h 5728"/>
                  <a:gd name="connsiteX24-26845" fmla="*/ 3730 w 5134"/>
                  <a:gd name="connsiteY24-26846" fmla="*/ 251 h 5728"/>
                  <a:gd name="connsiteX25-26847" fmla="*/ 3670 w 5134"/>
                  <a:gd name="connsiteY25-26848" fmla="*/ 217 h 5728"/>
                  <a:gd name="connsiteX26-26849" fmla="*/ 3795 w 5134"/>
                  <a:gd name="connsiteY26-26850" fmla="*/ 56 h 5728"/>
                  <a:gd name="connsiteX27-26851" fmla="*/ 3968 w 5134"/>
                  <a:gd name="connsiteY27-26852" fmla="*/ 2 h 5728"/>
                  <a:gd name="connsiteX28-26853" fmla="*/ 4000 w 5134"/>
                  <a:gd name="connsiteY28-26854" fmla="*/ 49 h 5728"/>
                  <a:gd name="connsiteX29-26855" fmla="*/ 3990 w 5134"/>
                  <a:gd name="connsiteY29-26856" fmla="*/ 133 h 5728"/>
                  <a:gd name="connsiteX30-26857" fmla="*/ 3929 w 5134"/>
                  <a:gd name="connsiteY30-26858" fmla="*/ 243 h 5728"/>
                  <a:gd name="connsiteX31-26859" fmla="*/ 3999 w 5134"/>
                  <a:gd name="connsiteY31-26860" fmla="*/ 301 h 5728"/>
                  <a:gd name="connsiteX32-26861" fmla="*/ 4113 w 5134"/>
                  <a:gd name="connsiteY32-26862" fmla="*/ 366 h 5728"/>
                  <a:gd name="connsiteX33-26863" fmla="*/ 4133 w 5134"/>
                  <a:gd name="connsiteY33-26864" fmla="*/ 255 h 5728"/>
                  <a:gd name="connsiteX34-26865" fmla="*/ 4267 w 5134"/>
                  <a:gd name="connsiteY34-26866" fmla="*/ 291 h 5728"/>
                  <a:gd name="connsiteX35-26867" fmla="*/ 4292 w 5134"/>
                  <a:gd name="connsiteY35-26868" fmla="*/ 331 h 5728"/>
                  <a:gd name="connsiteX36-26869" fmla="*/ 4368 w 5134"/>
                  <a:gd name="connsiteY36-26870" fmla="*/ 562 h 5728"/>
                  <a:gd name="connsiteX37-26871" fmla="*/ 4403 w 5134"/>
                  <a:gd name="connsiteY37-26872" fmla="*/ 586 h 5728"/>
                  <a:gd name="connsiteX38-26873" fmla="*/ 4495 w 5134"/>
                  <a:gd name="connsiteY38-26874" fmla="*/ 578 h 5728"/>
                  <a:gd name="connsiteX39-26875" fmla="*/ 4755 w 5134"/>
                  <a:gd name="connsiteY39-26876" fmla="*/ 490 h 5728"/>
                  <a:gd name="connsiteX40-26877" fmla="*/ 4975 w 5134"/>
                  <a:gd name="connsiteY40-26878" fmla="*/ 479 h 5728"/>
                  <a:gd name="connsiteX41-26879" fmla="*/ 5035 w 5134"/>
                  <a:gd name="connsiteY41-26880" fmla="*/ 648 h 5728"/>
                  <a:gd name="connsiteX42-26881" fmla="*/ 4953 w 5134"/>
                  <a:gd name="connsiteY42-26882" fmla="*/ 944 h 5728"/>
                  <a:gd name="connsiteX43-26883" fmla="*/ 4953 w 5134"/>
                  <a:gd name="connsiteY43-26884" fmla="*/ 1022 h 5728"/>
                  <a:gd name="connsiteX44-26885" fmla="*/ 5022 w 5134"/>
                  <a:gd name="connsiteY44-26886" fmla="*/ 1168 h 5728"/>
                  <a:gd name="connsiteX45-26887" fmla="*/ 5037 w 5134"/>
                  <a:gd name="connsiteY45-26888" fmla="*/ 1427 h 5728"/>
                  <a:gd name="connsiteX46-26889" fmla="*/ 5039 w 5134"/>
                  <a:gd name="connsiteY46-26890" fmla="*/ 1617 h 5728"/>
                  <a:gd name="connsiteX47-26891" fmla="*/ 4972 w 5134"/>
                  <a:gd name="connsiteY47-26892" fmla="*/ 1625 h 5728"/>
                  <a:gd name="connsiteX48-26893" fmla="*/ 4950 w 5134"/>
                  <a:gd name="connsiteY48-26894" fmla="*/ 1507 h 5728"/>
                  <a:gd name="connsiteX49-26895" fmla="*/ 4915 w 5134"/>
                  <a:gd name="connsiteY49-26896" fmla="*/ 1450 h 5728"/>
                  <a:gd name="connsiteX50-26897" fmla="*/ 4825 w 5134"/>
                  <a:gd name="connsiteY50-26898" fmla="*/ 1582 h 5728"/>
                  <a:gd name="connsiteX51-26899" fmla="*/ 4712 w 5134"/>
                  <a:gd name="connsiteY51-26900" fmla="*/ 1776 h 5728"/>
                  <a:gd name="connsiteX52-26901" fmla="*/ 4593 w 5134"/>
                  <a:gd name="connsiteY52-26902" fmla="*/ 1904 h 5728"/>
                  <a:gd name="connsiteX53-26903" fmla="*/ 4586 w 5134"/>
                  <a:gd name="connsiteY53-26904" fmla="*/ 2018 h 5728"/>
                  <a:gd name="connsiteX54-26905" fmla="*/ 4646 w 5134"/>
                  <a:gd name="connsiteY54-26906" fmla="*/ 2115 h 5728"/>
                  <a:gd name="connsiteX55-26907" fmla="*/ 4748 w 5134"/>
                  <a:gd name="connsiteY55-26908" fmla="*/ 2183 h 5728"/>
                  <a:gd name="connsiteX56-26909" fmla="*/ 4825 w 5134"/>
                  <a:gd name="connsiteY56-26910" fmla="*/ 2178 h 5728"/>
                  <a:gd name="connsiteX57-26911" fmla="*/ 4870 w 5134"/>
                  <a:gd name="connsiteY57-26912" fmla="*/ 2104 h 5728"/>
                  <a:gd name="connsiteX58-26913" fmla="*/ 4904 w 5134"/>
                  <a:gd name="connsiteY58-26914" fmla="*/ 2210 h 5728"/>
                  <a:gd name="connsiteX59-26915" fmla="*/ 4792 w 5134"/>
                  <a:gd name="connsiteY59-26916" fmla="*/ 2249 h 5728"/>
                  <a:gd name="connsiteX60-26917" fmla="*/ 4839 w 5134"/>
                  <a:gd name="connsiteY60-26918" fmla="*/ 2362 h 5728"/>
                  <a:gd name="connsiteX61-26919" fmla="*/ 4704 w 5134"/>
                  <a:gd name="connsiteY61-26920" fmla="*/ 2509 h 5728"/>
                  <a:gd name="connsiteX62-26921" fmla="*/ 4663 w 5134"/>
                  <a:gd name="connsiteY62-26922" fmla="*/ 2498 h 5728"/>
                  <a:gd name="connsiteX63-26923" fmla="*/ 4539 w 5134"/>
                  <a:gd name="connsiteY63-26924" fmla="*/ 2413 h 5728"/>
                  <a:gd name="connsiteX64-26925" fmla="*/ 4484 w 5134"/>
                  <a:gd name="connsiteY64-26926" fmla="*/ 2412 h 5728"/>
                  <a:gd name="connsiteX65-26927" fmla="*/ 4449 w 5134"/>
                  <a:gd name="connsiteY65-26928" fmla="*/ 2480 h 5728"/>
                  <a:gd name="connsiteX66-26929" fmla="*/ 4452 w 5134"/>
                  <a:gd name="connsiteY66-26930" fmla="*/ 2562 h 5728"/>
                  <a:gd name="connsiteX67-26931" fmla="*/ 4630 w 5134"/>
                  <a:gd name="connsiteY67-26932" fmla="*/ 2730 h 5728"/>
                  <a:gd name="connsiteX68-26933" fmla="*/ 4629 w 5134"/>
                  <a:gd name="connsiteY68-26934" fmla="*/ 2844 h 5728"/>
                  <a:gd name="connsiteX69-26935" fmla="*/ 4720 w 5134"/>
                  <a:gd name="connsiteY69-26936" fmla="*/ 3060 h 5728"/>
                  <a:gd name="connsiteX70-26937" fmla="*/ 4746 w 5134"/>
                  <a:gd name="connsiteY70-26938" fmla="*/ 3090 h 5728"/>
                  <a:gd name="connsiteX71-26939" fmla="*/ 4790 w 5134"/>
                  <a:gd name="connsiteY71-26940" fmla="*/ 3094 h 5728"/>
                  <a:gd name="connsiteX72-26941" fmla="*/ 4836 w 5134"/>
                  <a:gd name="connsiteY72-26942" fmla="*/ 3010 h 5728"/>
                  <a:gd name="connsiteX73-26943" fmla="*/ 4916 w 5134"/>
                  <a:gd name="connsiteY73-26944" fmla="*/ 2950 h 5728"/>
                  <a:gd name="connsiteX74-26945" fmla="*/ 5011 w 5134"/>
                  <a:gd name="connsiteY74-26946" fmla="*/ 3126 h 5728"/>
                  <a:gd name="connsiteX75-26947" fmla="*/ 5121 w 5134"/>
                  <a:gd name="connsiteY75-26948" fmla="*/ 3312 h 5728"/>
                  <a:gd name="connsiteX76-26949" fmla="*/ 5134 w 5134"/>
                  <a:gd name="connsiteY76-26950" fmla="*/ 3342 h 5728"/>
                  <a:gd name="connsiteX77-26951" fmla="*/ 5123 w 5134"/>
                  <a:gd name="connsiteY77-26952" fmla="*/ 3518 h 5728"/>
                  <a:gd name="connsiteX78-26953" fmla="*/ 5088 w 5134"/>
                  <a:gd name="connsiteY78-26954" fmla="*/ 3554 h 5728"/>
                  <a:gd name="connsiteX79-26955" fmla="*/ 4999 w 5134"/>
                  <a:gd name="connsiteY79-26956" fmla="*/ 3515 h 5728"/>
                  <a:gd name="connsiteX80-26957" fmla="*/ 4765 w 5134"/>
                  <a:gd name="connsiteY80-26958" fmla="*/ 3644 h 5728"/>
                  <a:gd name="connsiteX81-26959" fmla="*/ 4739 w 5134"/>
                  <a:gd name="connsiteY81-26960" fmla="*/ 3666 h 5728"/>
                  <a:gd name="connsiteX82-26961" fmla="*/ 4559 w 5134"/>
                  <a:gd name="connsiteY82-26962" fmla="*/ 3812 h 5728"/>
                  <a:gd name="connsiteX83-26963" fmla="*/ 4418 w 5134"/>
                  <a:gd name="connsiteY83-26964" fmla="*/ 3926 h 5728"/>
                  <a:gd name="connsiteX84-26965" fmla="*/ 4383 w 5134"/>
                  <a:gd name="connsiteY84-26966" fmla="*/ 3965 h 5728"/>
                  <a:gd name="connsiteX85-26967" fmla="*/ 4331 w 5134"/>
                  <a:gd name="connsiteY85-26968" fmla="*/ 3973 h 5728"/>
                  <a:gd name="connsiteX86-26969" fmla="*/ 4274 w 5134"/>
                  <a:gd name="connsiteY86-26970" fmla="*/ 3916 h 5728"/>
                  <a:gd name="connsiteX87-26971" fmla="*/ 4150 w 5134"/>
                  <a:gd name="connsiteY87-26972" fmla="*/ 3808 h 5728"/>
                  <a:gd name="connsiteX88-26973" fmla="*/ 4174 w 5134"/>
                  <a:gd name="connsiteY88-26974" fmla="*/ 4064 h 5728"/>
                  <a:gd name="connsiteX89-26975" fmla="*/ 4183 w 5134"/>
                  <a:gd name="connsiteY89-26976" fmla="*/ 4192 h 5728"/>
                  <a:gd name="connsiteX90-26977" fmla="*/ 3921 w 5134"/>
                  <a:gd name="connsiteY90-26978" fmla="*/ 4166 h 5728"/>
                  <a:gd name="connsiteX91-26979" fmla="*/ 3839 w 5134"/>
                  <a:gd name="connsiteY91-26980" fmla="*/ 3987 h 5728"/>
                  <a:gd name="connsiteX92-26981" fmla="*/ 3757 w 5134"/>
                  <a:gd name="connsiteY92-26982" fmla="*/ 3802 h 5728"/>
                  <a:gd name="connsiteX93-26983" fmla="*/ 1805 w 5134"/>
                  <a:gd name="connsiteY93-26984" fmla="*/ 5000 h 5728"/>
                  <a:gd name="connsiteX94-26985" fmla="*/ 1727 w 5134"/>
                  <a:gd name="connsiteY94-26986" fmla="*/ 5109 h 5728"/>
                  <a:gd name="connsiteX95-26987" fmla="*/ 1505 w 5134"/>
                  <a:gd name="connsiteY95-26988" fmla="*/ 5349 h 5728"/>
                  <a:gd name="connsiteX96-26989" fmla="*/ 1485 w 5134"/>
                  <a:gd name="connsiteY96-26990" fmla="*/ 5516 h 5728"/>
                  <a:gd name="connsiteX97-26991" fmla="*/ 1468 w 5134"/>
                  <a:gd name="connsiteY97-26992" fmla="*/ 5659 h 5728"/>
                  <a:gd name="connsiteX98-26993" fmla="*/ 1452 w 5134"/>
                  <a:gd name="connsiteY98-26994" fmla="*/ 5669 h 5728"/>
                  <a:gd name="connsiteX99-26995" fmla="*/ 1130 w 5134"/>
                  <a:gd name="connsiteY99-26996" fmla="*/ 5621 h 5728"/>
                  <a:gd name="connsiteX100-26997" fmla="*/ 1028 w 5134"/>
                  <a:gd name="connsiteY100-26998" fmla="*/ 5566 h 5728"/>
                  <a:gd name="connsiteX101-26999" fmla="*/ 974 w 5134"/>
                  <a:gd name="connsiteY101-27000" fmla="*/ 5503 h 5728"/>
                  <a:gd name="connsiteX102-27001" fmla="*/ 869 w 5134"/>
                  <a:gd name="connsiteY102-27002" fmla="*/ 5477 h 5728"/>
                  <a:gd name="connsiteX103-27003" fmla="*/ 869 w 5134"/>
                  <a:gd name="connsiteY103-27004" fmla="*/ 5379 h 5728"/>
                  <a:gd name="connsiteX104-27005" fmla="*/ 973 w 5134"/>
                  <a:gd name="connsiteY104-27006" fmla="*/ 5149 h 5728"/>
                  <a:gd name="connsiteX105-27007" fmla="*/ 833 w 5134"/>
                  <a:gd name="connsiteY105-27008" fmla="*/ 5070 h 5728"/>
                  <a:gd name="connsiteX106-27009" fmla="*/ 791 w 5134"/>
                  <a:gd name="connsiteY106-27010" fmla="*/ 5095 h 5728"/>
                  <a:gd name="connsiteX107-27011" fmla="*/ 701 w 5134"/>
                  <a:gd name="connsiteY107-27012" fmla="*/ 5214 h 5728"/>
                  <a:gd name="connsiteX108-27013" fmla="*/ 669 w 5134"/>
                  <a:gd name="connsiteY108-27014" fmla="*/ 5276 h 5728"/>
                  <a:gd name="connsiteX109-27015" fmla="*/ 607 w 5134"/>
                  <a:gd name="connsiteY109-27016" fmla="*/ 5386 h 5728"/>
                  <a:gd name="connsiteX110-27017" fmla="*/ 613 w 5134"/>
                  <a:gd name="connsiteY110-27018" fmla="*/ 5510 h 5728"/>
                  <a:gd name="connsiteX111-27019" fmla="*/ 574 w 5134"/>
                  <a:gd name="connsiteY111-27020" fmla="*/ 5558 h 5728"/>
                  <a:gd name="connsiteX112-27021" fmla="*/ 443 w 5134"/>
                  <a:gd name="connsiteY112-27022" fmla="*/ 5617 h 5728"/>
                  <a:gd name="connsiteX113-27023" fmla="*/ 277 w 5134"/>
                  <a:gd name="connsiteY113-27024" fmla="*/ 5649 h 5728"/>
                  <a:gd name="connsiteX114-27025" fmla="*/ 174 w 5134"/>
                  <a:gd name="connsiteY114-27026" fmla="*/ 5728 h 5728"/>
                  <a:gd name="connsiteX115-27027" fmla="*/ 60 w 5134"/>
                  <a:gd name="connsiteY115-27028" fmla="*/ 5611 h 5728"/>
                  <a:gd name="connsiteX116-27029" fmla="*/ 0 w 5134"/>
                  <a:gd name="connsiteY116-27030" fmla="*/ 5485 h 5728"/>
                  <a:gd name="connsiteX0-27031" fmla="*/ 3948 w 5134"/>
                  <a:gd name="connsiteY0-27032" fmla="*/ 2333 h 5728"/>
                  <a:gd name="connsiteX1-27033" fmla="*/ 3946 w 5134"/>
                  <a:gd name="connsiteY1-27034" fmla="*/ 2117 h 5728"/>
                  <a:gd name="connsiteX2-27035" fmla="*/ 3870 w 5134"/>
                  <a:gd name="connsiteY2-27036" fmla="*/ 2039 h 5728"/>
                  <a:gd name="connsiteX3-27037" fmla="*/ 3727 w 5134"/>
                  <a:gd name="connsiteY3-27038" fmla="*/ 1951 h 5728"/>
                  <a:gd name="connsiteX4-27039" fmla="*/ 3635 w 5134"/>
                  <a:gd name="connsiteY4-27040" fmla="*/ 1827 h 5728"/>
                  <a:gd name="connsiteX5-27041" fmla="*/ 3539 w 5134"/>
                  <a:gd name="connsiteY5-27042" fmla="*/ 1828 h 5728"/>
                  <a:gd name="connsiteX6-27043" fmla="*/ 3494 w 5134"/>
                  <a:gd name="connsiteY6-27044" fmla="*/ 1883 h 5728"/>
                  <a:gd name="connsiteX7-27045" fmla="*/ 3401 w 5134"/>
                  <a:gd name="connsiteY7-27046" fmla="*/ 1877 h 5728"/>
                  <a:gd name="connsiteX8-27047" fmla="*/ 3381 w 5134"/>
                  <a:gd name="connsiteY8-27048" fmla="*/ 1994 h 5728"/>
                  <a:gd name="connsiteX9-27049" fmla="*/ 3200 w 5134"/>
                  <a:gd name="connsiteY9-27050" fmla="*/ 1941 h 5728"/>
                  <a:gd name="connsiteX10-27051" fmla="*/ 3117 w 5134"/>
                  <a:gd name="connsiteY10-27052" fmla="*/ 1939 h 5728"/>
                  <a:gd name="connsiteX11-27053" fmla="*/ 2992 w 5134"/>
                  <a:gd name="connsiteY11-27054" fmla="*/ 2014 h 5728"/>
                  <a:gd name="connsiteX12-27055" fmla="*/ 2880 w 5134"/>
                  <a:gd name="connsiteY12-27056" fmla="*/ 1890 h 5728"/>
                  <a:gd name="connsiteX13-27057" fmla="*/ 2974 w 5134"/>
                  <a:gd name="connsiteY13-27058" fmla="*/ 1804 h 5728"/>
                  <a:gd name="connsiteX14-27059" fmla="*/ 2978 w 5134"/>
                  <a:gd name="connsiteY14-27060" fmla="*/ 1634 h 5728"/>
                  <a:gd name="connsiteX15-27061" fmla="*/ 3033 w 5134"/>
                  <a:gd name="connsiteY15-27062" fmla="*/ 1514 h 5728"/>
                  <a:gd name="connsiteX16-27063" fmla="*/ 3076 w 5134"/>
                  <a:gd name="connsiteY16-27064" fmla="*/ 1306 h 5728"/>
                  <a:gd name="connsiteX17-27065" fmla="*/ 3136 w 5134"/>
                  <a:gd name="connsiteY17-27066" fmla="*/ 1307 h 5728"/>
                  <a:gd name="connsiteX18-27067" fmla="*/ 3459 w 5134"/>
                  <a:gd name="connsiteY18-27068" fmla="*/ 1286 h 5728"/>
                  <a:gd name="connsiteX19-27069" fmla="*/ 3633 w 5134"/>
                  <a:gd name="connsiteY19-27070" fmla="*/ 1117 h 5728"/>
                  <a:gd name="connsiteX20-27071" fmla="*/ 3702 w 5134"/>
                  <a:gd name="connsiteY20-27072" fmla="*/ 748 h 5728"/>
                  <a:gd name="connsiteX21-27073" fmla="*/ 3812 w 5134"/>
                  <a:gd name="connsiteY21-27074" fmla="*/ 486 h 5728"/>
                  <a:gd name="connsiteX22-27075" fmla="*/ 3810 w 5134"/>
                  <a:gd name="connsiteY22-27076" fmla="*/ 358 h 5728"/>
                  <a:gd name="connsiteX23-27077" fmla="*/ 3797 w 5134"/>
                  <a:gd name="connsiteY23-27078" fmla="*/ 328 h 5728"/>
                  <a:gd name="connsiteX24-27079" fmla="*/ 3730 w 5134"/>
                  <a:gd name="connsiteY24-27080" fmla="*/ 251 h 5728"/>
                  <a:gd name="connsiteX25-27081" fmla="*/ 3670 w 5134"/>
                  <a:gd name="connsiteY25-27082" fmla="*/ 217 h 5728"/>
                  <a:gd name="connsiteX26-27083" fmla="*/ 3795 w 5134"/>
                  <a:gd name="connsiteY26-27084" fmla="*/ 56 h 5728"/>
                  <a:gd name="connsiteX27-27085" fmla="*/ 3968 w 5134"/>
                  <a:gd name="connsiteY27-27086" fmla="*/ 2 h 5728"/>
                  <a:gd name="connsiteX28-27087" fmla="*/ 4000 w 5134"/>
                  <a:gd name="connsiteY28-27088" fmla="*/ 49 h 5728"/>
                  <a:gd name="connsiteX29-27089" fmla="*/ 3990 w 5134"/>
                  <a:gd name="connsiteY29-27090" fmla="*/ 133 h 5728"/>
                  <a:gd name="connsiteX30-27091" fmla="*/ 3929 w 5134"/>
                  <a:gd name="connsiteY30-27092" fmla="*/ 243 h 5728"/>
                  <a:gd name="connsiteX31-27093" fmla="*/ 3999 w 5134"/>
                  <a:gd name="connsiteY31-27094" fmla="*/ 301 h 5728"/>
                  <a:gd name="connsiteX32-27095" fmla="*/ 4113 w 5134"/>
                  <a:gd name="connsiteY32-27096" fmla="*/ 366 h 5728"/>
                  <a:gd name="connsiteX33-27097" fmla="*/ 4133 w 5134"/>
                  <a:gd name="connsiteY33-27098" fmla="*/ 255 h 5728"/>
                  <a:gd name="connsiteX34-27099" fmla="*/ 4267 w 5134"/>
                  <a:gd name="connsiteY34-27100" fmla="*/ 291 h 5728"/>
                  <a:gd name="connsiteX35-27101" fmla="*/ 4292 w 5134"/>
                  <a:gd name="connsiteY35-27102" fmla="*/ 331 h 5728"/>
                  <a:gd name="connsiteX36-27103" fmla="*/ 4368 w 5134"/>
                  <a:gd name="connsiteY36-27104" fmla="*/ 562 h 5728"/>
                  <a:gd name="connsiteX37-27105" fmla="*/ 4403 w 5134"/>
                  <a:gd name="connsiteY37-27106" fmla="*/ 586 h 5728"/>
                  <a:gd name="connsiteX38-27107" fmla="*/ 4495 w 5134"/>
                  <a:gd name="connsiteY38-27108" fmla="*/ 578 h 5728"/>
                  <a:gd name="connsiteX39-27109" fmla="*/ 4755 w 5134"/>
                  <a:gd name="connsiteY39-27110" fmla="*/ 490 h 5728"/>
                  <a:gd name="connsiteX40-27111" fmla="*/ 4975 w 5134"/>
                  <a:gd name="connsiteY40-27112" fmla="*/ 479 h 5728"/>
                  <a:gd name="connsiteX41-27113" fmla="*/ 5035 w 5134"/>
                  <a:gd name="connsiteY41-27114" fmla="*/ 648 h 5728"/>
                  <a:gd name="connsiteX42-27115" fmla="*/ 4953 w 5134"/>
                  <a:gd name="connsiteY42-27116" fmla="*/ 944 h 5728"/>
                  <a:gd name="connsiteX43-27117" fmla="*/ 4953 w 5134"/>
                  <a:gd name="connsiteY43-27118" fmla="*/ 1022 h 5728"/>
                  <a:gd name="connsiteX44-27119" fmla="*/ 5022 w 5134"/>
                  <a:gd name="connsiteY44-27120" fmla="*/ 1168 h 5728"/>
                  <a:gd name="connsiteX45-27121" fmla="*/ 5037 w 5134"/>
                  <a:gd name="connsiteY45-27122" fmla="*/ 1427 h 5728"/>
                  <a:gd name="connsiteX46-27123" fmla="*/ 5039 w 5134"/>
                  <a:gd name="connsiteY46-27124" fmla="*/ 1617 h 5728"/>
                  <a:gd name="connsiteX47-27125" fmla="*/ 4972 w 5134"/>
                  <a:gd name="connsiteY47-27126" fmla="*/ 1625 h 5728"/>
                  <a:gd name="connsiteX48-27127" fmla="*/ 4950 w 5134"/>
                  <a:gd name="connsiteY48-27128" fmla="*/ 1507 h 5728"/>
                  <a:gd name="connsiteX49-27129" fmla="*/ 4915 w 5134"/>
                  <a:gd name="connsiteY49-27130" fmla="*/ 1450 h 5728"/>
                  <a:gd name="connsiteX50-27131" fmla="*/ 4825 w 5134"/>
                  <a:gd name="connsiteY50-27132" fmla="*/ 1582 h 5728"/>
                  <a:gd name="connsiteX51-27133" fmla="*/ 4712 w 5134"/>
                  <a:gd name="connsiteY51-27134" fmla="*/ 1776 h 5728"/>
                  <a:gd name="connsiteX52-27135" fmla="*/ 4593 w 5134"/>
                  <a:gd name="connsiteY52-27136" fmla="*/ 1904 h 5728"/>
                  <a:gd name="connsiteX53-27137" fmla="*/ 4586 w 5134"/>
                  <a:gd name="connsiteY53-27138" fmla="*/ 2018 h 5728"/>
                  <a:gd name="connsiteX54-27139" fmla="*/ 4646 w 5134"/>
                  <a:gd name="connsiteY54-27140" fmla="*/ 2115 h 5728"/>
                  <a:gd name="connsiteX55-27141" fmla="*/ 4748 w 5134"/>
                  <a:gd name="connsiteY55-27142" fmla="*/ 2183 h 5728"/>
                  <a:gd name="connsiteX56-27143" fmla="*/ 4825 w 5134"/>
                  <a:gd name="connsiteY56-27144" fmla="*/ 2178 h 5728"/>
                  <a:gd name="connsiteX57-27145" fmla="*/ 4870 w 5134"/>
                  <a:gd name="connsiteY57-27146" fmla="*/ 2104 h 5728"/>
                  <a:gd name="connsiteX58-27147" fmla="*/ 4904 w 5134"/>
                  <a:gd name="connsiteY58-27148" fmla="*/ 2210 h 5728"/>
                  <a:gd name="connsiteX59-27149" fmla="*/ 4792 w 5134"/>
                  <a:gd name="connsiteY59-27150" fmla="*/ 2249 h 5728"/>
                  <a:gd name="connsiteX60-27151" fmla="*/ 4839 w 5134"/>
                  <a:gd name="connsiteY60-27152" fmla="*/ 2362 h 5728"/>
                  <a:gd name="connsiteX61-27153" fmla="*/ 4704 w 5134"/>
                  <a:gd name="connsiteY61-27154" fmla="*/ 2509 h 5728"/>
                  <a:gd name="connsiteX62-27155" fmla="*/ 4663 w 5134"/>
                  <a:gd name="connsiteY62-27156" fmla="*/ 2498 h 5728"/>
                  <a:gd name="connsiteX63-27157" fmla="*/ 4539 w 5134"/>
                  <a:gd name="connsiteY63-27158" fmla="*/ 2413 h 5728"/>
                  <a:gd name="connsiteX64-27159" fmla="*/ 4484 w 5134"/>
                  <a:gd name="connsiteY64-27160" fmla="*/ 2412 h 5728"/>
                  <a:gd name="connsiteX65-27161" fmla="*/ 4449 w 5134"/>
                  <a:gd name="connsiteY65-27162" fmla="*/ 2480 h 5728"/>
                  <a:gd name="connsiteX66-27163" fmla="*/ 4452 w 5134"/>
                  <a:gd name="connsiteY66-27164" fmla="*/ 2562 h 5728"/>
                  <a:gd name="connsiteX67-27165" fmla="*/ 4630 w 5134"/>
                  <a:gd name="connsiteY67-27166" fmla="*/ 2730 h 5728"/>
                  <a:gd name="connsiteX68-27167" fmla="*/ 4629 w 5134"/>
                  <a:gd name="connsiteY68-27168" fmla="*/ 2844 h 5728"/>
                  <a:gd name="connsiteX69-27169" fmla="*/ 4720 w 5134"/>
                  <a:gd name="connsiteY69-27170" fmla="*/ 3060 h 5728"/>
                  <a:gd name="connsiteX70-27171" fmla="*/ 4746 w 5134"/>
                  <a:gd name="connsiteY70-27172" fmla="*/ 3090 h 5728"/>
                  <a:gd name="connsiteX71-27173" fmla="*/ 4790 w 5134"/>
                  <a:gd name="connsiteY71-27174" fmla="*/ 3094 h 5728"/>
                  <a:gd name="connsiteX72-27175" fmla="*/ 4836 w 5134"/>
                  <a:gd name="connsiteY72-27176" fmla="*/ 3010 h 5728"/>
                  <a:gd name="connsiteX73-27177" fmla="*/ 4916 w 5134"/>
                  <a:gd name="connsiteY73-27178" fmla="*/ 2950 h 5728"/>
                  <a:gd name="connsiteX74-27179" fmla="*/ 5011 w 5134"/>
                  <a:gd name="connsiteY74-27180" fmla="*/ 3126 h 5728"/>
                  <a:gd name="connsiteX75-27181" fmla="*/ 5121 w 5134"/>
                  <a:gd name="connsiteY75-27182" fmla="*/ 3312 h 5728"/>
                  <a:gd name="connsiteX76-27183" fmla="*/ 5134 w 5134"/>
                  <a:gd name="connsiteY76-27184" fmla="*/ 3342 h 5728"/>
                  <a:gd name="connsiteX77-27185" fmla="*/ 5123 w 5134"/>
                  <a:gd name="connsiteY77-27186" fmla="*/ 3518 h 5728"/>
                  <a:gd name="connsiteX78-27187" fmla="*/ 5088 w 5134"/>
                  <a:gd name="connsiteY78-27188" fmla="*/ 3554 h 5728"/>
                  <a:gd name="connsiteX79-27189" fmla="*/ 4999 w 5134"/>
                  <a:gd name="connsiteY79-27190" fmla="*/ 3515 h 5728"/>
                  <a:gd name="connsiteX80-27191" fmla="*/ 4765 w 5134"/>
                  <a:gd name="connsiteY80-27192" fmla="*/ 3644 h 5728"/>
                  <a:gd name="connsiteX81-27193" fmla="*/ 4739 w 5134"/>
                  <a:gd name="connsiteY81-27194" fmla="*/ 3666 h 5728"/>
                  <a:gd name="connsiteX82-27195" fmla="*/ 4559 w 5134"/>
                  <a:gd name="connsiteY82-27196" fmla="*/ 3812 h 5728"/>
                  <a:gd name="connsiteX83-27197" fmla="*/ 4418 w 5134"/>
                  <a:gd name="connsiteY83-27198" fmla="*/ 3926 h 5728"/>
                  <a:gd name="connsiteX84-27199" fmla="*/ 4383 w 5134"/>
                  <a:gd name="connsiteY84-27200" fmla="*/ 3965 h 5728"/>
                  <a:gd name="connsiteX85-27201" fmla="*/ 4331 w 5134"/>
                  <a:gd name="connsiteY85-27202" fmla="*/ 3973 h 5728"/>
                  <a:gd name="connsiteX86-27203" fmla="*/ 4274 w 5134"/>
                  <a:gd name="connsiteY86-27204" fmla="*/ 3916 h 5728"/>
                  <a:gd name="connsiteX87-27205" fmla="*/ 4150 w 5134"/>
                  <a:gd name="connsiteY87-27206" fmla="*/ 3808 h 5728"/>
                  <a:gd name="connsiteX88-27207" fmla="*/ 4174 w 5134"/>
                  <a:gd name="connsiteY88-27208" fmla="*/ 4064 h 5728"/>
                  <a:gd name="connsiteX89-27209" fmla="*/ 4183 w 5134"/>
                  <a:gd name="connsiteY89-27210" fmla="*/ 4192 h 5728"/>
                  <a:gd name="connsiteX90-27211" fmla="*/ 3921 w 5134"/>
                  <a:gd name="connsiteY90-27212" fmla="*/ 4166 h 5728"/>
                  <a:gd name="connsiteX91-27213" fmla="*/ 3839 w 5134"/>
                  <a:gd name="connsiteY91-27214" fmla="*/ 3987 h 5728"/>
                  <a:gd name="connsiteX92-27215" fmla="*/ 3757 w 5134"/>
                  <a:gd name="connsiteY92-27216" fmla="*/ 3802 h 5728"/>
                  <a:gd name="connsiteX93-27217" fmla="*/ 1727 w 5134"/>
                  <a:gd name="connsiteY93-27218" fmla="*/ 5109 h 5728"/>
                  <a:gd name="connsiteX94-27219" fmla="*/ 1505 w 5134"/>
                  <a:gd name="connsiteY94-27220" fmla="*/ 5349 h 5728"/>
                  <a:gd name="connsiteX95-27221" fmla="*/ 1485 w 5134"/>
                  <a:gd name="connsiteY95-27222" fmla="*/ 5516 h 5728"/>
                  <a:gd name="connsiteX96-27223" fmla="*/ 1468 w 5134"/>
                  <a:gd name="connsiteY96-27224" fmla="*/ 5659 h 5728"/>
                  <a:gd name="connsiteX97-27225" fmla="*/ 1452 w 5134"/>
                  <a:gd name="connsiteY97-27226" fmla="*/ 5669 h 5728"/>
                  <a:gd name="connsiteX98-27227" fmla="*/ 1130 w 5134"/>
                  <a:gd name="connsiteY98-27228" fmla="*/ 5621 h 5728"/>
                  <a:gd name="connsiteX99-27229" fmla="*/ 1028 w 5134"/>
                  <a:gd name="connsiteY99-27230" fmla="*/ 5566 h 5728"/>
                  <a:gd name="connsiteX100-27231" fmla="*/ 974 w 5134"/>
                  <a:gd name="connsiteY100-27232" fmla="*/ 5503 h 5728"/>
                  <a:gd name="connsiteX101-27233" fmla="*/ 869 w 5134"/>
                  <a:gd name="connsiteY101-27234" fmla="*/ 5477 h 5728"/>
                  <a:gd name="connsiteX102-27235" fmla="*/ 869 w 5134"/>
                  <a:gd name="connsiteY102-27236" fmla="*/ 5379 h 5728"/>
                  <a:gd name="connsiteX103-27237" fmla="*/ 973 w 5134"/>
                  <a:gd name="connsiteY103-27238" fmla="*/ 5149 h 5728"/>
                  <a:gd name="connsiteX104-27239" fmla="*/ 833 w 5134"/>
                  <a:gd name="connsiteY104-27240" fmla="*/ 5070 h 5728"/>
                  <a:gd name="connsiteX105-27241" fmla="*/ 791 w 5134"/>
                  <a:gd name="connsiteY105-27242" fmla="*/ 5095 h 5728"/>
                  <a:gd name="connsiteX106-27243" fmla="*/ 701 w 5134"/>
                  <a:gd name="connsiteY106-27244" fmla="*/ 5214 h 5728"/>
                  <a:gd name="connsiteX107-27245" fmla="*/ 669 w 5134"/>
                  <a:gd name="connsiteY107-27246" fmla="*/ 5276 h 5728"/>
                  <a:gd name="connsiteX108-27247" fmla="*/ 607 w 5134"/>
                  <a:gd name="connsiteY108-27248" fmla="*/ 5386 h 5728"/>
                  <a:gd name="connsiteX109-27249" fmla="*/ 613 w 5134"/>
                  <a:gd name="connsiteY109-27250" fmla="*/ 5510 h 5728"/>
                  <a:gd name="connsiteX110-27251" fmla="*/ 574 w 5134"/>
                  <a:gd name="connsiteY110-27252" fmla="*/ 5558 h 5728"/>
                  <a:gd name="connsiteX111-27253" fmla="*/ 443 w 5134"/>
                  <a:gd name="connsiteY111-27254" fmla="*/ 5617 h 5728"/>
                  <a:gd name="connsiteX112-27255" fmla="*/ 277 w 5134"/>
                  <a:gd name="connsiteY112-27256" fmla="*/ 5649 h 5728"/>
                  <a:gd name="connsiteX113-27257" fmla="*/ 174 w 5134"/>
                  <a:gd name="connsiteY113-27258" fmla="*/ 5728 h 5728"/>
                  <a:gd name="connsiteX114-27259" fmla="*/ 60 w 5134"/>
                  <a:gd name="connsiteY114-27260" fmla="*/ 5611 h 5728"/>
                  <a:gd name="connsiteX115-27261" fmla="*/ 0 w 5134"/>
                  <a:gd name="connsiteY115-27262" fmla="*/ 5485 h 5728"/>
                  <a:gd name="connsiteX0-27263" fmla="*/ 3948 w 5134"/>
                  <a:gd name="connsiteY0-27264" fmla="*/ 2333 h 5728"/>
                  <a:gd name="connsiteX1-27265" fmla="*/ 3946 w 5134"/>
                  <a:gd name="connsiteY1-27266" fmla="*/ 2117 h 5728"/>
                  <a:gd name="connsiteX2-27267" fmla="*/ 3870 w 5134"/>
                  <a:gd name="connsiteY2-27268" fmla="*/ 2039 h 5728"/>
                  <a:gd name="connsiteX3-27269" fmla="*/ 3727 w 5134"/>
                  <a:gd name="connsiteY3-27270" fmla="*/ 1951 h 5728"/>
                  <a:gd name="connsiteX4-27271" fmla="*/ 3635 w 5134"/>
                  <a:gd name="connsiteY4-27272" fmla="*/ 1827 h 5728"/>
                  <a:gd name="connsiteX5-27273" fmla="*/ 3539 w 5134"/>
                  <a:gd name="connsiteY5-27274" fmla="*/ 1828 h 5728"/>
                  <a:gd name="connsiteX6-27275" fmla="*/ 3494 w 5134"/>
                  <a:gd name="connsiteY6-27276" fmla="*/ 1883 h 5728"/>
                  <a:gd name="connsiteX7-27277" fmla="*/ 3401 w 5134"/>
                  <a:gd name="connsiteY7-27278" fmla="*/ 1877 h 5728"/>
                  <a:gd name="connsiteX8-27279" fmla="*/ 3381 w 5134"/>
                  <a:gd name="connsiteY8-27280" fmla="*/ 1994 h 5728"/>
                  <a:gd name="connsiteX9-27281" fmla="*/ 3200 w 5134"/>
                  <a:gd name="connsiteY9-27282" fmla="*/ 1941 h 5728"/>
                  <a:gd name="connsiteX10-27283" fmla="*/ 3117 w 5134"/>
                  <a:gd name="connsiteY10-27284" fmla="*/ 1939 h 5728"/>
                  <a:gd name="connsiteX11-27285" fmla="*/ 2992 w 5134"/>
                  <a:gd name="connsiteY11-27286" fmla="*/ 2014 h 5728"/>
                  <a:gd name="connsiteX12-27287" fmla="*/ 2880 w 5134"/>
                  <a:gd name="connsiteY12-27288" fmla="*/ 1890 h 5728"/>
                  <a:gd name="connsiteX13-27289" fmla="*/ 2974 w 5134"/>
                  <a:gd name="connsiteY13-27290" fmla="*/ 1804 h 5728"/>
                  <a:gd name="connsiteX14-27291" fmla="*/ 2978 w 5134"/>
                  <a:gd name="connsiteY14-27292" fmla="*/ 1634 h 5728"/>
                  <a:gd name="connsiteX15-27293" fmla="*/ 3033 w 5134"/>
                  <a:gd name="connsiteY15-27294" fmla="*/ 1514 h 5728"/>
                  <a:gd name="connsiteX16-27295" fmla="*/ 3076 w 5134"/>
                  <a:gd name="connsiteY16-27296" fmla="*/ 1306 h 5728"/>
                  <a:gd name="connsiteX17-27297" fmla="*/ 3136 w 5134"/>
                  <a:gd name="connsiteY17-27298" fmla="*/ 1307 h 5728"/>
                  <a:gd name="connsiteX18-27299" fmla="*/ 3459 w 5134"/>
                  <a:gd name="connsiteY18-27300" fmla="*/ 1286 h 5728"/>
                  <a:gd name="connsiteX19-27301" fmla="*/ 3633 w 5134"/>
                  <a:gd name="connsiteY19-27302" fmla="*/ 1117 h 5728"/>
                  <a:gd name="connsiteX20-27303" fmla="*/ 3702 w 5134"/>
                  <a:gd name="connsiteY20-27304" fmla="*/ 748 h 5728"/>
                  <a:gd name="connsiteX21-27305" fmla="*/ 3812 w 5134"/>
                  <a:gd name="connsiteY21-27306" fmla="*/ 486 h 5728"/>
                  <a:gd name="connsiteX22-27307" fmla="*/ 3810 w 5134"/>
                  <a:gd name="connsiteY22-27308" fmla="*/ 358 h 5728"/>
                  <a:gd name="connsiteX23-27309" fmla="*/ 3797 w 5134"/>
                  <a:gd name="connsiteY23-27310" fmla="*/ 328 h 5728"/>
                  <a:gd name="connsiteX24-27311" fmla="*/ 3730 w 5134"/>
                  <a:gd name="connsiteY24-27312" fmla="*/ 251 h 5728"/>
                  <a:gd name="connsiteX25-27313" fmla="*/ 3670 w 5134"/>
                  <a:gd name="connsiteY25-27314" fmla="*/ 217 h 5728"/>
                  <a:gd name="connsiteX26-27315" fmla="*/ 3795 w 5134"/>
                  <a:gd name="connsiteY26-27316" fmla="*/ 56 h 5728"/>
                  <a:gd name="connsiteX27-27317" fmla="*/ 3968 w 5134"/>
                  <a:gd name="connsiteY27-27318" fmla="*/ 2 h 5728"/>
                  <a:gd name="connsiteX28-27319" fmla="*/ 4000 w 5134"/>
                  <a:gd name="connsiteY28-27320" fmla="*/ 49 h 5728"/>
                  <a:gd name="connsiteX29-27321" fmla="*/ 3990 w 5134"/>
                  <a:gd name="connsiteY29-27322" fmla="*/ 133 h 5728"/>
                  <a:gd name="connsiteX30-27323" fmla="*/ 3929 w 5134"/>
                  <a:gd name="connsiteY30-27324" fmla="*/ 243 h 5728"/>
                  <a:gd name="connsiteX31-27325" fmla="*/ 3999 w 5134"/>
                  <a:gd name="connsiteY31-27326" fmla="*/ 301 h 5728"/>
                  <a:gd name="connsiteX32-27327" fmla="*/ 4113 w 5134"/>
                  <a:gd name="connsiteY32-27328" fmla="*/ 366 h 5728"/>
                  <a:gd name="connsiteX33-27329" fmla="*/ 4133 w 5134"/>
                  <a:gd name="connsiteY33-27330" fmla="*/ 255 h 5728"/>
                  <a:gd name="connsiteX34-27331" fmla="*/ 4267 w 5134"/>
                  <a:gd name="connsiteY34-27332" fmla="*/ 291 h 5728"/>
                  <a:gd name="connsiteX35-27333" fmla="*/ 4292 w 5134"/>
                  <a:gd name="connsiteY35-27334" fmla="*/ 331 h 5728"/>
                  <a:gd name="connsiteX36-27335" fmla="*/ 4368 w 5134"/>
                  <a:gd name="connsiteY36-27336" fmla="*/ 562 h 5728"/>
                  <a:gd name="connsiteX37-27337" fmla="*/ 4403 w 5134"/>
                  <a:gd name="connsiteY37-27338" fmla="*/ 586 h 5728"/>
                  <a:gd name="connsiteX38-27339" fmla="*/ 4495 w 5134"/>
                  <a:gd name="connsiteY38-27340" fmla="*/ 578 h 5728"/>
                  <a:gd name="connsiteX39-27341" fmla="*/ 4755 w 5134"/>
                  <a:gd name="connsiteY39-27342" fmla="*/ 490 h 5728"/>
                  <a:gd name="connsiteX40-27343" fmla="*/ 4975 w 5134"/>
                  <a:gd name="connsiteY40-27344" fmla="*/ 479 h 5728"/>
                  <a:gd name="connsiteX41-27345" fmla="*/ 5035 w 5134"/>
                  <a:gd name="connsiteY41-27346" fmla="*/ 648 h 5728"/>
                  <a:gd name="connsiteX42-27347" fmla="*/ 4953 w 5134"/>
                  <a:gd name="connsiteY42-27348" fmla="*/ 944 h 5728"/>
                  <a:gd name="connsiteX43-27349" fmla="*/ 4953 w 5134"/>
                  <a:gd name="connsiteY43-27350" fmla="*/ 1022 h 5728"/>
                  <a:gd name="connsiteX44-27351" fmla="*/ 5022 w 5134"/>
                  <a:gd name="connsiteY44-27352" fmla="*/ 1168 h 5728"/>
                  <a:gd name="connsiteX45-27353" fmla="*/ 5037 w 5134"/>
                  <a:gd name="connsiteY45-27354" fmla="*/ 1427 h 5728"/>
                  <a:gd name="connsiteX46-27355" fmla="*/ 5039 w 5134"/>
                  <a:gd name="connsiteY46-27356" fmla="*/ 1617 h 5728"/>
                  <a:gd name="connsiteX47-27357" fmla="*/ 4972 w 5134"/>
                  <a:gd name="connsiteY47-27358" fmla="*/ 1625 h 5728"/>
                  <a:gd name="connsiteX48-27359" fmla="*/ 4950 w 5134"/>
                  <a:gd name="connsiteY48-27360" fmla="*/ 1507 h 5728"/>
                  <a:gd name="connsiteX49-27361" fmla="*/ 4915 w 5134"/>
                  <a:gd name="connsiteY49-27362" fmla="*/ 1450 h 5728"/>
                  <a:gd name="connsiteX50-27363" fmla="*/ 4825 w 5134"/>
                  <a:gd name="connsiteY50-27364" fmla="*/ 1582 h 5728"/>
                  <a:gd name="connsiteX51-27365" fmla="*/ 4712 w 5134"/>
                  <a:gd name="connsiteY51-27366" fmla="*/ 1776 h 5728"/>
                  <a:gd name="connsiteX52-27367" fmla="*/ 4593 w 5134"/>
                  <a:gd name="connsiteY52-27368" fmla="*/ 1904 h 5728"/>
                  <a:gd name="connsiteX53-27369" fmla="*/ 4586 w 5134"/>
                  <a:gd name="connsiteY53-27370" fmla="*/ 2018 h 5728"/>
                  <a:gd name="connsiteX54-27371" fmla="*/ 4646 w 5134"/>
                  <a:gd name="connsiteY54-27372" fmla="*/ 2115 h 5728"/>
                  <a:gd name="connsiteX55-27373" fmla="*/ 4748 w 5134"/>
                  <a:gd name="connsiteY55-27374" fmla="*/ 2183 h 5728"/>
                  <a:gd name="connsiteX56-27375" fmla="*/ 4825 w 5134"/>
                  <a:gd name="connsiteY56-27376" fmla="*/ 2178 h 5728"/>
                  <a:gd name="connsiteX57-27377" fmla="*/ 4870 w 5134"/>
                  <a:gd name="connsiteY57-27378" fmla="*/ 2104 h 5728"/>
                  <a:gd name="connsiteX58-27379" fmla="*/ 4904 w 5134"/>
                  <a:gd name="connsiteY58-27380" fmla="*/ 2210 h 5728"/>
                  <a:gd name="connsiteX59-27381" fmla="*/ 4792 w 5134"/>
                  <a:gd name="connsiteY59-27382" fmla="*/ 2249 h 5728"/>
                  <a:gd name="connsiteX60-27383" fmla="*/ 4839 w 5134"/>
                  <a:gd name="connsiteY60-27384" fmla="*/ 2362 h 5728"/>
                  <a:gd name="connsiteX61-27385" fmla="*/ 4704 w 5134"/>
                  <a:gd name="connsiteY61-27386" fmla="*/ 2509 h 5728"/>
                  <a:gd name="connsiteX62-27387" fmla="*/ 4663 w 5134"/>
                  <a:gd name="connsiteY62-27388" fmla="*/ 2498 h 5728"/>
                  <a:gd name="connsiteX63-27389" fmla="*/ 4539 w 5134"/>
                  <a:gd name="connsiteY63-27390" fmla="*/ 2413 h 5728"/>
                  <a:gd name="connsiteX64-27391" fmla="*/ 4484 w 5134"/>
                  <a:gd name="connsiteY64-27392" fmla="*/ 2412 h 5728"/>
                  <a:gd name="connsiteX65-27393" fmla="*/ 4449 w 5134"/>
                  <a:gd name="connsiteY65-27394" fmla="*/ 2480 h 5728"/>
                  <a:gd name="connsiteX66-27395" fmla="*/ 4452 w 5134"/>
                  <a:gd name="connsiteY66-27396" fmla="*/ 2562 h 5728"/>
                  <a:gd name="connsiteX67-27397" fmla="*/ 4630 w 5134"/>
                  <a:gd name="connsiteY67-27398" fmla="*/ 2730 h 5728"/>
                  <a:gd name="connsiteX68-27399" fmla="*/ 4629 w 5134"/>
                  <a:gd name="connsiteY68-27400" fmla="*/ 2844 h 5728"/>
                  <a:gd name="connsiteX69-27401" fmla="*/ 4720 w 5134"/>
                  <a:gd name="connsiteY69-27402" fmla="*/ 3060 h 5728"/>
                  <a:gd name="connsiteX70-27403" fmla="*/ 4746 w 5134"/>
                  <a:gd name="connsiteY70-27404" fmla="*/ 3090 h 5728"/>
                  <a:gd name="connsiteX71-27405" fmla="*/ 4790 w 5134"/>
                  <a:gd name="connsiteY71-27406" fmla="*/ 3094 h 5728"/>
                  <a:gd name="connsiteX72-27407" fmla="*/ 4836 w 5134"/>
                  <a:gd name="connsiteY72-27408" fmla="*/ 3010 h 5728"/>
                  <a:gd name="connsiteX73-27409" fmla="*/ 4916 w 5134"/>
                  <a:gd name="connsiteY73-27410" fmla="*/ 2950 h 5728"/>
                  <a:gd name="connsiteX74-27411" fmla="*/ 5011 w 5134"/>
                  <a:gd name="connsiteY74-27412" fmla="*/ 3126 h 5728"/>
                  <a:gd name="connsiteX75-27413" fmla="*/ 5121 w 5134"/>
                  <a:gd name="connsiteY75-27414" fmla="*/ 3312 h 5728"/>
                  <a:gd name="connsiteX76-27415" fmla="*/ 5134 w 5134"/>
                  <a:gd name="connsiteY76-27416" fmla="*/ 3342 h 5728"/>
                  <a:gd name="connsiteX77-27417" fmla="*/ 5123 w 5134"/>
                  <a:gd name="connsiteY77-27418" fmla="*/ 3518 h 5728"/>
                  <a:gd name="connsiteX78-27419" fmla="*/ 5088 w 5134"/>
                  <a:gd name="connsiteY78-27420" fmla="*/ 3554 h 5728"/>
                  <a:gd name="connsiteX79-27421" fmla="*/ 4999 w 5134"/>
                  <a:gd name="connsiteY79-27422" fmla="*/ 3515 h 5728"/>
                  <a:gd name="connsiteX80-27423" fmla="*/ 4765 w 5134"/>
                  <a:gd name="connsiteY80-27424" fmla="*/ 3644 h 5728"/>
                  <a:gd name="connsiteX81-27425" fmla="*/ 4739 w 5134"/>
                  <a:gd name="connsiteY81-27426" fmla="*/ 3666 h 5728"/>
                  <a:gd name="connsiteX82-27427" fmla="*/ 4559 w 5134"/>
                  <a:gd name="connsiteY82-27428" fmla="*/ 3812 h 5728"/>
                  <a:gd name="connsiteX83-27429" fmla="*/ 4418 w 5134"/>
                  <a:gd name="connsiteY83-27430" fmla="*/ 3926 h 5728"/>
                  <a:gd name="connsiteX84-27431" fmla="*/ 4383 w 5134"/>
                  <a:gd name="connsiteY84-27432" fmla="*/ 3965 h 5728"/>
                  <a:gd name="connsiteX85-27433" fmla="*/ 4331 w 5134"/>
                  <a:gd name="connsiteY85-27434" fmla="*/ 3973 h 5728"/>
                  <a:gd name="connsiteX86-27435" fmla="*/ 4274 w 5134"/>
                  <a:gd name="connsiteY86-27436" fmla="*/ 3916 h 5728"/>
                  <a:gd name="connsiteX87-27437" fmla="*/ 4150 w 5134"/>
                  <a:gd name="connsiteY87-27438" fmla="*/ 3808 h 5728"/>
                  <a:gd name="connsiteX88-27439" fmla="*/ 4174 w 5134"/>
                  <a:gd name="connsiteY88-27440" fmla="*/ 4064 h 5728"/>
                  <a:gd name="connsiteX89-27441" fmla="*/ 4183 w 5134"/>
                  <a:gd name="connsiteY89-27442" fmla="*/ 4192 h 5728"/>
                  <a:gd name="connsiteX90-27443" fmla="*/ 3921 w 5134"/>
                  <a:gd name="connsiteY90-27444" fmla="*/ 4166 h 5728"/>
                  <a:gd name="connsiteX91-27445" fmla="*/ 3839 w 5134"/>
                  <a:gd name="connsiteY91-27446" fmla="*/ 3987 h 5728"/>
                  <a:gd name="connsiteX92-27447" fmla="*/ 3757 w 5134"/>
                  <a:gd name="connsiteY92-27448" fmla="*/ 3802 h 5728"/>
                  <a:gd name="connsiteX93-27449" fmla="*/ 1505 w 5134"/>
                  <a:gd name="connsiteY93-27450" fmla="*/ 5349 h 5728"/>
                  <a:gd name="connsiteX94-27451" fmla="*/ 1485 w 5134"/>
                  <a:gd name="connsiteY94-27452" fmla="*/ 5516 h 5728"/>
                  <a:gd name="connsiteX95-27453" fmla="*/ 1468 w 5134"/>
                  <a:gd name="connsiteY95-27454" fmla="*/ 5659 h 5728"/>
                  <a:gd name="connsiteX96-27455" fmla="*/ 1452 w 5134"/>
                  <a:gd name="connsiteY96-27456" fmla="*/ 5669 h 5728"/>
                  <a:gd name="connsiteX97-27457" fmla="*/ 1130 w 5134"/>
                  <a:gd name="connsiteY97-27458" fmla="*/ 5621 h 5728"/>
                  <a:gd name="connsiteX98-27459" fmla="*/ 1028 w 5134"/>
                  <a:gd name="connsiteY98-27460" fmla="*/ 5566 h 5728"/>
                  <a:gd name="connsiteX99-27461" fmla="*/ 974 w 5134"/>
                  <a:gd name="connsiteY99-27462" fmla="*/ 5503 h 5728"/>
                  <a:gd name="connsiteX100-27463" fmla="*/ 869 w 5134"/>
                  <a:gd name="connsiteY100-27464" fmla="*/ 5477 h 5728"/>
                  <a:gd name="connsiteX101-27465" fmla="*/ 869 w 5134"/>
                  <a:gd name="connsiteY101-27466" fmla="*/ 5379 h 5728"/>
                  <a:gd name="connsiteX102-27467" fmla="*/ 973 w 5134"/>
                  <a:gd name="connsiteY102-27468" fmla="*/ 5149 h 5728"/>
                  <a:gd name="connsiteX103-27469" fmla="*/ 833 w 5134"/>
                  <a:gd name="connsiteY103-27470" fmla="*/ 5070 h 5728"/>
                  <a:gd name="connsiteX104-27471" fmla="*/ 791 w 5134"/>
                  <a:gd name="connsiteY104-27472" fmla="*/ 5095 h 5728"/>
                  <a:gd name="connsiteX105-27473" fmla="*/ 701 w 5134"/>
                  <a:gd name="connsiteY105-27474" fmla="*/ 5214 h 5728"/>
                  <a:gd name="connsiteX106-27475" fmla="*/ 669 w 5134"/>
                  <a:gd name="connsiteY106-27476" fmla="*/ 5276 h 5728"/>
                  <a:gd name="connsiteX107-27477" fmla="*/ 607 w 5134"/>
                  <a:gd name="connsiteY107-27478" fmla="*/ 5386 h 5728"/>
                  <a:gd name="connsiteX108-27479" fmla="*/ 613 w 5134"/>
                  <a:gd name="connsiteY108-27480" fmla="*/ 5510 h 5728"/>
                  <a:gd name="connsiteX109-27481" fmla="*/ 574 w 5134"/>
                  <a:gd name="connsiteY109-27482" fmla="*/ 5558 h 5728"/>
                  <a:gd name="connsiteX110-27483" fmla="*/ 443 w 5134"/>
                  <a:gd name="connsiteY110-27484" fmla="*/ 5617 h 5728"/>
                  <a:gd name="connsiteX111-27485" fmla="*/ 277 w 5134"/>
                  <a:gd name="connsiteY111-27486" fmla="*/ 5649 h 5728"/>
                  <a:gd name="connsiteX112-27487" fmla="*/ 174 w 5134"/>
                  <a:gd name="connsiteY112-27488" fmla="*/ 5728 h 5728"/>
                  <a:gd name="connsiteX113-27489" fmla="*/ 60 w 5134"/>
                  <a:gd name="connsiteY113-27490" fmla="*/ 5611 h 5728"/>
                  <a:gd name="connsiteX114-27491" fmla="*/ 0 w 5134"/>
                  <a:gd name="connsiteY114-27492" fmla="*/ 5485 h 5728"/>
                  <a:gd name="connsiteX0-27493" fmla="*/ 3948 w 5134"/>
                  <a:gd name="connsiteY0-27494" fmla="*/ 2333 h 5728"/>
                  <a:gd name="connsiteX1-27495" fmla="*/ 3946 w 5134"/>
                  <a:gd name="connsiteY1-27496" fmla="*/ 2117 h 5728"/>
                  <a:gd name="connsiteX2-27497" fmla="*/ 3870 w 5134"/>
                  <a:gd name="connsiteY2-27498" fmla="*/ 2039 h 5728"/>
                  <a:gd name="connsiteX3-27499" fmla="*/ 3727 w 5134"/>
                  <a:gd name="connsiteY3-27500" fmla="*/ 1951 h 5728"/>
                  <a:gd name="connsiteX4-27501" fmla="*/ 3635 w 5134"/>
                  <a:gd name="connsiteY4-27502" fmla="*/ 1827 h 5728"/>
                  <a:gd name="connsiteX5-27503" fmla="*/ 3539 w 5134"/>
                  <a:gd name="connsiteY5-27504" fmla="*/ 1828 h 5728"/>
                  <a:gd name="connsiteX6-27505" fmla="*/ 3494 w 5134"/>
                  <a:gd name="connsiteY6-27506" fmla="*/ 1883 h 5728"/>
                  <a:gd name="connsiteX7-27507" fmla="*/ 3401 w 5134"/>
                  <a:gd name="connsiteY7-27508" fmla="*/ 1877 h 5728"/>
                  <a:gd name="connsiteX8-27509" fmla="*/ 3381 w 5134"/>
                  <a:gd name="connsiteY8-27510" fmla="*/ 1994 h 5728"/>
                  <a:gd name="connsiteX9-27511" fmla="*/ 3200 w 5134"/>
                  <a:gd name="connsiteY9-27512" fmla="*/ 1941 h 5728"/>
                  <a:gd name="connsiteX10-27513" fmla="*/ 3117 w 5134"/>
                  <a:gd name="connsiteY10-27514" fmla="*/ 1939 h 5728"/>
                  <a:gd name="connsiteX11-27515" fmla="*/ 2992 w 5134"/>
                  <a:gd name="connsiteY11-27516" fmla="*/ 2014 h 5728"/>
                  <a:gd name="connsiteX12-27517" fmla="*/ 2880 w 5134"/>
                  <a:gd name="connsiteY12-27518" fmla="*/ 1890 h 5728"/>
                  <a:gd name="connsiteX13-27519" fmla="*/ 2974 w 5134"/>
                  <a:gd name="connsiteY13-27520" fmla="*/ 1804 h 5728"/>
                  <a:gd name="connsiteX14-27521" fmla="*/ 2978 w 5134"/>
                  <a:gd name="connsiteY14-27522" fmla="*/ 1634 h 5728"/>
                  <a:gd name="connsiteX15-27523" fmla="*/ 3033 w 5134"/>
                  <a:gd name="connsiteY15-27524" fmla="*/ 1514 h 5728"/>
                  <a:gd name="connsiteX16-27525" fmla="*/ 3076 w 5134"/>
                  <a:gd name="connsiteY16-27526" fmla="*/ 1306 h 5728"/>
                  <a:gd name="connsiteX17-27527" fmla="*/ 3136 w 5134"/>
                  <a:gd name="connsiteY17-27528" fmla="*/ 1307 h 5728"/>
                  <a:gd name="connsiteX18-27529" fmla="*/ 3459 w 5134"/>
                  <a:gd name="connsiteY18-27530" fmla="*/ 1286 h 5728"/>
                  <a:gd name="connsiteX19-27531" fmla="*/ 3633 w 5134"/>
                  <a:gd name="connsiteY19-27532" fmla="*/ 1117 h 5728"/>
                  <a:gd name="connsiteX20-27533" fmla="*/ 3702 w 5134"/>
                  <a:gd name="connsiteY20-27534" fmla="*/ 748 h 5728"/>
                  <a:gd name="connsiteX21-27535" fmla="*/ 3812 w 5134"/>
                  <a:gd name="connsiteY21-27536" fmla="*/ 486 h 5728"/>
                  <a:gd name="connsiteX22-27537" fmla="*/ 3810 w 5134"/>
                  <a:gd name="connsiteY22-27538" fmla="*/ 358 h 5728"/>
                  <a:gd name="connsiteX23-27539" fmla="*/ 3797 w 5134"/>
                  <a:gd name="connsiteY23-27540" fmla="*/ 328 h 5728"/>
                  <a:gd name="connsiteX24-27541" fmla="*/ 3730 w 5134"/>
                  <a:gd name="connsiteY24-27542" fmla="*/ 251 h 5728"/>
                  <a:gd name="connsiteX25-27543" fmla="*/ 3670 w 5134"/>
                  <a:gd name="connsiteY25-27544" fmla="*/ 217 h 5728"/>
                  <a:gd name="connsiteX26-27545" fmla="*/ 3795 w 5134"/>
                  <a:gd name="connsiteY26-27546" fmla="*/ 56 h 5728"/>
                  <a:gd name="connsiteX27-27547" fmla="*/ 3968 w 5134"/>
                  <a:gd name="connsiteY27-27548" fmla="*/ 2 h 5728"/>
                  <a:gd name="connsiteX28-27549" fmla="*/ 4000 w 5134"/>
                  <a:gd name="connsiteY28-27550" fmla="*/ 49 h 5728"/>
                  <a:gd name="connsiteX29-27551" fmla="*/ 3990 w 5134"/>
                  <a:gd name="connsiteY29-27552" fmla="*/ 133 h 5728"/>
                  <a:gd name="connsiteX30-27553" fmla="*/ 3929 w 5134"/>
                  <a:gd name="connsiteY30-27554" fmla="*/ 243 h 5728"/>
                  <a:gd name="connsiteX31-27555" fmla="*/ 3999 w 5134"/>
                  <a:gd name="connsiteY31-27556" fmla="*/ 301 h 5728"/>
                  <a:gd name="connsiteX32-27557" fmla="*/ 4113 w 5134"/>
                  <a:gd name="connsiteY32-27558" fmla="*/ 366 h 5728"/>
                  <a:gd name="connsiteX33-27559" fmla="*/ 4133 w 5134"/>
                  <a:gd name="connsiteY33-27560" fmla="*/ 255 h 5728"/>
                  <a:gd name="connsiteX34-27561" fmla="*/ 4267 w 5134"/>
                  <a:gd name="connsiteY34-27562" fmla="*/ 291 h 5728"/>
                  <a:gd name="connsiteX35-27563" fmla="*/ 4292 w 5134"/>
                  <a:gd name="connsiteY35-27564" fmla="*/ 331 h 5728"/>
                  <a:gd name="connsiteX36-27565" fmla="*/ 4368 w 5134"/>
                  <a:gd name="connsiteY36-27566" fmla="*/ 562 h 5728"/>
                  <a:gd name="connsiteX37-27567" fmla="*/ 4403 w 5134"/>
                  <a:gd name="connsiteY37-27568" fmla="*/ 586 h 5728"/>
                  <a:gd name="connsiteX38-27569" fmla="*/ 4495 w 5134"/>
                  <a:gd name="connsiteY38-27570" fmla="*/ 578 h 5728"/>
                  <a:gd name="connsiteX39-27571" fmla="*/ 4755 w 5134"/>
                  <a:gd name="connsiteY39-27572" fmla="*/ 490 h 5728"/>
                  <a:gd name="connsiteX40-27573" fmla="*/ 4975 w 5134"/>
                  <a:gd name="connsiteY40-27574" fmla="*/ 479 h 5728"/>
                  <a:gd name="connsiteX41-27575" fmla="*/ 5035 w 5134"/>
                  <a:gd name="connsiteY41-27576" fmla="*/ 648 h 5728"/>
                  <a:gd name="connsiteX42-27577" fmla="*/ 4953 w 5134"/>
                  <a:gd name="connsiteY42-27578" fmla="*/ 944 h 5728"/>
                  <a:gd name="connsiteX43-27579" fmla="*/ 4953 w 5134"/>
                  <a:gd name="connsiteY43-27580" fmla="*/ 1022 h 5728"/>
                  <a:gd name="connsiteX44-27581" fmla="*/ 5022 w 5134"/>
                  <a:gd name="connsiteY44-27582" fmla="*/ 1168 h 5728"/>
                  <a:gd name="connsiteX45-27583" fmla="*/ 5037 w 5134"/>
                  <a:gd name="connsiteY45-27584" fmla="*/ 1427 h 5728"/>
                  <a:gd name="connsiteX46-27585" fmla="*/ 5039 w 5134"/>
                  <a:gd name="connsiteY46-27586" fmla="*/ 1617 h 5728"/>
                  <a:gd name="connsiteX47-27587" fmla="*/ 4972 w 5134"/>
                  <a:gd name="connsiteY47-27588" fmla="*/ 1625 h 5728"/>
                  <a:gd name="connsiteX48-27589" fmla="*/ 4950 w 5134"/>
                  <a:gd name="connsiteY48-27590" fmla="*/ 1507 h 5728"/>
                  <a:gd name="connsiteX49-27591" fmla="*/ 4915 w 5134"/>
                  <a:gd name="connsiteY49-27592" fmla="*/ 1450 h 5728"/>
                  <a:gd name="connsiteX50-27593" fmla="*/ 4825 w 5134"/>
                  <a:gd name="connsiteY50-27594" fmla="*/ 1582 h 5728"/>
                  <a:gd name="connsiteX51-27595" fmla="*/ 4712 w 5134"/>
                  <a:gd name="connsiteY51-27596" fmla="*/ 1776 h 5728"/>
                  <a:gd name="connsiteX52-27597" fmla="*/ 4593 w 5134"/>
                  <a:gd name="connsiteY52-27598" fmla="*/ 1904 h 5728"/>
                  <a:gd name="connsiteX53-27599" fmla="*/ 4586 w 5134"/>
                  <a:gd name="connsiteY53-27600" fmla="*/ 2018 h 5728"/>
                  <a:gd name="connsiteX54-27601" fmla="*/ 4646 w 5134"/>
                  <a:gd name="connsiteY54-27602" fmla="*/ 2115 h 5728"/>
                  <a:gd name="connsiteX55-27603" fmla="*/ 4748 w 5134"/>
                  <a:gd name="connsiteY55-27604" fmla="*/ 2183 h 5728"/>
                  <a:gd name="connsiteX56-27605" fmla="*/ 4825 w 5134"/>
                  <a:gd name="connsiteY56-27606" fmla="*/ 2178 h 5728"/>
                  <a:gd name="connsiteX57-27607" fmla="*/ 4870 w 5134"/>
                  <a:gd name="connsiteY57-27608" fmla="*/ 2104 h 5728"/>
                  <a:gd name="connsiteX58-27609" fmla="*/ 4904 w 5134"/>
                  <a:gd name="connsiteY58-27610" fmla="*/ 2210 h 5728"/>
                  <a:gd name="connsiteX59-27611" fmla="*/ 4792 w 5134"/>
                  <a:gd name="connsiteY59-27612" fmla="*/ 2249 h 5728"/>
                  <a:gd name="connsiteX60-27613" fmla="*/ 4839 w 5134"/>
                  <a:gd name="connsiteY60-27614" fmla="*/ 2362 h 5728"/>
                  <a:gd name="connsiteX61-27615" fmla="*/ 4704 w 5134"/>
                  <a:gd name="connsiteY61-27616" fmla="*/ 2509 h 5728"/>
                  <a:gd name="connsiteX62-27617" fmla="*/ 4663 w 5134"/>
                  <a:gd name="connsiteY62-27618" fmla="*/ 2498 h 5728"/>
                  <a:gd name="connsiteX63-27619" fmla="*/ 4539 w 5134"/>
                  <a:gd name="connsiteY63-27620" fmla="*/ 2413 h 5728"/>
                  <a:gd name="connsiteX64-27621" fmla="*/ 4484 w 5134"/>
                  <a:gd name="connsiteY64-27622" fmla="*/ 2412 h 5728"/>
                  <a:gd name="connsiteX65-27623" fmla="*/ 4449 w 5134"/>
                  <a:gd name="connsiteY65-27624" fmla="*/ 2480 h 5728"/>
                  <a:gd name="connsiteX66-27625" fmla="*/ 4452 w 5134"/>
                  <a:gd name="connsiteY66-27626" fmla="*/ 2562 h 5728"/>
                  <a:gd name="connsiteX67-27627" fmla="*/ 4630 w 5134"/>
                  <a:gd name="connsiteY67-27628" fmla="*/ 2730 h 5728"/>
                  <a:gd name="connsiteX68-27629" fmla="*/ 4629 w 5134"/>
                  <a:gd name="connsiteY68-27630" fmla="*/ 2844 h 5728"/>
                  <a:gd name="connsiteX69-27631" fmla="*/ 4720 w 5134"/>
                  <a:gd name="connsiteY69-27632" fmla="*/ 3060 h 5728"/>
                  <a:gd name="connsiteX70-27633" fmla="*/ 4746 w 5134"/>
                  <a:gd name="connsiteY70-27634" fmla="*/ 3090 h 5728"/>
                  <a:gd name="connsiteX71-27635" fmla="*/ 4790 w 5134"/>
                  <a:gd name="connsiteY71-27636" fmla="*/ 3094 h 5728"/>
                  <a:gd name="connsiteX72-27637" fmla="*/ 4836 w 5134"/>
                  <a:gd name="connsiteY72-27638" fmla="*/ 3010 h 5728"/>
                  <a:gd name="connsiteX73-27639" fmla="*/ 4916 w 5134"/>
                  <a:gd name="connsiteY73-27640" fmla="*/ 2950 h 5728"/>
                  <a:gd name="connsiteX74-27641" fmla="*/ 5011 w 5134"/>
                  <a:gd name="connsiteY74-27642" fmla="*/ 3126 h 5728"/>
                  <a:gd name="connsiteX75-27643" fmla="*/ 5121 w 5134"/>
                  <a:gd name="connsiteY75-27644" fmla="*/ 3312 h 5728"/>
                  <a:gd name="connsiteX76-27645" fmla="*/ 5134 w 5134"/>
                  <a:gd name="connsiteY76-27646" fmla="*/ 3342 h 5728"/>
                  <a:gd name="connsiteX77-27647" fmla="*/ 5123 w 5134"/>
                  <a:gd name="connsiteY77-27648" fmla="*/ 3518 h 5728"/>
                  <a:gd name="connsiteX78-27649" fmla="*/ 5088 w 5134"/>
                  <a:gd name="connsiteY78-27650" fmla="*/ 3554 h 5728"/>
                  <a:gd name="connsiteX79-27651" fmla="*/ 4999 w 5134"/>
                  <a:gd name="connsiteY79-27652" fmla="*/ 3515 h 5728"/>
                  <a:gd name="connsiteX80-27653" fmla="*/ 4765 w 5134"/>
                  <a:gd name="connsiteY80-27654" fmla="*/ 3644 h 5728"/>
                  <a:gd name="connsiteX81-27655" fmla="*/ 4739 w 5134"/>
                  <a:gd name="connsiteY81-27656" fmla="*/ 3666 h 5728"/>
                  <a:gd name="connsiteX82-27657" fmla="*/ 4559 w 5134"/>
                  <a:gd name="connsiteY82-27658" fmla="*/ 3812 h 5728"/>
                  <a:gd name="connsiteX83-27659" fmla="*/ 4418 w 5134"/>
                  <a:gd name="connsiteY83-27660" fmla="*/ 3926 h 5728"/>
                  <a:gd name="connsiteX84-27661" fmla="*/ 4383 w 5134"/>
                  <a:gd name="connsiteY84-27662" fmla="*/ 3965 h 5728"/>
                  <a:gd name="connsiteX85-27663" fmla="*/ 4331 w 5134"/>
                  <a:gd name="connsiteY85-27664" fmla="*/ 3973 h 5728"/>
                  <a:gd name="connsiteX86-27665" fmla="*/ 4274 w 5134"/>
                  <a:gd name="connsiteY86-27666" fmla="*/ 3916 h 5728"/>
                  <a:gd name="connsiteX87-27667" fmla="*/ 4150 w 5134"/>
                  <a:gd name="connsiteY87-27668" fmla="*/ 3808 h 5728"/>
                  <a:gd name="connsiteX88-27669" fmla="*/ 4174 w 5134"/>
                  <a:gd name="connsiteY88-27670" fmla="*/ 4064 h 5728"/>
                  <a:gd name="connsiteX89-27671" fmla="*/ 4183 w 5134"/>
                  <a:gd name="connsiteY89-27672" fmla="*/ 4192 h 5728"/>
                  <a:gd name="connsiteX90-27673" fmla="*/ 3921 w 5134"/>
                  <a:gd name="connsiteY90-27674" fmla="*/ 4166 h 5728"/>
                  <a:gd name="connsiteX91-27675" fmla="*/ 3839 w 5134"/>
                  <a:gd name="connsiteY91-27676" fmla="*/ 3987 h 5728"/>
                  <a:gd name="connsiteX92-27677" fmla="*/ 3757 w 5134"/>
                  <a:gd name="connsiteY92-27678" fmla="*/ 3802 h 5728"/>
                  <a:gd name="connsiteX93-27679" fmla="*/ 1485 w 5134"/>
                  <a:gd name="connsiteY93-27680" fmla="*/ 5516 h 5728"/>
                  <a:gd name="connsiteX94-27681" fmla="*/ 1468 w 5134"/>
                  <a:gd name="connsiteY94-27682" fmla="*/ 5659 h 5728"/>
                  <a:gd name="connsiteX95-27683" fmla="*/ 1452 w 5134"/>
                  <a:gd name="connsiteY95-27684" fmla="*/ 5669 h 5728"/>
                  <a:gd name="connsiteX96-27685" fmla="*/ 1130 w 5134"/>
                  <a:gd name="connsiteY96-27686" fmla="*/ 5621 h 5728"/>
                  <a:gd name="connsiteX97-27687" fmla="*/ 1028 w 5134"/>
                  <a:gd name="connsiteY97-27688" fmla="*/ 5566 h 5728"/>
                  <a:gd name="connsiteX98-27689" fmla="*/ 974 w 5134"/>
                  <a:gd name="connsiteY98-27690" fmla="*/ 5503 h 5728"/>
                  <a:gd name="connsiteX99-27691" fmla="*/ 869 w 5134"/>
                  <a:gd name="connsiteY99-27692" fmla="*/ 5477 h 5728"/>
                  <a:gd name="connsiteX100-27693" fmla="*/ 869 w 5134"/>
                  <a:gd name="connsiteY100-27694" fmla="*/ 5379 h 5728"/>
                  <a:gd name="connsiteX101-27695" fmla="*/ 973 w 5134"/>
                  <a:gd name="connsiteY101-27696" fmla="*/ 5149 h 5728"/>
                  <a:gd name="connsiteX102-27697" fmla="*/ 833 w 5134"/>
                  <a:gd name="connsiteY102-27698" fmla="*/ 5070 h 5728"/>
                  <a:gd name="connsiteX103-27699" fmla="*/ 791 w 5134"/>
                  <a:gd name="connsiteY103-27700" fmla="*/ 5095 h 5728"/>
                  <a:gd name="connsiteX104-27701" fmla="*/ 701 w 5134"/>
                  <a:gd name="connsiteY104-27702" fmla="*/ 5214 h 5728"/>
                  <a:gd name="connsiteX105-27703" fmla="*/ 669 w 5134"/>
                  <a:gd name="connsiteY105-27704" fmla="*/ 5276 h 5728"/>
                  <a:gd name="connsiteX106-27705" fmla="*/ 607 w 5134"/>
                  <a:gd name="connsiteY106-27706" fmla="*/ 5386 h 5728"/>
                  <a:gd name="connsiteX107-27707" fmla="*/ 613 w 5134"/>
                  <a:gd name="connsiteY107-27708" fmla="*/ 5510 h 5728"/>
                  <a:gd name="connsiteX108-27709" fmla="*/ 574 w 5134"/>
                  <a:gd name="connsiteY108-27710" fmla="*/ 5558 h 5728"/>
                  <a:gd name="connsiteX109-27711" fmla="*/ 443 w 5134"/>
                  <a:gd name="connsiteY109-27712" fmla="*/ 5617 h 5728"/>
                  <a:gd name="connsiteX110-27713" fmla="*/ 277 w 5134"/>
                  <a:gd name="connsiteY110-27714" fmla="*/ 5649 h 5728"/>
                  <a:gd name="connsiteX111-27715" fmla="*/ 174 w 5134"/>
                  <a:gd name="connsiteY111-27716" fmla="*/ 5728 h 5728"/>
                  <a:gd name="connsiteX112-27717" fmla="*/ 60 w 5134"/>
                  <a:gd name="connsiteY112-27718" fmla="*/ 5611 h 5728"/>
                  <a:gd name="connsiteX113-27719" fmla="*/ 0 w 5134"/>
                  <a:gd name="connsiteY113-27720" fmla="*/ 5485 h 5728"/>
                  <a:gd name="connsiteX0-27721" fmla="*/ 3888 w 5074"/>
                  <a:gd name="connsiteY0-27722" fmla="*/ 2333 h 5728"/>
                  <a:gd name="connsiteX1-27723" fmla="*/ 3886 w 5074"/>
                  <a:gd name="connsiteY1-27724" fmla="*/ 2117 h 5728"/>
                  <a:gd name="connsiteX2-27725" fmla="*/ 3810 w 5074"/>
                  <a:gd name="connsiteY2-27726" fmla="*/ 2039 h 5728"/>
                  <a:gd name="connsiteX3-27727" fmla="*/ 3667 w 5074"/>
                  <a:gd name="connsiteY3-27728" fmla="*/ 1951 h 5728"/>
                  <a:gd name="connsiteX4-27729" fmla="*/ 3575 w 5074"/>
                  <a:gd name="connsiteY4-27730" fmla="*/ 1827 h 5728"/>
                  <a:gd name="connsiteX5-27731" fmla="*/ 3479 w 5074"/>
                  <a:gd name="connsiteY5-27732" fmla="*/ 1828 h 5728"/>
                  <a:gd name="connsiteX6-27733" fmla="*/ 3434 w 5074"/>
                  <a:gd name="connsiteY6-27734" fmla="*/ 1883 h 5728"/>
                  <a:gd name="connsiteX7-27735" fmla="*/ 3341 w 5074"/>
                  <a:gd name="connsiteY7-27736" fmla="*/ 1877 h 5728"/>
                  <a:gd name="connsiteX8-27737" fmla="*/ 3321 w 5074"/>
                  <a:gd name="connsiteY8-27738" fmla="*/ 1994 h 5728"/>
                  <a:gd name="connsiteX9-27739" fmla="*/ 3140 w 5074"/>
                  <a:gd name="connsiteY9-27740" fmla="*/ 1941 h 5728"/>
                  <a:gd name="connsiteX10-27741" fmla="*/ 3057 w 5074"/>
                  <a:gd name="connsiteY10-27742" fmla="*/ 1939 h 5728"/>
                  <a:gd name="connsiteX11-27743" fmla="*/ 2932 w 5074"/>
                  <a:gd name="connsiteY11-27744" fmla="*/ 2014 h 5728"/>
                  <a:gd name="connsiteX12-27745" fmla="*/ 2820 w 5074"/>
                  <a:gd name="connsiteY12-27746" fmla="*/ 1890 h 5728"/>
                  <a:gd name="connsiteX13-27747" fmla="*/ 2914 w 5074"/>
                  <a:gd name="connsiteY13-27748" fmla="*/ 1804 h 5728"/>
                  <a:gd name="connsiteX14-27749" fmla="*/ 2918 w 5074"/>
                  <a:gd name="connsiteY14-27750" fmla="*/ 1634 h 5728"/>
                  <a:gd name="connsiteX15-27751" fmla="*/ 2973 w 5074"/>
                  <a:gd name="connsiteY15-27752" fmla="*/ 1514 h 5728"/>
                  <a:gd name="connsiteX16-27753" fmla="*/ 3016 w 5074"/>
                  <a:gd name="connsiteY16-27754" fmla="*/ 1306 h 5728"/>
                  <a:gd name="connsiteX17-27755" fmla="*/ 3076 w 5074"/>
                  <a:gd name="connsiteY17-27756" fmla="*/ 1307 h 5728"/>
                  <a:gd name="connsiteX18-27757" fmla="*/ 3399 w 5074"/>
                  <a:gd name="connsiteY18-27758" fmla="*/ 1286 h 5728"/>
                  <a:gd name="connsiteX19-27759" fmla="*/ 3573 w 5074"/>
                  <a:gd name="connsiteY19-27760" fmla="*/ 1117 h 5728"/>
                  <a:gd name="connsiteX20-27761" fmla="*/ 3642 w 5074"/>
                  <a:gd name="connsiteY20-27762" fmla="*/ 748 h 5728"/>
                  <a:gd name="connsiteX21-27763" fmla="*/ 3752 w 5074"/>
                  <a:gd name="connsiteY21-27764" fmla="*/ 486 h 5728"/>
                  <a:gd name="connsiteX22-27765" fmla="*/ 3750 w 5074"/>
                  <a:gd name="connsiteY22-27766" fmla="*/ 358 h 5728"/>
                  <a:gd name="connsiteX23-27767" fmla="*/ 3737 w 5074"/>
                  <a:gd name="connsiteY23-27768" fmla="*/ 328 h 5728"/>
                  <a:gd name="connsiteX24-27769" fmla="*/ 3670 w 5074"/>
                  <a:gd name="connsiteY24-27770" fmla="*/ 251 h 5728"/>
                  <a:gd name="connsiteX25-27771" fmla="*/ 3610 w 5074"/>
                  <a:gd name="connsiteY25-27772" fmla="*/ 217 h 5728"/>
                  <a:gd name="connsiteX26-27773" fmla="*/ 3735 w 5074"/>
                  <a:gd name="connsiteY26-27774" fmla="*/ 56 h 5728"/>
                  <a:gd name="connsiteX27-27775" fmla="*/ 3908 w 5074"/>
                  <a:gd name="connsiteY27-27776" fmla="*/ 2 h 5728"/>
                  <a:gd name="connsiteX28-27777" fmla="*/ 3940 w 5074"/>
                  <a:gd name="connsiteY28-27778" fmla="*/ 49 h 5728"/>
                  <a:gd name="connsiteX29-27779" fmla="*/ 3930 w 5074"/>
                  <a:gd name="connsiteY29-27780" fmla="*/ 133 h 5728"/>
                  <a:gd name="connsiteX30-27781" fmla="*/ 3869 w 5074"/>
                  <a:gd name="connsiteY30-27782" fmla="*/ 243 h 5728"/>
                  <a:gd name="connsiteX31-27783" fmla="*/ 3939 w 5074"/>
                  <a:gd name="connsiteY31-27784" fmla="*/ 301 h 5728"/>
                  <a:gd name="connsiteX32-27785" fmla="*/ 4053 w 5074"/>
                  <a:gd name="connsiteY32-27786" fmla="*/ 366 h 5728"/>
                  <a:gd name="connsiteX33-27787" fmla="*/ 4073 w 5074"/>
                  <a:gd name="connsiteY33-27788" fmla="*/ 255 h 5728"/>
                  <a:gd name="connsiteX34-27789" fmla="*/ 4207 w 5074"/>
                  <a:gd name="connsiteY34-27790" fmla="*/ 291 h 5728"/>
                  <a:gd name="connsiteX35-27791" fmla="*/ 4232 w 5074"/>
                  <a:gd name="connsiteY35-27792" fmla="*/ 331 h 5728"/>
                  <a:gd name="connsiteX36-27793" fmla="*/ 4308 w 5074"/>
                  <a:gd name="connsiteY36-27794" fmla="*/ 562 h 5728"/>
                  <a:gd name="connsiteX37-27795" fmla="*/ 4343 w 5074"/>
                  <a:gd name="connsiteY37-27796" fmla="*/ 586 h 5728"/>
                  <a:gd name="connsiteX38-27797" fmla="*/ 4435 w 5074"/>
                  <a:gd name="connsiteY38-27798" fmla="*/ 578 h 5728"/>
                  <a:gd name="connsiteX39-27799" fmla="*/ 4695 w 5074"/>
                  <a:gd name="connsiteY39-27800" fmla="*/ 490 h 5728"/>
                  <a:gd name="connsiteX40-27801" fmla="*/ 4915 w 5074"/>
                  <a:gd name="connsiteY40-27802" fmla="*/ 479 h 5728"/>
                  <a:gd name="connsiteX41-27803" fmla="*/ 4975 w 5074"/>
                  <a:gd name="connsiteY41-27804" fmla="*/ 648 h 5728"/>
                  <a:gd name="connsiteX42-27805" fmla="*/ 4893 w 5074"/>
                  <a:gd name="connsiteY42-27806" fmla="*/ 944 h 5728"/>
                  <a:gd name="connsiteX43-27807" fmla="*/ 4893 w 5074"/>
                  <a:gd name="connsiteY43-27808" fmla="*/ 1022 h 5728"/>
                  <a:gd name="connsiteX44-27809" fmla="*/ 4962 w 5074"/>
                  <a:gd name="connsiteY44-27810" fmla="*/ 1168 h 5728"/>
                  <a:gd name="connsiteX45-27811" fmla="*/ 4977 w 5074"/>
                  <a:gd name="connsiteY45-27812" fmla="*/ 1427 h 5728"/>
                  <a:gd name="connsiteX46-27813" fmla="*/ 4979 w 5074"/>
                  <a:gd name="connsiteY46-27814" fmla="*/ 1617 h 5728"/>
                  <a:gd name="connsiteX47-27815" fmla="*/ 4912 w 5074"/>
                  <a:gd name="connsiteY47-27816" fmla="*/ 1625 h 5728"/>
                  <a:gd name="connsiteX48-27817" fmla="*/ 4890 w 5074"/>
                  <a:gd name="connsiteY48-27818" fmla="*/ 1507 h 5728"/>
                  <a:gd name="connsiteX49-27819" fmla="*/ 4855 w 5074"/>
                  <a:gd name="connsiteY49-27820" fmla="*/ 1450 h 5728"/>
                  <a:gd name="connsiteX50-27821" fmla="*/ 4765 w 5074"/>
                  <a:gd name="connsiteY50-27822" fmla="*/ 1582 h 5728"/>
                  <a:gd name="connsiteX51-27823" fmla="*/ 4652 w 5074"/>
                  <a:gd name="connsiteY51-27824" fmla="*/ 1776 h 5728"/>
                  <a:gd name="connsiteX52-27825" fmla="*/ 4533 w 5074"/>
                  <a:gd name="connsiteY52-27826" fmla="*/ 1904 h 5728"/>
                  <a:gd name="connsiteX53-27827" fmla="*/ 4526 w 5074"/>
                  <a:gd name="connsiteY53-27828" fmla="*/ 2018 h 5728"/>
                  <a:gd name="connsiteX54-27829" fmla="*/ 4586 w 5074"/>
                  <a:gd name="connsiteY54-27830" fmla="*/ 2115 h 5728"/>
                  <a:gd name="connsiteX55-27831" fmla="*/ 4688 w 5074"/>
                  <a:gd name="connsiteY55-27832" fmla="*/ 2183 h 5728"/>
                  <a:gd name="connsiteX56-27833" fmla="*/ 4765 w 5074"/>
                  <a:gd name="connsiteY56-27834" fmla="*/ 2178 h 5728"/>
                  <a:gd name="connsiteX57-27835" fmla="*/ 4810 w 5074"/>
                  <a:gd name="connsiteY57-27836" fmla="*/ 2104 h 5728"/>
                  <a:gd name="connsiteX58-27837" fmla="*/ 4844 w 5074"/>
                  <a:gd name="connsiteY58-27838" fmla="*/ 2210 h 5728"/>
                  <a:gd name="connsiteX59-27839" fmla="*/ 4732 w 5074"/>
                  <a:gd name="connsiteY59-27840" fmla="*/ 2249 h 5728"/>
                  <a:gd name="connsiteX60-27841" fmla="*/ 4779 w 5074"/>
                  <a:gd name="connsiteY60-27842" fmla="*/ 2362 h 5728"/>
                  <a:gd name="connsiteX61-27843" fmla="*/ 4644 w 5074"/>
                  <a:gd name="connsiteY61-27844" fmla="*/ 2509 h 5728"/>
                  <a:gd name="connsiteX62-27845" fmla="*/ 4603 w 5074"/>
                  <a:gd name="connsiteY62-27846" fmla="*/ 2498 h 5728"/>
                  <a:gd name="connsiteX63-27847" fmla="*/ 4479 w 5074"/>
                  <a:gd name="connsiteY63-27848" fmla="*/ 2413 h 5728"/>
                  <a:gd name="connsiteX64-27849" fmla="*/ 4424 w 5074"/>
                  <a:gd name="connsiteY64-27850" fmla="*/ 2412 h 5728"/>
                  <a:gd name="connsiteX65-27851" fmla="*/ 4389 w 5074"/>
                  <a:gd name="connsiteY65-27852" fmla="*/ 2480 h 5728"/>
                  <a:gd name="connsiteX66-27853" fmla="*/ 4392 w 5074"/>
                  <a:gd name="connsiteY66-27854" fmla="*/ 2562 h 5728"/>
                  <a:gd name="connsiteX67-27855" fmla="*/ 4570 w 5074"/>
                  <a:gd name="connsiteY67-27856" fmla="*/ 2730 h 5728"/>
                  <a:gd name="connsiteX68-27857" fmla="*/ 4569 w 5074"/>
                  <a:gd name="connsiteY68-27858" fmla="*/ 2844 h 5728"/>
                  <a:gd name="connsiteX69-27859" fmla="*/ 4660 w 5074"/>
                  <a:gd name="connsiteY69-27860" fmla="*/ 3060 h 5728"/>
                  <a:gd name="connsiteX70-27861" fmla="*/ 4686 w 5074"/>
                  <a:gd name="connsiteY70-27862" fmla="*/ 3090 h 5728"/>
                  <a:gd name="connsiteX71-27863" fmla="*/ 4730 w 5074"/>
                  <a:gd name="connsiteY71-27864" fmla="*/ 3094 h 5728"/>
                  <a:gd name="connsiteX72-27865" fmla="*/ 4776 w 5074"/>
                  <a:gd name="connsiteY72-27866" fmla="*/ 3010 h 5728"/>
                  <a:gd name="connsiteX73-27867" fmla="*/ 4856 w 5074"/>
                  <a:gd name="connsiteY73-27868" fmla="*/ 2950 h 5728"/>
                  <a:gd name="connsiteX74-27869" fmla="*/ 4951 w 5074"/>
                  <a:gd name="connsiteY74-27870" fmla="*/ 3126 h 5728"/>
                  <a:gd name="connsiteX75-27871" fmla="*/ 5061 w 5074"/>
                  <a:gd name="connsiteY75-27872" fmla="*/ 3312 h 5728"/>
                  <a:gd name="connsiteX76-27873" fmla="*/ 5074 w 5074"/>
                  <a:gd name="connsiteY76-27874" fmla="*/ 3342 h 5728"/>
                  <a:gd name="connsiteX77-27875" fmla="*/ 5063 w 5074"/>
                  <a:gd name="connsiteY77-27876" fmla="*/ 3518 h 5728"/>
                  <a:gd name="connsiteX78-27877" fmla="*/ 5028 w 5074"/>
                  <a:gd name="connsiteY78-27878" fmla="*/ 3554 h 5728"/>
                  <a:gd name="connsiteX79-27879" fmla="*/ 4939 w 5074"/>
                  <a:gd name="connsiteY79-27880" fmla="*/ 3515 h 5728"/>
                  <a:gd name="connsiteX80-27881" fmla="*/ 4705 w 5074"/>
                  <a:gd name="connsiteY80-27882" fmla="*/ 3644 h 5728"/>
                  <a:gd name="connsiteX81-27883" fmla="*/ 4679 w 5074"/>
                  <a:gd name="connsiteY81-27884" fmla="*/ 3666 h 5728"/>
                  <a:gd name="connsiteX82-27885" fmla="*/ 4499 w 5074"/>
                  <a:gd name="connsiteY82-27886" fmla="*/ 3812 h 5728"/>
                  <a:gd name="connsiteX83-27887" fmla="*/ 4358 w 5074"/>
                  <a:gd name="connsiteY83-27888" fmla="*/ 3926 h 5728"/>
                  <a:gd name="connsiteX84-27889" fmla="*/ 4323 w 5074"/>
                  <a:gd name="connsiteY84-27890" fmla="*/ 3965 h 5728"/>
                  <a:gd name="connsiteX85-27891" fmla="*/ 4271 w 5074"/>
                  <a:gd name="connsiteY85-27892" fmla="*/ 3973 h 5728"/>
                  <a:gd name="connsiteX86-27893" fmla="*/ 4214 w 5074"/>
                  <a:gd name="connsiteY86-27894" fmla="*/ 3916 h 5728"/>
                  <a:gd name="connsiteX87-27895" fmla="*/ 4090 w 5074"/>
                  <a:gd name="connsiteY87-27896" fmla="*/ 3808 h 5728"/>
                  <a:gd name="connsiteX88-27897" fmla="*/ 4114 w 5074"/>
                  <a:gd name="connsiteY88-27898" fmla="*/ 4064 h 5728"/>
                  <a:gd name="connsiteX89-27899" fmla="*/ 4123 w 5074"/>
                  <a:gd name="connsiteY89-27900" fmla="*/ 4192 h 5728"/>
                  <a:gd name="connsiteX90-27901" fmla="*/ 3861 w 5074"/>
                  <a:gd name="connsiteY90-27902" fmla="*/ 4166 h 5728"/>
                  <a:gd name="connsiteX91-27903" fmla="*/ 3779 w 5074"/>
                  <a:gd name="connsiteY91-27904" fmla="*/ 3987 h 5728"/>
                  <a:gd name="connsiteX92-27905" fmla="*/ 3697 w 5074"/>
                  <a:gd name="connsiteY92-27906" fmla="*/ 3802 h 5728"/>
                  <a:gd name="connsiteX93-27907" fmla="*/ 1425 w 5074"/>
                  <a:gd name="connsiteY93-27908" fmla="*/ 5516 h 5728"/>
                  <a:gd name="connsiteX94-27909" fmla="*/ 1408 w 5074"/>
                  <a:gd name="connsiteY94-27910" fmla="*/ 5659 h 5728"/>
                  <a:gd name="connsiteX95-27911" fmla="*/ 1392 w 5074"/>
                  <a:gd name="connsiteY95-27912" fmla="*/ 5669 h 5728"/>
                  <a:gd name="connsiteX96-27913" fmla="*/ 1070 w 5074"/>
                  <a:gd name="connsiteY96-27914" fmla="*/ 5621 h 5728"/>
                  <a:gd name="connsiteX97-27915" fmla="*/ 968 w 5074"/>
                  <a:gd name="connsiteY97-27916" fmla="*/ 5566 h 5728"/>
                  <a:gd name="connsiteX98-27917" fmla="*/ 914 w 5074"/>
                  <a:gd name="connsiteY98-27918" fmla="*/ 5503 h 5728"/>
                  <a:gd name="connsiteX99-27919" fmla="*/ 809 w 5074"/>
                  <a:gd name="connsiteY99-27920" fmla="*/ 5477 h 5728"/>
                  <a:gd name="connsiteX100-27921" fmla="*/ 809 w 5074"/>
                  <a:gd name="connsiteY100-27922" fmla="*/ 5379 h 5728"/>
                  <a:gd name="connsiteX101-27923" fmla="*/ 913 w 5074"/>
                  <a:gd name="connsiteY101-27924" fmla="*/ 5149 h 5728"/>
                  <a:gd name="connsiteX102-27925" fmla="*/ 773 w 5074"/>
                  <a:gd name="connsiteY102-27926" fmla="*/ 5070 h 5728"/>
                  <a:gd name="connsiteX103-27927" fmla="*/ 731 w 5074"/>
                  <a:gd name="connsiteY103-27928" fmla="*/ 5095 h 5728"/>
                  <a:gd name="connsiteX104-27929" fmla="*/ 641 w 5074"/>
                  <a:gd name="connsiteY104-27930" fmla="*/ 5214 h 5728"/>
                  <a:gd name="connsiteX105-27931" fmla="*/ 609 w 5074"/>
                  <a:gd name="connsiteY105-27932" fmla="*/ 5276 h 5728"/>
                  <a:gd name="connsiteX106-27933" fmla="*/ 547 w 5074"/>
                  <a:gd name="connsiteY106-27934" fmla="*/ 5386 h 5728"/>
                  <a:gd name="connsiteX107-27935" fmla="*/ 553 w 5074"/>
                  <a:gd name="connsiteY107-27936" fmla="*/ 5510 h 5728"/>
                  <a:gd name="connsiteX108-27937" fmla="*/ 514 w 5074"/>
                  <a:gd name="connsiteY108-27938" fmla="*/ 5558 h 5728"/>
                  <a:gd name="connsiteX109-27939" fmla="*/ 383 w 5074"/>
                  <a:gd name="connsiteY109-27940" fmla="*/ 5617 h 5728"/>
                  <a:gd name="connsiteX110-27941" fmla="*/ 217 w 5074"/>
                  <a:gd name="connsiteY110-27942" fmla="*/ 5649 h 5728"/>
                  <a:gd name="connsiteX111-27943" fmla="*/ 114 w 5074"/>
                  <a:gd name="connsiteY111-27944" fmla="*/ 5728 h 5728"/>
                  <a:gd name="connsiteX112-27945" fmla="*/ 0 w 5074"/>
                  <a:gd name="connsiteY112-27946" fmla="*/ 5611 h 5728"/>
                  <a:gd name="connsiteX0-27947" fmla="*/ 3888 w 5074"/>
                  <a:gd name="connsiteY0-27948" fmla="*/ 2333 h 5728"/>
                  <a:gd name="connsiteX1-27949" fmla="*/ 3886 w 5074"/>
                  <a:gd name="connsiteY1-27950" fmla="*/ 2117 h 5728"/>
                  <a:gd name="connsiteX2-27951" fmla="*/ 3810 w 5074"/>
                  <a:gd name="connsiteY2-27952" fmla="*/ 2039 h 5728"/>
                  <a:gd name="connsiteX3-27953" fmla="*/ 3667 w 5074"/>
                  <a:gd name="connsiteY3-27954" fmla="*/ 1951 h 5728"/>
                  <a:gd name="connsiteX4-27955" fmla="*/ 3575 w 5074"/>
                  <a:gd name="connsiteY4-27956" fmla="*/ 1827 h 5728"/>
                  <a:gd name="connsiteX5-27957" fmla="*/ 3479 w 5074"/>
                  <a:gd name="connsiteY5-27958" fmla="*/ 1828 h 5728"/>
                  <a:gd name="connsiteX6-27959" fmla="*/ 3434 w 5074"/>
                  <a:gd name="connsiteY6-27960" fmla="*/ 1883 h 5728"/>
                  <a:gd name="connsiteX7-27961" fmla="*/ 3341 w 5074"/>
                  <a:gd name="connsiteY7-27962" fmla="*/ 1877 h 5728"/>
                  <a:gd name="connsiteX8-27963" fmla="*/ 3321 w 5074"/>
                  <a:gd name="connsiteY8-27964" fmla="*/ 1994 h 5728"/>
                  <a:gd name="connsiteX9-27965" fmla="*/ 3140 w 5074"/>
                  <a:gd name="connsiteY9-27966" fmla="*/ 1941 h 5728"/>
                  <a:gd name="connsiteX10-27967" fmla="*/ 3057 w 5074"/>
                  <a:gd name="connsiteY10-27968" fmla="*/ 1939 h 5728"/>
                  <a:gd name="connsiteX11-27969" fmla="*/ 2932 w 5074"/>
                  <a:gd name="connsiteY11-27970" fmla="*/ 2014 h 5728"/>
                  <a:gd name="connsiteX12-27971" fmla="*/ 2820 w 5074"/>
                  <a:gd name="connsiteY12-27972" fmla="*/ 1890 h 5728"/>
                  <a:gd name="connsiteX13-27973" fmla="*/ 2914 w 5074"/>
                  <a:gd name="connsiteY13-27974" fmla="*/ 1804 h 5728"/>
                  <a:gd name="connsiteX14-27975" fmla="*/ 2918 w 5074"/>
                  <a:gd name="connsiteY14-27976" fmla="*/ 1634 h 5728"/>
                  <a:gd name="connsiteX15-27977" fmla="*/ 2973 w 5074"/>
                  <a:gd name="connsiteY15-27978" fmla="*/ 1514 h 5728"/>
                  <a:gd name="connsiteX16-27979" fmla="*/ 3016 w 5074"/>
                  <a:gd name="connsiteY16-27980" fmla="*/ 1306 h 5728"/>
                  <a:gd name="connsiteX17-27981" fmla="*/ 3076 w 5074"/>
                  <a:gd name="connsiteY17-27982" fmla="*/ 1307 h 5728"/>
                  <a:gd name="connsiteX18-27983" fmla="*/ 3399 w 5074"/>
                  <a:gd name="connsiteY18-27984" fmla="*/ 1286 h 5728"/>
                  <a:gd name="connsiteX19-27985" fmla="*/ 3573 w 5074"/>
                  <a:gd name="connsiteY19-27986" fmla="*/ 1117 h 5728"/>
                  <a:gd name="connsiteX20-27987" fmla="*/ 3642 w 5074"/>
                  <a:gd name="connsiteY20-27988" fmla="*/ 748 h 5728"/>
                  <a:gd name="connsiteX21-27989" fmla="*/ 3752 w 5074"/>
                  <a:gd name="connsiteY21-27990" fmla="*/ 486 h 5728"/>
                  <a:gd name="connsiteX22-27991" fmla="*/ 3750 w 5074"/>
                  <a:gd name="connsiteY22-27992" fmla="*/ 358 h 5728"/>
                  <a:gd name="connsiteX23-27993" fmla="*/ 3737 w 5074"/>
                  <a:gd name="connsiteY23-27994" fmla="*/ 328 h 5728"/>
                  <a:gd name="connsiteX24-27995" fmla="*/ 3670 w 5074"/>
                  <a:gd name="connsiteY24-27996" fmla="*/ 251 h 5728"/>
                  <a:gd name="connsiteX25-27997" fmla="*/ 3610 w 5074"/>
                  <a:gd name="connsiteY25-27998" fmla="*/ 217 h 5728"/>
                  <a:gd name="connsiteX26-27999" fmla="*/ 3735 w 5074"/>
                  <a:gd name="connsiteY26-28000" fmla="*/ 56 h 5728"/>
                  <a:gd name="connsiteX27-28001" fmla="*/ 3908 w 5074"/>
                  <a:gd name="connsiteY27-28002" fmla="*/ 2 h 5728"/>
                  <a:gd name="connsiteX28-28003" fmla="*/ 3940 w 5074"/>
                  <a:gd name="connsiteY28-28004" fmla="*/ 49 h 5728"/>
                  <a:gd name="connsiteX29-28005" fmla="*/ 3930 w 5074"/>
                  <a:gd name="connsiteY29-28006" fmla="*/ 133 h 5728"/>
                  <a:gd name="connsiteX30-28007" fmla="*/ 3869 w 5074"/>
                  <a:gd name="connsiteY30-28008" fmla="*/ 243 h 5728"/>
                  <a:gd name="connsiteX31-28009" fmla="*/ 3939 w 5074"/>
                  <a:gd name="connsiteY31-28010" fmla="*/ 301 h 5728"/>
                  <a:gd name="connsiteX32-28011" fmla="*/ 4053 w 5074"/>
                  <a:gd name="connsiteY32-28012" fmla="*/ 366 h 5728"/>
                  <a:gd name="connsiteX33-28013" fmla="*/ 4073 w 5074"/>
                  <a:gd name="connsiteY33-28014" fmla="*/ 255 h 5728"/>
                  <a:gd name="connsiteX34-28015" fmla="*/ 4207 w 5074"/>
                  <a:gd name="connsiteY34-28016" fmla="*/ 291 h 5728"/>
                  <a:gd name="connsiteX35-28017" fmla="*/ 4232 w 5074"/>
                  <a:gd name="connsiteY35-28018" fmla="*/ 331 h 5728"/>
                  <a:gd name="connsiteX36-28019" fmla="*/ 4308 w 5074"/>
                  <a:gd name="connsiteY36-28020" fmla="*/ 562 h 5728"/>
                  <a:gd name="connsiteX37-28021" fmla="*/ 4343 w 5074"/>
                  <a:gd name="connsiteY37-28022" fmla="*/ 586 h 5728"/>
                  <a:gd name="connsiteX38-28023" fmla="*/ 4435 w 5074"/>
                  <a:gd name="connsiteY38-28024" fmla="*/ 578 h 5728"/>
                  <a:gd name="connsiteX39-28025" fmla="*/ 4695 w 5074"/>
                  <a:gd name="connsiteY39-28026" fmla="*/ 490 h 5728"/>
                  <a:gd name="connsiteX40-28027" fmla="*/ 4915 w 5074"/>
                  <a:gd name="connsiteY40-28028" fmla="*/ 479 h 5728"/>
                  <a:gd name="connsiteX41-28029" fmla="*/ 4975 w 5074"/>
                  <a:gd name="connsiteY41-28030" fmla="*/ 648 h 5728"/>
                  <a:gd name="connsiteX42-28031" fmla="*/ 4893 w 5074"/>
                  <a:gd name="connsiteY42-28032" fmla="*/ 944 h 5728"/>
                  <a:gd name="connsiteX43-28033" fmla="*/ 4893 w 5074"/>
                  <a:gd name="connsiteY43-28034" fmla="*/ 1022 h 5728"/>
                  <a:gd name="connsiteX44-28035" fmla="*/ 4962 w 5074"/>
                  <a:gd name="connsiteY44-28036" fmla="*/ 1168 h 5728"/>
                  <a:gd name="connsiteX45-28037" fmla="*/ 4977 w 5074"/>
                  <a:gd name="connsiteY45-28038" fmla="*/ 1427 h 5728"/>
                  <a:gd name="connsiteX46-28039" fmla="*/ 4979 w 5074"/>
                  <a:gd name="connsiteY46-28040" fmla="*/ 1617 h 5728"/>
                  <a:gd name="connsiteX47-28041" fmla="*/ 4912 w 5074"/>
                  <a:gd name="connsiteY47-28042" fmla="*/ 1625 h 5728"/>
                  <a:gd name="connsiteX48-28043" fmla="*/ 4890 w 5074"/>
                  <a:gd name="connsiteY48-28044" fmla="*/ 1507 h 5728"/>
                  <a:gd name="connsiteX49-28045" fmla="*/ 4855 w 5074"/>
                  <a:gd name="connsiteY49-28046" fmla="*/ 1450 h 5728"/>
                  <a:gd name="connsiteX50-28047" fmla="*/ 4765 w 5074"/>
                  <a:gd name="connsiteY50-28048" fmla="*/ 1582 h 5728"/>
                  <a:gd name="connsiteX51-28049" fmla="*/ 4652 w 5074"/>
                  <a:gd name="connsiteY51-28050" fmla="*/ 1776 h 5728"/>
                  <a:gd name="connsiteX52-28051" fmla="*/ 4533 w 5074"/>
                  <a:gd name="connsiteY52-28052" fmla="*/ 1904 h 5728"/>
                  <a:gd name="connsiteX53-28053" fmla="*/ 4526 w 5074"/>
                  <a:gd name="connsiteY53-28054" fmla="*/ 2018 h 5728"/>
                  <a:gd name="connsiteX54-28055" fmla="*/ 4586 w 5074"/>
                  <a:gd name="connsiteY54-28056" fmla="*/ 2115 h 5728"/>
                  <a:gd name="connsiteX55-28057" fmla="*/ 4688 w 5074"/>
                  <a:gd name="connsiteY55-28058" fmla="*/ 2183 h 5728"/>
                  <a:gd name="connsiteX56-28059" fmla="*/ 4765 w 5074"/>
                  <a:gd name="connsiteY56-28060" fmla="*/ 2178 h 5728"/>
                  <a:gd name="connsiteX57-28061" fmla="*/ 4810 w 5074"/>
                  <a:gd name="connsiteY57-28062" fmla="*/ 2104 h 5728"/>
                  <a:gd name="connsiteX58-28063" fmla="*/ 4844 w 5074"/>
                  <a:gd name="connsiteY58-28064" fmla="*/ 2210 h 5728"/>
                  <a:gd name="connsiteX59-28065" fmla="*/ 4732 w 5074"/>
                  <a:gd name="connsiteY59-28066" fmla="*/ 2249 h 5728"/>
                  <a:gd name="connsiteX60-28067" fmla="*/ 4779 w 5074"/>
                  <a:gd name="connsiteY60-28068" fmla="*/ 2362 h 5728"/>
                  <a:gd name="connsiteX61-28069" fmla="*/ 4644 w 5074"/>
                  <a:gd name="connsiteY61-28070" fmla="*/ 2509 h 5728"/>
                  <a:gd name="connsiteX62-28071" fmla="*/ 4603 w 5074"/>
                  <a:gd name="connsiteY62-28072" fmla="*/ 2498 h 5728"/>
                  <a:gd name="connsiteX63-28073" fmla="*/ 4479 w 5074"/>
                  <a:gd name="connsiteY63-28074" fmla="*/ 2413 h 5728"/>
                  <a:gd name="connsiteX64-28075" fmla="*/ 4424 w 5074"/>
                  <a:gd name="connsiteY64-28076" fmla="*/ 2412 h 5728"/>
                  <a:gd name="connsiteX65-28077" fmla="*/ 4389 w 5074"/>
                  <a:gd name="connsiteY65-28078" fmla="*/ 2480 h 5728"/>
                  <a:gd name="connsiteX66-28079" fmla="*/ 4392 w 5074"/>
                  <a:gd name="connsiteY66-28080" fmla="*/ 2562 h 5728"/>
                  <a:gd name="connsiteX67-28081" fmla="*/ 4570 w 5074"/>
                  <a:gd name="connsiteY67-28082" fmla="*/ 2730 h 5728"/>
                  <a:gd name="connsiteX68-28083" fmla="*/ 4569 w 5074"/>
                  <a:gd name="connsiteY68-28084" fmla="*/ 2844 h 5728"/>
                  <a:gd name="connsiteX69-28085" fmla="*/ 4660 w 5074"/>
                  <a:gd name="connsiteY69-28086" fmla="*/ 3060 h 5728"/>
                  <a:gd name="connsiteX70-28087" fmla="*/ 4686 w 5074"/>
                  <a:gd name="connsiteY70-28088" fmla="*/ 3090 h 5728"/>
                  <a:gd name="connsiteX71-28089" fmla="*/ 4730 w 5074"/>
                  <a:gd name="connsiteY71-28090" fmla="*/ 3094 h 5728"/>
                  <a:gd name="connsiteX72-28091" fmla="*/ 4776 w 5074"/>
                  <a:gd name="connsiteY72-28092" fmla="*/ 3010 h 5728"/>
                  <a:gd name="connsiteX73-28093" fmla="*/ 4856 w 5074"/>
                  <a:gd name="connsiteY73-28094" fmla="*/ 2950 h 5728"/>
                  <a:gd name="connsiteX74-28095" fmla="*/ 4951 w 5074"/>
                  <a:gd name="connsiteY74-28096" fmla="*/ 3126 h 5728"/>
                  <a:gd name="connsiteX75-28097" fmla="*/ 5061 w 5074"/>
                  <a:gd name="connsiteY75-28098" fmla="*/ 3312 h 5728"/>
                  <a:gd name="connsiteX76-28099" fmla="*/ 5074 w 5074"/>
                  <a:gd name="connsiteY76-28100" fmla="*/ 3342 h 5728"/>
                  <a:gd name="connsiteX77-28101" fmla="*/ 5063 w 5074"/>
                  <a:gd name="connsiteY77-28102" fmla="*/ 3518 h 5728"/>
                  <a:gd name="connsiteX78-28103" fmla="*/ 5028 w 5074"/>
                  <a:gd name="connsiteY78-28104" fmla="*/ 3554 h 5728"/>
                  <a:gd name="connsiteX79-28105" fmla="*/ 4939 w 5074"/>
                  <a:gd name="connsiteY79-28106" fmla="*/ 3515 h 5728"/>
                  <a:gd name="connsiteX80-28107" fmla="*/ 4705 w 5074"/>
                  <a:gd name="connsiteY80-28108" fmla="*/ 3644 h 5728"/>
                  <a:gd name="connsiteX81-28109" fmla="*/ 4679 w 5074"/>
                  <a:gd name="connsiteY81-28110" fmla="*/ 3666 h 5728"/>
                  <a:gd name="connsiteX82-28111" fmla="*/ 4499 w 5074"/>
                  <a:gd name="connsiteY82-28112" fmla="*/ 3812 h 5728"/>
                  <a:gd name="connsiteX83-28113" fmla="*/ 4358 w 5074"/>
                  <a:gd name="connsiteY83-28114" fmla="*/ 3926 h 5728"/>
                  <a:gd name="connsiteX84-28115" fmla="*/ 4323 w 5074"/>
                  <a:gd name="connsiteY84-28116" fmla="*/ 3965 h 5728"/>
                  <a:gd name="connsiteX85-28117" fmla="*/ 4271 w 5074"/>
                  <a:gd name="connsiteY85-28118" fmla="*/ 3973 h 5728"/>
                  <a:gd name="connsiteX86-28119" fmla="*/ 4214 w 5074"/>
                  <a:gd name="connsiteY86-28120" fmla="*/ 3916 h 5728"/>
                  <a:gd name="connsiteX87-28121" fmla="*/ 4090 w 5074"/>
                  <a:gd name="connsiteY87-28122" fmla="*/ 3808 h 5728"/>
                  <a:gd name="connsiteX88-28123" fmla="*/ 4114 w 5074"/>
                  <a:gd name="connsiteY88-28124" fmla="*/ 4064 h 5728"/>
                  <a:gd name="connsiteX89-28125" fmla="*/ 4123 w 5074"/>
                  <a:gd name="connsiteY89-28126" fmla="*/ 4192 h 5728"/>
                  <a:gd name="connsiteX90-28127" fmla="*/ 3861 w 5074"/>
                  <a:gd name="connsiteY90-28128" fmla="*/ 4166 h 5728"/>
                  <a:gd name="connsiteX91-28129" fmla="*/ 3779 w 5074"/>
                  <a:gd name="connsiteY91-28130" fmla="*/ 3987 h 5728"/>
                  <a:gd name="connsiteX92-28131" fmla="*/ 3697 w 5074"/>
                  <a:gd name="connsiteY92-28132" fmla="*/ 3802 h 5728"/>
                  <a:gd name="connsiteX93-28133" fmla="*/ 1425 w 5074"/>
                  <a:gd name="connsiteY93-28134" fmla="*/ 5516 h 5728"/>
                  <a:gd name="connsiteX94-28135" fmla="*/ 1408 w 5074"/>
                  <a:gd name="connsiteY94-28136" fmla="*/ 5659 h 5728"/>
                  <a:gd name="connsiteX95-28137" fmla="*/ 1392 w 5074"/>
                  <a:gd name="connsiteY95-28138" fmla="*/ 5669 h 5728"/>
                  <a:gd name="connsiteX96-28139" fmla="*/ 1070 w 5074"/>
                  <a:gd name="connsiteY96-28140" fmla="*/ 5621 h 5728"/>
                  <a:gd name="connsiteX97-28141" fmla="*/ 968 w 5074"/>
                  <a:gd name="connsiteY97-28142" fmla="*/ 5566 h 5728"/>
                  <a:gd name="connsiteX98-28143" fmla="*/ 914 w 5074"/>
                  <a:gd name="connsiteY98-28144" fmla="*/ 5503 h 5728"/>
                  <a:gd name="connsiteX99-28145" fmla="*/ 809 w 5074"/>
                  <a:gd name="connsiteY99-28146" fmla="*/ 5477 h 5728"/>
                  <a:gd name="connsiteX100-28147" fmla="*/ 809 w 5074"/>
                  <a:gd name="connsiteY100-28148" fmla="*/ 5379 h 5728"/>
                  <a:gd name="connsiteX101-28149" fmla="*/ 913 w 5074"/>
                  <a:gd name="connsiteY101-28150" fmla="*/ 5149 h 5728"/>
                  <a:gd name="connsiteX102-28151" fmla="*/ 773 w 5074"/>
                  <a:gd name="connsiteY102-28152" fmla="*/ 5070 h 5728"/>
                  <a:gd name="connsiteX103-28153" fmla="*/ 641 w 5074"/>
                  <a:gd name="connsiteY103-28154" fmla="*/ 5214 h 5728"/>
                  <a:gd name="connsiteX104-28155" fmla="*/ 609 w 5074"/>
                  <a:gd name="connsiteY104-28156" fmla="*/ 5276 h 5728"/>
                  <a:gd name="connsiteX105-28157" fmla="*/ 547 w 5074"/>
                  <a:gd name="connsiteY105-28158" fmla="*/ 5386 h 5728"/>
                  <a:gd name="connsiteX106-28159" fmla="*/ 553 w 5074"/>
                  <a:gd name="connsiteY106-28160" fmla="*/ 5510 h 5728"/>
                  <a:gd name="connsiteX107-28161" fmla="*/ 514 w 5074"/>
                  <a:gd name="connsiteY107-28162" fmla="*/ 5558 h 5728"/>
                  <a:gd name="connsiteX108-28163" fmla="*/ 383 w 5074"/>
                  <a:gd name="connsiteY108-28164" fmla="*/ 5617 h 5728"/>
                  <a:gd name="connsiteX109-28165" fmla="*/ 217 w 5074"/>
                  <a:gd name="connsiteY109-28166" fmla="*/ 5649 h 5728"/>
                  <a:gd name="connsiteX110-28167" fmla="*/ 114 w 5074"/>
                  <a:gd name="connsiteY110-28168" fmla="*/ 5728 h 5728"/>
                  <a:gd name="connsiteX111-28169" fmla="*/ 0 w 5074"/>
                  <a:gd name="connsiteY111-28170" fmla="*/ 5611 h 5728"/>
                  <a:gd name="connsiteX0-28171" fmla="*/ 3888 w 5074"/>
                  <a:gd name="connsiteY0-28172" fmla="*/ 2333 h 5728"/>
                  <a:gd name="connsiteX1-28173" fmla="*/ 3886 w 5074"/>
                  <a:gd name="connsiteY1-28174" fmla="*/ 2117 h 5728"/>
                  <a:gd name="connsiteX2-28175" fmla="*/ 3810 w 5074"/>
                  <a:gd name="connsiteY2-28176" fmla="*/ 2039 h 5728"/>
                  <a:gd name="connsiteX3-28177" fmla="*/ 3667 w 5074"/>
                  <a:gd name="connsiteY3-28178" fmla="*/ 1951 h 5728"/>
                  <a:gd name="connsiteX4-28179" fmla="*/ 3575 w 5074"/>
                  <a:gd name="connsiteY4-28180" fmla="*/ 1827 h 5728"/>
                  <a:gd name="connsiteX5-28181" fmla="*/ 3479 w 5074"/>
                  <a:gd name="connsiteY5-28182" fmla="*/ 1828 h 5728"/>
                  <a:gd name="connsiteX6-28183" fmla="*/ 3434 w 5074"/>
                  <a:gd name="connsiteY6-28184" fmla="*/ 1883 h 5728"/>
                  <a:gd name="connsiteX7-28185" fmla="*/ 3341 w 5074"/>
                  <a:gd name="connsiteY7-28186" fmla="*/ 1877 h 5728"/>
                  <a:gd name="connsiteX8-28187" fmla="*/ 3321 w 5074"/>
                  <a:gd name="connsiteY8-28188" fmla="*/ 1994 h 5728"/>
                  <a:gd name="connsiteX9-28189" fmla="*/ 3140 w 5074"/>
                  <a:gd name="connsiteY9-28190" fmla="*/ 1941 h 5728"/>
                  <a:gd name="connsiteX10-28191" fmla="*/ 3057 w 5074"/>
                  <a:gd name="connsiteY10-28192" fmla="*/ 1939 h 5728"/>
                  <a:gd name="connsiteX11-28193" fmla="*/ 2932 w 5074"/>
                  <a:gd name="connsiteY11-28194" fmla="*/ 2014 h 5728"/>
                  <a:gd name="connsiteX12-28195" fmla="*/ 2820 w 5074"/>
                  <a:gd name="connsiteY12-28196" fmla="*/ 1890 h 5728"/>
                  <a:gd name="connsiteX13-28197" fmla="*/ 2914 w 5074"/>
                  <a:gd name="connsiteY13-28198" fmla="*/ 1804 h 5728"/>
                  <a:gd name="connsiteX14-28199" fmla="*/ 2918 w 5074"/>
                  <a:gd name="connsiteY14-28200" fmla="*/ 1634 h 5728"/>
                  <a:gd name="connsiteX15-28201" fmla="*/ 2973 w 5074"/>
                  <a:gd name="connsiteY15-28202" fmla="*/ 1514 h 5728"/>
                  <a:gd name="connsiteX16-28203" fmla="*/ 3016 w 5074"/>
                  <a:gd name="connsiteY16-28204" fmla="*/ 1306 h 5728"/>
                  <a:gd name="connsiteX17-28205" fmla="*/ 3076 w 5074"/>
                  <a:gd name="connsiteY17-28206" fmla="*/ 1307 h 5728"/>
                  <a:gd name="connsiteX18-28207" fmla="*/ 3399 w 5074"/>
                  <a:gd name="connsiteY18-28208" fmla="*/ 1286 h 5728"/>
                  <a:gd name="connsiteX19-28209" fmla="*/ 3573 w 5074"/>
                  <a:gd name="connsiteY19-28210" fmla="*/ 1117 h 5728"/>
                  <a:gd name="connsiteX20-28211" fmla="*/ 3642 w 5074"/>
                  <a:gd name="connsiteY20-28212" fmla="*/ 748 h 5728"/>
                  <a:gd name="connsiteX21-28213" fmla="*/ 3752 w 5074"/>
                  <a:gd name="connsiteY21-28214" fmla="*/ 486 h 5728"/>
                  <a:gd name="connsiteX22-28215" fmla="*/ 3750 w 5074"/>
                  <a:gd name="connsiteY22-28216" fmla="*/ 358 h 5728"/>
                  <a:gd name="connsiteX23-28217" fmla="*/ 3737 w 5074"/>
                  <a:gd name="connsiteY23-28218" fmla="*/ 328 h 5728"/>
                  <a:gd name="connsiteX24-28219" fmla="*/ 3670 w 5074"/>
                  <a:gd name="connsiteY24-28220" fmla="*/ 251 h 5728"/>
                  <a:gd name="connsiteX25-28221" fmla="*/ 3610 w 5074"/>
                  <a:gd name="connsiteY25-28222" fmla="*/ 217 h 5728"/>
                  <a:gd name="connsiteX26-28223" fmla="*/ 3735 w 5074"/>
                  <a:gd name="connsiteY26-28224" fmla="*/ 56 h 5728"/>
                  <a:gd name="connsiteX27-28225" fmla="*/ 3908 w 5074"/>
                  <a:gd name="connsiteY27-28226" fmla="*/ 2 h 5728"/>
                  <a:gd name="connsiteX28-28227" fmla="*/ 3940 w 5074"/>
                  <a:gd name="connsiteY28-28228" fmla="*/ 49 h 5728"/>
                  <a:gd name="connsiteX29-28229" fmla="*/ 3930 w 5074"/>
                  <a:gd name="connsiteY29-28230" fmla="*/ 133 h 5728"/>
                  <a:gd name="connsiteX30-28231" fmla="*/ 3869 w 5074"/>
                  <a:gd name="connsiteY30-28232" fmla="*/ 243 h 5728"/>
                  <a:gd name="connsiteX31-28233" fmla="*/ 3939 w 5074"/>
                  <a:gd name="connsiteY31-28234" fmla="*/ 301 h 5728"/>
                  <a:gd name="connsiteX32-28235" fmla="*/ 4053 w 5074"/>
                  <a:gd name="connsiteY32-28236" fmla="*/ 366 h 5728"/>
                  <a:gd name="connsiteX33-28237" fmla="*/ 4073 w 5074"/>
                  <a:gd name="connsiteY33-28238" fmla="*/ 255 h 5728"/>
                  <a:gd name="connsiteX34-28239" fmla="*/ 4207 w 5074"/>
                  <a:gd name="connsiteY34-28240" fmla="*/ 291 h 5728"/>
                  <a:gd name="connsiteX35-28241" fmla="*/ 4232 w 5074"/>
                  <a:gd name="connsiteY35-28242" fmla="*/ 331 h 5728"/>
                  <a:gd name="connsiteX36-28243" fmla="*/ 4308 w 5074"/>
                  <a:gd name="connsiteY36-28244" fmla="*/ 562 h 5728"/>
                  <a:gd name="connsiteX37-28245" fmla="*/ 4343 w 5074"/>
                  <a:gd name="connsiteY37-28246" fmla="*/ 586 h 5728"/>
                  <a:gd name="connsiteX38-28247" fmla="*/ 4435 w 5074"/>
                  <a:gd name="connsiteY38-28248" fmla="*/ 578 h 5728"/>
                  <a:gd name="connsiteX39-28249" fmla="*/ 4695 w 5074"/>
                  <a:gd name="connsiteY39-28250" fmla="*/ 490 h 5728"/>
                  <a:gd name="connsiteX40-28251" fmla="*/ 4915 w 5074"/>
                  <a:gd name="connsiteY40-28252" fmla="*/ 479 h 5728"/>
                  <a:gd name="connsiteX41-28253" fmla="*/ 4975 w 5074"/>
                  <a:gd name="connsiteY41-28254" fmla="*/ 648 h 5728"/>
                  <a:gd name="connsiteX42-28255" fmla="*/ 4893 w 5074"/>
                  <a:gd name="connsiteY42-28256" fmla="*/ 944 h 5728"/>
                  <a:gd name="connsiteX43-28257" fmla="*/ 4893 w 5074"/>
                  <a:gd name="connsiteY43-28258" fmla="*/ 1022 h 5728"/>
                  <a:gd name="connsiteX44-28259" fmla="*/ 4962 w 5074"/>
                  <a:gd name="connsiteY44-28260" fmla="*/ 1168 h 5728"/>
                  <a:gd name="connsiteX45-28261" fmla="*/ 4977 w 5074"/>
                  <a:gd name="connsiteY45-28262" fmla="*/ 1427 h 5728"/>
                  <a:gd name="connsiteX46-28263" fmla="*/ 4979 w 5074"/>
                  <a:gd name="connsiteY46-28264" fmla="*/ 1617 h 5728"/>
                  <a:gd name="connsiteX47-28265" fmla="*/ 4912 w 5074"/>
                  <a:gd name="connsiteY47-28266" fmla="*/ 1625 h 5728"/>
                  <a:gd name="connsiteX48-28267" fmla="*/ 4890 w 5074"/>
                  <a:gd name="connsiteY48-28268" fmla="*/ 1507 h 5728"/>
                  <a:gd name="connsiteX49-28269" fmla="*/ 4855 w 5074"/>
                  <a:gd name="connsiteY49-28270" fmla="*/ 1450 h 5728"/>
                  <a:gd name="connsiteX50-28271" fmla="*/ 4765 w 5074"/>
                  <a:gd name="connsiteY50-28272" fmla="*/ 1582 h 5728"/>
                  <a:gd name="connsiteX51-28273" fmla="*/ 4652 w 5074"/>
                  <a:gd name="connsiteY51-28274" fmla="*/ 1776 h 5728"/>
                  <a:gd name="connsiteX52-28275" fmla="*/ 4533 w 5074"/>
                  <a:gd name="connsiteY52-28276" fmla="*/ 1904 h 5728"/>
                  <a:gd name="connsiteX53-28277" fmla="*/ 4526 w 5074"/>
                  <a:gd name="connsiteY53-28278" fmla="*/ 2018 h 5728"/>
                  <a:gd name="connsiteX54-28279" fmla="*/ 4586 w 5074"/>
                  <a:gd name="connsiteY54-28280" fmla="*/ 2115 h 5728"/>
                  <a:gd name="connsiteX55-28281" fmla="*/ 4688 w 5074"/>
                  <a:gd name="connsiteY55-28282" fmla="*/ 2183 h 5728"/>
                  <a:gd name="connsiteX56-28283" fmla="*/ 4765 w 5074"/>
                  <a:gd name="connsiteY56-28284" fmla="*/ 2178 h 5728"/>
                  <a:gd name="connsiteX57-28285" fmla="*/ 4810 w 5074"/>
                  <a:gd name="connsiteY57-28286" fmla="*/ 2104 h 5728"/>
                  <a:gd name="connsiteX58-28287" fmla="*/ 4844 w 5074"/>
                  <a:gd name="connsiteY58-28288" fmla="*/ 2210 h 5728"/>
                  <a:gd name="connsiteX59-28289" fmla="*/ 4732 w 5074"/>
                  <a:gd name="connsiteY59-28290" fmla="*/ 2249 h 5728"/>
                  <a:gd name="connsiteX60-28291" fmla="*/ 4779 w 5074"/>
                  <a:gd name="connsiteY60-28292" fmla="*/ 2362 h 5728"/>
                  <a:gd name="connsiteX61-28293" fmla="*/ 4644 w 5074"/>
                  <a:gd name="connsiteY61-28294" fmla="*/ 2509 h 5728"/>
                  <a:gd name="connsiteX62-28295" fmla="*/ 4603 w 5074"/>
                  <a:gd name="connsiteY62-28296" fmla="*/ 2498 h 5728"/>
                  <a:gd name="connsiteX63-28297" fmla="*/ 4479 w 5074"/>
                  <a:gd name="connsiteY63-28298" fmla="*/ 2413 h 5728"/>
                  <a:gd name="connsiteX64-28299" fmla="*/ 4424 w 5074"/>
                  <a:gd name="connsiteY64-28300" fmla="*/ 2412 h 5728"/>
                  <a:gd name="connsiteX65-28301" fmla="*/ 4389 w 5074"/>
                  <a:gd name="connsiteY65-28302" fmla="*/ 2480 h 5728"/>
                  <a:gd name="connsiteX66-28303" fmla="*/ 4392 w 5074"/>
                  <a:gd name="connsiteY66-28304" fmla="*/ 2562 h 5728"/>
                  <a:gd name="connsiteX67-28305" fmla="*/ 4570 w 5074"/>
                  <a:gd name="connsiteY67-28306" fmla="*/ 2730 h 5728"/>
                  <a:gd name="connsiteX68-28307" fmla="*/ 4569 w 5074"/>
                  <a:gd name="connsiteY68-28308" fmla="*/ 2844 h 5728"/>
                  <a:gd name="connsiteX69-28309" fmla="*/ 4660 w 5074"/>
                  <a:gd name="connsiteY69-28310" fmla="*/ 3060 h 5728"/>
                  <a:gd name="connsiteX70-28311" fmla="*/ 4686 w 5074"/>
                  <a:gd name="connsiteY70-28312" fmla="*/ 3090 h 5728"/>
                  <a:gd name="connsiteX71-28313" fmla="*/ 4730 w 5074"/>
                  <a:gd name="connsiteY71-28314" fmla="*/ 3094 h 5728"/>
                  <a:gd name="connsiteX72-28315" fmla="*/ 4776 w 5074"/>
                  <a:gd name="connsiteY72-28316" fmla="*/ 3010 h 5728"/>
                  <a:gd name="connsiteX73-28317" fmla="*/ 4856 w 5074"/>
                  <a:gd name="connsiteY73-28318" fmla="*/ 2950 h 5728"/>
                  <a:gd name="connsiteX74-28319" fmla="*/ 4951 w 5074"/>
                  <a:gd name="connsiteY74-28320" fmla="*/ 3126 h 5728"/>
                  <a:gd name="connsiteX75-28321" fmla="*/ 5061 w 5074"/>
                  <a:gd name="connsiteY75-28322" fmla="*/ 3312 h 5728"/>
                  <a:gd name="connsiteX76-28323" fmla="*/ 5074 w 5074"/>
                  <a:gd name="connsiteY76-28324" fmla="*/ 3342 h 5728"/>
                  <a:gd name="connsiteX77-28325" fmla="*/ 5063 w 5074"/>
                  <a:gd name="connsiteY77-28326" fmla="*/ 3518 h 5728"/>
                  <a:gd name="connsiteX78-28327" fmla="*/ 5028 w 5074"/>
                  <a:gd name="connsiteY78-28328" fmla="*/ 3554 h 5728"/>
                  <a:gd name="connsiteX79-28329" fmla="*/ 4939 w 5074"/>
                  <a:gd name="connsiteY79-28330" fmla="*/ 3515 h 5728"/>
                  <a:gd name="connsiteX80-28331" fmla="*/ 4705 w 5074"/>
                  <a:gd name="connsiteY80-28332" fmla="*/ 3644 h 5728"/>
                  <a:gd name="connsiteX81-28333" fmla="*/ 4679 w 5074"/>
                  <a:gd name="connsiteY81-28334" fmla="*/ 3666 h 5728"/>
                  <a:gd name="connsiteX82-28335" fmla="*/ 4499 w 5074"/>
                  <a:gd name="connsiteY82-28336" fmla="*/ 3812 h 5728"/>
                  <a:gd name="connsiteX83-28337" fmla="*/ 4358 w 5074"/>
                  <a:gd name="connsiteY83-28338" fmla="*/ 3926 h 5728"/>
                  <a:gd name="connsiteX84-28339" fmla="*/ 4323 w 5074"/>
                  <a:gd name="connsiteY84-28340" fmla="*/ 3965 h 5728"/>
                  <a:gd name="connsiteX85-28341" fmla="*/ 4271 w 5074"/>
                  <a:gd name="connsiteY85-28342" fmla="*/ 3973 h 5728"/>
                  <a:gd name="connsiteX86-28343" fmla="*/ 4214 w 5074"/>
                  <a:gd name="connsiteY86-28344" fmla="*/ 3916 h 5728"/>
                  <a:gd name="connsiteX87-28345" fmla="*/ 4090 w 5074"/>
                  <a:gd name="connsiteY87-28346" fmla="*/ 3808 h 5728"/>
                  <a:gd name="connsiteX88-28347" fmla="*/ 4114 w 5074"/>
                  <a:gd name="connsiteY88-28348" fmla="*/ 4064 h 5728"/>
                  <a:gd name="connsiteX89-28349" fmla="*/ 4123 w 5074"/>
                  <a:gd name="connsiteY89-28350" fmla="*/ 4192 h 5728"/>
                  <a:gd name="connsiteX90-28351" fmla="*/ 3861 w 5074"/>
                  <a:gd name="connsiteY90-28352" fmla="*/ 4166 h 5728"/>
                  <a:gd name="connsiteX91-28353" fmla="*/ 3779 w 5074"/>
                  <a:gd name="connsiteY91-28354" fmla="*/ 3987 h 5728"/>
                  <a:gd name="connsiteX92-28355" fmla="*/ 3697 w 5074"/>
                  <a:gd name="connsiteY92-28356" fmla="*/ 3802 h 5728"/>
                  <a:gd name="connsiteX93-28357" fmla="*/ 1425 w 5074"/>
                  <a:gd name="connsiteY93-28358" fmla="*/ 5516 h 5728"/>
                  <a:gd name="connsiteX94-28359" fmla="*/ 1408 w 5074"/>
                  <a:gd name="connsiteY94-28360" fmla="*/ 5659 h 5728"/>
                  <a:gd name="connsiteX95-28361" fmla="*/ 1392 w 5074"/>
                  <a:gd name="connsiteY95-28362" fmla="*/ 5669 h 5728"/>
                  <a:gd name="connsiteX96-28363" fmla="*/ 1070 w 5074"/>
                  <a:gd name="connsiteY96-28364" fmla="*/ 5621 h 5728"/>
                  <a:gd name="connsiteX97-28365" fmla="*/ 968 w 5074"/>
                  <a:gd name="connsiteY97-28366" fmla="*/ 5566 h 5728"/>
                  <a:gd name="connsiteX98-28367" fmla="*/ 914 w 5074"/>
                  <a:gd name="connsiteY98-28368" fmla="*/ 5503 h 5728"/>
                  <a:gd name="connsiteX99-28369" fmla="*/ 809 w 5074"/>
                  <a:gd name="connsiteY99-28370" fmla="*/ 5477 h 5728"/>
                  <a:gd name="connsiteX100-28371" fmla="*/ 809 w 5074"/>
                  <a:gd name="connsiteY100-28372" fmla="*/ 5379 h 5728"/>
                  <a:gd name="connsiteX101-28373" fmla="*/ 913 w 5074"/>
                  <a:gd name="connsiteY101-28374" fmla="*/ 5149 h 5728"/>
                  <a:gd name="connsiteX102-28375" fmla="*/ 641 w 5074"/>
                  <a:gd name="connsiteY102-28376" fmla="*/ 5214 h 5728"/>
                  <a:gd name="connsiteX103-28377" fmla="*/ 609 w 5074"/>
                  <a:gd name="connsiteY103-28378" fmla="*/ 5276 h 5728"/>
                  <a:gd name="connsiteX104-28379" fmla="*/ 547 w 5074"/>
                  <a:gd name="connsiteY104-28380" fmla="*/ 5386 h 5728"/>
                  <a:gd name="connsiteX105-28381" fmla="*/ 553 w 5074"/>
                  <a:gd name="connsiteY105-28382" fmla="*/ 5510 h 5728"/>
                  <a:gd name="connsiteX106-28383" fmla="*/ 514 w 5074"/>
                  <a:gd name="connsiteY106-28384" fmla="*/ 5558 h 5728"/>
                  <a:gd name="connsiteX107-28385" fmla="*/ 383 w 5074"/>
                  <a:gd name="connsiteY107-28386" fmla="*/ 5617 h 5728"/>
                  <a:gd name="connsiteX108-28387" fmla="*/ 217 w 5074"/>
                  <a:gd name="connsiteY108-28388" fmla="*/ 5649 h 5728"/>
                  <a:gd name="connsiteX109-28389" fmla="*/ 114 w 5074"/>
                  <a:gd name="connsiteY109-28390" fmla="*/ 5728 h 5728"/>
                  <a:gd name="connsiteX110-28391" fmla="*/ 0 w 5074"/>
                  <a:gd name="connsiteY110-28392" fmla="*/ 5611 h 5728"/>
                  <a:gd name="connsiteX0-28393" fmla="*/ 3888 w 5074"/>
                  <a:gd name="connsiteY0-28394" fmla="*/ 2333 h 5728"/>
                  <a:gd name="connsiteX1-28395" fmla="*/ 3886 w 5074"/>
                  <a:gd name="connsiteY1-28396" fmla="*/ 2117 h 5728"/>
                  <a:gd name="connsiteX2-28397" fmla="*/ 3810 w 5074"/>
                  <a:gd name="connsiteY2-28398" fmla="*/ 2039 h 5728"/>
                  <a:gd name="connsiteX3-28399" fmla="*/ 3667 w 5074"/>
                  <a:gd name="connsiteY3-28400" fmla="*/ 1951 h 5728"/>
                  <a:gd name="connsiteX4-28401" fmla="*/ 3575 w 5074"/>
                  <a:gd name="connsiteY4-28402" fmla="*/ 1827 h 5728"/>
                  <a:gd name="connsiteX5-28403" fmla="*/ 3479 w 5074"/>
                  <a:gd name="connsiteY5-28404" fmla="*/ 1828 h 5728"/>
                  <a:gd name="connsiteX6-28405" fmla="*/ 3434 w 5074"/>
                  <a:gd name="connsiteY6-28406" fmla="*/ 1883 h 5728"/>
                  <a:gd name="connsiteX7-28407" fmla="*/ 3341 w 5074"/>
                  <a:gd name="connsiteY7-28408" fmla="*/ 1877 h 5728"/>
                  <a:gd name="connsiteX8-28409" fmla="*/ 3321 w 5074"/>
                  <a:gd name="connsiteY8-28410" fmla="*/ 1994 h 5728"/>
                  <a:gd name="connsiteX9-28411" fmla="*/ 3140 w 5074"/>
                  <a:gd name="connsiteY9-28412" fmla="*/ 1941 h 5728"/>
                  <a:gd name="connsiteX10-28413" fmla="*/ 3057 w 5074"/>
                  <a:gd name="connsiteY10-28414" fmla="*/ 1939 h 5728"/>
                  <a:gd name="connsiteX11-28415" fmla="*/ 2932 w 5074"/>
                  <a:gd name="connsiteY11-28416" fmla="*/ 2014 h 5728"/>
                  <a:gd name="connsiteX12-28417" fmla="*/ 2820 w 5074"/>
                  <a:gd name="connsiteY12-28418" fmla="*/ 1890 h 5728"/>
                  <a:gd name="connsiteX13-28419" fmla="*/ 2914 w 5074"/>
                  <a:gd name="connsiteY13-28420" fmla="*/ 1804 h 5728"/>
                  <a:gd name="connsiteX14-28421" fmla="*/ 2918 w 5074"/>
                  <a:gd name="connsiteY14-28422" fmla="*/ 1634 h 5728"/>
                  <a:gd name="connsiteX15-28423" fmla="*/ 2973 w 5074"/>
                  <a:gd name="connsiteY15-28424" fmla="*/ 1514 h 5728"/>
                  <a:gd name="connsiteX16-28425" fmla="*/ 3016 w 5074"/>
                  <a:gd name="connsiteY16-28426" fmla="*/ 1306 h 5728"/>
                  <a:gd name="connsiteX17-28427" fmla="*/ 3076 w 5074"/>
                  <a:gd name="connsiteY17-28428" fmla="*/ 1307 h 5728"/>
                  <a:gd name="connsiteX18-28429" fmla="*/ 3399 w 5074"/>
                  <a:gd name="connsiteY18-28430" fmla="*/ 1286 h 5728"/>
                  <a:gd name="connsiteX19-28431" fmla="*/ 3573 w 5074"/>
                  <a:gd name="connsiteY19-28432" fmla="*/ 1117 h 5728"/>
                  <a:gd name="connsiteX20-28433" fmla="*/ 3642 w 5074"/>
                  <a:gd name="connsiteY20-28434" fmla="*/ 748 h 5728"/>
                  <a:gd name="connsiteX21-28435" fmla="*/ 3752 w 5074"/>
                  <a:gd name="connsiteY21-28436" fmla="*/ 486 h 5728"/>
                  <a:gd name="connsiteX22-28437" fmla="*/ 3750 w 5074"/>
                  <a:gd name="connsiteY22-28438" fmla="*/ 358 h 5728"/>
                  <a:gd name="connsiteX23-28439" fmla="*/ 3737 w 5074"/>
                  <a:gd name="connsiteY23-28440" fmla="*/ 328 h 5728"/>
                  <a:gd name="connsiteX24-28441" fmla="*/ 3670 w 5074"/>
                  <a:gd name="connsiteY24-28442" fmla="*/ 251 h 5728"/>
                  <a:gd name="connsiteX25-28443" fmla="*/ 3610 w 5074"/>
                  <a:gd name="connsiteY25-28444" fmla="*/ 217 h 5728"/>
                  <a:gd name="connsiteX26-28445" fmla="*/ 3735 w 5074"/>
                  <a:gd name="connsiteY26-28446" fmla="*/ 56 h 5728"/>
                  <a:gd name="connsiteX27-28447" fmla="*/ 3908 w 5074"/>
                  <a:gd name="connsiteY27-28448" fmla="*/ 2 h 5728"/>
                  <a:gd name="connsiteX28-28449" fmla="*/ 3940 w 5074"/>
                  <a:gd name="connsiteY28-28450" fmla="*/ 49 h 5728"/>
                  <a:gd name="connsiteX29-28451" fmla="*/ 3930 w 5074"/>
                  <a:gd name="connsiteY29-28452" fmla="*/ 133 h 5728"/>
                  <a:gd name="connsiteX30-28453" fmla="*/ 3869 w 5074"/>
                  <a:gd name="connsiteY30-28454" fmla="*/ 243 h 5728"/>
                  <a:gd name="connsiteX31-28455" fmla="*/ 3939 w 5074"/>
                  <a:gd name="connsiteY31-28456" fmla="*/ 301 h 5728"/>
                  <a:gd name="connsiteX32-28457" fmla="*/ 4053 w 5074"/>
                  <a:gd name="connsiteY32-28458" fmla="*/ 366 h 5728"/>
                  <a:gd name="connsiteX33-28459" fmla="*/ 4073 w 5074"/>
                  <a:gd name="connsiteY33-28460" fmla="*/ 255 h 5728"/>
                  <a:gd name="connsiteX34-28461" fmla="*/ 4207 w 5074"/>
                  <a:gd name="connsiteY34-28462" fmla="*/ 291 h 5728"/>
                  <a:gd name="connsiteX35-28463" fmla="*/ 4232 w 5074"/>
                  <a:gd name="connsiteY35-28464" fmla="*/ 331 h 5728"/>
                  <a:gd name="connsiteX36-28465" fmla="*/ 4308 w 5074"/>
                  <a:gd name="connsiteY36-28466" fmla="*/ 562 h 5728"/>
                  <a:gd name="connsiteX37-28467" fmla="*/ 4343 w 5074"/>
                  <a:gd name="connsiteY37-28468" fmla="*/ 586 h 5728"/>
                  <a:gd name="connsiteX38-28469" fmla="*/ 4435 w 5074"/>
                  <a:gd name="connsiteY38-28470" fmla="*/ 578 h 5728"/>
                  <a:gd name="connsiteX39-28471" fmla="*/ 4695 w 5074"/>
                  <a:gd name="connsiteY39-28472" fmla="*/ 490 h 5728"/>
                  <a:gd name="connsiteX40-28473" fmla="*/ 4915 w 5074"/>
                  <a:gd name="connsiteY40-28474" fmla="*/ 479 h 5728"/>
                  <a:gd name="connsiteX41-28475" fmla="*/ 4975 w 5074"/>
                  <a:gd name="connsiteY41-28476" fmla="*/ 648 h 5728"/>
                  <a:gd name="connsiteX42-28477" fmla="*/ 4893 w 5074"/>
                  <a:gd name="connsiteY42-28478" fmla="*/ 944 h 5728"/>
                  <a:gd name="connsiteX43-28479" fmla="*/ 4893 w 5074"/>
                  <a:gd name="connsiteY43-28480" fmla="*/ 1022 h 5728"/>
                  <a:gd name="connsiteX44-28481" fmla="*/ 4962 w 5074"/>
                  <a:gd name="connsiteY44-28482" fmla="*/ 1168 h 5728"/>
                  <a:gd name="connsiteX45-28483" fmla="*/ 4977 w 5074"/>
                  <a:gd name="connsiteY45-28484" fmla="*/ 1427 h 5728"/>
                  <a:gd name="connsiteX46-28485" fmla="*/ 4979 w 5074"/>
                  <a:gd name="connsiteY46-28486" fmla="*/ 1617 h 5728"/>
                  <a:gd name="connsiteX47-28487" fmla="*/ 4912 w 5074"/>
                  <a:gd name="connsiteY47-28488" fmla="*/ 1625 h 5728"/>
                  <a:gd name="connsiteX48-28489" fmla="*/ 4890 w 5074"/>
                  <a:gd name="connsiteY48-28490" fmla="*/ 1507 h 5728"/>
                  <a:gd name="connsiteX49-28491" fmla="*/ 4855 w 5074"/>
                  <a:gd name="connsiteY49-28492" fmla="*/ 1450 h 5728"/>
                  <a:gd name="connsiteX50-28493" fmla="*/ 4765 w 5074"/>
                  <a:gd name="connsiteY50-28494" fmla="*/ 1582 h 5728"/>
                  <a:gd name="connsiteX51-28495" fmla="*/ 4652 w 5074"/>
                  <a:gd name="connsiteY51-28496" fmla="*/ 1776 h 5728"/>
                  <a:gd name="connsiteX52-28497" fmla="*/ 4533 w 5074"/>
                  <a:gd name="connsiteY52-28498" fmla="*/ 1904 h 5728"/>
                  <a:gd name="connsiteX53-28499" fmla="*/ 4526 w 5074"/>
                  <a:gd name="connsiteY53-28500" fmla="*/ 2018 h 5728"/>
                  <a:gd name="connsiteX54-28501" fmla="*/ 4586 w 5074"/>
                  <a:gd name="connsiteY54-28502" fmla="*/ 2115 h 5728"/>
                  <a:gd name="connsiteX55-28503" fmla="*/ 4688 w 5074"/>
                  <a:gd name="connsiteY55-28504" fmla="*/ 2183 h 5728"/>
                  <a:gd name="connsiteX56-28505" fmla="*/ 4765 w 5074"/>
                  <a:gd name="connsiteY56-28506" fmla="*/ 2178 h 5728"/>
                  <a:gd name="connsiteX57-28507" fmla="*/ 4810 w 5074"/>
                  <a:gd name="connsiteY57-28508" fmla="*/ 2104 h 5728"/>
                  <a:gd name="connsiteX58-28509" fmla="*/ 4844 w 5074"/>
                  <a:gd name="connsiteY58-28510" fmla="*/ 2210 h 5728"/>
                  <a:gd name="connsiteX59-28511" fmla="*/ 4732 w 5074"/>
                  <a:gd name="connsiteY59-28512" fmla="*/ 2249 h 5728"/>
                  <a:gd name="connsiteX60-28513" fmla="*/ 4779 w 5074"/>
                  <a:gd name="connsiteY60-28514" fmla="*/ 2362 h 5728"/>
                  <a:gd name="connsiteX61-28515" fmla="*/ 4644 w 5074"/>
                  <a:gd name="connsiteY61-28516" fmla="*/ 2509 h 5728"/>
                  <a:gd name="connsiteX62-28517" fmla="*/ 4603 w 5074"/>
                  <a:gd name="connsiteY62-28518" fmla="*/ 2498 h 5728"/>
                  <a:gd name="connsiteX63-28519" fmla="*/ 4479 w 5074"/>
                  <a:gd name="connsiteY63-28520" fmla="*/ 2413 h 5728"/>
                  <a:gd name="connsiteX64-28521" fmla="*/ 4424 w 5074"/>
                  <a:gd name="connsiteY64-28522" fmla="*/ 2412 h 5728"/>
                  <a:gd name="connsiteX65-28523" fmla="*/ 4389 w 5074"/>
                  <a:gd name="connsiteY65-28524" fmla="*/ 2480 h 5728"/>
                  <a:gd name="connsiteX66-28525" fmla="*/ 4392 w 5074"/>
                  <a:gd name="connsiteY66-28526" fmla="*/ 2562 h 5728"/>
                  <a:gd name="connsiteX67-28527" fmla="*/ 4570 w 5074"/>
                  <a:gd name="connsiteY67-28528" fmla="*/ 2730 h 5728"/>
                  <a:gd name="connsiteX68-28529" fmla="*/ 4569 w 5074"/>
                  <a:gd name="connsiteY68-28530" fmla="*/ 2844 h 5728"/>
                  <a:gd name="connsiteX69-28531" fmla="*/ 4660 w 5074"/>
                  <a:gd name="connsiteY69-28532" fmla="*/ 3060 h 5728"/>
                  <a:gd name="connsiteX70-28533" fmla="*/ 4686 w 5074"/>
                  <a:gd name="connsiteY70-28534" fmla="*/ 3090 h 5728"/>
                  <a:gd name="connsiteX71-28535" fmla="*/ 4730 w 5074"/>
                  <a:gd name="connsiteY71-28536" fmla="*/ 3094 h 5728"/>
                  <a:gd name="connsiteX72-28537" fmla="*/ 4776 w 5074"/>
                  <a:gd name="connsiteY72-28538" fmla="*/ 3010 h 5728"/>
                  <a:gd name="connsiteX73-28539" fmla="*/ 4856 w 5074"/>
                  <a:gd name="connsiteY73-28540" fmla="*/ 2950 h 5728"/>
                  <a:gd name="connsiteX74-28541" fmla="*/ 4951 w 5074"/>
                  <a:gd name="connsiteY74-28542" fmla="*/ 3126 h 5728"/>
                  <a:gd name="connsiteX75-28543" fmla="*/ 5061 w 5074"/>
                  <a:gd name="connsiteY75-28544" fmla="*/ 3312 h 5728"/>
                  <a:gd name="connsiteX76-28545" fmla="*/ 5074 w 5074"/>
                  <a:gd name="connsiteY76-28546" fmla="*/ 3342 h 5728"/>
                  <a:gd name="connsiteX77-28547" fmla="*/ 5063 w 5074"/>
                  <a:gd name="connsiteY77-28548" fmla="*/ 3518 h 5728"/>
                  <a:gd name="connsiteX78-28549" fmla="*/ 5028 w 5074"/>
                  <a:gd name="connsiteY78-28550" fmla="*/ 3554 h 5728"/>
                  <a:gd name="connsiteX79-28551" fmla="*/ 4939 w 5074"/>
                  <a:gd name="connsiteY79-28552" fmla="*/ 3515 h 5728"/>
                  <a:gd name="connsiteX80-28553" fmla="*/ 4705 w 5074"/>
                  <a:gd name="connsiteY80-28554" fmla="*/ 3644 h 5728"/>
                  <a:gd name="connsiteX81-28555" fmla="*/ 4679 w 5074"/>
                  <a:gd name="connsiteY81-28556" fmla="*/ 3666 h 5728"/>
                  <a:gd name="connsiteX82-28557" fmla="*/ 4499 w 5074"/>
                  <a:gd name="connsiteY82-28558" fmla="*/ 3812 h 5728"/>
                  <a:gd name="connsiteX83-28559" fmla="*/ 4358 w 5074"/>
                  <a:gd name="connsiteY83-28560" fmla="*/ 3926 h 5728"/>
                  <a:gd name="connsiteX84-28561" fmla="*/ 4323 w 5074"/>
                  <a:gd name="connsiteY84-28562" fmla="*/ 3965 h 5728"/>
                  <a:gd name="connsiteX85-28563" fmla="*/ 4271 w 5074"/>
                  <a:gd name="connsiteY85-28564" fmla="*/ 3973 h 5728"/>
                  <a:gd name="connsiteX86-28565" fmla="*/ 4214 w 5074"/>
                  <a:gd name="connsiteY86-28566" fmla="*/ 3916 h 5728"/>
                  <a:gd name="connsiteX87-28567" fmla="*/ 4090 w 5074"/>
                  <a:gd name="connsiteY87-28568" fmla="*/ 3808 h 5728"/>
                  <a:gd name="connsiteX88-28569" fmla="*/ 4114 w 5074"/>
                  <a:gd name="connsiteY88-28570" fmla="*/ 4064 h 5728"/>
                  <a:gd name="connsiteX89-28571" fmla="*/ 4123 w 5074"/>
                  <a:gd name="connsiteY89-28572" fmla="*/ 4192 h 5728"/>
                  <a:gd name="connsiteX90-28573" fmla="*/ 3861 w 5074"/>
                  <a:gd name="connsiteY90-28574" fmla="*/ 4166 h 5728"/>
                  <a:gd name="connsiteX91-28575" fmla="*/ 3779 w 5074"/>
                  <a:gd name="connsiteY91-28576" fmla="*/ 3987 h 5728"/>
                  <a:gd name="connsiteX92-28577" fmla="*/ 3697 w 5074"/>
                  <a:gd name="connsiteY92-28578" fmla="*/ 3802 h 5728"/>
                  <a:gd name="connsiteX93-28579" fmla="*/ 1425 w 5074"/>
                  <a:gd name="connsiteY93-28580" fmla="*/ 5516 h 5728"/>
                  <a:gd name="connsiteX94-28581" fmla="*/ 1408 w 5074"/>
                  <a:gd name="connsiteY94-28582" fmla="*/ 5659 h 5728"/>
                  <a:gd name="connsiteX95-28583" fmla="*/ 1392 w 5074"/>
                  <a:gd name="connsiteY95-28584" fmla="*/ 5669 h 5728"/>
                  <a:gd name="connsiteX96-28585" fmla="*/ 1070 w 5074"/>
                  <a:gd name="connsiteY96-28586" fmla="*/ 5621 h 5728"/>
                  <a:gd name="connsiteX97-28587" fmla="*/ 968 w 5074"/>
                  <a:gd name="connsiteY97-28588" fmla="*/ 5566 h 5728"/>
                  <a:gd name="connsiteX98-28589" fmla="*/ 914 w 5074"/>
                  <a:gd name="connsiteY98-28590" fmla="*/ 5503 h 5728"/>
                  <a:gd name="connsiteX99-28591" fmla="*/ 809 w 5074"/>
                  <a:gd name="connsiteY99-28592" fmla="*/ 5477 h 5728"/>
                  <a:gd name="connsiteX100-28593" fmla="*/ 809 w 5074"/>
                  <a:gd name="connsiteY100-28594" fmla="*/ 5379 h 5728"/>
                  <a:gd name="connsiteX101-28595" fmla="*/ 641 w 5074"/>
                  <a:gd name="connsiteY101-28596" fmla="*/ 5214 h 5728"/>
                  <a:gd name="connsiteX102-28597" fmla="*/ 609 w 5074"/>
                  <a:gd name="connsiteY102-28598" fmla="*/ 5276 h 5728"/>
                  <a:gd name="connsiteX103-28599" fmla="*/ 547 w 5074"/>
                  <a:gd name="connsiteY103-28600" fmla="*/ 5386 h 5728"/>
                  <a:gd name="connsiteX104-28601" fmla="*/ 553 w 5074"/>
                  <a:gd name="connsiteY104-28602" fmla="*/ 5510 h 5728"/>
                  <a:gd name="connsiteX105-28603" fmla="*/ 514 w 5074"/>
                  <a:gd name="connsiteY105-28604" fmla="*/ 5558 h 5728"/>
                  <a:gd name="connsiteX106-28605" fmla="*/ 383 w 5074"/>
                  <a:gd name="connsiteY106-28606" fmla="*/ 5617 h 5728"/>
                  <a:gd name="connsiteX107-28607" fmla="*/ 217 w 5074"/>
                  <a:gd name="connsiteY107-28608" fmla="*/ 5649 h 5728"/>
                  <a:gd name="connsiteX108-28609" fmla="*/ 114 w 5074"/>
                  <a:gd name="connsiteY108-28610" fmla="*/ 5728 h 5728"/>
                  <a:gd name="connsiteX109-28611" fmla="*/ 0 w 5074"/>
                  <a:gd name="connsiteY109-28612" fmla="*/ 5611 h 5728"/>
                  <a:gd name="connsiteX0-28613" fmla="*/ 3888 w 5074"/>
                  <a:gd name="connsiteY0-28614" fmla="*/ 2333 h 5728"/>
                  <a:gd name="connsiteX1-28615" fmla="*/ 3886 w 5074"/>
                  <a:gd name="connsiteY1-28616" fmla="*/ 2117 h 5728"/>
                  <a:gd name="connsiteX2-28617" fmla="*/ 3810 w 5074"/>
                  <a:gd name="connsiteY2-28618" fmla="*/ 2039 h 5728"/>
                  <a:gd name="connsiteX3-28619" fmla="*/ 3667 w 5074"/>
                  <a:gd name="connsiteY3-28620" fmla="*/ 1951 h 5728"/>
                  <a:gd name="connsiteX4-28621" fmla="*/ 3575 w 5074"/>
                  <a:gd name="connsiteY4-28622" fmla="*/ 1827 h 5728"/>
                  <a:gd name="connsiteX5-28623" fmla="*/ 3479 w 5074"/>
                  <a:gd name="connsiteY5-28624" fmla="*/ 1828 h 5728"/>
                  <a:gd name="connsiteX6-28625" fmla="*/ 3434 w 5074"/>
                  <a:gd name="connsiteY6-28626" fmla="*/ 1883 h 5728"/>
                  <a:gd name="connsiteX7-28627" fmla="*/ 3341 w 5074"/>
                  <a:gd name="connsiteY7-28628" fmla="*/ 1877 h 5728"/>
                  <a:gd name="connsiteX8-28629" fmla="*/ 3321 w 5074"/>
                  <a:gd name="connsiteY8-28630" fmla="*/ 1994 h 5728"/>
                  <a:gd name="connsiteX9-28631" fmla="*/ 3140 w 5074"/>
                  <a:gd name="connsiteY9-28632" fmla="*/ 1941 h 5728"/>
                  <a:gd name="connsiteX10-28633" fmla="*/ 3057 w 5074"/>
                  <a:gd name="connsiteY10-28634" fmla="*/ 1939 h 5728"/>
                  <a:gd name="connsiteX11-28635" fmla="*/ 2932 w 5074"/>
                  <a:gd name="connsiteY11-28636" fmla="*/ 2014 h 5728"/>
                  <a:gd name="connsiteX12-28637" fmla="*/ 2820 w 5074"/>
                  <a:gd name="connsiteY12-28638" fmla="*/ 1890 h 5728"/>
                  <a:gd name="connsiteX13-28639" fmla="*/ 2914 w 5074"/>
                  <a:gd name="connsiteY13-28640" fmla="*/ 1804 h 5728"/>
                  <a:gd name="connsiteX14-28641" fmla="*/ 2918 w 5074"/>
                  <a:gd name="connsiteY14-28642" fmla="*/ 1634 h 5728"/>
                  <a:gd name="connsiteX15-28643" fmla="*/ 2973 w 5074"/>
                  <a:gd name="connsiteY15-28644" fmla="*/ 1514 h 5728"/>
                  <a:gd name="connsiteX16-28645" fmla="*/ 3016 w 5074"/>
                  <a:gd name="connsiteY16-28646" fmla="*/ 1306 h 5728"/>
                  <a:gd name="connsiteX17-28647" fmla="*/ 3076 w 5074"/>
                  <a:gd name="connsiteY17-28648" fmla="*/ 1307 h 5728"/>
                  <a:gd name="connsiteX18-28649" fmla="*/ 3399 w 5074"/>
                  <a:gd name="connsiteY18-28650" fmla="*/ 1286 h 5728"/>
                  <a:gd name="connsiteX19-28651" fmla="*/ 3573 w 5074"/>
                  <a:gd name="connsiteY19-28652" fmla="*/ 1117 h 5728"/>
                  <a:gd name="connsiteX20-28653" fmla="*/ 3642 w 5074"/>
                  <a:gd name="connsiteY20-28654" fmla="*/ 748 h 5728"/>
                  <a:gd name="connsiteX21-28655" fmla="*/ 3752 w 5074"/>
                  <a:gd name="connsiteY21-28656" fmla="*/ 486 h 5728"/>
                  <a:gd name="connsiteX22-28657" fmla="*/ 3750 w 5074"/>
                  <a:gd name="connsiteY22-28658" fmla="*/ 358 h 5728"/>
                  <a:gd name="connsiteX23-28659" fmla="*/ 3737 w 5074"/>
                  <a:gd name="connsiteY23-28660" fmla="*/ 328 h 5728"/>
                  <a:gd name="connsiteX24-28661" fmla="*/ 3670 w 5074"/>
                  <a:gd name="connsiteY24-28662" fmla="*/ 251 h 5728"/>
                  <a:gd name="connsiteX25-28663" fmla="*/ 3610 w 5074"/>
                  <a:gd name="connsiteY25-28664" fmla="*/ 217 h 5728"/>
                  <a:gd name="connsiteX26-28665" fmla="*/ 3735 w 5074"/>
                  <a:gd name="connsiteY26-28666" fmla="*/ 56 h 5728"/>
                  <a:gd name="connsiteX27-28667" fmla="*/ 3908 w 5074"/>
                  <a:gd name="connsiteY27-28668" fmla="*/ 2 h 5728"/>
                  <a:gd name="connsiteX28-28669" fmla="*/ 3940 w 5074"/>
                  <a:gd name="connsiteY28-28670" fmla="*/ 49 h 5728"/>
                  <a:gd name="connsiteX29-28671" fmla="*/ 3930 w 5074"/>
                  <a:gd name="connsiteY29-28672" fmla="*/ 133 h 5728"/>
                  <a:gd name="connsiteX30-28673" fmla="*/ 3869 w 5074"/>
                  <a:gd name="connsiteY30-28674" fmla="*/ 243 h 5728"/>
                  <a:gd name="connsiteX31-28675" fmla="*/ 3939 w 5074"/>
                  <a:gd name="connsiteY31-28676" fmla="*/ 301 h 5728"/>
                  <a:gd name="connsiteX32-28677" fmla="*/ 4053 w 5074"/>
                  <a:gd name="connsiteY32-28678" fmla="*/ 366 h 5728"/>
                  <a:gd name="connsiteX33-28679" fmla="*/ 4073 w 5074"/>
                  <a:gd name="connsiteY33-28680" fmla="*/ 255 h 5728"/>
                  <a:gd name="connsiteX34-28681" fmla="*/ 4207 w 5074"/>
                  <a:gd name="connsiteY34-28682" fmla="*/ 291 h 5728"/>
                  <a:gd name="connsiteX35-28683" fmla="*/ 4232 w 5074"/>
                  <a:gd name="connsiteY35-28684" fmla="*/ 331 h 5728"/>
                  <a:gd name="connsiteX36-28685" fmla="*/ 4308 w 5074"/>
                  <a:gd name="connsiteY36-28686" fmla="*/ 562 h 5728"/>
                  <a:gd name="connsiteX37-28687" fmla="*/ 4343 w 5074"/>
                  <a:gd name="connsiteY37-28688" fmla="*/ 586 h 5728"/>
                  <a:gd name="connsiteX38-28689" fmla="*/ 4435 w 5074"/>
                  <a:gd name="connsiteY38-28690" fmla="*/ 578 h 5728"/>
                  <a:gd name="connsiteX39-28691" fmla="*/ 4695 w 5074"/>
                  <a:gd name="connsiteY39-28692" fmla="*/ 490 h 5728"/>
                  <a:gd name="connsiteX40-28693" fmla="*/ 4915 w 5074"/>
                  <a:gd name="connsiteY40-28694" fmla="*/ 479 h 5728"/>
                  <a:gd name="connsiteX41-28695" fmla="*/ 4975 w 5074"/>
                  <a:gd name="connsiteY41-28696" fmla="*/ 648 h 5728"/>
                  <a:gd name="connsiteX42-28697" fmla="*/ 4893 w 5074"/>
                  <a:gd name="connsiteY42-28698" fmla="*/ 944 h 5728"/>
                  <a:gd name="connsiteX43-28699" fmla="*/ 4893 w 5074"/>
                  <a:gd name="connsiteY43-28700" fmla="*/ 1022 h 5728"/>
                  <a:gd name="connsiteX44-28701" fmla="*/ 4962 w 5074"/>
                  <a:gd name="connsiteY44-28702" fmla="*/ 1168 h 5728"/>
                  <a:gd name="connsiteX45-28703" fmla="*/ 4977 w 5074"/>
                  <a:gd name="connsiteY45-28704" fmla="*/ 1427 h 5728"/>
                  <a:gd name="connsiteX46-28705" fmla="*/ 4979 w 5074"/>
                  <a:gd name="connsiteY46-28706" fmla="*/ 1617 h 5728"/>
                  <a:gd name="connsiteX47-28707" fmla="*/ 4912 w 5074"/>
                  <a:gd name="connsiteY47-28708" fmla="*/ 1625 h 5728"/>
                  <a:gd name="connsiteX48-28709" fmla="*/ 4890 w 5074"/>
                  <a:gd name="connsiteY48-28710" fmla="*/ 1507 h 5728"/>
                  <a:gd name="connsiteX49-28711" fmla="*/ 4855 w 5074"/>
                  <a:gd name="connsiteY49-28712" fmla="*/ 1450 h 5728"/>
                  <a:gd name="connsiteX50-28713" fmla="*/ 4765 w 5074"/>
                  <a:gd name="connsiteY50-28714" fmla="*/ 1582 h 5728"/>
                  <a:gd name="connsiteX51-28715" fmla="*/ 4652 w 5074"/>
                  <a:gd name="connsiteY51-28716" fmla="*/ 1776 h 5728"/>
                  <a:gd name="connsiteX52-28717" fmla="*/ 4533 w 5074"/>
                  <a:gd name="connsiteY52-28718" fmla="*/ 1904 h 5728"/>
                  <a:gd name="connsiteX53-28719" fmla="*/ 4526 w 5074"/>
                  <a:gd name="connsiteY53-28720" fmla="*/ 2018 h 5728"/>
                  <a:gd name="connsiteX54-28721" fmla="*/ 4586 w 5074"/>
                  <a:gd name="connsiteY54-28722" fmla="*/ 2115 h 5728"/>
                  <a:gd name="connsiteX55-28723" fmla="*/ 4688 w 5074"/>
                  <a:gd name="connsiteY55-28724" fmla="*/ 2183 h 5728"/>
                  <a:gd name="connsiteX56-28725" fmla="*/ 4765 w 5074"/>
                  <a:gd name="connsiteY56-28726" fmla="*/ 2178 h 5728"/>
                  <a:gd name="connsiteX57-28727" fmla="*/ 4810 w 5074"/>
                  <a:gd name="connsiteY57-28728" fmla="*/ 2104 h 5728"/>
                  <a:gd name="connsiteX58-28729" fmla="*/ 4844 w 5074"/>
                  <a:gd name="connsiteY58-28730" fmla="*/ 2210 h 5728"/>
                  <a:gd name="connsiteX59-28731" fmla="*/ 4732 w 5074"/>
                  <a:gd name="connsiteY59-28732" fmla="*/ 2249 h 5728"/>
                  <a:gd name="connsiteX60-28733" fmla="*/ 4779 w 5074"/>
                  <a:gd name="connsiteY60-28734" fmla="*/ 2362 h 5728"/>
                  <a:gd name="connsiteX61-28735" fmla="*/ 4644 w 5074"/>
                  <a:gd name="connsiteY61-28736" fmla="*/ 2509 h 5728"/>
                  <a:gd name="connsiteX62-28737" fmla="*/ 4603 w 5074"/>
                  <a:gd name="connsiteY62-28738" fmla="*/ 2498 h 5728"/>
                  <a:gd name="connsiteX63-28739" fmla="*/ 4479 w 5074"/>
                  <a:gd name="connsiteY63-28740" fmla="*/ 2413 h 5728"/>
                  <a:gd name="connsiteX64-28741" fmla="*/ 4424 w 5074"/>
                  <a:gd name="connsiteY64-28742" fmla="*/ 2412 h 5728"/>
                  <a:gd name="connsiteX65-28743" fmla="*/ 4389 w 5074"/>
                  <a:gd name="connsiteY65-28744" fmla="*/ 2480 h 5728"/>
                  <a:gd name="connsiteX66-28745" fmla="*/ 4392 w 5074"/>
                  <a:gd name="connsiteY66-28746" fmla="*/ 2562 h 5728"/>
                  <a:gd name="connsiteX67-28747" fmla="*/ 4570 w 5074"/>
                  <a:gd name="connsiteY67-28748" fmla="*/ 2730 h 5728"/>
                  <a:gd name="connsiteX68-28749" fmla="*/ 4569 w 5074"/>
                  <a:gd name="connsiteY68-28750" fmla="*/ 2844 h 5728"/>
                  <a:gd name="connsiteX69-28751" fmla="*/ 4660 w 5074"/>
                  <a:gd name="connsiteY69-28752" fmla="*/ 3060 h 5728"/>
                  <a:gd name="connsiteX70-28753" fmla="*/ 4686 w 5074"/>
                  <a:gd name="connsiteY70-28754" fmla="*/ 3090 h 5728"/>
                  <a:gd name="connsiteX71-28755" fmla="*/ 4730 w 5074"/>
                  <a:gd name="connsiteY71-28756" fmla="*/ 3094 h 5728"/>
                  <a:gd name="connsiteX72-28757" fmla="*/ 4776 w 5074"/>
                  <a:gd name="connsiteY72-28758" fmla="*/ 3010 h 5728"/>
                  <a:gd name="connsiteX73-28759" fmla="*/ 4856 w 5074"/>
                  <a:gd name="connsiteY73-28760" fmla="*/ 2950 h 5728"/>
                  <a:gd name="connsiteX74-28761" fmla="*/ 4951 w 5074"/>
                  <a:gd name="connsiteY74-28762" fmla="*/ 3126 h 5728"/>
                  <a:gd name="connsiteX75-28763" fmla="*/ 5061 w 5074"/>
                  <a:gd name="connsiteY75-28764" fmla="*/ 3312 h 5728"/>
                  <a:gd name="connsiteX76-28765" fmla="*/ 5074 w 5074"/>
                  <a:gd name="connsiteY76-28766" fmla="*/ 3342 h 5728"/>
                  <a:gd name="connsiteX77-28767" fmla="*/ 5063 w 5074"/>
                  <a:gd name="connsiteY77-28768" fmla="*/ 3518 h 5728"/>
                  <a:gd name="connsiteX78-28769" fmla="*/ 5028 w 5074"/>
                  <a:gd name="connsiteY78-28770" fmla="*/ 3554 h 5728"/>
                  <a:gd name="connsiteX79-28771" fmla="*/ 4939 w 5074"/>
                  <a:gd name="connsiteY79-28772" fmla="*/ 3515 h 5728"/>
                  <a:gd name="connsiteX80-28773" fmla="*/ 4705 w 5074"/>
                  <a:gd name="connsiteY80-28774" fmla="*/ 3644 h 5728"/>
                  <a:gd name="connsiteX81-28775" fmla="*/ 4679 w 5074"/>
                  <a:gd name="connsiteY81-28776" fmla="*/ 3666 h 5728"/>
                  <a:gd name="connsiteX82-28777" fmla="*/ 4499 w 5074"/>
                  <a:gd name="connsiteY82-28778" fmla="*/ 3812 h 5728"/>
                  <a:gd name="connsiteX83-28779" fmla="*/ 4358 w 5074"/>
                  <a:gd name="connsiteY83-28780" fmla="*/ 3926 h 5728"/>
                  <a:gd name="connsiteX84-28781" fmla="*/ 4323 w 5074"/>
                  <a:gd name="connsiteY84-28782" fmla="*/ 3965 h 5728"/>
                  <a:gd name="connsiteX85-28783" fmla="*/ 4271 w 5074"/>
                  <a:gd name="connsiteY85-28784" fmla="*/ 3973 h 5728"/>
                  <a:gd name="connsiteX86-28785" fmla="*/ 4214 w 5074"/>
                  <a:gd name="connsiteY86-28786" fmla="*/ 3916 h 5728"/>
                  <a:gd name="connsiteX87-28787" fmla="*/ 4090 w 5074"/>
                  <a:gd name="connsiteY87-28788" fmla="*/ 3808 h 5728"/>
                  <a:gd name="connsiteX88-28789" fmla="*/ 4114 w 5074"/>
                  <a:gd name="connsiteY88-28790" fmla="*/ 4064 h 5728"/>
                  <a:gd name="connsiteX89-28791" fmla="*/ 4123 w 5074"/>
                  <a:gd name="connsiteY89-28792" fmla="*/ 4192 h 5728"/>
                  <a:gd name="connsiteX90-28793" fmla="*/ 3861 w 5074"/>
                  <a:gd name="connsiteY90-28794" fmla="*/ 4166 h 5728"/>
                  <a:gd name="connsiteX91-28795" fmla="*/ 3779 w 5074"/>
                  <a:gd name="connsiteY91-28796" fmla="*/ 3987 h 5728"/>
                  <a:gd name="connsiteX92-28797" fmla="*/ 3697 w 5074"/>
                  <a:gd name="connsiteY92-28798" fmla="*/ 3802 h 5728"/>
                  <a:gd name="connsiteX93-28799" fmla="*/ 1425 w 5074"/>
                  <a:gd name="connsiteY93-28800" fmla="*/ 5516 h 5728"/>
                  <a:gd name="connsiteX94-28801" fmla="*/ 1408 w 5074"/>
                  <a:gd name="connsiteY94-28802" fmla="*/ 5659 h 5728"/>
                  <a:gd name="connsiteX95-28803" fmla="*/ 1392 w 5074"/>
                  <a:gd name="connsiteY95-28804" fmla="*/ 5669 h 5728"/>
                  <a:gd name="connsiteX96-28805" fmla="*/ 1070 w 5074"/>
                  <a:gd name="connsiteY96-28806" fmla="*/ 5621 h 5728"/>
                  <a:gd name="connsiteX97-28807" fmla="*/ 968 w 5074"/>
                  <a:gd name="connsiteY97-28808" fmla="*/ 5566 h 5728"/>
                  <a:gd name="connsiteX98-28809" fmla="*/ 914 w 5074"/>
                  <a:gd name="connsiteY98-28810" fmla="*/ 5503 h 5728"/>
                  <a:gd name="connsiteX99-28811" fmla="*/ 809 w 5074"/>
                  <a:gd name="connsiteY99-28812" fmla="*/ 5477 h 5728"/>
                  <a:gd name="connsiteX100-28813" fmla="*/ 809 w 5074"/>
                  <a:gd name="connsiteY100-28814" fmla="*/ 5379 h 5728"/>
                  <a:gd name="connsiteX101-28815" fmla="*/ 609 w 5074"/>
                  <a:gd name="connsiteY101-28816" fmla="*/ 5276 h 5728"/>
                  <a:gd name="connsiteX102-28817" fmla="*/ 547 w 5074"/>
                  <a:gd name="connsiteY102-28818" fmla="*/ 5386 h 5728"/>
                  <a:gd name="connsiteX103-28819" fmla="*/ 553 w 5074"/>
                  <a:gd name="connsiteY103-28820" fmla="*/ 5510 h 5728"/>
                  <a:gd name="connsiteX104-28821" fmla="*/ 514 w 5074"/>
                  <a:gd name="connsiteY104-28822" fmla="*/ 5558 h 5728"/>
                  <a:gd name="connsiteX105-28823" fmla="*/ 383 w 5074"/>
                  <a:gd name="connsiteY105-28824" fmla="*/ 5617 h 5728"/>
                  <a:gd name="connsiteX106-28825" fmla="*/ 217 w 5074"/>
                  <a:gd name="connsiteY106-28826" fmla="*/ 5649 h 5728"/>
                  <a:gd name="connsiteX107-28827" fmla="*/ 114 w 5074"/>
                  <a:gd name="connsiteY107-28828" fmla="*/ 5728 h 5728"/>
                  <a:gd name="connsiteX108-28829" fmla="*/ 0 w 5074"/>
                  <a:gd name="connsiteY108-28830" fmla="*/ 5611 h 5728"/>
                  <a:gd name="connsiteX0-28831" fmla="*/ 3888 w 5074"/>
                  <a:gd name="connsiteY0-28832" fmla="*/ 2333 h 5728"/>
                  <a:gd name="connsiteX1-28833" fmla="*/ 3886 w 5074"/>
                  <a:gd name="connsiteY1-28834" fmla="*/ 2117 h 5728"/>
                  <a:gd name="connsiteX2-28835" fmla="*/ 3810 w 5074"/>
                  <a:gd name="connsiteY2-28836" fmla="*/ 2039 h 5728"/>
                  <a:gd name="connsiteX3-28837" fmla="*/ 3667 w 5074"/>
                  <a:gd name="connsiteY3-28838" fmla="*/ 1951 h 5728"/>
                  <a:gd name="connsiteX4-28839" fmla="*/ 3575 w 5074"/>
                  <a:gd name="connsiteY4-28840" fmla="*/ 1827 h 5728"/>
                  <a:gd name="connsiteX5-28841" fmla="*/ 3479 w 5074"/>
                  <a:gd name="connsiteY5-28842" fmla="*/ 1828 h 5728"/>
                  <a:gd name="connsiteX6-28843" fmla="*/ 3434 w 5074"/>
                  <a:gd name="connsiteY6-28844" fmla="*/ 1883 h 5728"/>
                  <a:gd name="connsiteX7-28845" fmla="*/ 3341 w 5074"/>
                  <a:gd name="connsiteY7-28846" fmla="*/ 1877 h 5728"/>
                  <a:gd name="connsiteX8-28847" fmla="*/ 3321 w 5074"/>
                  <a:gd name="connsiteY8-28848" fmla="*/ 1994 h 5728"/>
                  <a:gd name="connsiteX9-28849" fmla="*/ 3140 w 5074"/>
                  <a:gd name="connsiteY9-28850" fmla="*/ 1941 h 5728"/>
                  <a:gd name="connsiteX10-28851" fmla="*/ 3057 w 5074"/>
                  <a:gd name="connsiteY10-28852" fmla="*/ 1939 h 5728"/>
                  <a:gd name="connsiteX11-28853" fmla="*/ 2932 w 5074"/>
                  <a:gd name="connsiteY11-28854" fmla="*/ 2014 h 5728"/>
                  <a:gd name="connsiteX12-28855" fmla="*/ 2820 w 5074"/>
                  <a:gd name="connsiteY12-28856" fmla="*/ 1890 h 5728"/>
                  <a:gd name="connsiteX13-28857" fmla="*/ 2914 w 5074"/>
                  <a:gd name="connsiteY13-28858" fmla="*/ 1804 h 5728"/>
                  <a:gd name="connsiteX14-28859" fmla="*/ 2918 w 5074"/>
                  <a:gd name="connsiteY14-28860" fmla="*/ 1634 h 5728"/>
                  <a:gd name="connsiteX15-28861" fmla="*/ 2973 w 5074"/>
                  <a:gd name="connsiteY15-28862" fmla="*/ 1514 h 5728"/>
                  <a:gd name="connsiteX16-28863" fmla="*/ 3016 w 5074"/>
                  <a:gd name="connsiteY16-28864" fmla="*/ 1306 h 5728"/>
                  <a:gd name="connsiteX17-28865" fmla="*/ 3076 w 5074"/>
                  <a:gd name="connsiteY17-28866" fmla="*/ 1307 h 5728"/>
                  <a:gd name="connsiteX18-28867" fmla="*/ 3399 w 5074"/>
                  <a:gd name="connsiteY18-28868" fmla="*/ 1286 h 5728"/>
                  <a:gd name="connsiteX19-28869" fmla="*/ 3573 w 5074"/>
                  <a:gd name="connsiteY19-28870" fmla="*/ 1117 h 5728"/>
                  <a:gd name="connsiteX20-28871" fmla="*/ 3642 w 5074"/>
                  <a:gd name="connsiteY20-28872" fmla="*/ 748 h 5728"/>
                  <a:gd name="connsiteX21-28873" fmla="*/ 3752 w 5074"/>
                  <a:gd name="connsiteY21-28874" fmla="*/ 486 h 5728"/>
                  <a:gd name="connsiteX22-28875" fmla="*/ 3750 w 5074"/>
                  <a:gd name="connsiteY22-28876" fmla="*/ 358 h 5728"/>
                  <a:gd name="connsiteX23-28877" fmla="*/ 3737 w 5074"/>
                  <a:gd name="connsiteY23-28878" fmla="*/ 328 h 5728"/>
                  <a:gd name="connsiteX24-28879" fmla="*/ 3670 w 5074"/>
                  <a:gd name="connsiteY24-28880" fmla="*/ 251 h 5728"/>
                  <a:gd name="connsiteX25-28881" fmla="*/ 3610 w 5074"/>
                  <a:gd name="connsiteY25-28882" fmla="*/ 217 h 5728"/>
                  <a:gd name="connsiteX26-28883" fmla="*/ 3735 w 5074"/>
                  <a:gd name="connsiteY26-28884" fmla="*/ 56 h 5728"/>
                  <a:gd name="connsiteX27-28885" fmla="*/ 3908 w 5074"/>
                  <a:gd name="connsiteY27-28886" fmla="*/ 2 h 5728"/>
                  <a:gd name="connsiteX28-28887" fmla="*/ 3940 w 5074"/>
                  <a:gd name="connsiteY28-28888" fmla="*/ 49 h 5728"/>
                  <a:gd name="connsiteX29-28889" fmla="*/ 3930 w 5074"/>
                  <a:gd name="connsiteY29-28890" fmla="*/ 133 h 5728"/>
                  <a:gd name="connsiteX30-28891" fmla="*/ 3869 w 5074"/>
                  <a:gd name="connsiteY30-28892" fmla="*/ 243 h 5728"/>
                  <a:gd name="connsiteX31-28893" fmla="*/ 3939 w 5074"/>
                  <a:gd name="connsiteY31-28894" fmla="*/ 301 h 5728"/>
                  <a:gd name="connsiteX32-28895" fmla="*/ 4053 w 5074"/>
                  <a:gd name="connsiteY32-28896" fmla="*/ 366 h 5728"/>
                  <a:gd name="connsiteX33-28897" fmla="*/ 4073 w 5074"/>
                  <a:gd name="connsiteY33-28898" fmla="*/ 255 h 5728"/>
                  <a:gd name="connsiteX34-28899" fmla="*/ 4207 w 5074"/>
                  <a:gd name="connsiteY34-28900" fmla="*/ 291 h 5728"/>
                  <a:gd name="connsiteX35-28901" fmla="*/ 4232 w 5074"/>
                  <a:gd name="connsiteY35-28902" fmla="*/ 331 h 5728"/>
                  <a:gd name="connsiteX36-28903" fmla="*/ 4308 w 5074"/>
                  <a:gd name="connsiteY36-28904" fmla="*/ 562 h 5728"/>
                  <a:gd name="connsiteX37-28905" fmla="*/ 4343 w 5074"/>
                  <a:gd name="connsiteY37-28906" fmla="*/ 586 h 5728"/>
                  <a:gd name="connsiteX38-28907" fmla="*/ 4435 w 5074"/>
                  <a:gd name="connsiteY38-28908" fmla="*/ 578 h 5728"/>
                  <a:gd name="connsiteX39-28909" fmla="*/ 4695 w 5074"/>
                  <a:gd name="connsiteY39-28910" fmla="*/ 490 h 5728"/>
                  <a:gd name="connsiteX40-28911" fmla="*/ 4915 w 5074"/>
                  <a:gd name="connsiteY40-28912" fmla="*/ 479 h 5728"/>
                  <a:gd name="connsiteX41-28913" fmla="*/ 4975 w 5074"/>
                  <a:gd name="connsiteY41-28914" fmla="*/ 648 h 5728"/>
                  <a:gd name="connsiteX42-28915" fmla="*/ 4893 w 5074"/>
                  <a:gd name="connsiteY42-28916" fmla="*/ 944 h 5728"/>
                  <a:gd name="connsiteX43-28917" fmla="*/ 4893 w 5074"/>
                  <a:gd name="connsiteY43-28918" fmla="*/ 1022 h 5728"/>
                  <a:gd name="connsiteX44-28919" fmla="*/ 4962 w 5074"/>
                  <a:gd name="connsiteY44-28920" fmla="*/ 1168 h 5728"/>
                  <a:gd name="connsiteX45-28921" fmla="*/ 4977 w 5074"/>
                  <a:gd name="connsiteY45-28922" fmla="*/ 1427 h 5728"/>
                  <a:gd name="connsiteX46-28923" fmla="*/ 4979 w 5074"/>
                  <a:gd name="connsiteY46-28924" fmla="*/ 1617 h 5728"/>
                  <a:gd name="connsiteX47-28925" fmla="*/ 4912 w 5074"/>
                  <a:gd name="connsiteY47-28926" fmla="*/ 1625 h 5728"/>
                  <a:gd name="connsiteX48-28927" fmla="*/ 4890 w 5074"/>
                  <a:gd name="connsiteY48-28928" fmla="*/ 1507 h 5728"/>
                  <a:gd name="connsiteX49-28929" fmla="*/ 4855 w 5074"/>
                  <a:gd name="connsiteY49-28930" fmla="*/ 1450 h 5728"/>
                  <a:gd name="connsiteX50-28931" fmla="*/ 4765 w 5074"/>
                  <a:gd name="connsiteY50-28932" fmla="*/ 1582 h 5728"/>
                  <a:gd name="connsiteX51-28933" fmla="*/ 4652 w 5074"/>
                  <a:gd name="connsiteY51-28934" fmla="*/ 1776 h 5728"/>
                  <a:gd name="connsiteX52-28935" fmla="*/ 4533 w 5074"/>
                  <a:gd name="connsiteY52-28936" fmla="*/ 1904 h 5728"/>
                  <a:gd name="connsiteX53-28937" fmla="*/ 4526 w 5074"/>
                  <a:gd name="connsiteY53-28938" fmla="*/ 2018 h 5728"/>
                  <a:gd name="connsiteX54-28939" fmla="*/ 4586 w 5074"/>
                  <a:gd name="connsiteY54-28940" fmla="*/ 2115 h 5728"/>
                  <a:gd name="connsiteX55-28941" fmla="*/ 4688 w 5074"/>
                  <a:gd name="connsiteY55-28942" fmla="*/ 2183 h 5728"/>
                  <a:gd name="connsiteX56-28943" fmla="*/ 4765 w 5074"/>
                  <a:gd name="connsiteY56-28944" fmla="*/ 2178 h 5728"/>
                  <a:gd name="connsiteX57-28945" fmla="*/ 4810 w 5074"/>
                  <a:gd name="connsiteY57-28946" fmla="*/ 2104 h 5728"/>
                  <a:gd name="connsiteX58-28947" fmla="*/ 4844 w 5074"/>
                  <a:gd name="connsiteY58-28948" fmla="*/ 2210 h 5728"/>
                  <a:gd name="connsiteX59-28949" fmla="*/ 4732 w 5074"/>
                  <a:gd name="connsiteY59-28950" fmla="*/ 2249 h 5728"/>
                  <a:gd name="connsiteX60-28951" fmla="*/ 4779 w 5074"/>
                  <a:gd name="connsiteY60-28952" fmla="*/ 2362 h 5728"/>
                  <a:gd name="connsiteX61-28953" fmla="*/ 4644 w 5074"/>
                  <a:gd name="connsiteY61-28954" fmla="*/ 2509 h 5728"/>
                  <a:gd name="connsiteX62-28955" fmla="*/ 4603 w 5074"/>
                  <a:gd name="connsiteY62-28956" fmla="*/ 2498 h 5728"/>
                  <a:gd name="connsiteX63-28957" fmla="*/ 4479 w 5074"/>
                  <a:gd name="connsiteY63-28958" fmla="*/ 2413 h 5728"/>
                  <a:gd name="connsiteX64-28959" fmla="*/ 4424 w 5074"/>
                  <a:gd name="connsiteY64-28960" fmla="*/ 2412 h 5728"/>
                  <a:gd name="connsiteX65-28961" fmla="*/ 4389 w 5074"/>
                  <a:gd name="connsiteY65-28962" fmla="*/ 2480 h 5728"/>
                  <a:gd name="connsiteX66-28963" fmla="*/ 4392 w 5074"/>
                  <a:gd name="connsiteY66-28964" fmla="*/ 2562 h 5728"/>
                  <a:gd name="connsiteX67-28965" fmla="*/ 4570 w 5074"/>
                  <a:gd name="connsiteY67-28966" fmla="*/ 2730 h 5728"/>
                  <a:gd name="connsiteX68-28967" fmla="*/ 4569 w 5074"/>
                  <a:gd name="connsiteY68-28968" fmla="*/ 2844 h 5728"/>
                  <a:gd name="connsiteX69-28969" fmla="*/ 4660 w 5074"/>
                  <a:gd name="connsiteY69-28970" fmla="*/ 3060 h 5728"/>
                  <a:gd name="connsiteX70-28971" fmla="*/ 4686 w 5074"/>
                  <a:gd name="connsiteY70-28972" fmla="*/ 3090 h 5728"/>
                  <a:gd name="connsiteX71-28973" fmla="*/ 4730 w 5074"/>
                  <a:gd name="connsiteY71-28974" fmla="*/ 3094 h 5728"/>
                  <a:gd name="connsiteX72-28975" fmla="*/ 4776 w 5074"/>
                  <a:gd name="connsiteY72-28976" fmla="*/ 3010 h 5728"/>
                  <a:gd name="connsiteX73-28977" fmla="*/ 4856 w 5074"/>
                  <a:gd name="connsiteY73-28978" fmla="*/ 2950 h 5728"/>
                  <a:gd name="connsiteX74-28979" fmla="*/ 4951 w 5074"/>
                  <a:gd name="connsiteY74-28980" fmla="*/ 3126 h 5728"/>
                  <a:gd name="connsiteX75-28981" fmla="*/ 5061 w 5074"/>
                  <a:gd name="connsiteY75-28982" fmla="*/ 3312 h 5728"/>
                  <a:gd name="connsiteX76-28983" fmla="*/ 5074 w 5074"/>
                  <a:gd name="connsiteY76-28984" fmla="*/ 3342 h 5728"/>
                  <a:gd name="connsiteX77-28985" fmla="*/ 5063 w 5074"/>
                  <a:gd name="connsiteY77-28986" fmla="*/ 3518 h 5728"/>
                  <a:gd name="connsiteX78-28987" fmla="*/ 5028 w 5074"/>
                  <a:gd name="connsiteY78-28988" fmla="*/ 3554 h 5728"/>
                  <a:gd name="connsiteX79-28989" fmla="*/ 4939 w 5074"/>
                  <a:gd name="connsiteY79-28990" fmla="*/ 3515 h 5728"/>
                  <a:gd name="connsiteX80-28991" fmla="*/ 4705 w 5074"/>
                  <a:gd name="connsiteY80-28992" fmla="*/ 3644 h 5728"/>
                  <a:gd name="connsiteX81-28993" fmla="*/ 4679 w 5074"/>
                  <a:gd name="connsiteY81-28994" fmla="*/ 3666 h 5728"/>
                  <a:gd name="connsiteX82-28995" fmla="*/ 4499 w 5074"/>
                  <a:gd name="connsiteY82-28996" fmla="*/ 3812 h 5728"/>
                  <a:gd name="connsiteX83-28997" fmla="*/ 4358 w 5074"/>
                  <a:gd name="connsiteY83-28998" fmla="*/ 3926 h 5728"/>
                  <a:gd name="connsiteX84-28999" fmla="*/ 4323 w 5074"/>
                  <a:gd name="connsiteY84-29000" fmla="*/ 3965 h 5728"/>
                  <a:gd name="connsiteX85-29001" fmla="*/ 4271 w 5074"/>
                  <a:gd name="connsiteY85-29002" fmla="*/ 3973 h 5728"/>
                  <a:gd name="connsiteX86-29003" fmla="*/ 4214 w 5074"/>
                  <a:gd name="connsiteY86-29004" fmla="*/ 3916 h 5728"/>
                  <a:gd name="connsiteX87-29005" fmla="*/ 4090 w 5074"/>
                  <a:gd name="connsiteY87-29006" fmla="*/ 3808 h 5728"/>
                  <a:gd name="connsiteX88-29007" fmla="*/ 4114 w 5074"/>
                  <a:gd name="connsiteY88-29008" fmla="*/ 4064 h 5728"/>
                  <a:gd name="connsiteX89-29009" fmla="*/ 4123 w 5074"/>
                  <a:gd name="connsiteY89-29010" fmla="*/ 4192 h 5728"/>
                  <a:gd name="connsiteX90-29011" fmla="*/ 3861 w 5074"/>
                  <a:gd name="connsiteY90-29012" fmla="*/ 4166 h 5728"/>
                  <a:gd name="connsiteX91-29013" fmla="*/ 3779 w 5074"/>
                  <a:gd name="connsiteY91-29014" fmla="*/ 3987 h 5728"/>
                  <a:gd name="connsiteX92-29015" fmla="*/ 3697 w 5074"/>
                  <a:gd name="connsiteY92-29016" fmla="*/ 3802 h 5728"/>
                  <a:gd name="connsiteX93-29017" fmla="*/ 1425 w 5074"/>
                  <a:gd name="connsiteY93-29018" fmla="*/ 5516 h 5728"/>
                  <a:gd name="connsiteX94-29019" fmla="*/ 1408 w 5074"/>
                  <a:gd name="connsiteY94-29020" fmla="*/ 5659 h 5728"/>
                  <a:gd name="connsiteX95-29021" fmla="*/ 1392 w 5074"/>
                  <a:gd name="connsiteY95-29022" fmla="*/ 5669 h 5728"/>
                  <a:gd name="connsiteX96-29023" fmla="*/ 1070 w 5074"/>
                  <a:gd name="connsiteY96-29024" fmla="*/ 5621 h 5728"/>
                  <a:gd name="connsiteX97-29025" fmla="*/ 968 w 5074"/>
                  <a:gd name="connsiteY97-29026" fmla="*/ 5566 h 5728"/>
                  <a:gd name="connsiteX98-29027" fmla="*/ 914 w 5074"/>
                  <a:gd name="connsiteY98-29028" fmla="*/ 5503 h 5728"/>
                  <a:gd name="connsiteX99-29029" fmla="*/ 809 w 5074"/>
                  <a:gd name="connsiteY99-29030" fmla="*/ 5477 h 5728"/>
                  <a:gd name="connsiteX100-29031" fmla="*/ 809 w 5074"/>
                  <a:gd name="connsiteY100-29032" fmla="*/ 5379 h 5728"/>
                  <a:gd name="connsiteX101-29033" fmla="*/ 547 w 5074"/>
                  <a:gd name="connsiteY101-29034" fmla="*/ 5386 h 5728"/>
                  <a:gd name="connsiteX102-29035" fmla="*/ 553 w 5074"/>
                  <a:gd name="connsiteY102-29036" fmla="*/ 5510 h 5728"/>
                  <a:gd name="connsiteX103-29037" fmla="*/ 514 w 5074"/>
                  <a:gd name="connsiteY103-29038" fmla="*/ 5558 h 5728"/>
                  <a:gd name="connsiteX104-29039" fmla="*/ 383 w 5074"/>
                  <a:gd name="connsiteY104-29040" fmla="*/ 5617 h 5728"/>
                  <a:gd name="connsiteX105-29041" fmla="*/ 217 w 5074"/>
                  <a:gd name="connsiteY105-29042" fmla="*/ 5649 h 5728"/>
                  <a:gd name="connsiteX106-29043" fmla="*/ 114 w 5074"/>
                  <a:gd name="connsiteY106-29044" fmla="*/ 5728 h 5728"/>
                  <a:gd name="connsiteX107-29045" fmla="*/ 0 w 5074"/>
                  <a:gd name="connsiteY107-29046" fmla="*/ 5611 h 5728"/>
                  <a:gd name="connsiteX0-29047" fmla="*/ 3888 w 5074"/>
                  <a:gd name="connsiteY0-29048" fmla="*/ 2333 h 5728"/>
                  <a:gd name="connsiteX1-29049" fmla="*/ 3886 w 5074"/>
                  <a:gd name="connsiteY1-29050" fmla="*/ 2117 h 5728"/>
                  <a:gd name="connsiteX2-29051" fmla="*/ 3810 w 5074"/>
                  <a:gd name="connsiteY2-29052" fmla="*/ 2039 h 5728"/>
                  <a:gd name="connsiteX3-29053" fmla="*/ 3667 w 5074"/>
                  <a:gd name="connsiteY3-29054" fmla="*/ 1951 h 5728"/>
                  <a:gd name="connsiteX4-29055" fmla="*/ 3575 w 5074"/>
                  <a:gd name="connsiteY4-29056" fmla="*/ 1827 h 5728"/>
                  <a:gd name="connsiteX5-29057" fmla="*/ 3479 w 5074"/>
                  <a:gd name="connsiteY5-29058" fmla="*/ 1828 h 5728"/>
                  <a:gd name="connsiteX6-29059" fmla="*/ 3434 w 5074"/>
                  <a:gd name="connsiteY6-29060" fmla="*/ 1883 h 5728"/>
                  <a:gd name="connsiteX7-29061" fmla="*/ 3341 w 5074"/>
                  <a:gd name="connsiteY7-29062" fmla="*/ 1877 h 5728"/>
                  <a:gd name="connsiteX8-29063" fmla="*/ 3321 w 5074"/>
                  <a:gd name="connsiteY8-29064" fmla="*/ 1994 h 5728"/>
                  <a:gd name="connsiteX9-29065" fmla="*/ 3140 w 5074"/>
                  <a:gd name="connsiteY9-29066" fmla="*/ 1941 h 5728"/>
                  <a:gd name="connsiteX10-29067" fmla="*/ 3057 w 5074"/>
                  <a:gd name="connsiteY10-29068" fmla="*/ 1939 h 5728"/>
                  <a:gd name="connsiteX11-29069" fmla="*/ 2932 w 5074"/>
                  <a:gd name="connsiteY11-29070" fmla="*/ 2014 h 5728"/>
                  <a:gd name="connsiteX12-29071" fmla="*/ 2820 w 5074"/>
                  <a:gd name="connsiteY12-29072" fmla="*/ 1890 h 5728"/>
                  <a:gd name="connsiteX13-29073" fmla="*/ 2914 w 5074"/>
                  <a:gd name="connsiteY13-29074" fmla="*/ 1804 h 5728"/>
                  <a:gd name="connsiteX14-29075" fmla="*/ 2918 w 5074"/>
                  <a:gd name="connsiteY14-29076" fmla="*/ 1634 h 5728"/>
                  <a:gd name="connsiteX15-29077" fmla="*/ 2973 w 5074"/>
                  <a:gd name="connsiteY15-29078" fmla="*/ 1514 h 5728"/>
                  <a:gd name="connsiteX16-29079" fmla="*/ 3016 w 5074"/>
                  <a:gd name="connsiteY16-29080" fmla="*/ 1306 h 5728"/>
                  <a:gd name="connsiteX17-29081" fmla="*/ 3076 w 5074"/>
                  <a:gd name="connsiteY17-29082" fmla="*/ 1307 h 5728"/>
                  <a:gd name="connsiteX18-29083" fmla="*/ 3399 w 5074"/>
                  <a:gd name="connsiteY18-29084" fmla="*/ 1286 h 5728"/>
                  <a:gd name="connsiteX19-29085" fmla="*/ 3573 w 5074"/>
                  <a:gd name="connsiteY19-29086" fmla="*/ 1117 h 5728"/>
                  <a:gd name="connsiteX20-29087" fmla="*/ 3642 w 5074"/>
                  <a:gd name="connsiteY20-29088" fmla="*/ 748 h 5728"/>
                  <a:gd name="connsiteX21-29089" fmla="*/ 3752 w 5074"/>
                  <a:gd name="connsiteY21-29090" fmla="*/ 486 h 5728"/>
                  <a:gd name="connsiteX22-29091" fmla="*/ 3750 w 5074"/>
                  <a:gd name="connsiteY22-29092" fmla="*/ 358 h 5728"/>
                  <a:gd name="connsiteX23-29093" fmla="*/ 3737 w 5074"/>
                  <a:gd name="connsiteY23-29094" fmla="*/ 328 h 5728"/>
                  <a:gd name="connsiteX24-29095" fmla="*/ 3670 w 5074"/>
                  <a:gd name="connsiteY24-29096" fmla="*/ 251 h 5728"/>
                  <a:gd name="connsiteX25-29097" fmla="*/ 3610 w 5074"/>
                  <a:gd name="connsiteY25-29098" fmla="*/ 217 h 5728"/>
                  <a:gd name="connsiteX26-29099" fmla="*/ 3735 w 5074"/>
                  <a:gd name="connsiteY26-29100" fmla="*/ 56 h 5728"/>
                  <a:gd name="connsiteX27-29101" fmla="*/ 3908 w 5074"/>
                  <a:gd name="connsiteY27-29102" fmla="*/ 2 h 5728"/>
                  <a:gd name="connsiteX28-29103" fmla="*/ 3940 w 5074"/>
                  <a:gd name="connsiteY28-29104" fmla="*/ 49 h 5728"/>
                  <a:gd name="connsiteX29-29105" fmla="*/ 3930 w 5074"/>
                  <a:gd name="connsiteY29-29106" fmla="*/ 133 h 5728"/>
                  <a:gd name="connsiteX30-29107" fmla="*/ 3869 w 5074"/>
                  <a:gd name="connsiteY30-29108" fmla="*/ 243 h 5728"/>
                  <a:gd name="connsiteX31-29109" fmla="*/ 3939 w 5074"/>
                  <a:gd name="connsiteY31-29110" fmla="*/ 301 h 5728"/>
                  <a:gd name="connsiteX32-29111" fmla="*/ 4053 w 5074"/>
                  <a:gd name="connsiteY32-29112" fmla="*/ 366 h 5728"/>
                  <a:gd name="connsiteX33-29113" fmla="*/ 4073 w 5074"/>
                  <a:gd name="connsiteY33-29114" fmla="*/ 255 h 5728"/>
                  <a:gd name="connsiteX34-29115" fmla="*/ 4207 w 5074"/>
                  <a:gd name="connsiteY34-29116" fmla="*/ 291 h 5728"/>
                  <a:gd name="connsiteX35-29117" fmla="*/ 4232 w 5074"/>
                  <a:gd name="connsiteY35-29118" fmla="*/ 331 h 5728"/>
                  <a:gd name="connsiteX36-29119" fmla="*/ 4308 w 5074"/>
                  <a:gd name="connsiteY36-29120" fmla="*/ 562 h 5728"/>
                  <a:gd name="connsiteX37-29121" fmla="*/ 4343 w 5074"/>
                  <a:gd name="connsiteY37-29122" fmla="*/ 586 h 5728"/>
                  <a:gd name="connsiteX38-29123" fmla="*/ 4435 w 5074"/>
                  <a:gd name="connsiteY38-29124" fmla="*/ 578 h 5728"/>
                  <a:gd name="connsiteX39-29125" fmla="*/ 4695 w 5074"/>
                  <a:gd name="connsiteY39-29126" fmla="*/ 490 h 5728"/>
                  <a:gd name="connsiteX40-29127" fmla="*/ 4915 w 5074"/>
                  <a:gd name="connsiteY40-29128" fmla="*/ 479 h 5728"/>
                  <a:gd name="connsiteX41-29129" fmla="*/ 4975 w 5074"/>
                  <a:gd name="connsiteY41-29130" fmla="*/ 648 h 5728"/>
                  <a:gd name="connsiteX42-29131" fmla="*/ 4893 w 5074"/>
                  <a:gd name="connsiteY42-29132" fmla="*/ 944 h 5728"/>
                  <a:gd name="connsiteX43-29133" fmla="*/ 4893 w 5074"/>
                  <a:gd name="connsiteY43-29134" fmla="*/ 1022 h 5728"/>
                  <a:gd name="connsiteX44-29135" fmla="*/ 4962 w 5074"/>
                  <a:gd name="connsiteY44-29136" fmla="*/ 1168 h 5728"/>
                  <a:gd name="connsiteX45-29137" fmla="*/ 4977 w 5074"/>
                  <a:gd name="connsiteY45-29138" fmla="*/ 1427 h 5728"/>
                  <a:gd name="connsiteX46-29139" fmla="*/ 4979 w 5074"/>
                  <a:gd name="connsiteY46-29140" fmla="*/ 1617 h 5728"/>
                  <a:gd name="connsiteX47-29141" fmla="*/ 4912 w 5074"/>
                  <a:gd name="connsiteY47-29142" fmla="*/ 1625 h 5728"/>
                  <a:gd name="connsiteX48-29143" fmla="*/ 4890 w 5074"/>
                  <a:gd name="connsiteY48-29144" fmla="*/ 1507 h 5728"/>
                  <a:gd name="connsiteX49-29145" fmla="*/ 4855 w 5074"/>
                  <a:gd name="connsiteY49-29146" fmla="*/ 1450 h 5728"/>
                  <a:gd name="connsiteX50-29147" fmla="*/ 4765 w 5074"/>
                  <a:gd name="connsiteY50-29148" fmla="*/ 1582 h 5728"/>
                  <a:gd name="connsiteX51-29149" fmla="*/ 4652 w 5074"/>
                  <a:gd name="connsiteY51-29150" fmla="*/ 1776 h 5728"/>
                  <a:gd name="connsiteX52-29151" fmla="*/ 4533 w 5074"/>
                  <a:gd name="connsiteY52-29152" fmla="*/ 1904 h 5728"/>
                  <a:gd name="connsiteX53-29153" fmla="*/ 4526 w 5074"/>
                  <a:gd name="connsiteY53-29154" fmla="*/ 2018 h 5728"/>
                  <a:gd name="connsiteX54-29155" fmla="*/ 4586 w 5074"/>
                  <a:gd name="connsiteY54-29156" fmla="*/ 2115 h 5728"/>
                  <a:gd name="connsiteX55-29157" fmla="*/ 4688 w 5074"/>
                  <a:gd name="connsiteY55-29158" fmla="*/ 2183 h 5728"/>
                  <a:gd name="connsiteX56-29159" fmla="*/ 4765 w 5074"/>
                  <a:gd name="connsiteY56-29160" fmla="*/ 2178 h 5728"/>
                  <a:gd name="connsiteX57-29161" fmla="*/ 4810 w 5074"/>
                  <a:gd name="connsiteY57-29162" fmla="*/ 2104 h 5728"/>
                  <a:gd name="connsiteX58-29163" fmla="*/ 4844 w 5074"/>
                  <a:gd name="connsiteY58-29164" fmla="*/ 2210 h 5728"/>
                  <a:gd name="connsiteX59-29165" fmla="*/ 4732 w 5074"/>
                  <a:gd name="connsiteY59-29166" fmla="*/ 2249 h 5728"/>
                  <a:gd name="connsiteX60-29167" fmla="*/ 4779 w 5074"/>
                  <a:gd name="connsiteY60-29168" fmla="*/ 2362 h 5728"/>
                  <a:gd name="connsiteX61-29169" fmla="*/ 4644 w 5074"/>
                  <a:gd name="connsiteY61-29170" fmla="*/ 2509 h 5728"/>
                  <a:gd name="connsiteX62-29171" fmla="*/ 4603 w 5074"/>
                  <a:gd name="connsiteY62-29172" fmla="*/ 2498 h 5728"/>
                  <a:gd name="connsiteX63-29173" fmla="*/ 4479 w 5074"/>
                  <a:gd name="connsiteY63-29174" fmla="*/ 2413 h 5728"/>
                  <a:gd name="connsiteX64-29175" fmla="*/ 4424 w 5074"/>
                  <a:gd name="connsiteY64-29176" fmla="*/ 2412 h 5728"/>
                  <a:gd name="connsiteX65-29177" fmla="*/ 4389 w 5074"/>
                  <a:gd name="connsiteY65-29178" fmla="*/ 2480 h 5728"/>
                  <a:gd name="connsiteX66-29179" fmla="*/ 4392 w 5074"/>
                  <a:gd name="connsiteY66-29180" fmla="*/ 2562 h 5728"/>
                  <a:gd name="connsiteX67-29181" fmla="*/ 4570 w 5074"/>
                  <a:gd name="connsiteY67-29182" fmla="*/ 2730 h 5728"/>
                  <a:gd name="connsiteX68-29183" fmla="*/ 4569 w 5074"/>
                  <a:gd name="connsiteY68-29184" fmla="*/ 2844 h 5728"/>
                  <a:gd name="connsiteX69-29185" fmla="*/ 4660 w 5074"/>
                  <a:gd name="connsiteY69-29186" fmla="*/ 3060 h 5728"/>
                  <a:gd name="connsiteX70-29187" fmla="*/ 4686 w 5074"/>
                  <a:gd name="connsiteY70-29188" fmla="*/ 3090 h 5728"/>
                  <a:gd name="connsiteX71-29189" fmla="*/ 4730 w 5074"/>
                  <a:gd name="connsiteY71-29190" fmla="*/ 3094 h 5728"/>
                  <a:gd name="connsiteX72-29191" fmla="*/ 4776 w 5074"/>
                  <a:gd name="connsiteY72-29192" fmla="*/ 3010 h 5728"/>
                  <a:gd name="connsiteX73-29193" fmla="*/ 4856 w 5074"/>
                  <a:gd name="connsiteY73-29194" fmla="*/ 2950 h 5728"/>
                  <a:gd name="connsiteX74-29195" fmla="*/ 4951 w 5074"/>
                  <a:gd name="connsiteY74-29196" fmla="*/ 3126 h 5728"/>
                  <a:gd name="connsiteX75-29197" fmla="*/ 5061 w 5074"/>
                  <a:gd name="connsiteY75-29198" fmla="*/ 3312 h 5728"/>
                  <a:gd name="connsiteX76-29199" fmla="*/ 5074 w 5074"/>
                  <a:gd name="connsiteY76-29200" fmla="*/ 3342 h 5728"/>
                  <a:gd name="connsiteX77-29201" fmla="*/ 5063 w 5074"/>
                  <a:gd name="connsiteY77-29202" fmla="*/ 3518 h 5728"/>
                  <a:gd name="connsiteX78-29203" fmla="*/ 5028 w 5074"/>
                  <a:gd name="connsiteY78-29204" fmla="*/ 3554 h 5728"/>
                  <a:gd name="connsiteX79-29205" fmla="*/ 4939 w 5074"/>
                  <a:gd name="connsiteY79-29206" fmla="*/ 3515 h 5728"/>
                  <a:gd name="connsiteX80-29207" fmla="*/ 4705 w 5074"/>
                  <a:gd name="connsiteY80-29208" fmla="*/ 3644 h 5728"/>
                  <a:gd name="connsiteX81-29209" fmla="*/ 4679 w 5074"/>
                  <a:gd name="connsiteY81-29210" fmla="*/ 3666 h 5728"/>
                  <a:gd name="connsiteX82-29211" fmla="*/ 4499 w 5074"/>
                  <a:gd name="connsiteY82-29212" fmla="*/ 3812 h 5728"/>
                  <a:gd name="connsiteX83-29213" fmla="*/ 4358 w 5074"/>
                  <a:gd name="connsiteY83-29214" fmla="*/ 3926 h 5728"/>
                  <a:gd name="connsiteX84-29215" fmla="*/ 4323 w 5074"/>
                  <a:gd name="connsiteY84-29216" fmla="*/ 3965 h 5728"/>
                  <a:gd name="connsiteX85-29217" fmla="*/ 4271 w 5074"/>
                  <a:gd name="connsiteY85-29218" fmla="*/ 3973 h 5728"/>
                  <a:gd name="connsiteX86-29219" fmla="*/ 4214 w 5074"/>
                  <a:gd name="connsiteY86-29220" fmla="*/ 3916 h 5728"/>
                  <a:gd name="connsiteX87-29221" fmla="*/ 4090 w 5074"/>
                  <a:gd name="connsiteY87-29222" fmla="*/ 3808 h 5728"/>
                  <a:gd name="connsiteX88-29223" fmla="*/ 4114 w 5074"/>
                  <a:gd name="connsiteY88-29224" fmla="*/ 4064 h 5728"/>
                  <a:gd name="connsiteX89-29225" fmla="*/ 4123 w 5074"/>
                  <a:gd name="connsiteY89-29226" fmla="*/ 4192 h 5728"/>
                  <a:gd name="connsiteX90-29227" fmla="*/ 3861 w 5074"/>
                  <a:gd name="connsiteY90-29228" fmla="*/ 4166 h 5728"/>
                  <a:gd name="connsiteX91-29229" fmla="*/ 3779 w 5074"/>
                  <a:gd name="connsiteY91-29230" fmla="*/ 3987 h 5728"/>
                  <a:gd name="connsiteX92-29231" fmla="*/ 3697 w 5074"/>
                  <a:gd name="connsiteY92-29232" fmla="*/ 3802 h 5728"/>
                  <a:gd name="connsiteX93-29233" fmla="*/ 1425 w 5074"/>
                  <a:gd name="connsiteY93-29234" fmla="*/ 5516 h 5728"/>
                  <a:gd name="connsiteX94-29235" fmla="*/ 1408 w 5074"/>
                  <a:gd name="connsiteY94-29236" fmla="*/ 5659 h 5728"/>
                  <a:gd name="connsiteX95-29237" fmla="*/ 1070 w 5074"/>
                  <a:gd name="connsiteY95-29238" fmla="*/ 5621 h 5728"/>
                  <a:gd name="connsiteX96-29239" fmla="*/ 968 w 5074"/>
                  <a:gd name="connsiteY96-29240" fmla="*/ 5566 h 5728"/>
                  <a:gd name="connsiteX97-29241" fmla="*/ 914 w 5074"/>
                  <a:gd name="connsiteY97-29242" fmla="*/ 5503 h 5728"/>
                  <a:gd name="connsiteX98-29243" fmla="*/ 809 w 5074"/>
                  <a:gd name="connsiteY98-29244" fmla="*/ 5477 h 5728"/>
                  <a:gd name="connsiteX99-29245" fmla="*/ 809 w 5074"/>
                  <a:gd name="connsiteY99-29246" fmla="*/ 5379 h 5728"/>
                  <a:gd name="connsiteX100-29247" fmla="*/ 547 w 5074"/>
                  <a:gd name="connsiteY100-29248" fmla="*/ 5386 h 5728"/>
                  <a:gd name="connsiteX101-29249" fmla="*/ 553 w 5074"/>
                  <a:gd name="connsiteY101-29250" fmla="*/ 5510 h 5728"/>
                  <a:gd name="connsiteX102-29251" fmla="*/ 514 w 5074"/>
                  <a:gd name="connsiteY102-29252" fmla="*/ 5558 h 5728"/>
                  <a:gd name="connsiteX103-29253" fmla="*/ 383 w 5074"/>
                  <a:gd name="connsiteY103-29254" fmla="*/ 5617 h 5728"/>
                  <a:gd name="connsiteX104-29255" fmla="*/ 217 w 5074"/>
                  <a:gd name="connsiteY104-29256" fmla="*/ 5649 h 5728"/>
                  <a:gd name="connsiteX105-29257" fmla="*/ 114 w 5074"/>
                  <a:gd name="connsiteY105-29258" fmla="*/ 5728 h 5728"/>
                  <a:gd name="connsiteX106-29259" fmla="*/ 0 w 5074"/>
                  <a:gd name="connsiteY106-29260" fmla="*/ 5611 h 5728"/>
                  <a:gd name="connsiteX0-29261" fmla="*/ 3888 w 5074"/>
                  <a:gd name="connsiteY0-29262" fmla="*/ 2333 h 5728"/>
                  <a:gd name="connsiteX1-29263" fmla="*/ 3886 w 5074"/>
                  <a:gd name="connsiteY1-29264" fmla="*/ 2117 h 5728"/>
                  <a:gd name="connsiteX2-29265" fmla="*/ 3810 w 5074"/>
                  <a:gd name="connsiteY2-29266" fmla="*/ 2039 h 5728"/>
                  <a:gd name="connsiteX3-29267" fmla="*/ 3667 w 5074"/>
                  <a:gd name="connsiteY3-29268" fmla="*/ 1951 h 5728"/>
                  <a:gd name="connsiteX4-29269" fmla="*/ 3575 w 5074"/>
                  <a:gd name="connsiteY4-29270" fmla="*/ 1827 h 5728"/>
                  <a:gd name="connsiteX5-29271" fmla="*/ 3479 w 5074"/>
                  <a:gd name="connsiteY5-29272" fmla="*/ 1828 h 5728"/>
                  <a:gd name="connsiteX6-29273" fmla="*/ 3434 w 5074"/>
                  <a:gd name="connsiteY6-29274" fmla="*/ 1883 h 5728"/>
                  <a:gd name="connsiteX7-29275" fmla="*/ 3341 w 5074"/>
                  <a:gd name="connsiteY7-29276" fmla="*/ 1877 h 5728"/>
                  <a:gd name="connsiteX8-29277" fmla="*/ 3321 w 5074"/>
                  <a:gd name="connsiteY8-29278" fmla="*/ 1994 h 5728"/>
                  <a:gd name="connsiteX9-29279" fmla="*/ 3140 w 5074"/>
                  <a:gd name="connsiteY9-29280" fmla="*/ 1941 h 5728"/>
                  <a:gd name="connsiteX10-29281" fmla="*/ 3057 w 5074"/>
                  <a:gd name="connsiteY10-29282" fmla="*/ 1939 h 5728"/>
                  <a:gd name="connsiteX11-29283" fmla="*/ 2932 w 5074"/>
                  <a:gd name="connsiteY11-29284" fmla="*/ 2014 h 5728"/>
                  <a:gd name="connsiteX12-29285" fmla="*/ 2820 w 5074"/>
                  <a:gd name="connsiteY12-29286" fmla="*/ 1890 h 5728"/>
                  <a:gd name="connsiteX13-29287" fmla="*/ 2914 w 5074"/>
                  <a:gd name="connsiteY13-29288" fmla="*/ 1804 h 5728"/>
                  <a:gd name="connsiteX14-29289" fmla="*/ 2918 w 5074"/>
                  <a:gd name="connsiteY14-29290" fmla="*/ 1634 h 5728"/>
                  <a:gd name="connsiteX15-29291" fmla="*/ 2973 w 5074"/>
                  <a:gd name="connsiteY15-29292" fmla="*/ 1514 h 5728"/>
                  <a:gd name="connsiteX16-29293" fmla="*/ 3016 w 5074"/>
                  <a:gd name="connsiteY16-29294" fmla="*/ 1306 h 5728"/>
                  <a:gd name="connsiteX17-29295" fmla="*/ 3076 w 5074"/>
                  <a:gd name="connsiteY17-29296" fmla="*/ 1307 h 5728"/>
                  <a:gd name="connsiteX18-29297" fmla="*/ 3399 w 5074"/>
                  <a:gd name="connsiteY18-29298" fmla="*/ 1286 h 5728"/>
                  <a:gd name="connsiteX19-29299" fmla="*/ 3573 w 5074"/>
                  <a:gd name="connsiteY19-29300" fmla="*/ 1117 h 5728"/>
                  <a:gd name="connsiteX20-29301" fmla="*/ 3642 w 5074"/>
                  <a:gd name="connsiteY20-29302" fmla="*/ 748 h 5728"/>
                  <a:gd name="connsiteX21-29303" fmla="*/ 3752 w 5074"/>
                  <a:gd name="connsiteY21-29304" fmla="*/ 486 h 5728"/>
                  <a:gd name="connsiteX22-29305" fmla="*/ 3750 w 5074"/>
                  <a:gd name="connsiteY22-29306" fmla="*/ 358 h 5728"/>
                  <a:gd name="connsiteX23-29307" fmla="*/ 3737 w 5074"/>
                  <a:gd name="connsiteY23-29308" fmla="*/ 328 h 5728"/>
                  <a:gd name="connsiteX24-29309" fmla="*/ 3670 w 5074"/>
                  <a:gd name="connsiteY24-29310" fmla="*/ 251 h 5728"/>
                  <a:gd name="connsiteX25-29311" fmla="*/ 3610 w 5074"/>
                  <a:gd name="connsiteY25-29312" fmla="*/ 217 h 5728"/>
                  <a:gd name="connsiteX26-29313" fmla="*/ 3735 w 5074"/>
                  <a:gd name="connsiteY26-29314" fmla="*/ 56 h 5728"/>
                  <a:gd name="connsiteX27-29315" fmla="*/ 3908 w 5074"/>
                  <a:gd name="connsiteY27-29316" fmla="*/ 2 h 5728"/>
                  <a:gd name="connsiteX28-29317" fmla="*/ 3940 w 5074"/>
                  <a:gd name="connsiteY28-29318" fmla="*/ 49 h 5728"/>
                  <a:gd name="connsiteX29-29319" fmla="*/ 3930 w 5074"/>
                  <a:gd name="connsiteY29-29320" fmla="*/ 133 h 5728"/>
                  <a:gd name="connsiteX30-29321" fmla="*/ 3869 w 5074"/>
                  <a:gd name="connsiteY30-29322" fmla="*/ 243 h 5728"/>
                  <a:gd name="connsiteX31-29323" fmla="*/ 3939 w 5074"/>
                  <a:gd name="connsiteY31-29324" fmla="*/ 301 h 5728"/>
                  <a:gd name="connsiteX32-29325" fmla="*/ 4053 w 5074"/>
                  <a:gd name="connsiteY32-29326" fmla="*/ 366 h 5728"/>
                  <a:gd name="connsiteX33-29327" fmla="*/ 4073 w 5074"/>
                  <a:gd name="connsiteY33-29328" fmla="*/ 255 h 5728"/>
                  <a:gd name="connsiteX34-29329" fmla="*/ 4207 w 5074"/>
                  <a:gd name="connsiteY34-29330" fmla="*/ 291 h 5728"/>
                  <a:gd name="connsiteX35-29331" fmla="*/ 4232 w 5074"/>
                  <a:gd name="connsiteY35-29332" fmla="*/ 331 h 5728"/>
                  <a:gd name="connsiteX36-29333" fmla="*/ 4308 w 5074"/>
                  <a:gd name="connsiteY36-29334" fmla="*/ 562 h 5728"/>
                  <a:gd name="connsiteX37-29335" fmla="*/ 4343 w 5074"/>
                  <a:gd name="connsiteY37-29336" fmla="*/ 586 h 5728"/>
                  <a:gd name="connsiteX38-29337" fmla="*/ 4435 w 5074"/>
                  <a:gd name="connsiteY38-29338" fmla="*/ 578 h 5728"/>
                  <a:gd name="connsiteX39-29339" fmla="*/ 4695 w 5074"/>
                  <a:gd name="connsiteY39-29340" fmla="*/ 490 h 5728"/>
                  <a:gd name="connsiteX40-29341" fmla="*/ 4915 w 5074"/>
                  <a:gd name="connsiteY40-29342" fmla="*/ 479 h 5728"/>
                  <a:gd name="connsiteX41-29343" fmla="*/ 4975 w 5074"/>
                  <a:gd name="connsiteY41-29344" fmla="*/ 648 h 5728"/>
                  <a:gd name="connsiteX42-29345" fmla="*/ 4893 w 5074"/>
                  <a:gd name="connsiteY42-29346" fmla="*/ 944 h 5728"/>
                  <a:gd name="connsiteX43-29347" fmla="*/ 4893 w 5074"/>
                  <a:gd name="connsiteY43-29348" fmla="*/ 1022 h 5728"/>
                  <a:gd name="connsiteX44-29349" fmla="*/ 4962 w 5074"/>
                  <a:gd name="connsiteY44-29350" fmla="*/ 1168 h 5728"/>
                  <a:gd name="connsiteX45-29351" fmla="*/ 4977 w 5074"/>
                  <a:gd name="connsiteY45-29352" fmla="*/ 1427 h 5728"/>
                  <a:gd name="connsiteX46-29353" fmla="*/ 4979 w 5074"/>
                  <a:gd name="connsiteY46-29354" fmla="*/ 1617 h 5728"/>
                  <a:gd name="connsiteX47-29355" fmla="*/ 4912 w 5074"/>
                  <a:gd name="connsiteY47-29356" fmla="*/ 1625 h 5728"/>
                  <a:gd name="connsiteX48-29357" fmla="*/ 4890 w 5074"/>
                  <a:gd name="connsiteY48-29358" fmla="*/ 1507 h 5728"/>
                  <a:gd name="connsiteX49-29359" fmla="*/ 4855 w 5074"/>
                  <a:gd name="connsiteY49-29360" fmla="*/ 1450 h 5728"/>
                  <a:gd name="connsiteX50-29361" fmla="*/ 4765 w 5074"/>
                  <a:gd name="connsiteY50-29362" fmla="*/ 1582 h 5728"/>
                  <a:gd name="connsiteX51-29363" fmla="*/ 4652 w 5074"/>
                  <a:gd name="connsiteY51-29364" fmla="*/ 1776 h 5728"/>
                  <a:gd name="connsiteX52-29365" fmla="*/ 4533 w 5074"/>
                  <a:gd name="connsiteY52-29366" fmla="*/ 1904 h 5728"/>
                  <a:gd name="connsiteX53-29367" fmla="*/ 4526 w 5074"/>
                  <a:gd name="connsiteY53-29368" fmla="*/ 2018 h 5728"/>
                  <a:gd name="connsiteX54-29369" fmla="*/ 4586 w 5074"/>
                  <a:gd name="connsiteY54-29370" fmla="*/ 2115 h 5728"/>
                  <a:gd name="connsiteX55-29371" fmla="*/ 4688 w 5074"/>
                  <a:gd name="connsiteY55-29372" fmla="*/ 2183 h 5728"/>
                  <a:gd name="connsiteX56-29373" fmla="*/ 4765 w 5074"/>
                  <a:gd name="connsiteY56-29374" fmla="*/ 2178 h 5728"/>
                  <a:gd name="connsiteX57-29375" fmla="*/ 4810 w 5074"/>
                  <a:gd name="connsiteY57-29376" fmla="*/ 2104 h 5728"/>
                  <a:gd name="connsiteX58-29377" fmla="*/ 4844 w 5074"/>
                  <a:gd name="connsiteY58-29378" fmla="*/ 2210 h 5728"/>
                  <a:gd name="connsiteX59-29379" fmla="*/ 4732 w 5074"/>
                  <a:gd name="connsiteY59-29380" fmla="*/ 2249 h 5728"/>
                  <a:gd name="connsiteX60-29381" fmla="*/ 4779 w 5074"/>
                  <a:gd name="connsiteY60-29382" fmla="*/ 2362 h 5728"/>
                  <a:gd name="connsiteX61-29383" fmla="*/ 4644 w 5074"/>
                  <a:gd name="connsiteY61-29384" fmla="*/ 2509 h 5728"/>
                  <a:gd name="connsiteX62-29385" fmla="*/ 4603 w 5074"/>
                  <a:gd name="connsiteY62-29386" fmla="*/ 2498 h 5728"/>
                  <a:gd name="connsiteX63-29387" fmla="*/ 4479 w 5074"/>
                  <a:gd name="connsiteY63-29388" fmla="*/ 2413 h 5728"/>
                  <a:gd name="connsiteX64-29389" fmla="*/ 4424 w 5074"/>
                  <a:gd name="connsiteY64-29390" fmla="*/ 2412 h 5728"/>
                  <a:gd name="connsiteX65-29391" fmla="*/ 4389 w 5074"/>
                  <a:gd name="connsiteY65-29392" fmla="*/ 2480 h 5728"/>
                  <a:gd name="connsiteX66-29393" fmla="*/ 4392 w 5074"/>
                  <a:gd name="connsiteY66-29394" fmla="*/ 2562 h 5728"/>
                  <a:gd name="connsiteX67-29395" fmla="*/ 4570 w 5074"/>
                  <a:gd name="connsiteY67-29396" fmla="*/ 2730 h 5728"/>
                  <a:gd name="connsiteX68-29397" fmla="*/ 4569 w 5074"/>
                  <a:gd name="connsiteY68-29398" fmla="*/ 2844 h 5728"/>
                  <a:gd name="connsiteX69-29399" fmla="*/ 4660 w 5074"/>
                  <a:gd name="connsiteY69-29400" fmla="*/ 3060 h 5728"/>
                  <a:gd name="connsiteX70-29401" fmla="*/ 4686 w 5074"/>
                  <a:gd name="connsiteY70-29402" fmla="*/ 3090 h 5728"/>
                  <a:gd name="connsiteX71-29403" fmla="*/ 4730 w 5074"/>
                  <a:gd name="connsiteY71-29404" fmla="*/ 3094 h 5728"/>
                  <a:gd name="connsiteX72-29405" fmla="*/ 4776 w 5074"/>
                  <a:gd name="connsiteY72-29406" fmla="*/ 3010 h 5728"/>
                  <a:gd name="connsiteX73-29407" fmla="*/ 4856 w 5074"/>
                  <a:gd name="connsiteY73-29408" fmla="*/ 2950 h 5728"/>
                  <a:gd name="connsiteX74-29409" fmla="*/ 4951 w 5074"/>
                  <a:gd name="connsiteY74-29410" fmla="*/ 3126 h 5728"/>
                  <a:gd name="connsiteX75-29411" fmla="*/ 5061 w 5074"/>
                  <a:gd name="connsiteY75-29412" fmla="*/ 3312 h 5728"/>
                  <a:gd name="connsiteX76-29413" fmla="*/ 5074 w 5074"/>
                  <a:gd name="connsiteY76-29414" fmla="*/ 3342 h 5728"/>
                  <a:gd name="connsiteX77-29415" fmla="*/ 5063 w 5074"/>
                  <a:gd name="connsiteY77-29416" fmla="*/ 3518 h 5728"/>
                  <a:gd name="connsiteX78-29417" fmla="*/ 5028 w 5074"/>
                  <a:gd name="connsiteY78-29418" fmla="*/ 3554 h 5728"/>
                  <a:gd name="connsiteX79-29419" fmla="*/ 4939 w 5074"/>
                  <a:gd name="connsiteY79-29420" fmla="*/ 3515 h 5728"/>
                  <a:gd name="connsiteX80-29421" fmla="*/ 4705 w 5074"/>
                  <a:gd name="connsiteY80-29422" fmla="*/ 3644 h 5728"/>
                  <a:gd name="connsiteX81-29423" fmla="*/ 4679 w 5074"/>
                  <a:gd name="connsiteY81-29424" fmla="*/ 3666 h 5728"/>
                  <a:gd name="connsiteX82-29425" fmla="*/ 4499 w 5074"/>
                  <a:gd name="connsiteY82-29426" fmla="*/ 3812 h 5728"/>
                  <a:gd name="connsiteX83-29427" fmla="*/ 4358 w 5074"/>
                  <a:gd name="connsiteY83-29428" fmla="*/ 3926 h 5728"/>
                  <a:gd name="connsiteX84-29429" fmla="*/ 4323 w 5074"/>
                  <a:gd name="connsiteY84-29430" fmla="*/ 3965 h 5728"/>
                  <a:gd name="connsiteX85-29431" fmla="*/ 4271 w 5074"/>
                  <a:gd name="connsiteY85-29432" fmla="*/ 3973 h 5728"/>
                  <a:gd name="connsiteX86-29433" fmla="*/ 4214 w 5074"/>
                  <a:gd name="connsiteY86-29434" fmla="*/ 3916 h 5728"/>
                  <a:gd name="connsiteX87-29435" fmla="*/ 4090 w 5074"/>
                  <a:gd name="connsiteY87-29436" fmla="*/ 3808 h 5728"/>
                  <a:gd name="connsiteX88-29437" fmla="*/ 4114 w 5074"/>
                  <a:gd name="connsiteY88-29438" fmla="*/ 4064 h 5728"/>
                  <a:gd name="connsiteX89-29439" fmla="*/ 4123 w 5074"/>
                  <a:gd name="connsiteY89-29440" fmla="*/ 4192 h 5728"/>
                  <a:gd name="connsiteX90-29441" fmla="*/ 3861 w 5074"/>
                  <a:gd name="connsiteY90-29442" fmla="*/ 4166 h 5728"/>
                  <a:gd name="connsiteX91-29443" fmla="*/ 3779 w 5074"/>
                  <a:gd name="connsiteY91-29444" fmla="*/ 3987 h 5728"/>
                  <a:gd name="connsiteX92-29445" fmla="*/ 3697 w 5074"/>
                  <a:gd name="connsiteY92-29446" fmla="*/ 3802 h 5728"/>
                  <a:gd name="connsiteX93-29447" fmla="*/ 1408 w 5074"/>
                  <a:gd name="connsiteY93-29448" fmla="*/ 5659 h 5728"/>
                  <a:gd name="connsiteX94-29449" fmla="*/ 1070 w 5074"/>
                  <a:gd name="connsiteY94-29450" fmla="*/ 5621 h 5728"/>
                  <a:gd name="connsiteX95-29451" fmla="*/ 968 w 5074"/>
                  <a:gd name="connsiteY95-29452" fmla="*/ 5566 h 5728"/>
                  <a:gd name="connsiteX96-29453" fmla="*/ 914 w 5074"/>
                  <a:gd name="connsiteY96-29454" fmla="*/ 5503 h 5728"/>
                  <a:gd name="connsiteX97-29455" fmla="*/ 809 w 5074"/>
                  <a:gd name="connsiteY97-29456" fmla="*/ 5477 h 5728"/>
                  <a:gd name="connsiteX98-29457" fmla="*/ 809 w 5074"/>
                  <a:gd name="connsiteY98-29458" fmla="*/ 5379 h 5728"/>
                  <a:gd name="connsiteX99-29459" fmla="*/ 547 w 5074"/>
                  <a:gd name="connsiteY99-29460" fmla="*/ 5386 h 5728"/>
                  <a:gd name="connsiteX100-29461" fmla="*/ 553 w 5074"/>
                  <a:gd name="connsiteY100-29462" fmla="*/ 5510 h 5728"/>
                  <a:gd name="connsiteX101-29463" fmla="*/ 514 w 5074"/>
                  <a:gd name="connsiteY101-29464" fmla="*/ 5558 h 5728"/>
                  <a:gd name="connsiteX102-29465" fmla="*/ 383 w 5074"/>
                  <a:gd name="connsiteY102-29466" fmla="*/ 5617 h 5728"/>
                  <a:gd name="connsiteX103-29467" fmla="*/ 217 w 5074"/>
                  <a:gd name="connsiteY103-29468" fmla="*/ 5649 h 5728"/>
                  <a:gd name="connsiteX104-29469" fmla="*/ 114 w 5074"/>
                  <a:gd name="connsiteY104-29470" fmla="*/ 5728 h 5728"/>
                  <a:gd name="connsiteX105-29471" fmla="*/ 0 w 5074"/>
                  <a:gd name="connsiteY105-29472" fmla="*/ 5611 h 5728"/>
                  <a:gd name="connsiteX0-29473" fmla="*/ 3888 w 5074"/>
                  <a:gd name="connsiteY0-29474" fmla="*/ 2333 h 5728"/>
                  <a:gd name="connsiteX1-29475" fmla="*/ 3886 w 5074"/>
                  <a:gd name="connsiteY1-29476" fmla="*/ 2117 h 5728"/>
                  <a:gd name="connsiteX2-29477" fmla="*/ 3810 w 5074"/>
                  <a:gd name="connsiteY2-29478" fmla="*/ 2039 h 5728"/>
                  <a:gd name="connsiteX3-29479" fmla="*/ 3667 w 5074"/>
                  <a:gd name="connsiteY3-29480" fmla="*/ 1951 h 5728"/>
                  <a:gd name="connsiteX4-29481" fmla="*/ 3575 w 5074"/>
                  <a:gd name="connsiteY4-29482" fmla="*/ 1827 h 5728"/>
                  <a:gd name="connsiteX5-29483" fmla="*/ 3479 w 5074"/>
                  <a:gd name="connsiteY5-29484" fmla="*/ 1828 h 5728"/>
                  <a:gd name="connsiteX6-29485" fmla="*/ 3434 w 5074"/>
                  <a:gd name="connsiteY6-29486" fmla="*/ 1883 h 5728"/>
                  <a:gd name="connsiteX7-29487" fmla="*/ 3341 w 5074"/>
                  <a:gd name="connsiteY7-29488" fmla="*/ 1877 h 5728"/>
                  <a:gd name="connsiteX8-29489" fmla="*/ 3321 w 5074"/>
                  <a:gd name="connsiteY8-29490" fmla="*/ 1994 h 5728"/>
                  <a:gd name="connsiteX9-29491" fmla="*/ 3140 w 5074"/>
                  <a:gd name="connsiteY9-29492" fmla="*/ 1941 h 5728"/>
                  <a:gd name="connsiteX10-29493" fmla="*/ 3057 w 5074"/>
                  <a:gd name="connsiteY10-29494" fmla="*/ 1939 h 5728"/>
                  <a:gd name="connsiteX11-29495" fmla="*/ 2932 w 5074"/>
                  <a:gd name="connsiteY11-29496" fmla="*/ 2014 h 5728"/>
                  <a:gd name="connsiteX12-29497" fmla="*/ 2820 w 5074"/>
                  <a:gd name="connsiteY12-29498" fmla="*/ 1890 h 5728"/>
                  <a:gd name="connsiteX13-29499" fmla="*/ 2914 w 5074"/>
                  <a:gd name="connsiteY13-29500" fmla="*/ 1804 h 5728"/>
                  <a:gd name="connsiteX14-29501" fmla="*/ 2918 w 5074"/>
                  <a:gd name="connsiteY14-29502" fmla="*/ 1634 h 5728"/>
                  <a:gd name="connsiteX15-29503" fmla="*/ 2973 w 5074"/>
                  <a:gd name="connsiteY15-29504" fmla="*/ 1514 h 5728"/>
                  <a:gd name="connsiteX16-29505" fmla="*/ 3016 w 5074"/>
                  <a:gd name="connsiteY16-29506" fmla="*/ 1306 h 5728"/>
                  <a:gd name="connsiteX17-29507" fmla="*/ 3076 w 5074"/>
                  <a:gd name="connsiteY17-29508" fmla="*/ 1307 h 5728"/>
                  <a:gd name="connsiteX18-29509" fmla="*/ 3399 w 5074"/>
                  <a:gd name="connsiteY18-29510" fmla="*/ 1286 h 5728"/>
                  <a:gd name="connsiteX19-29511" fmla="*/ 3573 w 5074"/>
                  <a:gd name="connsiteY19-29512" fmla="*/ 1117 h 5728"/>
                  <a:gd name="connsiteX20-29513" fmla="*/ 3642 w 5074"/>
                  <a:gd name="connsiteY20-29514" fmla="*/ 748 h 5728"/>
                  <a:gd name="connsiteX21-29515" fmla="*/ 3752 w 5074"/>
                  <a:gd name="connsiteY21-29516" fmla="*/ 486 h 5728"/>
                  <a:gd name="connsiteX22-29517" fmla="*/ 3750 w 5074"/>
                  <a:gd name="connsiteY22-29518" fmla="*/ 358 h 5728"/>
                  <a:gd name="connsiteX23-29519" fmla="*/ 3737 w 5074"/>
                  <a:gd name="connsiteY23-29520" fmla="*/ 328 h 5728"/>
                  <a:gd name="connsiteX24-29521" fmla="*/ 3670 w 5074"/>
                  <a:gd name="connsiteY24-29522" fmla="*/ 251 h 5728"/>
                  <a:gd name="connsiteX25-29523" fmla="*/ 3610 w 5074"/>
                  <a:gd name="connsiteY25-29524" fmla="*/ 217 h 5728"/>
                  <a:gd name="connsiteX26-29525" fmla="*/ 3735 w 5074"/>
                  <a:gd name="connsiteY26-29526" fmla="*/ 56 h 5728"/>
                  <a:gd name="connsiteX27-29527" fmla="*/ 3908 w 5074"/>
                  <a:gd name="connsiteY27-29528" fmla="*/ 2 h 5728"/>
                  <a:gd name="connsiteX28-29529" fmla="*/ 3940 w 5074"/>
                  <a:gd name="connsiteY28-29530" fmla="*/ 49 h 5728"/>
                  <a:gd name="connsiteX29-29531" fmla="*/ 3930 w 5074"/>
                  <a:gd name="connsiteY29-29532" fmla="*/ 133 h 5728"/>
                  <a:gd name="connsiteX30-29533" fmla="*/ 3869 w 5074"/>
                  <a:gd name="connsiteY30-29534" fmla="*/ 243 h 5728"/>
                  <a:gd name="connsiteX31-29535" fmla="*/ 3939 w 5074"/>
                  <a:gd name="connsiteY31-29536" fmla="*/ 301 h 5728"/>
                  <a:gd name="connsiteX32-29537" fmla="*/ 4053 w 5074"/>
                  <a:gd name="connsiteY32-29538" fmla="*/ 366 h 5728"/>
                  <a:gd name="connsiteX33-29539" fmla="*/ 4073 w 5074"/>
                  <a:gd name="connsiteY33-29540" fmla="*/ 255 h 5728"/>
                  <a:gd name="connsiteX34-29541" fmla="*/ 4207 w 5074"/>
                  <a:gd name="connsiteY34-29542" fmla="*/ 291 h 5728"/>
                  <a:gd name="connsiteX35-29543" fmla="*/ 4232 w 5074"/>
                  <a:gd name="connsiteY35-29544" fmla="*/ 331 h 5728"/>
                  <a:gd name="connsiteX36-29545" fmla="*/ 4308 w 5074"/>
                  <a:gd name="connsiteY36-29546" fmla="*/ 562 h 5728"/>
                  <a:gd name="connsiteX37-29547" fmla="*/ 4343 w 5074"/>
                  <a:gd name="connsiteY37-29548" fmla="*/ 586 h 5728"/>
                  <a:gd name="connsiteX38-29549" fmla="*/ 4435 w 5074"/>
                  <a:gd name="connsiteY38-29550" fmla="*/ 578 h 5728"/>
                  <a:gd name="connsiteX39-29551" fmla="*/ 4695 w 5074"/>
                  <a:gd name="connsiteY39-29552" fmla="*/ 490 h 5728"/>
                  <a:gd name="connsiteX40-29553" fmla="*/ 4915 w 5074"/>
                  <a:gd name="connsiteY40-29554" fmla="*/ 479 h 5728"/>
                  <a:gd name="connsiteX41-29555" fmla="*/ 4975 w 5074"/>
                  <a:gd name="connsiteY41-29556" fmla="*/ 648 h 5728"/>
                  <a:gd name="connsiteX42-29557" fmla="*/ 4893 w 5074"/>
                  <a:gd name="connsiteY42-29558" fmla="*/ 944 h 5728"/>
                  <a:gd name="connsiteX43-29559" fmla="*/ 4893 w 5074"/>
                  <a:gd name="connsiteY43-29560" fmla="*/ 1022 h 5728"/>
                  <a:gd name="connsiteX44-29561" fmla="*/ 4962 w 5074"/>
                  <a:gd name="connsiteY44-29562" fmla="*/ 1168 h 5728"/>
                  <a:gd name="connsiteX45-29563" fmla="*/ 4977 w 5074"/>
                  <a:gd name="connsiteY45-29564" fmla="*/ 1427 h 5728"/>
                  <a:gd name="connsiteX46-29565" fmla="*/ 4979 w 5074"/>
                  <a:gd name="connsiteY46-29566" fmla="*/ 1617 h 5728"/>
                  <a:gd name="connsiteX47-29567" fmla="*/ 4912 w 5074"/>
                  <a:gd name="connsiteY47-29568" fmla="*/ 1625 h 5728"/>
                  <a:gd name="connsiteX48-29569" fmla="*/ 4890 w 5074"/>
                  <a:gd name="connsiteY48-29570" fmla="*/ 1507 h 5728"/>
                  <a:gd name="connsiteX49-29571" fmla="*/ 4855 w 5074"/>
                  <a:gd name="connsiteY49-29572" fmla="*/ 1450 h 5728"/>
                  <a:gd name="connsiteX50-29573" fmla="*/ 4765 w 5074"/>
                  <a:gd name="connsiteY50-29574" fmla="*/ 1582 h 5728"/>
                  <a:gd name="connsiteX51-29575" fmla="*/ 4652 w 5074"/>
                  <a:gd name="connsiteY51-29576" fmla="*/ 1776 h 5728"/>
                  <a:gd name="connsiteX52-29577" fmla="*/ 4533 w 5074"/>
                  <a:gd name="connsiteY52-29578" fmla="*/ 1904 h 5728"/>
                  <a:gd name="connsiteX53-29579" fmla="*/ 4526 w 5074"/>
                  <a:gd name="connsiteY53-29580" fmla="*/ 2018 h 5728"/>
                  <a:gd name="connsiteX54-29581" fmla="*/ 4586 w 5074"/>
                  <a:gd name="connsiteY54-29582" fmla="*/ 2115 h 5728"/>
                  <a:gd name="connsiteX55-29583" fmla="*/ 4688 w 5074"/>
                  <a:gd name="connsiteY55-29584" fmla="*/ 2183 h 5728"/>
                  <a:gd name="connsiteX56-29585" fmla="*/ 4765 w 5074"/>
                  <a:gd name="connsiteY56-29586" fmla="*/ 2178 h 5728"/>
                  <a:gd name="connsiteX57-29587" fmla="*/ 4810 w 5074"/>
                  <a:gd name="connsiteY57-29588" fmla="*/ 2104 h 5728"/>
                  <a:gd name="connsiteX58-29589" fmla="*/ 4844 w 5074"/>
                  <a:gd name="connsiteY58-29590" fmla="*/ 2210 h 5728"/>
                  <a:gd name="connsiteX59-29591" fmla="*/ 4732 w 5074"/>
                  <a:gd name="connsiteY59-29592" fmla="*/ 2249 h 5728"/>
                  <a:gd name="connsiteX60-29593" fmla="*/ 4779 w 5074"/>
                  <a:gd name="connsiteY60-29594" fmla="*/ 2362 h 5728"/>
                  <a:gd name="connsiteX61-29595" fmla="*/ 4644 w 5074"/>
                  <a:gd name="connsiteY61-29596" fmla="*/ 2509 h 5728"/>
                  <a:gd name="connsiteX62-29597" fmla="*/ 4603 w 5074"/>
                  <a:gd name="connsiteY62-29598" fmla="*/ 2498 h 5728"/>
                  <a:gd name="connsiteX63-29599" fmla="*/ 4479 w 5074"/>
                  <a:gd name="connsiteY63-29600" fmla="*/ 2413 h 5728"/>
                  <a:gd name="connsiteX64-29601" fmla="*/ 4424 w 5074"/>
                  <a:gd name="connsiteY64-29602" fmla="*/ 2412 h 5728"/>
                  <a:gd name="connsiteX65-29603" fmla="*/ 4389 w 5074"/>
                  <a:gd name="connsiteY65-29604" fmla="*/ 2480 h 5728"/>
                  <a:gd name="connsiteX66-29605" fmla="*/ 4392 w 5074"/>
                  <a:gd name="connsiteY66-29606" fmla="*/ 2562 h 5728"/>
                  <a:gd name="connsiteX67-29607" fmla="*/ 4570 w 5074"/>
                  <a:gd name="connsiteY67-29608" fmla="*/ 2730 h 5728"/>
                  <a:gd name="connsiteX68-29609" fmla="*/ 4569 w 5074"/>
                  <a:gd name="connsiteY68-29610" fmla="*/ 2844 h 5728"/>
                  <a:gd name="connsiteX69-29611" fmla="*/ 4660 w 5074"/>
                  <a:gd name="connsiteY69-29612" fmla="*/ 3060 h 5728"/>
                  <a:gd name="connsiteX70-29613" fmla="*/ 4686 w 5074"/>
                  <a:gd name="connsiteY70-29614" fmla="*/ 3090 h 5728"/>
                  <a:gd name="connsiteX71-29615" fmla="*/ 4730 w 5074"/>
                  <a:gd name="connsiteY71-29616" fmla="*/ 3094 h 5728"/>
                  <a:gd name="connsiteX72-29617" fmla="*/ 4776 w 5074"/>
                  <a:gd name="connsiteY72-29618" fmla="*/ 3010 h 5728"/>
                  <a:gd name="connsiteX73-29619" fmla="*/ 4856 w 5074"/>
                  <a:gd name="connsiteY73-29620" fmla="*/ 2950 h 5728"/>
                  <a:gd name="connsiteX74-29621" fmla="*/ 4951 w 5074"/>
                  <a:gd name="connsiteY74-29622" fmla="*/ 3126 h 5728"/>
                  <a:gd name="connsiteX75-29623" fmla="*/ 5061 w 5074"/>
                  <a:gd name="connsiteY75-29624" fmla="*/ 3312 h 5728"/>
                  <a:gd name="connsiteX76-29625" fmla="*/ 5074 w 5074"/>
                  <a:gd name="connsiteY76-29626" fmla="*/ 3342 h 5728"/>
                  <a:gd name="connsiteX77-29627" fmla="*/ 5063 w 5074"/>
                  <a:gd name="connsiteY77-29628" fmla="*/ 3518 h 5728"/>
                  <a:gd name="connsiteX78-29629" fmla="*/ 5028 w 5074"/>
                  <a:gd name="connsiteY78-29630" fmla="*/ 3554 h 5728"/>
                  <a:gd name="connsiteX79-29631" fmla="*/ 4939 w 5074"/>
                  <a:gd name="connsiteY79-29632" fmla="*/ 3515 h 5728"/>
                  <a:gd name="connsiteX80-29633" fmla="*/ 4705 w 5074"/>
                  <a:gd name="connsiteY80-29634" fmla="*/ 3644 h 5728"/>
                  <a:gd name="connsiteX81-29635" fmla="*/ 4679 w 5074"/>
                  <a:gd name="connsiteY81-29636" fmla="*/ 3666 h 5728"/>
                  <a:gd name="connsiteX82-29637" fmla="*/ 4499 w 5074"/>
                  <a:gd name="connsiteY82-29638" fmla="*/ 3812 h 5728"/>
                  <a:gd name="connsiteX83-29639" fmla="*/ 4358 w 5074"/>
                  <a:gd name="connsiteY83-29640" fmla="*/ 3926 h 5728"/>
                  <a:gd name="connsiteX84-29641" fmla="*/ 4323 w 5074"/>
                  <a:gd name="connsiteY84-29642" fmla="*/ 3965 h 5728"/>
                  <a:gd name="connsiteX85-29643" fmla="*/ 4271 w 5074"/>
                  <a:gd name="connsiteY85-29644" fmla="*/ 3973 h 5728"/>
                  <a:gd name="connsiteX86-29645" fmla="*/ 4214 w 5074"/>
                  <a:gd name="connsiteY86-29646" fmla="*/ 3916 h 5728"/>
                  <a:gd name="connsiteX87-29647" fmla="*/ 4090 w 5074"/>
                  <a:gd name="connsiteY87-29648" fmla="*/ 3808 h 5728"/>
                  <a:gd name="connsiteX88-29649" fmla="*/ 4114 w 5074"/>
                  <a:gd name="connsiteY88-29650" fmla="*/ 4064 h 5728"/>
                  <a:gd name="connsiteX89-29651" fmla="*/ 4123 w 5074"/>
                  <a:gd name="connsiteY89-29652" fmla="*/ 4192 h 5728"/>
                  <a:gd name="connsiteX90-29653" fmla="*/ 3861 w 5074"/>
                  <a:gd name="connsiteY90-29654" fmla="*/ 4166 h 5728"/>
                  <a:gd name="connsiteX91-29655" fmla="*/ 3779 w 5074"/>
                  <a:gd name="connsiteY91-29656" fmla="*/ 3987 h 5728"/>
                  <a:gd name="connsiteX92-29657" fmla="*/ 3697 w 5074"/>
                  <a:gd name="connsiteY92-29658" fmla="*/ 3802 h 5728"/>
                  <a:gd name="connsiteX93-29659" fmla="*/ 1070 w 5074"/>
                  <a:gd name="connsiteY93-29660" fmla="*/ 5621 h 5728"/>
                  <a:gd name="connsiteX94-29661" fmla="*/ 968 w 5074"/>
                  <a:gd name="connsiteY94-29662" fmla="*/ 5566 h 5728"/>
                  <a:gd name="connsiteX95-29663" fmla="*/ 914 w 5074"/>
                  <a:gd name="connsiteY95-29664" fmla="*/ 5503 h 5728"/>
                  <a:gd name="connsiteX96-29665" fmla="*/ 809 w 5074"/>
                  <a:gd name="connsiteY96-29666" fmla="*/ 5477 h 5728"/>
                  <a:gd name="connsiteX97-29667" fmla="*/ 809 w 5074"/>
                  <a:gd name="connsiteY97-29668" fmla="*/ 5379 h 5728"/>
                  <a:gd name="connsiteX98-29669" fmla="*/ 547 w 5074"/>
                  <a:gd name="connsiteY98-29670" fmla="*/ 5386 h 5728"/>
                  <a:gd name="connsiteX99-29671" fmla="*/ 553 w 5074"/>
                  <a:gd name="connsiteY99-29672" fmla="*/ 5510 h 5728"/>
                  <a:gd name="connsiteX100-29673" fmla="*/ 514 w 5074"/>
                  <a:gd name="connsiteY100-29674" fmla="*/ 5558 h 5728"/>
                  <a:gd name="connsiteX101-29675" fmla="*/ 383 w 5074"/>
                  <a:gd name="connsiteY101-29676" fmla="*/ 5617 h 5728"/>
                  <a:gd name="connsiteX102-29677" fmla="*/ 217 w 5074"/>
                  <a:gd name="connsiteY102-29678" fmla="*/ 5649 h 5728"/>
                  <a:gd name="connsiteX103-29679" fmla="*/ 114 w 5074"/>
                  <a:gd name="connsiteY103-29680" fmla="*/ 5728 h 5728"/>
                  <a:gd name="connsiteX104-29681" fmla="*/ 0 w 5074"/>
                  <a:gd name="connsiteY104-29682" fmla="*/ 5611 h 5728"/>
                  <a:gd name="connsiteX0-29683" fmla="*/ 3888 w 5074"/>
                  <a:gd name="connsiteY0-29684" fmla="*/ 2333 h 5728"/>
                  <a:gd name="connsiteX1-29685" fmla="*/ 3886 w 5074"/>
                  <a:gd name="connsiteY1-29686" fmla="*/ 2117 h 5728"/>
                  <a:gd name="connsiteX2-29687" fmla="*/ 3810 w 5074"/>
                  <a:gd name="connsiteY2-29688" fmla="*/ 2039 h 5728"/>
                  <a:gd name="connsiteX3-29689" fmla="*/ 3667 w 5074"/>
                  <a:gd name="connsiteY3-29690" fmla="*/ 1951 h 5728"/>
                  <a:gd name="connsiteX4-29691" fmla="*/ 3575 w 5074"/>
                  <a:gd name="connsiteY4-29692" fmla="*/ 1827 h 5728"/>
                  <a:gd name="connsiteX5-29693" fmla="*/ 3479 w 5074"/>
                  <a:gd name="connsiteY5-29694" fmla="*/ 1828 h 5728"/>
                  <a:gd name="connsiteX6-29695" fmla="*/ 3434 w 5074"/>
                  <a:gd name="connsiteY6-29696" fmla="*/ 1883 h 5728"/>
                  <a:gd name="connsiteX7-29697" fmla="*/ 3341 w 5074"/>
                  <a:gd name="connsiteY7-29698" fmla="*/ 1877 h 5728"/>
                  <a:gd name="connsiteX8-29699" fmla="*/ 3321 w 5074"/>
                  <a:gd name="connsiteY8-29700" fmla="*/ 1994 h 5728"/>
                  <a:gd name="connsiteX9-29701" fmla="*/ 3140 w 5074"/>
                  <a:gd name="connsiteY9-29702" fmla="*/ 1941 h 5728"/>
                  <a:gd name="connsiteX10-29703" fmla="*/ 3057 w 5074"/>
                  <a:gd name="connsiteY10-29704" fmla="*/ 1939 h 5728"/>
                  <a:gd name="connsiteX11-29705" fmla="*/ 2932 w 5074"/>
                  <a:gd name="connsiteY11-29706" fmla="*/ 2014 h 5728"/>
                  <a:gd name="connsiteX12-29707" fmla="*/ 2820 w 5074"/>
                  <a:gd name="connsiteY12-29708" fmla="*/ 1890 h 5728"/>
                  <a:gd name="connsiteX13-29709" fmla="*/ 2914 w 5074"/>
                  <a:gd name="connsiteY13-29710" fmla="*/ 1804 h 5728"/>
                  <a:gd name="connsiteX14-29711" fmla="*/ 2918 w 5074"/>
                  <a:gd name="connsiteY14-29712" fmla="*/ 1634 h 5728"/>
                  <a:gd name="connsiteX15-29713" fmla="*/ 2973 w 5074"/>
                  <a:gd name="connsiteY15-29714" fmla="*/ 1514 h 5728"/>
                  <a:gd name="connsiteX16-29715" fmla="*/ 3016 w 5074"/>
                  <a:gd name="connsiteY16-29716" fmla="*/ 1306 h 5728"/>
                  <a:gd name="connsiteX17-29717" fmla="*/ 3076 w 5074"/>
                  <a:gd name="connsiteY17-29718" fmla="*/ 1307 h 5728"/>
                  <a:gd name="connsiteX18-29719" fmla="*/ 3399 w 5074"/>
                  <a:gd name="connsiteY18-29720" fmla="*/ 1286 h 5728"/>
                  <a:gd name="connsiteX19-29721" fmla="*/ 3573 w 5074"/>
                  <a:gd name="connsiteY19-29722" fmla="*/ 1117 h 5728"/>
                  <a:gd name="connsiteX20-29723" fmla="*/ 3642 w 5074"/>
                  <a:gd name="connsiteY20-29724" fmla="*/ 748 h 5728"/>
                  <a:gd name="connsiteX21-29725" fmla="*/ 3752 w 5074"/>
                  <a:gd name="connsiteY21-29726" fmla="*/ 486 h 5728"/>
                  <a:gd name="connsiteX22-29727" fmla="*/ 3750 w 5074"/>
                  <a:gd name="connsiteY22-29728" fmla="*/ 358 h 5728"/>
                  <a:gd name="connsiteX23-29729" fmla="*/ 3737 w 5074"/>
                  <a:gd name="connsiteY23-29730" fmla="*/ 328 h 5728"/>
                  <a:gd name="connsiteX24-29731" fmla="*/ 3670 w 5074"/>
                  <a:gd name="connsiteY24-29732" fmla="*/ 251 h 5728"/>
                  <a:gd name="connsiteX25-29733" fmla="*/ 3610 w 5074"/>
                  <a:gd name="connsiteY25-29734" fmla="*/ 217 h 5728"/>
                  <a:gd name="connsiteX26-29735" fmla="*/ 3735 w 5074"/>
                  <a:gd name="connsiteY26-29736" fmla="*/ 56 h 5728"/>
                  <a:gd name="connsiteX27-29737" fmla="*/ 3908 w 5074"/>
                  <a:gd name="connsiteY27-29738" fmla="*/ 2 h 5728"/>
                  <a:gd name="connsiteX28-29739" fmla="*/ 3940 w 5074"/>
                  <a:gd name="connsiteY28-29740" fmla="*/ 49 h 5728"/>
                  <a:gd name="connsiteX29-29741" fmla="*/ 3930 w 5074"/>
                  <a:gd name="connsiteY29-29742" fmla="*/ 133 h 5728"/>
                  <a:gd name="connsiteX30-29743" fmla="*/ 3869 w 5074"/>
                  <a:gd name="connsiteY30-29744" fmla="*/ 243 h 5728"/>
                  <a:gd name="connsiteX31-29745" fmla="*/ 3939 w 5074"/>
                  <a:gd name="connsiteY31-29746" fmla="*/ 301 h 5728"/>
                  <a:gd name="connsiteX32-29747" fmla="*/ 4053 w 5074"/>
                  <a:gd name="connsiteY32-29748" fmla="*/ 366 h 5728"/>
                  <a:gd name="connsiteX33-29749" fmla="*/ 4073 w 5074"/>
                  <a:gd name="connsiteY33-29750" fmla="*/ 255 h 5728"/>
                  <a:gd name="connsiteX34-29751" fmla="*/ 4207 w 5074"/>
                  <a:gd name="connsiteY34-29752" fmla="*/ 291 h 5728"/>
                  <a:gd name="connsiteX35-29753" fmla="*/ 4232 w 5074"/>
                  <a:gd name="connsiteY35-29754" fmla="*/ 331 h 5728"/>
                  <a:gd name="connsiteX36-29755" fmla="*/ 4308 w 5074"/>
                  <a:gd name="connsiteY36-29756" fmla="*/ 562 h 5728"/>
                  <a:gd name="connsiteX37-29757" fmla="*/ 4343 w 5074"/>
                  <a:gd name="connsiteY37-29758" fmla="*/ 586 h 5728"/>
                  <a:gd name="connsiteX38-29759" fmla="*/ 4435 w 5074"/>
                  <a:gd name="connsiteY38-29760" fmla="*/ 578 h 5728"/>
                  <a:gd name="connsiteX39-29761" fmla="*/ 4695 w 5074"/>
                  <a:gd name="connsiteY39-29762" fmla="*/ 490 h 5728"/>
                  <a:gd name="connsiteX40-29763" fmla="*/ 4915 w 5074"/>
                  <a:gd name="connsiteY40-29764" fmla="*/ 479 h 5728"/>
                  <a:gd name="connsiteX41-29765" fmla="*/ 4975 w 5074"/>
                  <a:gd name="connsiteY41-29766" fmla="*/ 648 h 5728"/>
                  <a:gd name="connsiteX42-29767" fmla="*/ 4893 w 5074"/>
                  <a:gd name="connsiteY42-29768" fmla="*/ 944 h 5728"/>
                  <a:gd name="connsiteX43-29769" fmla="*/ 4893 w 5074"/>
                  <a:gd name="connsiteY43-29770" fmla="*/ 1022 h 5728"/>
                  <a:gd name="connsiteX44-29771" fmla="*/ 4962 w 5074"/>
                  <a:gd name="connsiteY44-29772" fmla="*/ 1168 h 5728"/>
                  <a:gd name="connsiteX45-29773" fmla="*/ 4977 w 5074"/>
                  <a:gd name="connsiteY45-29774" fmla="*/ 1427 h 5728"/>
                  <a:gd name="connsiteX46-29775" fmla="*/ 4979 w 5074"/>
                  <a:gd name="connsiteY46-29776" fmla="*/ 1617 h 5728"/>
                  <a:gd name="connsiteX47-29777" fmla="*/ 4912 w 5074"/>
                  <a:gd name="connsiteY47-29778" fmla="*/ 1625 h 5728"/>
                  <a:gd name="connsiteX48-29779" fmla="*/ 4890 w 5074"/>
                  <a:gd name="connsiteY48-29780" fmla="*/ 1507 h 5728"/>
                  <a:gd name="connsiteX49-29781" fmla="*/ 4855 w 5074"/>
                  <a:gd name="connsiteY49-29782" fmla="*/ 1450 h 5728"/>
                  <a:gd name="connsiteX50-29783" fmla="*/ 4765 w 5074"/>
                  <a:gd name="connsiteY50-29784" fmla="*/ 1582 h 5728"/>
                  <a:gd name="connsiteX51-29785" fmla="*/ 4652 w 5074"/>
                  <a:gd name="connsiteY51-29786" fmla="*/ 1776 h 5728"/>
                  <a:gd name="connsiteX52-29787" fmla="*/ 4533 w 5074"/>
                  <a:gd name="connsiteY52-29788" fmla="*/ 1904 h 5728"/>
                  <a:gd name="connsiteX53-29789" fmla="*/ 4526 w 5074"/>
                  <a:gd name="connsiteY53-29790" fmla="*/ 2018 h 5728"/>
                  <a:gd name="connsiteX54-29791" fmla="*/ 4586 w 5074"/>
                  <a:gd name="connsiteY54-29792" fmla="*/ 2115 h 5728"/>
                  <a:gd name="connsiteX55-29793" fmla="*/ 4688 w 5074"/>
                  <a:gd name="connsiteY55-29794" fmla="*/ 2183 h 5728"/>
                  <a:gd name="connsiteX56-29795" fmla="*/ 4765 w 5074"/>
                  <a:gd name="connsiteY56-29796" fmla="*/ 2178 h 5728"/>
                  <a:gd name="connsiteX57-29797" fmla="*/ 4810 w 5074"/>
                  <a:gd name="connsiteY57-29798" fmla="*/ 2104 h 5728"/>
                  <a:gd name="connsiteX58-29799" fmla="*/ 4844 w 5074"/>
                  <a:gd name="connsiteY58-29800" fmla="*/ 2210 h 5728"/>
                  <a:gd name="connsiteX59-29801" fmla="*/ 4732 w 5074"/>
                  <a:gd name="connsiteY59-29802" fmla="*/ 2249 h 5728"/>
                  <a:gd name="connsiteX60-29803" fmla="*/ 4779 w 5074"/>
                  <a:gd name="connsiteY60-29804" fmla="*/ 2362 h 5728"/>
                  <a:gd name="connsiteX61-29805" fmla="*/ 4644 w 5074"/>
                  <a:gd name="connsiteY61-29806" fmla="*/ 2509 h 5728"/>
                  <a:gd name="connsiteX62-29807" fmla="*/ 4603 w 5074"/>
                  <a:gd name="connsiteY62-29808" fmla="*/ 2498 h 5728"/>
                  <a:gd name="connsiteX63-29809" fmla="*/ 4479 w 5074"/>
                  <a:gd name="connsiteY63-29810" fmla="*/ 2413 h 5728"/>
                  <a:gd name="connsiteX64-29811" fmla="*/ 4424 w 5074"/>
                  <a:gd name="connsiteY64-29812" fmla="*/ 2412 h 5728"/>
                  <a:gd name="connsiteX65-29813" fmla="*/ 4389 w 5074"/>
                  <a:gd name="connsiteY65-29814" fmla="*/ 2480 h 5728"/>
                  <a:gd name="connsiteX66-29815" fmla="*/ 4392 w 5074"/>
                  <a:gd name="connsiteY66-29816" fmla="*/ 2562 h 5728"/>
                  <a:gd name="connsiteX67-29817" fmla="*/ 4570 w 5074"/>
                  <a:gd name="connsiteY67-29818" fmla="*/ 2730 h 5728"/>
                  <a:gd name="connsiteX68-29819" fmla="*/ 4569 w 5074"/>
                  <a:gd name="connsiteY68-29820" fmla="*/ 2844 h 5728"/>
                  <a:gd name="connsiteX69-29821" fmla="*/ 4660 w 5074"/>
                  <a:gd name="connsiteY69-29822" fmla="*/ 3060 h 5728"/>
                  <a:gd name="connsiteX70-29823" fmla="*/ 4686 w 5074"/>
                  <a:gd name="connsiteY70-29824" fmla="*/ 3090 h 5728"/>
                  <a:gd name="connsiteX71-29825" fmla="*/ 4730 w 5074"/>
                  <a:gd name="connsiteY71-29826" fmla="*/ 3094 h 5728"/>
                  <a:gd name="connsiteX72-29827" fmla="*/ 4776 w 5074"/>
                  <a:gd name="connsiteY72-29828" fmla="*/ 3010 h 5728"/>
                  <a:gd name="connsiteX73-29829" fmla="*/ 4856 w 5074"/>
                  <a:gd name="connsiteY73-29830" fmla="*/ 2950 h 5728"/>
                  <a:gd name="connsiteX74-29831" fmla="*/ 4951 w 5074"/>
                  <a:gd name="connsiteY74-29832" fmla="*/ 3126 h 5728"/>
                  <a:gd name="connsiteX75-29833" fmla="*/ 5061 w 5074"/>
                  <a:gd name="connsiteY75-29834" fmla="*/ 3312 h 5728"/>
                  <a:gd name="connsiteX76-29835" fmla="*/ 5074 w 5074"/>
                  <a:gd name="connsiteY76-29836" fmla="*/ 3342 h 5728"/>
                  <a:gd name="connsiteX77-29837" fmla="*/ 5063 w 5074"/>
                  <a:gd name="connsiteY77-29838" fmla="*/ 3518 h 5728"/>
                  <a:gd name="connsiteX78-29839" fmla="*/ 5028 w 5074"/>
                  <a:gd name="connsiteY78-29840" fmla="*/ 3554 h 5728"/>
                  <a:gd name="connsiteX79-29841" fmla="*/ 4939 w 5074"/>
                  <a:gd name="connsiteY79-29842" fmla="*/ 3515 h 5728"/>
                  <a:gd name="connsiteX80-29843" fmla="*/ 4705 w 5074"/>
                  <a:gd name="connsiteY80-29844" fmla="*/ 3644 h 5728"/>
                  <a:gd name="connsiteX81-29845" fmla="*/ 4679 w 5074"/>
                  <a:gd name="connsiteY81-29846" fmla="*/ 3666 h 5728"/>
                  <a:gd name="connsiteX82-29847" fmla="*/ 4499 w 5074"/>
                  <a:gd name="connsiteY82-29848" fmla="*/ 3812 h 5728"/>
                  <a:gd name="connsiteX83-29849" fmla="*/ 4358 w 5074"/>
                  <a:gd name="connsiteY83-29850" fmla="*/ 3926 h 5728"/>
                  <a:gd name="connsiteX84-29851" fmla="*/ 4323 w 5074"/>
                  <a:gd name="connsiteY84-29852" fmla="*/ 3965 h 5728"/>
                  <a:gd name="connsiteX85-29853" fmla="*/ 4271 w 5074"/>
                  <a:gd name="connsiteY85-29854" fmla="*/ 3973 h 5728"/>
                  <a:gd name="connsiteX86-29855" fmla="*/ 4214 w 5074"/>
                  <a:gd name="connsiteY86-29856" fmla="*/ 3916 h 5728"/>
                  <a:gd name="connsiteX87-29857" fmla="*/ 4090 w 5074"/>
                  <a:gd name="connsiteY87-29858" fmla="*/ 3808 h 5728"/>
                  <a:gd name="connsiteX88-29859" fmla="*/ 4114 w 5074"/>
                  <a:gd name="connsiteY88-29860" fmla="*/ 4064 h 5728"/>
                  <a:gd name="connsiteX89-29861" fmla="*/ 4123 w 5074"/>
                  <a:gd name="connsiteY89-29862" fmla="*/ 4192 h 5728"/>
                  <a:gd name="connsiteX90-29863" fmla="*/ 3861 w 5074"/>
                  <a:gd name="connsiteY90-29864" fmla="*/ 4166 h 5728"/>
                  <a:gd name="connsiteX91-29865" fmla="*/ 3779 w 5074"/>
                  <a:gd name="connsiteY91-29866" fmla="*/ 3987 h 5728"/>
                  <a:gd name="connsiteX92-29867" fmla="*/ 3697 w 5074"/>
                  <a:gd name="connsiteY92-29868" fmla="*/ 3802 h 5728"/>
                  <a:gd name="connsiteX93-29869" fmla="*/ 968 w 5074"/>
                  <a:gd name="connsiteY93-29870" fmla="*/ 5566 h 5728"/>
                  <a:gd name="connsiteX94-29871" fmla="*/ 914 w 5074"/>
                  <a:gd name="connsiteY94-29872" fmla="*/ 5503 h 5728"/>
                  <a:gd name="connsiteX95-29873" fmla="*/ 809 w 5074"/>
                  <a:gd name="connsiteY95-29874" fmla="*/ 5477 h 5728"/>
                  <a:gd name="connsiteX96-29875" fmla="*/ 809 w 5074"/>
                  <a:gd name="connsiteY96-29876" fmla="*/ 5379 h 5728"/>
                  <a:gd name="connsiteX97-29877" fmla="*/ 547 w 5074"/>
                  <a:gd name="connsiteY97-29878" fmla="*/ 5386 h 5728"/>
                  <a:gd name="connsiteX98-29879" fmla="*/ 553 w 5074"/>
                  <a:gd name="connsiteY98-29880" fmla="*/ 5510 h 5728"/>
                  <a:gd name="connsiteX99-29881" fmla="*/ 514 w 5074"/>
                  <a:gd name="connsiteY99-29882" fmla="*/ 5558 h 5728"/>
                  <a:gd name="connsiteX100-29883" fmla="*/ 383 w 5074"/>
                  <a:gd name="connsiteY100-29884" fmla="*/ 5617 h 5728"/>
                  <a:gd name="connsiteX101-29885" fmla="*/ 217 w 5074"/>
                  <a:gd name="connsiteY101-29886" fmla="*/ 5649 h 5728"/>
                  <a:gd name="connsiteX102-29887" fmla="*/ 114 w 5074"/>
                  <a:gd name="connsiteY102-29888" fmla="*/ 5728 h 5728"/>
                  <a:gd name="connsiteX103-29889" fmla="*/ 0 w 5074"/>
                  <a:gd name="connsiteY103-29890" fmla="*/ 5611 h 5728"/>
                  <a:gd name="connsiteX0-29891" fmla="*/ 3888 w 5074"/>
                  <a:gd name="connsiteY0-29892" fmla="*/ 2333 h 5728"/>
                  <a:gd name="connsiteX1-29893" fmla="*/ 3886 w 5074"/>
                  <a:gd name="connsiteY1-29894" fmla="*/ 2117 h 5728"/>
                  <a:gd name="connsiteX2-29895" fmla="*/ 3810 w 5074"/>
                  <a:gd name="connsiteY2-29896" fmla="*/ 2039 h 5728"/>
                  <a:gd name="connsiteX3-29897" fmla="*/ 3667 w 5074"/>
                  <a:gd name="connsiteY3-29898" fmla="*/ 1951 h 5728"/>
                  <a:gd name="connsiteX4-29899" fmla="*/ 3575 w 5074"/>
                  <a:gd name="connsiteY4-29900" fmla="*/ 1827 h 5728"/>
                  <a:gd name="connsiteX5-29901" fmla="*/ 3479 w 5074"/>
                  <a:gd name="connsiteY5-29902" fmla="*/ 1828 h 5728"/>
                  <a:gd name="connsiteX6-29903" fmla="*/ 3434 w 5074"/>
                  <a:gd name="connsiteY6-29904" fmla="*/ 1883 h 5728"/>
                  <a:gd name="connsiteX7-29905" fmla="*/ 3341 w 5074"/>
                  <a:gd name="connsiteY7-29906" fmla="*/ 1877 h 5728"/>
                  <a:gd name="connsiteX8-29907" fmla="*/ 3321 w 5074"/>
                  <a:gd name="connsiteY8-29908" fmla="*/ 1994 h 5728"/>
                  <a:gd name="connsiteX9-29909" fmla="*/ 3140 w 5074"/>
                  <a:gd name="connsiteY9-29910" fmla="*/ 1941 h 5728"/>
                  <a:gd name="connsiteX10-29911" fmla="*/ 3057 w 5074"/>
                  <a:gd name="connsiteY10-29912" fmla="*/ 1939 h 5728"/>
                  <a:gd name="connsiteX11-29913" fmla="*/ 2932 w 5074"/>
                  <a:gd name="connsiteY11-29914" fmla="*/ 2014 h 5728"/>
                  <a:gd name="connsiteX12-29915" fmla="*/ 2820 w 5074"/>
                  <a:gd name="connsiteY12-29916" fmla="*/ 1890 h 5728"/>
                  <a:gd name="connsiteX13-29917" fmla="*/ 2914 w 5074"/>
                  <a:gd name="connsiteY13-29918" fmla="*/ 1804 h 5728"/>
                  <a:gd name="connsiteX14-29919" fmla="*/ 2918 w 5074"/>
                  <a:gd name="connsiteY14-29920" fmla="*/ 1634 h 5728"/>
                  <a:gd name="connsiteX15-29921" fmla="*/ 2973 w 5074"/>
                  <a:gd name="connsiteY15-29922" fmla="*/ 1514 h 5728"/>
                  <a:gd name="connsiteX16-29923" fmla="*/ 3016 w 5074"/>
                  <a:gd name="connsiteY16-29924" fmla="*/ 1306 h 5728"/>
                  <a:gd name="connsiteX17-29925" fmla="*/ 3076 w 5074"/>
                  <a:gd name="connsiteY17-29926" fmla="*/ 1307 h 5728"/>
                  <a:gd name="connsiteX18-29927" fmla="*/ 3399 w 5074"/>
                  <a:gd name="connsiteY18-29928" fmla="*/ 1286 h 5728"/>
                  <a:gd name="connsiteX19-29929" fmla="*/ 3573 w 5074"/>
                  <a:gd name="connsiteY19-29930" fmla="*/ 1117 h 5728"/>
                  <a:gd name="connsiteX20-29931" fmla="*/ 3642 w 5074"/>
                  <a:gd name="connsiteY20-29932" fmla="*/ 748 h 5728"/>
                  <a:gd name="connsiteX21-29933" fmla="*/ 3752 w 5074"/>
                  <a:gd name="connsiteY21-29934" fmla="*/ 486 h 5728"/>
                  <a:gd name="connsiteX22-29935" fmla="*/ 3750 w 5074"/>
                  <a:gd name="connsiteY22-29936" fmla="*/ 358 h 5728"/>
                  <a:gd name="connsiteX23-29937" fmla="*/ 3737 w 5074"/>
                  <a:gd name="connsiteY23-29938" fmla="*/ 328 h 5728"/>
                  <a:gd name="connsiteX24-29939" fmla="*/ 3670 w 5074"/>
                  <a:gd name="connsiteY24-29940" fmla="*/ 251 h 5728"/>
                  <a:gd name="connsiteX25-29941" fmla="*/ 3610 w 5074"/>
                  <a:gd name="connsiteY25-29942" fmla="*/ 217 h 5728"/>
                  <a:gd name="connsiteX26-29943" fmla="*/ 3735 w 5074"/>
                  <a:gd name="connsiteY26-29944" fmla="*/ 56 h 5728"/>
                  <a:gd name="connsiteX27-29945" fmla="*/ 3908 w 5074"/>
                  <a:gd name="connsiteY27-29946" fmla="*/ 2 h 5728"/>
                  <a:gd name="connsiteX28-29947" fmla="*/ 3940 w 5074"/>
                  <a:gd name="connsiteY28-29948" fmla="*/ 49 h 5728"/>
                  <a:gd name="connsiteX29-29949" fmla="*/ 3930 w 5074"/>
                  <a:gd name="connsiteY29-29950" fmla="*/ 133 h 5728"/>
                  <a:gd name="connsiteX30-29951" fmla="*/ 3869 w 5074"/>
                  <a:gd name="connsiteY30-29952" fmla="*/ 243 h 5728"/>
                  <a:gd name="connsiteX31-29953" fmla="*/ 3939 w 5074"/>
                  <a:gd name="connsiteY31-29954" fmla="*/ 301 h 5728"/>
                  <a:gd name="connsiteX32-29955" fmla="*/ 4053 w 5074"/>
                  <a:gd name="connsiteY32-29956" fmla="*/ 366 h 5728"/>
                  <a:gd name="connsiteX33-29957" fmla="*/ 4073 w 5074"/>
                  <a:gd name="connsiteY33-29958" fmla="*/ 255 h 5728"/>
                  <a:gd name="connsiteX34-29959" fmla="*/ 4207 w 5074"/>
                  <a:gd name="connsiteY34-29960" fmla="*/ 291 h 5728"/>
                  <a:gd name="connsiteX35-29961" fmla="*/ 4232 w 5074"/>
                  <a:gd name="connsiteY35-29962" fmla="*/ 331 h 5728"/>
                  <a:gd name="connsiteX36-29963" fmla="*/ 4308 w 5074"/>
                  <a:gd name="connsiteY36-29964" fmla="*/ 562 h 5728"/>
                  <a:gd name="connsiteX37-29965" fmla="*/ 4343 w 5074"/>
                  <a:gd name="connsiteY37-29966" fmla="*/ 586 h 5728"/>
                  <a:gd name="connsiteX38-29967" fmla="*/ 4435 w 5074"/>
                  <a:gd name="connsiteY38-29968" fmla="*/ 578 h 5728"/>
                  <a:gd name="connsiteX39-29969" fmla="*/ 4695 w 5074"/>
                  <a:gd name="connsiteY39-29970" fmla="*/ 490 h 5728"/>
                  <a:gd name="connsiteX40-29971" fmla="*/ 4915 w 5074"/>
                  <a:gd name="connsiteY40-29972" fmla="*/ 479 h 5728"/>
                  <a:gd name="connsiteX41-29973" fmla="*/ 4975 w 5074"/>
                  <a:gd name="connsiteY41-29974" fmla="*/ 648 h 5728"/>
                  <a:gd name="connsiteX42-29975" fmla="*/ 4893 w 5074"/>
                  <a:gd name="connsiteY42-29976" fmla="*/ 944 h 5728"/>
                  <a:gd name="connsiteX43-29977" fmla="*/ 4893 w 5074"/>
                  <a:gd name="connsiteY43-29978" fmla="*/ 1022 h 5728"/>
                  <a:gd name="connsiteX44-29979" fmla="*/ 4962 w 5074"/>
                  <a:gd name="connsiteY44-29980" fmla="*/ 1168 h 5728"/>
                  <a:gd name="connsiteX45-29981" fmla="*/ 4977 w 5074"/>
                  <a:gd name="connsiteY45-29982" fmla="*/ 1427 h 5728"/>
                  <a:gd name="connsiteX46-29983" fmla="*/ 4979 w 5074"/>
                  <a:gd name="connsiteY46-29984" fmla="*/ 1617 h 5728"/>
                  <a:gd name="connsiteX47-29985" fmla="*/ 4912 w 5074"/>
                  <a:gd name="connsiteY47-29986" fmla="*/ 1625 h 5728"/>
                  <a:gd name="connsiteX48-29987" fmla="*/ 4890 w 5074"/>
                  <a:gd name="connsiteY48-29988" fmla="*/ 1507 h 5728"/>
                  <a:gd name="connsiteX49-29989" fmla="*/ 4855 w 5074"/>
                  <a:gd name="connsiteY49-29990" fmla="*/ 1450 h 5728"/>
                  <a:gd name="connsiteX50-29991" fmla="*/ 4765 w 5074"/>
                  <a:gd name="connsiteY50-29992" fmla="*/ 1582 h 5728"/>
                  <a:gd name="connsiteX51-29993" fmla="*/ 4652 w 5074"/>
                  <a:gd name="connsiteY51-29994" fmla="*/ 1776 h 5728"/>
                  <a:gd name="connsiteX52-29995" fmla="*/ 4533 w 5074"/>
                  <a:gd name="connsiteY52-29996" fmla="*/ 1904 h 5728"/>
                  <a:gd name="connsiteX53-29997" fmla="*/ 4526 w 5074"/>
                  <a:gd name="connsiteY53-29998" fmla="*/ 2018 h 5728"/>
                  <a:gd name="connsiteX54-29999" fmla="*/ 4586 w 5074"/>
                  <a:gd name="connsiteY54-30000" fmla="*/ 2115 h 5728"/>
                  <a:gd name="connsiteX55-30001" fmla="*/ 4688 w 5074"/>
                  <a:gd name="connsiteY55-30002" fmla="*/ 2183 h 5728"/>
                  <a:gd name="connsiteX56-30003" fmla="*/ 4765 w 5074"/>
                  <a:gd name="connsiteY56-30004" fmla="*/ 2178 h 5728"/>
                  <a:gd name="connsiteX57-30005" fmla="*/ 4810 w 5074"/>
                  <a:gd name="connsiteY57-30006" fmla="*/ 2104 h 5728"/>
                  <a:gd name="connsiteX58-30007" fmla="*/ 4844 w 5074"/>
                  <a:gd name="connsiteY58-30008" fmla="*/ 2210 h 5728"/>
                  <a:gd name="connsiteX59-30009" fmla="*/ 4732 w 5074"/>
                  <a:gd name="connsiteY59-30010" fmla="*/ 2249 h 5728"/>
                  <a:gd name="connsiteX60-30011" fmla="*/ 4779 w 5074"/>
                  <a:gd name="connsiteY60-30012" fmla="*/ 2362 h 5728"/>
                  <a:gd name="connsiteX61-30013" fmla="*/ 4644 w 5074"/>
                  <a:gd name="connsiteY61-30014" fmla="*/ 2509 h 5728"/>
                  <a:gd name="connsiteX62-30015" fmla="*/ 4603 w 5074"/>
                  <a:gd name="connsiteY62-30016" fmla="*/ 2498 h 5728"/>
                  <a:gd name="connsiteX63-30017" fmla="*/ 4479 w 5074"/>
                  <a:gd name="connsiteY63-30018" fmla="*/ 2413 h 5728"/>
                  <a:gd name="connsiteX64-30019" fmla="*/ 4424 w 5074"/>
                  <a:gd name="connsiteY64-30020" fmla="*/ 2412 h 5728"/>
                  <a:gd name="connsiteX65-30021" fmla="*/ 4389 w 5074"/>
                  <a:gd name="connsiteY65-30022" fmla="*/ 2480 h 5728"/>
                  <a:gd name="connsiteX66-30023" fmla="*/ 4392 w 5074"/>
                  <a:gd name="connsiteY66-30024" fmla="*/ 2562 h 5728"/>
                  <a:gd name="connsiteX67-30025" fmla="*/ 4570 w 5074"/>
                  <a:gd name="connsiteY67-30026" fmla="*/ 2730 h 5728"/>
                  <a:gd name="connsiteX68-30027" fmla="*/ 4569 w 5074"/>
                  <a:gd name="connsiteY68-30028" fmla="*/ 2844 h 5728"/>
                  <a:gd name="connsiteX69-30029" fmla="*/ 4660 w 5074"/>
                  <a:gd name="connsiteY69-30030" fmla="*/ 3060 h 5728"/>
                  <a:gd name="connsiteX70-30031" fmla="*/ 4686 w 5074"/>
                  <a:gd name="connsiteY70-30032" fmla="*/ 3090 h 5728"/>
                  <a:gd name="connsiteX71-30033" fmla="*/ 4730 w 5074"/>
                  <a:gd name="connsiteY71-30034" fmla="*/ 3094 h 5728"/>
                  <a:gd name="connsiteX72-30035" fmla="*/ 4776 w 5074"/>
                  <a:gd name="connsiteY72-30036" fmla="*/ 3010 h 5728"/>
                  <a:gd name="connsiteX73-30037" fmla="*/ 4856 w 5074"/>
                  <a:gd name="connsiteY73-30038" fmla="*/ 2950 h 5728"/>
                  <a:gd name="connsiteX74-30039" fmla="*/ 4951 w 5074"/>
                  <a:gd name="connsiteY74-30040" fmla="*/ 3126 h 5728"/>
                  <a:gd name="connsiteX75-30041" fmla="*/ 5061 w 5074"/>
                  <a:gd name="connsiteY75-30042" fmla="*/ 3312 h 5728"/>
                  <a:gd name="connsiteX76-30043" fmla="*/ 5074 w 5074"/>
                  <a:gd name="connsiteY76-30044" fmla="*/ 3342 h 5728"/>
                  <a:gd name="connsiteX77-30045" fmla="*/ 5063 w 5074"/>
                  <a:gd name="connsiteY77-30046" fmla="*/ 3518 h 5728"/>
                  <a:gd name="connsiteX78-30047" fmla="*/ 5028 w 5074"/>
                  <a:gd name="connsiteY78-30048" fmla="*/ 3554 h 5728"/>
                  <a:gd name="connsiteX79-30049" fmla="*/ 4939 w 5074"/>
                  <a:gd name="connsiteY79-30050" fmla="*/ 3515 h 5728"/>
                  <a:gd name="connsiteX80-30051" fmla="*/ 4705 w 5074"/>
                  <a:gd name="connsiteY80-30052" fmla="*/ 3644 h 5728"/>
                  <a:gd name="connsiteX81-30053" fmla="*/ 4679 w 5074"/>
                  <a:gd name="connsiteY81-30054" fmla="*/ 3666 h 5728"/>
                  <a:gd name="connsiteX82-30055" fmla="*/ 4499 w 5074"/>
                  <a:gd name="connsiteY82-30056" fmla="*/ 3812 h 5728"/>
                  <a:gd name="connsiteX83-30057" fmla="*/ 4358 w 5074"/>
                  <a:gd name="connsiteY83-30058" fmla="*/ 3926 h 5728"/>
                  <a:gd name="connsiteX84-30059" fmla="*/ 4323 w 5074"/>
                  <a:gd name="connsiteY84-30060" fmla="*/ 3965 h 5728"/>
                  <a:gd name="connsiteX85-30061" fmla="*/ 4271 w 5074"/>
                  <a:gd name="connsiteY85-30062" fmla="*/ 3973 h 5728"/>
                  <a:gd name="connsiteX86-30063" fmla="*/ 4214 w 5074"/>
                  <a:gd name="connsiteY86-30064" fmla="*/ 3916 h 5728"/>
                  <a:gd name="connsiteX87-30065" fmla="*/ 4090 w 5074"/>
                  <a:gd name="connsiteY87-30066" fmla="*/ 3808 h 5728"/>
                  <a:gd name="connsiteX88-30067" fmla="*/ 4114 w 5074"/>
                  <a:gd name="connsiteY88-30068" fmla="*/ 4064 h 5728"/>
                  <a:gd name="connsiteX89-30069" fmla="*/ 4123 w 5074"/>
                  <a:gd name="connsiteY89-30070" fmla="*/ 4192 h 5728"/>
                  <a:gd name="connsiteX90-30071" fmla="*/ 3861 w 5074"/>
                  <a:gd name="connsiteY90-30072" fmla="*/ 4166 h 5728"/>
                  <a:gd name="connsiteX91-30073" fmla="*/ 3779 w 5074"/>
                  <a:gd name="connsiteY91-30074" fmla="*/ 3987 h 5728"/>
                  <a:gd name="connsiteX92-30075" fmla="*/ 3697 w 5074"/>
                  <a:gd name="connsiteY92-30076" fmla="*/ 3802 h 5728"/>
                  <a:gd name="connsiteX93-30077" fmla="*/ 914 w 5074"/>
                  <a:gd name="connsiteY93-30078" fmla="*/ 5503 h 5728"/>
                  <a:gd name="connsiteX94-30079" fmla="*/ 809 w 5074"/>
                  <a:gd name="connsiteY94-30080" fmla="*/ 5477 h 5728"/>
                  <a:gd name="connsiteX95-30081" fmla="*/ 809 w 5074"/>
                  <a:gd name="connsiteY95-30082" fmla="*/ 5379 h 5728"/>
                  <a:gd name="connsiteX96-30083" fmla="*/ 547 w 5074"/>
                  <a:gd name="connsiteY96-30084" fmla="*/ 5386 h 5728"/>
                  <a:gd name="connsiteX97-30085" fmla="*/ 553 w 5074"/>
                  <a:gd name="connsiteY97-30086" fmla="*/ 5510 h 5728"/>
                  <a:gd name="connsiteX98-30087" fmla="*/ 514 w 5074"/>
                  <a:gd name="connsiteY98-30088" fmla="*/ 5558 h 5728"/>
                  <a:gd name="connsiteX99-30089" fmla="*/ 383 w 5074"/>
                  <a:gd name="connsiteY99-30090" fmla="*/ 5617 h 5728"/>
                  <a:gd name="connsiteX100-30091" fmla="*/ 217 w 5074"/>
                  <a:gd name="connsiteY100-30092" fmla="*/ 5649 h 5728"/>
                  <a:gd name="connsiteX101-30093" fmla="*/ 114 w 5074"/>
                  <a:gd name="connsiteY101-30094" fmla="*/ 5728 h 5728"/>
                  <a:gd name="connsiteX102-30095" fmla="*/ 0 w 5074"/>
                  <a:gd name="connsiteY102-30096" fmla="*/ 5611 h 5728"/>
                  <a:gd name="connsiteX0-30097" fmla="*/ 3888 w 5074"/>
                  <a:gd name="connsiteY0-30098" fmla="*/ 2333 h 5728"/>
                  <a:gd name="connsiteX1-30099" fmla="*/ 3886 w 5074"/>
                  <a:gd name="connsiteY1-30100" fmla="*/ 2117 h 5728"/>
                  <a:gd name="connsiteX2-30101" fmla="*/ 3810 w 5074"/>
                  <a:gd name="connsiteY2-30102" fmla="*/ 2039 h 5728"/>
                  <a:gd name="connsiteX3-30103" fmla="*/ 3667 w 5074"/>
                  <a:gd name="connsiteY3-30104" fmla="*/ 1951 h 5728"/>
                  <a:gd name="connsiteX4-30105" fmla="*/ 3575 w 5074"/>
                  <a:gd name="connsiteY4-30106" fmla="*/ 1827 h 5728"/>
                  <a:gd name="connsiteX5-30107" fmla="*/ 3479 w 5074"/>
                  <a:gd name="connsiteY5-30108" fmla="*/ 1828 h 5728"/>
                  <a:gd name="connsiteX6-30109" fmla="*/ 3434 w 5074"/>
                  <a:gd name="connsiteY6-30110" fmla="*/ 1883 h 5728"/>
                  <a:gd name="connsiteX7-30111" fmla="*/ 3341 w 5074"/>
                  <a:gd name="connsiteY7-30112" fmla="*/ 1877 h 5728"/>
                  <a:gd name="connsiteX8-30113" fmla="*/ 3321 w 5074"/>
                  <a:gd name="connsiteY8-30114" fmla="*/ 1994 h 5728"/>
                  <a:gd name="connsiteX9-30115" fmla="*/ 3140 w 5074"/>
                  <a:gd name="connsiteY9-30116" fmla="*/ 1941 h 5728"/>
                  <a:gd name="connsiteX10-30117" fmla="*/ 3057 w 5074"/>
                  <a:gd name="connsiteY10-30118" fmla="*/ 1939 h 5728"/>
                  <a:gd name="connsiteX11-30119" fmla="*/ 2932 w 5074"/>
                  <a:gd name="connsiteY11-30120" fmla="*/ 2014 h 5728"/>
                  <a:gd name="connsiteX12-30121" fmla="*/ 2820 w 5074"/>
                  <a:gd name="connsiteY12-30122" fmla="*/ 1890 h 5728"/>
                  <a:gd name="connsiteX13-30123" fmla="*/ 2914 w 5074"/>
                  <a:gd name="connsiteY13-30124" fmla="*/ 1804 h 5728"/>
                  <a:gd name="connsiteX14-30125" fmla="*/ 2918 w 5074"/>
                  <a:gd name="connsiteY14-30126" fmla="*/ 1634 h 5728"/>
                  <a:gd name="connsiteX15-30127" fmla="*/ 2973 w 5074"/>
                  <a:gd name="connsiteY15-30128" fmla="*/ 1514 h 5728"/>
                  <a:gd name="connsiteX16-30129" fmla="*/ 3016 w 5074"/>
                  <a:gd name="connsiteY16-30130" fmla="*/ 1306 h 5728"/>
                  <a:gd name="connsiteX17-30131" fmla="*/ 3076 w 5074"/>
                  <a:gd name="connsiteY17-30132" fmla="*/ 1307 h 5728"/>
                  <a:gd name="connsiteX18-30133" fmla="*/ 3399 w 5074"/>
                  <a:gd name="connsiteY18-30134" fmla="*/ 1286 h 5728"/>
                  <a:gd name="connsiteX19-30135" fmla="*/ 3573 w 5074"/>
                  <a:gd name="connsiteY19-30136" fmla="*/ 1117 h 5728"/>
                  <a:gd name="connsiteX20-30137" fmla="*/ 3642 w 5074"/>
                  <a:gd name="connsiteY20-30138" fmla="*/ 748 h 5728"/>
                  <a:gd name="connsiteX21-30139" fmla="*/ 3752 w 5074"/>
                  <a:gd name="connsiteY21-30140" fmla="*/ 486 h 5728"/>
                  <a:gd name="connsiteX22-30141" fmla="*/ 3750 w 5074"/>
                  <a:gd name="connsiteY22-30142" fmla="*/ 358 h 5728"/>
                  <a:gd name="connsiteX23-30143" fmla="*/ 3737 w 5074"/>
                  <a:gd name="connsiteY23-30144" fmla="*/ 328 h 5728"/>
                  <a:gd name="connsiteX24-30145" fmla="*/ 3670 w 5074"/>
                  <a:gd name="connsiteY24-30146" fmla="*/ 251 h 5728"/>
                  <a:gd name="connsiteX25-30147" fmla="*/ 3610 w 5074"/>
                  <a:gd name="connsiteY25-30148" fmla="*/ 217 h 5728"/>
                  <a:gd name="connsiteX26-30149" fmla="*/ 3735 w 5074"/>
                  <a:gd name="connsiteY26-30150" fmla="*/ 56 h 5728"/>
                  <a:gd name="connsiteX27-30151" fmla="*/ 3908 w 5074"/>
                  <a:gd name="connsiteY27-30152" fmla="*/ 2 h 5728"/>
                  <a:gd name="connsiteX28-30153" fmla="*/ 3940 w 5074"/>
                  <a:gd name="connsiteY28-30154" fmla="*/ 49 h 5728"/>
                  <a:gd name="connsiteX29-30155" fmla="*/ 3930 w 5074"/>
                  <a:gd name="connsiteY29-30156" fmla="*/ 133 h 5728"/>
                  <a:gd name="connsiteX30-30157" fmla="*/ 3869 w 5074"/>
                  <a:gd name="connsiteY30-30158" fmla="*/ 243 h 5728"/>
                  <a:gd name="connsiteX31-30159" fmla="*/ 3939 w 5074"/>
                  <a:gd name="connsiteY31-30160" fmla="*/ 301 h 5728"/>
                  <a:gd name="connsiteX32-30161" fmla="*/ 4053 w 5074"/>
                  <a:gd name="connsiteY32-30162" fmla="*/ 366 h 5728"/>
                  <a:gd name="connsiteX33-30163" fmla="*/ 4073 w 5074"/>
                  <a:gd name="connsiteY33-30164" fmla="*/ 255 h 5728"/>
                  <a:gd name="connsiteX34-30165" fmla="*/ 4207 w 5074"/>
                  <a:gd name="connsiteY34-30166" fmla="*/ 291 h 5728"/>
                  <a:gd name="connsiteX35-30167" fmla="*/ 4232 w 5074"/>
                  <a:gd name="connsiteY35-30168" fmla="*/ 331 h 5728"/>
                  <a:gd name="connsiteX36-30169" fmla="*/ 4308 w 5074"/>
                  <a:gd name="connsiteY36-30170" fmla="*/ 562 h 5728"/>
                  <a:gd name="connsiteX37-30171" fmla="*/ 4343 w 5074"/>
                  <a:gd name="connsiteY37-30172" fmla="*/ 586 h 5728"/>
                  <a:gd name="connsiteX38-30173" fmla="*/ 4435 w 5074"/>
                  <a:gd name="connsiteY38-30174" fmla="*/ 578 h 5728"/>
                  <a:gd name="connsiteX39-30175" fmla="*/ 4695 w 5074"/>
                  <a:gd name="connsiteY39-30176" fmla="*/ 490 h 5728"/>
                  <a:gd name="connsiteX40-30177" fmla="*/ 4915 w 5074"/>
                  <a:gd name="connsiteY40-30178" fmla="*/ 479 h 5728"/>
                  <a:gd name="connsiteX41-30179" fmla="*/ 4975 w 5074"/>
                  <a:gd name="connsiteY41-30180" fmla="*/ 648 h 5728"/>
                  <a:gd name="connsiteX42-30181" fmla="*/ 4893 w 5074"/>
                  <a:gd name="connsiteY42-30182" fmla="*/ 944 h 5728"/>
                  <a:gd name="connsiteX43-30183" fmla="*/ 4893 w 5074"/>
                  <a:gd name="connsiteY43-30184" fmla="*/ 1022 h 5728"/>
                  <a:gd name="connsiteX44-30185" fmla="*/ 4962 w 5074"/>
                  <a:gd name="connsiteY44-30186" fmla="*/ 1168 h 5728"/>
                  <a:gd name="connsiteX45-30187" fmla="*/ 4977 w 5074"/>
                  <a:gd name="connsiteY45-30188" fmla="*/ 1427 h 5728"/>
                  <a:gd name="connsiteX46-30189" fmla="*/ 4979 w 5074"/>
                  <a:gd name="connsiteY46-30190" fmla="*/ 1617 h 5728"/>
                  <a:gd name="connsiteX47-30191" fmla="*/ 4912 w 5074"/>
                  <a:gd name="connsiteY47-30192" fmla="*/ 1625 h 5728"/>
                  <a:gd name="connsiteX48-30193" fmla="*/ 4890 w 5074"/>
                  <a:gd name="connsiteY48-30194" fmla="*/ 1507 h 5728"/>
                  <a:gd name="connsiteX49-30195" fmla="*/ 4855 w 5074"/>
                  <a:gd name="connsiteY49-30196" fmla="*/ 1450 h 5728"/>
                  <a:gd name="connsiteX50-30197" fmla="*/ 4765 w 5074"/>
                  <a:gd name="connsiteY50-30198" fmla="*/ 1582 h 5728"/>
                  <a:gd name="connsiteX51-30199" fmla="*/ 4652 w 5074"/>
                  <a:gd name="connsiteY51-30200" fmla="*/ 1776 h 5728"/>
                  <a:gd name="connsiteX52-30201" fmla="*/ 4533 w 5074"/>
                  <a:gd name="connsiteY52-30202" fmla="*/ 1904 h 5728"/>
                  <a:gd name="connsiteX53-30203" fmla="*/ 4526 w 5074"/>
                  <a:gd name="connsiteY53-30204" fmla="*/ 2018 h 5728"/>
                  <a:gd name="connsiteX54-30205" fmla="*/ 4586 w 5074"/>
                  <a:gd name="connsiteY54-30206" fmla="*/ 2115 h 5728"/>
                  <a:gd name="connsiteX55-30207" fmla="*/ 4688 w 5074"/>
                  <a:gd name="connsiteY55-30208" fmla="*/ 2183 h 5728"/>
                  <a:gd name="connsiteX56-30209" fmla="*/ 4765 w 5074"/>
                  <a:gd name="connsiteY56-30210" fmla="*/ 2178 h 5728"/>
                  <a:gd name="connsiteX57-30211" fmla="*/ 4810 w 5074"/>
                  <a:gd name="connsiteY57-30212" fmla="*/ 2104 h 5728"/>
                  <a:gd name="connsiteX58-30213" fmla="*/ 4844 w 5074"/>
                  <a:gd name="connsiteY58-30214" fmla="*/ 2210 h 5728"/>
                  <a:gd name="connsiteX59-30215" fmla="*/ 4732 w 5074"/>
                  <a:gd name="connsiteY59-30216" fmla="*/ 2249 h 5728"/>
                  <a:gd name="connsiteX60-30217" fmla="*/ 4779 w 5074"/>
                  <a:gd name="connsiteY60-30218" fmla="*/ 2362 h 5728"/>
                  <a:gd name="connsiteX61-30219" fmla="*/ 4644 w 5074"/>
                  <a:gd name="connsiteY61-30220" fmla="*/ 2509 h 5728"/>
                  <a:gd name="connsiteX62-30221" fmla="*/ 4603 w 5074"/>
                  <a:gd name="connsiteY62-30222" fmla="*/ 2498 h 5728"/>
                  <a:gd name="connsiteX63-30223" fmla="*/ 4479 w 5074"/>
                  <a:gd name="connsiteY63-30224" fmla="*/ 2413 h 5728"/>
                  <a:gd name="connsiteX64-30225" fmla="*/ 4424 w 5074"/>
                  <a:gd name="connsiteY64-30226" fmla="*/ 2412 h 5728"/>
                  <a:gd name="connsiteX65-30227" fmla="*/ 4389 w 5074"/>
                  <a:gd name="connsiteY65-30228" fmla="*/ 2480 h 5728"/>
                  <a:gd name="connsiteX66-30229" fmla="*/ 4392 w 5074"/>
                  <a:gd name="connsiteY66-30230" fmla="*/ 2562 h 5728"/>
                  <a:gd name="connsiteX67-30231" fmla="*/ 4570 w 5074"/>
                  <a:gd name="connsiteY67-30232" fmla="*/ 2730 h 5728"/>
                  <a:gd name="connsiteX68-30233" fmla="*/ 4569 w 5074"/>
                  <a:gd name="connsiteY68-30234" fmla="*/ 2844 h 5728"/>
                  <a:gd name="connsiteX69-30235" fmla="*/ 4660 w 5074"/>
                  <a:gd name="connsiteY69-30236" fmla="*/ 3060 h 5728"/>
                  <a:gd name="connsiteX70-30237" fmla="*/ 4686 w 5074"/>
                  <a:gd name="connsiteY70-30238" fmla="*/ 3090 h 5728"/>
                  <a:gd name="connsiteX71-30239" fmla="*/ 4730 w 5074"/>
                  <a:gd name="connsiteY71-30240" fmla="*/ 3094 h 5728"/>
                  <a:gd name="connsiteX72-30241" fmla="*/ 4776 w 5074"/>
                  <a:gd name="connsiteY72-30242" fmla="*/ 3010 h 5728"/>
                  <a:gd name="connsiteX73-30243" fmla="*/ 4856 w 5074"/>
                  <a:gd name="connsiteY73-30244" fmla="*/ 2950 h 5728"/>
                  <a:gd name="connsiteX74-30245" fmla="*/ 4951 w 5074"/>
                  <a:gd name="connsiteY74-30246" fmla="*/ 3126 h 5728"/>
                  <a:gd name="connsiteX75-30247" fmla="*/ 5061 w 5074"/>
                  <a:gd name="connsiteY75-30248" fmla="*/ 3312 h 5728"/>
                  <a:gd name="connsiteX76-30249" fmla="*/ 5074 w 5074"/>
                  <a:gd name="connsiteY76-30250" fmla="*/ 3342 h 5728"/>
                  <a:gd name="connsiteX77-30251" fmla="*/ 5063 w 5074"/>
                  <a:gd name="connsiteY77-30252" fmla="*/ 3518 h 5728"/>
                  <a:gd name="connsiteX78-30253" fmla="*/ 5028 w 5074"/>
                  <a:gd name="connsiteY78-30254" fmla="*/ 3554 h 5728"/>
                  <a:gd name="connsiteX79-30255" fmla="*/ 4939 w 5074"/>
                  <a:gd name="connsiteY79-30256" fmla="*/ 3515 h 5728"/>
                  <a:gd name="connsiteX80-30257" fmla="*/ 4705 w 5074"/>
                  <a:gd name="connsiteY80-30258" fmla="*/ 3644 h 5728"/>
                  <a:gd name="connsiteX81-30259" fmla="*/ 4679 w 5074"/>
                  <a:gd name="connsiteY81-30260" fmla="*/ 3666 h 5728"/>
                  <a:gd name="connsiteX82-30261" fmla="*/ 4499 w 5074"/>
                  <a:gd name="connsiteY82-30262" fmla="*/ 3812 h 5728"/>
                  <a:gd name="connsiteX83-30263" fmla="*/ 4358 w 5074"/>
                  <a:gd name="connsiteY83-30264" fmla="*/ 3926 h 5728"/>
                  <a:gd name="connsiteX84-30265" fmla="*/ 4323 w 5074"/>
                  <a:gd name="connsiteY84-30266" fmla="*/ 3965 h 5728"/>
                  <a:gd name="connsiteX85-30267" fmla="*/ 4271 w 5074"/>
                  <a:gd name="connsiteY85-30268" fmla="*/ 3973 h 5728"/>
                  <a:gd name="connsiteX86-30269" fmla="*/ 4214 w 5074"/>
                  <a:gd name="connsiteY86-30270" fmla="*/ 3916 h 5728"/>
                  <a:gd name="connsiteX87-30271" fmla="*/ 4090 w 5074"/>
                  <a:gd name="connsiteY87-30272" fmla="*/ 3808 h 5728"/>
                  <a:gd name="connsiteX88-30273" fmla="*/ 4114 w 5074"/>
                  <a:gd name="connsiteY88-30274" fmla="*/ 4064 h 5728"/>
                  <a:gd name="connsiteX89-30275" fmla="*/ 4123 w 5074"/>
                  <a:gd name="connsiteY89-30276" fmla="*/ 4192 h 5728"/>
                  <a:gd name="connsiteX90-30277" fmla="*/ 3861 w 5074"/>
                  <a:gd name="connsiteY90-30278" fmla="*/ 4166 h 5728"/>
                  <a:gd name="connsiteX91-30279" fmla="*/ 3779 w 5074"/>
                  <a:gd name="connsiteY91-30280" fmla="*/ 3987 h 5728"/>
                  <a:gd name="connsiteX92-30281" fmla="*/ 3697 w 5074"/>
                  <a:gd name="connsiteY92-30282" fmla="*/ 3802 h 5728"/>
                  <a:gd name="connsiteX93-30283" fmla="*/ 809 w 5074"/>
                  <a:gd name="connsiteY93-30284" fmla="*/ 5477 h 5728"/>
                  <a:gd name="connsiteX94-30285" fmla="*/ 809 w 5074"/>
                  <a:gd name="connsiteY94-30286" fmla="*/ 5379 h 5728"/>
                  <a:gd name="connsiteX95-30287" fmla="*/ 547 w 5074"/>
                  <a:gd name="connsiteY95-30288" fmla="*/ 5386 h 5728"/>
                  <a:gd name="connsiteX96-30289" fmla="*/ 553 w 5074"/>
                  <a:gd name="connsiteY96-30290" fmla="*/ 5510 h 5728"/>
                  <a:gd name="connsiteX97-30291" fmla="*/ 514 w 5074"/>
                  <a:gd name="connsiteY97-30292" fmla="*/ 5558 h 5728"/>
                  <a:gd name="connsiteX98-30293" fmla="*/ 383 w 5074"/>
                  <a:gd name="connsiteY98-30294" fmla="*/ 5617 h 5728"/>
                  <a:gd name="connsiteX99-30295" fmla="*/ 217 w 5074"/>
                  <a:gd name="connsiteY99-30296" fmla="*/ 5649 h 5728"/>
                  <a:gd name="connsiteX100-30297" fmla="*/ 114 w 5074"/>
                  <a:gd name="connsiteY100-30298" fmla="*/ 5728 h 5728"/>
                  <a:gd name="connsiteX101-30299" fmla="*/ 0 w 5074"/>
                  <a:gd name="connsiteY101-30300" fmla="*/ 5611 h 5728"/>
                  <a:gd name="connsiteX0-30301" fmla="*/ 3888 w 5074"/>
                  <a:gd name="connsiteY0-30302" fmla="*/ 2333 h 5728"/>
                  <a:gd name="connsiteX1-30303" fmla="*/ 3886 w 5074"/>
                  <a:gd name="connsiteY1-30304" fmla="*/ 2117 h 5728"/>
                  <a:gd name="connsiteX2-30305" fmla="*/ 3810 w 5074"/>
                  <a:gd name="connsiteY2-30306" fmla="*/ 2039 h 5728"/>
                  <a:gd name="connsiteX3-30307" fmla="*/ 3667 w 5074"/>
                  <a:gd name="connsiteY3-30308" fmla="*/ 1951 h 5728"/>
                  <a:gd name="connsiteX4-30309" fmla="*/ 3575 w 5074"/>
                  <a:gd name="connsiteY4-30310" fmla="*/ 1827 h 5728"/>
                  <a:gd name="connsiteX5-30311" fmla="*/ 3479 w 5074"/>
                  <a:gd name="connsiteY5-30312" fmla="*/ 1828 h 5728"/>
                  <a:gd name="connsiteX6-30313" fmla="*/ 3434 w 5074"/>
                  <a:gd name="connsiteY6-30314" fmla="*/ 1883 h 5728"/>
                  <a:gd name="connsiteX7-30315" fmla="*/ 3341 w 5074"/>
                  <a:gd name="connsiteY7-30316" fmla="*/ 1877 h 5728"/>
                  <a:gd name="connsiteX8-30317" fmla="*/ 3321 w 5074"/>
                  <a:gd name="connsiteY8-30318" fmla="*/ 1994 h 5728"/>
                  <a:gd name="connsiteX9-30319" fmla="*/ 3140 w 5074"/>
                  <a:gd name="connsiteY9-30320" fmla="*/ 1941 h 5728"/>
                  <a:gd name="connsiteX10-30321" fmla="*/ 3057 w 5074"/>
                  <a:gd name="connsiteY10-30322" fmla="*/ 1939 h 5728"/>
                  <a:gd name="connsiteX11-30323" fmla="*/ 2932 w 5074"/>
                  <a:gd name="connsiteY11-30324" fmla="*/ 2014 h 5728"/>
                  <a:gd name="connsiteX12-30325" fmla="*/ 2820 w 5074"/>
                  <a:gd name="connsiteY12-30326" fmla="*/ 1890 h 5728"/>
                  <a:gd name="connsiteX13-30327" fmla="*/ 2914 w 5074"/>
                  <a:gd name="connsiteY13-30328" fmla="*/ 1804 h 5728"/>
                  <a:gd name="connsiteX14-30329" fmla="*/ 2918 w 5074"/>
                  <a:gd name="connsiteY14-30330" fmla="*/ 1634 h 5728"/>
                  <a:gd name="connsiteX15-30331" fmla="*/ 2973 w 5074"/>
                  <a:gd name="connsiteY15-30332" fmla="*/ 1514 h 5728"/>
                  <a:gd name="connsiteX16-30333" fmla="*/ 3016 w 5074"/>
                  <a:gd name="connsiteY16-30334" fmla="*/ 1306 h 5728"/>
                  <a:gd name="connsiteX17-30335" fmla="*/ 3076 w 5074"/>
                  <a:gd name="connsiteY17-30336" fmla="*/ 1307 h 5728"/>
                  <a:gd name="connsiteX18-30337" fmla="*/ 3399 w 5074"/>
                  <a:gd name="connsiteY18-30338" fmla="*/ 1286 h 5728"/>
                  <a:gd name="connsiteX19-30339" fmla="*/ 3573 w 5074"/>
                  <a:gd name="connsiteY19-30340" fmla="*/ 1117 h 5728"/>
                  <a:gd name="connsiteX20-30341" fmla="*/ 3642 w 5074"/>
                  <a:gd name="connsiteY20-30342" fmla="*/ 748 h 5728"/>
                  <a:gd name="connsiteX21-30343" fmla="*/ 3752 w 5074"/>
                  <a:gd name="connsiteY21-30344" fmla="*/ 486 h 5728"/>
                  <a:gd name="connsiteX22-30345" fmla="*/ 3750 w 5074"/>
                  <a:gd name="connsiteY22-30346" fmla="*/ 358 h 5728"/>
                  <a:gd name="connsiteX23-30347" fmla="*/ 3737 w 5074"/>
                  <a:gd name="connsiteY23-30348" fmla="*/ 328 h 5728"/>
                  <a:gd name="connsiteX24-30349" fmla="*/ 3670 w 5074"/>
                  <a:gd name="connsiteY24-30350" fmla="*/ 251 h 5728"/>
                  <a:gd name="connsiteX25-30351" fmla="*/ 3610 w 5074"/>
                  <a:gd name="connsiteY25-30352" fmla="*/ 217 h 5728"/>
                  <a:gd name="connsiteX26-30353" fmla="*/ 3735 w 5074"/>
                  <a:gd name="connsiteY26-30354" fmla="*/ 56 h 5728"/>
                  <a:gd name="connsiteX27-30355" fmla="*/ 3908 w 5074"/>
                  <a:gd name="connsiteY27-30356" fmla="*/ 2 h 5728"/>
                  <a:gd name="connsiteX28-30357" fmla="*/ 3940 w 5074"/>
                  <a:gd name="connsiteY28-30358" fmla="*/ 49 h 5728"/>
                  <a:gd name="connsiteX29-30359" fmla="*/ 3930 w 5074"/>
                  <a:gd name="connsiteY29-30360" fmla="*/ 133 h 5728"/>
                  <a:gd name="connsiteX30-30361" fmla="*/ 3869 w 5074"/>
                  <a:gd name="connsiteY30-30362" fmla="*/ 243 h 5728"/>
                  <a:gd name="connsiteX31-30363" fmla="*/ 3939 w 5074"/>
                  <a:gd name="connsiteY31-30364" fmla="*/ 301 h 5728"/>
                  <a:gd name="connsiteX32-30365" fmla="*/ 4053 w 5074"/>
                  <a:gd name="connsiteY32-30366" fmla="*/ 366 h 5728"/>
                  <a:gd name="connsiteX33-30367" fmla="*/ 4073 w 5074"/>
                  <a:gd name="connsiteY33-30368" fmla="*/ 255 h 5728"/>
                  <a:gd name="connsiteX34-30369" fmla="*/ 4207 w 5074"/>
                  <a:gd name="connsiteY34-30370" fmla="*/ 291 h 5728"/>
                  <a:gd name="connsiteX35-30371" fmla="*/ 4232 w 5074"/>
                  <a:gd name="connsiteY35-30372" fmla="*/ 331 h 5728"/>
                  <a:gd name="connsiteX36-30373" fmla="*/ 4308 w 5074"/>
                  <a:gd name="connsiteY36-30374" fmla="*/ 562 h 5728"/>
                  <a:gd name="connsiteX37-30375" fmla="*/ 4343 w 5074"/>
                  <a:gd name="connsiteY37-30376" fmla="*/ 586 h 5728"/>
                  <a:gd name="connsiteX38-30377" fmla="*/ 4435 w 5074"/>
                  <a:gd name="connsiteY38-30378" fmla="*/ 578 h 5728"/>
                  <a:gd name="connsiteX39-30379" fmla="*/ 4695 w 5074"/>
                  <a:gd name="connsiteY39-30380" fmla="*/ 490 h 5728"/>
                  <a:gd name="connsiteX40-30381" fmla="*/ 4915 w 5074"/>
                  <a:gd name="connsiteY40-30382" fmla="*/ 479 h 5728"/>
                  <a:gd name="connsiteX41-30383" fmla="*/ 4975 w 5074"/>
                  <a:gd name="connsiteY41-30384" fmla="*/ 648 h 5728"/>
                  <a:gd name="connsiteX42-30385" fmla="*/ 4893 w 5074"/>
                  <a:gd name="connsiteY42-30386" fmla="*/ 944 h 5728"/>
                  <a:gd name="connsiteX43-30387" fmla="*/ 4893 w 5074"/>
                  <a:gd name="connsiteY43-30388" fmla="*/ 1022 h 5728"/>
                  <a:gd name="connsiteX44-30389" fmla="*/ 4962 w 5074"/>
                  <a:gd name="connsiteY44-30390" fmla="*/ 1168 h 5728"/>
                  <a:gd name="connsiteX45-30391" fmla="*/ 4977 w 5074"/>
                  <a:gd name="connsiteY45-30392" fmla="*/ 1427 h 5728"/>
                  <a:gd name="connsiteX46-30393" fmla="*/ 4979 w 5074"/>
                  <a:gd name="connsiteY46-30394" fmla="*/ 1617 h 5728"/>
                  <a:gd name="connsiteX47-30395" fmla="*/ 4912 w 5074"/>
                  <a:gd name="connsiteY47-30396" fmla="*/ 1625 h 5728"/>
                  <a:gd name="connsiteX48-30397" fmla="*/ 4890 w 5074"/>
                  <a:gd name="connsiteY48-30398" fmla="*/ 1507 h 5728"/>
                  <a:gd name="connsiteX49-30399" fmla="*/ 4855 w 5074"/>
                  <a:gd name="connsiteY49-30400" fmla="*/ 1450 h 5728"/>
                  <a:gd name="connsiteX50-30401" fmla="*/ 4765 w 5074"/>
                  <a:gd name="connsiteY50-30402" fmla="*/ 1582 h 5728"/>
                  <a:gd name="connsiteX51-30403" fmla="*/ 4652 w 5074"/>
                  <a:gd name="connsiteY51-30404" fmla="*/ 1776 h 5728"/>
                  <a:gd name="connsiteX52-30405" fmla="*/ 4533 w 5074"/>
                  <a:gd name="connsiteY52-30406" fmla="*/ 1904 h 5728"/>
                  <a:gd name="connsiteX53-30407" fmla="*/ 4526 w 5074"/>
                  <a:gd name="connsiteY53-30408" fmla="*/ 2018 h 5728"/>
                  <a:gd name="connsiteX54-30409" fmla="*/ 4586 w 5074"/>
                  <a:gd name="connsiteY54-30410" fmla="*/ 2115 h 5728"/>
                  <a:gd name="connsiteX55-30411" fmla="*/ 4688 w 5074"/>
                  <a:gd name="connsiteY55-30412" fmla="*/ 2183 h 5728"/>
                  <a:gd name="connsiteX56-30413" fmla="*/ 4765 w 5074"/>
                  <a:gd name="connsiteY56-30414" fmla="*/ 2178 h 5728"/>
                  <a:gd name="connsiteX57-30415" fmla="*/ 4810 w 5074"/>
                  <a:gd name="connsiteY57-30416" fmla="*/ 2104 h 5728"/>
                  <a:gd name="connsiteX58-30417" fmla="*/ 4844 w 5074"/>
                  <a:gd name="connsiteY58-30418" fmla="*/ 2210 h 5728"/>
                  <a:gd name="connsiteX59-30419" fmla="*/ 4732 w 5074"/>
                  <a:gd name="connsiteY59-30420" fmla="*/ 2249 h 5728"/>
                  <a:gd name="connsiteX60-30421" fmla="*/ 4779 w 5074"/>
                  <a:gd name="connsiteY60-30422" fmla="*/ 2362 h 5728"/>
                  <a:gd name="connsiteX61-30423" fmla="*/ 4644 w 5074"/>
                  <a:gd name="connsiteY61-30424" fmla="*/ 2509 h 5728"/>
                  <a:gd name="connsiteX62-30425" fmla="*/ 4603 w 5074"/>
                  <a:gd name="connsiteY62-30426" fmla="*/ 2498 h 5728"/>
                  <a:gd name="connsiteX63-30427" fmla="*/ 4479 w 5074"/>
                  <a:gd name="connsiteY63-30428" fmla="*/ 2413 h 5728"/>
                  <a:gd name="connsiteX64-30429" fmla="*/ 4424 w 5074"/>
                  <a:gd name="connsiteY64-30430" fmla="*/ 2412 h 5728"/>
                  <a:gd name="connsiteX65-30431" fmla="*/ 4389 w 5074"/>
                  <a:gd name="connsiteY65-30432" fmla="*/ 2480 h 5728"/>
                  <a:gd name="connsiteX66-30433" fmla="*/ 4392 w 5074"/>
                  <a:gd name="connsiteY66-30434" fmla="*/ 2562 h 5728"/>
                  <a:gd name="connsiteX67-30435" fmla="*/ 4570 w 5074"/>
                  <a:gd name="connsiteY67-30436" fmla="*/ 2730 h 5728"/>
                  <a:gd name="connsiteX68-30437" fmla="*/ 4569 w 5074"/>
                  <a:gd name="connsiteY68-30438" fmla="*/ 2844 h 5728"/>
                  <a:gd name="connsiteX69-30439" fmla="*/ 4660 w 5074"/>
                  <a:gd name="connsiteY69-30440" fmla="*/ 3060 h 5728"/>
                  <a:gd name="connsiteX70-30441" fmla="*/ 4686 w 5074"/>
                  <a:gd name="connsiteY70-30442" fmla="*/ 3090 h 5728"/>
                  <a:gd name="connsiteX71-30443" fmla="*/ 4730 w 5074"/>
                  <a:gd name="connsiteY71-30444" fmla="*/ 3094 h 5728"/>
                  <a:gd name="connsiteX72-30445" fmla="*/ 4776 w 5074"/>
                  <a:gd name="connsiteY72-30446" fmla="*/ 3010 h 5728"/>
                  <a:gd name="connsiteX73-30447" fmla="*/ 4856 w 5074"/>
                  <a:gd name="connsiteY73-30448" fmla="*/ 2950 h 5728"/>
                  <a:gd name="connsiteX74-30449" fmla="*/ 4951 w 5074"/>
                  <a:gd name="connsiteY74-30450" fmla="*/ 3126 h 5728"/>
                  <a:gd name="connsiteX75-30451" fmla="*/ 5061 w 5074"/>
                  <a:gd name="connsiteY75-30452" fmla="*/ 3312 h 5728"/>
                  <a:gd name="connsiteX76-30453" fmla="*/ 5074 w 5074"/>
                  <a:gd name="connsiteY76-30454" fmla="*/ 3342 h 5728"/>
                  <a:gd name="connsiteX77-30455" fmla="*/ 5063 w 5074"/>
                  <a:gd name="connsiteY77-30456" fmla="*/ 3518 h 5728"/>
                  <a:gd name="connsiteX78-30457" fmla="*/ 5028 w 5074"/>
                  <a:gd name="connsiteY78-30458" fmla="*/ 3554 h 5728"/>
                  <a:gd name="connsiteX79-30459" fmla="*/ 4939 w 5074"/>
                  <a:gd name="connsiteY79-30460" fmla="*/ 3515 h 5728"/>
                  <a:gd name="connsiteX80-30461" fmla="*/ 4705 w 5074"/>
                  <a:gd name="connsiteY80-30462" fmla="*/ 3644 h 5728"/>
                  <a:gd name="connsiteX81-30463" fmla="*/ 4679 w 5074"/>
                  <a:gd name="connsiteY81-30464" fmla="*/ 3666 h 5728"/>
                  <a:gd name="connsiteX82-30465" fmla="*/ 4499 w 5074"/>
                  <a:gd name="connsiteY82-30466" fmla="*/ 3812 h 5728"/>
                  <a:gd name="connsiteX83-30467" fmla="*/ 4358 w 5074"/>
                  <a:gd name="connsiteY83-30468" fmla="*/ 3926 h 5728"/>
                  <a:gd name="connsiteX84-30469" fmla="*/ 4323 w 5074"/>
                  <a:gd name="connsiteY84-30470" fmla="*/ 3965 h 5728"/>
                  <a:gd name="connsiteX85-30471" fmla="*/ 4271 w 5074"/>
                  <a:gd name="connsiteY85-30472" fmla="*/ 3973 h 5728"/>
                  <a:gd name="connsiteX86-30473" fmla="*/ 4214 w 5074"/>
                  <a:gd name="connsiteY86-30474" fmla="*/ 3916 h 5728"/>
                  <a:gd name="connsiteX87-30475" fmla="*/ 4090 w 5074"/>
                  <a:gd name="connsiteY87-30476" fmla="*/ 3808 h 5728"/>
                  <a:gd name="connsiteX88-30477" fmla="*/ 4114 w 5074"/>
                  <a:gd name="connsiteY88-30478" fmla="*/ 4064 h 5728"/>
                  <a:gd name="connsiteX89-30479" fmla="*/ 4123 w 5074"/>
                  <a:gd name="connsiteY89-30480" fmla="*/ 4192 h 5728"/>
                  <a:gd name="connsiteX90-30481" fmla="*/ 3861 w 5074"/>
                  <a:gd name="connsiteY90-30482" fmla="*/ 4166 h 5728"/>
                  <a:gd name="connsiteX91-30483" fmla="*/ 3779 w 5074"/>
                  <a:gd name="connsiteY91-30484" fmla="*/ 3987 h 5728"/>
                  <a:gd name="connsiteX92-30485" fmla="*/ 3697 w 5074"/>
                  <a:gd name="connsiteY92-30486" fmla="*/ 3802 h 5728"/>
                  <a:gd name="connsiteX93-30487" fmla="*/ 809 w 5074"/>
                  <a:gd name="connsiteY93-30488" fmla="*/ 5379 h 5728"/>
                  <a:gd name="connsiteX94-30489" fmla="*/ 547 w 5074"/>
                  <a:gd name="connsiteY94-30490" fmla="*/ 5386 h 5728"/>
                  <a:gd name="connsiteX95-30491" fmla="*/ 553 w 5074"/>
                  <a:gd name="connsiteY95-30492" fmla="*/ 5510 h 5728"/>
                  <a:gd name="connsiteX96-30493" fmla="*/ 514 w 5074"/>
                  <a:gd name="connsiteY96-30494" fmla="*/ 5558 h 5728"/>
                  <a:gd name="connsiteX97-30495" fmla="*/ 383 w 5074"/>
                  <a:gd name="connsiteY97-30496" fmla="*/ 5617 h 5728"/>
                  <a:gd name="connsiteX98-30497" fmla="*/ 217 w 5074"/>
                  <a:gd name="connsiteY98-30498" fmla="*/ 5649 h 5728"/>
                  <a:gd name="connsiteX99-30499" fmla="*/ 114 w 5074"/>
                  <a:gd name="connsiteY99-30500" fmla="*/ 5728 h 5728"/>
                  <a:gd name="connsiteX100-30501" fmla="*/ 0 w 5074"/>
                  <a:gd name="connsiteY100-30502" fmla="*/ 5611 h 5728"/>
                  <a:gd name="connsiteX0-30503" fmla="*/ 3888 w 5074"/>
                  <a:gd name="connsiteY0-30504" fmla="*/ 2333 h 5728"/>
                  <a:gd name="connsiteX1-30505" fmla="*/ 3886 w 5074"/>
                  <a:gd name="connsiteY1-30506" fmla="*/ 2117 h 5728"/>
                  <a:gd name="connsiteX2-30507" fmla="*/ 3810 w 5074"/>
                  <a:gd name="connsiteY2-30508" fmla="*/ 2039 h 5728"/>
                  <a:gd name="connsiteX3-30509" fmla="*/ 3667 w 5074"/>
                  <a:gd name="connsiteY3-30510" fmla="*/ 1951 h 5728"/>
                  <a:gd name="connsiteX4-30511" fmla="*/ 3575 w 5074"/>
                  <a:gd name="connsiteY4-30512" fmla="*/ 1827 h 5728"/>
                  <a:gd name="connsiteX5-30513" fmla="*/ 3479 w 5074"/>
                  <a:gd name="connsiteY5-30514" fmla="*/ 1828 h 5728"/>
                  <a:gd name="connsiteX6-30515" fmla="*/ 3434 w 5074"/>
                  <a:gd name="connsiteY6-30516" fmla="*/ 1883 h 5728"/>
                  <a:gd name="connsiteX7-30517" fmla="*/ 3341 w 5074"/>
                  <a:gd name="connsiteY7-30518" fmla="*/ 1877 h 5728"/>
                  <a:gd name="connsiteX8-30519" fmla="*/ 3321 w 5074"/>
                  <a:gd name="connsiteY8-30520" fmla="*/ 1994 h 5728"/>
                  <a:gd name="connsiteX9-30521" fmla="*/ 3140 w 5074"/>
                  <a:gd name="connsiteY9-30522" fmla="*/ 1941 h 5728"/>
                  <a:gd name="connsiteX10-30523" fmla="*/ 3057 w 5074"/>
                  <a:gd name="connsiteY10-30524" fmla="*/ 1939 h 5728"/>
                  <a:gd name="connsiteX11-30525" fmla="*/ 2932 w 5074"/>
                  <a:gd name="connsiteY11-30526" fmla="*/ 2014 h 5728"/>
                  <a:gd name="connsiteX12-30527" fmla="*/ 2820 w 5074"/>
                  <a:gd name="connsiteY12-30528" fmla="*/ 1890 h 5728"/>
                  <a:gd name="connsiteX13-30529" fmla="*/ 2914 w 5074"/>
                  <a:gd name="connsiteY13-30530" fmla="*/ 1804 h 5728"/>
                  <a:gd name="connsiteX14-30531" fmla="*/ 2918 w 5074"/>
                  <a:gd name="connsiteY14-30532" fmla="*/ 1634 h 5728"/>
                  <a:gd name="connsiteX15-30533" fmla="*/ 2973 w 5074"/>
                  <a:gd name="connsiteY15-30534" fmla="*/ 1514 h 5728"/>
                  <a:gd name="connsiteX16-30535" fmla="*/ 3016 w 5074"/>
                  <a:gd name="connsiteY16-30536" fmla="*/ 1306 h 5728"/>
                  <a:gd name="connsiteX17-30537" fmla="*/ 3076 w 5074"/>
                  <a:gd name="connsiteY17-30538" fmla="*/ 1307 h 5728"/>
                  <a:gd name="connsiteX18-30539" fmla="*/ 3399 w 5074"/>
                  <a:gd name="connsiteY18-30540" fmla="*/ 1286 h 5728"/>
                  <a:gd name="connsiteX19-30541" fmla="*/ 3573 w 5074"/>
                  <a:gd name="connsiteY19-30542" fmla="*/ 1117 h 5728"/>
                  <a:gd name="connsiteX20-30543" fmla="*/ 3642 w 5074"/>
                  <a:gd name="connsiteY20-30544" fmla="*/ 748 h 5728"/>
                  <a:gd name="connsiteX21-30545" fmla="*/ 3752 w 5074"/>
                  <a:gd name="connsiteY21-30546" fmla="*/ 486 h 5728"/>
                  <a:gd name="connsiteX22-30547" fmla="*/ 3750 w 5074"/>
                  <a:gd name="connsiteY22-30548" fmla="*/ 358 h 5728"/>
                  <a:gd name="connsiteX23-30549" fmla="*/ 3737 w 5074"/>
                  <a:gd name="connsiteY23-30550" fmla="*/ 328 h 5728"/>
                  <a:gd name="connsiteX24-30551" fmla="*/ 3670 w 5074"/>
                  <a:gd name="connsiteY24-30552" fmla="*/ 251 h 5728"/>
                  <a:gd name="connsiteX25-30553" fmla="*/ 3610 w 5074"/>
                  <a:gd name="connsiteY25-30554" fmla="*/ 217 h 5728"/>
                  <a:gd name="connsiteX26-30555" fmla="*/ 3735 w 5074"/>
                  <a:gd name="connsiteY26-30556" fmla="*/ 56 h 5728"/>
                  <a:gd name="connsiteX27-30557" fmla="*/ 3908 w 5074"/>
                  <a:gd name="connsiteY27-30558" fmla="*/ 2 h 5728"/>
                  <a:gd name="connsiteX28-30559" fmla="*/ 3940 w 5074"/>
                  <a:gd name="connsiteY28-30560" fmla="*/ 49 h 5728"/>
                  <a:gd name="connsiteX29-30561" fmla="*/ 3930 w 5074"/>
                  <a:gd name="connsiteY29-30562" fmla="*/ 133 h 5728"/>
                  <a:gd name="connsiteX30-30563" fmla="*/ 3869 w 5074"/>
                  <a:gd name="connsiteY30-30564" fmla="*/ 243 h 5728"/>
                  <a:gd name="connsiteX31-30565" fmla="*/ 3939 w 5074"/>
                  <a:gd name="connsiteY31-30566" fmla="*/ 301 h 5728"/>
                  <a:gd name="connsiteX32-30567" fmla="*/ 4053 w 5074"/>
                  <a:gd name="connsiteY32-30568" fmla="*/ 366 h 5728"/>
                  <a:gd name="connsiteX33-30569" fmla="*/ 4073 w 5074"/>
                  <a:gd name="connsiteY33-30570" fmla="*/ 255 h 5728"/>
                  <a:gd name="connsiteX34-30571" fmla="*/ 4207 w 5074"/>
                  <a:gd name="connsiteY34-30572" fmla="*/ 291 h 5728"/>
                  <a:gd name="connsiteX35-30573" fmla="*/ 4232 w 5074"/>
                  <a:gd name="connsiteY35-30574" fmla="*/ 331 h 5728"/>
                  <a:gd name="connsiteX36-30575" fmla="*/ 4308 w 5074"/>
                  <a:gd name="connsiteY36-30576" fmla="*/ 562 h 5728"/>
                  <a:gd name="connsiteX37-30577" fmla="*/ 4343 w 5074"/>
                  <a:gd name="connsiteY37-30578" fmla="*/ 586 h 5728"/>
                  <a:gd name="connsiteX38-30579" fmla="*/ 4435 w 5074"/>
                  <a:gd name="connsiteY38-30580" fmla="*/ 578 h 5728"/>
                  <a:gd name="connsiteX39-30581" fmla="*/ 4695 w 5074"/>
                  <a:gd name="connsiteY39-30582" fmla="*/ 490 h 5728"/>
                  <a:gd name="connsiteX40-30583" fmla="*/ 4915 w 5074"/>
                  <a:gd name="connsiteY40-30584" fmla="*/ 479 h 5728"/>
                  <a:gd name="connsiteX41-30585" fmla="*/ 4975 w 5074"/>
                  <a:gd name="connsiteY41-30586" fmla="*/ 648 h 5728"/>
                  <a:gd name="connsiteX42-30587" fmla="*/ 4893 w 5074"/>
                  <a:gd name="connsiteY42-30588" fmla="*/ 944 h 5728"/>
                  <a:gd name="connsiteX43-30589" fmla="*/ 4893 w 5074"/>
                  <a:gd name="connsiteY43-30590" fmla="*/ 1022 h 5728"/>
                  <a:gd name="connsiteX44-30591" fmla="*/ 4962 w 5074"/>
                  <a:gd name="connsiteY44-30592" fmla="*/ 1168 h 5728"/>
                  <a:gd name="connsiteX45-30593" fmla="*/ 4977 w 5074"/>
                  <a:gd name="connsiteY45-30594" fmla="*/ 1427 h 5728"/>
                  <a:gd name="connsiteX46-30595" fmla="*/ 4979 w 5074"/>
                  <a:gd name="connsiteY46-30596" fmla="*/ 1617 h 5728"/>
                  <a:gd name="connsiteX47-30597" fmla="*/ 4912 w 5074"/>
                  <a:gd name="connsiteY47-30598" fmla="*/ 1625 h 5728"/>
                  <a:gd name="connsiteX48-30599" fmla="*/ 4890 w 5074"/>
                  <a:gd name="connsiteY48-30600" fmla="*/ 1507 h 5728"/>
                  <a:gd name="connsiteX49-30601" fmla="*/ 4855 w 5074"/>
                  <a:gd name="connsiteY49-30602" fmla="*/ 1450 h 5728"/>
                  <a:gd name="connsiteX50-30603" fmla="*/ 4765 w 5074"/>
                  <a:gd name="connsiteY50-30604" fmla="*/ 1582 h 5728"/>
                  <a:gd name="connsiteX51-30605" fmla="*/ 4652 w 5074"/>
                  <a:gd name="connsiteY51-30606" fmla="*/ 1776 h 5728"/>
                  <a:gd name="connsiteX52-30607" fmla="*/ 4533 w 5074"/>
                  <a:gd name="connsiteY52-30608" fmla="*/ 1904 h 5728"/>
                  <a:gd name="connsiteX53-30609" fmla="*/ 4526 w 5074"/>
                  <a:gd name="connsiteY53-30610" fmla="*/ 2018 h 5728"/>
                  <a:gd name="connsiteX54-30611" fmla="*/ 4586 w 5074"/>
                  <a:gd name="connsiteY54-30612" fmla="*/ 2115 h 5728"/>
                  <a:gd name="connsiteX55-30613" fmla="*/ 4688 w 5074"/>
                  <a:gd name="connsiteY55-30614" fmla="*/ 2183 h 5728"/>
                  <a:gd name="connsiteX56-30615" fmla="*/ 4765 w 5074"/>
                  <a:gd name="connsiteY56-30616" fmla="*/ 2178 h 5728"/>
                  <a:gd name="connsiteX57-30617" fmla="*/ 4810 w 5074"/>
                  <a:gd name="connsiteY57-30618" fmla="*/ 2104 h 5728"/>
                  <a:gd name="connsiteX58-30619" fmla="*/ 4844 w 5074"/>
                  <a:gd name="connsiteY58-30620" fmla="*/ 2210 h 5728"/>
                  <a:gd name="connsiteX59-30621" fmla="*/ 4732 w 5074"/>
                  <a:gd name="connsiteY59-30622" fmla="*/ 2249 h 5728"/>
                  <a:gd name="connsiteX60-30623" fmla="*/ 4779 w 5074"/>
                  <a:gd name="connsiteY60-30624" fmla="*/ 2362 h 5728"/>
                  <a:gd name="connsiteX61-30625" fmla="*/ 4644 w 5074"/>
                  <a:gd name="connsiteY61-30626" fmla="*/ 2509 h 5728"/>
                  <a:gd name="connsiteX62-30627" fmla="*/ 4603 w 5074"/>
                  <a:gd name="connsiteY62-30628" fmla="*/ 2498 h 5728"/>
                  <a:gd name="connsiteX63-30629" fmla="*/ 4479 w 5074"/>
                  <a:gd name="connsiteY63-30630" fmla="*/ 2413 h 5728"/>
                  <a:gd name="connsiteX64-30631" fmla="*/ 4424 w 5074"/>
                  <a:gd name="connsiteY64-30632" fmla="*/ 2412 h 5728"/>
                  <a:gd name="connsiteX65-30633" fmla="*/ 4389 w 5074"/>
                  <a:gd name="connsiteY65-30634" fmla="*/ 2480 h 5728"/>
                  <a:gd name="connsiteX66-30635" fmla="*/ 4392 w 5074"/>
                  <a:gd name="connsiteY66-30636" fmla="*/ 2562 h 5728"/>
                  <a:gd name="connsiteX67-30637" fmla="*/ 4570 w 5074"/>
                  <a:gd name="connsiteY67-30638" fmla="*/ 2730 h 5728"/>
                  <a:gd name="connsiteX68-30639" fmla="*/ 4569 w 5074"/>
                  <a:gd name="connsiteY68-30640" fmla="*/ 2844 h 5728"/>
                  <a:gd name="connsiteX69-30641" fmla="*/ 4660 w 5074"/>
                  <a:gd name="connsiteY69-30642" fmla="*/ 3060 h 5728"/>
                  <a:gd name="connsiteX70-30643" fmla="*/ 4686 w 5074"/>
                  <a:gd name="connsiteY70-30644" fmla="*/ 3090 h 5728"/>
                  <a:gd name="connsiteX71-30645" fmla="*/ 4730 w 5074"/>
                  <a:gd name="connsiteY71-30646" fmla="*/ 3094 h 5728"/>
                  <a:gd name="connsiteX72-30647" fmla="*/ 4776 w 5074"/>
                  <a:gd name="connsiteY72-30648" fmla="*/ 3010 h 5728"/>
                  <a:gd name="connsiteX73-30649" fmla="*/ 4856 w 5074"/>
                  <a:gd name="connsiteY73-30650" fmla="*/ 2950 h 5728"/>
                  <a:gd name="connsiteX74-30651" fmla="*/ 4951 w 5074"/>
                  <a:gd name="connsiteY74-30652" fmla="*/ 3126 h 5728"/>
                  <a:gd name="connsiteX75-30653" fmla="*/ 5061 w 5074"/>
                  <a:gd name="connsiteY75-30654" fmla="*/ 3312 h 5728"/>
                  <a:gd name="connsiteX76-30655" fmla="*/ 5074 w 5074"/>
                  <a:gd name="connsiteY76-30656" fmla="*/ 3342 h 5728"/>
                  <a:gd name="connsiteX77-30657" fmla="*/ 5063 w 5074"/>
                  <a:gd name="connsiteY77-30658" fmla="*/ 3518 h 5728"/>
                  <a:gd name="connsiteX78-30659" fmla="*/ 5028 w 5074"/>
                  <a:gd name="connsiteY78-30660" fmla="*/ 3554 h 5728"/>
                  <a:gd name="connsiteX79-30661" fmla="*/ 4939 w 5074"/>
                  <a:gd name="connsiteY79-30662" fmla="*/ 3515 h 5728"/>
                  <a:gd name="connsiteX80-30663" fmla="*/ 4705 w 5074"/>
                  <a:gd name="connsiteY80-30664" fmla="*/ 3644 h 5728"/>
                  <a:gd name="connsiteX81-30665" fmla="*/ 4679 w 5074"/>
                  <a:gd name="connsiteY81-30666" fmla="*/ 3666 h 5728"/>
                  <a:gd name="connsiteX82-30667" fmla="*/ 4499 w 5074"/>
                  <a:gd name="connsiteY82-30668" fmla="*/ 3812 h 5728"/>
                  <a:gd name="connsiteX83-30669" fmla="*/ 4358 w 5074"/>
                  <a:gd name="connsiteY83-30670" fmla="*/ 3926 h 5728"/>
                  <a:gd name="connsiteX84-30671" fmla="*/ 4323 w 5074"/>
                  <a:gd name="connsiteY84-30672" fmla="*/ 3965 h 5728"/>
                  <a:gd name="connsiteX85-30673" fmla="*/ 4271 w 5074"/>
                  <a:gd name="connsiteY85-30674" fmla="*/ 3973 h 5728"/>
                  <a:gd name="connsiteX86-30675" fmla="*/ 4214 w 5074"/>
                  <a:gd name="connsiteY86-30676" fmla="*/ 3916 h 5728"/>
                  <a:gd name="connsiteX87-30677" fmla="*/ 4090 w 5074"/>
                  <a:gd name="connsiteY87-30678" fmla="*/ 3808 h 5728"/>
                  <a:gd name="connsiteX88-30679" fmla="*/ 4114 w 5074"/>
                  <a:gd name="connsiteY88-30680" fmla="*/ 4064 h 5728"/>
                  <a:gd name="connsiteX89-30681" fmla="*/ 4123 w 5074"/>
                  <a:gd name="connsiteY89-30682" fmla="*/ 4192 h 5728"/>
                  <a:gd name="connsiteX90-30683" fmla="*/ 3861 w 5074"/>
                  <a:gd name="connsiteY90-30684" fmla="*/ 4166 h 5728"/>
                  <a:gd name="connsiteX91-30685" fmla="*/ 3779 w 5074"/>
                  <a:gd name="connsiteY91-30686" fmla="*/ 3987 h 5728"/>
                  <a:gd name="connsiteX92-30687" fmla="*/ 3697 w 5074"/>
                  <a:gd name="connsiteY92-30688" fmla="*/ 3802 h 5728"/>
                  <a:gd name="connsiteX93-30689" fmla="*/ 547 w 5074"/>
                  <a:gd name="connsiteY93-30690" fmla="*/ 5386 h 5728"/>
                  <a:gd name="connsiteX94-30691" fmla="*/ 553 w 5074"/>
                  <a:gd name="connsiteY94-30692" fmla="*/ 5510 h 5728"/>
                  <a:gd name="connsiteX95-30693" fmla="*/ 514 w 5074"/>
                  <a:gd name="connsiteY95-30694" fmla="*/ 5558 h 5728"/>
                  <a:gd name="connsiteX96-30695" fmla="*/ 383 w 5074"/>
                  <a:gd name="connsiteY96-30696" fmla="*/ 5617 h 5728"/>
                  <a:gd name="connsiteX97-30697" fmla="*/ 217 w 5074"/>
                  <a:gd name="connsiteY97-30698" fmla="*/ 5649 h 5728"/>
                  <a:gd name="connsiteX98-30699" fmla="*/ 114 w 5074"/>
                  <a:gd name="connsiteY98-30700" fmla="*/ 5728 h 5728"/>
                  <a:gd name="connsiteX99-30701" fmla="*/ 0 w 5074"/>
                  <a:gd name="connsiteY99-30702" fmla="*/ 5611 h 5728"/>
                  <a:gd name="connsiteX0-30703" fmla="*/ 3888 w 5074"/>
                  <a:gd name="connsiteY0-30704" fmla="*/ 2333 h 5728"/>
                  <a:gd name="connsiteX1-30705" fmla="*/ 3886 w 5074"/>
                  <a:gd name="connsiteY1-30706" fmla="*/ 2117 h 5728"/>
                  <a:gd name="connsiteX2-30707" fmla="*/ 3810 w 5074"/>
                  <a:gd name="connsiteY2-30708" fmla="*/ 2039 h 5728"/>
                  <a:gd name="connsiteX3-30709" fmla="*/ 3667 w 5074"/>
                  <a:gd name="connsiteY3-30710" fmla="*/ 1951 h 5728"/>
                  <a:gd name="connsiteX4-30711" fmla="*/ 3575 w 5074"/>
                  <a:gd name="connsiteY4-30712" fmla="*/ 1827 h 5728"/>
                  <a:gd name="connsiteX5-30713" fmla="*/ 3479 w 5074"/>
                  <a:gd name="connsiteY5-30714" fmla="*/ 1828 h 5728"/>
                  <a:gd name="connsiteX6-30715" fmla="*/ 3434 w 5074"/>
                  <a:gd name="connsiteY6-30716" fmla="*/ 1883 h 5728"/>
                  <a:gd name="connsiteX7-30717" fmla="*/ 3341 w 5074"/>
                  <a:gd name="connsiteY7-30718" fmla="*/ 1877 h 5728"/>
                  <a:gd name="connsiteX8-30719" fmla="*/ 3321 w 5074"/>
                  <a:gd name="connsiteY8-30720" fmla="*/ 1994 h 5728"/>
                  <a:gd name="connsiteX9-30721" fmla="*/ 3140 w 5074"/>
                  <a:gd name="connsiteY9-30722" fmla="*/ 1941 h 5728"/>
                  <a:gd name="connsiteX10-30723" fmla="*/ 3057 w 5074"/>
                  <a:gd name="connsiteY10-30724" fmla="*/ 1939 h 5728"/>
                  <a:gd name="connsiteX11-30725" fmla="*/ 2932 w 5074"/>
                  <a:gd name="connsiteY11-30726" fmla="*/ 2014 h 5728"/>
                  <a:gd name="connsiteX12-30727" fmla="*/ 2820 w 5074"/>
                  <a:gd name="connsiteY12-30728" fmla="*/ 1890 h 5728"/>
                  <a:gd name="connsiteX13-30729" fmla="*/ 2914 w 5074"/>
                  <a:gd name="connsiteY13-30730" fmla="*/ 1804 h 5728"/>
                  <a:gd name="connsiteX14-30731" fmla="*/ 2918 w 5074"/>
                  <a:gd name="connsiteY14-30732" fmla="*/ 1634 h 5728"/>
                  <a:gd name="connsiteX15-30733" fmla="*/ 2973 w 5074"/>
                  <a:gd name="connsiteY15-30734" fmla="*/ 1514 h 5728"/>
                  <a:gd name="connsiteX16-30735" fmla="*/ 3016 w 5074"/>
                  <a:gd name="connsiteY16-30736" fmla="*/ 1306 h 5728"/>
                  <a:gd name="connsiteX17-30737" fmla="*/ 3076 w 5074"/>
                  <a:gd name="connsiteY17-30738" fmla="*/ 1307 h 5728"/>
                  <a:gd name="connsiteX18-30739" fmla="*/ 3399 w 5074"/>
                  <a:gd name="connsiteY18-30740" fmla="*/ 1286 h 5728"/>
                  <a:gd name="connsiteX19-30741" fmla="*/ 3573 w 5074"/>
                  <a:gd name="connsiteY19-30742" fmla="*/ 1117 h 5728"/>
                  <a:gd name="connsiteX20-30743" fmla="*/ 3642 w 5074"/>
                  <a:gd name="connsiteY20-30744" fmla="*/ 748 h 5728"/>
                  <a:gd name="connsiteX21-30745" fmla="*/ 3752 w 5074"/>
                  <a:gd name="connsiteY21-30746" fmla="*/ 486 h 5728"/>
                  <a:gd name="connsiteX22-30747" fmla="*/ 3750 w 5074"/>
                  <a:gd name="connsiteY22-30748" fmla="*/ 358 h 5728"/>
                  <a:gd name="connsiteX23-30749" fmla="*/ 3737 w 5074"/>
                  <a:gd name="connsiteY23-30750" fmla="*/ 328 h 5728"/>
                  <a:gd name="connsiteX24-30751" fmla="*/ 3670 w 5074"/>
                  <a:gd name="connsiteY24-30752" fmla="*/ 251 h 5728"/>
                  <a:gd name="connsiteX25-30753" fmla="*/ 3610 w 5074"/>
                  <a:gd name="connsiteY25-30754" fmla="*/ 217 h 5728"/>
                  <a:gd name="connsiteX26-30755" fmla="*/ 3735 w 5074"/>
                  <a:gd name="connsiteY26-30756" fmla="*/ 56 h 5728"/>
                  <a:gd name="connsiteX27-30757" fmla="*/ 3908 w 5074"/>
                  <a:gd name="connsiteY27-30758" fmla="*/ 2 h 5728"/>
                  <a:gd name="connsiteX28-30759" fmla="*/ 3940 w 5074"/>
                  <a:gd name="connsiteY28-30760" fmla="*/ 49 h 5728"/>
                  <a:gd name="connsiteX29-30761" fmla="*/ 3930 w 5074"/>
                  <a:gd name="connsiteY29-30762" fmla="*/ 133 h 5728"/>
                  <a:gd name="connsiteX30-30763" fmla="*/ 3869 w 5074"/>
                  <a:gd name="connsiteY30-30764" fmla="*/ 243 h 5728"/>
                  <a:gd name="connsiteX31-30765" fmla="*/ 3939 w 5074"/>
                  <a:gd name="connsiteY31-30766" fmla="*/ 301 h 5728"/>
                  <a:gd name="connsiteX32-30767" fmla="*/ 4053 w 5074"/>
                  <a:gd name="connsiteY32-30768" fmla="*/ 366 h 5728"/>
                  <a:gd name="connsiteX33-30769" fmla="*/ 4073 w 5074"/>
                  <a:gd name="connsiteY33-30770" fmla="*/ 255 h 5728"/>
                  <a:gd name="connsiteX34-30771" fmla="*/ 4207 w 5074"/>
                  <a:gd name="connsiteY34-30772" fmla="*/ 291 h 5728"/>
                  <a:gd name="connsiteX35-30773" fmla="*/ 4232 w 5074"/>
                  <a:gd name="connsiteY35-30774" fmla="*/ 331 h 5728"/>
                  <a:gd name="connsiteX36-30775" fmla="*/ 4308 w 5074"/>
                  <a:gd name="connsiteY36-30776" fmla="*/ 562 h 5728"/>
                  <a:gd name="connsiteX37-30777" fmla="*/ 4343 w 5074"/>
                  <a:gd name="connsiteY37-30778" fmla="*/ 586 h 5728"/>
                  <a:gd name="connsiteX38-30779" fmla="*/ 4435 w 5074"/>
                  <a:gd name="connsiteY38-30780" fmla="*/ 578 h 5728"/>
                  <a:gd name="connsiteX39-30781" fmla="*/ 4695 w 5074"/>
                  <a:gd name="connsiteY39-30782" fmla="*/ 490 h 5728"/>
                  <a:gd name="connsiteX40-30783" fmla="*/ 4915 w 5074"/>
                  <a:gd name="connsiteY40-30784" fmla="*/ 479 h 5728"/>
                  <a:gd name="connsiteX41-30785" fmla="*/ 4975 w 5074"/>
                  <a:gd name="connsiteY41-30786" fmla="*/ 648 h 5728"/>
                  <a:gd name="connsiteX42-30787" fmla="*/ 4893 w 5074"/>
                  <a:gd name="connsiteY42-30788" fmla="*/ 944 h 5728"/>
                  <a:gd name="connsiteX43-30789" fmla="*/ 4893 w 5074"/>
                  <a:gd name="connsiteY43-30790" fmla="*/ 1022 h 5728"/>
                  <a:gd name="connsiteX44-30791" fmla="*/ 4962 w 5074"/>
                  <a:gd name="connsiteY44-30792" fmla="*/ 1168 h 5728"/>
                  <a:gd name="connsiteX45-30793" fmla="*/ 4977 w 5074"/>
                  <a:gd name="connsiteY45-30794" fmla="*/ 1427 h 5728"/>
                  <a:gd name="connsiteX46-30795" fmla="*/ 4979 w 5074"/>
                  <a:gd name="connsiteY46-30796" fmla="*/ 1617 h 5728"/>
                  <a:gd name="connsiteX47-30797" fmla="*/ 4912 w 5074"/>
                  <a:gd name="connsiteY47-30798" fmla="*/ 1625 h 5728"/>
                  <a:gd name="connsiteX48-30799" fmla="*/ 4890 w 5074"/>
                  <a:gd name="connsiteY48-30800" fmla="*/ 1507 h 5728"/>
                  <a:gd name="connsiteX49-30801" fmla="*/ 4855 w 5074"/>
                  <a:gd name="connsiteY49-30802" fmla="*/ 1450 h 5728"/>
                  <a:gd name="connsiteX50-30803" fmla="*/ 4765 w 5074"/>
                  <a:gd name="connsiteY50-30804" fmla="*/ 1582 h 5728"/>
                  <a:gd name="connsiteX51-30805" fmla="*/ 4652 w 5074"/>
                  <a:gd name="connsiteY51-30806" fmla="*/ 1776 h 5728"/>
                  <a:gd name="connsiteX52-30807" fmla="*/ 4533 w 5074"/>
                  <a:gd name="connsiteY52-30808" fmla="*/ 1904 h 5728"/>
                  <a:gd name="connsiteX53-30809" fmla="*/ 4526 w 5074"/>
                  <a:gd name="connsiteY53-30810" fmla="*/ 2018 h 5728"/>
                  <a:gd name="connsiteX54-30811" fmla="*/ 4586 w 5074"/>
                  <a:gd name="connsiteY54-30812" fmla="*/ 2115 h 5728"/>
                  <a:gd name="connsiteX55-30813" fmla="*/ 4688 w 5074"/>
                  <a:gd name="connsiteY55-30814" fmla="*/ 2183 h 5728"/>
                  <a:gd name="connsiteX56-30815" fmla="*/ 4765 w 5074"/>
                  <a:gd name="connsiteY56-30816" fmla="*/ 2178 h 5728"/>
                  <a:gd name="connsiteX57-30817" fmla="*/ 4810 w 5074"/>
                  <a:gd name="connsiteY57-30818" fmla="*/ 2104 h 5728"/>
                  <a:gd name="connsiteX58-30819" fmla="*/ 4844 w 5074"/>
                  <a:gd name="connsiteY58-30820" fmla="*/ 2210 h 5728"/>
                  <a:gd name="connsiteX59-30821" fmla="*/ 4732 w 5074"/>
                  <a:gd name="connsiteY59-30822" fmla="*/ 2249 h 5728"/>
                  <a:gd name="connsiteX60-30823" fmla="*/ 4779 w 5074"/>
                  <a:gd name="connsiteY60-30824" fmla="*/ 2362 h 5728"/>
                  <a:gd name="connsiteX61-30825" fmla="*/ 4644 w 5074"/>
                  <a:gd name="connsiteY61-30826" fmla="*/ 2509 h 5728"/>
                  <a:gd name="connsiteX62-30827" fmla="*/ 4603 w 5074"/>
                  <a:gd name="connsiteY62-30828" fmla="*/ 2498 h 5728"/>
                  <a:gd name="connsiteX63-30829" fmla="*/ 4479 w 5074"/>
                  <a:gd name="connsiteY63-30830" fmla="*/ 2413 h 5728"/>
                  <a:gd name="connsiteX64-30831" fmla="*/ 4424 w 5074"/>
                  <a:gd name="connsiteY64-30832" fmla="*/ 2412 h 5728"/>
                  <a:gd name="connsiteX65-30833" fmla="*/ 4389 w 5074"/>
                  <a:gd name="connsiteY65-30834" fmla="*/ 2480 h 5728"/>
                  <a:gd name="connsiteX66-30835" fmla="*/ 4392 w 5074"/>
                  <a:gd name="connsiteY66-30836" fmla="*/ 2562 h 5728"/>
                  <a:gd name="connsiteX67-30837" fmla="*/ 4570 w 5074"/>
                  <a:gd name="connsiteY67-30838" fmla="*/ 2730 h 5728"/>
                  <a:gd name="connsiteX68-30839" fmla="*/ 4569 w 5074"/>
                  <a:gd name="connsiteY68-30840" fmla="*/ 2844 h 5728"/>
                  <a:gd name="connsiteX69-30841" fmla="*/ 4660 w 5074"/>
                  <a:gd name="connsiteY69-30842" fmla="*/ 3060 h 5728"/>
                  <a:gd name="connsiteX70-30843" fmla="*/ 4686 w 5074"/>
                  <a:gd name="connsiteY70-30844" fmla="*/ 3090 h 5728"/>
                  <a:gd name="connsiteX71-30845" fmla="*/ 4730 w 5074"/>
                  <a:gd name="connsiteY71-30846" fmla="*/ 3094 h 5728"/>
                  <a:gd name="connsiteX72-30847" fmla="*/ 4776 w 5074"/>
                  <a:gd name="connsiteY72-30848" fmla="*/ 3010 h 5728"/>
                  <a:gd name="connsiteX73-30849" fmla="*/ 4856 w 5074"/>
                  <a:gd name="connsiteY73-30850" fmla="*/ 2950 h 5728"/>
                  <a:gd name="connsiteX74-30851" fmla="*/ 4951 w 5074"/>
                  <a:gd name="connsiteY74-30852" fmla="*/ 3126 h 5728"/>
                  <a:gd name="connsiteX75-30853" fmla="*/ 5061 w 5074"/>
                  <a:gd name="connsiteY75-30854" fmla="*/ 3312 h 5728"/>
                  <a:gd name="connsiteX76-30855" fmla="*/ 5074 w 5074"/>
                  <a:gd name="connsiteY76-30856" fmla="*/ 3342 h 5728"/>
                  <a:gd name="connsiteX77-30857" fmla="*/ 5063 w 5074"/>
                  <a:gd name="connsiteY77-30858" fmla="*/ 3518 h 5728"/>
                  <a:gd name="connsiteX78-30859" fmla="*/ 5028 w 5074"/>
                  <a:gd name="connsiteY78-30860" fmla="*/ 3554 h 5728"/>
                  <a:gd name="connsiteX79-30861" fmla="*/ 4939 w 5074"/>
                  <a:gd name="connsiteY79-30862" fmla="*/ 3515 h 5728"/>
                  <a:gd name="connsiteX80-30863" fmla="*/ 4705 w 5074"/>
                  <a:gd name="connsiteY80-30864" fmla="*/ 3644 h 5728"/>
                  <a:gd name="connsiteX81-30865" fmla="*/ 4679 w 5074"/>
                  <a:gd name="connsiteY81-30866" fmla="*/ 3666 h 5728"/>
                  <a:gd name="connsiteX82-30867" fmla="*/ 4499 w 5074"/>
                  <a:gd name="connsiteY82-30868" fmla="*/ 3812 h 5728"/>
                  <a:gd name="connsiteX83-30869" fmla="*/ 4358 w 5074"/>
                  <a:gd name="connsiteY83-30870" fmla="*/ 3926 h 5728"/>
                  <a:gd name="connsiteX84-30871" fmla="*/ 4323 w 5074"/>
                  <a:gd name="connsiteY84-30872" fmla="*/ 3965 h 5728"/>
                  <a:gd name="connsiteX85-30873" fmla="*/ 4271 w 5074"/>
                  <a:gd name="connsiteY85-30874" fmla="*/ 3973 h 5728"/>
                  <a:gd name="connsiteX86-30875" fmla="*/ 4214 w 5074"/>
                  <a:gd name="connsiteY86-30876" fmla="*/ 3916 h 5728"/>
                  <a:gd name="connsiteX87-30877" fmla="*/ 4090 w 5074"/>
                  <a:gd name="connsiteY87-30878" fmla="*/ 3808 h 5728"/>
                  <a:gd name="connsiteX88-30879" fmla="*/ 4114 w 5074"/>
                  <a:gd name="connsiteY88-30880" fmla="*/ 4064 h 5728"/>
                  <a:gd name="connsiteX89-30881" fmla="*/ 4123 w 5074"/>
                  <a:gd name="connsiteY89-30882" fmla="*/ 4192 h 5728"/>
                  <a:gd name="connsiteX90-30883" fmla="*/ 3861 w 5074"/>
                  <a:gd name="connsiteY90-30884" fmla="*/ 4166 h 5728"/>
                  <a:gd name="connsiteX91-30885" fmla="*/ 3779 w 5074"/>
                  <a:gd name="connsiteY91-30886" fmla="*/ 3987 h 5728"/>
                  <a:gd name="connsiteX92-30887" fmla="*/ 3697 w 5074"/>
                  <a:gd name="connsiteY92-30888" fmla="*/ 3802 h 5728"/>
                  <a:gd name="connsiteX93-30889" fmla="*/ 553 w 5074"/>
                  <a:gd name="connsiteY93-30890" fmla="*/ 5510 h 5728"/>
                  <a:gd name="connsiteX94-30891" fmla="*/ 514 w 5074"/>
                  <a:gd name="connsiteY94-30892" fmla="*/ 5558 h 5728"/>
                  <a:gd name="connsiteX95-30893" fmla="*/ 383 w 5074"/>
                  <a:gd name="connsiteY95-30894" fmla="*/ 5617 h 5728"/>
                  <a:gd name="connsiteX96-30895" fmla="*/ 217 w 5074"/>
                  <a:gd name="connsiteY96-30896" fmla="*/ 5649 h 5728"/>
                  <a:gd name="connsiteX97-30897" fmla="*/ 114 w 5074"/>
                  <a:gd name="connsiteY97-30898" fmla="*/ 5728 h 5728"/>
                  <a:gd name="connsiteX98-30899" fmla="*/ 0 w 5074"/>
                  <a:gd name="connsiteY98-30900" fmla="*/ 5611 h 5728"/>
                  <a:gd name="connsiteX0-30901" fmla="*/ 3888 w 5074"/>
                  <a:gd name="connsiteY0-30902" fmla="*/ 2333 h 5728"/>
                  <a:gd name="connsiteX1-30903" fmla="*/ 3886 w 5074"/>
                  <a:gd name="connsiteY1-30904" fmla="*/ 2117 h 5728"/>
                  <a:gd name="connsiteX2-30905" fmla="*/ 3810 w 5074"/>
                  <a:gd name="connsiteY2-30906" fmla="*/ 2039 h 5728"/>
                  <a:gd name="connsiteX3-30907" fmla="*/ 3667 w 5074"/>
                  <a:gd name="connsiteY3-30908" fmla="*/ 1951 h 5728"/>
                  <a:gd name="connsiteX4-30909" fmla="*/ 3575 w 5074"/>
                  <a:gd name="connsiteY4-30910" fmla="*/ 1827 h 5728"/>
                  <a:gd name="connsiteX5-30911" fmla="*/ 3479 w 5074"/>
                  <a:gd name="connsiteY5-30912" fmla="*/ 1828 h 5728"/>
                  <a:gd name="connsiteX6-30913" fmla="*/ 3434 w 5074"/>
                  <a:gd name="connsiteY6-30914" fmla="*/ 1883 h 5728"/>
                  <a:gd name="connsiteX7-30915" fmla="*/ 3341 w 5074"/>
                  <a:gd name="connsiteY7-30916" fmla="*/ 1877 h 5728"/>
                  <a:gd name="connsiteX8-30917" fmla="*/ 3321 w 5074"/>
                  <a:gd name="connsiteY8-30918" fmla="*/ 1994 h 5728"/>
                  <a:gd name="connsiteX9-30919" fmla="*/ 3140 w 5074"/>
                  <a:gd name="connsiteY9-30920" fmla="*/ 1941 h 5728"/>
                  <a:gd name="connsiteX10-30921" fmla="*/ 3057 w 5074"/>
                  <a:gd name="connsiteY10-30922" fmla="*/ 1939 h 5728"/>
                  <a:gd name="connsiteX11-30923" fmla="*/ 2932 w 5074"/>
                  <a:gd name="connsiteY11-30924" fmla="*/ 2014 h 5728"/>
                  <a:gd name="connsiteX12-30925" fmla="*/ 2820 w 5074"/>
                  <a:gd name="connsiteY12-30926" fmla="*/ 1890 h 5728"/>
                  <a:gd name="connsiteX13-30927" fmla="*/ 2914 w 5074"/>
                  <a:gd name="connsiteY13-30928" fmla="*/ 1804 h 5728"/>
                  <a:gd name="connsiteX14-30929" fmla="*/ 2918 w 5074"/>
                  <a:gd name="connsiteY14-30930" fmla="*/ 1634 h 5728"/>
                  <a:gd name="connsiteX15-30931" fmla="*/ 2973 w 5074"/>
                  <a:gd name="connsiteY15-30932" fmla="*/ 1514 h 5728"/>
                  <a:gd name="connsiteX16-30933" fmla="*/ 3016 w 5074"/>
                  <a:gd name="connsiteY16-30934" fmla="*/ 1306 h 5728"/>
                  <a:gd name="connsiteX17-30935" fmla="*/ 3076 w 5074"/>
                  <a:gd name="connsiteY17-30936" fmla="*/ 1307 h 5728"/>
                  <a:gd name="connsiteX18-30937" fmla="*/ 3399 w 5074"/>
                  <a:gd name="connsiteY18-30938" fmla="*/ 1286 h 5728"/>
                  <a:gd name="connsiteX19-30939" fmla="*/ 3573 w 5074"/>
                  <a:gd name="connsiteY19-30940" fmla="*/ 1117 h 5728"/>
                  <a:gd name="connsiteX20-30941" fmla="*/ 3642 w 5074"/>
                  <a:gd name="connsiteY20-30942" fmla="*/ 748 h 5728"/>
                  <a:gd name="connsiteX21-30943" fmla="*/ 3752 w 5074"/>
                  <a:gd name="connsiteY21-30944" fmla="*/ 486 h 5728"/>
                  <a:gd name="connsiteX22-30945" fmla="*/ 3750 w 5074"/>
                  <a:gd name="connsiteY22-30946" fmla="*/ 358 h 5728"/>
                  <a:gd name="connsiteX23-30947" fmla="*/ 3737 w 5074"/>
                  <a:gd name="connsiteY23-30948" fmla="*/ 328 h 5728"/>
                  <a:gd name="connsiteX24-30949" fmla="*/ 3670 w 5074"/>
                  <a:gd name="connsiteY24-30950" fmla="*/ 251 h 5728"/>
                  <a:gd name="connsiteX25-30951" fmla="*/ 3610 w 5074"/>
                  <a:gd name="connsiteY25-30952" fmla="*/ 217 h 5728"/>
                  <a:gd name="connsiteX26-30953" fmla="*/ 3735 w 5074"/>
                  <a:gd name="connsiteY26-30954" fmla="*/ 56 h 5728"/>
                  <a:gd name="connsiteX27-30955" fmla="*/ 3908 w 5074"/>
                  <a:gd name="connsiteY27-30956" fmla="*/ 2 h 5728"/>
                  <a:gd name="connsiteX28-30957" fmla="*/ 3940 w 5074"/>
                  <a:gd name="connsiteY28-30958" fmla="*/ 49 h 5728"/>
                  <a:gd name="connsiteX29-30959" fmla="*/ 3930 w 5074"/>
                  <a:gd name="connsiteY29-30960" fmla="*/ 133 h 5728"/>
                  <a:gd name="connsiteX30-30961" fmla="*/ 3869 w 5074"/>
                  <a:gd name="connsiteY30-30962" fmla="*/ 243 h 5728"/>
                  <a:gd name="connsiteX31-30963" fmla="*/ 3939 w 5074"/>
                  <a:gd name="connsiteY31-30964" fmla="*/ 301 h 5728"/>
                  <a:gd name="connsiteX32-30965" fmla="*/ 4053 w 5074"/>
                  <a:gd name="connsiteY32-30966" fmla="*/ 366 h 5728"/>
                  <a:gd name="connsiteX33-30967" fmla="*/ 4073 w 5074"/>
                  <a:gd name="connsiteY33-30968" fmla="*/ 255 h 5728"/>
                  <a:gd name="connsiteX34-30969" fmla="*/ 4207 w 5074"/>
                  <a:gd name="connsiteY34-30970" fmla="*/ 291 h 5728"/>
                  <a:gd name="connsiteX35-30971" fmla="*/ 4232 w 5074"/>
                  <a:gd name="connsiteY35-30972" fmla="*/ 331 h 5728"/>
                  <a:gd name="connsiteX36-30973" fmla="*/ 4308 w 5074"/>
                  <a:gd name="connsiteY36-30974" fmla="*/ 562 h 5728"/>
                  <a:gd name="connsiteX37-30975" fmla="*/ 4343 w 5074"/>
                  <a:gd name="connsiteY37-30976" fmla="*/ 586 h 5728"/>
                  <a:gd name="connsiteX38-30977" fmla="*/ 4435 w 5074"/>
                  <a:gd name="connsiteY38-30978" fmla="*/ 578 h 5728"/>
                  <a:gd name="connsiteX39-30979" fmla="*/ 4695 w 5074"/>
                  <a:gd name="connsiteY39-30980" fmla="*/ 490 h 5728"/>
                  <a:gd name="connsiteX40-30981" fmla="*/ 4915 w 5074"/>
                  <a:gd name="connsiteY40-30982" fmla="*/ 479 h 5728"/>
                  <a:gd name="connsiteX41-30983" fmla="*/ 4975 w 5074"/>
                  <a:gd name="connsiteY41-30984" fmla="*/ 648 h 5728"/>
                  <a:gd name="connsiteX42-30985" fmla="*/ 4893 w 5074"/>
                  <a:gd name="connsiteY42-30986" fmla="*/ 944 h 5728"/>
                  <a:gd name="connsiteX43-30987" fmla="*/ 4893 w 5074"/>
                  <a:gd name="connsiteY43-30988" fmla="*/ 1022 h 5728"/>
                  <a:gd name="connsiteX44-30989" fmla="*/ 4962 w 5074"/>
                  <a:gd name="connsiteY44-30990" fmla="*/ 1168 h 5728"/>
                  <a:gd name="connsiteX45-30991" fmla="*/ 4977 w 5074"/>
                  <a:gd name="connsiteY45-30992" fmla="*/ 1427 h 5728"/>
                  <a:gd name="connsiteX46-30993" fmla="*/ 4979 w 5074"/>
                  <a:gd name="connsiteY46-30994" fmla="*/ 1617 h 5728"/>
                  <a:gd name="connsiteX47-30995" fmla="*/ 4912 w 5074"/>
                  <a:gd name="connsiteY47-30996" fmla="*/ 1625 h 5728"/>
                  <a:gd name="connsiteX48-30997" fmla="*/ 4890 w 5074"/>
                  <a:gd name="connsiteY48-30998" fmla="*/ 1507 h 5728"/>
                  <a:gd name="connsiteX49-30999" fmla="*/ 4855 w 5074"/>
                  <a:gd name="connsiteY49-31000" fmla="*/ 1450 h 5728"/>
                  <a:gd name="connsiteX50-31001" fmla="*/ 4765 w 5074"/>
                  <a:gd name="connsiteY50-31002" fmla="*/ 1582 h 5728"/>
                  <a:gd name="connsiteX51-31003" fmla="*/ 4652 w 5074"/>
                  <a:gd name="connsiteY51-31004" fmla="*/ 1776 h 5728"/>
                  <a:gd name="connsiteX52-31005" fmla="*/ 4533 w 5074"/>
                  <a:gd name="connsiteY52-31006" fmla="*/ 1904 h 5728"/>
                  <a:gd name="connsiteX53-31007" fmla="*/ 4526 w 5074"/>
                  <a:gd name="connsiteY53-31008" fmla="*/ 2018 h 5728"/>
                  <a:gd name="connsiteX54-31009" fmla="*/ 4586 w 5074"/>
                  <a:gd name="connsiteY54-31010" fmla="*/ 2115 h 5728"/>
                  <a:gd name="connsiteX55-31011" fmla="*/ 4688 w 5074"/>
                  <a:gd name="connsiteY55-31012" fmla="*/ 2183 h 5728"/>
                  <a:gd name="connsiteX56-31013" fmla="*/ 4765 w 5074"/>
                  <a:gd name="connsiteY56-31014" fmla="*/ 2178 h 5728"/>
                  <a:gd name="connsiteX57-31015" fmla="*/ 4810 w 5074"/>
                  <a:gd name="connsiteY57-31016" fmla="*/ 2104 h 5728"/>
                  <a:gd name="connsiteX58-31017" fmla="*/ 4844 w 5074"/>
                  <a:gd name="connsiteY58-31018" fmla="*/ 2210 h 5728"/>
                  <a:gd name="connsiteX59-31019" fmla="*/ 4732 w 5074"/>
                  <a:gd name="connsiteY59-31020" fmla="*/ 2249 h 5728"/>
                  <a:gd name="connsiteX60-31021" fmla="*/ 4779 w 5074"/>
                  <a:gd name="connsiteY60-31022" fmla="*/ 2362 h 5728"/>
                  <a:gd name="connsiteX61-31023" fmla="*/ 4644 w 5074"/>
                  <a:gd name="connsiteY61-31024" fmla="*/ 2509 h 5728"/>
                  <a:gd name="connsiteX62-31025" fmla="*/ 4603 w 5074"/>
                  <a:gd name="connsiteY62-31026" fmla="*/ 2498 h 5728"/>
                  <a:gd name="connsiteX63-31027" fmla="*/ 4479 w 5074"/>
                  <a:gd name="connsiteY63-31028" fmla="*/ 2413 h 5728"/>
                  <a:gd name="connsiteX64-31029" fmla="*/ 4424 w 5074"/>
                  <a:gd name="connsiteY64-31030" fmla="*/ 2412 h 5728"/>
                  <a:gd name="connsiteX65-31031" fmla="*/ 4389 w 5074"/>
                  <a:gd name="connsiteY65-31032" fmla="*/ 2480 h 5728"/>
                  <a:gd name="connsiteX66-31033" fmla="*/ 4392 w 5074"/>
                  <a:gd name="connsiteY66-31034" fmla="*/ 2562 h 5728"/>
                  <a:gd name="connsiteX67-31035" fmla="*/ 4570 w 5074"/>
                  <a:gd name="connsiteY67-31036" fmla="*/ 2730 h 5728"/>
                  <a:gd name="connsiteX68-31037" fmla="*/ 4569 w 5074"/>
                  <a:gd name="connsiteY68-31038" fmla="*/ 2844 h 5728"/>
                  <a:gd name="connsiteX69-31039" fmla="*/ 4660 w 5074"/>
                  <a:gd name="connsiteY69-31040" fmla="*/ 3060 h 5728"/>
                  <a:gd name="connsiteX70-31041" fmla="*/ 4686 w 5074"/>
                  <a:gd name="connsiteY70-31042" fmla="*/ 3090 h 5728"/>
                  <a:gd name="connsiteX71-31043" fmla="*/ 4730 w 5074"/>
                  <a:gd name="connsiteY71-31044" fmla="*/ 3094 h 5728"/>
                  <a:gd name="connsiteX72-31045" fmla="*/ 4776 w 5074"/>
                  <a:gd name="connsiteY72-31046" fmla="*/ 3010 h 5728"/>
                  <a:gd name="connsiteX73-31047" fmla="*/ 4856 w 5074"/>
                  <a:gd name="connsiteY73-31048" fmla="*/ 2950 h 5728"/>
                  <a:gd name="connsiteX74-31049" fmla="*/ 4951 w 5074"/>
                  <a:gd name="connsiteY74-31050" fmla="*/ 3126 h 5728"/>
                  <a:gd name="connsiteX75-31051" fmla="*/ 5061 w 5074"/>
                  <a:gd name="connsiteY75-31052" fmla="*/ 3312 h 5728"/>
                  <a:gd name="connsiteX76-31053" fmla="*/ 5074 w 5074"/>
                  <a:gd name="connsiteY76-31054" fmla="*/ 3342 h 5728"/>
                  <a:gd name="connsiteX77-31055" fmla="*/ 5063 w 5074"/>
                  <a:gd name="connsiteY77-31056" fmla="*/ 3518 h 5728"/>
                  <a:gd name="connsiteX78-31057" fmla="*/ 5028 w 5074"/>
                  <a:gd name="connsiteY78-31058" fmla="*/ 3554 h 5728"/>
                  <a:gd name="connsiteX79-31059" fmla="*/ 4939 w 5074"/>
                  <a:gd name="connsiteY79-31060" fmla="*/ 3515 h 5728"/>
                  <a:gd name="connsiteX80-31061" fmla="*/ 4705 w 5074"/>
                  <a:gd name="connsiteY80-31062" fmla="*/ 3644 h 5728"/>
                  <a:gd name="connsiteX81-31063" fmla="*/ 4679 w 5074"/>
                  <a:gd name="connsiteY81-31064" fmla="*/ 3666 h 5728"/>
                  <a:gd name="connsiteX82-31065" fmla="*/ 4499 w 5074"/>
                  <a:gd name="connsiteY82-31066" fmla="*/ 3812 h 5728"/>
                  <a:gd name="connsiteX83-31067" fmla="*/ 4358 w 5074"/>
                  <a:gd name="connsiteY83-31068" fmla="*/ 3926 h 5728"/>
                  <a:gd name="connsiteX84-31069" fmla="*/ 4323 w 5074"/>
                  <a:gd name="connsiteY84-31070" fmla="*/ 3965 h 5728"/>
                  <a:gd name="connsiteX85-31071" fmla="*/ 4271 w 5074"/>
                  <a:gd name="connsiteY85-31072" fmla="*/ 3973 h 5728"/>
                  <a:gd name="connsiteX86-31073" fmla="*/ 4214 w 5074"/>
                  <a:gd name="connsiteY86-31074" fmla="*/ 3916 h 5728"/>
                  <a:gd name="connsiteX87-31075" fmla="*/ 4090 w 5074"/>
                  <a:gd name="connsiteY87-31076" fmla="*/ 3808 h 5728"/>
                  <a:gd name="connsiteX88-31077" fmla="*/ 4114 w 5074"/>
                  <a:gd name="connsiteY88-31078" fmla="*/ 4064 h 5728"/>
                  <a:gd name="connsiteX89-31079" fmla="*/ 4123 w 5074"/>
                  <a:gd name="connsiteY89-31080" fmla="*/ 4192 h 5728"/>
                  <a:gd name="connsiteX90-31081" fmla="*/ 3861 w 5074"/>
                  <a:gd name="connsiteY90-31082" fmla="*/ 4166 h 5728"/>
                  <a:gd name="connsiteX91-31083" fmla="*/ 3779 w 5074"/>
                  <a:gd name="connsiteY91-31084" fmla="*/ 3987 h 5728"/>
                  <a:gd name="connsiteX92-31085" fmla="*/ 3697 w 5074"/>
                  <a:gd name="connsiteY92-31086" fmla="*/ 3802 h 5728"/>
                  <a:gd name="connsiteX93-31087" fmla="*/ 553 w 5074"/>
                  <a:gd name="connsiteY93-31088" fmla="*/ 5510 h 5728"/>
                  <a:gd name="connsiteX94-31089" fmla="*/ 383 w 5074"/>
                  <a:gd name="connsiteY94-31090" fmla="*/ 5617 h 5728"/>
                  <a:gd name="connsiteX95-31091" fmla="*/ 217 w 5074"/>
                  <a:gd name="connsiteY95-31092" fmla="*/ 5649 h 5728"/>
                  <a:gd name="connsiteX96-31093" fmla="*/ 114 w 5074"/>
                  <a:gd name="connsiteY96-31094" fmla="*/ 5728 h 5728"/>
                  <a:gd name="connsiteX97-31095" fmla="*/ 0 w 5074"/>
                  <a:gd name="connsiteY97-31096" fmla="*/ 5611 h 5728"/>
                  <a:gd name="connsiteX0-31097" fmla="*/ 3888 w 5074"/>
                  <a:gd name="connsiteY0-31098" fmla="*/ 2333 h 5728"/>
                  <a:gd name="connsiteX1-31099" fmla="*/ 3886 w 5074"/>
                  <a:gd name="connsiteY1-31100" fmla="*/ 2117 h 5728"/>
                  <a:gd name="connsiteX2-31101" fmla="*/ 3810 w 5074"/>
                  <a:gd name="connsiteY2-31102" fmla="*/ 2039 h 5728"/>
                  <a:gd name="connsiteX3-31103" fmla="*/ 3667 w 5074"/>
                  <a:gd name="connsiteY3-31104" fmla="*/ 1951 h 5728"/>
                  <a:gd name="connsiteX4-31105" fmla="*/ 3575 w 5074"/>
                  <a:gd name="connsiteY4-31106" fmla="*/ 1827 h 5728"/>
                  <a:gd name="connsiteX5-31107" fmla="*/ 3479 w 5074"/>
                  <a:gd name="connsiteY5-31108" fmla="*/ 1828 h 5728"/>
                  <a:gd name="connsiteX6-31109" fmla="*/ 3434 w 5074"/>
                  <a:gd name="connsiteY6-31110" fmla="*/ 1883 h 5728"/>
                  <a:gd name="connsiteX7-31111" fmla="*/ 3341 w 5074"/>
                  <a:gd name="connsiteY7-31112" fmla="*/ 1877 h 5728"/>
                  <a:gd name="connsiteX8-31113" fmla="*/ 3321 w 5074"/>
                  <a:gd name="connsiteY8-31114" fmla="*/ 1994 h 5728"/>
                  <a:gd name="connsiteX9-31115" fmla="*/ 3140 w 5074"/>
                  <a:gd name="connsiteY9-31116" fmla="*/ 1941 h 5728"/>
                  <a:gd name="connsiteX10-31117" fmla="*/ 3057 w 5074"/>
                  <a:gd name="connsiteY10-31118" fmla="*/ 1939 h 5728"/>
                  <a:gd name="connsiteX11-31119" fmla="*/ 2932 w 5074"/>
                  <a:gd name="connsiteY11-31120" fmla="*/ 2014 h 5728"/>
                  <a:gd name="connsiteX12-31121" fmla="*/ 2820 w 5074"/>
                  <a:gd name="connsiteY12-31122" fmla="*/ 1890 h 5728"/>
                  <a:gd name="connsiteX13-31123" fmla="*/ 2914 w 5074"/>
                  <a:gd name="connsiteY13-31124" fmla="*/ 1804 h 5728"/>
                  <a:gd name="connsiteX14-31125" fmla="*/ 2918 w 5074"/>
                  <a:gd name="connsiteY14-31126" fmla="*/ 1634 h 5728"/>
                  <a:gd name="connsiteX15-31127" fmla="*/ 2973 w 5074"/>
                  <a:gd name="connsiteY15-31128" fmla="*/ 1514 h 5728"/>
                  <a:gd name="connsiteX16-31129" fmla="*/ 3016 w 5074"/>
                  <a:gd name="connsiteY16-31130" fmla="*/ 1306 h 5728"/>
                  <a:gd name="connsiteX17-31131" fmla="*/ 3076 w 5074"/>
                  <a:gd name="connsiteY17-31132" fmla="*/ 1307 h 5728"/>
                  <a:gd name="connsiteX18-31133" fmla="*/ 3399 w 5074"/>
                  <a:gd name="connsiteY18-31134" fmla="*/ 1286 h 5728"/>
                  <a:gd name="connsiteX19-31135" fmla="*/ 3573 w 5074"/>
                  <a:gd name="connsiteY19-31136" fmla="*/ 1117 h 5728"/>
                  <a:gd name="connsiteX20-31137" fmla="*/ 3642 w 5074"/>
                  <a:gd name="connsiteY20-31138" fmla="*/ 748 h 5728"/>
                  <a:gd name="connsiteX21-31139" fmla="*/ 3752 w 5074"/>
                  <a:gd name="connsiteY21-31140" fmla="*/ 486 h 5728"/>
                  <a:gd name="connsiteX22-31141" fmla="*/ 3750 w 5074"/>
                  <a:gd name="connsiteY22-31142" fmla="*/ 358 h 5728"/>
                  <a:gd name="connsiteX23-31143" fmla="*/ 3737 w 5074"/>
                  <a:gd name="connsiteY23-31144" fmla="*/ 328 h 5728"/>
                  <a:gd name="connsiteX24-31145" fmla="*/ 3670 w 5074"/>
                  <a:gd name="connsiteY24-31146" fmla="*/ 251 h 5728"/>
                  <a:gd name="connsiteX25-31147" fmla="*/ 3610 w 5074"/>
                  <a:gd name="connsiteY25-31148" fmla="*/ 217 h 5728"/>
                  <a:gd name="connsiteX26-31149" fmla="*/ 3735 w 5074"/>
                  <a:gd name="connsiteY26-31150" fmla="*/ 56 h 5728"/>
                  <a:gd name="connsiteX27-31151" fmla="*/ 3908 w 5074"/>
                  <a:gd name="connsiteY27-31152" fmla="*/ 2 h 5728"/>
                  <a:gd name="connsiteX28-31153" fmla="*/ 3940 w 5074"/>
                  <a:gd name="connsiteY28-31154" fmla="*/ 49 h 5728"/>
                  <a:gd name="connsiteX29-31155" fmla="*/ 3930 w 5074"/>
                  <a:gd name="connsiteY29-31156" fmla="*/ 133 h 5728"/>
                  <a:gd name="connsiteX30-31157" fmla="*/ 3869 w 5074"/>
                  <a:gd name="connsiteY30-31158" fmla="*/ 243 h 5728"/>
                  <a:gd name="connsiteX31-31159" fmla="*/ 3939 w 5074"/>
                  <a:gd name="connsiteY31-31160" fmla="*/ 301 h 5728"/>
                  <a:gd name="connsiteX32-31161" fmla="*/ 4053 w 5074"/>
                  <a:gd name="connsiteY32-31162" fmla="*/ 366 h 5728"/>
                  <a:gd name="connsiteX33-31163" fmla="*/ 4073 w 5074"/>
                  <a:gd name="connsiteY33-31164" fmla="*/ 255 h 5728"/>
                  <a:gd name="connsiteX34-31165" fmla="*/ 4207 w 5074"/>
                  <a:gd name="connsiteY34-31166" fmla="*/ 291 h 5728"/>
                  <a:gd name="connsiteX35-31167" fmla="*/ 4232 w 5074"/>
                  <a:gd name="connsiteY35-31168" fmla="*/ 331 h 5728"/>
                  <a:gd name="connsiteX36-31169" fmla="*/ 4308 w 5074"/>
                  <a:gd name="connsiteY36-31170" fmla="*/ 562 h 5728"/>
                  <a:gd name="connsiteX37-31171" fmla="*/ 4343 w 5074"/>
                  <a:gd name="connsiteY37-31172" fmla="*/ 586 h 5728"/>
                  <a:gd name="connsiteX38-31173" fmla="*/ 4435 w 5074"/>
                  <a:gd name="connsiteY38-31174" fmla="*/ 578 h 5728"/>
                  <a:gd name="connsiteX39-31175" fmla="*/ 4695 w 5074"/>
                  <a:gd name="connsiteY39-31176" fmla="*/ 490 h 5728"/>
                  <a:gd name="connsiteX40-31177" fmla="*/ 4915 w 5074"/>
                  <a:gd name="connsiteY40-31178" fmla="*/ 479 h 5728"/>
                  <a:gd name="connsiteX41-31179" fmla="*/ 4975 w 5074"/>
                  <a:gd name="connsiteY41-31180" fmla="*/ 648 h 5728"/>
                  <a:gd name="connsiteX42-31181" fmla="*/ 4893 w 5074"/>
                  <a:gd name="connsiteY42-31182" fmla="*/ 944 h 5728"/>
                  <a:gd name="connsiteX43-31183" fmla="*/ 4893 w 5074"/>
                  <a:gd name="connsiteY43-31184" fmla="*/ 1022 h 5728"/>
                  <a:gd name="connsiteX44-31185" fmla="*/ 4962 w 5074"/>
                  <a:gd name="connsiteY44-31186" fmla="*/ 1168 h 5728"/>
                  <a:gd name="connsiteX45-31187" fmla="*/ 4977 w 5074"/>
                  <a:gd name="connsiteY45-31188" fmla="*/ 1427 h 5728"/>
                  <a:gd name="connsiteX46-31189" fmla="*/ 4979 w 5074"/>
                  <a:gd name="connsiteY46-31190" fmla="*/ 1617 h 5728"/>
                  <a:gd name="connsiteX47-31191" fmla="*/ 4912 w 5074"/>
                  <a:gd name="connsiteY47-31192" fmla="*/ 1625 h 5728"/>
                  <a:gd name="connsiteX48-31193" fmla="*/ 4890 w 5074"/>
                  <a:gd name="connsiteY48-31194" fmla="*/ 1507 h 5728"/>
                  <a:gd name="connsiteX49-31195" fmla="*/ 4855 w 5074"/>
                  <a:gd name="connsiteY49-31196" fmla="*/ 1450 h 5728"/>
                  <a:gd name="connsiteX50-31197" fmla="*/ 4765 w 5074"/>
                  <a:gd name="connsiteY50-31198" fmla="*/ 1582 h 5728"/>
                  <a:gd name="connsiteX51-31199" fmla="*/ 4652 w 5074"/>
                  <a:gd name="connsiteY51-31200" fmla="*/ 1776 h 5728"/>
                  <a:gd name="connsiteX52-31201" fmla="*/ 4533 w 5074"/>
                  <a:gd name="connsiteY52-31202" fmla="*/ 1904 h 5728"/>
                  <a:gd name="connsiteX53-31203" fmla="*/ 4526 w 5074"/>
                  <a:gd name="connsiteY53-31204" fmla="*/ 2018 h 5728"/>
                  <a:gd name="connsiteX54-31205" fmla="*/ 4586 w 5074"/>
                  <a:gd name="connsiteY54-31206" fmla="*/ 2115 h 5728"/>
                  <a:gd name="connsiteX55-31207" fmla="*/ 4688 w 5074"/>
                  <a:gd name="connsiteY55-31208" fmla="*/ 2183 h 5728"/>
                  <a:gd name="connsiteX56-31209" fmla="*/ 4765 w 5074"/>
                  <a:gd name="connsiteY56-31210" fmla="*/ 2178 h 5728"/>
                  <a:gd name="connsiteX57-31211" fmla="*/ 4810 w 5074"/>
                  <a:gd name="connsiteY57-31212" fmla="*/ 2104 h 5728"/>
                  <a:gd name="connsiteX58-31213" fmla="*/ 4844 w 5074"/>
                  <a:gd name="connsiteY58-31214" fmla="*/ 2210 h 5728"/>
                  <a:gd name="connsiteX59-31215" fmla="*/ 4732 w 5074"/>
                  <a:gd name="connsiteY59-31216" fmla="*/ 2249 h 5728"/>
                  <a:gd name="connsiteX60-31217" fmla="*/ 4779 w 5074"/>
                  <a:gd name="connsiteY60-31218" fmla="*/ 2362 h 5728"/>
                  <a:gd name="connsiteX61-31219" fmla="*/ 4644 w 5074"/>
                  <a:gd name="connsiteY61-31220" fmla="*/ 2509 h 5728"/>
                  <a:gd name="connsiteX62-31221" fmla="*/ 4603 w 5074"/>
                  <a:gd name="connsiteY62-31222" fmla="*/ 2498 h 5728"/>
                  <a:gd name="connsiteX63-31223" fmla="*/ 4479 w 5074"/>
                  <a:gd name="connsiteY63-31224" fmla="*/ 2413 h 5728"/>
                  <a:gd name="connsiteX64-31225" fmla="*/ 4424 w 5074"/>
                  <a:gd name="connsiteY64-31226" fmla="*/ 2412 h 5728"/>
                  <a:gd name="connsiteX65-31227" fmla="*/ 4389 w 5074"/>
                  <a:gd name="connsiteY65-31228" fmla="*/ 2480 h 5728"/>
                  <a:gd name="connsiteX66-31229" fmla="*/ 4392 w 5074"/>
                  <a:gd name="connsiteY66-31230" fmla="*/ 2562 h 5728"/>
                  <a:gd name="connsiteX67-31231" fmla="*/ 4570 w 5074"/>
                  <a:gd name="connsiteY67-31232" fmla="*/ 2730 h 5728"/>
                  <a:gd name="connsiteX68-31233" fmla="*/ 4569 w 5074"/>
                  <a:gd name="connsiteY68-31234" fmla="*/ 2844 h 5728"/>
                  <a:gd name="connsiteX69-31235" fmla="*/ 4660 w 5074"/>
                  <a:gd name="connsiteY69-31236" fmla="*/ 3060 h 5728"/>
                  <a:gd name="connsiteX70-31237" fmla="*/ 4686 w 5074"/>
                  <a:gd name="connsiteY70-31238" fmla="*/ 3090 h 5728"/>
                  <a:gd name="connsiteX71-31239" fmla="*/ 4730 w 5074"/>
                  <a:gd name="connsiteY71-31240" fmla="*/ 3094 h 5728"/>
                  <a:gd name="connsiteX72-31241" fmla="*/ 4776 w 5074"/>
                  <a:gd name="connsiteY72-31242" fmla="*/ 3010 h 5728"/>
                  <a:gd name="connsiteX73-31243" fmla="*/ 4856 w 5074"/>
                  <a:gd name="connsiteY73-31244" fmla="*/ 2950 h 5728"/>
                  <a:gd name="connsiteX74-31245" fmla="*/ 4951 w 5074"/>
                  <a:gd name="connsiteY74-31246" fmla="*/ 3126 h 5728"/>
                  <a:gd name="connsiteX75-31247" fmla="*/ 5061 w 5074"/>
                  <a:gd name="connsiteY75-31248" fmla="*/ 3312 h 5728"/>
                  <a:gd name="connsiteX76-31249" fmla="*/ 5074 w 5074"/>
                  <a:gd name="connsiteY76-31250" fmla="*/ 3342 h 5728"/>
                  <a:gd name="connsiteX77-31251" fmla="*/ 5063 w 5074"/>
                  <a:gd name="connsiteY77-31252" fmla="*/ 3518 h 5728"/>
                  <a:gd name="connsiteX78-31253" fmla="*/ 5028 w 5074"/>
                  <a:gd name="connsiteY78-31254" fmla="*/ 3554 h 5728"/>
                  <a:gd name="connsiteX79-31255" fmla="*/ 4939 w 5074"/>
                  <a:gd name="connsiteY79-31256" fmla="*/ 3515 h 5728"/>
                  <a:gd name="connsiteX80-31257" fmla="*/ 4705 w 5074"/>
                  <a:gd name="connsiteY80-31258" fmla="*/ 3644 h 5728"/>
                  <a:gd name="connsiteX81-31259" fmla="*/ 4679 w 5074"/>
                  <a:gd name="connsiteY81-31260" fmla="*/ 3666 h 5728"/>
                  <a:gd name="connsiteX82-31261" fmla="*/ 4499 w 5074"/>
                  <a:gd name="connsiteY82-31262" fmla="*/ 3812 h 5728"/>
                  <a:gd name="connsiteX83-31263" fmla="*/ 4358 w 5074"/>
                  <a:gd name="connsiteY83-31264" fmla="*/ 3926 h 5728"/>
                  <a:gd name="connsiteX84-31265" fmla="*/ 4323 w 5074"/>
                  <a:gd name="connsiteY84-31266" fmla="*/ 3965 h 5728"/>
                  <a:gd name="connsiteX85-31267" fmla="*/ 4271 w 5074"/>
                  <a:gd name="connsiteY85-31268" fmla="*/ 3973 h 5728"/>
                  <a:gd name="connsiteX86-31269" fmla="*/ 4214 w 5074"/>
                  <a:gd name="connsiteY86-31270" fmla="*/ 3916 h 5728"/>
                  <a:gd name="connsiteX87-31271" fmla="*/ 4090 w 5074"/>
                  <a:gd name="connsiteY87-31272" fmla="*/ 3808 h 5728"/>
                  <a:gd name="connsiteX88-31273" fmla="*/ 4114 w 5074"/>
                  <a:gd name="connsiteY88-31274" fmla="*/ 4064 h 5728"/>
                  <a:gd name="connsiteX89-31275" fmla="*/ 4123 w 5074"/>
                  <a:gd name="connsiteY89-31276" fmla="*/ 4192 h 5728"/>
                  <a:gd name="connsiteX90-31277" fmla="*/ 3861 w 5074"/>
                  <a:gd name="connsiteY90-31278" fmla="*/ 4166 h 5728"/>
                  <a:gd name="connsiteX91-31279" fmla="*/ 3779 w 5074"/>
                  <a:gd name="connsiteY91-31280" fmla="*/ 3987 h 5728"/>
                  <a:gd name="connsiteX92-31281" fmla="*/ 3697 w 5074"/>
                  <a:gd name="connsiteY92-31282" fmla="*/ 3802 h 5728"/>
                  <a:gd name="connsiteX93-31283" fmla="*/ 383 w 5074"/>
                  <a:gd name="connsiteY93-31284" fmla="*/ 5617 h 5728"/>
                  <a:gd name="connsiteX94-31285" fmla="*/ 217 w 5074"/>
                  <a:gd name="connsiteY94-31286" fmla="*/ 5649 h 5728"/>
                  <a:gd name="connsiteX95-31287" fmla="*/ 114 w 5074"/>
                  <a:gd name="connsiteY95-31288" fmla="*/ 5728 h 5728"/>
                  <a:gd name="connsiteX96-31289" fmla="*/ 0 w 5074"/>
                  <a:gd name="connsiteY96-31290" fmla="*/ 5611 h 5728"/>
                  <a:gd name="connsiteX0-31291" fmla="*/ 3888 w 5074"/>
                  <a:gd name="connsiteY0-31292" fmla="*/ 2333 h 5728"/>
                  <a:gd name="connsiteX1-31293" fmla="*/ 3886 w 5074"/>
                  <a:gd name="connsiteY1-31294" fmla="*/ 2117 h 5728"/>
                  <a:gd name="connsiteX2-31295" fmla="*/ 3810 w 5074"/>
                  <a:gd name="connsiteY2-31296" fmla="*/ 2039 h 5728"/>
                  <a:gd name="connsiteX3-31297" fmla="*/ 3667 w 5074"/>
                  <a:gd name="connsiteY3-31298" fmla="*/ 1951 h 5728"/>
                  <a:gd name="connsiteX4-31299" fmla="*/ 3575 w 5074"/>
                  <a:gd name="connsiteY4-31300" fmla="*/ 1827 h 5728"/>
                  <a:gd name="connsiteX5-31301" fmla="*/ 3479 w 5074"/>
                  <a:gd name="connsiteY5-31302" fmla="*/ 1828 h 5728"/>
                  <a:gd name="connsiteX6-31303" fmla="*/ 3434 w 5074"/>
                  <a:gd name="connsiteY6-31304" fmla="*/ 1883 h 5728"/>
                  <a:gd name="connsiteX7-31305" fmla="*/ 3341 w 5074"/>
                  <a:gd name="connsiteY7-31306" fmla="*/ 1877 h 5728"/>
                  <a:gd name="connsiteX8-31307" fmla="*/ 3321 w 5074"/>
                  <a:gd name="connsiteY8-31308" fmla="*/ 1994 h 5728"/>
                  <a:gd name="connsiteX9-31309" fmla="*/ 3140 w 5074"/>
                  <a:gd name="connsiteY9-31310" fmla="*/ 1941 h 5728"/>
                  <a:gd name="connsiteX10-31311" fmla="*/ 3057 w 5074"/>
                  <a:gd name="connsiteY10-31312" fmla="*/ 1939 h 5728"/>
                  <a:gd name="connsiteX11-31313" fmla="*/ 2932 w 5074"/>
                  <a:gd name="connsiteY11-31314" fmla="*/ 2014 h 5728"/>
                  <a:gd name="connsiteX12-31315" fmla="*/ 2820 w 5074"/>
                  <a:gd name="connsiteY12-31316" fmla="*/ 1890 h 5728"/>
                  <a:gd name="connsiteX13-31317" fmla="*/ 2914 w 5074"/>
                  <a:gd name="connsiteY13-31318" fmla="*/ 1804 h 5728"/>
                  <a:gd name="connsiteX14-31319" fmla="*/ 2918 w 5074"/>
                  <a:gd name="connsiteY14-31320" fmla="*/ 1634 h 5728"/>
                  <a:gd name="connsiteX15-31321" fmla="*/ 2973 w 5074"/>
                  <a:gd name="connsiteY15-31322" fmla="*/ 1514 h 5728"/>
                  <a:gd name="connsiteX16-31323" fmla="*/ 3016 w 5074"/>
                  <a:gd name="connsiteY16-31324" fmla="*/ 1306 h 5728"/>
                  <a:gd name="connsiteX17-31325" fmla="*/ 3076 w 5074"/>
                  <a:gd name="connsiteY17-31326" fmla="*/ 1307 h 5728"/>
                  <a:gd name="connsiteX18-31327" fmla="*/ 3399 w 5074"/>
                  <a:gd name="connsiteY18-31328" fmla="*/ 1286 h 5728"/>
                  <a:gd name="connsiteX19-31329" fmla="*/ 3573 w 5074"/>
                  <a:gd name="connsiteY19-31330" fmla="*/ 1117 h 5728"/>
                  <a:gd name="connsiteX20-31331" fmla="*/ 3642 w 5074"/>
                  <a:gd name="connsiteY20-31332" fmla="*/ 748 h 5728"/>
                  <a:gd name="connsiteX21-31333" fmla="*/ 3752 w 5074"/>
                  <a:gd name="connsiteY21-31334" fmla="*/ 486 h 5728"/>
                  <a:gd name="connsiteX22-31335" fmla="*/ 3750 w 5074"/>
                  <a:gd name="connsiteY22-31336" fmla="*/ 358 h 5728"/>
                  <a:gd name="connsiteX23-31337" fmla="*/ 3737 w 5074"/>
                  <a:gd name="connsiteY23-31338" fmla="*/ 328 h 5728"/>
                  <a:gd name="connsiteX24-31339" fmla="*/ 3670 w 5074"/>
                  <a:gd name="connsiteY24-31340" fmla="*/ 251 h 5728"/>
                  <a:gd name="connsiteX25-31341" fmla="*/ 3610 w 5074"/>
                  <a:gd name="connsiteY25-31342" fmla="*/ 217 h 5728"/>
                  <a:gd name="connsiteX26-31343" fmla="*/ 3735 w 5074"/>
                  <a:gd name="connsiteY26-31344" fmla="*/ 56 h 5728"/>
                  <a:gd name="connsiteX27-31345" fmla="*/ 3908 w 5074"/>
                  <a:gd name="connsiteY27-31346" fmla="*/ 2 h 5728"/>
                  <a:gd name="connsiteX28-31347" fmla="*/ 3940 w 5074"/>
                  <a:gd name="connsiteY28-31348" fmla="*/ 49 h 5728"/>
                  <a:gd name="connsiteX29-31349" fmla="*/ 3930 w 5074"/>
                  <a:gd name="connsiteY29-31350" fmla="*/ 133 h 5728"/>
                  <a:gd name="connsiteX30-31351" fmla="*/ 3869 w 5074"/>
                  <a:gd name="connsiteY30-31352" fmla="*/ 243 h 5728"/>
                  <a:gd name="connsiteX31-31353" fmla="*/ 3939 w 5074"/>
                  <a:gd name="connsiteY31-31354" fmla="*/ 301 h 5728"/>
                  <a:gd name="connsiteX32-31355" fmla="*/ 4053 w 5074"/>
                  <a:gd name="connsiteY32-31356" fmla="*/ 366 h 5728"/>
                  <a:gd name="connsiteX33-31357" fmla="*/ 4073 w 5074"/>
                  <a:gd name="connsiteY33-31358" fmla="*/ 255 h 5728"/>
                  <a:gd name="connsiteX34-31359" fmla="*/ 4207 w 5074"/>
                  <a:gd name="connsiteY34-31360" fmla="*/ 291 h 5728"/>
                  <a:gd name="connsiteX35-31361" fmla="*/ 4232 w 5074"/>
                  <a:gd name="connsiteY35-31362" fmla="*/ 331 h 5728"/>
                  <a:gd name="connsiteX36-31363" fmla="*/ 4308 w 5074"/>
                  <a:gd name="connsiteY36-31364" fmla="*/ 562 h 5728"/>
                  <a:gd name="connsiteX37-31365" fmla="*/ 4343 w 5074"/>
                  <a:gd name="connsiteY37-31366" fmla="*/ 586 h 5728"/>
                  <a:gd name="connsiteX38-31367" fmla="*/ 4435 w 5074"/>
                  <a:gd name="connsiteY38-31368" fmla="*/ 578 h 5728"/>
                  <a:gd name="connsiteX39-31369" fmla="*/ 4695 w 5074"/>
                  <a:gd name="connsiteY39-31370" fmla="*/ 490 h 5728"/>
                  <a:gd name="connsiteX40-31371" fmla="*/ 4915 w 5074"/>
                  <a:gd name="connsiteY40-31372" fmla="*/ 479 h 5728"/>
                  <a:gd name="connsiteX41-31373" fmla="*/ 4975 w 5074"/>
                  <a:gd name="connsiteY41-31374" fmla="*/ 648 h 5728"/>
                  <a:gd name="connsiteX42-31375" fmla="*/ 4893 w 5074"/>
                  <a:gd name="connsiteY42-31376" fmla="*/ 944 h 5728"/>
                  <a:gd name="connsiteX43-31377" fmla="*/ 4893 w 5074"/>
                  <a:gd name="connsiteY43-31378" fmla="*/ 1022 h 5728"/>
                  <a:gd name="connsiteX44-31379" fmla="*/ 4962 w 5074"/>
                  <a:gd name="connsiteY44-31380" fmla="*/ 1168 h 5728"/>
                  <a:gd name="connsiteX45-31381" fmla="*/ 4977 w 5074"/>
                  <a:gd name="connsiteY45-31382" fmla="*/ 1427 h 5728"/>
                  <a:gd name="connsiteX46-31383" fmla="*/ 4979 w 5074"/>
                  <a:gd name="connsiteY46-31384" fmla="*/ 1617 h 5728"/>
                  <a:gd name="connsiteX47-31385" fmla="*/ 4912 w 5074"/>
                  <a:gd name="connsiteY47-31386" fmla="*/ 1625 h 5728"/>
                  <a:gd name="connsiteX48-31387" fmla="*/ 4890 w 5074"/>
                  <a:gd name="connsiteY48-31388" fmla="*/ 1507 h 5728"/>
                  <a:gd name="connsiteX49-31389" fmla="*/ 4855 w 5074"/>
                  <a:gd name="connsiteY49-31390" fmla="*/ 1450 h 5728"/>
                  <a:gd name="connsiteX50-31391" fmla="*/ 4765 w 5074"/>
                  <a:gd name="connsiteY50-31392" fmla="*/ 1582 h 5728"/>
                  <a:gd name="connsiteX51-31393" fmla="*/ 4652 w 5074"/>
                  <a:gd name="connsiteY51-31394" fmla="*/ 1776 h 5728"/>
                  <a:gd name="connsiteX52-31395" fmla="*/ 4533 w 5074"/>
                  <a:gd name="connsiteY52-31396" fmla="*/ 1904 h 5728"/>
                  <a:gd name="connsiteX53-31397" fmla="*/ 4526 w 5074"/>
                  <a:gd name="connsiteY53-31398" fmla="*/ 2018 h 5728"/>
                  <a:gd name="connsiteX54-31399" fmla="*/ 4586 w 5074"/>
                  <a:gd name="connsiteY54-31400" fmla="*/ 2115 h 5728"/>
                  <a:gd name="connsiteX55-31401" fmla="*/ 4688 w 5074"/>
                  <a:gd name="connsiteY55-31402" fmla="*/ 2183 h 5728"/>
                  <a:gd name="connsiteX56-31403" fmla="*/ 4765 w 5074"/>
                  <a:gd name="connsiteY56-31404" fmla="*/ 2178 h 5728"/>
                  <a:gd name="connsiteX57-31405" fmla="*/ 4810 w 5074"/>
                  <a:gd name="connsiteY57-31406" fmla="*/ 2104 h 5728"/>
                  <a:gd name="connsiteX58-31407" fmla="*/ 4844 w 5074"/>
                  <a:gd name="connsiteY58-31408" fmla="*/ 2210 h 5728"/>
                  <a:gd name="connsiteX59-31409" fmla="*/ 4732 w 5074"/>
                  <a:gd name="connsiteY59-31410" fmla="*/ 2249 h 5728"/>
                  <a:gd name="connsiteX60-31411" fmla="*/ 4779 w 5074"/>
                  <a:gd name="connsiteY60-31412" fmla="*/ 2362 h 5728"/>
                  <a:gd name="connsiteX61-31413" fmla="*/ 4644 w 5074"/>
                  <a:gd name="connsiteY61-31414" fmla="*/ 2509 h 5728"/>
                  <a:gd name="connsiteX62-31415" fmla="*/ 4603 w 5074"/>
                  <a:gd name="connsiteY62-31416" fmla="*/ 2498 h 5728"/>
                  <a:gd name="connsiteX63-31417" fmla="*/ 4479 w 5074"/>
                  <a:gd name="connsiteY63-31418" fmla="*/ 2413 h 5728"/>
                  <a:gd name="connsiteX64-31419" fmla="*/ 4424 w 5074"/>
                  <a:gd name="connsiteY64-31420" fmla="*/ 2412 h 5728"/>
                  <a:gd name="connsiteX65-31421" fmla="*/ 4389 w 5074"/>
                  <a:gd name="connsiteY65-31422" fmla="*/ 2480 h 5728"/>
                  <a:gd name="connsiteX66-31423" fmla="*/ 4392 w 5074"/>
                  <a:gd name="connsiteY66-31424" fmla="*/ 2562 h 5728"/>
                  <a:gd name="connsiteX67-31425" fmla="*/ 4570 w 5074"/>
                  <a:gd name="connsiteY67-31426" fmla="*/ 2730 h 5728"/>
                  <a:gd name="connsiteX68-31427" fmla="*/ 4569 w 5074"/>
                  <a:gd name="connsiteY68-31428" fmla="*/ 2844 h 5728"/>
                  <a:gd name="connsiteX69-31429" fmla="*/ 4660 w 5074"/>
                  <a:gd name="connsiteY69-31430" fmla="*/ 3060 h 5728"/>
                  <a:gd name="connsiteX70-31431" fmla="*/ 4686 w 5074"/>
                  <a:gd name="connsiteY70-31432" fmla="*/ 3090 h 5728"/>
                  <a:gd name="connsiteX71-31433" fmla="*/ 4730 w 5074"/>
                  <a:gd name="connsiteY71-31434" fmla="*/ 3094 h 5728"/>
                  <a:gd name="connsiteX72-31435" fmla="*/ 4776 w 5074"/>
                  <a:gd name="connsiteY72-31436" fmla="*/ 3010 h 5728"/>
                  <a:gd name="connsiteX73-31437" fmla="*/ 4856 w 5074"/>
                  <a:gd name="connsiteY73-31438" fmla="*/ 2950 h 5728"/>
                  <a:gd name="connsiteX74-31439" fmla="*/ 4951 w 5074"/>
                  <a:gd name="connsiteY74-31440" fmla="*/ 3126 h 5728"/>
                  <a:gd name="connsiteX75-31441" fmla="*/ 5061 w 5074"/>
                  <a:gd name="connsiteY75-31442" fmla="*/ 3312 h 5728"/>
                  <a:gd name="connsiteX76-31443" fmla="*/ 5074 w 5074"/>
                  <a:gd name="connsiteY76-31444" fmla="*/ 3342 h 5728"/>
                  <a:gd name="connsiteX77-31445" fmla="*/ 5063 w 5074"/>
                  <a:gd name="connsiteY77-31446" fmla="*/ 3518 h 5728"/>
                  <a:gd name="connsiteX78-31447" fmla="*/ 5028 w 5074"/>
                  <a:gd name="connsiteY78-31448" fmla="*/ 3554 h 5728"/>
                  <a:gd name="connsiteX79-31449" fmla="*/ 4939 w 5074"/>
                  <a:gd name="connsiteY79-31450" fmla="*/ 3515 h 5728"/>
                  <a:gd name="connsiteX80-31451" fmla="*/ 4705 w 5074"/>
                  <a:gd name="connsiteY80-31452" fmla="*/ 3644 h 5728"/>
                  <a:gd name="connsiteX81-31453" fmla="*/ 4679 w 5074"/>
                  <a:gd name="connsiteY81-31454" fmla="*/ 3666 h 5728"/>
                  <a:gd name="connsiteX82-31455" fmla="*/ 4499 w 5074"/>
                  <a:gd name="connsiteY82-31456" fmla="*/ 3812 h 5728"/>
                  <a:gd name="connsiteX83-31457" fmla="*/ 4358 w 5074"/>
                  <a:gd name="connsiteY83-31458" fmla="*/ 3926 h 5728"/>
                  <a:gd name="connsiteX84-31459" fmla="*/ 4323 w 5074"/>
                  <a:gd name="connsiteY84-31460" fmla="*/ 3965 h 5728"/>
                  <a:gd name="connsiteX85-31461" fmla="*/ 4271 w 5074"/>
                  <a:gd name="connsiteY85-31462" fmla="*/ 3973 h 5728"/>
                  <a:gd name="connsiteX86-31463" fmla="*/ 4214 w 5074"/>
                  <a:gd name="connsiteY86-31464" fmla="*/ 3916 h 5728"/>
                  <a:gd name="connsiteX87-31465" fmla="*/ 4090 w 5074"/>
                  <a:gd name="connsiteY87-31466" fmla="*/ 3808 h 5728"/>
                  <a:gd name="connsiteX88-31467" fmla="*/ 4114 w 5074"/>
                  <a:gd name="connsiteY88-31468" fmla="*/ 4064 h 5728"/>
                  <a:gd name="connsiteX89-31469" fmla="*/ 4123 w 5074"/>
                  <a:gd name="connsiteY89-31470" fmla="*/ 4192 h 5728"/>
                  <a:gd name="connsiteX90-31471" fmla="*/ 3861 w 5074"/>
                  <a:gd name="connsiteY90-31472" fmla="*/ 4166 h 5728"/>
                  <a:gd name="connsiteX91-31473" fmla="*/ 3779 w 5074"/>
                  <a:gd name="connsiteY91-31474" fmla="*/ 3987 h 5728"/>
                  <a:gd name="connsiteX92-31475" fmla="*/ 3697 w 5074"/>
                  <a:gd name="connsiteY92-31476" fmla="*/ 3802 h 5728"/>
                  <a:gd name="connsiteX93-31477" fmla="*/ 217 w 5074"/>
                  <a:gd name="connsiteY93-31478" fmla="*/ 5649 h 5728"/>
                  <a:gd name="connsiteX94-31479" fmla="*/ 114 w 5074"/>
                  <a:gd name="connsiteY94-31480" fmla="*/ 5728 h 5728"/>
                  <a:gd name="connsiteX95-31481" fmla="*/ 0 w 5074"/>
                  <a:gd name="connsiteY95-31482" fmla="*/ 5611 h 5728"/>
                  <a:gd name="connsiteX0-31483" fmla="*/ 3888 w 5074"/>
                  <a:gd name="connsiteY0-31484" fmla="*/ 2333 h 5728"/>
                  <a:gd name="connsiteX1-31485" fmla="*/ 3886 w 5074"/>
                  <a:gd name="connsiteY1-31486" fmla="*/ 2117 h 5728"/>
                  <a:gd name="connsiteX2-31487" fmla="*/ 3810 w 5074"/>
                  <a:gd name="connsiteY2-31488" fmla="*/ 2039 h 5728"/>
                  <a:gd name="connsiteX3-31489" fmla="*/ 3667 w 5074"/>
                  <a:gd name="connsiteY3-31490" fmla="*/ 1951 h 5728"/>
                  <a:gd name="connsiteX4-31491" fmla="*/ 3575 w 5074"/>
                  <a:gd name="connsiteY4-31492" fmla="*/ 1827 h 5728"/>
                  <a:gd name="connsiteX5-31493" fmla="*/ 3479 w 5074"/>
                  <a:gd name="connsiteY5-31494" fmla="*/ 1828 h 5728"/>
                  <a:gd name="connsiteX6-31495" fmla="*/ 3434 w 5074"/>
                  <a:gd name="connsiteY6-31496" fmla="*/ 1883 h 5728"/>
                  <a:gd name="connsiteX7-31497" fmla="*/ 3341 w 5074"/>
                  <a:gd name="connsiteY7-31498" fmla="*/ 1877 h 5728"/>
                  <a:gd name="connsiteX8-31499" fmla="*/ 3321 w 5074"/>
                  <a:gd name="connsiteY8-31500" fmla="*/ 1994 h 5728"/>
                  <a:gd name="connsiteX9-31501" fmla="*/ 3140 w 5074"/>
                  <a:gd name="connsiteY9-31502" fmla="*/ 1941 h 5728"/>
                  <a:gd name="connsiteX10-31503" fmla="*/ 3057 w 5074"/>
                  <a:gd name="connsiteY10-31504" fmla="*/ 1939 h 5728"/>
                  <a:gd name="connsiteX11-31505" fmla="*/ 2932 w 5074"/>
                  <a:gd name="connsiteY11-31506" fmla="*/ 2014 h 5728"/>
                  <a:gd name="connsiteX12-31507" fmla="*/ 2820 w 5074"/>
                  <a:gd name="connsiteY12-31508" fmla="*/ 1890 h 5728"/>
                  <a:gd name="connsiteX13-31509" fmla="*/ 2914 w 5074"/>
                  <a:gd name="connsiteY13-31510" fmla="*/ 1804 h 5728"/>
                  <a:gd name="connsiteX14-31511" fmla="*/ 2918 w 5074"/>
                  <a:gd name="connsiteY14-31512" fmla="*/ 1634 h 5728"/>
                  <a:gd name="connsiteX15-31513" fmla="*/ 2973 w 5074"/>
                  <a:gd name="connsiteY15-31514" fmla="*/ 1514 h 5728"/>
                  <a:gd name="connsiteX16-31515" fmla="*/ 3016 w 5074"/>
                  <a:gd name="connsiteY16-31516" fmla="*/ 1306 h 5728"/>
                  <a:gd name="connsiteX17-31517" fmla="*/ 3076 w 5074"/>
                  <a:gd name="connsiteY17-31518" fmla="*/ 1307 h 5728"/>
                  <a:gd name="connsiteX18-31519" fmla="*/ 3399 w 5074"/>
                  <a:gd name="connsiteY18-31520" fmla="*/ 1286 h 5728"/>
                  <a:gd name="connsiteX19-31521" fmla="*/ 3573 w 5074"/>
                  <a:gd name="connsiteY19-31522" fmla="*/ 1117 h 5728"/>
                  <a:gd name="connsiteX20-31523" fmla="*/ 3642 w 5074"/>
                  <a:gd name="connsiteY20-31524" fmla="*/ 748 h 5728"/>
                  <a:gd name="connsiteX21-31525" fmla="*/ 3752 w 5074"/>
                  <a:gd name="connsiteY21-31526" fmla="*/ 486 h 5728"/>
                  <a:gd name="connsiteX22-31527" fmla="*/ 3750 w 5074"/>
                  <a:gd name="connsiteY22-31528" fmla="*/ 358 h 5728"/>
                  <a:gd name="connsiteX23-31529" fmla="*/ 3737 w 5074"/>
                  <a:gd name="connsiteY23-31530" fmla="*/ 328 h 5728"/>
                  <a:gd name="connsiteX24-31531" fmla="*/ 3670 w 5074"/>
                  <a:gd name="connsiteY24-31532" fmla="*/ 251 h 5728"/>
                  <a:gd name="connsiteX25-31533" fmla="*/ 3610 w 5074"/>
                  <a:gd name="connsiteY25-31534" fmla="*/ 217 h 5728"/>
                  <a:gd name="connsiteX26-31535" fmla="*/ 3735 w 5074"/>
                  <a:gd name="connsiteY26-31536" fmla="*/ 56 h 5728"/>
                  <a:gd name="connsiteX27-31537" fmla="*/ 3908 w 5074"/>
                  <a:gd name="connsiteY27-31538" fmla="*/ 2 h 5728"/>
                  <a:gd name="connsiteX28-31539" fmla="*/ 3940 w 5074"/>
                  <a:gd name="connsiteY28-31540" fmla="*/ 49 h 5728"/>
                  <a:gd name="connsiteX29-31541" fmla="*/ 3930 w 5074"/>
                  <a:gd name="connsiteY29-31542" fmla="*/ 133 h 5728"/>
                  <a:gd name="connsiteX30-31543" fmla="*/ 3869 w 5074"/>
                  <a:gd name="connsiteY30-31544" fmla="*/ 243 h 5728"/>
                  <a:gd name="connsiteX31-31545" fmla="*/ 3939 w 5074"/>
                  <a:gd name="connsiteY31-31546" fmla="*/ 301 h 5728"/>
                  <a:gd name="connsiteX32-31547" fmla="*/ 4053 w 5074"/>
                  <a:gd name="connsiteY32-31548" fmla="*/ 366 h 5728"/>
                  <a:gd name="connsiteX33-31549" fmla="*/ 4073 w 5074"/>
                  <a:gd name="connsiteY33-31550" fmla="*/ 255 h 5728"/>
                  <a:gd name="connsiteX34-31551" fmla="*/ 4207 w 5074"/>
                  <a:gd name="connsiteY34-31552" fmla="*/ 291 h 5728"/>
                  <a:gd name="connsiteX35-31553" fmla="*/ 4232 w 5074"/>
                  <a:gd name="connsiteY35-31554" fmla="*/ 331 h 5728"/>
                  <a:gd name="connsiteX36-31555" fmla="*/ 4308 w 5074"/>
                  <a:gd name="connsiteY36-31556" fmla="*/ 562 h 5728"/>
                  <a:gd name="connsiteX37-31557" fmla="*/ 4343 w 5074"/>
                  <a:gd name="connsiteY37-31558" fmla="*/ 586 h 5728"/>
                  <a:gd name="connsiteX38-31559" fmla="*/ 4435 w 5074"/>
                  <a:gd name="connsiteY38-31560" fmla="*/ 578 h 5728"/>
                  <a:gd name="connsiteX39-31561" fmla="*/ 4695 w 5074"/>
                  <a:gd name="connsiteY39-31562" fmla="*/ 490 h 5728"/>
                  <a:gd name="connsiteX40-31563" fmla="*/ 4915 w 5074"/>
                  <a:gd name="connsiteY40-31564" fmla="*/ 479 h 5728"/>
                  <a:gd name="connsiteX41-31565" fmla="*/ 4975 w 5074"/>
                  <a:gd name="connsiteY41-31566" fmla="*/ 648 h 5728"/>
                  <a:gd name="connsiteX42-31567" fmla="*/ 4893 w 5074"/>
                  <a:gd name="connsiteY42-31568" fmla="*/ 944 h 5728"/>
                  <a:gd name="connsiteX43-31569" fmla="*/ 4893 w 5074"/>
                  <a:gd name="connsiteY43-31570" fmla="*/ 1022 h 5728"/>
                  <a:gd name="connsiteX44-31571" fmla="*/ 4962 w 5074"/>
                  <a:gd name="connsiteY44-31572" fmla="*/ 1168 h 5728"/>
                  <a:gd name="connsiteX45-31573" fmla="*/ 4977 w 5074"/>
                  <a:gd name="connsiteY45-31574" fmla="*/ 1427 h 5728"/>
                  <a:gd name="connsiteX46-31575" fmla="*/ 4979 w 5074"/>
                  <a:gd name="connsiteY46-31576" fmla="*/ 1617 h 5728"/>
                  <a:gd name="connsiteX47-31577" fmla="*/ 4912 w 5074"/>
                  <a:gd name="connsiteY47-31578" fmla="*/ 1625 h 5728"/>
                  <a:gd name="connsiteX48-31579" fmla="*/ 4890 w 5074"/>
                  <a:gd name="connsiteY48-31580" fmla="*/ 1507 h 5728"/>
                  <a:gd name="connsiteX49-31581" fmla="*/ 4855 w 5074"/>
                  <a:gd name="connsiteY49-31582" fmla="*/ 1450 h 5728"/>
                  <a:gd name="connsiteX50-31583" fmla="*/ 4765 w 5074"/>
                  <a:gd name="connsiteY50-31584" fmla="*/ 1582 h 5728"/>
                  <a:gd name="connsiteX51-31585" fmla="*/ 4652 w 5074"/>
                  <a:gd name="connsiteY51-31586" fmla="*/ 1776 h 5728"/>
                  <a:gd name="connsiteX52-31587" fmla="*/ 4533 w 5074"/>
                  <a:gd name="connsiteY52-31588" fmla="*/ 1904 h 5728"/>
                  <a:gd name="connsiteX53-31589" fmla="*/ 4526 w 5074"/>
                  <a:gd name="connsiteY53-31590" fmla="*/ 2018 h 5728"/>
                  <a:gd name="connsiteX54-31591" fmla="*/ 4586 w 5074"/>
                  <a:gd name="connsiteY54-31592" fmla="*/ 2115 h 5728"/>
                  <a:gd name="connsiteX55-31593" fmla="*/ 4688 w 5074"/>
                  <a:gd name="connsiteY55-31594" fmla="*/ 2183 h 5728"/>
                  <a:gd name="connsiteX56-31595" fmla="*/ 4765 w 5074"/>
                  <a:gd name="connsiteY56-31596" fmla="*/ 2178 h 5728"/>
                  <a:gd name="connsiteX57-31597" fmla="*/ 4810 w 5074"/>
                  <a:gd name="connsiteY57-31598" fmla="*/ 2104 h 5728"/>
                  <a:gd name="connsiteX58-31599" fmla="*/ 4844 w 5074"/>
                  <a:gd name="connsiteY58-31600" fmla="*/ 2210 h 5728"/>
                  <a:gd name="connsiteX59-31601" fmla="*/ 4732 w 5074"/>
                  <a:gd name="connsiteY59-31602" fmla="*/ 2249 h 5728"/>
                  <a:gd name="connsiteX60-31603" fmla="*/ 4779 w 5074"/>
                  <a:gd name="connsiteY60-31604" fmla="*/ 2362 h 5728"/>
                  <a:gd name="connsiteX61-31605" fmla="*/ 4644 w 5074"/>
                  <a:gd name="connsiteY61-31606" fmla="*/ 2509 h 5728"/>
                  <a:gd name="connsiteX62-31607" fmla="*/ 4603 w 5074"/>
                  <a:gd name="connsiteY62-31608" fmla="*/ 2498 h 5728"/>
                  <a:gd name="connsiteX63-31609" fmla="*/ 4479 w 5074"/>
                  <a:gd name="connsiteY63-31610" fmla="*/ 2413 h 5728"/>
                  <a:gd name="connsiteX64-31611" fmla="*/ 4424 w 5074"/>
                  <a:gd name="connsiteY64-31612" fmla="*/ 2412 h 5728"/>
                  <a:gd name="connsiteX65-31613" fmla="*/ 4389 w 5074"/>
                  <a:gd name="connsiteY65-31614" fmla="*/ 2480 h 5728"/>
                  <a:gd name="connsiteX66-31615" fmla="*/ 4392 w 5074"/>
                  <a:gd name="connsiteY66-31616" fmla="*/ 2562 h 5728"/>
                  <a:gd name="connsiteX67-31617" fmla="*/ 4570 w 5074"/>
                  <a:gd name="connsiteY67-31618" fmla="*/ 2730 h 5728"/>
                  <a:gd name="connsiteX68-31619" fmla="*/ 4569 w 5074"/>
                  <a:gd name="connsiteY68-31620" fmla="*/ 2844 h 5728"/>
                  <a:gd name="connsiteX69-31621" fmla="*/ 4660 w 5074"/>
                  <a:gd name="connsiteY69-31622" fmla="*/ 3060 h 5728"/>
                  <a:gd name="connsiteX70-31623" fmla="*/ 4686 w 5074"/>
                  <a:gd name="connsiteY70-31624" fmla="*/ 3090 h 5728"/>
                  <a:gd name="connsiteX71-31625" fmla="*/ 4730 w 5074"/>
                  <a:gd name="connsiteY71-31626" fmla="*/ 3094 h 5728"/>
                  <a:gd name="connsiteX72-31627" fmla="*/ 4776 w 5074"/>
                  <a:gd name="connsiteY72-31628" fmla="*/ 3010 h 5728"/>
                  <a:gd name="connsiteX73-31629" fmla="*/ 4856 w 5074"/>
                  <a:gd name="connsiteY73-31630" fmla="*/ 2950 h 5728"/>
                  <a:gd name="connsiteX74-31631" fmla="*/ 4951 w 5074"/>
                  <a:gd name="connsiteY74-31632" fmla="*/ 3126 h 5728"/>
                  <a:gd name="connsiteX75-31633" fmla="*/ 5061 w 5074"/>
                  <a:gd name="connsiteY75-31634" fmla="*/ 3312 h 5728"/>
                  <a:gd name="connsiteX76-31635" fmla="*/ 5074 w 5074"/>
                  <a:gd name="connsiteY76-31636" fmla="*/ 3342 h 5728"/>
                  <a:gd name="connsiteX77-31637" fmla="*/ 5063 w 5074"/>
                  <a:gd name="connsiteY77-31638" fmla="*/ 3518 h 5728"/>
                  <a:gd name="connsiteX78-31639" fmla="*/ 5028 w 5074"/>
                  <a:gd name="connsiteY78-31640" fmla="*/ 3554 h 5728"/>
                  <a:gd name="connsiteX79-31641" fmla="*/ 4939 w 5074"/>
                  <a:gd name="connsiteY79-31642" fmla="*/ 3515 h 5728"/>
                  <a:gd name="connsiteX80-31643" fmla="*/ 4705 w 5074"/>
                  <a:gd name="connsiteY80-31644" fmla="*/ 3644 h 5728"/>
                  <a:gd name="connsiteX81-31645" fmla="*/ 4679 w 5074"/>
                  <a:gd name="connsiteY81-31646" fmla="*/ 3666 h 5728"/>
                  <a:gd name="connsiteX82-31647" fmla="*/ 4499 w 5074"/>
                  <a:gd name="connsiteY82-31648" fmla="*/ 3812 h 5728"/>
                  <a:gd name="connsiteX83-31649" fmla="*/ 4358 w 5074"/>
                  <a:gd name="connsiteY83-31650" fmla="*/ 3926 h 5728"/>
                  <a:gd name="connsiteX84-31651" fmla="*/ 4323 w 5074"/>
                  <a:gd name="connsiteY84-31652" fmla="*/ 3965 h 5728"/>
                  <a:gd name="connsiteX85-31653" fmla="*/ 4271 w 5074"/>
                  <a:gd name="connsiteY85-31654" fmla="*/ 3973 h 5728"/>
                  <a:gd name="connsiteX86-31655" fmla="*/ 4214 w 5074"/>
                  <a:gd name="connsiteY86-31656" fmla="*/ 3916 h 5728"/>
                  <a:gd name="connsiteX87-31657" fmla="*/ 4090 w 5074"/>
                  <a:gd name="connsiteY87-31658" fmla="*/ 3808 h 5728"/>
                  <a:gd name="connsiteX88-31659" fmla="*/ 4114 w 5074"/>
                  <a:gd name="connsiteY88-31660" fmla="*/ 4064 h 5728"/>
                  <a:gd name="connsiteX89-31661" fmla="*/ 4123 w 5074"/>
                  <a:gd name="connsiteY89-31662" fmla="*/ 4192 h 5728"/>
                  <a:gd name="connsiteX90-31663" fmla="*/ 3861 w 5074"/>
                  <a:gd name="connsiteY90-31664" fmla="*/ 4166 h 5728"/>
                  <a:gd name="connsiteX91-31665" fmla="*/ 3779 w 5074"/>
                  <a:gd name="connsiteY91-31666" fmla="*/ 3987 h 5728"/>
                  <a:gd name="connsiteX92-31667" fmla="*/ 3697 w 5074"/>
                  <a:gd name="connsiteY92-31668" fmla="*/ 3802 h 5728"/>
                  <a:gd name="connsiteX93-31669" fmla="*/ 114 w 5074"/>
                  <a:gd name="connsiteY93-31670" fmla="*/ 5728 h 5728"/>
                  <a:gd name="connsiteX94-31671" fmla="*/ 0 w 5074"/>
                  <a:gd name="connsiteY94-31672" fmla="*/ 5611 h 5728"/>
                  <a:gd name="connsiteX0-31673" fmla="*/ 3888 w 5074"/>
                  <a:gd name="connsiteY0-31674" fmla="*/ 2333 h 5611"/>
                  <a:gd name="connsiteX1-31675" fmla="*/ 3886 w 5074"/>
                  <a:gd name="connsiteY1-31676" fmla="*/ 2117 h 5611"/>
                  <a:gd name="connsiteX2-31677" fmla="*/ 3810 w 5074"/>
                  <a:gd name="connsiteY2-31678" fmla="*/ 2039 h 5611"/>
                  <a:gd name="connsiteX3-31679" fmla="*/ 3667 w 5074"/>
                  <a:gd name="connsiteY3-31680" fmla="*/ 1951 h 5611"/>
                  <a:gd name="connsiteX4-31681" fmla="*/ 3575 w 5074"/>
                  <a:gd name="connsiteY4-31682" fmla="*/ 1827 h 5611"/>
                  <a:gd name="connsiteX5-31683" fmla="*/ 3479 w 5074"/>
                  <a:gd name="connsiteY5-31684" fmla="*/ 1828 h 5611"/>
                  <a:gd name="connsiteX6-31685" fmla="*/ 3434 w 5074"/>
                  <a:gd name="connsiteY6-31686" fmla="*/ 1883 h 5611"/>
                  <a:gd name="connsiteX7-31687" fmla="*/ 3341 w 5074"/>
                  <a:gd name="connsiteY7-31688" fmla="*/ 1877 h 5611"/>
                  <a:gd name="connsiteX8-31689" fmla="*/ 3321 w 5074"/>
                  <a:gd name="connsiteY8-31690" fmla="*/ 1994 h 5611"/>
                  <a:gd name="connsiteX9-31691" fmla="*/ 3140 w 5074"/>
                  <a:gd name="connsiteY9-31692" fmla="*/ 1941 h 5611"/>
                  <a:gd name="connsiteX10-31693" fmla="*/ 3057 w 5074"/>
                  <a:gd name="connsiteY10-31694" fmla="*/ 1939 h 5611"/>
                  <a:gd name="connsiteX11-31695" fmla="*/ 2932 w 5074"/>
                  <a:gd name="connsiteY11-31696" fmla="*/ 2014 h 5611"/>
                  <a:gd name="connsiteX12-31697" fmla="*/ 2820 w 5074"/>
                  <a:gd name="connsiteY12-31698" fmla="*/ 1890 h 5611"/>
                  <a:gd name="connsiteX13-31699" fmla="*/ 2914 w 5074"/>
                  <a:gd name="connsiteY13-31700" fmla="*/ 1804 h 5611"/>
                  <a:gd name="connsiteX14-31701" fmla="*/ 2918 w 5074"/>
                  <a:gd name="connsiteY14-31702" fmla="*/ 1634 h 5611"/>
                  <a:gd name="connsiteX15-31703" fmla="*/ 2973 w 5074"/>
                  <a:gd name="connsiteY15-31704" fmla="*/ 1514 h 5611"/>
                  <a:gd name="connsiteX16-31705" fmla="*/ 3016 w 5074"/>
                  <a:gd name="connsiteY16-31706" fmla="*/ 1306 h 5611"/>
                  <a:gd name="connsiteX17-31707" fmla="*/ 3076 w 5074"/>
                  <a:gd name="connsiteY17-31708" fmla="*/ 1307 h 5611"/>
                  <a:gd name="connsiteX18-31709" fmla="*/ 3399 w 5074"/>
                  <a:gd name="connsiteY18-31710" fmla="*/ 1286 h 5611"/>
                  <a:gd name="connsiteX19-31711" fmla="*/ 3573 w 5074"/>
                  <a:gd name="connsiteY19-31712" fmla="*/ 1117 h 5611"/>
                  <a:gd name="connsiteX20-31713" fmla="*/ 3642 w 5074"/>
                  <a:gd name="connsiteY20-31714" fmla="*/ 748 h 5611"/>
                  <a:gd name="connsiteX21-31715" fmla="*/ 3752 w 5074"/>
                  <a:gd name="connsiteY21-31716" fmla="*/ 486 h 5611"/>
                  <a:gd name="connsiteX22-31717" fmla="*/ 3750 w 5074"/>
                  <a:gd name="connsiteY22-31718" fmla="*/ 358 h 5611"/>
                  <a:gd name="connsiteX23-31719" fmla="*/ 3737 w 5074"/>
                  <a:gd name="connsiteY23-31720" fmla="*/ 328 h 5611"/>
                  <a:gd name="connsiteX24-31721" fmla="*/ 3670 w 5074"/>
                  <a:gd name="connsiteY24-31722" fmla="*/ 251 h 5611"/>
                  <a:gd name="connsiteX25-31723" fmla="*/ 3610 w 5074"/>
                  <a:gd name="connsiteY25-31724" fmla="*/ 217 h 5611"/>
                  <a:gd name="connsiteX26-31725" fmla="*/ 3735 w 5074"/>
                  <a:gd name="connsiteY26-31726" fmla="*/ 56 h 5611"/>
                  <a:gd name="connsiteX27-31727" fmla="*/ 3908 w 5074"/>
                  <a:gd name="connsiteY27-31728" fmla="*/ 2 h 5611"/>
                  <a:gd name="connsiteX28-31729" fmla="*/ 3940 w 5074"/>
                  <a:gd name="connsiteY28-31730" fmla="*/ 49 h 5611"/>
                  <a:gd name="connsiteX29-31731" fmla="*/ 3930 w 5074"/>
                  <a:gd name="connsiteY29-31732" fmla="*/ 133 h 5611"/>
                  <a:gd name="connsiteX30-31733" fmla="*/ 3869 w 5074"/>
                  <a:gd name="connsiteY30-31734" fmla="*/ 243 h 5611"/>
                  <a:gd name="connsiteX31-31735" fmla="*/ 3939 w 5074"/>
                  <a:gd name="connsiteY31-31736" fmla="*/ 301 h 5611"/>
                  <a:gd name="connsiteX32-31737" fmla="*/ 4053 w 5074"/>
                  <a:gd name="connsiteY32-31738" fmla="*/ 366 h 5611"/>
                  <a:gd name="connsiteX33-31739" fmla="*/ 4073 w 5074"/>
                  <a:gd name="connsiteY33-31740" fmla="*/ 255 h 5611"/>
                  <a:gd name="connsiteX34-31741" fmla="*/ 4207 w 5074"/>
                  <a:gd name="connsiteY34-31742" fmla="*/ 291 h 5611"/>
                  <a:gd name="connsiteX35-31743" fmla="*/ 4232 w 5074"/>
                  <a:gd name="connsiteY35-31744" fmla="*/ 331 h 5611"/>
                  <a:gd name="connsiteX36-31745" fmla="*/ 4308 w 5074"/>
                  <a:gd name="connsiteY36-31746" fmla="*/ 562 h 5611"/>
                  <a:gd name="connsiteX37-31747" fmla="*/ 4343 w 5074"/>
                  <a:gd name="connsiteY37-31748" fmla="*/ 586 h 5611"/>
                  <a:gd name="connsiteX38-31749" fmla="*/ 4435 w 5074"/>
                  <a:gd name="connsiteY38-31750" fmla="*/ 578 h 5611"/>
                  <a:gd name="connsiteX39-31751" fmla="*/ 4695 w 5074"/>
                  <a:gd name="connsiteY39-31752" fmla="*/ 490 h 5611"/>
                  <a:gd name="connsiteX40-31753" fmla="*/ 4915 w 5074"/>
                  <a:gd name="connsiteY40-31754" fmla="*/ 479 h 5611"/>
                  <a:gd name="connsiteX41-31755" fmla="*/ 4975 w 5074"/>
                  <a:gd name="connsiteY41-31756" fmla="*/ 648 h 5611"/>
                  <a:gd name="connsiteX42-31757" fmla="*/ 4893 w 5074"/>
                  <a:gd name="connsiteY42-31758" fmla="*/ 944 h 5611"/>
                  <a:gd name="connsiteX43-31759" fmla="*/ 4893 w 5074"/>
                  <a:gd name="connsiteY43-31760" fmla="*/ 1022 h 5611"/>
                  <a:gd name="connsiteX44-31761" fmla="*/ 4962 w 5074"/>
                  <a:gd name="connsiteY44-31762" fmla="*/ 1168 h 5611"/>
                  <a:gd name="connsiteX45-31763" fmla="*/ 4977 w 5074"/>
                  <a:gd name="connsiteY45-31764" fmla="*/ 1427 h 5611"/>
                  <a:gd name="connsiteX46-31765" fmla="*/ 4979 w 5074"/>
                  <a:gd name="connsiteY46-31766" fmla="*/ 1617 h 5611"/>
                  <a:gd name="connsiteX47-31767" fmla="*/ 4912 w 5074"/>
                  <a:gd name="connsiteY47-31768" fmla="*/ 1625 h 5611"/>
                  <a:gd name="connsiteX48-31769" fmla="*/ 4890 w 5074"/>
                  <a:gd name="connsiteY48-31770" fmla="*/ 1507 h 5611"/>
                  <a:gd name="connsiteX49-31771" fmla="*/ 4855 w 5074"/>
                  <a:gd name="connsiteY49-31772" fmla="*/ 1450 h 5611"/>
                  <a:gd name="connsiteX50-31773" fmla="*/ 4765 w 5074"/>
                  <a:gd name="connsiteY50-31774" fmla="*/ 1582 h 5611"/>
                  <a:gd name="connsiteX51-31775" fmla="*/ 4652 w 5074"/>
                  <a:gd name="connsiteY51-31776" fmla="*/ 1776 h 5611"/>
                  <a:gd name="connsiteX52-31777" fmla="*/ 4533 w 5074"/>
                  <a:gd name="connsiteY52-31778" fmla="*/ 1904 h 5611"/>
                  <a:gd name="connsiteX53-31779" fmla="*/ 4526 w 5074"/>
                  <a:gd name="connsiteY53-31780" fmla="*/ 2018 h 5611"/>
                  <a:gd name="connsiteX54-31781" fmla="*/ 4586 w 5074"/>
                  <a:gd name="connsiteY54-31782" fmla="*/ 2115 h 5611"/>
                  <a:gd name="connsiteX55-31783" fmla="*/ 4688 w 5074"/>
                  <a:gd name="connsiteY55-31784" fmla="*/ 2183 h 5611"/>
                  <a:gd name="connsiteX56-31785" fmla="*/ 4765 w 5074"/>
                  <a:gd name="connsiteY56-31786" fmla="*/ 2178 h 5611"/>
                  <a:gd name="connsiteX57-31787" fmla="*/ 4810 w 5074"/>
                  <a:gd name="connsiteY57-31788" fmla="*/ 2104 h 5611"/>
                  <a:gd name="connsiteX58-31789" fmla="*/ 4844 w 5074"/>
                  <a:gd name="connsiteY58-31790" fmla="*/ 2210 h 5611"/>
                  <a:gd name="connsiteX59-31791" fmla="*/ 4732 w 5074"/>
                  <a:gd name="connsiteY59-31792" fmla="*/ 2249 h 5611"/>
                  <a:gd name="connsiteX60-31793" fmla="*/ 4779 w 5074"/>
                  <a:gd name="connsiteY60-31794" fmla="*/ 2362 h 5611"/>
                  <a:gd name="connsiteX61-31795" fmla="*/ 4644 w 5074"/>
                  <a:gd name="connsiteY61-31796" fmla="*/ 2509 h 5611"/>
                  <a:gd name="connsiteX62-31797" fmla="*/ 4603 w 5074"/>
                  <a:gd name="connsiteY62-31798" fmla="*/ 2498 h 5611"/>
                  <a:gd name="connsiteX63-31799" fmla="*/ 4479 w 5074"/>
                  <a:gd name="connsiteY63-31800" fmla="*/ 2413 h 5611"/>
                  <a:gd name="connsiteX64-31801" fmla="*/ 4424 w 5074"/>
                  <a:gd name="connsiteY64-31802" fmla="*/ 2412 h 5611"/>
                  <a:gd name="connsiteX65-31803" fmla="*/ 4389 w 5074"/>
                  <a:gd name="connsiteY65-31804" fmla="*/ 2480 h 5611"/>
                  <a:gd name="connsiteX66-31805" fmla="*/ 4392 w 5074"/>
                  <a:gd name="connsiteY66-31806" fmla="*/ 2562 h 5611"/>
                  <a:gd name="connsiteX67-31807" fmla="*/ 4570 w 5074"/>
                  <a:gd name="connsiteY67-31808" fmla="*/ 2730 h 5611"/>
                  <a:gd name="connsiteX68-31809" fmla="*/ 4569 w 5074"/>
                  <a:gd name="connsiteY68-31810" fmla="*/ 2844 h 5611"/>
                  <a:gd name="connsiteX69-31811" fmla="*/ 4660 w 5074"/>
                  <a:gd name="connsiteY69-31812" fmla="*/ 3060 h 5611"/>
                  <a:gd name="connsiteX70-31813" fmla="*/ 4686 w 5074"/>
                  <a:gd name="connsiteY70-31814" fmla="*/ 3090 h 5611"/>
                  <a:gd name="connsiteX71-31815" fmla="*/ 4730 w 5074"/>
                  <a:gd name="connsiteY71-31816" fmla="*/ 3094 h 5611"/>
                  <a:gd name="connsiteX72-31817" fmla="*/ 4776 w 5074"/>
                  <a:gd name="connsiteY72-31818" fmla="*/ 3010 h 5611"/>
                  <a:gd name="connsiteX73-31819" fmla="*/ 4856 w 5074"/>
                  <a:gd name="connsiteY73-31820" fmla="*/ 2950 h 5611"/>
                  <a:gd name="connsiteX74-31821" fmla="*/ 4951 w 5074"/>
                  <a:gd name="connsiteY74-31822" fmla="*/ 3126 h 5611"/>
                  <a:gd name="connsiteX75-31823" fmla="*/ 5061 w 5074"/>
                  <a:gd name="connsiteY75-31824" fmla="*/ 3312 h 5611"/>
                  <a:gd name="connsiteX76-31825" fmla="*/ 5074 w 5074"/>
                  <a:gd name="connsiteY76-31826" fmla="*/ 3342 h 5611"/>
                  <a:gd name="connsiteX77-31827" fmla="*/ 5063 w 5074"/>
                  <a:gd name="connsiteY77-31828" fmla="*/ 3518 h 5611"/>
                  <a:gd name="connsiteX78-31829" fmla="*/ 5028 w 5074"/>
                  <a:gd name="connsiteY78-31830" fmla="*/ 3554 h 5611"/>
                  <a:gd name="connsiteX79-31831" fmla="*/ 4939 w 5074"/>
                  <a:gd name="connsiteY79-31832" fmla="*/ 3515 h 5611"/>
                  <a:gd name="connsiteX80-31833" fmla="*/ 4705 w 5074"/>
                  <a:gd name="connsiteY80-31834" fmla="*/ 3644 h 5611"/>
                  <a:gd name="connsiteX81-31835" fmla="*/ 4679 w 5074"/>
                  <a:gd name="connsiteY81-31836" fmla="*/ 3666 h 5611"/>
                  <a:gd name="connsiteX82-31837" fmla="*/ 4499 w 5074"/>
                  <a:gd name="connsiteY82-31838" fmla="*/ 3812 h 5611"/>
                  <a:gd name="connsiteX83-31839" fmla="*/ 4358 w 5074"/>
                  <a:gd name="connsiteY83-31840" fmla="*/ 3926 h 5611"/>
                  <a:gd name="connsiteX84-31841" fmla="*/ 4323 w 5074"/>
                  <a:gd name="connsiteY84-31842" fmla="*/ 3965 h 5611"/>
                  <a:gd name="connsiteX85-31843" fmla="*/ 4271 w 5074"/>
                  <a:gd name="connsiteY85-31844" fmla="*/ 3973 h 5611"/>
                  <a:gd name="connsiteX86-31845" fmla="*/ 4214 w 5074"/>
                  <a:gd name="connsiteY86-31846" fmla="*/ 3916 h 5611"/>
                  <a:gd name="connsiteX87-31847" fmla="*/ 4090 w 5074"/>
                  <a:gd name="connsiteY87-31848" fmla="*/ 3808 h 5611"/>
                  <a:gd name="connsiteX88-31849" fmla="*/ 4114 w 5074"/>
                  <a:gd name="connsiteY88-31850" fmla="*/ 4064 h 5611"/>
                  <a:gd name="connsiteX89-31851" fmla="*/ 4123 w 5074"/>
                  <a:gd name="connsiteY89-31852" fmla="*/ 4192 h 5611"/>
                  <a:gd name="connsiteX90-31853" fmla="*/ 3861 w 5074"/>
                  <a:gd name="connsiteY90-31854" fmla="*/ 4166 h 5611"/>
                  <a:gd name="connsiteX91-31855" fmla="*/ 3779 w 5074"/>
                  <a:gd name="connsiteY91-31856" fmla="*/ 3987 h 5611"/>
                  <a:gd name="connsiteX92-31857" fmla="*/ 3697 w 5074"/>
                  <a:gd name="connsiteY92-31858" fmla="*/ 3802 h 5611"/>
                  <a:gd name="connsiteX93-31859" fmla="*/ 0 w 5074"/>
                  <a:gd name="connsiteY93-31860" fmla="*/ 5611 h 5611"/>
                  <a:gd name="connsiteX0-31861" fmla="*/ 1068 w 2254"/>
                  <a:gd name="connsiteY0-31862" fmla="*/ 2333 h 4213"/>
                  <a:gd name="connsiteX1-31863" fmla="*/ 1066 w 2254"/>
                  <a:gd name="connsiteY1-31864" fmla="*/ 2117 h 4213"/>
                  <a:gd name="connsiteX2-31865" fmla="*/ 990 w 2254"/>
                  <a:gd name="connsiteY2-31866" fmla="*/ 2039 h 4213"/>
                  <a:gd name="connsiteX3-31867" fmla="*/ 847 w 2254"/>
                  <a:gd name="connsiteY3-31868" fmla="*/ 1951 h 4213"/>
                  <a:gd name="connsiteX4-31869" fmla="*/ 755 w 2254"/>
                  <a:gd name="connsiteY4-31870" fmla="*/ 1827 h 4213"/>
                  <a:gd name="connsiteX5-31871" fmla="*/ 659 w 2254"/>
                  <a:gd name="connsiteY5-31872" fmla="*/ 1828 h 4213"/>
                  <a:gd name="connsiteX6-31873" fmla="*/ 614 w 2254"/>
                  <a:gd name="connsiteY6-31874" fmla="*/ 1883 h 4213"/>
                  <a:gd name="connsiteX7-31875" fmla="*/ 521 w 2254"/>
                  <a:gd name="connsiteY7-31876" fmla="*/ 1877 h 4213"/>
                  <a:gd name="connsiteX8-31877" fmla="*/ 501 w 2254"/>
                  <a:gd name="connsiteY8-31878" fmla="*/ 1994 h 4213"/>
                  <a:gd name="connsiteX9-31879" fmla="*/ 320 w 2254"/>
                  <a:gd name="connsiteY9-31880" fmla="*/ 1941 h 4213"/>
                  <a:gd name="connsiteX10-31881" fmla="*/ 237 w 2254"/>
                  <a:gd name="connsiteY10-31882" fmla="*/ 1939 h 4213"/>
                  <a:gd name="connsiteX11-31883" fmla="*/ 112 w 2254"/>
                  <a:gd name="connsiteY11-31884" fmla="*/ 2014 h 4213"/>
                  <a:gd name="connsiteX12-31885" fmla="*/ 0 w 2254"/>
                  <a:gd name="connsiteY12-31886" fmla="*/ 1890 h 4213"/>
                  <a:gd name="connsiteX13-31887" fmla="*/ 94 w 2254"/>
                  <a:gd name="connsiteY13-31888" fmla="*/ 1804 h 4213"/>
                  <a:gd name="connsiteX14-31889" fmla="*/ 98 w 2254"/>
                  <a:gd name="connsiteY14-31890" fmla="*/ 1634 h 4213"/>
                  <a:gd name="connsiteX15-31891" fmla="*/ 153 w 2254"/>
                  <a:gd name="connsiteY15-31892" fmla="*/ 1514 h 4213"/>
                  <a:gd name="connsiteX16-31893" fmla="*/ 196 w 2254"/>
                  <a:gd name="connsiteY16-31894" fmla="*/ 1306 h 4213"/>
                  <a:gd name="connsiteX17-31895" fmla="*/ 256 w 2254"/>
                  <a:gd name="connsiteY17-31896" fmla="*/ 1307 h 4213"/>
                  <a:gd name="connsiteX18-31897" fmla="*/ 579 w 2254"/>
                  <a:gd name="connsiteY18-31898" fmla="*/ 1286 h 4213"/>
                  <a:gd name="connsiteX19-31899" fmla="*/ 753 w 2254"/>
                  <a:gd name="connsiteY19-31900" fmla="*/ 1117 h 4213"/>
                  <a:gd name="connsiteX20-31901" fmla="*/ 822 w 2254"/>
                  <a:gd name="connsiteY20-31902" fmla="*/ 748 h 4213"/>
                  <a:gd name="connsiteX21-31903" fmla="*/ 932 w 2254"/>
                  <a:gd name="connsiteY21-31904" fmla="*/ 486 h 4213"/>
                  <a:gd name="connsiteX22-31905" fmla="*/ 930 w 2254"/>
                  <a:gd name="connsiteY22-31906" fmla="*/ 358 h 4213"/>
                  <a:gd name="connsiteX23-31907" fmla="*/ 917 w 2254"/>
                  <a:gd name="connsiteY23-31908" fmla="*/ 328 h 4213"/>
                  <a:gd name="connsiteX24-31909" fmla="*/ 850 w 2254"/>
                  <a:gd name="connsiteY24-31910" fmla="*/ 251 h 4213"/>
                  <a:gd name="connsiteX25-31911" fmla="*/ 790 w 2254"/>
                  <a:gd name="connsiteY25-31912" fmla="*/ 217 h 4213"/>
                  <a:gd name="connsiteX26-31913" fmla="*/ 915 w 2254"/>
                  <a:gd name="connsiteY26-31914" fmla="*/ 56 h 4213"/>
                  <a:gd name="connsiteX27-31915" fmla="*/ 1088 w 2254"/>
                  <a:gd name="connsiteY27-31916" fmla="*/ 2 h 4213"/>
                  <a:gd name="connsiteX28-31917" fmla="*/ 1120 w 2254"/>
                  <a:gd name="connsiteY28-31918" fmla="*/ 49 h 4213"/>
                  <a:gd name="connsiteX29-31919" fmla="*/ 1110 w 2254"/>
                  <a:gd name="connsiteY29-31920" fmla="*/ 133 h 4213"/>
                  <a:gd name="connsiteX30-31921" fmla="*/ 1049 w 2254"/>
                  <a:gd name="connsiteY30-31922" fmla="*/ 243 h 4213"/>
                  <a:gd name="connsiteX31-31923" fmla="*/ 1119 w 2254"/>
                  <a:gd name="connsiteY31-31924" fmla="*/ 301 h 4213"/>
                  <a:gd name="connsiteX32-31925" fmla="*/ 1233 w 2254"/>
                  <a:gd name="connsiteY32-31926" fmla="*/ 366 h 4213"/>
                  <a:gd name="connsiteX33-31927" fmla="*/ 1253 w 2254"/>
                  <a:gd name="connsiteY33-31928" fmla="*/ 255 h 4213"/>
                  <a:gd name="connsiteX34-31929" fmla="*/ 1387 w 2254"/>
                  <a:gd name="connsiteY34-31930" fmla="*/ 291 h 4213"/>
                  <a:gd name="connsiteX35-31931" fmla="*/ 1412 w 2254"/>
                  <a:gd name="connsiteY35-31932" fmla="*/ 331 h 4213"/>
                  <a:gd name="connsiteX36-31933" fmla="*/ 1488 w 2254"/>
                  <a:gd name="connsiteY36-31934" fmla="*/ 562 h 4213"/>
                  <a:gd name="connsiteX37-31935" fmla="*/ 1523 w 2254"/>
                  <a:gd name="connsiteY37-31936" fmla="*/ 586 h 4213"/>
                  <a:gd name="connsiteX38-31937" fmla="*/ 1615 w 2254"/>
                  <a:gd name="connsiteY38-31938" fmla="*/ 578 h 4213"/>
                  <a:gd name="connsiteX39-31939" fmla="*/ 1875 w 2254"/>
                  <a:gd name="connsiteY39-31940" fmla="*/ 490 h 4213"/>
                  <a:gd name="connsiteX40-31941" fmla="*/ 2095 w 2254"/>
                  <a:gd name="connsiteY40-31942" fmla="*/ 479 h 4213"/>
                  <a:gd name="connsiteX41-31943" fmla="*/ 2155 w 2254"/>
                  <a:gd name="connsiteY41-31944" fmla="*/ 648 h 4213"/>
                  <a:gd name="connsiteX42-31945" fmla="*/ 2073 w 2254"/>
                  <a:gd name="connsiteY42-31946" fmla="*/ 944 h 4213"/>
                  <a:gd name="connsiteX43-31947" fmla="*/ 2073 w 2254"/>
                  <a:gd name="connsiteY43-31948" fmla="*/ 1022 h 4213"/>
                  <a:gd name="connsiteX44-31949" fmla="*/ 2142 w 2254"/>
                  <a:gd name="connsiteY44-31950" fmla="*/ 1168 h 4213"/>
                  <a:gd name="connsiteX45-31951" fmla="*/ 2157 w 2254"/>
                  <a:gd name="connsiteY45-31952" fmla="*/ 1427 h 4213"/>
                  <a:gd name="connsiteX46-31953" fmla="*/ 2159 w 2254"/>
                  <a:gd name="connsiteY46-31954" fmla="*/ 1617 h 4213"/>
                  <a:gd name="connsiteX47-31955" fmla="*/ 2092 w 2254"/>
                  <a:gd name="connsiteY47-31956" fmla="*/ 1625 h 4213"/>
                  <a:gd name="connsiteX48-31957" fmla="*/ 2070 w 2254"/>
                  <a:gd name="connsiteY48-31958" fmla="*/ 1507 h 4213"/>
                  <a:gd name="connsiteX49-31959" fmla="*/ 2035 w 2254"/>
                  <a:gd name="connsiteY49-31960" fmla="*/ 1450 h 4213"/>
                  <a:gd name="connsiteX50-31961" fmla="*/ 1945 w 2254"/>
                  <a:gd name="connsiteY50-31962" fmla="*/ 1582 h 4213"/>
                  <a:gd name="connsiteX51-31963" fmla="*/ 1832 w 2254"/>
                  <a:gd name="connsiteY51-31964" fmla="*/ 1776 h 4213"/>
                  <a:gd name="connsiteX52-31965" fmla="*/ 1713 w 2254"/>
                  <a:gd name="connsiteY52-31966" fmla="*/ 1904 h 4213"/>
                  <a:gd name="connsiteX53-31967" fmla="*/ 1706 w 2254"/>
                  <a:gd name="connsiteY53-31968" fmla="*/ 2018 h 4213"/>
                  <a:gd name="connsiteX54-31969" fmla="*/ 1766 w 2254"/>
                  <a:gd name="connsiteY54-31970" fmla="*/ 2115 h 4213"/>
                  <a:gd name="connsiteX55-31971" fmla="*/ 1868 w 2254"/>
                  <a:gd name="connsiteY55-31972" fmla="*/ 2183 h 4213"/>
                  <a:gd name="connsiteX56-31973" fmla="*/ 1945 w 2254"/>
                  <a:gd name="connsiteY56-31974" fmla="*/ 2178 h 4213"/>
                  <a:gd name="connsiteX57-31975" fmla="*/ 1990 w 2254"/>
                  <a:gd name="connsiteY57-31976" fmla="*/ 2104 h 4213"/>
                  <a:gd name="connsiteX58-31977" fmla="*/ 2024 w 2254"/>
                  <a:gd name="connsiteY58-31978" fmla="*/ 2210 h 4213"/>
                  <a:gd name="connsiteX59-31979" fmla="*/ 1912 w 2254"/>
                  <a:gd name="connsiteY59-31980" fmla="*/ 2249 h 4213"/>
                  <a:gd name="connsiteX60-31981" fmla="*/ 1959 w 2254"/>
                  <a:gd name="connsiteY60-31982" fmla="*/ 2362 h 4213"/>
                  <a:gd name="connsiteX61-31983" fmla="*/ 1824 w 2254"/>
                  <a:gd name="connsiteY61-31984" fmla="*/ 2509 h 4213"/>
                  <a:gd name="connsiteX62-31985" fmla="*/ 1783 w 2254"/>
                  <a:gd name="connsiteY62-31986" fmla="*/ 2498 h 4213"/>
                  <a:gd name="connsiteX63-31987" fmla="*/ 1659 w 2254"/>
                  <a:gd name="connsiteY63-31988" fmla="*/ 2413 h 4213"/>
                  <a:gd name="connsiteX64-31989" fmla="*/ 1604 w 2254"/>
                  <a:gd name="connsiteY64-31990" fmla="*/ 2412 h 4213"/>
                  <a:gd name="connsiteX65-31991" fmla="*/ 1569 w 2254"/>
                  <a:gd name="connsiteY65-31992" fmla="*/ 2480 h 4213"/>
                  <a:gd name="connsiteX66-31993" fmla="*/ 1572 w 2254"/>
                  <a:gd name="connsiteY66-31994" fmla="*/ 2562 h 4213"/>
                  <a:gd name="connsiteX67-31995" fmla="*/ 1750 w 2254"/>
                  <a:gd name="connsiteY67-31996" fmla="*/ 2730 h 4213"/>
                  <a:gd name="connsiteX68-31997" fmla="*/ 1749 w 2254"/>
                  <a:gd name="connsiteY68-31998" fmla="*/ 2844 h 4213"/>
                  <a:gd name="connsiteX69-31999" fmla="*/ 1840 w 2254"/>
                  <a:gd name="connsiteY69-32000" fmla="*/ 3060 h 4213"/>
                  <a:gd name="connsiteX70-32001" fmla="*/ 1866 w 2254"/>
                  <a:gd name="connsiteY70-32002" fmla="*/ 3090 h 4213"/>
                  <a:gd name="connsiteX71-32003" fmla="*/ 1910 w 2254"/>
                  <a:gd name="connsiteY71-32004" fmla="*/ 3094 h 4213"/>
                  <a:gd name="connsiteX72-32005" fmla="*/ 1956 w 2254"/>
                  <a:gd name="connsiteY72-32006" fmla="*/ 3010 h 4213"/>
                  <a:gd name="connsiteX73-32007" fmla="*/ 2036 w 2254"/>
                  <a:gd name="connsiteY73-32008" fmla="*/ 2950 h 4213"/>
                  <a:gd name="connsiteX74-32009" fmla="*/ 2131 w 2254"/>
                  <a:gd name="connsiteY74-32010" fmla="*/ 3126 h 4213"/>
                  <a:gd name="connsiteX75-32011" fmla="*/ 2241 w 2254"/>
                  <a:gd name="connsiteY75-32012" fmla="*/ 3312 h 4213"/>
                  <a:gd name="connsiteX76-32013" fmla="*/ 2254 w 2254"/>
                  <a:gd name="connsiteY76-32014" fmla="*/ 3342 h 4213"/>
                  <a:gd name="connsiteX77-32015" fmla="*/ 2243 w 2254"/>
                  <a:gd name="connsiteY77-32016" fmla="*/ 3518 h 4213"/>
                  <a:gd name="connsiteX78-32017" fmla="*/ 2208 w 2254"/>
                  <a:gd name="connsiteY78-32018" fmla="*/ 3554 h 4213"/>
                  <a:gd name="connsiteX79-32019" fmla="*/ 2119 w 2254"/>
                  <a:gd name="connsiteY79-32020" fmla="*/ 3515 h 4213"/>
                  <a:gd name="connsiteX80-32021" fmla="*/ 1885 w 2254"/>
                  <a:gd name="connsiteY80-32022" fmla="*/ 3644 h 4213"/>
                  <a:gd name="connsiteX81-32023" fmla="*/ 1859 w 2254"/>
                  <a:gd name="connsiteY81-32024" fmla="*/ 3666 h 4213"/>
                  <a:gd name="connsiteX82-32025" fmla="*/ 1679 w 2254"/>
                  <a:gd name="connsiteY82-32026" fmla="*/ 3812 h 4213"/>
                  <a:gd name="connsiteX83-32027" fmla="*/ 1538 w 2254"/>
                  <a:gd name="connsiteY83-32028" fmla="*/ 3926 h 4213"/>
                  <a:gd name="connsiteX84-32029" fmla="*/ 1503 w 2254"/>
                  <a:gd name="connsiteY84-32030" fmla="*/ 3965 h 4213"/>
                  <a:gd name="connsiteX85-32031" fmla="*/ 1451 w 2254"/>
                  <a:gd name="connsiteY85-32032" fmla="*/ 3973 h 4213"/>
                  <a:gd name="connsiteX86-32033" fmla="*/ 1394 w 2254"/>
                  <a:gd name="connsiteY86-32034" fmla="*/ 3916 h 4213"/>
                  <a:gd name="connsiteX87-32035" fmla="*/ 1270 w 2254"/>
                  <a:gd name="connsiteY87-32036" fmla="*/ 3808 h 4213"/>
                  <a:gd name="connsiteX88-32037" fmla="*/ 1294 w 2254"/>
                  <a:gd name="connsiteY88-32038" fmla="*/ 4064 h 4213"/>
                  <a:gd name="connsiteX89-32039" fmla="*/ 1303 w 2254"/>
                  <a:gd name="connsiteY89-32040" fmla="*/ 4192 h 4213"/>
                  <a:gd name="connsiteX90-32041" fmla="*/ 1041 w 2254"/>
                  <a:gd name="connsiteY90-32042" fmla="*/ 4166 h 4213"/>
                  <a:gd name="connsiteX91-32043" fmla="*/ 959 w 2254"/>
                  <a:gd name="connsiteY91-32044" fmla="*/ 3987 h 4213"/>
                  <a:gd name="connsiteX92-32045" fmla="*/ 877 w 2254"/>
                  <a:gd name="connsiteY92-32046" fmla="*/ 3802 h 4213"/>
                  <a:gd name="connsiteX0-32047" fmla="*/ 1068 w 2254"/>
                  <a:gd name="connsiteY0-32048" fmla="*/ 2333 h 4213"/>
                  <a:gd name="connsiteX1-32049" fmla="*/ 1066 w 2254"/>
                  <a:gd name="connsiteY1-32050" fmla="*/ 2117 h 4213"/>
                  <a:gd name="connsiteX2-32051" fmla="*/ 990 w 2254"/>
                  <a:gd name="connsiteY2-32052" fmla="*/ 2039 h 4213"/>
                  <a:gd name="connsiteX3-32053" fmla="*/ 847 w 2254"/>
                  <a:gd name="connsiteY3-32054" fmla="*/ 1951 h 4213"/>
                  <a:gd name="connsiteX4-32055" fmla="*/ 755 w 2254"/>
                  <a:gd name="connsiteY4-32056" fmla="*/ 1827 h 4213"/>
                  <a:gd name="connsiteX5-32057" fmla="*/ 659 w 2254"/>
                  <a:gd name="connsiteY5-32058" fmla="*/ 1828 h 4213"/>
                  <a:gd name="connsiteX6-32059" fmla="*/ 614 w 2254"/>
                  <a:gd name="connsiteY6-32060" fmla="*/ 1883 h 4213"/>
                  <a:gd name="connsiteX7-32061" fmla="*/ 521 w 2254"/>
                  <a:gd name="connsiteY7-32062" fmla="*/ 1877 h 4213"/>
                  <a:gd name="connsiteX8-32063" fmla="*/ 501 w 2254"/>
                  <a:gd name="connsiteY8-32064" fmla="*/ 1994 h 4213"/>
                  <a:gd name="connsiteX9-32065" fmla="*/ 320 w 2254"/>
                  <a:gd name="connsiteY9-32066" fmla="*/ 1941 h 4213"/>
                  <a:gd name="connsiteX10-32067" fmla="*/ 237 w 2254"/>
                  <a:gd name="connsiteY10-32068" fmla="*/ 1939 h 4213"/>
                  <a:gd name="connsiteX11-32069" fmla="*/ 112 w 2254"/>
                  <a:gd name="connsiteY11-32070" fmla="*/ 2014 h 4213"/>
                  <a:gd name="connsiteX12-32071" fmla="*/ 0 w 2254"/>
                  <a:gd name="connsiteY12-32072" fmla="*/ 1890 h 4213"/>
                  <a:gd name="connsiteX13-32073" fmla="*/ 94 w 2254"/>
                  <a:gd name="connsiteY13-32074" fmla="*/ 1804 h 4213"/>
                  <a:gd name="connsiteX14-32075" fmla="*/ 98 w 2254"/>
                  <a:gd name="connsiteY14-32076" fmla="*/ 1634 h 4213"/>
                  <a:gd name="connsiteX15-32077" fmla="*/ 153 w 2254"/>
                  <a:gd name="connsiteY15-32078" fmla="*/ 1514 h 4213"/>
                  <a:gd name="connsiteX16-32079" fmla="*/ 196 w 2254"/>
                  <a:gd name="connsiteY16-32080" fmla="*/ 1306 h 4213"/>
                  <a:gd name="connsiteX17-32081" fmla="*/ 256 w 2254"/>
                  <a:gd name="connsiteY17-32082" fmla="*/ 1307 h 4213"/>
                  <a:gd name="connsiteX18-32083" fmla="*/ 579 w 2254"/>
                  <a:gd name="connsiteY18-32084" fmla="*/ 1286 h 4213"/>
                  <a:gd name="connsiteX19-32085" fmla="*/ 753 w 2254"/>
                  <a:gd name="connsiteY19-32086" fmla="*/ 1117 h 4213"/>
                  <a:gd name="connsiteX20-32087" fmla="*/ 822 w 2254"/>
                  <a:gd name="connsiteY20-32088" fmla="*/ 748 h 4213"/>
                  <a:gd name="connsiteX21-32089" fmla="*/ 932 w 2254"/>
                  <a:gd name="connsiteY21-32090" fmla="*/ 486 h 4213"/>
                  <a:gd name="connsiteX22-32091" fmla="*/ 930 w 2254"/>
                  <a:gd name="connsiteY22-32092" fmla="*/ 358 h 4213"/>
                  <a:gd name="connsiteX23-32093" fmla="*/ 917 w 2254"/>
                  <a:gd name="connsiteY23-32094" fmla="*/ 328 h 4213"/>
                  <a:gd name="connsiteX24-32095" fmla="*/ 850 w 2254"/>
                  <a:gd name="connsiteY24-32096" fmla="*/ 251 h 4213"/>
                  <a:gd name="connsiteX25-32097" fmla="*/ 790 w 2254"/>
                  <a:gd name="connsiteY25-32098" fmla="*/ 217 h 4213"/>
                  <a:gd name="connsiteX26-32099" fmla="*/ 915 w 2254"/>
                  <a:gd name="connsiteY26-32100" fmla="*/ 56 h 4213"/>
                  <a:gd name="connsiteX27-32101" fmla="*/ 1088 w 2254"/>
                  <a:gd name="connsiteY27-32102" fmla="*/ 2 h 4213"/>
                  <a:gd name="connsiteX28-32103" fmla="*/ 1120 w 2254"/>
                  <a:gd name="connsiteY28-32104" fmla="*/ 49 h 4213"/>
                  <a:gd name="connsiteX29-32105" fmla="*/ 1110 w 2254"/>
                  <a:gd name="connsiteY29-32106" fmla="*/ 133 h 4213"/>
                  <a:gd name="connsiteX30-32107" fmla="*/ 1049 w 2254"/>
                  <a:gd name="connsiteY30-32108" fmla="*/ 243 h 4213"/>
                  <a:gd name="connsiteX31-32109" fmla="*/ 1119 w 2254"/>
                  <a:gd name="connsiteY31-32110" fmla="*/ 301 h 4213"/>
                  <a:gd name="connsiteX32-32111" fmla="*/ 1233 w 2254"/>
                  <a:gd name="connsiteY32-32112" fmla="*/ 366 h 4213"/>
                  <a:gd name="connsiteX33-32113" fmla="*/ 1253 w 2254"/>
                  <a:gd name="connsiteY33-32114" fmla="*/ 255 h 4213"/>
                  <a:gd name="connsiteX34-32115" fmla="*/ 1387 w 2254"/>
                  <a:gd name="connsiteY34-32116" fmla="*/ 291 h 4213"/>
                  <a:gd name="connsiteX35-32117" fmla="*/ 1412 w 2254"/>
                  <a:gd name="connsiteY35-32118" fmla="*/ 331 h 4213"/>
                  <a:gd name="connsiteX36-32119" fmla="*/ 1488 w 2254"/>
                  <a:gd name="connsiteY36-32120" fmla="*/ 562 h 4213"/>
                  <a:gd name="connsiteX37-32121" fmla="*/ 1523 w 2254"/>
                  <a:gd name="connsiteY37-32122" fmla="*/ 586 h 4213"/>
                  <a:gd name="connsiteX38-32123" fmla="*/ 1615 w 2254"/>
                  <a:gd name="connsiteY38-32124" fmla="*/ 578 h 4213"/>
                  <a:gd name="connsiteX39-32125" fmla="*/ 1875 w 2254"/>
                  <a:gd name="connsiteY39-32126" fmla="*/ 490 h 4213"/>
                  <a:gd name="connsiteX40-32127" fmla="*/ 2095 w 2254"/>
                  <a:gd name="connsiteY40-32128" fmla="*/ 479 h 4213"/>
                  <a:gd name="connsiteX41-32129" fmla="*/ 2155 w 2254"/>
                  <a:gd name="connsiteY41-32130" fmla="*/ 648 h 4213"/>
                  <a:gd name="connsiteX42-32131" fmla="*/ 2073 w 2254"/>
                  <a:gd name="connsiteY42-32132" fmla="*/ 944 h 4213"/>
                  <a:gd name="connsiteX43-32133" fmla="*/ 2073 w 2254"/>
                  <a:gd name="connsiteY43-32134" fmla="*/ 1022 h 4213"/>
                  <a:gd name="connsiteX44-32135" fmla="*/ 2142 w 2254"/>
                  <a:gd name="connsiteY44-32136" fmla="*/ 1168 h 4213"/>
                  <a:gd name="connsiteX45-32137" fmla="*/ 2157 w 2254"/>
                  <a:gd name="connsiteY45-32138" fmla="*/ 1427 h 4213"/>
                  <a:gd name="connsiteX46-32139" fmla="*/ 2159 w 2254"/>
                  <a:gd name="connsiteY46-32140" fmla="*/ 1617 h 4213"/>
                  <a:gd name="connsiteX47-32141" fmla="*/ 2092 w 2254"/>
                  <a:gd name="connsiteY47-32142" fmla="*/ 1625 h 4213"/>
                  <a:gd name="connsiteX48-32143" fmla="*/ 2070 w 2254"/>
                  <a:gd name="connsiteY48-32144" fmla="*/ 1507 h 4213"/>
                  <a:gd name="connsiteX49-32145" fmla="*/ 2035 w 2254"/>
                  <a:gd name="connsiteY49-32146" fmla="*/ 1450 h 4213"/>
                  <a:gd name="connsiteX50-32147" fmla="*/ 1945 w 2254"/>
                  <a:gd name="connsiteY50-32148" fmla="*/ 1582 h 4213"/>
                  <a:gd name="connsiteX51-32149" fmla="*/ 1832 w 2254"/>
                  <a:gd name="connsiteY51-32150" fmla="*/ 1776 h 4213"/>
                  <a:gd name="connsiteX52-32151" fmla="*/ 1713 w 2254"/>
                  <a:gd name="connsiteY52-32152" fmla="*/ 1904 h 4213"/>
                  <a:gd name="connsiteX53-32153" fmla="*/ 1706 w 2254"/>
                  <a:gd name="connsiteY53-32154" fmla="*/ 2018 h 4213"/>
                  <a:gd name="connsiteX54-32155" fmla="*/ 1766 w 2254"/>
                  <a:gd name="connsiteY54-32156" fmla="*/ 2115 h 4213"/>
                  <a:gd name="connsiteX55-32157" fmla="*/ 1868 w 2254"/>
                  <a:gd name="connsiteY55-32158" fmla="*/ 2183 h 4213"/>
                  <a:gd name="connsiteX56-32159" fmla="*/ 1945 w 2254"/>
                  <a:gd name="connsiteY56-32160" fmla="*/ 2178 h 4213"/>
                  <a:gd name="connsiteX57-32161" fmla="*/ 1990 w 2254"/>
                  <a:gd name="connsiteY57-32162" fmla="*/ 2104 h 4213"/>
                  <a:gd name="connsiteX58-32163" fmla="*/ 2024 w 2254"/>
                  <a:gd name="connsiteY58-32164" fmla="*/ 2210 h 4213"/>
                  <a:gd name="connsiteX59-32165" fmla="*/ 1912 w 2254"/>
                  <a:gd name="connsiteY59-32166" fmla="*/ 2249 h 4213"/>
                  <a:gd name="connsiteX60-32167" fmla="*/ 1959 w 2254"/>
                  <a:gd name="connsiteY60-32168" fmla="*/ 2362 h 4213"/>
                  <a:gd name="connsiteX61-32169" fmla="*/ 1824 w 2254"/>
                  <a:gd name="connsiteY61-32170" fmla="*/ 2509 h 4213"/>
                  <a:gd name="connsiteX62-32171" fmla="*/ 1783 w 2254"/>
                  <a:gd name="connsiteY62-32172" fmla="*/ 2498 h 4213"/>
                  <a:gd name="connsiteX63-32173" fmla="*/ 1659 w 2254"/>
                  <a:gd name="connsiteY63-32174" fmla="*/ 2413 h 4213"/>
                  <a:gd name="connsiteX64-32175" fmla="*/ 1604 w 2254"/>
                  <a:gd name="connsiteY64-32176" fmla="*/ 2412 h 4213"/>
                  <a:gd name="connsiteX65-32177" fmla="*/ 1569 w 2254"/>
                  <a:gd name="connsiteY65-32178" fmla="*/ 2480 h 4213"/>
                  <a:gd name="connsiteX66-32179" fmla="*/ 1572 w 2254"/>
                  <a:gd name="connsiteY66-32180" fmla="*/ 2562 h 4213"/>
                  <a:gd name="connsiteX67-32181" fmla="*/ 1750 w 2254"/>
                  <a:gd name="connsiteY67-32182" fmla="*/ 2730 h 4213"/>
                  <a:gd name="connsiteX68-32183" fmla="*/ 1749 w 2254"/>
                  <a:gd name="connsiteY68-32184" fmla="*/ 2844 h 4213"/>
                  <a:gd name="connsiteX69-32185" fmla="*/ 1840 w 2254"/>
                  <a:gd name="connsiteY69-32186" fmla="*/ 3060 h 4213"/>
                  <a:gd name="connsiteX70-32187" fmla="*/ 1866 w 2254"/>
                  <a:gd name="connsiteY70-32188" fmla="*/ 3090 h 4213"/>
                  <a:gd name="connsiteX71-32189" fmla="*/ 1910 w 2254"/>
                  <a:gd name="connsiteY71-32190" fmla="*/ 3094 h 4213"/>
                  <a:gd name="connsiteX72-32191" fmla="*/ 1956 w 2254"/>
                  <a:gd name="connsiteY72-32192" fmla="*/ 3010 h 4213"/>
                  <a:gd name="connsiteX73-32193" fmla="*/ 2036 w 2254"/>
                  <a:gd name="connsiteY73-32194" fmla="*/ 2950 h 4213"/>
                  <a:gd name="connsiteX74-32195" fmla="*/ 2131 w 2254"/>
                  <a:gd name="connsiteY74-32196" fmla="*/ 3126 h 4213"/>
                  <a:gd name="connsiteX75-32197" fmla="*/ 2241 w 2254"/>
                  <a:gd name="connsiteY75-32198" fmla="*/ 3312 h 4213"/>
                  <a:gd name="connsiteX76-32199" fmla="*/ 2254 w 2254"/>
                  <a:gd name="connsiteY76-32200" fmla="*/ 3342 h 4213"/>
                  <a:gd name="connsiteX77-32201" fmla="*/ 2243 w 2254"/>
                  <a:gd name="connsiteY77-32202" fmla="*/ 3518 h 4213"/>
                  <a:gd name="connsiteX78-32203" fmla="*/ 2208 w 2254"/>
                  <a:gd name="connsiteY78-32204" fmla="*/ 3554 h 4213"/>
                  <a:gd name="connsiteX79-32205" fmla="*/ 2119 w 2254"/>
                  <a:gd name="connsiteY79-32206" fmla="*/ 3515 h 4213"/>
                  <a:gd name="connsiteX80-32207" fmla="*/ 1885 w 2254"/>
                  <a:gd name="connsiteY80-32208" fmla="*/ 3644 h 4213"/>
                  <a:gd name="connsiteX81-32209" fmla="*/ 1859 w 2254"/>
                  <a:gd name="connsiteY81-32210" fmla="*/ 3666 h 4213"/>
                  <a:gd name="connsiteX82-32211" fmla="*/ 1679 w 2254"/>
                  <a:gd name="connsiteY82-32212" fmla="*/ 3812 h 4213"/>
                  <a:gd name="connsiteX83-32213" fmla="*/ 1538 w 2254"/>
                  <a:gd name="connsiteY83-32214" fmla="*/ 3926 h 4213"/>
                  <a:gd name="connsiteX84-32215" fmla="*/ 1503 w 2254"/>
                  <a:gd name="connsiteY84-32216" fmla="*/ 3965 h 4213"/>
                  <a:gd name="connsiteX85-32217" fmla="*/ 1451 w 2254"/>
                  <a:gd name="connsiteY85-32218" fmla="*/ 3973 h 4213"/>
                  <a:gd name="connsiteX86-32219" fmla="*/ 1394 w 2254"/>
                  <a:gd name="connsiteY86-32220" fmla="*/ 3916 h 4213"/>
                  <a:gd name="connsiteX87-32221" fmla="*/ 1270 w 2254"/>
                  <a:gd name="connsiteY87-32222" fmla="*/ 3808 h 4213"/>
                  <a:gd name="connsiteX88-32223" fmla="*/ 1294 w 2254"/>
                  <a:gd name="connsiteY88-32224" fmla="*/ 4064 h 4213"/>
                  <a:gd name="connsiteX89-32225" fmla="*/ 1303 w 2254"/>
                  <a:gd name="connsiteY89-32226" fmla="*/ 4192 h 4213"/>
                  <a:gd name="connsiteX90-32227" fmla="*/ 1041 w 2254"/>
                  <a:gd name="connsiteY90-32228" fmla="*/ 4166 h 4213"/>
                  <a:gd name="connsiteX91-32229" fmla="*/ 959 w 2254"/>
                  <a:gd name="connsiteY91-32230" fmla="*/ 3987 h 4213"/>
                  <a:gd name="connsiteX92-32231" fmla="*/ 877 w 2254"/>
                  <a:gd name="connsiteY92-32232" fmla="*/ 3802 h 4213"/>
                  <a:gd name="connsiteX93-32233" fmla="*/ 885 w 2254"/>
                  <a:gd name="connsiteY93-32234" fmla="*/ 3800 h 4213"/>
                  <a:gd name="connsiteX0-32235" fmla="*/ 1068 w 2254"/>
                  <a:gd name="connsiteY0-32236" fmla="*/ 2333 h 4213"/>
                  <a:gd name="connsiteX1-32237" fmla="*/ 1066 w 2254"/>
                  <a:gd name="connsiteY1-32238" fmla="*/ 2117 h 4213"/>
                  <a:gd name="connsiteX2-32239" fmla="*/ 990 w 2254"/>
                  <a:gd name="connsiteY2-32240" fmla="*/ 2039 h 4213"/>
                  <a:gd name="connsiteX3-32241" fmla="*/ 847 w 2254"/>
                  <a:gd name="connsiteY3-32242" fmla="*/ 1951 h 4213"/>
                  <a:gd name="connsiteX4-32243" fmla="*/ 755 w 2254"/>
                  <a:gd name="connsiteY4-32244" fmla="*/ 1827 h 4213"/>
                  <a:gd name="connsiteX5-32245" fmla="*/ 659 w 2254"/>
                  <a:gd name="connsiteY5-32246" fmla="*/ 1828 h 4213"/>
                  <a:gd name="connsiteX6-32247" fmla="*/ 614 w 2254"/>
                  <a:gd name="connsiteY6-32248" fmla="*/ 1883 h 4213"/>
                  <a:gd name="connsiteX7-32249" fmla="*/ 521 w 2254"/>
                  <a:gd name="connsiteY7-32250" fmla="*/ 1877 h 4213"/>
                  <a:gd name="connsiteX8-32251" fmla="*/ 501 w 2254"/>
                  <a:gd name="connsiteY8-32252" fmla="*/ 1994 h 4213"/>
                  <a:gd name="connsiteX9-32253" fmla="*/ 320 w 2254"/>
                  <a:gd name="connsiteY9-32254" fmla="*/ 1941 h 4213"/>
                  <a:gd name="connsiteX10-32255" fmla="*/ 237 w 2254"/>
                  <a:gd name="connsiteY10-32256" fmla="*/ 1939 h 4213"/>
                  <a:gd name="connsiteX11-32257" fmla="*/ 112 w 2254"/>
                  <a:gd name="connsiteY11-32258" fmla="*/ 2014 h 4213"/>
                  <a:gd name="connsiteX12-32259" fmla="*/ 0 w 2254"/>
                  <a:gd name="connsiteY12-32260" fmla="*/ 1890 h 4213"/>
                  <a:gd name="connsiteX13-32261" fmla="*/ 94 w 2254"/>
                  <a:gd name="connsiteY13-32262" fmla="*/ 1804 h 4213"/>
                  <a:gd name="connsiteX14-32263" fmla="*/ 98 w 2254"/>
                  <a:gd name="connsiteY14-32264" fmla="*/ 1634 h 4213"/>
                  <a:gd name="connsiteX15-32265" fmla="*/ 153 w 2254"/>
                  <a:gd name="connsiteY15-32266" fmla="*/ 1514 h 4213"/>
                  <a:gd name="connsiteX16-32267" fmla="*/ 196 w 2254"/>
                  <a:gd name="connsiteY16-32268" fmla="*/ 1306 h 4213"/>
                  <a:gd name="connsiteX17-32269" fmla="*/ 256 w 2254"/>
                  <a:gd name="connsiteY17-32270" fmla="*/ 1307 h 4213"/>
                  <a:gd name="connsiteX18-32271" fmla="*/ 579 w 2254"/>
                  <a:gd name="connsiteY18-32272" fmla="*/ 1286 h 4213"/>
                  <a:gd name="connsiteX19-32273" fmla="*/ 753 w 2254"/>
                  <a:gd name="connsiteY19-32274" fmla="*/ 1117 h 4213"/>
                  <a:gd name="connsiteX20-32275" fmla="*/ 822 w 2254"/>
                  <a:gd name="connsiteY20-32276" fmla="*/ 748 h 4213"/>
                  <a:gd name="connsiteX21-32277" fmla="*/ 932 w 2254"/>
                  <a:gd name="connsiteY21-32278" fmla="*/ 486 h 4213"/>
                  <a:gd name="connsiteX22-32279" fmla="*/ 930 w 2254"/>
                  <a:gd name="connsiteY22-32280" fmla="*/ 358 h 4213"/>
                  <a:gd name="connsiteX23-32281" fmla="*/ 917 w 2254"/>
                  <a:gd name="connsiteY23-32282" fmla="*/ 328 h 4213"/>
                  <a:gd name="connsiteX24-32283" fmla="*/ 850 w 2254"/>
                  <a:gd name="connsiteY24-32284" fmla="*/ 251 h 4213"/>
                  <a:gd name="connsiteX25-32285" fmla="*/ 790 w 2254"/>
                  <a:gd name="connsiteY25-32286" fmla="*/ 217 h 4213"/>
                  <a:gd name="connsiteX26-32287" fmla="*/ 915 w 2254"/>
                  <a:gd name="connsiteY26-32288" fmla="*/ 56 h 4213"/>
                  <a:gd name="connsiteX27-32289" fmla="*/ 1088 w 2254"/>
                  <a:gd name="connsiteY27-32290" fmla="*/ 2 h 4213"/>
                  <a:gd name="connsiteX28-32291" fmla="*/ 1120 w 2254"/>
                  <a:gd name="connsiteY28-32292" fmla="*/ 49 h 4213"/>
                  <a:gd name="connsiteX29-32293" fmla="*/ 1110 w 2254"/>
                  <a:gd name="connsiteY29-32294" fmla="*/ 133 h 4213"/>
                  <a:gd name="connsiteX30-32295" fmla="*/ 1049 w 2254"/>
                  <a:gd name="connsiteY30-32296" fmla="*/ 243 h 4213"/>
                  <a:gd name="connsiteX31-32297" fmla="*/ 1119 w 2254"/>
                  <a:gd name="connsiteY31-32298" fmla="*/ 301 h 4213"/>
                  <a:gd name="connsiteX32-32299" fmla="*/ 1233 w 2254"/>
                  <a:gd name="connsiteY32-32300" fmla="*/ 366 h 4213"/>
                  <a:gd name="connsiteX33-32301" fmla="*/ 1253 w 2254"/>
                  <a:gd name="connsiteY33-32302" fmla="*/ 255 h 4213"/>
                  <a:gd name="connsiteX34-32303" fmla="*/ 1387 w 2254"/>
                  <a:gd name="connsiteY34-32304" fmla="*/ 291 h 4213"/>
                  <a:gd name="connsiteX35-32305" fmla="*/ 1412 w 2254"/>
                  <a:gd name="connsiteY35-32306" fmla="*/ 331 h 4213"/>
                  <a:gd name="connsiteX36-32307" fmla="*/ 1488 w 2254"/>
                  <a:gd name="connsiteY36-32308" fmla="*/ 562 h 4213"/>
                  <a:gd name="connsiteX37-32309" fmla="*/ 1523 w 2254"/>
                  <a:gd name="connsiteY37-32310" fmla="*/ 586 h 4213"/>
                  <a:gd name="connsiteX38-32311" fmla="*/ 1615 w 2254"/>
                  <a:gd name="connsiteY38-32312" fmla="*/ 578 h 4213"/>
                  <a:gd name="connsiteX39-32313" fmla="*/ 1875 w 2254"/>
                  <a:gd name="connsiteY39-32314" fmla="*/ 490 h 4213"/>
                  <a:gd name="connsiteX40-32315" fmla="*/ 2095 w 2254"/>
                  <a:gd name="connsiteY40-32316" fmla="*/ 479 h 4213"/>
                  <a:gd name="connsiteX41-32317" fmla="*/ 2155 w 2254"/>
                  <a:gd name="connsiteY41-32318" fmla="*/ 648 h 4213"/>
                  <a:gd name="connsiteX42-32319" fmla="*/ 2073 w 2254"/>
                  <a:gd name="connsiteY42-32320" fmla="*/ 944 h 4213"/>
                  <a:gd name="connsiteX43-32321" fmla="*/ 2073 w 2254"/>
                  <a:gd name="connsiteY43-32322" fmla="*/ 1022 h 4213"/>
                  <a:gd name="connsiteX44-32323" fmla="*/ 2142 w 2254"/>
                  <a:gd name="connsiteY44-32324" fmla="*/ 1168 h 4213"/>
                  <a:gd name="connsiteX45-32325" fmla="*/ 2157 w 2254"/>
                  <a:gd name="connsiteY45-32326" fmla="*/ 1427 h 4213"/>
                  <a:gd name="connsiteX46-32327" fmla="*/ 2159 w 2254"/>
                  <a:gd name="connsiteY46-32328" fmla="*/ 1617 h 4213"/>
                  <a:gd name="connsiteX47-32329" fmla="*/ 2092 w 2254"/>
                  <a:gd name="connsiteY47-32330" fmla="*/ 1625 h 4213"/>
                  <a:gd name="connsiteX48-32331" fmla="*/ 2070 w 2254"/>
                  <a:gd name="connsiteY48-32332" fmla="*/ 1507 h 4213"/>
                  <a:gd name="connsiteX49-32333" fmla="*/ 2035 w 2254"/>
                  <a:gd name="connsiteY49-32334" fmla="*/ 1450 h 4213"/>
                  <a:gd name="connsiteX50-32335" fmla="*/ 1945 w 2254"/>
                  <a:gd name="connsiteY50-32336" fmla="*/ 1582 h 4213"/>
                  <a:gd name="connsiteX51-32337" fmla="*/ 1832 w 2254"/>
                  <a:gd name="connsiteY51-32338" fmla="*/ 1776 h 4213"/>
                  <a:gd name="connsiteX52-32339" fmla="*/ 1713 w 2254"/>
                  <a:gd name="connsiteY52-32340" fmla="*/ 1904 h 4213"/>
                  <a:gd name="connsiteX53-32341" fmla="*/ 1706 w 2254"/>
                  <a:gd name="connsiteY53-32342" fmla="*/ 2018 h 4213"/>
                  <a:gd name="connsiteX54-32343" fmla="*/ 1766 w 2254"/>
                  <a:gd name="connsiteY54-32344" fmla="*/ 2115 h 4213"/>
                  <a:gd name="connsiteX55-32345" fmla="*/ 1868 w 2254"/>
                  <a:gd name="connsiteY55-32346" fmla="*/ 2183 h 4213"/>
                  <a:gd name="connsiteX56-32347" fmla="*/ 1945 w 2254"/>
                  <a:gd name="connsiteY56-32348" fmla="*/ 2178 h 4213"/>
                  <a:gd name="connsiteX57-32349" fmla="*/ 1990 w 2254"/>
                  <a:gd name="connsiteY57-32350" fmla="*/ 2104 h 4213"/>
                  <a:gd name="connsiteX58-32351" fmla="*/ 2024 w 2254"/>
                  <a:gd name="connsiteY58-32352" fmla="*/ 2210 h 4213"/>
                  <a:gd name="connsiteX59-32353" fmla="*/ 1912 w 2254"/>
                  <a:gd name="connsiteY59-32354" fmla="*/ 2249 h 4213"/>
                  <a:gd name="connsiteX60-32355" fmla="*/ 1959 w 2254"/>
                  <a:gd name="connsiteY60-32356" fmla="*/ 2362 h 4213"/>
                  <a:gd name="connsiteX61-32357" fmla="*/ 1824 w 2254"/>
                  <a:gd name="connsiteY61-32358" fmla="*/ 2509 h 4213"/>
                  <a:gd name="connsiteX62-32359" fmla="*/ 1783 w 2254"/>
                  <a:gd name="connsiteY62-32360" fmla="*/ 2498 h 4213"/>
                  <a:gd name="connsiteX63-32361" fmla="*/ 1659 w 2254"/>
                  <a:gd name="connsiteY63-32362" fmla="*/ 2413 h 4213"/>
                  <a:gd name="connsiteX64-32363" fmla="*/ 1604 w 2254"/>
                  <a:gd name="connsiteY64-32364" fmla="*/ 2412 h 4213"/>
                  <a:gd name="connsiteX65-32365" fmla="*/ 1569 w 2254"/>
                  <a:gd name="connsiteY65-32366" fmla="*/ 2480 h 4213"/>
                  <a:gd name="connsiteX66-32367" fmla="*/ 1572 w 2254"/>
                  <a:gd name="connsiteY66-32368" fmla="*/ 2562 h 4213"/>
                  <a:gd name="connsiteX67-32369" fmla="*/ 1750 w 2254"/>
                  <a:gd name="connsiteY67-32370" fmla="*/ 2730 h 4213"/>
                  <a:gd name="connsiteX68-32371" fmla="*/ 1749 w 2254"/>
                  <a:gd name="connsiteY68-32372" fmla="*/ 2844 h 4213"/>
                  <a:gd name="connsiteX69-32373" fmla="*/ 1840 w 2254"/>
                  <a:gd name="connsiteY69-32374" fmla="*/ 3060 h 4213"/>
                  <a:gd name="connsiteX70-32375" fmla="*/ 1866 w 2254"/>
                  <a:gd name="connsiteY70-32376" fmla="*/ 3090 h 4213"/>
                  <a:gd name="connsiteX71-32377" fmla="*/ 1910 w 2254"/>
                  <a:gd name="connsiteY71-32378" fmla="*/ 3094 h 4213"/>
                  <a:gd name="connsiteX72-32379" fmla="*/ 1956 w 2254"/>
                  <a:gd name="connsiteY72-32380" fmla="*/ 3010 h 4213"/>
                  <a:gd name="connsiteX73-32381" fmla="*/ 2036 w 2254"/>
                  <a:gd name="connsiteY73-32382" fmla="*/ 2950 h 4213"/>
                  <a:gd name="connsiteX74-32383" fmla="*/ 2131 w 2254"/>
                  <a:gd name="connsiteY74-32384" fmla="*/ 3126 h 4213"/>
                  <a:gd name="connsiteX75-32385" fmla="*/ 2241 w 2254"/>
                  <a:gd name="connsiteY75-32386" fmla="*/ 3312 h 4213"/>
                  <a:gd name="connsiteX76-32387" fmla="*/ 2254 w 2254"/>
                  <a:gd name="connsiteY76-32388" fmla="*/ 3342 h 4213"/>
                  <a:gd name="connsiteX77-32389" fmla="*/ 2243 w 2254"/>
                  <a:gd name="connsiteY77-32390" fmla="*/ 3518 h 4213"/>
                  <a:gd name="connsiteX78-32391" fmla="*/ 2208 w 2254"/>
                  <a:gd name="connsiteY78-32392" fmla="*/ 3554 h 4213"/>
                  <a:gd name="connsiteX79-32393" fmla="*/ 2119 w 2254"/>
                  <a:gd name="connsiteY79-32394" fmla="*/ 3515 h 4213"/>
                  <a:gd name="connsiteX80-32395" fmla="*/ 1885 w 2254"/>
                  <a:gd name="connsiteY80-32396" fmla="*/ 3644 h 4213"/>
                  <a:gd name="connsiteX81-32397" fmla="*/ 1859 w 2254"/>
                  <a:gd name="connsiteY81-32398" fmla="*/ 3666 h 4213"/>
                  <a:gd name="connsiteX82-32399" fmla="*/ 1679 w 2254"/>
                  <a:gd name="connsiteY82-32400" fmla="*/ 3812 h 4213"/>
                  <a:gd name="connsiteX83-32401" fmla="*/ 1538 w 2254"/>
                  <a:gd name="connsiteY83-32402" fmla="*/ 3926 h 4213"/>
                  <a:gd name="connsiteX84-32403" fmla="*/ 1503 w 2254"/>
                  <a:gd name="connsiteY84-32404" fmla="*/ 3965 h 4213"/>
                  <a:gd name="connsiteX85-32405" fmla="*/ 1451 w 2254"/>
                  <a:gd name="connsiteY85-32406" fmla="*/ 3973 h 4213"/>
                  <a:gd name="connsiteX86-32407" fmla="*/ 1394 w 2254"/>
                  <a:gd name="connsiteY86-32408" fmla="*/ 3916 h 4213"/>
                  <a:gd name="connsiteX87-32409" fmla="*/ 1270 w 2254"/>
                  <a:gd name="connsiteY87-32410" fmla="*/ 3808 h 4213"/>
                  <a:gd name="connsiteX88-32411" fmla="*/ 1294 w 2254"/>
                  <a:gd name="connsiteY88-32412" fmla="*/ 4064 h 4213"/>
                  <a:gd name="connsiteX89-32413" fmla="*/ 1303 w 2254"/>
                  <a:gd name="connsiteY89-32414" fmla="*/ 4192 h 4213"/>
                  <a:gd name="connsiteX90-32415" fmla="*/ 1041 w 2254"/>
                  <a:gd name="connsiteY90-32416" fmla="*/ 4166 h 4213"/>
                  <a:gd name="connsiteX91-32417" fmla="*/ 959 w 2254"/>
                  <a:gd name="connsiteY91-32418" fmla="*/ 3987 h 4213"/>
                  <a:gd name="connsiteX92-32419" fmla="*/ 877 w 2254"/>
                  <a:gd name="connsiteY92-32420" fmla="*/ 3802 h 4213"/>
                  <a:gd name="connsiteX93-32421" fmla="*/ 885 w 2254"/>
                  <a:gd name="connsiteY93-32422" fmla="*/ 3800 h 4213"/>
                  <a:gd name="connsiteX0-32423" fmla="*/ 1068 w 2254"/>
                  <a:gd name="connsiteY0-32424" fmla="*/ 2333 h 4213"/>
                  <a:gd name="connsiteX1-32425" fmla="*/ 1066 w 2254"/>
                  <a:gd name="connsiteY1-32426" fmla="*/ 2117 h 4213"/>
                  <a:gd name="connsiteX2-32427" fmla="*/ 990 w 2254"/>
                  <a:gd name="connsiteY2-32428" fmla="*/ 2039 h 4213"/>
                  <a:gd name="connsiteX3-32429" fmla="*/ 847 w 2254"/>
                  <a:gd name="connsiteY3-32430" fmla="*/ 1951 h 4213"/>
                  <a:gd name="connsiteX4-32431" fmla="*/ 755 w 2254"/>
                  <a:gd name="connsiteY4-32432" fmla="*/ 1827 h 4213"/>
                  <a:gd name="connsiteX5-32433" fmla="*/ 659 w 2254"/>
                  <a:gd name="connsiteY5-32434" fmla="*/ 1828 h 4213"/>
                  <a:gd name="connsiteX6-32435" fmla="*/ 614 w 2254"/>
                  <a:gd name="connsiteY6-32436" fmla="*/ 1883 h 4213"/>
                  <a:gd name="connsiteX7-32437" fmla="*/ 521 w 2254"/>
                  <a:gd name="connsiteY7-32438" fmla="*/ 1877 h 4213"/>
                  <a:gd name="connsiteX8-32439" fmla="*/ 501 w 2254"/>
                  <a:gd name="connsiteY8-32440" fmla="*/ 1994 h 4213"/>
                  <a:gd name="connsiteX9-32441" fmla="*/ 320 w 2254"/>
                  <a:gd name="connsiteY9-32442" fmla="*/ 1941 h 4213"/>
                  <a:gd name="connsiteX10-32443" fmla="*/ 237 w 2254"/>
                  <a:gd name="connsiteY10-32444" fmla="*/ 1939 h 4213"/>
                  <a:gd name="connsiteX11-32445" fmla="*/ 112 w 2254"/>
                  <a:gd name="connsiteY11-32446" fmla="*/ 2014 h 4213"/>
                  <a:gd name="connsiteX12-32447" fmla="*/ 0 w 2254"/>
                  <a:gd name="connsiteY12-32448" fmla="*/ 1890 h 4213"/>
                  <a:gd name="connsiteX13-32449" fmla="*/ 94 w 2254"/>
                  <a:gd name="connsiteY13-32450" fmla="*/ 1804 h 4213"/>
                  <a:gd name="connsiteX14-32451" fmla="*/ 98 w 2254"/>
                  <a:gd name="connsiteY14-32452" fmla="*/ 1634 h 4213"/>
                  <a:gd name="connsiteX15-32453" fmla="*/ 153 w 2254"/>
                  <a:gd name="connsiteY15-32454" fmla="*/ 1514 h 4213"/>
                  <a:gd name="connsiteX16-32455" fmla="*/ 196 w 2254"/>
                  <a:gd name="connsiteY16-32456" fmla="*/ 1306 h 4213"/>
                  <a:gd name="connsiteX17-32457" fmla="*/ 256 w 2254"/>
                  <a:gd name="connsiteY17-32458" fmla="*/ 1307 h 4213"/>
                  <a:gd name="connsiteX18-32459" fmla="*/ 579 w 2254"/>
                  <a:gd name="connsiteY18-32460" fmla="*/ 1286 h 4213"/>
                  <a:gd name="connsiteX19-32461" fmla="*/ 753 w 2254"/>
                  <a:gd name="connsiteY19-32462" fmla="*/ 1117 h 4213"/>
                  <a:gd name="connsiteX20-32463" fmla="*/ 822 w 2254"/>
                  <a:gd name="connsiteY20-32464" fmla="*/ 748 h 4213"/>
                  <a:gd name="connsiteX21-32465" fmla="*/ 932 w 2254"/>
                  <a:gd name="connsiteY21-32466" fmla="*/ 486 h 4213"/>
                  <a:gd name="connsiteX22-32467" fmla="*/ 930 w 2254"/>
                  <a:gd name="connsiteY22-32468" fmla="*/ 358 h 4213"/>
                  <a:gd name="connsiteX23-32469" fmla="*/ 917 w 2254"/>
                  <a:gd name="connsiteY23-32470" fmla="*/ 328 h 4213"/>
                  <a:gd name="connsiteX24-32471" fmla="*/ 850 w 2254"/>
                  <a:gd name="connsiteY24-32472" fmla="*/ 251 h 4213"/>
                  <a:gd name="connsiteX25-32473" fmla="*/ 790 w 2254"/>
                  <a:gd name="connsiteY25-32474" fmla="*/ 217 h 4213"/>
                  <a:gd name="connsiteX26-32475" fmla="*/ 915 w 2254"/>
                  <a:gd name="connsiteY26-32476" fmla="*/ 56 h 4213"/>
                  <a:gd name="connsiteX27-32477" fmla="*/ 1088 w 2254"/>
                  <a:gd name="connsiteY27-32478" fmla="*/ 2 h 4213"/>
                  <a:gd name="connsiteX28-32479" fmla="*/ 1120 w 2254"/>
                  <a:gd name="connsiteY28-32480" fmla="*/ 49 h 4213"/>
                  <a:gd name="connsiteX29-32481" fmla="*/ 1110 w 2254"/>
                  <a:gd name="connsiteY29-32482" fmla="*/ 133 h 4213"/>
                  <a:gd name="connsiteX30-32483" fmla="*/ 1049 w 2254"/>
                  <a:gd name="connsiteY30-32484" fmla="*/ 243 h 4213"/>
                  <a:gd name="connsiteX31-32485" fmla="*/ 1119 w 2254"/>
                  <a:gd name="connsiteY31-32486" fmla="*/ 301 h 4213"/>
                  <a:gd name="connsiteX32-32487" fmla="*/ 1233 w 2254"/>
                  <a:gd name="connsiteY32-32488" fmla="*/ 366 h 4213"/>
                  <a:gd name="connsiteX33-32489" fmla="*/ 1253 w 2254"/>
                  <a:gd name="connsiteY33-32490" fmla="*/ 255 h 4213"/>
                  <a:gd name="connsiteX34-32491" fmla="*/ 1387 w 2254"/>
                  <a:gd name="connsiteY34-32492" fmla="*/ 291 h 4213"/>
                  <a:gd name="connsiteX35-32493" fmla="*/ 1412 w 2254"/>
                  <a:gd name="connsiteY35-32494" fmla="*/ 331 h 4213"/>
                  <a:gd name="connsiteX36-32495" fmla="*/ 1488 w 2254"/>
                  <a:gd name="connsiteY36-32496" fmla="*/ 562 h 4213"/>
                  <a:gd name="connsiteX37-32497" fmla="*/ 1523 w 2254"/>
                  <a:gd name="connsiteY37-32498" fmla="*/ 586 h 4213"/>
                  <a:gd name="connsiteX38-32499" fmla="*/ 1615 w 2254"/>
                  <a:gd name="connsiteY38-32500" fmla="*/ 578 h 4213"/>
                  <a:gd name="connsiteX39-32501" fmla="*/ 1875 w 2254"/>
                  <a:gd name="connsiteY39-32502" fmla="*/ 490 h 4213"/>
                  <a:gd name="connsiteX40-32503" fmla="*/ 2095 w 2254"/>
                  <a:gd name="connsiteY40-32504" fmla="*/ 479 h 4213"/>
                  <a:gd name="connsiteX41-32505" fmla="*/ 2155 w 2254"/>
                  <a:gd name="connsiteY41-32506" fmla="*/ 648 h 4213"/>
                  <a:gd name="connsiteX42-32507" fmla="*/ 2073 w 2254"/>
                  <a:gd name="connsiteY42-32508" fmla="*/ 944 h 4213"/>
                  <a:gd name="connsiteX43-32509" fmla="*/ 2073 w 2254"/>
                  <a:gd name="connsiteY43-32510" fmla="*/ 1022 h 4213"/>
                  <a:gd name="connsiteX44-32511" fmla="*/ 2142 w 2254"/>
                  <a:gd name="connsiteY44-32512" fmla="*/ 1168 h 4213"/>
                  <a:gd name="connsiteX45-32513" fmla="*/ 2157 w 2254"/>
                  <a:gd name="connsiteY45-32514" fmla="*/ 1427 h 4213"/>
                  <a:gd name="connsiteX46-32515" fmla="*/ 2159 w 2254"/>
                  <a:gd name="connsiteY46-32516" fmla="*/ 1617 h 4213"/>
                  <a:gd name="connsiteX47-32517" fmla="*/ 2092 w 2254"/>
                  <a:gd name="connsiteY47-32518" fmla="*/ 1625 h 4213"/>
                  <a:gd name="connsiteX48-32519" fmla="*/ 2070 w 2254"/>
                  <a:gd name="connsiteY48-32520" fmla="*/ 1507 h 4213"/>
                  <a:gd name="connsiteX49-32521" fmla="*/ 2035 w 2254"/>
                  <a:gd name="connsiteY49-32522" fmla="*/ 1450 h 4213"/>
                  <a:gd name="connsiteX50-32523" fmla="*/ 1945 w 2254"/>
                  <a:gd name="connsiteY50-32524" fmla="*/ 1582 h 4213"/>
                  <a:gd name="connsiteX51-32525" fmla="*/ 1832 w 2254"/>
                  <a:gd name="connsiteY51-32526" fmla="*/ 1776 h 4213"/>
                  <a:gd name="connsiteX52-32527" fmla="*/ 1713 w 2254"/>
                  <a:gd name="connsiteY52-32528" fmla="*/ 1904 h 4213"/>
                  <a:gd name="connsiteX53-32529" fmla="*/ 1706 w 2254"/>
                  <a:gd name="connsiteY53-32530" fmla="*/ 2018 h 4213"/>
                  <a:gd name="connsiteX54-32531" fmla="*/ 1766 w 2254"/>
                  <a:gd name="connsiteY54-32532" fmla="*/ 2115 h 4213"/>
                  <a:gd name="connsiteX55-32533" fmla="*/ 1868 w 2254"/>
                  <a:gd name="connsiteY55-32534" fmla="*/ 2183 h 4213"/>
                  <a:gd name="connsiteX56-32535" fmla="*/ 1945 w 2254"/>
                  <a:gd name="connsiteY56-32536" fmla="*/ 2178 h 4213"/>
                  <a:gd name="connsiteX57-32537" fmla="*/ 1990 w 2254"/>
                  <a:gd name="connsiteY57-32538" fmla="*/ 2104 h 4213"/>
                  <a:gd name="connsiteX58-32539" fmla="*/ 2024 w 2254"/>
                  <a:gd name="connsiteY58-32540" fmla="*/ 2210 h 4213"/>
                  <a:gd name="connsiteX59-32541" fmla="*/ 1912 w 2254"/>
                  <a:gd name="connsiteY59-32542" fmla="*/ 2249 h 4213"/>
                  <a:gd name="connsiteX60-32543" fmla="*/ 1959 w 2254"/>
                  <a:gd name="connsiteY60-32544" fmla="*/ 2362 h 4213"/>
                  <a:gd name="connsiteX61-32545" fmla="*/ 1824 w 2254"/>
                  <a:gd name="connsiteY61-32546" fmla="*/ 2509 h 4213"/>
                  <a:gd name="connsiteX62-32547" fmla="*/ 1783 w 2254"/>
                  <a:gd name="connsiteY62-32548" fmla="*/ 2498 h 4213"/>
                  <a:gd name="connsiteX63-32549" fmla="*/ 1659 w 2254"/>
                  <a:gd name="connsiteY63-32550" fmla="*/ 2413 h 4213"/>
                  <a:gd name="connsiteX64-32551" fmla="*/ 1604 w 2254"/>
                  <a:gd name="connsiteY64-32552" fmla="*/ 2412 h 4213"/>
                  <a:gd name="connsiteX65-32553" fmla="*/ 1569 w 2254"/>
                  <a:gd name="connsiteY65-32554" fmla="*/ 2480 h 4213"/>
                  <a:gd name="connsiteX66-32555" fmla="*/ 1572 w 2254"/>
                  <a:gd name="connsiteY66-32556" fmla="*/ 2562 h 4213"/>
                  <a:gd name="connsiteX67-32557" fmla="*/ 1750 w 2254"/>
                  <a:gd name="connsiteY67-32558" fmla="*/ 2730 h 4213"/>
                  <a:gd name="connsiteX68-32559" fmla="*/ 1749 w 2254"/>
                  <a:gd name="connsiteY68-32560" fmla="*/ 2844 h 4213"/>
                  <a:gd name="connsiteX69-32561" fmla="*/ 1840 w 2254"/>
                  <a:gd name="connsiteY69-32562" fmla="*/ 3060 h 4213"/>
                  <a:gd name="connsiteX70-32563" fmla="*/ 1866 w 2254"/>
                  <a:gd name="connsiteY70-32564" fmla="*/ 3090 h 4213"/>
                  <a:gd name="connsiteX71-32565" fmla="*/ 1910 w 2254"/>
                  <a:gd name="connsiteY71-32566" fmla="*/ 3094 h 4213"/>
                  <a:gd name="connsiteX72-32567" fmla="*/ 1956 w 2254"/>
                  <a:gd name="connsiteY72-32568" fmla="*/ 3010 h 4213"/>
                  <a:gd name="connsiteX73-32569" fmla="*/ 2036 w 2254"/>
                  <a:gd name="connsiteY73-32570" fmla="*/ 2950 h 4213"/>
                  <a:gd name="connsiteX74-32571" fmla="*/ 2131 w 2254"/>
                  <a:gd name="connsiteY74-32572" fmla="*/ 3126 h 4213"/>
                  <a:gd name="connsiteX75-32573" fmla="*/ 2241 w 2254"/>
                  <a:gd name="connsiteY75-32574" fmla="*/ 3312 h 4213"/>
                  <a:gd name="connsiteX76-32575" fmla="*/ 2254 w 2254"/>
                  <a:gd name="connsiteY76-32576" fmla="*/ 3342 h 4213"/>
                  <a:gd name="connsiteX77-32577" fmla="*/ 2243 w 2254"/>
                  <a:gd name="connsiteY77-32578" fmla="*/ 3518 h 4213"/>
                  <a:gd name="connsiteX78-32579" fmla="*/ 2208 w 2254"/>
                  <a:gd name="connsiteY78-32580" fmla="*/ 3554 h 4213"/>
                  <a:gd name="connsiteX79-32581" fmla="*/ 2119 w 2254"/>
                  <a:gd name="connsiteY79-32582" fmla="*/ 3515 h 4213"/>
                  <a:gd name="connsiteX80-32583" fmla="*/ 1885 w 2254"/>
                  <a:gd name="connsiteY80-32584" fmla="*/ 3644 h 4213"/>
                  <a:gd name="connsiteX81-32585" fmla="*/ 1859 w 2254"/>
                  <a:gd name="connsiteY81-32586" fmla="*/ 3666 h 4213"/>
                  <a:gd name="connsiteX82-32587" fmla="*/ 1679 w 2254"/>
                  <a:gd name="connsiteY82-32588" fmla="*/ 3812 h 4213"/>
                  <a:gd name="connsiteX83-32589" fmla="*/ 1538 w 2254"/>
                  <a:gd name="connsiteY83-32590" fmla="*/ 3926 h 4213"/>
                  <a:gd name="connsiteX84-32591" fmla="*/ 1503 w 2254"/>
                  <a:gd name="connsiteY84-32592" fmla="*/ 3965 h 4213"/>
                  <a:gd name="connsiteX85-32593" fmla="*/ 1451 w 2254"/>
                  <a:gd name="connsiteY85-32594" fmla="*/ 3973 h 4213"/>
                  <a:gd name="connsiteX86-32595" fmla="*/ 1394 w 2254"/>
                  <a:gd name="connsiteY86-32596" fmla="*/ 3916 h 4213"/>
                  <a:gd name="connsiteX87-32597" fmla="*/ 1270 w 2254"/>
                  <a:gd name="connsiteY87-32598" fmla="*/ 3808 h 4213"/>
                  <a:gd name="connsiteX88-32599" fmla="*/ 1294 w 2254"/>
                  <a:gd name="connsiteY88-32600" fmla="*/ 4064 h 4213"/>
                  <a:gd name="connsiteX89-32601" fmla="*/ 1303 w 2254"/>
                  <a:gd name="connsiteY89-32602" fmla="*/ 4192 h 4213"/>
                  <a:gd name="connsiteX90-32603" fmla="*/ 1041 w 2254"/>
                  <a:gd name="connsiteY90-32604" fmla="*/ 4166 h 4213"/>
                  <a:gd name="connsiteX91-32605" fmla="*/ 959 w 2254"/>
                  <a:gd name="connsiteY91-32606" fmla="*/ 3987 h 4213"/>
                  <a:gd name="connsiteX92-32607" fmla="*/ 877 w 2254"/>
                  <a:gd name="connsiteY92-32608" fmla="*/ 3802 h 4213"/>
                  <a:gd name="connsiteX0-32609" fmla="*/ 1068 w 2254"/>
                  <a:gd name="connsiteY0-32610" fmla="*/ 2333 h 4213"/>
                  <a:gd name="connsiteX1-32611" fmla="*/ 1066 w 2254"/>
                  <a:gd name="connsiteY1-32612" fmla="*/ 2117 h 4213"/>
                  <a:gd name="connsiteX2-32613" fmla="*/ 990 w 2254"/>
                  <a:gd name="connsiteY2-32614" fmla="*/ 2039 h 4213"/>
                  <a:gd name="connsiteX3-32615" fmla="*/ 847 w 2254"/>
                  <a:gd name="connsiteY3-32616" fmla="*/ 1951 h 4213"/>
                  <a:gd name="connsiteX4-32617" fmla="*/ 755 w 2254"/>
                  <a:gd name="connsiteY4-32618" fmla="*/ 1827 h 4213"/>
                  <a:gd name="connsiteX5-32619" fmla="*/ 659 w 2254"/>
                  <a:gd name="connsiteY5-32620" fmla="*/ 1828 h 4213"/>
                  <a:gd name="connsiteX6-32621" fmla="*/ 614 w 2254"/>
                  <a:gd name="connsiteY6-32622" fmla="*/ 1883 h 4213"/>
                  <a:gd name="connsiteX7-32623" fmla="*/ 521 w 2254"/>
                  <a:gd name="connsiteY7-32624" fmla="*/ 1877 h 4213"/>
                  <a:gd name="connsiteX8-32625" fmla="*/ 501 w 2254"/>
                  <a:gd name="connsiteY8-32626" fmla="*/ 1994 h 4213"/>
                  <a:gd name="connsiteX9-32627" fmla="*/ 320 w 2254"/>
                  <a:gd name="connsiteY9-32628" fmla="*/ 1941 h 4213"/>
                  <a:gd name="connsiteX10-32629" fmla="*/ 237 w 2254"/>
                  <a:gd name="connsiteY10-32630" fmla="*/ 1939 h 4213"/>
                  <a:gd name="connsiteX11-32631" fmla="*/ 112 w 2254"/>
                  <a:gd name="connsiteY11-32632" fmla="*/ 2014 h 4213"/>
                  <a:gd name="connsiteX12-32633" fmla="*/ 0 w 2254"/>
                  <a:gd name="connsiteY12-32634" fmla="*/ 1890 h 4213"/>
                  <a:gd name="connsiteX13-32635" fmla="*/ 94 w 2254"/>
                  <a:gd name="connsiteY13-32636" fmla="*/ 1804 h 4213"/>
                  <a:gd name="connsiteX14-32637" fmla="*/ 98 w 2254"/>
                  <a:gd name="connsiteY14-32638" fmla="*/ 1634 h 4213"/>
                  <a:gd name="connsiteX15-32639" fmla="*/ 153 w 2254"/>
                  <a:gd name="connsiteY15-32640" fmla="*/ 1514 h 4213"/>
                  <a:gd name="connsiteX16-32641" fmla="*/ 196 w 2254"/>
                  <a:gd name="connsiteY16-32642" fmla="*/ 1306 h 4213"/>
                  <a:gd name="connsiteX17-32643" fmla="*/ 256 w 2254"/>
                  <a:gd name="connsiteY17-32644" fmla="*/ 1307 h 4213"/>
                  <a:gd name="connsiteX18-32645" fmla="*/ 579 w 2254"/>
                  <a:gd name="connsiteY18-32646" fmla="*/ 1286 h 4213"/>
                  <a:gd name="connsiteX19-32647" fmla="*/ 753 w 2254"/>
                  <a:gd name="connsiteY19-32648" fmla="*/ 1117 h 4213"/>
                  <a:gd name="connsiteX20-32649" fmla="*/ 822 w 2254"/>
                  <a:gd name="connsiteY20-32650" fmla="*/ 748 h 4213"/>
                  <a:gd name="connsiteX21-32651" fmla="*/ 932 w 2254"/>
                  <a:gd name="connsiteY21-32652" fmla="*/ 486 h 4213"/>
                  <a:gd name="connsiteX22-32653" fmla="*/ 930 w 2254"/>
                  <a:gd name="connsiteY22-32654" fmla="*/ 358 h 4213"/>
                  <a:gd name="connsiteX23-32655" fmla="*/ 917 w 2254"/>
                  <a:gd name="connsiteY23-32656" fmla="*/ 328 h 4213"/>
                  <a:gd name="connsiteX24-32657" fmla="*/ 850 w 2254"/>
                  <a:gd name="connsiteY24-32658" fmla="*/ 251 h 4213"/>
                  <a:gd name="connsiteX25-32659" fmla="*/ 790 w 2254"/>
                  <a:gd name="connsiteY25-32660" fmla="*/ 217 h 4213"/>
                  <a:gd name="connsiteX26-32661" fmla="*/ 915 w 2254"/>
                  <a:gd name="connsiteY26-32662" fmla="*/ 56 h 4213"/>
                  <a:gd name="connsiteX27-32663" fmla="*/ 1088 w 2254"/>
                  <a:gd name="connsiteY27-32664" fmla="*/ 2 h 4213"/>
                  <a:gd name="connsiteX28-32665" fmla="*/ 1120 w 2254"/>
                  <a:gd name="connsiteY28-32666" fmla="*/ 49 h 4213"/>
                  <a:gd name="connsiteX29-32667" fmla="*/ 1110 w 2254"/>
                  <a:gd name="connsiteY29-32668" fmla="*/ 133 h 4213"/>
                  <a:gd name="connsiteX30-32669" fmla="*/ 1049 w 2254"/>
                  <a:gd name="connsiteY30-32670" fmla="*/ 243 h 4213"/>
                  <a:gd name="connsiteX31-32671" fmla="*/ 1119 w 2254"/>
                  <a:gd name="connsiteY31-32672" fmla="*/ 301 h 4213"/>
                  <a:gd name="connsiteX32-32673" fmla="*/ 1233 w 2254"/>
                  <a:gd name="connsiteY32-32674" fmla="*/ 366 h 4213"/>
                  <a:gd name="connsiteX33-32675" fmla="*/ 1253 w 2254"/>
                  <a:gd name="connsiteY33-32676" fmla="*/ 255 h 4213"/>
                  <a:gd name="connsiteX34-32677" fmla="*/ 1387 w 2254"/>
                  <a:gd name="connsiteY34-32678" fmla="*/ 291 h 4213"/>
                  <a:gd name="connsiteX35-32679" fmla="*/ 1412 w 2254"/>
                  <a:gd name="connsiteY35-32680" fmla="*/ 331 h 4213"/>
                  <a:gd name="connsiteX36-32681" fmla="*/ 1488 w 2254"/>
                  <a:gd name="connsiteY36-32682" fmla="*/ 562 h 4213"/>
                  <a:gd name="connsiteX37-32683" fmla="*/ 1523 w 2254"/>
                  <a:gd name="connsiteY37-32684" fmla="*/ 586 h 4213"/>
                  <a:gd name="connsiteX38-32685" fmla="*/ 1615 w 2254"/>
                  <a:gd name="connsiteY38-32686" fmla="*/ 578 h 4213"/>
                  <a:gd name="connsiteX39-32687" fmla="*/ 1875 w 2254"/>
                  <a:gd name="connsiteY39-32688" fmla="*/ 490 h 4213"/>
                  <a:gd name="connsiteX40-32689" fmla="*/ 2095 w 2254"/>
                  <a:gd name="connsiteY40-32690" fmla="*/ 479 h 4213"/>
                  <a:gd name="connsiteX41-32691" fmla="*/ 2155 w 2254"/>
                  <a:gd name="connsiteY41-32692" fmla="*/ 648 h 4213"/>
                  <a:gd name="connsiteX42-32693" fmla="*/ 2073 w 2254"/>
                  <a:gd name="connsiteY42-32694" fmla="*/ 944 h 4213"/>
                  <a:gd name="connsiteX43-32695" fmla="*/ 2073 w 2254"/>
                  <a:gd name="connsiteY43-32696" fmla="*/ 1022 h 4213"/>
                  <a:gd name="connsiteX44-32697" fmla="*/ 2142 w 2254"/>
                  <a:gd name="connsiteY44-32698" fmla="*/ 1168 h 4213"/>
                  <a:gd name="connsiteX45-32699" fmla="*/ 2157 w 2254"/>
                  <a:gd name="connsiteY45-32700" fmla="*/ 1427 h 4213"/>
                  <a:gd name="connsiteX46-32701" fmla="*/ 2159 w 2254"/>
                  <a:gd name="connsiteY46-32702" fmla="*/ 1617 h 4213"/>
                  <a:gd name="connsiteX47-32703" fmla="*/ 2092 w 2254"/>
                  <a:gd name="connsiteY47-32704" fmla="*/ 1625 h 4213"/>
                  <a:gd name="connsiteX48-32705" fmla="*/ 2070 w 2254"/>
                  <a:gd name="connsiteY48-32706" fmla="*/ 1507 h 4213"/>
                  <a:gd name="connsiteX49-32707" fmla="*/ 2035 w 2254"/>
                  <a:gd name="connsiteY49-32708" fmla="*/ 1450 h 4213"/>
                  <a:gd name="connsiteX50-32709" fmla="*/ 1945 w 2254"/>
                  <a:gd name="connsiteY50-32710" fmla="*/ 1582 h 4213"/>
                  <a:gd name="connsiteX51-32711" fmla="*/ 1832 w 2254"/>
                  <a:gd name="connsiteY51-32712" fmla="*/ 1776 h 4213"/>
                  <a:gd name="connsiteX52-32713" fmla="*/ 1713 w 2254"/>
                  <a:gd name="connsiteY52-32714" fmla="*/ 1904 h 4213"/>
                  <a:gd name="connsiteX53-32715" fmla="*/ 1706 w 2254"/>
                  <a:gd name="connsiteY53-32716" fmla="*/ 2018 h 4213"/>
                  <a:gd name="connsiteX54-32717" fmla="*/ 1766 w 2254"/>
                  <a:gd name="connsiteY54-32718" fmla="*/ 2115 h 4213"/>
                  <a:gd name="connsiteX55-32719" fmla="*/ 1868 w 2254"/>
                  <a:gd name="connsiteY55-32720" fmla="*/ 2183 h 4213"/>
                  <a:gd name="connsiteX56-32721" fmla="*/ 1945 w 2254"/>
                  <a:gd name="connsiteY56-32722" fmla="*/ 2178 h 4213"/>
                  <a:gd name="connsiteX57-32723" fmla="*/ 1990 w 2254"/>
                  <a:gd name="connsiteY57-32724" fmla="*/ 2104 h 4213"/>
                  <a:gd name="connsiteX58-32725" fmla="*/ 2024 w 2254"/>
                  <a:gd name="connsiteY58-32726" fmla="*/ 2210 h 4213"/>
                  <a:gd name="connsiteX59-32727" fmla="*/ 1912 w 2254"/>
                  <a:gd name="connsiteY59-32728" fmla="*/ 2249 h 4213"/>
                  <a:gd name="connsiteX60-32729" fmla="*/ 1959 w 2254"/>
                  <a:gd name="connsiteY60-32730" fmla="*/ 2362 h 4213"/>
                  <a:gd name="connsiteX61-32731" fmla="*/ 1824 w 2254"/>
                  <a:gd name="connsiteY61-32732" fmla="*/ 2509 h 4213"/>
                  <a:gd name="connsiteX62-32733" fmla="*/ 1783 w 2254"/>
                  <a:gd name="connsiteY62-32734" fmla="*/ 2498 h 4213"/>
                  <a:gd name="connsiteX63-32735" fmla="*/ 1659 w 2254"/>
                  <a:gd name="connsiteY63-32736" fmla="*/ 2413 h 4213"/>
                  <a:gd name="connsiteX64-32737" fmla="*/ 1604 w 2254"/>
                  <a:gd name="connsiteY64-32738" fmla="*/ 2412 h 4213"/>
                  <a:gd name="connsiteX65-32739" fmla="*/ 1569 w 2254"/>
                  <a:gd name="connsiteY65-32740" fmla="*/ 2480 h 4213"/>
                  <a:gd name="connsiteX66-32741" fmla="*/ 1572 w 2254"/>
                  <a:gd name="connsiteY66-32742" fmla="*/ 2562 h 4213"/>
                  <a:gd name="connsiteX67-32743" fmla="*/ 1750 w 2254"/>
                  <a:gd name="connsiteY67-32744" fmla="*/ 2730 h 4213"/>
                  <a:gd name="connsiteX68-32745" fmla="*/ 1749 w 2254"/>
                  <a:gd name="connsiteY68-32746" fmla="*/ 2844 h 4213"/>
                  <a:gd name="connsiteX69-32747" fmla="*/ 1840 w 2254"/>
                  <a:gd name="connsiteY69-32748" fmla="*/ 3060 h 4213"/>
                  <a:gd name="connsiteX70-32749" fmla="*/ 1866 w 2254"/>
                  <a:gd name="connsiteY70-32750" fmla="*/ 3090 h 4213"/>
                  <a:gd name="connsiteX71-32751" fmla="*/ 1910 w 2254"/>
                  <a:gd name="connsiteY71-32752" fmla="*/ 3094 h 4213"/>
                  <a:gd name="connsiteX72-32753" fmla="*/ 1956 w 2254"/>
                  <a:gd name="connsiteY72-32754" fmla="*/ 3010 h 4213"/>
                  <a:gd name="connsiteX73-32755" fmla="*/ 2036 w 2254"/>
                  <a:gd name="connsiteY73-32756" fmla="*/ 2950 h 4213"/>
                  <a:gd name="connsiteX74-32757" fmla="*/ 2131 w 2254"/>
                  <a:gd name="connsiteY74-32758" fmla="*/ 3126 h 4213"/>
                  <a:gd name="connsiteX75-32759" fmla="*/ 2241 w 2254"/>
                  <a:gd name="connsiteY75-32760" fmla="*/ 3312 h 4213"/>
                  <a:gd name="connsiteX76-32761" fmla="*/ 2254 w 2254"/>
                  <a:gd name="connsiteY76-32762" fmla="*/ 3342 h 4213"/>
                  <a:gd name="connsiteX77-32763" fmla="*/ 2243 w 2254"/>
                  <a:gd name="connsiteY77-32764" fmla="*/ 3518 h 4213"/>
                  <a:gd name="connsiteX78-32765" fmla="*/ 2208 w 2254"/>
                  <a:gd name="connsiteY78-32766" fmla="*/ 3554 h 4213"/>
                  <a:gd name="connsiteX79-32767" fmla="*/ 2119 w 2254"/>
                  <a:gd name="connsiteY79-32768" fmla="*/ 3515 h 4213"/>
                  <a:gd name="connsiteX80-32769" fmla="*/ 1885 w 2254"/>
                  <a:gd name="connsiteY80-32770" fmla="*/ 3644 h 4213"/>
                  <a:gd name="connsiteX81-32771" fmla="*/ 1859 w 2254"/>
                  <a:gd name="connsiteY81-32772" fmla="*/ 3666 h 4213"/>
                  <a:gd name="connsiteX82-32773" fmla="*/ 1679 w 2254"/>
                  <a:gd name="connsiteY82-32774" fmla="*/ 3812 h 4213"/>
                  <a:gd name="connsiteX83-32775" fmla="*/ 1538 w 2254"/>
                  <a:gd name="connsiteY83-32776" fmla="*/ 3926 h 4213"/>
                  <a:gd name="connsiteX84-32777" fmla="*/ 1503 w 2254"/>
                  <a:gd name="connsiteY84-32778" fmla="*/ 3965 h 4213"/>
                  <a:gd name="connsiteX85-32779" fmla="*/ 1451 w 2254"/>
                  <a:gd name="connsiteY85-32780" fmla="*/ 3973 h 4213"/>
                  <a:gd name="connsiteX86-32781" fmla="*/ 1394 w 2254"/>
                  <a:gd name="connsiteY86-32782" fmla="*/ 3916 h 4213"/>
                  <a:gd name="connsiteX87-32783" fmla="*/ 1270 w 2254"/>
                  <a:gd name="connsiteY87-32784" fmla="*/ 3808 h 4213"/>
                  <a:gd name="connsiteX88-32785" fmla="*/ 1294 w 2254"/>
                  <a:gd name="connsiteY88-32786" fmla="*/ 4064 h 4213"/>
                  <a:gd name="connsiteX89-32787" fmla="*/ 1303 w 2254"/>
                  <a:gd name="connsiteY89-32788" fmla="*/ 4192 h 4213"/>
                  <a:gd name="connsiteX90-32789" fmla="*/ 1041 w 2254"/>
                  <a:gd name="connsiteY90-32790" fmla="*/ 4166 h 4213"/>
                  <a:gd name="connsiteX91-32791" fmla="*/ 959 w 2254"/>
                  <a:gd name="connsiteY91-32792" fmla="*/ 3987 h 4213"/>
                  <a:gd name="connsiteX92-32793" fmla="*/ 877 w 2254"/>
                  <a:gd name="connsiteY92-32794" fmla="*/ 3802 h 4213"/>
                  <a:gd name="connsiteX0-32795" fmla="*/ 1068 w 2254"/>
                  <a:gd name="connsiteY0-32796" fmla="*/ 2333 h 4213"/>
                  <a:gd name="connsiteX1-32797" fmla="*/ 1066 w 2254"/>
                  <a:gd name="connsiteY1-32798" fmla="*/ 2117 h 4213"/>
                  <a:gd name="connsiteX2-32799" fmla="*/ 990 w 2254"/>
                  <a:gd name="connsiteY2-32800" fmla="*/ 2039 h 4213"/>
                  <a:gd name="connsiteX3-32801" fmla="*/ 847 w 2254"/>
                  <a:gd name="connsiteY3-32802" fmla="*/ 1951 h 4213"/>
                  <a:gd name="connsiteX4-32803" fmla="*/ 755 w 2254"/>
                  <a:gd name="connsiteY4-32804" fmla="*/ 1827 h 4213"/>
                  <a:gd name="connsiteX5-32805" fmla="*/ 659 w 2254"/>
                  <a:gd name="connsiteY5-32806" fmla="*/ 1828 h 4213"/>
                  <a:gd name="connsiteX6-32807" fmla="*/ 614 w 2254"/>
                  <a:gd name="connsiteY6-32808" fmla="*/ 1883 h 4213"/>
                  <a:gd name="connsiteX7-32809" fmla="*/ 521 w 2254"/>
                  <a:gd name="connsiteY7-32810" fmla="*/ 1877 h 4213"/>
                  <a:gd name="connsiteX8-32811" fmla="*/ 501 w 2254"/>
                  <a:gd name="connsiteY8-32812" fmla="*/ 1994 h 4213"/>
                  <a:gd name="connsiteX9-32813" fmla="*/ 320 w 2254"/>
                  <a:gd name="connsiteY9-32814" fmla="*/ 1941 h 4213"/>
                  <a:gd name="connsiteX10-32815" fmla="*/ 237 w 2254"/>
                  <a:gd name="connsiteY10-32816" fmla="*/ 1939 h 4213"/>
                  <a:gd name="connsiteX11-32817" fmla="*/ 112 w 2254"/>
                  <a:gd name="connsiteY11-32818" fmla="*/ 2014 h 4213"/>
                  <a:gd name="connsiteX12-32819" fmla="*/ 0 w 2254"/>
                  <a:gd name="connsiteY12-32820" fmla="*/ 1890 h 4213"/>
                  <a:gd name="connsiteX13-32821" fmla="*/ 94 w 2254"/>
                  <a:gd name="connsiteY13-32822" fmla="*/ 1804 h 4213"/>
                  <a:gd name="connsiteX14-32823" fmla="*/ 98 w 2254"/>
                  <a:gd name="connsiteY14-32824" fmla="*/ 1634 h 4213"/>
                  <a:gd name="connsiteX15-32825" fmla="*/ 153 w 2254"/>
                  <a:gd name="connsiteY15-32826" fmla="*/ 1514 h 4213"/>
                  <a:gd name="connsiteX16-32827" fmla="*/ 196 w 2254"/>
                  <a:gd name="connsiteY16-32828" fmla="*/ 1306 h 4213"/>
                  <a:gd name="connsiteX17-32829" fmla="*/ 256 w 2254"/>
                  <a:gd name="connsiteY17-32830" fmla="*/ 1307 h 4213"/>
                  <a:gd name="connsiteX18-32831" fmla="*/ 579 w 2254"/>
                  <a:gd name="connsiteY18-32832" fmla="*/ 1286 h 4213"/>
                  <a:gd name="connsiteX19-32833" fmla="*/ 753 w 2254"/>
                  <a:gd name="connsiteY19-32834" fmla="*/ 1117 h 4213"/>
                  <a:gd name="connsiteX20-32835" fmla="*/ 822 w 2254"/>
                  <a:gd name="connsiteY20-32836" fmla="*/ 748 h 4213"/>
                  <a:gd name="connsiteX21-32837" fmla="*/ 932 w 2254"/>
                  <a:gd name="connsiteY21-32838" fmla="*/ 486 h 4213"/>
                  <a:gd name="connsiteX22-32839" fmla="*/ 930 w 2254"/>
                  <a:gd name="connsiteY22-32840" fmla="*/ 358 h 4213"/>
                  <a:gd name="connsiteX23-32841" fmla="*/ 917 w 2254"/>
                  <a:gd name="connsiteY23-32842" fmla="*/ 328 h 4213"/>
                  <a:gd name="connsiteX24-32843" fmla="*/ 850 w 2254"/>
                  <a:gd name="connsiteY24-32844" fmla="*/ 251 h 4213"/>
                  <a:gd name="connsiteX25-32845" fmla="*/ 790 w 2254"/>
                  <a:gd name="connsiteY25-32846" fmla="*/ 217 h 4213"/>
                  <a:gd name="connsiteX26-32847" fmla="*/ 915 w 2254"/>
                  <a:gd name="connsiteY26-32848" fmla="*/ 56 h 4213"/>
                  <a:gd name="connsiteX27-32849" fmla="*/ 1088 w 2254"/>
                  <a:gd name="connsiteY27-32850" fmla="*/ 2 h 4213"/>
                  <a:gd name="connsiteX28-32851" fmla="*/ 1120 w 2254"/>
                  <a:gd name="connsiteY28-32852" fmla="*/ 49 h 4213"/>
                  <a:gd name="connsiteX29-32853" fmla="*/ 1110 w 2254"/>
                  <a:gd name="connsiteY29-32854" fmla="*/ 133 h 4213"/>
                  <a:gd name="connsiteX30-32855" fmla="*/ 1049 w 2254"/>
                  <a:gd name="connsiteY30-32856" fmla="*/ 243 h 4213"/>
                  <a:gd name="connsiteX31-32857" fmla="*/ 1119 w 2254"/>
                  <a:gd name="connsiteY31-32858" fmla="*/ 301 h 4213"/>
                  <a:gd name="connsiteX32-32859" fmla="*/ 1233 w 2254"/>
                  <a:gd name="connsiteY32-32860" fmla="*/ 366 h 4213"/>
                  <a:gd name="connsiteX33-32861" fmla="*/ 1253 w 2254"/>
                  <a:gd name="connsiteY33-32862" fmla="*/ 255 h 4213"/>
                  <a:gd name="connsiteX34-32863" fmla="*/ 1387 w 2254"/>
                  <a:gd name="connsiteY34-32864" fmla="*/ 291 h 4213"/>
                  <a:gd name="connsiteX35-32865" fmla="*/ 1412 w 2254"/>
                  <a:gd name="connsiteY35-32866" fmla="*/ 331 h 4213"/>
                  <a:gd name="connsiteX36-32867" fmla="*/ 1488 w 2254"/>
                  <a:gd name="connsiteY36-32868" fmla="*/ 562 h 4213"/>
                  <a:gd name="connsiteX37-32869" fmla="*/ 1523 w 2254"/>
                  <a:gd name="connsiteY37-32870" fmla="*/ 586 h 4213"/>
                  <a:gd name="connsiteX38-32871" fmla="*/ 1615 w 2254"/>
                  <a:gd name="connsiteY38-32872" fmla="*/ 578 h 4213"/>
                  <a:gd name="connsiteX39-32873" fmla="*/ 1875 w 2254"/>
                  <a:gd name="connsiteY39-32874" fmla="*/ 490 h 4213"/>
                  <a:gd name="connsiteX40-32875" fmla="*/ 2095 w 2254"/>
                  <a:gd name="connsiteY40-32876" fmla="*/ 479 h 4213"/>
                  <a:gd name="connsiteX41-32877" fmla="*/ 2155 w 2254"/>
                  <a:gd name="connsiteY41-32878" fmla="*/ 648 h 4213"/>
                  <a:gd name="connsiteX42-32879" fmla="*/ 2073 w 2254"/>
                  <a:gd name="connsiteY42-32880" fmla="*/ 944 h 4213"/>
                  <a:gd name="connsiteX43-32881" fmla="*/ 2073 w 2254"/>
                  <a:gd name="connsiteY43-32882" fmla="*/ 1022 h 4213"/>
                  <a:gd name="connsiteX44-32883" fmla="*/ 2142 w 2254"/>
                  <a:gd name="connsiteY44-32884" fmla="*/ 1168 h 4213"/>
                  <a:gd name="connsiteX45-32885" fmla="*/ 2157 w 2254"/>
                  <a:gd name="connsiteY45-32886" fmla="*/ 1427 h 4213"/>
                  <a:gd name="connsiteX46-32887" fmla="*/ 2159 w 2254"/>
                  <a:gd name="connsiteY46-32888" fmla="*/ 1617 h 4213"/>
                  <a:gd name="connsiteX47-32889" fmla="*/ 2092 w 2254"/>
                  <a:gd name="connsiteY47-32890" fmla="*/ 1625 h 4213"/>
                  <a:gd name="connsiteX48-32891" fmla="*/ 2070 w 2254"/>
                  <a:gd name="connsiteY48-32892" fmla="*/ 1507 h 4213"/>
                  <a:gd name="connsiteX49-32893" fmla="*/ 2035 w 2254"/>
                  <a:gd name="connsiteY49-32894" fmla="*/ 1450 h 4213"/>
                  <a:gd name="connsiteX50-32895" fmla="*/ 1945 w 2254"/>
                  <a:gd name="connsiteY50-32896" fmla="*/ 1582 h 4213"/>
                  <a:gd name="connsiteX51-32897" fmla="*/ 1832 w 2254"/>
                  <a:gd name="connsiteY51-32898" fmla="*/ 1776 h 4213"/>
                  <a:gd name="connsiteX52-32899" fmla="*/ 1713 w 2254"/>
                  <a:gd name="connsiteY52-32900" fmla="*/ 1904 h 4213"/>
                  <a:gd name="connsiteX53-32901" fmla="*/ 1706 w 2254"/>
                  <a:gd name="connsiteY53-32902" fmla="*/ 2018 h 4213"/>
                  <a:gd name="connsiteX54-32903" fmla="*/ 1766 w 2254"/>
                  <a:gd name="connsiteY54-32904" fmla="*/ 2115 h 4213"/>
                  <a:gd name="connsiteX55-32905" fmla="*/ 1868 w 2254"/>
                  <a:gd name="connsiteY55-32906" fmla="*/ 2183 h 4213"/>
                  <a:gd name="connsiteX56-32907" fmla="*/ 1945 w 2254"/>
                  <a:gd name="connsiteY56-32908" fmla="*/ 2178 h 4213"/>
                  <a:gd name="connsiteX57-32909" fmla="*/ 1990 w 2254"/>
                  <a:gd name="connsiteY57-32910" fmla="*/ 2104 h 4213"/>
                  <a:gd name="connsiteX58-32911" fmla="*/ 2024 w 2254"/>
                  <a:gd name="connsiteY58-32912" fmla="*/ 2210 h 4213"/>
                  <a:gd name="connsiteX59-32913" fmla="*/ 1912 w 2254"/>
                  <a:gd name="connsiteY59-32914" fmla="*/ 2249 h 4213"/>
                  <a:gd name="connsiteX60-32915" fmla="*/ 1959 w 2254"/>
                  <a:gd name="connsiteY60-32916" fmla="*/ 2362 h 4213"/>
                  <a:gd name="connsiteX61-32917" fmla="*/ 1824 w 2254"/>
                  <a:gd name="connsiteY61-32918" fmla="*/ 2509 h 4213"/>
                  <a:gd name="connsiteX62-32919" fmla="*/ 1783 w 2254"/>
                  <a:gd name="connsiteY62-32920" fmla="*/ 2498 h 4213"/>
                  <a:gd name="connsiteX63-32921" fmla="*/ 1659 w 2254"/>
                  <a:gd name="connsiteY63-32922" fmla="*/ 2413 h 4213"/>
                  <a:gd name="connsiteX64-32923" fmla="*/ 1604 w 2254"/>
                  <a:gd name="connsiteY64-32924" fmla="*/ 2412 h 4213"/>
                  <a:gd name="connsiteX65-32925" fmla="*/ 1569 w 2254"/>
                  <a:gd name="connsiteY65-32926" fmla="*/ 2480 h 4213"/>
                  <a:gd name="connsiteX66-32927" fmla="*/ 1572 w 2254"/>
                  <a:gd name="connsiteY66-32928" fmla="*/ 2562 h 4213"/>
                  <a:gd name="connsiteX67-32929" fmla="*/ 1750 w 2254"/>
                  <a:gd name="connsiteY67-32930" fmla="*/ 2730 h 4213"/>
                  <a:gd name="connsiteX68-32931" fmla="*/ 1749 w 2254"/>
                  <a:gd name="connsiteY68-32932" fmla="*/ 2844 h 4213"/>
                  <a:gd name="connsiteX69-32933" fmla="*/ 1840 w 2254"/>
                  <a:gd name="connsiteY69-32934" fmla="*/ 3060 h 4213"/>
                  <a:gd name="connsiteX70-32935" fmla="*/ 1866 w 2254"/>
                  <a:gd name="connsiteY70-32936" fmla="*/ 3090 h 4213"/>
                  <a:gd name="connsiteX71-32937" fmla="*/ 1910 w 2254"/>
                  <a:gd name="connsiteY71-32938" fmla="*/ 3094 h 4213"/>
                  <a:gd name="connsiteX72-32939" fmla="*/ 1956 w 2254"/>
                  <a:gd name="connsiteY72-32940" fmla="*/ 3010 h 4213"/>
                  <a:gd name="connsiteX73-32941" fmla="*/ 2036 w 2254"/>
                  <a:gd name="connsiteY73-32942" fmla="*/ 2950 h 4213"/>
                  <a:gd name="connsiteX74-32943" fmla="*/ 2131 w 2254"/>
                  <a:gd name="connsiteY74-32944" fmla="*/ 3126 h 4213"/>
                  <a:gd name="connsiteX75-32945" fmla="*/ 2241 w 2254"/>
                  <a:gd name="connsiteY75-32946" fmla="*/ 3312 h 4213"/>
                  <a:gd name="connsiteX76-32947" fmla="*/ 2254 w 2254"/>
                  <a:gd name="connsiteY76-32948" fmla="*/ 3342 h 4213"/>
                  <a:gd name="connsiteX77-32949" fmla="*/ 2243 w 2254"/>
                  <a:gd name="connsiteY77-32950" fmla="*/ 3518 h 4213"/>
                  <a:gd name="connsiteX78-32951" fmla="*/ 2208 w 2254"/>
                  <a:gd name="connsiteY78-32952" fmla="*/ 3554 h 4213"/>
                  <a:gd name="connsiteX79-32953" fmla="*/ 2119 w 2254"/>
                  <a:gd name="connsiteY79-32954" fmla="*/ 3515 h 4213"/>
                  <a:gd name="connsiteX80-32955" fmla="*/ 1885 w 2254"/>
                  <a:gd name="connsiteY80-32956" fmla="*/ 3644 h 4213"/>
                  <a:gd name="connsiteX81-32957" fmla="*/ 1859 w 2254"/>
                  <a:gd name="connsiteY81-32958" fmla="*/ 3666 h 4213"/>
                  <a:gd name="connsiteX82-32959" fmla="*/ 1679 w 2254"/>
                  <a:gd name="connsiteY82-32960" fmla="*/ 3812 h 4213"/>
                  <a:gd name="connsiteX83-32961" fmla="*/ 1538 w 2254"/>
                  <a:gd name="connsiteY83-32962" fmla="*/ 3926 h 4213"/>
                  <a:gd name="connsiteX84-32963" fmla="*/ 1503 w 2254"/>
                  <a:gd name="connsiteY84-32964" fmla="*/ 3965 h 4213"/>
                  <a:gd name="connsiteX85-32965" fmla="*/ 1451 w 2254"/>
                  <a:gd name="connsiteY85-32966" fmla="*/ 3973 h 4213"/>
                  <a:gd name="connsiteX86-32967" fmla="*/ 1394 w 2254"/>
                  <a:gd name="connsiteY86-32968" fmla="*/ 3916 h 4213"/>
                  <a:gd name="connsiteX87-32969" fmla="*/ 1270 w 2254"/>
                  <a:gd name="connsiteY87-32970" fmla="*/ 3808 h 4213"/>
                  <a:gd name="connsiteX88-32971" fmla="*/ 1294 w 2254"/>
                  <a:gd name="connsiteY88-32972" fmla="*/ 4064 h 4213"/>
                  <a:gd name="connsiteX89-32973" fmla="*/ 1303 w 2254"/>
                  <a:gd name="connsiteY89-32974" fmla="*/ 4192 h 4213"/>
                  <a:gd name="connsiteX90-32975" fmla="*/ 1041 w 2254"/>
                  <a:gd name="connsiteY90-32976" fmla="*/ 4166 h 4213"/>
                  <a:gd name="connsiteX91-32977" fmla="*/ 959 w 2254"/>
                  <a:gd name="connsiteY91-32978" fmla="*/ 3987 h 4213"/>
                  <a:gd name="connsiteX92-32979" fmla="*/ 877 w 2254"/>
                  <a:gd name="connsiteY92-32980" fmla="*/ 3802 h 4213"/>
                  <a:gd name="connsiteX93-32981" fmla="*/ 1068 w 2254"/>
                  <a:gd name="connsiteY93-32982" fmla="*/ 2333 h 4213"/>
                  <a:gd name="connsiteX0-32983" fmla="*/ 1068 w 2254"/>
                  <a:gd name="connsiteY0-32984" fmla="*/ 2333 h 4213"/>
                  <a:gd name="connsiteX1-32985" fmla="*/ 1066 w 2254"/>
                  <a:gd name="connsiteY1-32986" fmla="*/ 2117 h 4213"/>
                  <a:gd name="connsiteX2-32987" fmla="*/ 990 w 2254"/>
                  <a:gd name="connsiteY2-32988" fmla="*/ 2039 h 4213"/>
                  <a:gd name="connsiteX3-32989" fmla="*/ 847 w 2254"/>
                  <a:gd name="connsiteY3-32990" fmla="*/ 1951 h 4213"/>
                  <a:gd name="connsiteX4-32991" fmla="*/ 755 w 2254"/>
                  <a:gd name="connsiteY4-32992" fmla="*/ 1827 h 4213"/>
                  <a:gd name="connsiteX5-32993" fmla="*/ 659 w 2254"/>
                  <a:gd name="connsiteY5-32994" fmla="*/ 1828 h 4213"/>
                  <a:gd name="connsiteX6-32995" fmla="*/ 614 w 2254"/>
                  <a:gd name="connsiteY6-32996" fmla="*/ 1883 h 4213"/>
                  <a:gd name="connsiteX7-32997" fmla="*/ 521 w 2254"/>
                  <a:gd name="connsiteY7-32998" fmla="*/ 1877 h 4213"/>
                  <a:gd name="connsiteX8-32999" fmla="*/ 501 w 2254"/>
                  <a:gd name="connsiteY8-33000" fmla="*/ 1994 h 4213"/>
                  <a:gd name="connsiteX9-33001" fmla="*/ 320 w 2254"/>
                  <a:gd name="connsiteY9-33002" fmla="*/ 1941 h 4213"/>
                  <a:gd name="connsiteX10-33003" fmla="*/ 237 w 2254"/>
                  <a:gd name="connsiteY10-33004" fmla="*/ 1939 h 4213"/>
                  <a:gd name="connsiteX11-33005" fmla="*/ 112 w 2254"/>
                  <a:gd name="connsiteY11-33006" fmla="*/ 2014 h 4213"/>
                  <a:gd name="connsiteX12-33007" fmla="*/ 0 w 2254"/>
                  <a:gd name="connsiteY12-33008" fmla="*/ 1890 h 4213"/>
                  <a:gd name="connsiteX13-33009" fmla="*/ 94 w 2254"/>
                  <a:gd name="connsiteY13-33010" fmla="*/ 1804 h 4213"/>
                  <a:gd name="connsiteX14-33011" fmla="*/ 98 w 2254"/>
                  <a:gd name="connsiteY14-33012" fmla="*/ 1634 h 4213"/>
                  <a:gd name="connsiteX15-33013" fmla="*/ 153 w 2254"/>
                  <a:gd name="connsiteY15-33014" fmla="*/ 1514 h 4213"/>
                  <a:gd name="connsiteX16-33015" fmla="*/ 196 w 2254"/>
                  <a:gd name="connsiteY16-33016" fmla="*/ 1306 h 4213"/>
                  <a:gd name="connsiteX17-33017" fmla="*/ 256 w 2254"/>
                  <a:gd name="connsiteY17-33018" fmla="*/ 1307 h 4213"/>
                  <a:gd name="connsiteX18-33019" fmla="*/ 579 w 2254"/>
                  <a:gd name="connsiteY18-33020" fmla="*/ 1286 h 4213"/>
                  <a:gd name="connsiteX19-33021" fmla="*/ 753 w 2254"/>
                  <a:gd name="connsiteY19-33022" fmla="*/ 1117 h 4213"/>
                  <a:gd name="connsiteX20-33023" fmla="*/ 822 w 2254"/>
                  <a:gd name="connsiteY20-33024" fmla="*/ 748 h 4213"/>
                  <a:gd name="connsiteX21-33025" fmla="*/ 932 w 2254"/>
                  <a:gd name="connsiteY21-33026" fmla="*/ 486 h 4213"/>
                  <a:gd name="connsiteX22-33027" fmla="*/ 930 w 2254"/>
                  <a:gd name="connsiteY22-33028" fmla="*/ 358 h 4213"/>
                  <a:gd name="connsiteX23-33029" fmla="*/ 917 w 2254"/>
                  <a:gd name="connsiteY23-33030" fmla="*/ 328 h 4213"/>
                  <a:gd name="connsiteX24-33031" fmla="*/ 850 w 2254"/>
                  <a:gd name="connsiteY24-33032" fmla="*/ 251 h 4213"/>
                  <a:gd name="connsiteX25-33033" fmla="*/ 790 w 2254"/>
                  <a:gd name="connsiteY25-33034" fmla="*/ 217 h 4213"/>
                  <a:gd name="connsiteX26-33035" fmla="*/ 915 w 2254"/>
                  <a:gd name="connsiteY26-33036" fmla="*/ 56 h 4213"/>
                  <a:gd name="connsiteX27-33037" fmla="*/ 1088 w 2254"/>
                  <a:gd name="connsiteY27-33038" fmla="*/ 2 h 4213"/>
                  <a:gd name="connsiteX28-33039" fmla="*/ 1120 w 2254"/>
                  <a:gd name="connsiteY28-33040" fmla="*/ 49 h 4213"/>
                  <a:gd name="connsiteX29-33041" fmla="*/ 1110 w 2254"/>
                  <a:gd name="connsiteY29-33042" fmla="*/ 133 h 4213"/>
                  <a:gd name="connsiteX30-33043" fmla="*/ 1049 w 2254"/>
                  <a:gd name="connsiteY30-33044" fmla="*/ 243 h 4213"/>
                  <a:gd name="connsiteX31-33045" fmla="*/ 1119 w 2254"/>
                  <a:gd name="connsiteY31-33046" fmla="*/ 301 h 4213"/>
                  <a:gd name="connsiteX32-33047" fmla="*/ 1233 w 2254"/>
                  <a:gd name="connsiteY32-33048" fmla="*/ 366 h 4213"/>
                  <a:gd name="connsiteX33-33049" fmla="*/ 1253 w 2254"/>
                  <a:gd name="connsiteY33-33050" fmla="*/ 255 h 4213"/>
                  <a:gd name="connsiteX34-33051" fmla="*/ 1387 w 2254"/>
                  <a:gd name="connsiteY34-33052" fmla="*/ 291 h 4213"/>
                  <a:gd name="connsiteX35-33053" fmla="*/ 1412 w 2254"/>
                  <a:gd name="connsiteY35-33054" fmla="*/ 331 h 4213"/>
                  <a:gd name="connsiteX36-33055" fmla="*/ 1488 w 2254"/>
                  <a:gd name="connsiteY36-33056" fmla="*/ 562 h 4213"/>
                  <a:gd name="connsiteX37-33057" fmla="*/ 1523 w 2254"/>
                  <a:gd name="connsiteY37-33058" fmla="*/ 586 h 4213"/>
                  <a:gd name="connsiteX38-33059" fmla="*/ 1615 w 2254"/>
                  <a:gd name="connsiteY38-33060" fmla="*/ 578 h 4213"/>
                  <a:gd name="connsiteX39-33061" fmla="*/ 1875 w 2254"/>
                  <a:gd name="connsiteY39-33062" fmla="*/ 490 h 4213"/>
                  <a:gd name="connsiteX40-33063" fmla="*/ 2095 w 2254"/>
                  <a:gd name="connsiteY40-33064" fmla="*/ 479 h 4213"/>
                  <a:gd name="connsiteX41-33065" fmla="*/ 2155 w 2254"/>
                  <a:gd name="connsiteY41-33066" fmla="*/ 648 h 4213"/>
                  <a:gd name="connsiteX42-33067" fmla="*/ 2073 w 2254"/>
                  <a:gd name="connsiteY42-33068" fmla="*/ 944 h 4213"/>
                  <a:gd name="connsiteX43-33069" fmla="*/ 2073 w 2254"/>
                  <a:gd name="connsiteY43-33070" fmla="*/ 1022 h 4213"/>
                  <a:gd name="connsiteX44-33071" fmla="*/ 2142 w 2254"/>
                  <a:gd name="connsiteY44-33072" fmla="*/ 1168 h 4213"/>
                  <a:gd name="connsiteX45-33073" fmla="*/ 2157 w 2254"/>
                  <a:gd name="connsiteY45-33074" fmla="*/ 1427 h 4213"/>
                  <a:gd name="connsiteX46-33075" fmla="*/ 2159 w 2254"/>
                  <a:gd name="connsiteY46-33076" fmla="*/ 1617 h 4213"/>
                  <a:gd name="connsiteX47-33077" fmla="*/ 2092 w 2254"/>
                  <a:gd name="connsiteY47-33078" fmla="*/ 1625 h 4213"/>
                  <a:gd name="connsiteX48-33079" fmla="*/ 2070 w 2254"/>
                  <a:gd name="connsiteY48-33080" fmla="*/ 1507 h 4213"/>
                  <a:gd name="connsiteX49-33081" fmla="*/ 2035 w 2254"/>
                  <a:gd name="connsiteY49-33082" fmla="*/ 1450 h 4213"/>
                  <a:gd name="connsiteX50-33083" fmla="*/ 1945 w 2254"/>
                  <a:gd name="connsiteY50-33084" fmla="*/ 1582 h 4213"/>
                  <a:gd name="connsiteX51-33085" fmla="*/ 1832 w 2254"/>
                  <a:gd name="connsiteY51-33086" fmla="*/ 1776 h 4213"/>
                  <a:gd name="connsiteX52-33087" fmla="*/ 1713 w 2254"/>
                  <a:gd name="connsiteY52-33088" fmla="*/ 1904 h 4213"/>
                  <a:gd name="connsiteX53-33089" fmla="*/ 1706 w 2254"/>
                  <a:gd name="connsiteY53-33090" fmla="*/ 2018 h 4213"/>
                  <a:gd name="connsiteX54-33091" fmla="*/ 1766 w 2254"/>
                  <a:gd name="connsiteY54-33092" fmla="*/ 2115 h 4213"/>
                  <a:gd name="connsiteX55-33093" fmla="*/ 1868 w 2254"/>
                  <a:gd name="connsiteY55-33094" fmla="*/ 2183 h 4213"/>
                  <a:gd name="connsiteX56-33095" fmla="*/ 1945 w 2254"/>
                  <a:gd name="connsiteY56-33096" fmla="*/ 2178 h 4213"/>
                  <a:gd name="connsiteX57-33097" fmla="*/ 1990 w 2254"/>
                  <a:gd name="connsiteY57-33098" fmla="*/ 2104 h 4213"/>
                  <a:gd name="connsiteX58-33099" fmla="*/ 2024 w 2254"/>
                  <a:gd name="connsiteY58-33100" fmla="*/ 2210 h 4213"/>
                  <a:gd name="connsiteX59-33101" fmla="*/ 1912 w 2254"/>
                  <a:gd name="connsiteY59-33102" fmla="*/ 2249 h 4213"/>
                  <a:gd name="connsiteX60-33103" fmla="*/ 1959 w 2254"/>
                  <a:gd name="connsiteY60-33104" fmla="*/ 2362 h 4213"/>
                  <a:gd name="connsiteX61-33105" fmla="*/ 1824 w 2254"/>
                  <a:gd name="connsiteY61-33106" fmla="*/ 2509 h 4213"/>
                  <a:gd name="connsiteX62-33107" fmla="*/ 1783 w 2254"/>
                  <a:gd name="connsiteY62-33108" fmla="*/ 2498 h 4213"/>
                  <a:gd name="connsiteX63-33109" fmla="*/ 1659 w 2254"/>
                  <a:gd name="connsiteY63-33110" fmla="*/ 2413 h 4213"/>
                  <a:gd name="connsiteX64-33111" fmla="*/ 1604 w 2254"/>
                  <a:gd name="connsiteY64-33112" fmla="*/ 2412 h 4213"/>
                  <a:gd name="connsiteX65-33113" fmla="*/ 1569 w 2254"/>
                  <a:gd name="connsiteY65-33114" fmla="*/ 2480 h 4213"/>
                  <a:gd name="connsiteX66-33115" fmla="*/ 1572 w 2254"/>
                  <a:gd name="connsiteY66-33116" fmla="*/ 2562 h 4213"/>
                  <a:gd name="connsiteX67-33117" fmla="*/ 1750 w 2254"/>
                  <a:gd name="connsiteY67-33118" fmla="*/ 2730 h 4213"/>
                  <a:gd name="connsiteX68-33119" fmla="*/ 1749 w 2254"/>
                  <a:gd name="connsiteY68-33120" fmla="*/ 2844 h 4213"/>
                  <a:gd name="connsiteX69-33121" fmla="*/ 1840 w 2254"/>
                  <a:gd name="connsiteY69-33122" fmla="*/ 3060 h 4213"/>
                  <a:gd name="connsiteX70-33123" fmla="*/ 1866 w 2254"/>
                  <a:gd name="connsiteY70-33124" fmla="*/ 3090 h 4213"/>
                  <a:gd name="connsiteX71-33125" fmla="*/ 1910 w 2254"/>
                  <a:gd name="connsiteY71-33126" fmla="*/ 3094 h 4213"/>
                  <a:gd name="connsiteX72-33127" fmla="*/ 1956 w 2254"/>
                  <a:gd name="connsiteY72-33128" fmla="*/ 3010 h 4213"/>
                  <a:gd name="connsiteX73-33129" fmla="*/ 2036 w 2254"/>
                  <a:gd name="connsiteY73-33130" fmla="*/ 2950 h 4213"/>
                  <a:gd name="connsiteX74-33131" fmla="*/ 2131 w 2254"/>
                  <a:gd name="connsiteY74-33132" fmla="*/ 3126 h 4213"/>
                  <a:gd name="connsiteX75-33133" fmla="*/ 2241 w 2254"/>
                  <a:gd name="connsiteY75-33134" fmla="*/ 3312 h 4213"/>
                  <a:gd name="connsiteX76-33135" fmla="*/ 2254 w 2254"/>
                  <a:gd name="connsiteY76-33136" fmla="*/ 3342 h 4213"/>
                  <a:gd name="connsiteX77-33137" fmla="*/ 2243 w 2254"/>
                  <a:gd name="connsiteY77-33138" fmla="*/ 3518 h 4213"/>
                  <a:gd name="connsiteX78-33139" fmla="*/ 2208 w 2254"/>
                  <a:gd name="connsiteY78-33140" fmla="*/ 3554 h 4213"/>
                  <a:gd name="connsiteX79-33141" fmla="*/ 2119 w 2254"/>
                  <a:gd name="connsiteY79-33142" fmla="*/ 3515 h 4213"/>
                  <a:gd name="connsiteX80-33143" fmla="*/ 1885 w 2254"/>
                  <a:gd name="connsiteY80-33144" fmla="*/ 3644 h 4213"/>
                  <a:gd name="connsiteX81-33145" fmla="*/ 1859 w 2254"/>
                  <a:gd name="connsiteY81-33146" fmla="*/ 3666 h 4213"/>
                  <a:gd name="connsiteX82-33147" fmla="*/ 1679 w 2254"/>
                  <a:gd name="connsiteY82-33148" fmla="*/ 3812 h 4213"/>
                  <a:gd name="connsiteX83-33149" fmla="*/ 1538 w 2254"/>
                  <a:gd name="connsiteY83-33150" fmla="*/ 3926 h 4213"/>
                  <a:gd name="connsiteX84-33151" fmla="*/ 1503 w 2254"/>
                  <a:gd name="connsiteY84-33152" fmla="*/ 3965 h 4213"/>
                  <a:gd name="connsiteX85-33153" fmla="*/ 1451 w 2254"/>
                  <a:gd name="connsiteY85-33154" fmla="*/ 3973 h 4213"/>
                  <a:gd name="connsiteX86-33155" fmla="*/ 1394 w 2254"/>
                  <a:gd name="connsiteY86-33156" fmla="*/ 3916 h 4213"/>
                  <a:gd name="connsiteX87-33157" fmla="*/ 1270 w 2254"/>
                  <a:gd name="connsiteY87-33158" fmla="*/ 3808 h 4213"/>
                  <a:gd name="connsiteX88-33159" fmla="*/ 1294 w 2254"/>
                  <a:gd name="connsiteY88-33160" fmla="*/ 4064 h 4213"/>
                  <a:gd name="connsiteX89-33161" fmla="*/ 1303 w 2254"/>
                  <a:gd name="connsiteY89-33162" fmla="*/ 4192 h 4213"/>
                  <a:gd name="connsiteX90-33163" fmla="*/ 1041 w 2254"/>
                  <a:gd name="connsiteY90-33164" fmla="*/ 4166 h 4213"/>
                  <a:gd name="connsiteX91-33165" fmla="*/ 959 w 2254"/>
                  <a:gd name="connsiteY91-33166" fmla="*/ 3987 h 4213"/>
                  <a:gd name="connsiteX92-33167" fmla="*/ 877 w 2254"/>
                  <a:gd name="connsiteY92-33168" fmla="*/ 3802 h 4213"/>
                  <a:gd name="connsiteX93-33169" fmla="*/ 1068 w 2254"/>
                  <a:gd name="connsiteY93-33170" fmla="*/ 2333 h 4213"/>
                  <a:gd name="connsiteX0-33171" fmla="*/ 1068 w 2254"/>
                  <a:gd name="connsiteY0-33172" fmla="*/ 2333 h 4213"/>
                  <a:gd name="connsiteX1-33173" fmla="*/ 1066 w 2254"/>
                  <a:gd name="connsiteY1-33174" fmla="*/ 2117 h 4213"/>
                  <a:gd name="connsiteX2-33175" fmla="*/ 990 w 2254"/>
                  <a:gd name="connsiteY2-33176" fmla="*/ 2039 h 4213"/>
                  <a:gd name="connsiteX3-33177" fmla="*/ 847 w 2254"/>
                  <a:gd name="connsiteY3-33178" fmla="*/ 1951 h 4213"/>
                  <a:gd name="connsiteX4-33179" fmla="*/ 755 w 2254"/>
                  <a:gd name="connsiteY4-33180" fmla="*/ 1827 h 4213"/>
                  <a:gd name="connsiteX5-33181" fmla="*/ 659 w 2254"/>
                  <a:gd name="connsiteY5-33182" fmla="*/ 1828 h 4213"/>
                  <a:gd name="connsiteX6-33183" fmla="*/ 614 w 2254"/>
                  <a:gd name="connsiteY6-33184" fmla="*/ 1883 h 4213"/>
                  <a:gd name="connsiteX7-33185" fmla="*/ 521 w 2254"/>
                  <a:gd name="connsiteY7-33186" fmla="*/ 1877 h 4213"/>
                  <a:gd name="connsiteX8-33187" fmla="*/ 501 w 2254"/>
                  <a:gd name="connsiteY8-33188" fmla="*/ 1994 h 4213"/>
                  <a:gd name="connsiteX9-33189" fmla="*/ 320 w 2254"/>
                  <a:gd name="connsiteY9-33190" fmla="*/ 1941 h 4213"/>
                  <a:gd name="connsiteX10-33191" fmla="*/ 237 w 2254"/>
                  <a:gd name="connsiteY10-33192" fmla="*/ 1939 h 4213"/>
                  <a:gd name="connsiteX11-33193" fmla="*/ 112 w 2254"/>
                  <a:gd name="connsiteY11-33194" fmla="*/ 2014 h 4213"/>
                  <a:gd name="connsiteX12-33195" fmla="*/ 0 w 2254"/>
                  <a:gd name="connsiteY12-33196" fmla="*/ 1890 h 4213"/>
                  <a:gd name="connsiteX13-33197" fmla="*/ 94 w 2254"/>
                  <a:gd name="connsiteY13-33198" fmla="*/ 1804 h 4213"/>
                  <a:gd name="connsiteX14-33199" fmla="*/ 98 w 2254"/>
                  <a:gd name="connsiteY14-33200" fmla="*/ 1634 h 4213"/>
                  <a:gd name="connsiteX15-33201" fmla="*/ 153 w 2254"/>
                  <a:gd name="connsiteY15-33202" fmla="*/ 1514 h 4213"/>
                  <a:gd name="connsiteX16-33203" fmla="*/ 196 w 2254"/>
                  <a:gd name="connsiteY16-33204" fmla="*/ 1306 h 4213"/>
                  <a:gd name="connsiteX17-33205" fmla="*/ 256 w 2254"/>
                  <a:gd name="connsiteY17-33206" fmla="*/ 1307 h 4213"/>
                  <a:gd name="connsiteX18-33207" fmla="*/ 579 w 2254"/>
                  <a:gd name="connsiteY18-33208" fmla="*/ 1286 h 4213"/>
                  <a:gd name="connsiteX19-33209" fmla="*/ 753 w 2254"/>
                  <a:gd name="connsiteY19-33210" fmla="*/ 1117 h 4213"/>
                  <a:gd name="connsiteX20-33211" fmla="*/ 822 w 2254"/>
                  <a:gd name="connsiteY20-33212" fmla="*/ 748 h 4213"/>
                  <a:gd name="connsiteX21-33213" fmla="*/ 932 w 2254"/>
                  <a:gd name="connsiteY21-33214" fmla="*/ 486 h 4213"/>
                  <a:gd name="connsiteX22-33215" fmla="*/ 930 w 2254"/>
                  <a:gd name="connsiteY22-33216" fmla="*/ 358 h 4213"/>
                  <a:gd name="connsiteX23-33217" fmla="*/ 917 w 2254"/>
                  <a:gd name="connsiteY23-33218" fmla="*/ 328 h 4213"/>
                  <a:gd name="connsiteX24-33219" fmla="*/ 850 w 2254"/>
                  <a:gd name="connsiteY24-33220" fmla="*/ 251 h 4213"/>
                  <a:gd name="connsiteX25-33221" fmla="*/ 790 w 2254"/>
                  <a:gd name="connsiteY25-33222" fmla="*/ 217 h 4213"/>
                  <a:gd name="connsiteX26-33223" fmla="*/ 915 w 2254"/>
                  <a:gd name="connsiteY26-33224" fmla="*/ 56 h 4213"/>
                  <a:gd name="connsiteX27-33225" fmla="*/ 1088 w 2254"/>
                  <a:gd name="connsiteY27-33226" fmla="*/ 2 h 4213"/>
                  <a:gd name="connsiteX28-33227" fmla="*/ 1120 w 2254"/>
                  <a:gd name="connsiteY28-33228" fmla="*/ 49 h 4213"/>
                  <a:gd name="connsiteX29-33229" fmla="*/ 1110 w 2254"/>
                  <a:gd name="connsiteY29-33230" fmla="*/ 133 h 4213"/>
                  <a:gd name="connsiteX30-33231" fmla="*/ 1049 w 2254"/>
                  <a:gd name="connsiteY30-33232" fmla="*/ 243 h 4213"/>
                  <a:gd name="connsiteX31-33233" fmla="*/ 1119 w 2254"/>
                  <a:gd name="connsiteY31-33234" fmla="*/ 301 h 4213"/>
                  <a:gd name="connsiteX32-33235" fmla="*/ 1233 w 2254"/>
                  <a:gd name="connsiteY32-33236" fmla="*/ 366 h 4213"/>
                  <a:gd name="connsiteX33-33237" fmla="*/ 1253 w 2254"/>
                  <a:gd name="connsiteY33-33238" fmla="*/ 255 h 4213"/>
                  <a:gd name="connsiteX34-33239" fmla="*/ 1387 w 2254"/>
                  <a:gd name="connsiteY34-33240" fmla="*/ 291 h 4213"/>
                  <a:gd name="connsiteX35-33241" fmla="*/ 1412 w 2254"/>
                  <a:gd name="connsiteY35-33242" fmla="*/ 331 h 4213"/>
                  <a:gd name="connsiteX36-33243" fmla="*/ 1488 w 2254"/>
                  <a:gd name="connsiteY36-33244" fmla="*/ 562 h 4213"/>
                  <a:gd name="connsiteX37-33245" fmla="*/ 1523 w 2254"/>
                  <a:gd name="connsiteY37-33246" fmla="*/ 586 h 4213"/>
                  <a:gd name="connsiteX38-33247" fmla="*/ 1615 w 2254"/>
                  <a:gd name="connsiteY38-33248" fmla="*/ 578 h 4213"/>
                  <a:gd name="connsiteX39-33249" fmla="*/ 1875 w 2254"/>
                  <a:gd name="connsiteY39-33250" fmla="*/ 490 h 4213"/>
                  <a:gd name="connsiteX40-33251" fmla="*/ 2095 w 2254"/>
                  <a:gd name="connsiteY40-33252" fmla="*/ 479 h 4213"/>
                  <a:gd name="connsiteX41-33253" fmla="*/ 2155 w 2254"/>
                  <a:gd name="connsiteY41-33254" fmla="*/ 648 h 4213"/>
                  <a:gd name="connsiteX42-33255" fmla="*/ 2073 w 2254"/>
                  <a:gd name="connsiteY42-33256" fmla="*/ 944 h 4213"/>
                  <a:gd name="connsiteX43-33257" fmla="*/ 2073 w 2254"/>
                  <a:gd name="connsiteY43-33258" fmla="*/ 1022 h 4213"/>
                  <a:gd name="connsiteX44-33259" fmla="*/ 2142 w 2254"/>
                  <a:gd name="connsiteY44-33260" fmla="*/ 1168 h 4213"/>
                  <a:gd name="connsiteX45-33261" fmla="*/ 2157 w 2254"/>
                  <a:gd name="connsiteY45-33262" fmla="*/ 1427 h 4213"/>
                  <a:gd name="connsiteX46-33263" fmla="*/ 2159 w 2254"/>
                  <a:gd name="connsiteY46-33264" fmla="*/ 1617 h 4213"/>
                  <a:gd name="connsiteX47-33265" fmla="*/ 2092 w 2254"/>
                  <a:gd name="connsiteY47-33266" fmla="*/ 1625 h 4213"/>
                  <a:gd name="connsiteX48-33267" fmla="*/ 2070 w 2254"/>
                  <a:gd name="connsiteY48-33268" fmla="*/ 1507 h 4213"/>
                  <a:gd name="connsiteX49-33269" fmla="*/ 2035 w 2254"/>
                  <a:gd name="connsiteY49-33270" fmla="*/ 1450 h 4213"/>
                  <a:gd name="connsiteX50-33271" fmla="*/ 1945 w 2254"/>
                  <a:gd name="connsiteY50-33272" fmla="*/ 1582 h 4213"/>
                  <a:gd name="connsiteX51-33273" fmla="*/ 1832 w 2254"/>
                  <a:gd name="connsiteY51-33274" fmla="*/ 1776 h 4213"/>
                  <a:gd name="connsiteX52-33275" fmla="*/ 1713 w 2254"/>
                  <a:gd name="connsiteY52-33276" fmla="*/ 1904 h 4213"/>
                  <a:gd name="connsiteX53-33277" fmla="*/ 1706 w 2254"/>
                  <a:gd name="connsiteY53-33278" fmla="*/ 2018 h 4213"/>
                  <a:gd name="connsiteX54-33279" fmla="*/ 1766 w 2254"/>
                  <a:gd name="connsiteY54-33280" fmla="*/ 2115 h 4213"/>
                  <a:gd name="connsiteX55-33281" fmla="*/ 1868 w 2254"/>
                  <a:gd name="connsiteY55-33282" fmla="*/ 2183 h 4213"/>
                  <a:gd name="connsiteX56-33283" fmla="*/ 1945 w 2254"/>
                  <a:gd name="connsiteY56-33284" fmla="*/ 2178 h 4213"/>
                  <a:gd name="connsiteX57-33285" fmla="*/ 1990 w 2254"/>
                  <a:gd name="connsiteY57-33286" fmla="*/ 2104 h 4213"/>
                  <a:gd name="connsiteX58-33287" fmla="*/ 2024 w 2254"/>
                  <a:gd name="connsiteY58-33288" fmla="*/ 2210 h 4213"/>
                  <a:gd name="connsiteX59-33289" fmla="*/ 1912 w 2254"/>
                  <a:gd name="connsiteY59-33290" fmla="*/ 2249 h 4213"/>
                  <a:gd name="connsiteX60-33291" fmla="*/ 1959 w 2254"/>
                  <a:gd name="connsiteY60-33292" fmla="*/ 2362 h 4213"/>
                  <a:gd name="connsiteX61-33293" fmla="*/ 1824 w 2254"/>
                  <a:gd name="connsiteY61-33294" fmla="*/ 2509 h 4213"/>
                  <a:gd name="connsiteX62-33295" fmla="*/ 1783 w 2254"/>
                  <a:gd name="connsiteY62-33296" fmla="*/ 2498 h 4213"/>
                  <a:gd name="connsiteX63-33297" fmla="*/ 1659 w 2254"/>
                  <a:gd name="connsiteY63-33298" fmla="*/ 2413 h 4213"/>
                  <a:gd name="connsiteX64-33299" fmla="*/ 1604 w 2254"/>
                  <a:gd name="connsiteY64-33300" fmla="*/ 2412 h 4213"/>
                  <a:gd name="connsiteX65-33301" fmla="*/ 1569 w 2254"/>
                  <a:gd name="connsiteY65-33302" fmla="*/ 2480 h 4213"/>
                  <a:gd name="connsiteX66-33303" fmla="*/ 1572 w 2254"/>
                  <a:gd name="connsiteY66-33304" fmla="*/ 2562 h 4213"/>
                  <a:gd name="connsiteX67-33305" fmla="*/ 1750 w 2254"/>
                  <a:gd name="connsiteY67-33306" fmla="*/ 2730 h 4213"/>
                  <a:gd name="connsiteX68-33307" fmla="*/ 1749 w 2254"/>
                  <a:gd name="connsiteY68-33308" fmla="*/ 2844 h 4213"/>
                  <a:gd name="connsiteX69-33309" fmla="*/ 1840 w 2254"/>
                  <a:gd name="connsiteY69-33310" fmla="*/ 3060 h 4213"/>
                  <a:gd name="connsiteX70-33311" fmla="*/ 1866 w 2254"/>
                  <a:gd name="connsiteY70-33312" fmla="*/ 3090 h 4213"/>
                  <a:gd name="connsiteX71-33313" fmla="*/ 1910 w 2254"/>
                  <a:gd name="connsiteY71-33314" fmla="*/ 3094 h 4213"/>
                  <a:gd name="connsiteX72-33315" fmla="*/ 1956 w 2254"/>
                  <a:gd name="connsiteY72-33316" fmla="*/ 3010 h 4213"/>
                  <a:gd name="connsiteX73-33317" fmla="*/ 2036 w 2254"/>
                  <a:gd name="connsiteY73-33318" fmla="*/ 2950 h 4213"/>
                  <a:gd name="connsiteX74-33319" fmla="*/ 2131 w 2254"/>
                  <a:gd name="connsiteY74-33320" fmla="*/ 3126 h 4213"/>
                  <a:gd name="connsiteX75-33321" fmla="*/ 2241 w 2254"/>
                  <a:gd name="connsiteY75-33322" fmla="*/ 3312 h 4213"/>
                  <a:gd name="connsiteX76-33323" fmla="*/ 2254 w 2254"/>
                  <a:gd name="connsiteY76-33324" fmla="*/ 3342 h 4213"/>
                  <a:gd name="connsiteX77-33325" fmla="*/ 2243 w 2254"/>
                  <a:gd name="connsiteY77-33326" fmla="*/ 3518 h 4213"/>
                  <a:gd name="connsiteX78-33327" fmla="*/ 2208 w 2254"/>
                  <a:gd name="connsiteY78-33328" fmla="*/ 3554 h 4213"/>
                  <a:gd name="connsiteX79-33329" fmla="*/ 2119 w 2254"/>
                  <a:gd name="connsiteY79-33330" fmla="*/ 3515 h 4213"/>
                  <a:gd name="connsiteX80-33331" fmla="*/ 1885 w 2254"/>
                  <a:gd name="connsiteY80-33332" fmla="*/ 3644 h 4213"/>
                  <a:gd name="connsiteX81-33333" fmla="*/ 1859 w 2254"/>
                  <a:gd name="connsiteY81-33334" fmla="*/ 3666 h 4213"/>
                  <a:gd name="connsiteX82-33335" fmla="*/ 1679 w 2254"/>
                  <a:gd name="connsiteY82-33336" fmla="*/ 3812 h 4213"/>
                  <a:gd name="connsiteX83-33337" fmla="*/ 1538 w 2254"/>
                  <a:gd name="connsiteY83-33338" fmla="*/ 3926 h 4213"/>
                  <a:gd name="connsiteX84-33339" fmla="*/ 1503 w 2254"/>
                  <a:gd name="connsiteY84-33340" fmla="*/ 3965 h 4213"/>
                  <a:gd name="connsiteX85-33341" fmla="*/ 1451 w 2254"/>
                  <a:gd name="connsiteY85-33342" fmla="*/ 3973 h 4213"/>
                  <a:gd name="connsiteX86-33343" fmla="*/ 1394 w 2254"/>
                  <a:gd name="connsiteY86-33344" fmla="*/ 3916 h 4213"/>
                  <a:gd name="connsiteX87-33345" fmla="*/ 1270 w 2254"/>
                  <a:gd name="connsiteY87-33346" fmla="*/ 3808 h 4213"/>
                  <a:gd name="connsiteX88-33347" fmla="*/ 1294 w 2254"/>
                  <a:gd name="connsiteY88-33348" fmla="*/ 4064 h 4213"/>
                  <a:gd name="connsiteX89-33349" fmla="*/ 1303 w 2254"/>
                  <a:gd name="connsiteY89-33350" fmla="*/ 4192 h 4213"/>
                  <a:gd name="connsiteX90-33351" fmla="*/ 1041 w 2254"/>
                  <a:gd name="connsiteY90-33352" fmla="*/ 4166 h 4213"/>
                  <a:gd name="connsiteX91-33353" fmla="*/ 959 w 2254"/>
                  <a:gd name="connsiteY91-33354" fmla="*/ 3987 h 4213"/>
                  <a:gd name="connsiteX92-33355" fmla="*/ 877 w 2254"/>
                  <a:gd name="connsiteY92-33356" fmla="*/ 3802 h 4213"/>
                  <a:gd name="connsiteX93-33357" fmla="*/ 891 w 2254"/>
                  <a:gd name="connsiteY93-33358" fmla="*/ 3459 h 4213"/>
                  <a:gd name="connsiteX94-33359" fmla="*/ 1068 w 2254"/>
                  <a:gd name="connsiteY94-33360" fmla="*/ 2333 h 4213"/>
                  <a:gd name="connsiteX0-33361" fmla="*/ 1068 w 2254"/>
                  <a:gd name="connsiteY0-33362" fmla="*/ 2333 h 4213"/>
                  <a:gd name="connsiteX1-33363" fmla="*/ 1066 w 2254"/>
                  <a:gd name="connsiteY1-33364" fmla="*/ 2117 h 4213"/>
                  <a:gd name="connsiteX2-33365" fmla="*/ 990 w 2254"/>
                  <a:gd name="connsiteY2-33366" fmla="*/ 2039 h 4213"/>
                  <a:gd name="connsiteX3-33367" fmla="*/ 847 w 2254"/>
                  <a:gd name="connsiteY3-33368" fmla="*/ 1951 h 4213"/>
                  <a:gd name="connsiteX4-33369" fmla="*/ 755 w 2254"/>
                  <a:gd name="connsiteY4-33370" fmla="*/ 1827 h 4213"/>
                  <a:gd name="connsiteX5-33371" fmla="*/ 659 w 2254"/>
                  <a:gd name="connsiteY5-33372" fmla="*/ 1828 h 4213"/>
                  <a:gd name="connsiteX6-33373" fmla="*/ 614 w 2254"/>
                  <a:gd name="connsiteY6-33374" fmla="*/ 1883 h 4213"/>
                  <a:gd name="connsiteX7-33375" fmla="*/ 521 w 2254"/>
                  <a:gd name="connsiteY7-33376" fmla="*/ 1877 h 4213"/>
                  <a:gd name="connsiteX8-33377" fmla="*/ 501 w 2254"/>
                  <a:gd name="connsiteY8-33378" fmla="*/ 1994 h 4213"/>
                  <a:gd name="connsiteX9-33379" fmla="*/ 320 w 2254"/>
                  <a:gd name="connsiteY9-33380" fmla="*/ 1941 h 4213"/>
                  <a:gd name="connsiteX10-33381" fmla="*/ 237 w 2254"/>
                  <a:gd name="connsiteY10-33382" fmla="*/ 1939 h 4213"/>
                  <a:gd name="connsiteX11-33383" fmla="*/ 112 w 2254"/>
                  <a:gd name="connsiteY11-33384" fmla="*/ 2014 h 4213"/>
                  <a:gd name="connsiteX12-33385" fmla="*/ 0 w 2254"/>
                  <a:gd name="connsiteY12-33386" fmla="*/ 1890 h 4213"/>
                  <a:gd name="connsiteX13-33387" fmla="*/ 94 w 2254"/>
                  <a:gd name="connsiteY13-33388" fmla="*/ 1804 h 4213"/>
                  <a:gd name="connsiteX14-33389" fmla="*/ 98 w 2254"/>
                  <a:gd name="connsiteY14-33390" fmla="*/ 1634 h 4213"/>
                  <a:gd name="connsiteX15-33391" fmla="*/ 153 w 2254"/>
                  <a:gd name="connsiteY15-33392" fmla="*/ 1514 h 4213"/>
                  <a:gd name="connsiteX16-33393" fmla="*/ 196 w 2254"/>
                  <a:gd name="connsiteY16-33394" fmla="*/ 1306 h 4213"/>
                  <a:gd name="connsiteX17-33395" fmla="*/ 256 w 2254"/>
                  <a:gd name="connsiteY17-33396" fmla="*/ 1307 h 4213"/>
                  <a:gd name="connsiteX18-33397" fmla="*/ 579 w 2254"/>
                  <a:gd name="connsiteY18-33398" fmla="*/ 1286 h 4213"/>
                  <a:gd name="connsiteX19-33399" fmla="*/ 753 w 2254"/>
                  <a:gd name="connsiteY19-33400" fmla="*/ 1117 h 4213"/>
                  <a:gd name="connsiteX20-33401" fmla="*/ 822 w 2254"/>
                  <a:gd name="connsiteY20-33402" fmla="*/ 748 h 4213"/>
                  <a:gd name="connsiteX21-33403" fmla="*/ 932 w 2254"/>
                  <a:gd name="connsiteY21-33404" fmla="*/ 486 h 4213"/>
                  <a:gd name="connsiteX22-33405" fmla="*/ 930 w 2254"/>
                  <a:gd name="connsiteY22-33406" fmla="*/ 358 h 4213"/>
                  <a:gd name="connsiteX23-33407" fmla="*/ 917 w 2254"/>
                  <a:gd name="connsiteY23-33408" fmla="*/ 328 h 4213"/>
                  <a:gd name="connsiteX24-33409" fmla="*/ 850 w 2254"/>
                  <a:gd name="connsiteY24-33410" fmla="*/ 251 h 4213"/>
                  <a:gd name="connsiteX25-33411" fmla="*/ 790 w 2254"/>
                  <a:gd name="connsiteY25-33412" fmla="*/ 217 h 4213"/>
                  <a:gd name="connsiteX26-33413" fmla="*/ 915 w 2254"/>
                  <a:gd name="connsiteY26-33414" fmla="*/ 56 h 4213"/>
                  <a:gd name="connsiteX27-33415" fmla="*/ 1088 w 2254"/>
                  <a:gd name="connsiteY27-33416" fmla="*/ 2 h 4213"/>
                  <a:gd name="connsiteX28-33417" fmla="*/ 1120 w 2254"/>
                  <a:gd name="connsiteY28-33418" fmla="*/ 49 h 4213"/>
                  <a:gd name="connsiteX29-33419" fmla="*/ 1110 w 2254"/>
                  <a:gd name="connsiteY29-33420" fmla="*/ 133 h 4213"/>
                  <a:gd name="connsiteX30-33421" fmla="*/ 1049 w 2254"/>
                  <a:gd name="connsiteY30-33422" fmla="*/ 243 h 4213"/>
                  <a:gd name="connsiteX31-33423" fmla="*/ 1119 w 2254"/>
                  <a:gd name="connsiteY31-33424" fmla="*/ 301 h 4213"/>
                  <a:gd name="connsiteX32-33425" fmla="*/ 1233 w 2254"/>
                  <a:gd name="connsiteY32-33426" fmla="*/ 366 h 4213"/>
                  <a:gd name="connsiteX33-33427" fmla="*/ 1253 w 2254"/>
                  <a:gd name="connsiteY33-33428" fmla="*/ 255 h 4213"/>
                  <a:gd name="connsiteX34-33429" fmla="*/ 1387 w 2254"/>
                  <a:gd name="connsiteY34-33430" fmla="*/ 291 h 4213"/>
                  <a:gd name="connsiteX35-33431" fmla="*/ 1412 w 2254"/>
                  <a:gd name="connsiteY35-33432" fmla="*/ 331 h 4213"/>
                  <a:gd name="connsiteX36-33433" fmla="*/ 1488 w 2254"/>
                  <a:gd name="connsiteY36-33434" fmla="*/ 562 h 4213"/>
                  <a:gd name="connsiteX37-33435" fmla="*/ 1523 w 2254"/>
                  <a:gd name="connsiteY37-33436" fmla="*/ 586 h 4213"/>
                  <a:gd name="connsiteX38-33437" fmla="*/ 1615 w 2254"/>
                  <a:gd name="connsiteY38-33438" fmla="*/ 578 h 4213"/>
                  <a:gd name="connsiteX39-33439" fmla="*/ 1875 w 2254"/>
                  <a:gd name="connsiteY39-33440" fmla="*/ 490 h 4213"/>
                  <a:gd name="connsiteX40-33441" fmla="*/ 2095 w 2254"/>
                  <a:gd name="connsiteY40-33442" fmla="*/ 479 h 4213"/>
                  <a:gd name="connsiteX41-33443" fmla="*/ 2155 w 2254"/>
                  <a:gd name="connsiteY41-33444" fmla="*/ 648 h 4213"/>
                  <a:gd name="connsiteX42-33445" fmla="*/ 2073 w 2254"/>
                  <a:gd name="connsiteY42-33446" fmla="*/ 944 h 4213"/>
                  <a:gd name="connsiteX43-33447" fmla="*/ 2073 w 2254"/>
                  <a:gd name="connsiteY43-33448" fmla="*/ 1022 h 4213"/>
                  <a:gd name="connsiteX44-33449" fmla="*/ 2142 w 2254"/>
                  <a:gd name="connsiteY44-33450" fmla="*/ 1168 h 4213"/>
                  <a:gd name="connsiteX45-33451" fmla="*/ 2157 w 2254"/>
                  <a:gd name="connsiteY45-33452" fmla="*/ 1427 h 4213"/>
                  <a:gd name="connsiteX46-33453" fmla="*/ 2159 w 2254"/>
                  <a:gd name="connsiteY46-33454" fmla="*/ 1617 h 4213"/>
                  <a:gd name="connsiteX47-33455" fmla="*/ 2092 w 2254"/>
                  <a:gd name="connsiteY47-33456" fmla="*/ 1625 h 4213"/>
                  <a:gd name="connsiteX48-33457" fmla="*/ 2070 w 2254"/>
                  <a:gd name="connsiteY48-33458" fmla="*/ 1507 h 4213"/>
                  <a:gd name="connsiteX49-33459" fmla="*/ 2035 w 2254"/>
                  <a:gd name="connsiteY49-33460" fmla="*/ 1450 h 4213"/>
                  <a:gd name="connsiteX50-33461" fmla="*/ 1945 w 2254"/>
                  <a:gd name="connsiteY50-33462" fmla="*/ 1582 h 4213"/>
                  <a:gd name="connsiteX51-33463" fmla="*/ 1832 w 2254"/>
                  <a:gd name="connsiteY51-33464" fmla="*/ 1776 h 4213"/>
                  <a:gd name="connsiteX52-33465" fmla="*/ 1713 w 2254"/>
                  <a:gd name="connsiteY52-33466" fmla="*/ 1904 h 4213"/>
                  <a:gd name="connsiteX53-33467" fmla="*/ 1706 w 2254"/>
                  <a:gd name="connsiteY53-33468" fmla="*/ 2018 h 4213"/>
                  <a:gd name="connsiteX54-33469" fmla="*/ 1766 w 2254"/>
                  <a:gd name="connsiteY54-33470" fmla="*/ 2115 h 4213"/>
                  <a:gd name="connsiteX55-33471" fmla="*/ 1868 w 2254"/>
                  <a:gd name="connsiteY55-33472" fmla="*/ 2183 h 4213"/>
                  <a:gd name="connsiteX56-33473" fmla="*/ 1945 w 2254"/>
                  <a:gd name="connsiteY56-33474" fmla="*/ 2178 h 4213"/>
                  <a:gd name="connsiteX57-33475" fmla="*/ 1990 w 2254"/>
                  <a:gd name="connsiteY57-33476" fmla="*/ 2104 h 4213"/>
                  <a:gd name="connsiteX58-33477" fmla="*/ 2024 w 2254"/>
                  <a:gd name="connsiteY58-33478" fmla="*/ 2210 h 4213"/>
                  <a:gd name="connsiteX59-33479" fmla="*/ 1912 w 2254"/>
                  <a:gd name="connsiteY59-33480" fmla="*/ 2249 h 4213"/>
                  <a:gd name="connsiteX60-33481" fmla="*/ 1959 w 2254"/>
                  <a:gd name="connsiteY60-33482" fmla="*/ 2362 h 4213"/>
                  <a:gd name="connsiteX61-33483" fmla="*/ 1824 w 2254"/>
                  <a:gd name="connsiteY61-33484" fmla="*/ 2509 h 4213"/>
                  <a:gd name="connsiteX62-33485" fmla="*/ 1783 w 2254"/>
                  <a:gd name="connsiteY62-33486" fmla="*/ 2498 h 4213"/>
                  <a:gd name="connsiteX63-33487" fmla="*/ 1659 w 2254"/>
                  <a:gd name="connsiteY63-33488" fmla="*/ 2413 h 4213"/>
                  <a:gd name="connsiteX64-33489" fmla="*/ 1604 w 2254"/>
                  <a:gd name="connsiteY64-33490" fmla="*/ 2412 h 4213"/>
                  <a:gd name="connsiteX65-33491" fmla="*/ 1569 w 2254"/>
                  <a:gd name="connsiteY65-33492" fmla="*/ 2480 h 4213"/>
                  <a:gd name="connsiteX66-33493" fmla="*/ 1572 w 2254"/>
                  <a:gd name="connsiteY66-33494" fmla="*/ 2562 h 4213"/>
                  <a:gd name="connsiteX67-33495" fmla="*/ 1750 w 2254"/>
                  <a:gd name="connsiteY67-33496" fmla="*/ 2730 h 4213"/>
                  <a:gd name="connsiteX68-33497" fmla="*/ 1749 w 2254"/>
                  <a:gd name="connsiteY68-33498" fmla="*/ 2844 h 4213"/>
                  <a:gd name="connsiteX69-33499" fmla="*/ 1840 w 2254"/>
                  <a:gd name="connsiteY69-33500" fmla="*/ 3060 h 4213"/>
                  <a:gd name="connsiteX70-33501" fmla="*/ 1866 w 2254"/>
                  <a:gd name="connsiteY70-33502" fmla="*/ 3090 h 4213"/>
                  <a:gd name="connsiteX71-33503" fmla="*/ 1910 w 2254"/>
                  <a:gd name="connsiteY71-33504" fmla="*/ 3094 h 4213"/>
                  <a:gd name="connsiteX72-33505" fmla="*/ 1956 w 2254"/>
                  <a:gd name="connsiteY72-33506" fmla="*/ 3010 h 4213"/>
                  <a:gd name="connsiteX73-33507" fmla="*/ 2036 w 2254"/>
                  <a:gd name="connsiteY73-33508" fmla="*/ 2950 h 4213"/>
                  <a:gd name="connsiteX74-33509" fmla="*/ 2131 w 2254"/>
                  <a:gd name="connsiteY74-33510" fmla="*/ 3126 h 4213"/>
                  <a:gd name="connsiteX75-33511" fmla="*/ 2241 w 2254"/>
                  <a:gd name="connsiteY75-33512" fmla="*/ 3312 h 4213"/>
                  <a:gd name="connsiteX76-33513" fmla="*/ 2254 w 2254"/>
                  <a:gd name="connsiteY76-33514" fmla="*/ 3342 h 4213"/>
                  <a:gd name="connsiteX77-33515" fmla="*/ 2243 w 2254"/>
                  <a:gd name="connsiteY77-33516" fmla="*/ 3518 h 4213"/>
                  <a:gd name="connsiteX78-33517" fmla="*/ 2208 w 2254"/>
                  <a:gd name="connsiteY78-33518" fmla="*/ 3554 h 4213"/>
                  <a:gd name="connsiteX79-33519" fmla="*/ 2119 w 2254"/>
                  <a:gd name="connsiteY79-33520" fmla="*/ 3515 h 4213"/>
                  <a:gd name="connsiteX80-33521" fmla="*/ 1885 w 2254"/>
                  <a:gd name="connsiteY80-33522" fmla="*/ 3644 h 4213"/>
                  <a:gd name="connsiteX81-33523" fmla="*/ 1859 w 2254"/>
                  <a:gd name="connsiteY81-33524" fmla="*/ 3666 h 4213"/>
                  <a:gd name="connsiteX82-33525" fmla="*/ 1679 w 2254"/>
                  <a:gd name="connsiteY82-33526" fmla="*/ 3812 h 4213"/>
                  <a:gd name="connsiteX83-33527" fmla="*/ 1538 w 2254"/>
                  <a:gd name="connsiteY83-33528" fmla="*/ 3926 h 4213"/>
                  <a:gd name="connsiteX84-33529" fmla="*/ 1503 w 2254"/>
                  <a:gd name="connsiteY84-33530" fmla="*/ 3965 h 4213"/>
                  <a:gd name="connsiteX85-33531" fmla="*/ 1451 w 2254"/>
                  <a:gd name="connsiteY85-33532" fmla="*/ 3973 h 4213"/>
                  <a:gd name="connsiteX86-33533" fmla="*/ 1394 w 2254"/>
                  <a:gd name="connsiteY86-33534" fmla="*/ 3916 h 4213"/>
                  <a:gd name="connsiteX87-33535" fmla="*/ 1270 w 2254"/>
                  <a:gd name="connsiteY87-33536" fmla="*/ 3808 h 4213"/>
                  <a:gd name="connsiteX88-33537" fmla="*/ 1294 w 2254"/>
                  <a:gd name="connsiteY88-33538" fmla="*/ 4064 h 4213"/>
                  <a:gd name="connsiteX89-33539" fmla="*/ 1303 w 2254"/>
                  <a:gd name="connsiteY89-33540" fmla="*/ 4192 h 4213"/>
                  <a:gd name="connsiteX90-33541" fmla="*/ 1041 w 2254"/>
                  <a:gd name="connsiteY90-33542" fmla="*/ 4166 h 4213"/>
                  <a:gd name="connsiteX91-33543" fmla="*/ 959 w 2254"/>
                  <a:gd name="connsiteY91-33544" fmla="*/ 3987 h 4213"/>
                  <a:gd name="connsiteX92-33545" fmla="*/ 877 w 2254"/>
                  <a:gd name="connsiteY92-33546" fmla="*/ 3802 h 4213"/>
                  <a:gd name="connsiteX93-33547" fmla="*/ 891 w 2254"/>
                  <a:gd name="connsiteY93-33548" fmla="*/ 3459 h 4213"/>
                  <a:gd name="connsiteX94-33549" fmla="*/ 968 w 2254"/>
                  <a:gd name="connsiteY94-33550" fmla="*/ 2962 h 4213"/>
                  <a:gd name="connsiteX95-33551" fmla="*/ 1068 w 2254"/>
                  <a:gd name="connsiteY95-33552" fmla="*/ 2333 h 4213"/>
                  <a:gd name="connsiteX0-33553" fmla="*/ 1068 w 2254"/>
                  <a:gd name="connsiteY0-33554" fmla="*/ 2333 h 4213"/>
                  <a:gd name="connsiteX1-33555" fmla="*/ 1066 w 2254"/>
                  <a:gd name="connsiteY1-33556" fmla="*/ 2117 h 4213"/>
                  <a:gd name="connsiteX2-33557" fmla="*/ 990 w 2254"/>
                  <a:gd name="connsiteY2-33558" fmla="*/ 2039 h 4213"/>
                  <a:gd name="connsiteX3-33559" fmla="*/ 847 w 2254"/>
                  <a:gd name="connsiteY3-33560" fmla="*/ 1951 h 4213"/>
                  <a:gd name="connsiteX4-33561" fmla="*/ 755 w 2254"/>
                  <a:gd name="connsiteY4-33562" fmla="*/ 1827 h 4213"/>
                  <a:gd name="connsiteX5-33563" fmla="*/ 659 w 2254"/>
                  <a:gd name="connsiteY5-33564" fmla="*/ 1828 h 4213"/>
                  <a:gd name="connsiteX6-33565" fmla="*/ 614 w 2254"/>
                  <a:gd name="connsiteY6-33566" fmla="*/ 1883 h 4213"/>
                  <a:gd name="connsiteX7-33567" fmla="*/ 521 w 2254"/>
                  <a:gd name="connsiteY7-33568" fmla="*/ 1877 h 4213"/>
                  <a:gd name="connsiteX8-33569" fmla="*/ 501 w 2254"/>
                  <a:gd name="connsiteY8-33570" fmla="*/ 1994 h 4213"/>
                  <a:gd name="connsiteX9-33571" fmla="*/ 320 w 2254"/>
                  <a:gd name="connsiteY9-33572" fmla="*/ 1941 h 4213"/>
                  <a:gd name="connsiteX10-33573" fmla="*/ 237 w 2254"/>
                  <a:gd name="connsiteY10-33574" fmla="*/ 1939 h 4213"/>
                  <a:gd name="connsiteX11-33575" fmla="*/ 112 w 2254"/>
                  <a:gd name="connsiteY11-33576" fmla="*/ 2014 h 4213"/>
                  <a:gd name="connsiteX12-33577" fmla="*/ 0 w 2254"/>
                  <a:gd name="connsiteY12-33578" fmla="*/ 1890 h 4213"/>
                  <a:gd name="connsiteX13-33579" fmla="*/ 94 w 2254"/>
                  <a:gd name="connsiteY13-33580" fmla="*/ 1804 h 4213"/>
                  <a:gd name="connsiteX14-33581" fmla="*/ 98 w 2254"/>
                  <a:gd name="connsiteY14-33582" fmla="*/ 1634 h 4213"/>
                  <a:gd name="connsiteX15-33583" fmla="*/ 153 w 2254"/>
                  <a:gd name="connsiteY15-33584" fmla="*/ 1514 h 4213"/>
                  <a:gd name="connsiteX16-33585" fmla="*/ 196 w 2254"/>
                  <a:gd name="connsiteY16-33586" fmla="*/ 1306 h 4213"/>
                  <a:gd name="connsiteX17-33587" fmla="*/ 256 w 2254"/>
                  <a:gd name="connsiteY17-33588" fmla="*/ 1307 h 4213"/>
                  <a:gd name="connsiteX18-33589" fmla="*/ 579 w 2254"/>
                  <a:gd name="connsiteY18-33590" fmla="*/ 1286 h 4213"/>
                  <a:gd name="connsiteX19-33591" fmla="*/ 753 w 2254"/>
                  <a:gd name="connsiteY19-33592" fmla="*/ 1117 h 4213"/>
                  <a:gd name="connsiteX20-33593" fmla="*/ 822 w 2254"/>
                  <a:gd name="connsiteY20-33594" fmla="*/ 748 h 4213"/>
                  <a:gd name="connsiteX21-33595" fmla="*/ 932 w 2254"/>
                  <a:gd name="connsiteY21-33596" fmla="*/ 486 h 4213"/>
                  <a:gd name="connsiteX22-33597" fmla="*/ 930 w 2254"/>
                  <a:gd name="connsiteY22-33598" fmla="*/ 358 h 4213"/>
                  <a:gd name="connsiteX23-33599" fmla="*/ 917 w 2254"/>
                  <a:gd name="connsiteY23-33600" fmla="*/ 328 h 4213"/>
                  <a:gd name="connsiteX24-33601" fmla="*/ 850 w 2254"/>
                  <a:gd name="connsiteY24-33602" fmla="*/ 251 h 4213"/>
                  <a:gd name="connsiteX25-33603" fmla="*/ 790 w 2254"/>
                  <a:gd name="connsiteY25-33604" fmla="*/ 217 h 4213"/>
                  <a:gd name="connsiteX26-33605" fmla="*/ 915 w 2254"/>
                  <a:gd name="connsiteY26-33606" fmla="*/ 56 h 4213"/>
                  <a:gd name="connsiteX27-33607" fmla="*/ 1088 w 2254"/>
                  <a:gd name="connsiteY27-33608" fmla="*/ 2 h 4213"/>
                  <a:gd name="connsiteX28-33609" fmla="*/ 1120 w 2254"/>
                  <a:gd name="connsiteY28-33610" fmla="*/ 49 h 4213"/>
                  <a:gd name="connsiteX29-33611" fmla="*/ 1110 w 2254"/>
                  <a:gd name="connsiteY29-33612" fmla="*/ 133 h 4213"/>
                  <a:gd name="connsiteX30-33613" fmla="*/ 1049 w 2254"/>
                  <a:gd name="connsiteY30-33614" fmla="*/ 243 h 4213"/>
                  <a:gd name="connsiteX31-33615" fmla="*/ 1119 w 2254"/>
                  <a:gd name="connsiteY31-33616" fmla="*/ 301 h 4213"/>
                  <a:gd name="connsiteX32-33617" fmla="*/ 1233 w 2254"/>
                  <a:gd name="connsiteY32-33618" fmla="*/ 366 h 4213"/>
                  <a:gd name="connsiteX33-33619" fmla="*/ 1253 w 2254"/>
                  <a:gd name="connsiteY33-33620" fmla="*/ 255 h 4213"/>
                  <a:gd name="connsiteX34-33621" fmla="*/ 1387 w 2254"/>
                  <a:gd name="connsiteY34-33622" fmla="*/ 291 h 4213"/>
                  <a:gd name="connsiteX35-33623" fmla="*/ 1412 w 2254"/>
                  <a:gd name="connsiteY35-33624" fmla="*/ 331 h 4213"/>
                  <a:gd name="connsiteX36-33625" fmla="*/ 1488 w 2254"/>
                  <a:gd name="connsiteY36-33626" fmla="*/ 562 h 4213"/>
                  <a:gd name="connsiteX37-33627" fmla="*/ 1523 w 2254"/>
                  <a:gd name="connsiteY37-33628" fmla="*/ 586 h 4213"/>
                  <a:gd name="connsiteX38-33629" fmla="*/ 1615 w 2254"/>
                  <a:gd name="connsiteY38-33630" fmla="*/ 578 h 4213"/>
                  <a:gd name="connsiteX39-33631" fmla="*/ 1875 w 2254"/>
                  <a:gd name="connsiteY39-33632" fmla="*/ 490 h 4213"/>
                  <a:gd name="connsiteX40-33633" fmla="*/ 2095 w 2254"/>
                  <a:gd name="connsiteY40-33634" fmla="*/ 479 h 4213"/>
                  <a:gd name="connsiteX41-33635" fmla="*/ 2155 w 2254"/>
                  <a:gd name="connsiteY41-33636" fmla="*/ 648 h 4213"/>
                  <a:gd name="connsiteX42-33637" fmla="*/ 2073 w 2254"/>
                  <a:gd name="connsiteY42-33638" fmla="*/ 944 h 4213"/>
                  <a:gd name="connsiteX43-33639" fmla="*/ 2073 w 2254"/>
                  <a:gd name="connsiteY43-33640" fmla="*/ 1022 h 4213"/>
                  <a:gd name="connsiteX44-33641" fmla="*/ 2142 w 2254"/>
                  <a:gd name="connsiteY44-33642" fmla="*/ 1168 h 4213"/>
                  <a:gd name="connsiteX45-33643" fmla="*/ 2157 w 2254"/>
                  <a:gd name="connsiteY45-33644" fmla="*/ 1427 h 4213"/>
                  <a:gd name="connsiteX46-33645" fmla="*/ 2159 w 2254"/>
                  <a:gd name="connsiteY46-33646" fmla="*/ 1617 h 4213"/>
                  <a:gd name="connsiteX47-33647" fmla="*/ 2092 w 2254"/>
                  <a:gd name="connsiteY47-33648" fmla="*/ 1625 h 4213"/>
                  <a:gd name="connsiteX48-33649" fmla="*/ 2070 w 2254"/>
                  <a:gd name="connsiteY48-33650" fmla="*/ 1507 h 4213"/>
                  <a:gd name="connsiteX49-33651" fmla="*/ 2035 w 2254"/>
                  <a:gd name="connsiteY49-33652" fmla="*/ 1450 h 4213"/>
                  <a:gd name="connsiteX50-33653" fmla="*/ 1945 w 2254"/>
                  <a:gd name="connsiteY50-33654" fmla="*/ 1582 h 4213"/>
                  <a:gd name="connsiteX51-33655" fmla="*/ 1832 w 2254"/>
                  <a:gd name="connsiteY51-33656" fmla="*/ 1776 h 4213"/>
                  <a:gd name="connsiteX52-33657" fmla="*/ 1713 w 2254"/>
                  <a:gd name="connsiteY52-33658" fmla="*/ 1904 h 4213"/>
                  <a:gd name="connsiteX53-33659" fmla="*/ 1706 w 2254"/>
                  <a:gd name="connsiteY53-33660" fmla="*/ 2018 h 4213"/>
                  <a:gd name="connsiteX54-33661" fmla="*/ 1766 w 2254"/>
                  <a:gd name="connsiteY54-33662" fmla="*/ 2115 h 4213"/>
                  <a:gd name="connsiteX55-33663" fmla="*/ 1868 w 2254"/>
                  <a:gd name="connsiteY55-33664" fmla="*/ 2183 h 4213"/>
                  <a:gd name="connsiteX56-33665" fmla="*/ 1945 w 2254"/>
                  <a:gd name="connsiteY56-33666" fmla="*/ 2178 h 4213"/>
                  <a:gd name="connsiteX57-33667" fmla="*/ 1990 w 2254"/>
                  <a:gd name="connsiteY57-33668" fmla="*/ 2104 h 4213"/>
                  <a:gd name="connsiteX58-33669" fmla="*/ 2024 w 2254"/>
                  <a:gd name="connsiteY58-33670" fmla="*/ 2210 h 4213"/>
                  <a:gd name="connsiteX59-33671" fmla="*/ 1912 w 2254"/>
                  <a:gd name="connsiteY59-33672" fmla="*/ 2249 h 4213"/>
                  <a:gd name="connsiteX60-33673" fmla="*/ 1959 w 2254"/>
                  <a:gd name="connsiteY60-33674" fmla="*/ 2362 h 4213"/>
                  <a:gd name="connsiteX61-33675" fmla="*/ 1824 w 2254"/>
                  <a:gd name="connsiteY61-33676" fmla="*/ 2509 h 4213"/>
                  <a:gd name="connsiteX62-33677" fmla="*/ 1783 w 2254"/>
                  <a:gd name="connsiteY62-33678" fmla="*/ 2498 h 4213"/>
                  <a:gd name="connsiteX63-33679" fmla="*/ 1659 w 2254"/>
                  <a:gd name="connsiteY63-33680" fmla="*/ 2413 h 4213"/>
                  <a:gd name="connsiteX64-33681" fmla="*/ 1604 w 2254"/>
                  <a:gd name="connsiteY64-33682" fmla="*/ 2412 h 4213"/>
                  <a:gd name="connsiteX65-33683" fmla="*/ 1569 w 2254"/>
                  <a:gd name="connsiteY65-33684" fmla="*/ 2480 h 4213"/>
                  <a:gd name="connsiteX66-33685" fmla="*/ 1572 w 2254"/>
                  <a:gd name="connsiteY66-33686" fmla="*/ 2562 h 4213"/>
                  <a:gd name="connsiteX67-33687" fmla="*/ 1750 w 2254"/>
                  <a:gd name="connsiteY67-33688" fmla="*/ 2730 h 4213"/>
                  <a:gd name="connsiteX68-33689" fmla="*/ 1749 w 2254"/>
                  <a:gd name="connsiteY68-33690" fmla="*/ 2844 h 4213"/>
                  <a:gd name="connsiteX69-33691" fmla="*/ 1840 w 2254"/>
                  <a:gd name="connsiteY69-33692" fmla="*/ 3060 h 4213"/>
                  <a:gd name="connsiteX70-33693" fmla="*/ 1866 w 2254"/>
                  <a:gd name="connsiteY70-33694" fmla="*/ 3090 h 4213"/>
                  <a:gd name="connsiteX71-33695" fmla="*/ 1910 w 2254"/>
                  <a:gd name="connsiteY71-33696" fmla="*/ 3094 h 4213"/>
                  <a:gd name="connsiteX72-33697" fmla="*/ 1956 w 2254"/>
                  <a:gd name="connsiteY72-33698" fmla="*/ 3010 h 4213"/>
                  <a:gd name="connsiteX73-33699" fmla="*/ 2036 w 2254"/>
                  <a:gd name="connsiteY73-33700" fmla="*/ 2950 h 4213"/>
                  <a:gd name="connsiteX74-33701" fmla="*/ 2131 w 2254"/>
                  <a:gd name="connsiteY74-33702" fmla="*/ 3126 h 4213"/>
                  <a:gd name="connsiteX75-33703" fmla="*/ 2241 w 2254"/>
                  <a:gd name="connsiteY75-33704" fmla="*/ 3312 h 4213"/>
                  <a:gd name="connsiteX76-33705" fmla="*/ 2254 w 2254"/>
                  <a:gd name="connsiteY76-33706" fmla="*/ 3342 h 4213"/>
                  <a:gd name="connsiteX77-33707" fmla="*/ 2243 w 2254"/>
                  <a:gd name="connsiteY77-33708" fmla="*/ 3518 h 4213"/>
                  <a:gd name="connsiteX78-33709" fmla="*/ 2208 w 2254"/>
                  <a:gd name="connsiteY78-33710" fmla="*/ 3554 h 4213"/>
                  <a:gd name="connsiteX79-33711" fmla="*/ 2119 w 2254"/>
                  <a:gd name="connsiteY79-33712" fmla="*/ 3515 h 4213"/>
                  <a:gd name="connsiteX80-33713" fmla="*/ 1885 w 2254"/>
                  <a:gd name="connsiteY80-33714" fmla="*/ 3644 h 4213"/>
                  <a:gd name="connsiteX81-33715" fmla="*/ 1859 w 2254"/>
                  <a:gd name="connsiteY81-33716" fmla="*/ 3666 h 4213"/>
                  <a:gd name="connsiteX82-33717" fmla="*/ 1679 w 2254"/>
                  <a:gd name="connsiteY82-33718" fmla="*/ 3812 h 4213"/>
                  <a:gd name="connsiteX83-33719" fmla="*/ 1538 w 2254"/>
                  <a:gd name="connsiteY83-33720" fmla="*/ 3926 h 4213"/>
                  <a:gd name="connsiteX84-33721" fmla="*/ 1503 w 2254"/>
                  <a:gd name="connsiteY84-33722" fmla="*/ 3965 h 4213"/>
                  <a:gd name="connsiteX85-33723" fmla="*/ 1451 w 2254"/>
                  <a:gd name="connsiteY85-33724" fmla="*/ 3973 h 4213"/>
                  <a:gd name="connsiteX86-33725" fmla="*/ 1394 w 2254"/>
                  <a:gd name="connsiteY86-33726" fmla="*/ 3916 h 4213"/>
                  <a:gd name="connsiteX87-33727" fmla="*/ 1270 w 2254"/>
                  <a:gd name="connsiteY87-33728" fmla="*/ 3808 h 4213"/>
                  <a:gd name="connsiteX88-33729" fmla="*/ 1294 w 2254"/>
                  <a:gd name="connsiteY88-33730" fmla="*/ 4064 h 4213"/>
                  <a:gd name="connsiteX89-33731" fmla="*/ 1303 w 2254"/>
                  <a:gd name="connsiteY89-33732" fmla="*/ 4192 h 4213"/>
                  <a:gd name="connsiteX90-33733" fmla="*/ 1041 w 2254"/>
                  <a:gd name="connsiteY90-33734" fmla="*/ 4166 h 4213"/>
                  <a:gd name="connsiteX91-33735" fmla="*/ 959 w 2254"/>
                  <a:gd name="connsiteY91-33736" fmla="*/ 3987 h 4213"/>
                  <a:gd name="connsiteX92-33737" fmla="*/ 877 w 2254"/>
                  <a:gd name="connsiteY92-33738" fmla="*/ 3802 h 4213"/>
                  <a:gd name="connsiteX93-33739" fmla="*/ 891 w 2254"/>
                  <a:gd name="connsiteY93-33740" fmla="*/ 3459 h 4213"/>
                  <a:gd name="connsiteX94-33741" fmla="*/ 932 w 2254"/>
                  <a:gd name="connsiteY94-33742" fmla="*/ 3195 h 4213"/>
                  <a:gd name="connsiteX95-33743" fmla="*/ 968 w 2254"/>
                  <a:gd name="connsiteY95-33744" fmla="*/ 2962 h 4213"/>
                  <a:gd name="connsiteX96-33745" fmla="*/ 1068 w 2254"/>
                  <a:gd name="connsiteY96-33746" fmla="*/ 2333 h 4213"/>
                  <a:gd name="connsiteX0-33747" fmla="*/ 1068 w 2254"/>
                  <a:gd name="connsiteY0-33748" fmla="*/ 2333 h 4213"/>
                  <a:gd name="connsiteX1-33749" fmla="*/ 1066 w 2254"/>
                  <a:gd name="connsiteY1-33750" fmla="*/ 2117 h 4213"/>
                  <a:gd name="connsiteX2-33751" fmla="*/ 990 w 2254"/>
                  <a:gd name="connsiteY2-33752" fmla="*/ 2039 h 4213"/>
                  <a:gd name="connsiteX3-33753" fmla="*/ 847 w 2254"/>
                  <a:gd name="connsiteY3-33754" fmla="*/ 1951 h 4213"/>
                  <a:gd name="connsiteX4-33755" fmla="*/ 755 w 2254"/>
                  <a:gd name="connsiteY4-33756" fmla="*/ 1827 h 4213"/>
                  <a:gd name="connsiteX5-33757" fmla="*/ 659 w 2254"/>
                  <a:gd name="connsiteY5-33758" fmla="*/ 1828 h 4213"/>
                  <a:gd name="connsiteX6-33759" fmla="*/ 614 w 2254"/>
                  <a:gd name="connsiteY6-33760" fmla="*/ 1883 h 4213"/>
                  <a:gd name="connsiteX7-33761" fmla="*/ 521 w 2254"/>
                  <a:gd name="connsiteY7-33762" fmla="*/ 1877 h 4213"/>
                  <a:gd name="connsiteX8-33763" fmla="*/ 501 w 2254"/>
                  <a:gd name="connsiteY8-33764" fmla="*/ 1994 h 4213"/>
                  <a:gd name="connsiteX9-33765" fmla="*/ 320 w 2254"/>
                  <a:gd name="connsiteY9-33766" fmla="*/ 1941 h 4213"/>
                  <a:gd name="connsiteX10-33767" fmla="*/ 237 w 2254"/>
                  <a:gd name="connsiteY10-33768" fmla="*/ 1939 h 4213"/>
                  <a:gd name="connsiteX11-33769" fmla="*/ 112 w 2254"/>
                  <a:gd name="connsiteY11-33770" fmla="*/ 2014 h 4213"/>
                  <a:gd name="connsiteX12-33771" fmla="*/ 0 w 2254"/>
                  <a:gd name="connsiteY12-33772" fmla="*/ 1890 h 4213"/>
                  <a:gd name="connsiteX13-33773" fmla="*/ 94 w 2254"/>
                  <a:gd name="connsiteY13-33774" fmla="*/ 1804 h 4213"/>
                  <a:gd name="connsiteX14-33775" fmla="*/ 98 w 2254"/>
                  <a:gd name="connsiteY14-33776" fmla="*/ 1634 h 4213"/>
                  <a:gd name="connsiteX15-33777" fmla="*/ 153 w 2254"/>
                  <a:gd name="connsiteY15-33778" fmla="*/ 1514 h 4213"/>
                  <a:gd name="connsiteX16-33779" fmla="*/ 196 w 2254"/>
                  <a:gd name="connsiteY16-33780" fmla="*/ 1306 h 4213"/>
                  <a:gd name="connsiteX17-33781" fmla="*/ 256 w 2254"/>
                  <a:gd name="connsiteY17-33782" fmla="*/ 1307 h 4213"/>
                  <a:gd name="connsiteX18-33783" fmla="*/ 579 w 2254"/>
                  <a:gd name="connsiteY18-33784" fmla="*/ 1286 h 4213"/>
                  <a:gd name="connsiteX19-33785" fmla="*/ 753 w 2254"/>
                  <a:gd name="connsiteY19-33786" fmla="*/ 1117 h 4213"/>
                  <a:gd name="connsiteX20-33787" fmla="*/ 822 w 2254"/>
                  <a:gd name="connsiteY20-33788" fmla="*/ 748 h 4213"/>
                  <a:gd name="connsiteX21-33789" fmla="*/ 932 w 2254"/>
                  <a:gd name="connsiteY21-33790" fmla="*/ 486 h 4213"/>
                  <a:gd name="connsiteX22-33791" fmla="*/ 930 w 2254"/>
                  <a:gd name="connsiteY22-33792" fmla="*/ 358 h 4213"/>
                  <a:gd name="connsiteX23-33793" fmla="*/ 917 w 2254"/>
                  <a:gd name="connsiteY23-33794" fmla="*/ 328 h 4213"/>
                  <a:gd name="connsiteX24-33795" fmla="*/ 850 w 2254"/>
                  <a:gd name="connsiteY24-33796" fmla="*/ 251 h 4213"/>
                  <a:gd name="connsiteX25-33797" fmla="*/ 790 w 2254"/>
                  <a:gd name="connsiteY25-33798" fmla="*/ 217 h 4213"/>
                  <a:gd name="connsiteX26-33799" fmla="*/ 915 w 2254"/>
                  <a:gd name="connsiteY26-33800" fmla="*/ 56 h 4213"/>
                  <a:gd name="connsiteX27-33801" fmla="*/ 1088 w 2254"/>
                  <a:gd name="connsiteY27-33802" fmla="*/ 2 h 4213"/>
                  <a:gd name="connsiteX28-33803" fmla="*/ 1120 w 2254"/>
                  <a:gd name="connsiteY28-33804" fmla="*/ 49 h 4213"/>
                  <a:gd name="connsiteX29-33805" fmla="*/ 1110 w 2254"/>
                  <a:gd name="connsiteY29-33806" fmla="*/ 133 h 4213"/>
                  <a:gd name="connsiteX30-33807" fmla="*/ 1049 w 2254"/>
                  <a:gd name="connsiteY30-33808" fmla="*/ 243 h 4213"/>
                  <a:gd name="connsiteX31-33809" fmla="*/ 1119 w 2254"/>
                  <a:gd name="connsiteY31-33810" fmla="*/ 301 h 4213"/>
                  <a:gd name="connsiteX32-33811" fmla="*/ 1233 w 2254"/>
                  <a:gd name="connsiteY32-33812" fmla="*/ 366 h 4213"/>
                  <a:gd name="connsiteX33-33813" fmla="*/ 1253 w 2254"/>
                  <a:gd name="connsiteY33-33814" fmla="*/ 255 h 4213"/>
                  <a:gd name="connsiteX34-33815" fmla="*/ 1387 w 2254"/>
                  <a:gd name="connsiteY34-33816" fmla="*/ 291 h 4213"/>
                  <a:gd name="connsiteX35-33817" fmla="*/ 1412 w 2254"/>
                  <a:gd name="connsiteY35-33818" fmla="*/ 331 h 4213"/>
                  <a:gd name="connsiteX36-33819" fmla="*/ 1488 w 2254"/>
                  <a:gd name="connsiteY36-33820" fmla="*/ 562 h 4213"/>
                  <a:gd name="connsiteX37-33821" fmla="*/ 1523 w 2254"/>
                  <a:gd name="connsiteY37-33822" fmla="*/ 586 h 4213"/>
                  <a:gd name="connsiteX38-33823" fmla="*/ 1615 w 2254"/>
                  <a:gd name="connsiteY38-33824" fmla="*/ 578 h 4213"/>
                  <a:gd name="connsiteX39-33825" fmla="*/ 1875 w 2254"/>
                  <a:gd name="connsiteY39-33826" fmla="*/ 490 h 4213"/>
                  <a:gd name="connsiteX40-33827" fmla="*/ 2095 w 2254"/>
                  <a:gd name="connsiteY40-33828" fmla="*/ 479 h 4213"/>
                  <a:gd name="connsiteX41-33829" fmla="*/ 2155 w 2254"/>
                  <a:gd name="connsiteY41-33830" fmla="*/ 648 h 4213"/>
                  <a:gd name="connsiteX42-33831" fmla="*/ 2073 w 2254"/>
                  <a:gd name="connsiteY42-33832" fmla="*/ 944 h 4213"/>
                  <a:gd name="connsiteX43-33833" fmla="*/ 2073 w 2254"/>
                  <a:gd name="connsiteY43-33834" fmla="*/ 1022 h 4213"/>
                  <a:gd name="connsiteX44-33835" fmla="*/ 2142 w 2254"/>
                  <a:gd name="connsiteY44-33836" fmla="*/ 1168 h 4213"/>
                  <a:gd name="connsiteX45-33837" fmla="*/ 2157 w 2254"/>
                  <a:gd name="connsiteY45-33838" fmla="*/ 1427 h 4213"/>
                  <a:gd name="connsiteX46-33839" fmla="*/ 2159 w 2254"/>
                  <a:gd name="connsiteY46-33840" fmla="*/ 1617 h 4213"/>
                  <a:gd name="connsiteX47-33841" fmla="*/ 2092 w 2254"/>
                  <a:gd name="connsiteY47-33842" fmla="*/ 1625 h 4213"/>
                  <a:gd name="connsiteX48-33843" fmla="*/ 2070 w 2254"/>
                  <a:gd name="connsiteY48-33844" fmla="*/ 1507 h 4213"/>
                  <a:gd name="connsiteX49-33845" fmla="*/ 2035 w 2254"/>
                  <a:gd name="connsiteY49-33846" fmla="*/ 1450 h 4213"/>
                  <a:gd name="connsiteX50-33847" fmla="*/ 1945 w 2254"/>
                  <a:gd name="connsiteY50-33848" fmla="*/ 1582 h 4213"/>
                  <a:gd name="connsiteX51-33849" fmla="*/ 1832 w 2254"/>
                  <a:gd name="connsiteY51-33850" fmla="*/ 1776 h 4213"/>
                  <a:gd name="connsiteX52-33851" fmla="*/ 1713 w 2254"/>
                  <a:gd name="connsiteY52-33852" fmla="*/ 1904 h 4213"/>
                  <a:gd name="connsiteX53-33853" fmla="*/ 1706 w 2254"/>
                  <a:gd name="connsiteY53-33854" fmla="*/ 2018 h 4213"/>
                  <a:gd name="connsiteX54-33855" fmla="*/ 1766 w 2254"/>
                  <a:gd name="connsiteY54-33856" fmla="*/ 2115 h 4213"/>
                  <a:gd name="connsiteX55-33857" fmla="*/ 1868 w 2254"/>
                  <a:gd name="connsiteY55-33858" fmla="*/ 2183 h 4213"/>
                  <a:gd name="connsiteX56-33859" fmla="*/ 1945 w 2254"/>
                  <a:gd name="connsiteY56-33860" fmla="*/ 2178 h 4213"/>
                  <a:gd name="connsiteX57-33861" fmla="*/ 1990 w 2254"/>
                  <a:gd name="connsiteY57-33862" fmla="*/ 2104 h 4213"/>
                  <a:gd name="connsiteX58-33863" fmla="*/ 2024 w 2254"/>
                  <a:gd name="connsiteY58-33864" fmla="*/ 2210 h 4213"/>
                  <a:gd name="connsiteX59-33865" fmla="*/ 1912 w 2254"/>
                  <a:gd name="connsiteY59-33866" fmla="*/ 2249 h 4213"/>
                  <a:gd name="connsiteX60-33867" fmla="*/ 1959 w 2254"/>
                  <a:gd name="connsiteY60-33868" fmla="*/ 2362 h 4213"/>
                  <a:gd name="connsiteX61-33869" fmla="*/ 1824 w 2254"/>
                  <a:gd name="connsiteY61-33870" fmla="*/ 2509 h 4213"/>
                  <a:gd name="connsiteX62-33871" fmla="*/ 1783 w 2254"/>
                  <a:gd name="connsiteY62-33872" fmla="*/ 2498 h 4213"/>
                  <a:gd name="connsiteX63-33873" fmla="*/ 1659 w 2254"/>
                  <a:gd name="connsiteY63-33874" fmla="*/ 2413 h 4213"/>
                  <a:gd name="connsiteX64-33875" fmla="*/ 1604 w 2254"/>
                  <a:gd name="connsiteY64-33876" fmla="*/ 2412 h 4213"/>
                  <a:gd name="connsiteX65-33877" fmla="*/ 1569 w 2254"/>
                  <a:gd name="connsiteY65-33878" fmla="*/ 2480 h 4213"/>
                  <a:gd name="connsiteX66-33879" fmla="*/ 1572 w 2254"/>
                  <a:gd name="connsiteY66-33880" fmla="*/ 2562 h 4213"/>
                  <a:gd name="connsiteX67-33881" fmla="*/ 1750 w 2254"/>
                  <a:gd name="connsiteY67-33882" fmla="*/ 2730 h 4213"/>
                  <a:gd name="connsiteX68-33883" fmla="*/ 1749 w 2254"/>
                  <a:gd name="connsiteY68-33884" fmla="*/ 2844 h 4213"/>
                  <a:gd name="connsiteX69-33885" fmla="*/ 1840 w 2254"/>
                  <a:gd name="connsiteY69-33886" fmla="*/ 3060 h 4213"/>
                  <a:gd name="connsiteX70-33887" fmla="*/ 1866 w 2254"/>
                  <a:gd name="connsiteY70-33888" fmla="*/ 3090 h 4213"/>
                  <a:gd name="connsiteX71-33889" fmla="*/ 1910 w 2254"/>
                  <a:gd name="connsiteY71-33890" fmla="*/ 3094 h 4213"/>
                  <a:gd name="connsiteX72-33891" fmla="*/ 1956 w 2254"/>
                  <a:gd name="connsiteY72-33892" fmla="*/ 3010 h 4213"/>
                  <a:gd name="connsiteX73-33893" fmla="*/ 2036 w 2254"/>
                  <a:gd name="connsiteY73-33894" fmla="*/ 2950 h 4213"/>
                  <a:gd name="connsiteX74-33895" fmla="*/ 2131 w 2254"/>
                  <a:gd name="connsiteY74-33896" fmla="*/ 3126 h 4213"/>
                  <a:gd name="connsiteX75-33897" fmla="*/ 2241 w 2254"/>
                  <a:gd name="connsiteY75-33898" fmla="*/ 3312 h 4213"/>
                  <a:gd name="connsiteX76-33899" fmla="*/ 2254 w 2254"/>
                  <a:gd name="connsiteY76-33900" fmla="*/ 3342 h 4213"/>
                  <a:gd name="connsiteX77-33901" fmla="*/ 2243 w 2254"/>
                  <a:gd name="connsiteY77-33902" fmla="*/ 3518 h 4213"/>
                  <a:gd name="connsiteX78-33903" fmla="*/ 2208 w 2254"/>
                  <a:gd name="connsiteY78-33904" fmla="*/ 3554 h 4213"/>
                  <a:gd name="connsiteX79-33905" fmla="*/ 2119 w 2254"/>
                  <a:gd name="connsiteY79-33906" fmla="*/ 3515 h 4213"/>
                  <a:gd name="connsiteX80-33907" fmla="*/ 1885 w 2254"/>
                  <a:gd name="connsiteY80-33908" fmla="*/ 3644 h 4213"/>
                  <a:gd name="connsiteX81-33909" fmla="*/ 1859 w 2254"/>
                  <a:gd name="connsiteY81-33910" fmla="*/ 3666 h 4213"/>
                  <a:gd name="connsiteX82-33911" fmla="*/ 1679 w 2254"/>
                  <a:gd name="connsiteY82-33912" fmla="*/ 3812 h 4213"/>
                  <a:gd name="connsiteX83-33913" fmla="*/ 1538 w 2254"/>
                  <a:gd name="connsiteY83-33914" fmla="*/ 3926 h 4213"/>
                  <a:gd name="connsiteX84-33915" fmla="*/ 1503 w 2254"/>
                  <a:gd name="connsiteY84-33916" fmla="*/ 3965 h 4213"/>
                  <a:gd name="connsiteX85-33917" fmla="*/ 1451 w 2254"/>
                  <a:gd name="connsiteY85-33918" fmla="*/ 3973 h 4213"/>
                  <a:gd name="connsiteX86-33919" fmla="*/ 1394 w 2254"/>
                  <a:gd name="connsiteY86-33920" fmla="*/ 3916 h 4213"/>
                  <a:gd name="connsiteX87-33921" fmla="*/ 1270 w 2254"/>
                  <a:gd name="connsiteY87-33922" fmla="*/ 3808 h 4213"/>
                  <a:gd name="connsiteX88-33923" fmla="*/ 1294 w 2254"/>
                  <a:gd name="connsiteY88-33924" fmla="*/ 4064 h 4213"/>
                  <a:gd name="connsiteX89-33925" fmla="*/ 1303 w 2254"/>
                  <a:gd name="connsiteY89-33926" fmla="*/ 4192 h 4213"/>
                  <a:gd name="connsiteX90-33927" fmla="*/ 1041 w 2254"/>
                  <a:gd name="connsiteY90-33928" fmla="*/ 4166 h 4213"/>
                  <a:gd name="connsiteX91-33929" fmla="*/ 959 w 2254"/>
                  <a:gd name="connsiteY91-33930" fmla="*/ 3987 h 4213"/>
                  <a:gd name="connsiteX92-33931" fmla="*/ 877 w 2254"/>
                  <a:gd name="connsiteY92-33932" fmla="*/ 3802 h 4213"/>
                  <a:gd name="connsiteX93-33933" fmla="*/ 880 w 2254"/>
                  <a:gd name="connsiteY93-33934" fmla="*/ 3662 h 4213"/>
                  <a:gd name="connsiteX94-33935" fmla="*/ 891 w 2254"/>
                  <a:gd name="connsiteY94-33936" fmla="*/ 3459 h 4213"/>
                  <a:gd name="connsiteX95-33937" fmla="*/ 932 w 2254"/>
                  <a:gd name="connsiteY95-33938" fmla="*/ 3195 h 4213"/>
                  <a:gd name="connsiteX96-33939" fmla="*/ 968 w 2254"/>
                  <a:gd name="connsiteY96-33940" fmla="*/ 2962 h 4213"/>
                  <a:gd name="connsiteX97-33941" fmla="*/ 1068 w 2254"/>
                  <a:gd name="connsiteY97-33942" fmla="*/ 2333 h 4213"/>
                  <a:gd name="connsiteX0-33943" fmla="*/ 1068 w 2254"/>
                  <a:gd name="connsiteY0-33944" fmla="*/ 2333 h 4213"/>
                  <a:gd name="connsiteX1-33945" fmla="*/ 1066 w 2254"/>
                  <a:gd name="connsiteY1-33946" fmla="*/ 2117 h 4213"/>
                  <a:gd name="connsiteX2-33947" fmla="*/ 990 w 2254"/>
                  <a:gd name="connsiteY2-33948" fmla="*/ 2039 h 4213"/>
                  <a:gd name="connsiteX3-33949" fmla="*/ 847 w 2254"/>
                  <a:gd name="connsiteY3-33950" fmla="*/ 1951 h 4213"/>
                  <a:gd name="connsiteX4-33951" fmla="*/ 755 w 2254"/>
                  <a:gd name="connsiteY4-33952" fmla="*/ 1827 h 4213"/>
                  <a:gd name="connsiteX5-33953" fmla="*/ 659 w 2254"/>
                  <a:gd name="connsiteY5-33954" fmla="*/ 1828 h 4213"/>
                  <a:gd name="connsiteX6-33955" fmla="*/ 614 w 2254"/>
                  <a:gd name="connsiteY6-33956" fmla="*/ 1883 h 4213"/>
                  <a:gd name="connsiteX7-33957" fmla="*/ 521 w 2254"/>
                  <a:gd name="connsiteY7-33958" fmla="*/ 1877 h 4213"/>
                  <a:gd name="connsiteX8-33959" fmla="*/ 501 w 2254"/>
                  <a:gd name="connsiteY8-33960" fmla="*/ 1994 h 4213"/>
                  <a:gd name="connsiteX9-33961" fmla="*/ 320 w 2254"/>
                  <a:gd name="connsiteY9-33962" fmla="*/ 1941 h 4213"/>
                  <a:gd name="connsiteX10-33963" fmla="*/ 237 w 2254"/>
                  <a:gd name="connsiteY10-33964" fmla="*/ 1939 h 4213"/>
                  <a:gd name="connsiteX11-33965" fmla="*/ 112 w 2254"/>
                  <a:gd name="connsiteY11-33966" fmla="*/ 2014 h 4213"/>
                  <a:gd name="connsiteX12-33967" fmla="*/ 0 w 2254"/>
                  <a:gd name="connsiteY12-33968" fmla="*/ 1890 h 4213"/>
                  <a:gd name="connsiteX13-33969" fmla="*/ 94 w 2254"/>
                  <a:gd name="connsiteY13-33970" fmla="*/ 1804 h 4213"/>
                  <a:gd name="connsiteX14-33971" fmla="*/ 98 w 2254"/>
                  <a:gd name="connsiteY14-33972" fmla="*/ 1634 h 4213"/>
                  <a:gd name="connsiteX15-33973" fmla="*/ 153 w 2254"/>
                  <a:gd name="connsiteY15-33974" fmla="*/ 1514 h 4213"/>
                  <a:gd name="connsiteX16-33975" fmla="*/ 196 w 2254"/>
                  <a:gd name="connsiteY16-33976" fmla="*/ 1306 h 4213"/>
                  <a:gd name="connsiteX17-33977" fmla="*/ 256 w 2254"/>
                  <a:gd name="connsiteY17-33978" fmla="*/ 1307 h 4213"/>
                  <a:gd name="connsiteX18-33979" fmla="*/ 579 w 2254"/>
                  <a:gd name="connsiteY18-33980" fmla="*/ 1286 h 4213"/>
                  <a:gd name="connsiteX19-33981" fmla="*/ 753 w 2254"/>
                  <a:gd name="connsiteY19-33982" fmla="*/ 1117 h 4213"/>
                  <a:gd name="connsiteX20-33983" fmla="*/ 822 w 2254"/>
                  <a:gd name="connsiteY20-33984" fmla="*/ 748 h 4213"/>
                  <a:gd name="connsiteX21-33985" fmla="*/ 932 w 2254"/>
                  <a:gd name="connsiteY21-33986" fmla="*/ 486 h 4213"/>
                  <a:gd name="connsiteX22-33987" fmla="*/ 930 w 2254"/>
                  <a:gd name="connsiteY22-33988" fmla="*/ 358 h 4213"/>
                  <a:gd name="connsiteX23-33989" fmla="*/ 917 w 2254"/>
                  <a:gd name="connsiteY23-33990" fmla="*/ 328 h 4213"/>
                  <a:gd name="connsiteX24-33991" fmla="*/ 850 w 2254"/>
                  <a:gd name="connsiteY24-33992" fmla="*/ 251 h 4213"/>
                  <a:gd name="connsiteX25-33993" fmla="*/ 790 w 2254"/>
                  <a:gd name="connsiteY25-33994" fmla="*/ 217 h 4213"/>
                  <a:gd name="connsiteX26-33995" fmla="*/ 915 w 2254"/>
                  <a:gd name="connsiteY26-33996" fmla="*/ 56 h 4213"/>
                  <a:gd name="connsiteX27-33997" fmla="*/ 1088 w 2254"/>
                  <a:gd name="connsiteY27-33998" fmla="*/ 2 h 4213"/>
                  <a:gd name="connsiteX28-33999" fmla="*/ 1120 w 2254"/>
                  <a:gd name="connsiteY28-34000" fmla="*/ 49 h 4213"/>
                  <a:gd name="connsiteX29-34001" fmla="*/ 1110 w 2254"/>
                  <a:gd name="connsiteY29-34002" fmla="*/ 133 h 4213"/>
                  <a:gd name="connsiteX30-34003" fmla="*/ 1049 w 2254"/>
                  <a:gd name="connsiteY30-34004" fmla="*/ 243 h 4213"/>
                  <a:gd name="connsiteX31-34005" fmla="*/ 1119 w 2254"/>
                  <a:gd name="connsiteY31-34006" fmla="*/ 301 h 4213"/>
                  <a:gd name="connsiteX32-34007" fmla="*/ 1233 w 2254"/>
                  <a:gd name="connsiteY32-34008" fmla="*/ 366 h 4213"/>
                  <a:gd name="connsiteX33-34009" fmla="*/ 1253 w 2254"/>
                  <a:gd name="connsiteY33-34010" fmla="*/ 255 h 4213"/>
                  <a:gd name="connsiteX34-34011" fmla="*/ 1387 w 2254"/>
                  <a:gd name="connsiteY34-34012" fmla="*/ 291 h 4213"/>
                  <a:gd name="connsiteX35-34013" fmla="*/ 1412 w 2254"/>
                  <a:gd name="connsiteY35-34014" fmla="*/ 331 h 4213"/>
                  <a:gd name="connsiteX36-34015" fmla="*/ 1488 w 2254"/>
                  <a:gd name="connsiteY36-34016" fmla="*/ 562 h 4213"/>
                  <a:gd name="connsiteX37-34017" fmla="*/ 1523 w 2254"/>
                  <a:gd name="connsiteY37-34018" fmla="*/ 586 h 4213"/>
                  <a:gd name="connsiteX38-34019" fmla="*/ 1615 w 2254"/>
                  <a:gd name="connsiteY38-34020" fmla="*/ 578 h 4213"/>
                  <a:gd name="connsiteX39-34021" fmla="*/ 1875 w 2254"/>
                  <a:gd name="connsiteY39-34022" fmla="*/ 490 h 4213"/>
                  <a:gd name="connsiteX40-34023" fmla="*/ 2095 w 2254"/>
                  <a:gd name="connsiteY40-34024" fmla="*/ 479 h 4213"/>
                  <a:gd name="connsiteX41-34025" fmla="*/ 2155 w 2254"/>
                  <a:gd name="connsiteY41-34026" fmla="*/ 648 h 4213"/>
                  <a:gd name="connsiteX42-34027" fmla="*/ 2073 w 2254"/>
                  <a:gd name="connsiteY42-34028" fmla="*/ 944 h 4213"/>
                  <a:gd name="connsiteX43-34029" fmla="*/ 2073 w 2254"/>
                  <a:gd name="connsiteY43-34030" fmla="*/ 1022 h 4213"/>
                  <a:gd name="connsiteX44-34031" fmla="*/ 2142 w 2254"/>
                  <a:gd name="connsiteY44-34032" fmla="*/ 1168 h 4213"/>
                  <a:gd name="connsiteX45-34033" fmla="*/ 2157 w 2254"/>
                  <a:gd name="connsiteY45-34034" fmla="*/ 1427 h 4213"/>
                  <a:gd name="connsiteX46-34035" fmla="*/ 2159 w 2254"/>
                  <a:gd name="connsiteY46-34036" fmla="*/ 1617 h 4213"/>
                  <a:gd name="connsiteX47-34037" fmla="*/ 2092 w 2254"/>
                  <a:gd name="connsiteY47-34038" fmla="*/ 1625 h 4213"/>
                  <a:gd name="connsiteX48-34039" fmla="*/ 2070 w 2254"/>
                  <a:gd name="connsiteY48-34040" fmla="*/ 1507 h 4213"/>
                  <a:gd name="connsiteX49-34041" fmla="*/ 2035 w 2254"/>
                  <a:gd name="connsiteY49-34042" fmla="*/ 1450 h 4213"/>
                  <a:gd name="connsiteX50-34043" fmla="*/ 1945 w 2254"/>
                  <a:gd name="connsiteY50-34044" fmla="*/ 1582 h 4213"/>
                  <a:gd name="connsiteX51-34045" fmla="*/ 1832 w 2254"/>
                  <a:gd name="connsiteY51-34046" fmla="*/ 1776 h 4213"/>
                  <a:gd name="connsiteX52-34047" fmla="*/ 1713 w 2254"/>
                  <a:gd name="connsiteY52-34048" fmla="*/ 1904 h 4213"/>
                  <a:gd name="connsiteX53-34049" fmla="*/ 1706 w 2254"/>
                  <a:gd name="connsiteY53-34050" fmla="*/ 2018 h 4213"/>
                  <a:gd name="connsiteX54-34051" fmla="*/ 1766 w 2254"/>
                  <a:gd name="connsiteY54-34052" fmla="*/ 2115 h 4213"/>
                  <a:gd name="connsiteX55-34053" fmla="*/ 1868 w 2254"/>
                  <a:gd name="connsiteY55-34054" fmla="*/ 2183 h 4213"/>
                  <a:gd name="connsiteX56-34055" fmla="*/ 1945 w 2254"/>
                  <a:gd name="connsiteY56-34056" fmla="*/ 2178 h 4213"/>
                  <a:gd name="connsiteX57-34057" fmla="*/ 1990 w 2254"/>
                  <a:gd name="connsiteY57-34058" fmla="*/ 2104 h 4213"/>
                  <a:gd name="connsiteX58-34059" fmla="*/ 2024 w 2254"/>
                  <a:gd name="connsiteY58-34060" fmla="*/ 2210 h 4213"/>
                  <a:gd name="connsiteX59-34061" fmla="*/ 1912 w 2254"/>
                  <a:gd name="connsiteY59-34062" fmla="*/ 2249 h 4213"/>
                  <a:gd name="connsiteX60-34063" fmla="*/ 1959 w 2254"/>
                  <a:gd name="connsiteY60-34064" fmla="*/ 2362 h 4213"/>
                  <a:gd name="connsiteX61-34065" fmla="*/ 1824 w 2254"/>
                  <a:gd name="connsiteY61-34066" fmla="*/ 2509 h 4213"/>
                  <a:gd name="connsiteX62-34067" fmla="*/ 1783 w 2254"/>
                  <a:gd name="connsiteY62-34068" fmla="*/ 2498 h 4213"/>
                  <a:gd name="connsiteX63-34069" fmla="*/ 1659 w 2254"/>
                  <a:gd name="connsiteY63-34070" fmla="*/ 2413 h 4213"/>
                  <a:gd name="connsiteX64-34071" fmla="*/ 1604 w 2254"/>
                  <a:gd name="connsiteY64-34072" fmla="*/ 2412 h 4213"/>
                  <a:gd name="connsiteX65-34073" fmla="*/ 1569 w 2254"/>
                  <a:gd name="connsiteY65-34074" fmla="*/ 2480 h 4213"/>
                  <a:gd name="connsiteX66-34075" fmla="*/ 1572 w 2254"/>
                  <a:gd name="connsiteY66-34076" fmla="*/ 2562 h 4213"/>
                  <a:gd name="connsiteX67-34077" fmla="*/ 1750 w 2254"/>
                  <a:gd name="connsiteY67-34078" fmla="*/ 2730 h 4213"/>
                  <a:gd name="connsiteX68-34079" fmla="*/ 1749 w 2254"/>
                  <a:gd name="connsiteY68-34080" fmla="*/ 2844 h 4213"/>
                  <a:gd name="connsiteX69-34081" fmla="*/ 1840 w 2254"/>
                  <a:gd name="connsiteY69-34082" fmla="*/ 3060 h 4213"/>
                  <a:gd name="connsiteX70-34083" fmla="*/ 1866 w 2254"/>
                  <a:gd name="connsiteY70-34084" fmla="*/ 3090 h 4213"/>
                  <a:gd name="connsiteX71-34085" fmla="*/ 1910 w 2254"/>
                  <a:gd name="connsiteY71-34086" fmla="*/ 3094 h 4213"/>
                  <a:gd name="connsiteX72-34087" fmla="*/ 1956 w 2254"/>
                  <a:gd name="connsiteY72-34088" fmla="*/ 3010 h 4213"/>
                  <a:gd name="connsiteX73-34089" fmla="*/ 2036 w 2254"/>
                  <a:gd name="connsiteY73-34090" fmla="*/ 2950 h 4213"/>
                  <a:gd name="connsiteX74-34091" fmla="*/ 2131 w 2254"/>
                  <a:gd name="connsiteY74-34092" fmla="*/ 3126 h 4213"/>
                  <a:gd name="connsiteX75-34093" fmla="*/ 2241 w 2254"/>
                  <a:gd name="connsiteY75-34094" fmla="*/ 3312 h 4213"/>
                  <a:gd name="connsiteX76-34095" fmla="*/ 2254 w 2254"/>
                  <a:gd name="connsiteY76-34096" fmla="*/ 3342 h 4213"/>
                  <a:gd name="connsiteX77-34097" fmla="*/ 2243 w 2254"/>
                  <a:gd name="connsiteY77-34098" fmla="*/ 3518 h 4213"/>
                  <a:gd name="connsiteX78-34099" fmla="*/ 2208 w 2254"/>
                  <a:gd name="connsiteY78-34100" fmla="*/ 3554 h 4213"/>
                  <a:gd name="connsiteX79-34101" fmla="*/ 2119 w 2254"/>
                  <a:gd name="connsiteY79-34102" fmla="*/ 3515 h 4213"/>
                  <a:gd name="connsiteX80-34103" fmla="*/ 1885 w 2254"/>
                  <a:gd name="connsiteY80-34104" fmla="*/ 3644 h 4213"/>
                  <a:gd name="connsiteX81-34105" fmla="*/ 1859 w 2254"/>
                  <a:gd name="connsiteY81-34106" fmla="*/ 3666 h 4213"/>
                  <a:gd name="connsiteX82-34107" fmla="*/ 1679 w 2254"/>
                  <a:gd name="connsiteY82-34108" fmla="*/ 3812 h 4213"/>
                  <a:gd name="connsiteX83-34109" fmla="*/ 1538 w 2254"/>
                  <a:gd name="connsiteY83-34110" fmla="*/ 3926 h 4213"/>
                  <a:gd name="connsiteX84-34111" fmla="*/ 1503 w 2254"/>
                  <a:gd name="connsiteY84-34112" fmla="*/ 3965 h 4213"/>
                  <a:gd name="connsiteX85-34113" fmla="*/ 1451 w 2254"/>
                  <a:gd name="connsiteY85-34114" fmla="*/ 3973 h 4213"/>
                  <a:gd name="connsiteX86-34115" fmla="*/ 1394 w 2254"/>
                  <a:gd name="connsiteY86-34116" fmla="*/ 3916 h 4213"/>
                  <a:gd name="connsiteX87-34117" fmla="*/ 1270 w 2254"/>
                  <a:gd name="connsiteY87-34118" fmla="*/ 3808 h 4213"/>
                  <a:gd name="connsiteX88-34119" fmla="*/ 1294 w 2254"/>
                  <a:gd name="connsiteY88-34120" fmla="*/ 4064 h 4213"/>
                  <a:gd name="connsiteX89-34121" fmla="*/ 1303 w 2254"/>
                  <a:gd name="connsiteY89-34122" fmla="*/ 4192 h 4213"/>
                  <a:gd name="connsiteX90-34123" fmla="*/ 1041 w 2254"/>
                  <a:gd name="connsiteY90-34124" fmla="*/ 4166 h 4213"/>
                  <a:gd name="connsiteX91-34125" fmla="*/ 959 w 2254"/>
                  <a:gd name="connsiteY91-34126" fmla="*/ 3987 h 4213"/>
                  <a:gd name="connsiteX92-34127" fmla="*/ 877 w 2254"/>
                  <a:gd name="connsiteY92-34128" fmla="*/ 3802 h 4213"/>
                  <a:gd name="connsiteX93-34129" fmla="*/ 880 w 2254"/>
                  <a:gd name="connsiteY93-34130" fmla="*/ 3662 h 4213"/>
                  <a:gd name="connsiteX94-34131" fmla="*/ 891 w 2254"/>
                  <a:gd name="connsiteY94-34132" fmla="*/ 3459 h 4213"/>
                  <a:gd name="connsiteX95-34133" fmla="*/ 932 w 2254"/>
                  <a:gd name="connsiteY95-34134" fmla="*/ 3195 h 4213"/>
                  <a:gd name="connsiteX96-34135" fmla="*/ 968 w 2254"/>
                  <a:gd name="connsiteY96-34136" fmla="*/ 2962 h 4213"/>
                  <a:gd name="connsiteX97-34137" fmla="*/ 1068 w 2254"/>
                  <a:gd name="connsiteY97-34138" fmla="*/ 2333 h 4213"/>
                  <a:gd name="connsiteX0-34139" fmla="*/ 1068 w 2254"/>
                  <a:gd name="connsiteY0-34140" fmla="*/ 2333 h 4213"/>
                  <a:gd name="connsiteX1-34141" fmla="*/ 1066 w 2254"/>
                  <a:gd name="connsiteY1-34142" fmla="*/ 2117 h 4213"/>
                  <a:gd name="connsiteX2-34143" fmla="*/ 990 w 2254"/>
                  <a:gd name="connsiteY2-34144" fmla="*/ 2039 h 4213"/>
                  <a:gd name="connsiteX3-34145" fmla="*/ 847 w 2254"/>
                  <a:gd name="connsiteY3-34146" fmla="*/ 1951 h 4213"/>
                  <a:gd name="connsiteX4-34147" fmla="*/ 755 w 2254"/>
                  <a:gd name="connsiteY4-34148" fmla="*/ 1827 h 4213"/>
                  <a:gd name="connsiteX5-34149" fmla="*/ 659 w 2254"/>
                  <a:gd name="connsiteY5-34150" fmla="*/ 1828 h 4213"/>
                  <a:gd name="connsiteX6-34151" fmla="*/ 614 w 2254"/>
                  <a:gd name="connsiteY6-34152" fmla="*/ 1883 h 4213"/>
                  <a:gd name="connsiteX7-34153" fmla="*/ 521 w 2254"/>
                  <a:gd name="connsiteY7-34154" fmla="*/ 1877 h 4213"/>
                  <a:gd name="connsiteX8-34155" fmla="*/ 501 w 2254"/>
                  <a:gd name="connsiteY8-34156" fmla="*/ 1994 h 4213"/>
                  <a:gd name="connsiteX9-34157" fmla="*/ 320 w 2254"/>
                  <a:gd name="connsiteY9-34158" fmla="*/ 1941 h 4213"/>
                  <a:gd name="connsiteX10-34159" fmla="*/ 237 w 2254"/>
                  <a:gd name="connsiteY10-34160" fmla="*/ 1939 h 4213"/>
                  <a:gd name="connsiteX11-34161" fmla="*/ 112 w 2254"/>
                  <a:gd name="connsiteY11-34162" fmla="*/ 2014 h 4213"/>
                  <a:gd name="connsiteX12-34163" fmla="*/ 0 w 2254"/>
                  <a:gd name="connsiteY12-34164" fmla="*/ 1890 h 4213"/>
                  <a:gd name="connsiteX13-34165" fmla="*/ 94 w 2254"/>
                  <a:gd name="connsiteY13-34166" fmla="*/ 1804 h 4213"/>
                  <a:gd name="connsiteX14-34167" fmla="*/ 98 w 2254"/>
                  <a:gd name="connsiteY14-34168" fmla="*/ 1634 h 4213"/>
                  <a:gd name="connsiteX15-34169" fmla="*/ 153 w 2254"/>
                  <a:gd name="connsiteY15-34170" fmla="*/ 1514 h 4213"/>
                  <a:gd name="connsiteX16-34171" fmla="*/ 196 w 2254"/>
                  <a:gd name="connsiteY16-34172" fmla="*/ 1306 h 4213"/>
                  <a:gd name="connsiteX17-34173" fmla="*/ 256 w 2254"/>
                  <a:gd name="connsiteY17-34174" fmla="*/ 1307 h 4213"/>
                  <a:gd name="connsiteX18-34175" fmla="*/ 579 w 2254"/>
                  <a:gd name="connsiteY18-34176" fmla="*/ 1286 h 4213"/>
                  <a:gd name="connsiteX19-34177" fmla="*/ 753 w 2254"/>
                  <a:gd name="connsiteY19-34178" fmla="*/ 1117 h 4213"/>
                  <a:gd name="connsiteX20-34179" fmla="*/ 822 w 2254"/>
                  <a:gd name="connsiteY20-34180" fmla="*/ 748 h 4213"/>
                  <a:gd name="connsiteX21-34181" fmla="*/ 932 w 2254"/>
                  <a:gd name="connsiteY21-34182" fmla="*/ 486 h 4213"/>
                  <a:gd name="connsiteX22-34183" fmla="*/ 930 w 2254"/>
                  <a:gd name="connsiteY22-34184" fmla="*/ 358 h 4213"/>
                  <a:gd name="connsiteX23-34185" fmla="*/ 917 w 2254"/>
                  <a:gd name="connsiteY23-34186" fmla="*/ 328 h 4213"/>
                  <a:gd name="connsiteX24-34187" fmla="*/ 850 w 2254"/>
                  <a:gd name="connsiteY24-34188" fmla="*/ 251 h 4213"/>
                  <a:gd name="connsiteX25-34189" fmla="*/ 790 w 2254"/>
                  <a:gd name="connsiteY25-34190" fmla="*/ 217 h 4213"/>
                  <a:gd name="connsiteX26-34191" fmla="*/ 915 w 2254"/>
                  <a:gd name="connsiteY26-34192" fmla="*/ 56 h 4213"/>
                  <a:gd name="connsiteX27-34193" fmla="*/ 1088 w 2254"/>
                  <a:gd name="connsiteY27-34194" fmla="*/ 2 h 4213"/>
                  <a:gd name="connsiteX28-34195" fmla="*/ 1120 w 2254"/>
                  <a:gd name="connsiteY28-34196" fmla="*/ 49 h 4213"/>
                  <a:gd name="connsiteX29-34197" fmla="*/ 1110 w 2254"/>
                  <a:gd name="connsiteY29-34198" fmla="*/ 133 h 4213"/>
                  <a:gd name="connsiteX30-34199" fmla="*/ 1049 w 2254"/>
                  <a:gd name="connsiteY30-34200" fmla="*/ 243 h 4213"/>
                  <a:gd name="connsiteX31-34201" fmla="*/ 1119 w 2254"/>
                  <a:gd name="connsiteY31-34202" fmla="*/ 301 h 4213"/>
                  <a:gd name="connsiteX32-34203" fmla="*/ 1233 w 2254"/>
                  <a:gd name="connsiteY32-34204" fmla="*/ 366 h 4213"/>
                  <a:gd name="connsiteX33-34205" fmla="*/ 1253 w 2254"/>
                  <a:gd name="connsiteY33-34206" fmla="*/ 255 h 4213"/>
                  <a:gd name="connsiteX34-34207" fmla="*/ 1387 w 2254"/>
                  <a:gd name="connsiteY34-34208" fmla="*/ 291 h 4213"/>
                  <a:gd name="connsiteX35-34209" fmla="*/ 1412 w 2254"/>
                  <a:gd name="connsiteY35-34210" fmla="*/ 331 h 4213"/>
                  <a:gd name="connsiteX36-34211" fmla="*/ 1488 w 2254"/>
                  <a:gd name="connsiteY36-34212" fmla="*/ 562 h 4213"/>
                  <a:gd name="connsiteX37-34213" fmla="*/ 1523 w 2254"/>
                  <a:gd name="connsiteY37-34214" fmla="*/ 586 h 4213"/>
                  <a:gd name="connsiteX38-34215" fmla="*/ 1615 w 2254"/>
                  <a:gd name="connsiteY38-34216" fmla="*/ 578 h 4213"/>
                  <a:gd name="connsiteX39-34217" fmla="*/ 1875 w 2254"/>
                  <a:gd name="connsiteY39-34218" fmla="*/ 490 h 4213"/>
                  <a:gd name="connsiteX40-34219" fmla="*/ 2095 w 2254"/>
                  <a:gd name="connsiteY40-34220" fmla="*/ 479 h 4213"/>
                  <a:gd name="connsiteX41-34221" fmla="*/ 2155 w 2254"/>
                  <a:gd name="connsiteY41-34222" fmla="*/ 648 h 4213"/>
                  <a:gd name="connsiteX42-34223" fmla="*/ 2073 w 2254"/>
                  <a:gd name="connsiteY42-34224" fmla="*/ 944 h 4213"/>
                  <a:gd name="connsiteX43-34225" fmla="*/ 2073 w 2254"/>
                  <a:gd name="connsiteY43-34226" fmla="*/ 1022 h 4213"/>
                  <a:gd name="connsiteX44-34227" fmla="*/ 2142 w 2254"/>
                  <a:gd name="connsiteY44-34228" fmla="*/ 1168 h 4213"/>
                  <a:gd name="connsiteX45-34229" fmla="*/ 2157 w 2254"/>
                  <a:gd name="connsiteY45-34230" fmla="*/ 1427 h 4213"/>
                  <a:gd name="connsiteX46-34231" fmla="*/ 2159 w 2254"/>
                  <a:gd name="connsiteY46-34232" fmla="*/ 1617 h 4213"/>
                  <a:gd name="connsiteX47-34233" fmla="*/ 2092 w 2254"/>
                  <a:gd name="connsiteY47-34234" fmla="*/ 1625 h 4213"/>
                  <a:gd name="connsiteX48-34235" fmla="*/ 2070 w 2254"/>
                  <a:gd name="connsiteY48-34236" fmla="*/ 1507 h 4213"/>
                  <a:gd name="connsiteX49-34237" fmla="*/ 2035 w 2254"/>
                  <a:gd name="connsiteY49-34238" fmla="*/ 1450 h 4213"/>
                  <a:gd name="connsiteX50-34239" fmla="*/ 1945 w 2254"/>
                  <a:gd name="connsiteY50-34240" fmla="*/ 1582 h 4213"/>
                  <a:gd name="connsiteX51-34241" fmla="*/ 1832 w 2254"/>
                  <a:gd name="connsiteY51-34242" fmla="*/ 1776 h 4213"/>
                  <a:gd name="connsiteX52-34243" fmla="*/ 1713 w 2254"/>
                  <a:gd name="connsiteY52-34244" fmla="*/ 1904 h 4213"/>
                  <a:gd name="connsiteX53-34245" fmla="*/ 1706 w 2254"/>
                  <a:gd name="connsiteY53-34246" fmla="*/ 2018 h 4213"/>
                  <a:gd name="connsiteX54-34247" fmla="*/ 1766 w 2254"/>
                  <a:gd name="connsiteY54-34248" fmla="*/ 2115 h 4213"/>
                  <a:gd name="connsiteX55-34249" fmla="*/ 1868 w 2254"/>
                  <a:gd name="connsiteY55-34250" fmla="*/ 2183 h 4213"/>
                  <a:gd name="connsiteX56-34251" fmla="*/ 1945 w 2254"/>
                  <a:gd name="connsiteY56-34252" fmla="*/ 2178 h 4213"/>
                  <a:gd name="connsiteX57-34253" fmla="*/ 1990 w 2254"/>
                  <a:gd name="connsiteY57-34254" fmla="*/ 2104 h 4213"/>
                  <a:gd name="connsiteX58-34255" fmla="*/ 2024 w 2254"/>
                  <a:gd name="connsiteY58-34256" fmla="*/ 2210 h 4213"/>
                  <a:gd name="connsiteX59-34257" fmla="*/ 1912 w 2254"/>
                  <a:gd name="connsiteY59-34258" fmla="*/ 2249 h 4213"/>
                  <a:gd name="connsiteX60-34259" fmla="*/ 1959 w 2254"/>
                  <a:gd name="connsiteY60-34260" fmla="*/ 2362 h 4213"/>
                  <a:gd name="connsiteX61-34261" fmla="*/ 1824 w 2254"/>
                  <a:gd name="connsiteY61-34262" fmla="*/ 2509 h 4213"/>
                  <a:gd name="connsiteX62-34263" fmla="*/ 1783 w 2254"/>
                  <a:gd name="connsiteY62-34264" fmla="*/ 2498 h 4213"/>
                  <a:gd name="connsiteX63-34265" fmla="*/ 1659 w 2254"/>
                  <a:gd name="connsiteY63-34266" fmla="*/ 2413 h 4213"/>
                  <a:gd name="connsiteX64-34267" fmla="*/ 1604 w 2254"/>
                  <a:gd name="connsiteY64-34268" fmla="*/ 2412 h 4213"/>
                  <a:gd name="connsiteX65-34269" fmla="*/ 1569 w 2254"/>
                  <a:gd name="connsiteY65-34270" fmla="*/ 2480 h 4213"/>
                  <a:gd name="connsiteX66-34271" fmla="*/ 1572 w 2254"/>
                  <a:gd name="connsiteY66-34272" fmla="*/ 2562 h 4213"/>
                  <a:gd name="connsiteX67-34273" fmla="*/ 1750 w 2254"/>
                  <a:gd name="connsiteY67-34274" fmla="*/ 2730 h 4213"/>
                  <a:gd name="connsiteX68-34275" fmla="*/ 1749 w 2254"/>
                  <a:gd name="connsiteY68-34276" fmla="*/ 2844 h 4213"/>
                  <a:gd name="connsiteX69-34277" fmla="*/ 1840 w 2254"/>
                  <a:gd name="connsiteY69-34278" fmla="*/ 3060 h 4213"/>
                  <a:gd name="connsiteX70-34279" fmla="*/ 1866 w 2254"/>
                  <a:gd name="connsiteY70-34280" fmla="*/ 3090 h 4213"/>
                  <a:gd name="connsiteX71-34281" fmla="*/ 1910 w 2254"/>
                  <a:gd name="connsiteY71-34282" fmla="*/ 3094 h 4213"/>
                  <a:gd name="connsiteX72-34283" fmla="*/ 1956 w 2254"/>
                  <a:gd name="connsiteY72-34284" fmla="*/ 3010 h 4213"/>
                  <a:gd name="connsiteX73-34285" fmla="*/ 2036 w 2254"/>
                  <a:gd name="connsiteY73-34286" fmla="*/ 2950 h 4213"/>
                  <a:gd name="connsiteX74-34287" fmla="*/ 2131 w 2254"/>
                  <a:gd name="connsiteY74-34288" fmla="*/ 3126 h 4213"/>
                  <a:gd name="connsiteX75-34289" fmla="*/ 2241 w 2254"/>
                  <a:gd name="connsiteY75-34290" fmla="*/ 3312 h 4213"/>
                  <a:gd name="connsiteX76-34291" fmla="*/ 2254 w 2254"/>
                  <a:gd name="connsiteY76-34292" fmla="*/ 3342 h 4213"/>
                  <a:gd name="connsiteX77-34293" fmla="*/ 2243 w 2254"/>
                  <a:gd name="connsiteY77-34294" fmla="*/ 3518 h 4213"/>
                  <a:gd name="connsiteX78-34295" fmla="*/ 2208 w 2254"/>
                  <a:gd name="connsiteY78-34296" fmla="*/ 3554 h 4213"/>
                  <a:gd name="connsiteX79-34297" fmla="*/ 2119 w 2254"/>
                  <a:gd name="connsiteY79-34298" fmla="*/ 3515 h 4213"/>
                  <a:gd name="connsiteX80-34299" fmla="*/ 1885 w 2254"/>
                  <a:gd name="connsiteY80-34300" fmla="*/ 3644 h 4213"/>
                  <a:gd name="connsiteX81-34301" fmla="*/ 1859 w 2254"/>
                  <a:gd name="connsiteY81-34302" fmla="*/ 3666 h 4213"/>
                  <a:gd name="connsiteX82-34303" fmla="*/ 1679 w 2254"/>
                  <a:gd name="connsiteY82-34304" fmla="*/ 3812 h 4213"/>
                  <a:gd name="connsiteX83-34305" fmla="*/ 1538 w 2254"/>
                  <a:gd name="connsiteY83-34306" fmla="*/ 3926 h 4213"/>
                  <a:gd name="connsiteX84-34307" fmla="*/ 1503 w 2254"/>
                  <a:gd name="connsiteY84-34308" fmla="*/ 3965 h 4213"/>
                  <a:gd name="connsiteX85-34309" fmla="*/ 1451 w 2254"/>
                  <a:gd name="connsiteY85-34310" fmla="*/ 3973 h 4213"/>
                  <a:gd name="connsiteX86-34311" fmla="*/ 1394 w 2254"/>
                  <a:gd name="connsiteY86-34312" fmla="*/ 3916 h 4213"/>
                  <a:gd name="connsiteX87-34313" fmla="*/ 1270 w 2254"/>
                  <a:gd name="connsiteY87-34314" fmla="*/ 3808 h 4213"/>
                  <a:gd name="connsiteX88-34315" fmla="*/ 1294 w 2254"/>
                  <a:gd name="connsiteY88-34316" fmla="*/ 4064 h 4213"/>
                  <a:gd name="connsiteX89-34317" fmla="*/ 1303 w 2254"/>
                  <a:gd name="connsiteY89-34318" fmla="*/ 4192 h 4213"/>
                  <a:gd name="connsiteX90-34319" fmla="*/ 1041 w 2254"/>
                  <a:gd name="connsiteY90-34320" fmla="*/ 4166 h 4213"/>
                  <a:gd name="connsiteX91-34321" fmla="*/ 959 w 2254"/>
                  <a:gd name="connsiteY91-34322" fmla="*/ 3987 h 4213"/>
                  <a:gd name="connsiteX92-34323" fmla="*/ 877 w 2254"/>
                  <a:gd name="connsiteY92-34324" fmla="*/ 3802 h 4213"/>
                  <a:gd name="connsiteX93-34325" fmla="*/ 880 w 2254"/>
                  <a:gd name="connsiteY93-34326" fmla="*/ 3662 h 4213"/>
                  <a:gd name="connsiteX94-34327" fmla="*/ 891 w 2254"/>
                  <a:gd name="connsiteY94-34328" fmla="*/ 3459 h 4213"/>
                  <a:gd name="connsiteX95-34329" fmla="*/ 932 w 2254"/>
                  <a:gd name="connsiteY95-34330" fmla="*/ 3195 h 4213"/>
                  <a:gd name="connsiteX96-34331" fmla="*/ 968 w 2254"/>
                  <a:gd name="connsiteY96-34332" fmla="*/ 2962 h 4213"/>
                  <a:gd name="connsiteX97-34333" fmla="*/ 1068 w 2254"/>
                  <a:gd name="connsiteY97-34334" fmla="*/ 2333 h 4213"/>
                  <a:gd name="connsiteX0-34335" fmla="*/ 1068 w 2254"/>
                  <a:gd name="connsiteY0-34336" fmla="*/ 2333 h 4213"/>
                  <a:gd name="connsiteX1-34337" fmla="*/ 1066 w 2254"/>
                  <a:gd name="connsiteY1-34338" fmla="*/ 2117 h 4213"/>
                  <a:gd name="connsiteX2-34339" fmla="*/ 990 w 2254"/>
                  <a:gd name="connsiteY2-34340" fmla="*/ 2039 h 4213"/>
                  <a:gd name="connsiteX3-34341" fmla="*/ 847 w 2254"/>
                  <a:gd name="connsiteY3-34342" fmla="*/ 1951 h 4213"/>
                  <a:gd name="connsiteX4-34343" fmla="*/ 755 w 2254"/>
                  <a:gd name="connsiteY4-34344" fmla="*/ 1827 h 4213"/>
                  <a:gd name="connsiteX5-34345" fmla="*/ 659 w 2254"/>
                  <a:gd name="connsiteY5-34346" fmla="*/ 1828 h 4213"/>
                  <a:gd name="connsiteX6-34347" fmla="*/ 614 w 2254"/>
                  <a:gd name="connsiteY6-34348" fmla="*/ 1883 h 4213"/>
                  <a:gd name="connsiteX7-34349" fmla="*/ 521 w 2254"/>
                  <a:gd name="connsiteY7-34350" fmla="*/ 1877 h 4213"/>
                  <a:gd name="connsiteX8-34351" fmla="*/ 501 w 2254"/>
                  <a:gd name="connsiteY8-34352" fmla="*/ 1994 h 4213"/>
                  <a:gd name="connsiteX9-34353" fmla="*/ 320 w 2254"/>
                  <a:gd name="connsiteY9-34354" fmla="*/ 1941 h 4213"/>
                  <a:gd name="connsiteX10-34355" fmla="*/ 237 w 2254"/>
                  <a:gd name="connsiteY10-34356" fmla="*/ 1939 h 4213"/>
                  <a:gd name="connsiteX11-34357" fmla="*/ 112 w 2254"/>
                  <a:gd name="connsiteY11-34358" fmla="*/ 2014 h 4213"/>
                  <a:gd name="connsiteX12-34359" fmla="*/ 0 w 2254"/>
                  <a:gd name="connsiteY12-34360" fmla="*/ 1890 h 4213"/>
                  <a:gd name="connsiteX13-34361" fmla="*/ 94 w 2254"/>
                  <a:gd name="connsiteY13-34362" fmla="*/ 1804 h 4213"/>
                  <a:gd name="connsiteX14-34363" fmla="*/ 98 w 2254"/>
                  <a:gd name="connsiteY14-34364" fmla="*/ 1634 h 4213"/>
                  <a:gd name="connsiteX15-34365" fmla="*/ 153 w 2254"/>
                  <a:gd name="connsiteY15-34366" fmla="*/ 1514 h 4213"/>
                  <a:gd name="connsiteX16-34367" fmla="*/ 196 w 2254"/>
                  <a:gd name="connsiteY16-34368" fmla="*/ 1306 h 4213"/>
                  <a:gd name="connsiteX17-34369" fmla="*/ 256 w 2254"/>
                  <a:gd name="connsiteY17-34370" fmla="*/ 1307 h 4213"/>
                  <a:gd name="connsiteX18-34371" fmla="*/ 579 w 2254"/>
                  <a:gd name="connsiteY18-34372" fmla="*/ 1286 h 4213"/>
                  <a:gd name="connsiteX19-34373" fmla="*/ 753 w 2254"/>
                  <a:gd name="connsiteY19-34374" fmla="*/ 1117 h 4213"/>
                  <a:gd name="connsiteX20-34375" fmla="*/ 822 w 2254"/>
                  <a:gd name="connsiteY20-34376" fmla="*/ 748 h 4213"/>
                  <a:gd name="connsiteX21-34377" fmla="*/ 932 w 2254"/>
                  <a:gd name="connsiteY21-34378" fmla="*/ 486 h 4213"/>
                  <a:gd name="connsiteX22-34379" fmla="*/ 930 w 2254"/>
                  <a:gd name="connsiteY22-34380" fmla="*/ 358 h 4213"/>
                  <a:gd name="connsiteX23-34381" fmla="*/ 917 w 2254"/>
                  <a:gd name="connsiteY23-34382" fmla="*/ 328 h 4213"/>
                  <a:gd name="connsiteX24-34383" fmla="*/ 850 w 2254"/>
                  <a:gd name="connsiteY24-34384" fmla="*/ 251 h 4213"/>
                  <a:gd name="connsiteX25-34385" fmla="*/ 790 w 2254"/>
                  <a:gd name="connsiteY25-34386" fmla="*/ 217 h 4213"/>
                  <a:gd name="connsiteX26-34387" fmla="*/ 915 w 2254"/>
                  <a:gd name="connsiteY26-34388" fmla="*/ 56 h 4213"/>
                  <a:gd name="connsiteX27-34389" fmla="*/ 1088 w 2254"/>
                  <a:gd name="connsiteY27-34390" fmla="*/ 2 h 4213"/>
                  <a:gd name="connsiteX28-34391" fmla="*/ 1120 w 2254"/>
                  <a:gd name="connsiteY28-34392" fmla="*/ 49 h 4213"/>
                  <a:gd name="connsiteX29-34393" fmla="*/ 1110 w 2254"/>
                  <a:gd name="connsiteY29-34394" fmla="*/ 133 h 4213"/>
                  <a:gd name="connsiteX30-34395" fmla="*/ 1049 w 2254"/>
                  <a:gd name="connsiteY30-34396" fmla="*/ 243 h 4213"/>
                  <a:gd name="connsiteX31-34397" fmla="*/ 1119 w 2254"/>
                  <a:gd name="connsiteY31-34398" fmla="*/ 301 h 4213"/>
                  <a:gd name="connsiteX32-34399" fmla="*/ 1233 w 2254"/>
                  <a:gd name="connsiteY32-34400" fmla="*/ 366 h 4213"/>
                  <a:gd name="connsiteX33-34401" fmla="*/ 1253 w 2254"/>
                  <a:gd name="connsiteY33-34402" fmla="*/ 255 h 4213"/>
                  <a:gd name="connsiteX34-34403" fmla="*/ 1387 w 2254"/>
                  <a:gd name="connsiteY34-34404" fmla="*/ 291 h 4213"/>
                  <a:gd name="connsiteX35-34405" fmla="*/ 1412 w 2254"/>
                  <a:gd name="connsiteY35-34406" fmla="*/ 331 h 4213"/>
                  <a:gd name="connsiteX36-34407" fmla="*/ 1488 w 2254"/>
                  <a:gd name="connsiteY36-34408" fmla="*/ 562 h 4213"/>
                  <a:gd name="connsiteX37-34409" fmla="*/ 1523 w 2254"/>
                  <a:gd name="connsiteY37-34410" fmla="*/ 586 h 4213"/>
                  <a:gd name="connsiteX38-34411" fmla="*/ 1615 w 2254"/>
                  <a:gd name="connsiteY38-34412" fmla="*/ 578 h 4213"/>
                  <a:gd name="connsiteX39-34413" fmla="*/ 1875 w 2254"/>
                  <a:gd name="connsiteY39-34414" fmla="*/ 490 h 4213"/>
                  <a:gd name="connsiteX40-34415" fmla="*/ 2095 w 2254"/>
                  <a:gd name="connsiteY40-34416" fmla="*/ 479 h 4213"/>
                  <a:gd name="connsiteX41-34417" fmla="*/ 2155 w 2254"/>
                  <a:gd name="connsiteY41-34418" fmla="*/ 648 h 4213"/>
                  <a:gd name="connsiteX42-34419" fmla="*/ 2073 w 2254"/>
                  <a:gd name="connsiteY42-34420" fmla="*/ 944 h 4213"/>
                  <a:gd name="connsiteX43-34421" fmla="*/ 2073 w 2254"/>
                  <a:gd name="connsiteY43-34422" fmla="*/ 1022 h 4213"/>
                  <a:gd name="connsiteX44-34423" fmla="*/ 2142 w 2254"/>
                  <a:gd name="connsiteY44-34424" fmla="*/ 1168 h 4213"/>
                  <a:gd name="connsiteX45-34425" fmla="*/ 2157 w 2254"/>
                  <a:gd name="connsiteY45-34426" fmla="*/ 1427 h 4213"/>
                  <a:gd name="connsiteX46-34427" fmla="*/ 2159 w 2254"/>
                  <a:gd name="connsiteY46-34428" fmla="*/ 1617 h 4213"/>
                  <a:gd name="connsiteX47-34429" fmla="*/ 2092 w 2254"/>
                  <a:gd name="connsiteY47-34430" fmla="*/ 1625 h 4213"/>
                  <a:gd name="connsiteX48-34431" fmla="*/ 2070 w 2254"/>
                  <a:gd name="connsiteY48-34432" fmla="*/ 1507 h 4213"/>
                  <a:gd name="connsiteX49-34433" fmla="*/ 2035 w 2254"/>
                  <a:gd name="connsiteY49-34434" fmla="*/ 1450 h 4213"/>
                  <a:gd name="connsiteX50-34435" fmla="*/ 1945 w 2254"/>
                  <a:gd name="connsiteY50-34436" fmla="*/ 1582 h 4213"/>
                  <a:gd name="connsiteX51-34437" fmla="*/ 1832 w 2254"/>
                  <a:gd name="connsiteY51-34438" fmla="*/ 1776 h 4213"/>
                  <a:gd name="connsiteX52-34439" fmla="*/ 1713 w 2254"/>
                  <a:gd name="connsiteY52-34440" fmla="*/ 1904 h 4213"/>
                  <a:gd name="connsiteX53-34441" fmla="*/ 1706 w 2254"/>
                  <a:gd name="connsiteY53-34442" fmla="*/ 2018 h 4213"/>
                  <a:gd name="connsiteX54-34443" fmla="*/ 1766 w 2254"/>
                  <a:gd name="connsiteY54-34444" fmla="*/ 2115 h 4213"/>
                  <a:gd name="connsiteX55-34445" fmla="*/ 1868 w 2254"/>
                  <a:gd name="connsiteY55-34446" fmla="*/ 2183 h 4213"/>
                  <a:gd name="connsiteX56-34447" fmla="*/ 1945 w 2254"/>
                  <a:gd name="connsiteY56-34448" fmla="*/ 2178 h 4213"/>
                  <a:gd name="connsiteX57-34449" fmla="*/ 1990 w 2254"/>
                  <a:gd name="connsiteY57-34450" fmla="*/ 2104 h 4213"/>
                  <a:gd name="connsiteX58-34451" fmla="*/ 2024 w 2254"/>
                  <a:gd name="connsiteY58-34452" fmla="*/ 2210 h 4213"/>
                  <a:gd name="connsiteX59-34453" fmla="*/ 1912 w 2254"/>
                  <a:gd name="connsiteY59-34454" fmla="*/ 2249 h 4213"/>
                  <a:gd name="connsiteX60-34455" fmla="*/ 1959 w 2254"/>
                  <a:gd name="connsiteY60-34456" fmla="*/ 2362 h 4213"/>
                  <a:gd name="connsiteX61-34457" fmla="*/ 1824 w 2254"/>
                  <a:gd name="connsiteY61-34458" fmla="*/ 2509 h 4213"/>
                  <a:gd name="connsiteX62-34459" fmla="*/ 1783 w 2254"/>
                  <a:gd name="connsiteY62-34460" fmla="*/ 2498 h 4213"/>
                  <a:gd name="connsiteX63-34461" fmla="*/ 1659 w 2254"/>
                  <a:gd name="connsiteY63-34462" fmla="*/ 2413 h 4213"/>
                  <a:gd name="connsiteX64-34463" fmla="*/ 1604 w 2254"/>
                  <a:gd name="connsiteY64-34464" fmla="*/ 2412 h 4213"/>
                  <a:gd name="connsiteX65-34465" fmla="*/ 1569 w 2254"/>
                  <a:gd name="connsiteY65-34466" fmla="*/ 2480 h 4213"/>
                  <a:gd name="connsiteX66-34467" fmla="*/ 1572 w 2254"/>
                  <a:gd name="connsiteY66-34468" fmla="*/ 2562 h 4213"/>
                  <a:gd name="connsiteX67-34469" fmla="*/ 1750 w 2254"/>
                  <a:gd name="connsiteY67-34470" fmla="*/ 2730 h 4213"/>
                  <a:gd name="connsiteX68-34471" fmla="*/ 1749 w 2254"/>
                  <a:gd name="connsiteY68-34472" fmla="*/ 2844 h 4213"/>
                  <a:gd name="connsiteX69-34473" fmla="*/ 1840 w 2254"/>
                  <a:gd name="connsiteY69-34474" fmla="*/ 3060 h 4213"/>
                  <a:gd name="connsiteX70-34475" fmla="*/ 1866 w 2254"/>
                  <a:gd name="connsiteY70-34476" fmla="*/ 3090 h 4213"/>
                  <a:gd name="connsiteX71-34477" fmla="*/ 1910 w 2254"/>
                  <a:gd name="connsiteY71-34478" fmla="*/ 3094 h 4213"/>
                  <a:gd name="connsiteX72-34479" fmla="*/ 1956 w 2254"/>
                  <a:gd name="connsiteY72-34480" fmla="*/ 3010 h 4213"/>
                  <a:gd name="connsiteX73-34481" fmla="*/ 2036 w 2254"/>
                  <a:gd name="connsiteY73-34482" fmla="*/ 2950 h 4213"/>
                  <a:gd name="connsiteX74-34483" fmla="*/ 2131 w 2254"/>
                  <a:gd name="connsiteY74-34484" fmla="*/ 3126 h 4213"/>
                  <a:gd name="connsiteX75-34485" fmla="*/ 2241 w 2254"/>
                  <a:gd name="connsiteY75-34486" fmla="*/ 3312 h 4213"/>
                  <a:gd name="connsiteX76-34487" fmla="*/ 2254 w 2254"/>
                  <a:gd name="connsiteY76-34488" fmla="*/ 3342 h 4213"/>
                  <a:gd name="connsiteX77-34489" fmla="*/ 2243 w 2254"/>
                  <a:gd name="connsiteY77-34490" fmla="*/ 3518 h 4213"/>
                  <a:gd name="connsiteX78-34491" fmla="*/ 2208 w 2254"/>
                  <a:gd name="connsiteY78-34492" fmla="*/ 3554 h 4213"/>
                  <a:gd name="connsiteX79-34493" fmla="*/ 2119 w 2254"/>
                  <a:gd name="connsiteY79-34494" fmla="*/ 3515 h 4213"/>
                  <a:gd name="connsiteX80-34495" fmla="*/ 1885 w 2254"/>
                  <a:gd name="connsiteY80-34496" fmla="*/ 3644 h 4213"/>
                  <a:gd name="connsiteX81-34497" fmla="*/ 1859 w 2254"/>
                  <a:gd name="connsiteY81-34498" fmla="*/ 3666 h 4213"/>
                  <a:gd name="connsiteX82-34499" fmla="*/ 1679 w 2254"/>
                  <a:gd name="connsiteY82-34500" fmla="*/ 3812 h 4213"/>
                  <a:gd name="connsiteX83-34501" fmla="*/ 1538 w 2254"/>
                  <a:gd name="connsiteY83-34502" fmla="*/ 3926 h 4213"/>
                  <a:gd name="connsiteX84-34503" fmla="*/ 1503 w 2254"/>
                  <a:gd name="connsiteY84-34504" fmla="*/ 3965 h 4213"/>
                  <a:gd name="connsiteX85-34505" fmla="*/ 1451 w 2254"/>
                  <a:gd name="connsiteY85-34506" fmla="*/ 3973 h 4213"/>
                  <a:gd name="connsiteX86-34507" fmla="*/ 1394 w 2254"/>
                  <a:gd name="connsiteY86-34508" fmla="*/ 3916 h 4213"/>
                  <a:gd name="connsiteX87-34509" fmla="*/ 1270 w 2254"/>
                  <a:gd name="connsiteY87-34510" fmla="*/ 3808 h 4213"/>
                  <a:gd name="connsiteX88-34511" fmla="*/ 1294 w 2254"/>
                  <a:gd name="connsiteY88-34512" fmla="*/ 4064 h 4213"/>
                  <a:gd name="connsiteX89-34513" fmla="*/ 1303 w 2254"/>
                  <a:gd name="connsiteY89-34514" fmla="*/ 4192 h 4213"/>
                  <a:gd name="connsiteX90-34515" fmla="*/ 1041 w 2254"/>
                  <a:gd name="connsiteY90-34516" fmla="*/ 4166 h 4213"/>
                  <a:gd name="connsiteX91-34517" fmla="*/ 959 w 2254"/>
                  <a:gd name="connsiteY91-34518" fmla="*/ 3987 h 4213"/>
                  <a:gd name="connsiteX92-34519" fmla="*/ 877 w 2254"/>
                  <a:gd name="connsiteY92-34520" fmla="*/ 3802 h 4213"/>
                  <a:gd name="connsiteX93-34521" fmla="*/ 798 w 2254"/>
                  <a:gd name="connsiteY93-34522" fmla="*/ 3734 h 4213"/>
                  <a:gd name="connsiteX94-34523" fmla="*/ 891 w 2254"/>
                  <a:gd name="connsiteY94-34524" fmla="*/ 3459 h 4213"/>
                  <a:gd name="connsiteX95-34525" fmla="*/ 932 w 2254"/>
                  <a:gd name="connsiteY95-34526" fmla="*/ 3195 h 4213"/>
                  <a:gd name="connsiteX96-34527" fmla="*/ 968 w 2254"/>
                  <a:gd name="connsiteY96-34528" fmla="*/ 2962 h 4213"/>
                  <a:gd name="connsiteX97-34529" fmla="*/ 1068 w 2254"/>
                  <a:gd name="connsiteY97-34530" fmla="*/ 2333 h 4213"/>
                  <a:gd name="connsiteX0-34531" fmla="*/ 1068 w 2254"/>
                  <a:gd name="connsiteY0-34532" fmla="*/ 2333 h 4213"/>
                  <a:gd name="connsiteX1-34533" fmla="*/ 1066 w 2254"/>
                  <a:gd name="connsiteY1-34534" fmla="*/ 2117 h 4213"/>
                  <a:gd name="connsiteX2-34535" fmla="*/ 990 w 2254"/>
                  <a:gd name="connsiteY2-34536" fmla="*/ 2039 h 4213"/>
                  <a:gd name="connsiteX3-34537" fmla="*/ 847 w 2254"/>
                  <a:gd name="connsiteY3-34538" fmla="*/ 1951 h 4213"/>
                  <a:gd name="connsiteX4-34539" fmla="*/ 755 w 2254"/>
                  <a:gd name="connsiteY4-34540" fmla="*/ 1827 h 4213"/>
                  <a:gd name="connsiteX5-34541" fmla="*/ 659 w 2254"/>
                  <a:gd name="connsiteY5-34542" fmla="*/ 1828 h 4213"/>
                  <a:gd name="connsiteX6-34543" fmla="*/ 614 w 2254"/>
                  <a:gd name="connsiteY6-34544" fmla="*/ 1883 h 4213"/>
                  <a:gd name="connsiteX7-34545" fmla="*/ 521 w 2254"/>
                  <a:gd name="connsiteY7-34546" fmla="*/ 1877 h 4213"/>
                  <a:gd name="connsiteX8-34547" fmla="*/ 501 w 2254"/>
                  <a:gd name="connsiteY8-34548" fmla="*/ 1994 h 4213"/>
                  <a:gd name="connsiteX9-34549" fmla="*/ 320 w 2254"/>
                  <a:gd name="connsiteY9-34550" fmla="*/ 1941 h 4213"/>
                  <a:gd name="connsiteX10-34551" fmla="*/ 237 w 2254"/>
                  <a:gd name="connsiteY10-34552" fmla="*/ 1939 h 4213"/>
                  <a:gd name="connsiteX11-34553" fmla="*/ 112 w 2254"/>
                  <a:gd name="connsiteY11-34554" fmla="*/ 2014 h 4213"/>
                  <a:gd name="connsiteX12-34555" fmla="*/ 0 w 2254"/>
                  <a:gd name="connsiteY12-34556" fmla="*/ 1890 h 4213"/>
                  <a:gd name="connsiteX13-34557" fmla="*/ 94 w 2254"/>
                  <a:gd name="connsiteY13-34558" fmla="*/ 1804 h 4213"/>
                  <a:gd name="connsiteX14-34559" fmla="*/ 98 w 2254"/>
                  <a:gd name="connsiteY14-34560" fmla="*/ 1634 h 4213"/>
                  <a:gd name="connsiteX15-34561" fmla="*/ 153 w 2254"/>
                  <a:gd name="connsiteY15-34562" fmla="*/ 1514 h 4213"/>
                  <a:gd name="connsiteX16-34563" fmla="*/ 196 w 2254"/>
                  <a:gd name="connsiteY16-34564" fmla="*/ 1306 h 4213"/>
                  <a:gd name="connsiteX17-34565" fmla="*/ 256 w 2254"/>
                  <a:gd name="connsiteY17-34566" fmla="*/ 1307 h 4213"/>
                  <a:gd name="connsiteX18-34567" fmla="*/ 579 w 2254"/>
                  <a:gd name="connsiteY18-34568" fmla="*/ 1286 h 4213"/>
                  <a:gd name="connsiteX19-34569" fmla="*/ 753 w 2254"/>
                  <a:gd name="connsiteY19-34570" fmla="*/ 1117 h 4213"/>
                  <a:gd name="connsiteX20-34571" fmla="*/ 822 w 2254"/>
                  <a:gd name="connsiteY20-34572" fmla="*/ 748 h 4213"/>
                  <a:gd name="connsiteX21-34573" fmla="*/ 932 w 2254"/>
                  <a:gd name="connsiteY21-34574" fmla="*/ 486 h 4213"/>
                  <a:gd name="connsiteX22-34575" fmla="*/ 930 w 2254"/>
                  <a:gd name="connsiteY22-34576" fmla="*/ 358 h 4213"/>
                  <a:gd name="connsiteX23-34577" fmla="*/ 917 w 2254"/>
                  <a:gd name="connsiteY23-34578" fmla="*/ 328 h 4213"/>
                  <a:gd name="connsiteX24-34579" fmla="*/ 850 w 2254"/>
                  <a:gd name="connsiteY24-34580" fmla="*/ 251 h 4213"/>
                  <a:gd name="connsiteX25-34581" fmla="*/ 790 w 2254"/>
                  <a:gd name="connsiteY25-34582" fmla="*/ 217 h 4213"/>
                  <a:gd name="connsiteX26-34583" fmla="*/ 915 w 2254"/>
                  <a:gd name="connsiteY26-34584" fmla="*/ 56 h 4213"/>
                  <a:gd name="connsiteX27-34585" fmla="*/ 1088 w 2254"/>
                  <a:gd name="connsiteY27-34586" fmla="*/ 2 h 4213"/>
                  <a:gd name="connsiteX28-34587" fmla="*/ 1120 w 2254"/>
                  <a:gd name="connsiteY28-34588" fmla="*/ 49 h 4213"/>
                  <a:gd name="connsiteX29-34589" fmla="*/ 1110 w 2254"/>
                  <a:gd name="connsiteY29-34590" fmla="*/ 133 h 4213"/>
                  <a:gd name="connsiteX30-34591" fmla="*/ 1049 w 2254"/>
                  <a:gd name="connsiteY30-34592" fmla="*/ 243 h 4213"/>
                  <a:gd name="connsiteX31-34593" fmla="*/ 1119 w 2254"/>
                  <a:gd name="connsiteY31-34594" fmla="*/ 301 h 4213"/>
                  <a:gd name="connsiteX32-34595" fmla="*/ 1233 w 2254"/>
                  <a:gd name="connsiteY32-34596" fmla="*/ 366 h 4213"/>
                  <a:gd name="connsiteX33-34597" fmla="*/ 1253 w 2254"/>
                  <a:gd name="connsiteY33-34598" fmla="*/ 255 h 4213"/>
                  <a:gd name="connsiteX34-34599" fmla="*/ 1387 w 2254"/>
                  <a:gd name="connsiteY34-34600" fmla="*/ 291 h 4213"/>
                  <a:gd name="connsiteX35-34601" fmla="*/ 1412 w 2254"/>
                  <a:gd name="connsiteY35-34602" fmla="*/ 331 h 4213"/>
                  <a:gd name="connsiteX36-34603" fmla="*/ 1488 w 2254"/>
                  <a:gd name="connsiteY36-34604" fmla="*/ 562 h 4213"/>
                  <a:gd name="connsiteX37-34605" fmla="*/ 1523 w 2254"/>
                  <a:gd name="connsiteY37-34606" fmla="*/ 586 h 4213"/>
                  <a:gd name="connsiteX38-34607" fmla="*/ 1615 w 2254"/>
                  <a:gd name="connsiteY38-34608" fmla="*/ 578 h 4213"/>
                  <a:gd name="connsiteX39-34609" fmla="*/ 1875 w 2254"/>
                  <a:gd name="connsiteY39-34610" fmla="*/ 490 h 4213"/>
                  <a:gd name="connsiteX40-34611" fmla="*/ 2095 w 2254"/>
                  <a:gd name="connsiteY40-34612" fmla="*/ 479 h 4213"/>
                  <a:gd name="connsiteX41-34613" fmla="*/ 2155 w 2254"/>
                  <a:gd name="connsiteY41-34614" fmla="*/ 648 h 4213"/>
                  <a:gd name="connsiteX42-34615" fmla="*/ 2073 w 2254"/>
                  <a:gd name="connsiteY42-34616" fmla="*/ 944 h 4213"/>
                  <a:gd name="connsiteX43-34617" fmla="*/ 2073 w 2254"/>
                  <a:gd name="connsiteY43-34618" fmla="*/ 1022 h 4213"/>
                  <a:gd name="connsiteX44-34619" fmla="*/ 2142 w 2254"/>
                  <a:gd name="connsiteY44-34620" fmla="*/ 1168 h 4213"/>
                  <a:gd name="connsiteX45-34621" fmla="*/ 2157 w 2254"/>
                  <a:gd name="connsiteY45-34622" fmla="*/ 1427 h 4213"/>
                  <a:gd name="connsiteX46-34623" fmla="*/ 2159 w 2254"/>
                  <a:gd name="connsiteY46-34624" fmla="*/ 1617 h 4213"/>
                  <a:gd name="connsiteX47-34625" fmla="*/ 2092 w 2254"/>
                  <a:gd name="connsiteY47-34626" fmla="*/ 1625 h 4213"/>
                  <a:gd name="connsiteX48-34627" fmla="*/ 2070 w 2254"/>
                  <a:gd name="connsiteY48-34628" fmla="*/ 1507 h 4213"/>
                  <a:gd name="connsiteX49-34629" fmla="*/ 2035 w 2254"/>
                  <a:gd name="connsiteY49-34630" fmla="*/ 1450 h 4213"/>
                  <a:gd name="connsiteX50-34631" fmla="*/ 1945 w 2254"/>
                  <a:gd name="connsiteY50-34632" fmla="*/ 1582 h 4213"/>
                  <a:gd name="connsiteX51-34633" fmla="*/ 1832 w 2254"/>
                  <a:gd name="connsiteY51-34634" fmla="*/ 1776 h 4213"/>
                  <a:gd name="connsiteX52-34635" fmla="*/ 1713 w 2254"/>
                  <a:gd name="connsiteY52-34636" fmla="*/ 1904 h 4213"/>
                  <a:gd name="connsiteX53-34637" fmla="*/ 1706 w 2254"/>
                  <a:gd name="connsiteY53-34638" fmla="*/ 2018 h 4213"/>
                  <a:gd name="connsiteX54-34639" fmla="*/ 1766 w 2254"/>
                  <a:gd name="connsiteY54-34640" fmla="*/ 2115 h 4213"/>
                  <a:gd name="connsiteX55-34641" fmla="*/ 1868 w 2254"/>
                  <a:gd name="connsiteY55-34642" fmla="*/ 2183 h 4213"/>
                  <a:gd name="connsiteX56-34643" fmla="*/ 1945 w 2254"/>
                  <a:gd name="connsiteY56-34644" fmla="*/ 2178 h 4213"/>
                  <a:gd name="connsiteX57-34645" fmla="*/ 1990 w 2254"/>
                  <a:gd name="connsiteY57-34646" fmla="*/ 2104 h 4213"/>
                  <a:gd name="connsiteX58-34647" fmla="*/ 2024 w 2254"/>
                  <a:gd name="connsiteY58-34648" fmla="*/ 2210 h 4213"/>
                  <a:gd name="connsiteX59-34649" fmla="*/ 1912 w 2254"/>
                  <a:gd name="connsiteY59-34650" fmla="*/ 2249 h 4213"/>
                  <a:gd name="connsiteX60-34651" fmla="*/ 1959 w 2254"/>
                  <a:gd name="connsiteY60-34652" fmla="*/ 2362 h 4213"/>
                  <a:gd name="connsiteX61-34653" fmla="*/ 1824 w 2254"/>
                  <a:gd name="connsiteY61-34654" fmla="*/ 2509 h 4213"/>
                  <a:gd name="connsiteX62-34655" fmla="*/ 1783 w 2254"/>
                  <a:gd name="connsiteY62-34656" fmla="*/ 2498 h 4213"/>
                  <a:gd name="connsiteX63-34657" fmla="*/ 1659 w 2254"/>
                  <a:gd name="connsiteY63-34658" fmla="*/ 2413 h 4213"/>
                  <a:gd name="connsiteX64-34659" fmla="*/ 1604 w 2254"/>
                  <a:gd name="connsiteY64-34660" fmla="*/ 2412 h 4213"/>
                  <a:gd name="connsiteX65-34661" fmla="*/ 1569 w 2254"/>
                  <a:gd name="connsiteY65-34662" fmla="*/ 2480 h 4213"/>
                  <a:gd name="connsiteX66-34663" fmla="*/ 1572 w 2254"/>
                  <a:gd name="connsiteY66-34664" fmla="*/ 2562 h 4213"/>
                  <a:gd name="connsiteX67-34665" fmla="*/ 1750 w 2254"/>
                  <a:gd name="connsiteY67-34666" fmla="*/ 2730 h 4213"/>
                  <a:gd name="connsiteX68-34667" fmla="*/ 1749 w 2254"/>
                  <a:gd name="connsiteY68-34668" fmla="*/ 2844 h 4213"/>
                  <a:gd name="connsiteX69-34669" fmla="*/ 1840 w 2254"/>
                  <a:gd name="connsiteY69-34670" fmla="*/ 3060 h 4213"/>
                  <a:gd name="connsiteX70-34671" fmla="*/ 1866 w 2254"/>
                  <a:gd name="connsiteY70-34672" fmla="*/ 3090 h 4213"/>
                  <a:gd name="connsiteX71-34673" fmla="*/ 1910 w 2254"/>
                  <a:gd name="connsiteY71-34674" fmla="*/ 3094 h 4213"/>
                  <a:gd name="connsiteX72-34675" fmla="*/ 1956 w 2254"/>
                  <a:gd name="connsiteY72-34676" fmla="*/ 3010 h 4213"/>
                  <a:gd name="connsiteX73-34677" fmla="*/ 2036 w 2254"/>
                  <a:gd name="connsiteY73-34678" fmla="*/ 2950 h 4213"/>
                  <a:gd name="connsiteX74-34679" fmla="*/ 2131 w 2254"/>
                  <a:gd name="connsiteY74-34680" fmla="*/ 3126 h 4213"/>
                  <a:gd name="connsiteX75-34681" fmla="*/ 2241 w 2254"/>
                  <a:gd name="connsiteY75-34682" fmla="*/ 3312 h 4213"/>
                  <a:gd name="connsiteX76-34683" fmla="*/ 2254 w 2254"/>
                  <a:gd name="connsiteY76-34684" fmla="*/ 3342 h 4213"/>
                  <a:gd name="connsiteX77-34685" fmla="*/ 2243 w 2254"/>
                  <a:gd name="connsiteY77-34686" fmla="*/ 3518 h 4213"/>
                  <a:gd name="connsiteX78-34687" fmla="*/ 2208 w 2254"/>
                  <a:gd name="connsiteY78-34688" fmla="*/ 3554 h 4213"/>
                  <a:gd name="connsiteX79-34689" fmla="*/ 2119 w 2254"/>
                  <a:gd name="connsiteY79-34690" fmla="*/ 3515 h 4213"/>
                  <a:gd name="connsiteX80-34691" fmla="*/ 1885 w 2254"/>
                  <a:gd name="connsiteY80-34692" fmla="*/ 3644 h 4213"/>
                  <a:gd name="connsiteX81-34693" fmla="*/ 1859 w 2254"/>
                  <a:gd name="connsiteY81-34694" fmla="*/ 3666 h 4213"/>
                  <a:gd name="connsiteX82-34695" fmla="*/ 1679 w 2254"/>
                  <a:gd name="connsiteY82-34696" fmla="*/ 3812 h 4213"/>
                  <a:gd name="connsiteX83-34697" fmla="*/ 1538 w 2254"/>
                  <a:gd name="connsiteY83-34698" fmla="*/ 3926 h 4213"/>
                  <a:gd name="connsiteX84-34699" fmla="*/ 1503 w 2254"/>
                  <a:gd name="connsiteY84-34700" fmla="*/ 3965 h 4213"/>
                  <a:gd name="connsiteX85-34701" fmla="*/ 1451 w 2254"/>
                  <a:gd name="connsiteY85-34702" fmla="*/ 3973 h 4213"/>
                  <a:gd name="connsiteX86-34703" fmla="*/ 1394 w 2254"/>
                  <a:gd name="connsiteY86-34704" fmla="*/ 3916 h 4213"/>
                  <a:gd name="connsiteX87-34705" fmla="*/ 1270 w 2254"/>
                  <a:gd name="connsiteY87-34706" fmla="*/ 3808 h 4213"/>
                  <a:gd name="connsiteX88-34707" fmla="*/ 1294 w 2254"/>
                  <a:gd name="connsiteY88-34708" fmla="*/ 4064 h 4213"/>
                  <a:gd name="connsiteX89-34709" fmla="*/ 1303 w 2254"/>
                  <a:gd name="connsiteY89-34710" fmla="*/ 4192 h 4213"/>
                  <a:gd name="connsiteX90-34711" fmla="*/ 1041 w 2254"/>
                  <a:gd name="connsiteY90-34712" fmla="*/ 4166 h 4213"/>
                  <a:gd name="connsiteX91-34713" fmla="*/ 959 w 2254"/>
                  <a:gd name="connsiteY91-34714" fmla="*/ 3987 h 4213"/>
                  <a:gd name="connsiteX92-34715" fmla="*/ 877 w 2254"/>
                  <a:gd name="connsiteY92-34716" fmla="*/ 3802 h 4213"/>
                  <a:gd name="connsiteX93-34717" fmla="*/ 798 w 2254"/>
                  <a:gd name="connsiteY93-34718" fmla="*/ 3734 h 4213"/>
                  <a:gd name="connsiteX94-34719" fmla="*/ 891 w 2254"/>
                  <a:gd name="connsiteY94-34720" fmla="*/ 3459 h 4213"/>
                  <a:gd name="connsiteX95-34721" fmla="*/ 932 w 2254"/>
                  <a:gd name="connsiteY95-34722" fmla="*/ 3195 h 4213"/>
                  <a:gd name="connsiteX96-34723" fmla="*/ 968 w 2254"/>
                  <a:gd name="connsiteY96-34724" fmla="*/ 2962 h 4213"/>
                  <a:gd name="connsiteX97-34725" fmla="*/ 1068 w 2254"/>
                  <a:gd name="connsiteY97-34726" fmla="*/ 2333 h 4213"/>
                  <a:gd name="connsiteX0-34727" fmla="*/ 1068 w 2254"/>
                  <a:gd name="connsiteY0-34728" fmla="*/ 2333 h 4213"/>
                  <a:gd name="connsiteX1-34729" fmla="*/ 1066 w 2254"/>
                  <a:gd name="connsiteY1-34730" fmla="*/ 2117 h 4213"/>
                  <a:gd name="connsiteX2-34731" fmla="*/ 990 w 2254"/>
                  <a:gd name="connsiteY2-34732" fmla="*/ 2039 h 4213"/>
                  <a:gd name="connsiteX3-34733" fmla="*/ 847 w 2254"/>
                  <a:gd name="connsiteY3-34734" fmla="*/ 1951 h 4213"/>
                  <a:gd name="connsiteX4-34735" fmla="*/ 755 w 2254"/>
                  <a:gd name="connsiteY4-34736" fmla="*/ 1827 h 4213"/>
                  <a:gd name="connsiteX5-34737" fmla="*/ 659 w 2254"/>
                  <a:gd name="connsiteY5-34738" fmla="*/ 1828 h 4213"/>
                  <a:gd name="connsiteX6-34739" fmla="*/ 614 w 2254"/>
                  <a:gd name="connsiteY6-34740" fmla="*/ 1883 h 4213"/>
                  <a:gd name="connsiteX7-34741" fmla="*/ 521 w 2254"/>
                  <a:gd name="connsiteY7-34742" fmla="*/ 1877 h 4213"/>
                  <a:gd name="connsiteX8-34743" fmla="*/ 501 w 2254"/>
                  <a:gd name="connsiteY8-34744" fmla="*/ 1994 h 4213"/>
                  <a:gd name="connsiteX9-34745" fmla="*/ 320 w 2254"/>
                  <a:gd name="connsiteY9-34746" fmla="*/ 1941 h 4213"/>
                  <a:gd name="connsiteX10-34747" fmla="*/ 237 w 2254"/>
                  <a:gd name="connsiteY10-34748" fmla="*/ 1939 h 4213"/>
                  <a:gd name="connsiteX11-34749" fmla="*/ 112 w 2254"/>
                  <a:gd name="connsiteY11-34750" fmla="*/ 2014 h 4213"/>
                  <a:gd name="connsiteX12-34751" fmla="*/ 0 w 2254"/>
                  <a:gd name="connsiteY12-34752" fmla="*/ 1890 h 4213"/>
                  <a:gd name="connsiteX13-34753" fmla="*/ 94 w 2254"/>
                  <a:gd name="connsiteY13-34754" fmla="*/ 1804 h 4213"/>
                  <a:gd name="connsiteX14-34755" fmla="*/ 98 w 2254"/>
                  <a:gd name="connsiteY14-34756" fmla="*/ 1634 h 4213"/>
                  <a:gd name="connsiteX15-34757" fmla="*/ 153 w 2254"/>
                  <a:gd name="connsiteY15-34758" fmla="*/ 1514 h 4213"/>
                  <a:gd name="connsiteX16-34759" fmla="*/ 196 w 2254"/>
                  <a:gd name="connsiteY16-34760" fmla="*/ 1306 h 4213"/>
                  <a:gd name="connsiteX17-34761" fmla="*/ 256 w 2254"/>
                  <a:gd name="connsiteY17-34762" fmla="*/ 1307 h 4213"/>
                  <a:gd name="connsiteX18-34763" fmla="*/ 579 w 2254"/>
                  <a:gd name="connsiteY18-34764" fmla="*/ 1286 h 4213"/>
                  <a:gd name="connsiteX19-34765" fmla="*/ 753 w 2254"/>
                  <a:gd name="connsiteY19-34766" fmla="*/ 1117 h 4213"/>
                  <a:gd name="connsiteX20-34767" fmla="*/ 822 w 2254"/>
                  <a:gd name="connsiteY20-34768" fmla="*/ 748 h 4213"/>
                  <a:gd name="connsiteX21-34769" fmla="*/ 932 w 2254"/>
                  <a:gd name="connsiteY21-34770" fmla="*/ 486 h 4213"/>
                  <a:gd name="connsiteX22-34771" fmla="*/ 930 w 2254"/>
                  <a:gd name="connsiteY22-34772" fmla="*/ 358 h 4213"/>
                  <a:gd name="connsiteX23-34773" fmla="*/ 917 w 2254"/>
                  <a:gd name="connsiteY23-34774" fmla="*/ 328 h 4213"/>
                  <a:gd name="connsiteX24-34775" fmla="*/ 850 w 2254"/>
                  <a:gd name="connsiteY24-34776" fmla="*/ 251 h 4213"/>
                  <a:gd name="connsiteX25-34777" fmla="*/ 790 w 2254"/>
                  <a:gd name="connsiteY25-34778" fmla="*/ 217 h 4213"/>
                  <a:gd name="connsiteX26-34779" fmla="*/ 915 w 2254"/>
                  <a:gd name="connsiteY26-34780" fmla="*/ 56 h 4213"/>
                  <a:gd name="connsiteX27-34781" fmla="*/ 1088 w 2254"/>
                  <a:gd name="connsiteY27-34782" fmla="*/ 2 h 4213"/>
                  <a:gd name="connsiteX28-34783" fmla="*/ 1120 w 2254"/>
                  <a:gd name="connsiteY28-34784" fmla="*/ 49 h 4213"/>
                  <a:gd name="connsiteX29-34785" fmla="*/ 1110 w 2254"/>
                  <a:gd name="connsiteY29-34786" fmla="*/ 133 h 4213"/>
                  <a:gd name="connsiteX30-34787" fmla="*/ 1049 w 2254"/>
                  <a:gd name="connsiteY30-34788" fmla="*/ 243 h 4213"/>
                  <a:gd name="connsiteX31-34789" fmla="*/ 1119 w 2254"/>
                  <a:gd name="connsiteY31-34790" fmla="*/ 301 h 4213"/>
                  <a:gd name="connsiteX32-34791" fmla="*/ 1233 w 2254"/>
                  <a:gd name="connsiteY32-34792" fmla="*/ 366 h 4213"/>
                  <a:gd name="connsiteX33-34793" fmla="*/ 1253 w 2254"/>
                  <a:gd name="connsiteY33-34794" fmla="*/ 255 h 4213"/>
                  <a:gd name="connsiteX34-34795" fmla="*/ 1387 w 2254"/>
                  <a:gd name="connsiteY34-34796" fmla="*/ 291 h 4213"/>
                  <a:gd name="connsiteX35-34797" fmla="*/ 1412 w 2254"/>
                  <a:gd name="connsiteY35-34798" fmla="*/ 331 h 4213"/>
                  <a:gd name="connsiteX36-34799" fmla="*/ 1488 w 2254"/>
                  <a:gd name="connsiteY36-34800" fmla="*/ 562 h 4213"/>
                  <a:gd name="connsiteX37-34801" fmla="*/ 1523 w 2254"/>
                  <a:gd name="connsiteY37-34802" fmla="*/ 586 h 4213"/>
                  <a:gd name="connsiteX38-34803" fmla="*/ 1615 w 2254"/>
                  <a:gd name="connsiteY38-34804" fmla="*/ 578 h 4213"/>
                  <a:gd name="connsiteX39-34805" fmla="*/ 1875 w 2254"/>
                  <a:gd name="connsiteY39-34806" fmla="*/ 490 h 4213"/>
                  <a:gd name="connsiteX40-34807" fmla="*/ 2095 w 2254"/>
                  <a:gd name="connsiteY40-34808" fmla="*/ 479 h 4213"/>
                  <a:gd name="connsiteX41-34809" fmla="*/ 2155 w 2254"/>
                  <a:gd name="connsiteY41-34810" fmla="*/ 648 h 4213"/>
                  <a:gd name="connsiteX42-34811" fmla="*/ 2073 w 2254"/>
                  <a:gd name="connsiteY42-34812" fmla="*/ 944 h 4213"/>
                  <a:gd name="connsiteX43-34813" fmla="*/ 2073 w 2254"/>
                  <a:gd name="connsiteY43-34814" fmla="*/ 1022 h 4213"/>
                  <a:gd name="connsiteX44-34815" fmla="*/ 2142 w 2254"/>
                  <a:gd name="connsiteY44-34816" fmla="*/ 1168 h 4213"/>
                  <a:gd name="connsiteX45-34817" fmla="*/ 2157 w 2254"/>
                  <a:gd name="connsiteY45-34818" fmla="*/ 1427 h 4213"/>
                  <a:gd name="connsiteX46-34819" fmla="*/ 2159 w 2254"/>
                  <a:gd name="connsiteY46-34820" fmla="*/ 1617 h 4213"/>
                  <a:gd name="connsiteX47-34821" fmla="*/ 2092 w 2254"/>
                  <a:gd name="connsiteY47-34822" fmla="*/ 1625 h 4213"/>
                  <a:gd name="connsiteX48-34823" fmla="*/ 2070 w 2254"/>
                  <a:gd name="connsiteY48-34824" fmla="*/ 1507 h 4213"/>
                  <a:gd name="connsiteX49-34825" fmla="*/ 2035 w 2254"/>
                  <a:gd name="connsiteY49-34826" fmla="*/ 1450 h 4213"/>
                  <a:gd name="connsiteX50-34827" fmla="*/ 1945 w 2254"/>
                  <a:gd name="connsiteY50-34828" fmla="*/ 1582 h 4213"/>
                  <a:gd name="connsiteX51-34829" fmla="*/ 1832 w 2254"/>
                  <a:gd name="connsiteY51-34830" fmla="*/ 1776 h 4213"/>
                  <a:gd name="connsiteX52-34831" fmla="*/ 1713 w 2254"/>
                  <a:gd name="connsiteY52-34832" fmla="*/ 1904 h 4213"/>
                  <a:gd name="connsiteX53-34833" fmla="*/ 1706 w 2254"/>
                  <a:gd name="connsiteY53-34834" fmla="*/ 2018 h 4213"/>
                  <a:gd name="connsiteX54-34835" fmla="*/ 1766 w 2254"/>
                  <a:gd name="connsiteY54-34836" fmla="*/ 2115 h 4213"/>
                  <a:gd name="connsiteX55-34837" fmla="*/ 1868 w 2254"/>
                  <a:gd name="connsiteY55-34838" fmla="*/ 2183 h 4213"/>
                  <a:gd name="connsiteX56-34839" fmla="*/ 1945 w 2254"/>
                  <a:gd name="connsiteY56-34840" fmla="*/ 2178 h 4213"/>
                  <a:gd name="connsiteX57-34841" fmla="*/ 1990 w 2254"/>
                  <a:gd name="connsiteY57-34842" fmla="*/ 2104 h 4213"/>
                  <a:gd name="connsiteX58-34843" fmla="*/ 2024 w 2254"/>
                  <a:gd name="connsiteY58-34844" fmla="*/ 2210 h 4213"/>
                  <a:gd name="connsiteX59-34845" fmla="*/ 1912 w 2254"/>
                  <a:gd name="connsiteY59-34846" fmla="*/ 2249 h 4213"/>
                  <a:gd name="connsiteX60-34847" fmla="*/ 1959 w 2254"/>
                  <a:gd name="connsiteY60-34848" fmla="*/ 2362 h 4213"/>
                  <a:gd name="connsiteX61-34849" fmla="*/ 1824 w 2254"/>
                  <a:gd name="connsiteY61-34850" fmla="*/ 2509 h 4213"/>
                  <a:gd name="connsiteX62-34851" fmla="*/ 1783 w 2254"/>
                  <a:gd name="connsiteY62-34852" fmla="*/ 2498 h 4213"/>
                  <a:gd name="connsiteX63-34853" fmla="*/ 1659 w 2254"/>
                  <a:gd name="connsiteY63-34854" fmla="*/ 2413 h 4213"/>
                  <a:gd name="connsiteX64-34855" fmla="*/ 1604 w 2254"/>
                  <a:gd name="connsiteY64-34856" fmla="*/ 2412 h 4213"/>
                  <a:gd name="connsiteX65-34857" fmla="*/ 1569 w 2254"/>
                  <a:gd name="connsiteY65-34858" fmla="*/ 2480 h 4213"/>
                  <a:gd name="connsiteX66-34859" fmla="*/ 1572 w 2254"/>
                  <a:gd name="connsiteY66-34860" fmla="*/ 2562 h 4213"/>
                  <a:gd name="connsiteX67-34861" fmla="*/ 1750 w 2254"/>
                  <a:gd name="connsiteY67-34862" fmla="*/ 2730 h 4213"/>
                  <a:gd name="connsiteX68-34863" fmla="*/ 1749 w 2254"/>
                  <a:gd name="connsiteY68-34864" fmla="*/ 2844 h 4213"/>
                  <a:gd name="connsiteX69-34865" fmla="*/ 1840 w 2254"/>
                  <a:gd name="connsiteY69-34866" fmla="*/ 3060 h 4213"/>
                  <a:gd name="connsiteX70-34867" fmla="*/ 1866 w 2254"/>
                  <a:gd name="connsiteY70-34868" fmla="*/ 3090 h 4213"/>
                  <a:gd name="connsiteX71-34869" fmla="*/ 1910 w 2254"/>
                  <a:gd name="connsiteY71-34870" fmla="*/ 3094 h 4213"/>
                  <a:gd name="connsiteX72-34871" fmla="*/ 1956 w 2254"/>
                  <a:gd name="connsiteY72-34872" fmla="*/ 3010 h 4213"/>
                  <a:gd name="connsiteX73-34873" fmla="*/ 2036 w 2254"/>
                  <a:gd name="connsiteY73-34874" fmla="*/ 2950 h 4213"/>
                  <a:gd name="connsiteX74-34875" fmla="*/ 2131 w 2254"/>
                  <a:gd name="connsiteY74-34876" fmla="*/ 3126 h 4213"/>
                  <a:gd name="connsiteX75-34877" fmla="*/ 2241 w 2254"/>
                  <a:gd name="connsiteY75-34878" fmla="*/ 3312 h 4213"/>
                  <a:gd name="connsiteX76-34879" fmla="*/ 2254 w 2254"/>
                  <a:gd name="connsiteY76-34880" fmla="*/ 3342 h 4213"/>
                  <a:gd name="connsiteX77-34881" fmla="*/ 2243 w 2254"/>
                  <a:gd name="connsiteY77-34882" fmla="*/ 3518 h 4213"/>
                  <a:gd name="connsiteX78-34883" fmla="*/ 2208 w 2254"/>
                  <a:gd name="connsiteY78-34884" fmla="*/ 3554 h 4213"/>
                  <a:gd name="connsiteX79-34885" fmla="*/ 2119 w 2254"/>
                  <a:gd name="connsiteY79-34886" fmla="*/ 3515 h 4213"/>
                  <a:gd name="connsiteX80-34887" fmla="*/ 1885 w 2254"/>
                  <a:gd name="connsiteY80-34888" fmla="*/ 3644 h 4213"/>
                  <a:gd name="connsiteX81-34889" fmla="*/ 1859 w 2254"/>
                  <a:gd name="connsiteY81-34890" fmla="*/ 3666 h 4213"/>
                  <a:gd name="connsiteX82-34891" fmla="*/ 1679 w 2254"/>
                  <a:gd name="connsiteY82-34892" fmla="*/ 3812 h 4213"/>
                  <a:gd name="connsiteX83-34893" fmla="*/ 1538 w 2254"/>
                  <a:gd name="connsiteY83-34894" fmla="*/ 3926 h 4213"/>
                  <a:gd name="connsiteX84-34895" fmla="*/ 1503 w 2254"/>
                  <a:gd name="connsiteY84-34896" fmla="*/ 3965 h 4213"/>
                  <a:gd name="connsiteX85-34897" fmla="*/ 1451 w 2254"/>
                  <a:gd name="connsiteY85-34898" fmla="*/ 3973 h 4213"/>
                  <a:gd name="connsiteX86-34899" fmla="*/ 1394 w 2254"/>
                  <a:gd name="connsiteY86-34900" fmla="*/ 3916 h 4213"/>
                  <a:gd name="connsiteX87-34901" fmla="*/ 1270 w 2254"/>
                  <a:gd name="connsiteY87-34902" fmla="*/ 3808 h 4213"/>
                  <a:gd name="connsiteX88-34903" fmla="*/ 1294 w 2254"/>
                  <a:gd name="connsiteY88-34904" fmla="*/ 4064 h 4213"/>
                  <a:gd name="connsiteX89-34905" fmla="*/ 1303 w 2254"/>
                  <a:gd name="connsiteY89-34906" fmla="*/ 4192 h 4213"/>
                  <a:gd name="connsiteX90-34907" fmla="*/ 1041 w 2254"/>
                  <a:gd name="connsiteY90-34908" fmla="*/ 4166 h 4213"/>
                  <a:gd name="connsiteX91-34909" fmla="*/ 959 w 2254"/>
                  <a:gd name="connsiteY91-34910" fmla="*/ 3987 h 4213"/>
                  <a:gd name="connsiteX92-34911" fmla="*/ 877 w 2254"/>
                  <a:gd name="connsiteY92-34912" fmla="*/ 3802 h 4213"/>
                  <a:gd name="connsiteX93-34913" fmla="*/ 798 w 2254"/>
                  <a:gd name="connsiteY93-34914" fmla="*/ 3734 h 4213"/>
                  <a:gd name="connsiteX94-34915" fmla="*/ 891 w 2254"/>
                  <a:gd name="connsiteY94-34916" fmla="*/ 3459 h 4213"/>
                  <a:gd name="connsiteX95-34917" fmla="*/ 932 w 2254"/>
                  <a:gd name="connsiteY95-34918" fmla="*/ 3195 h 4213"/>
                  <a:gd name="connsiteX96-34919" fmla="*/ 968 w 2254"/>
                  <a:gd name="connsiteY96-34920" fmla="*/ 2962 h 4213"/>
                  <a:gd name="connsiteX97-34921" fmla="*/ 1068 w 2254"/>
                  <a:gd name="connsiteY97-34922" fmla="*/ 2333 h 4213"/>
                  <a:gd name="connsiteX0-34923" fmla="*/ 1068 w 2254"/>
                  <a:gd name="connsiteY0-34924" fmla="*/ 2333 h 4213"/>
                  <a:gd name="connsiteX1-34925" fmla="*/ 1066 w 2254"/>
                  <a:gd name="connsiteY1-34926" fmla="*/ 2117 h 4213"/>
                  <a:gd name="connsiteX2-34927" fmla="*/ 990 w 2254"/>
                  <a:gd name="connsiteY2-34928" fmla="*/ 2039 h 4213"/>
                  <a:gd name="connsiteX3-34929" fmla="*/ 847 w 2254"/>
                  <a:gd name="connsiteY3-34930" fmla="*/ 1951 h 4213"/>
                  <a:gd name="connsiteX4-34931" fmla="*/ 755 w 2254"/>
                  <a:gd name="connsiteY4-34932" fmla="*/ 1827 h 4213"/>
                  <a:gd name="connsiteX5-34933" fmla="*/ 659 w 2254"/>
                  <a:gd name="connsiteY5-34934" fmla="*/ 1828 h 4213"/>
                  <a:gd name="connsiteX6-34935" fmla="*/ 614 w 2254"/>
                  <a:gd name="connsiteY6-34936" fmla="*/ 1883 h 4213"/>
                  <a:gd name="connsiteX7-34937" fmla="*/ 521 w 2254"/>
                  <a:gd name="connsiteY7-34938" fmla="*/ 1877 h 4213"/>
                  <a:gd name="connsiteX8-34939" fmla="*/ 501 w 2254"/>
                  <a:gd name="connsiteY8-34940" fmla="*/ 1994 h 4213"/>
                  <a:gd name="connsiteX9-34941" fmla="*/ 320 w 2254"/>
                  <a:gd name="connsiteY9-34942" fmla="*/ 1941 h 4213"/>
                  <a:gd name="connsiteX10-34943" fmla="*/ 237 w 2254"/>
                  <a:gd name="connsiteY10-34944" fmla="*/ 1939 h 4213"/>
                  <a:gd name="connsiteX11-34945" fmla="*/ 112 w 2254"/>
                  <a:gd name="connsiteY11-34946" fmla="*/ 2014 h 4213"/>
                  <a:gd name="connsiteX12-34947" fmla="*/ 0 w 2254"/>
                  <a:gd name="connsiteY12-34948" fmla="*/ 1890 h 4213"/>
                  <a:gd name="connsiteX13-34949" fmla="*/ 94 w 2254"/>
                  <a:gd name="connsiteY13-34950" fmla="*/ 1804 h 4213"/>
                  <a:gd name="connsiteX14-34951" fmla="*/ 98 w 2254"/>
                  <a:gd name="connsiteY14-34952" fmla="*/ 1634 h 4213"/>
                  <a:gd name="connsiteX15-34953" fmla="*/ 153 w 2254"/>
                  <a:gd name="connsiteY15-34954" fmla="*/ 1514 h 4213"/>
                  <a:gd name="connsiteX16-34955" fmla="*/ 196 w 2254"/>
                  <a:gd name="connsiteY16-34956" fmla="*/ 1306 h 4213"/>
                  <a:gd name="connsiteX17-34957" fmla="*/ 256 w 2254"/>
                  <a:gd name="connsiteY17-34958" fmla="*/ 1307 h 4213"/>
                  <a:gd name="connsiteX18-34959" fmla="*/ 579 w 2254"/>
                  <a:gd name="connsiteY18-34960" fmla="*/ 1286 h 4213"/>
                  <a:gd name="connsiteX19-34961" fmla="*/ 753 w 2254"/>
                  <a:gd name="connsiteY19-34962" fmla="*/ 1117 h 4213"/>
                  <a:gd name="connsiteX20-34963" fmla="*/ 822 w 2254"/>
                  <a:gd name="connsiteY20-34964" fmla="*/ 748 h 4213"/>
                  <a:gd name="connsiteX21-34965" fmla="*/ 932 w 2254"/>
                  <a:gd name="connsiteY21-34966" fmla="*/ 486 h 4213"/>
                  <a:gd name="connsiteX22-34967" fmla="*/ 930 w 2254"/>
                  <a:gd name="connsiteY22-34968" fmla="*/ 358 h 4213"/>
                  <a:gd name="connsiteX23-34969" fmla="*/ 917 w 2254"/>
                  <a:gd name="connsiteY23-34970" fmla="*/ 328 h 4213"/>
                  <a:gd name="connsiteX24-34971" fmla="*/ 850 w 2254"/>
                  <a:gd name="connsiteY24-34972" fmla="*/ 251 h 4213"/>
                  <a:gd name="connsiteX25-34973" fmla="*/ 790 w 2254"/>
                  <a:gd name="connsiteY25-34974" fmla="*/ 217 h 4213"/>
                  <a:gd name="connsiteX26-34975" fmla="*/ 915 w 2254"/>
                  <a:gd name="connsiteY26-34976" fmla="*/ 56 h 4213"/>
                  <a:gd name="connsiteX27-34977" fmla="*/ 1088 w 2254"/>
                  <a:gd name="connsiteY27-34978" fmla="*/ 2 h 4213"/>
                  <a:gd name="connsiteX28-34979" fmla="*/ 1120 w 2254"/>
                  <a:gd name="connsiteY28-34980" fmla="*/ 49 h 4213"/>
                  <a:gd name="connsiteX29-34981" fmla="*/ 1110 w 2254"/>
                  <a:gd name="connsiteY29-34982" fmla="*/ 133 h 4213"/>
                  <a:gd name="connsiteX30-34983" fmla="*/ 1049 w 2254"/>
                  <a:gd name="connsiteY30-34984" fmla="*/ 243 h 4213"/>
                  <a:gd name="connsiteX31-34985" fmla="*/ 1119 w 2254"/>
                  <a:gd name="connsiteY31-34986" fmla="*/ 301 h 4213"/>
                  <a:gd name="connsiteX32-34987" fmla="*/ 1233 w 2254"/>
                  <a:gd name="connsiteY32-34988" fmla="*/ 366 h 4213"/>
                  <a:gd name="connsiteX33-34989" fmla="*/ 1253 w 2254"/>
                  <a:gd name="connsiteY33-34990" fmla="*/ 255 h 4213"/>
                  <a:gd name="connsiteX34-34991" fmla="*/ 1387 w 2254"/>
                  <a:gd name="connsiteY34-34992" fmla="*/ 291 h 4213"/>
                  <a:gd name="connsiteX35-34993" fmla="*/ 1412 w 2254"/>
                  <a:gd name="connsiteY35-34994" fmla="*/ 331 h 4213"/>
                  <a:gd name="connsiteX36-34995" fmla="*/ 1488 w 2254"/>
                  <a:gd name="connsiteY36-34996" fmla="*/ 562 h 4213"/>
                  <a:gd name="connsiteX37-34997" fmla="*/ 1523 w 2254"/>
                  <a:gd name="connsiteY37-34998" fmla="*/ 586 h 4213"/>
                  <a:gd name="connsiteX38-34999" fmla="*/ 1615 w 2254"/>
                  <a:gd name="connsiteY38-35000" fmla="*/ 578 h 4213"/>
                  <a:gd name="connsiteX39-35001" fmla="*/ 1875 w 2254"/>
                  <a:gd name="connsiteY39-35002" fmla="*/ 490 h 4213"/>
                  <a:gd name="connsiteX40-35003" fmla="*/ 2095 w 2254"/>
                  <a:gd name="connsiteY40-35004" fmla="*/ 479 h 4213"/>
                  <a:gd name="connsiteX41-35005" fmla="*/ 2155 w 2254"/>
                  <a:gd name="connsiteY41-35006" fmla="*/ 648 h 4213"/>
                  <a:gd name="connsiteX42-35007" fmla="*/ 2073 w 2254"/>
                  <a:gd name="connsiteY42-35008" fmla="*/ 944 h 4213"/>
                  <a:gd name="connsiteX43-35009" fmla="*/ 2073 w 2254"/>
                  <a:gd name="connsiteY43-35010" fmla="*/ 1022 h 4213"/>
                  <a:gd name="connsiteX44-35011" fmla="*/ 2142 w 2254"/>
                  <a:gd name="connsiteY44-35012" fmla="*/ 1168 h 4213"/>
                  <a:gd name="connsiteX45-35013" fmla="*/ 2157 w 2254"/>
                  <a:gd name="connsiteY45-35014" fmla="*/ 1427 h 4213"/>
                  <a:gd name="connsiteX46-35015" fmla="*/ 2159 w 2254"/>
                  <a:gd name="connsiteY46-35016" fmla="*/ 1617 h 4213"/>
                  <a:gd name="connsiteX47-35017" fmla="*/ 2092 w 2254"/>
                  <a:gd name="connsiteY47-35018" fmla="*/ 1625 h 4213"/>
                  <a:gd name="connsiteX48-35019" fmla="*/ 2070 w 2254"/>
                  <a:gd name="connsiteY48-35020" fmla="*/ 1507 h 4213"/>
                  <a:gd name="connsiteX49-35021" fmla="*/ 2035 w 2254"/>
                  <a:gd name="connsiteY49-35022" fmla="*/ 1450 h 4213"/>
                  <a:gd name="connsiteX50-35023" fmla="*/ 1945 w 2254"/>
                  <a:gd name="connsiteY50-35024" fmla="*/ 1582 h 4213"/>
                  <a:gd name="connsiteX51-35025" fmla="*/ 1832 w 2254"/>
                  <a:gd name="connsiteY51-35026" fmla="*/ 1776 h 4213"/>
                  <a:gd name="connsiteX52-35027" fmla="*/ 1713 w 2254"/>
                  <a:gd name="connsiteY52-35028" fmla="*/ 1904 h 4213"/>
                  <a:gd name="connsiteX53-35029" fmla="*/ 1706 w 2254"/>
                  <a:gd name="connsiteY53-35030" fmla="*/ 2018 h 4213"/>
                  <a:gd name="connsiteX54-35031" fmla="*/ 1766 w 2254"/>
                  <a:gd name="connsiteY54-35032" fmla="*/ 2115 h 4213"/>
                  <a:gd name="connsiteX55-35033" fmla="*/ 1868 w 2254"/>
                  <a:gd name="connsiteY55-35034" fmla="*/ 2183 h 4213"/>
                  <a:gd name="connsiteX56-35035" fmla="*/ 1945 w 2254"/>
                  <a:gd name="connsiteY56-35036" fmla="*/ 2178 h 4213"/>
                  <a:gd name="connsiteX57-35037" fmla="*/ 1990 w 2254"/>
                  <a:gd name="connsiteY57-35038" fmla="*/ 2104 h 4213"/>
                  <a:gd name="connsiteX58-35039" fmla="*/ 2024 w 2254"/>
                  <a:gd name="connsiteY58-35040" fmla="*/ 2210 h 4213"/>
                  <a:gd name="connsiteX59-35041" fmla="*/ 1912 w 2254"/>
                  <a:gd name="connsiteY59-35042" fmla="*/ 2249 h 4213"/>
                  <a:gd name="connsiteX60-35043" fmla="*/ 1959 w 2254"/>
                  <a:gd name="connsiteY60-35044" fmla="*/ 2362 h 4213"/>
                  <a:gd name="connsiteX61-35045" fmla="*/ 1824 w 2254"/>
                  <a:gd name="connsiteY61-35046" fmla="*/ 2509 h 4213"/>
                  <a:gd name="connsiteX62-35047" fmla="*/ 1783 w 2254"/>
                  <a:gd name="connsiteY62-35048" fmla="*/ 2498 h 4213"/>
                  <a:gd name="connsiteX63-35049" fmla="*/ 1659 w 2254"/>
                  <a:gd name="connsiteY63-35050" fmla="*/ 2413 h 4213"/>
                  <a:gd name="connsiteX64-35051" fmla="*/ 1604 w 2254"/>
                  <a:gd name="connsiteY64-35052" fmla="*/ 2412 h 4213"/>
                  <a:gd name="connsiteX65-35053" fmla="*/ 1569 w 2254"/>
                  <a:gd name="connsiteY65-35054" fmla="*/ 2480 h 4213"/>
                  <a:gd name="connsiteX66-35055" fmla="*/ 1572 w 2254"/>
                  <a:gd name="connsiteY66-35056" fmla="*/ 2562 h 4213"/>
                  <a:gd name="connsiteX67-35057" fmla="*/ 1750 w 2254"/>
                  <a:gd name="connsiteY67-35058" fmla="*/ 2730 h 4213"/>
                  <a:gd name="connsiteX68-35059" fmla="*/ 1749 w 2254"/>
                  <a:gd name="connsiteY68-35060" fmla="*/ 2844 h 4213"/>
                  <a:gd name="connsiteX69-35061" fmla="*/ 1840 w 2254"/>
                  <a:gd name="connsiteY69-35062" fmla="*/ 3060 h 4213"/>
                  <a:gd name="connsiteX70-35063" fmla="*/ 1866 w 2254"/>
                  <a:gd name="connsiteY70-35064" fmla="*/ 3090 h 4213"/>
                  <a:gd name="connsiteX71-35065" fmla="*/ 1910 w 2254"/>
                  <a:gd name="connsiteY71-35066" fmla="*/ 3094 h 4213"/>
                  <a:gd name="connsiteX72-35067" fmla="*/ 1956 w 2254"/>
                  <a:gd name="connsiteY72-35068" fmla="*/ 3010 h 4213"/>
                  <a:gd name="connsiteX73-35069" fmla="*/ 2036 w 2254"/>
                  <a:gd name="connsiteY73-35070" fmla="*/ 2950 h 4213"/>
                  <a:gd name="connsiteX74-35071" fmla="*/ 2131 w 2254"/>
                  <a:gd name="connsiteY74-35072" fmla="*/ 3126 h 4213"/>
                  <a:gd name="connsiteX75-35073" fmla="*/ 2241 w 2254"/>
                  <a:gd name="connsiteY75-35074" fmla="*/ 3312 h 4213"/>
                  <a:gd name="connsiteX76-35075" fmla="*/ 2254 w 2254"/>
                  <a:gd name="connsiteY76-35076" fmla="*/ 3342 h 4213"/>
                  <a:gd name="connsiteX77-35077" fmla="*/ 2243 w 2254"/>
                  <a:gd name="connsiteY77-35078" fmla="*/ 3518 h 4213"/>
                  <a:gd name="connsiteX78-35079" fmla="*/ 2208 w 2254"/>
                  <a:gd name="connsiteY78-35080" fmla="*/ 3554 h 4213"/>
                  <a:gd name="connsiteX79-35081" fmla="*/ 2119 w 2254"/>
                  <a:gd name="connsiteY79-35082" fmla="*/ 3515 h 4213"/>
                  <a:gd name="connsiteX80-35083" fmla="*/ 1885 w 2254"/>
                  <a:gd name="connsiteY80-35084" fmla="*/ 3644 h 4213"/>
                  <a:gd name="connsiteX81-35085" fmla="*/ 1859 w 2254"/>
                  <a:gd name="connsiteY81-35086" fmla="*/ 3666 h 4213"/>
                  <a:gd name="connsiteX82-35087" fmla="*/ 1679 w 2254"/>
                  <a:gd name="connsiteY82-35088" fmla="*/ 3812 h 4213"/>
                  <a:gd name="connsiteX83-35089" fmla="*/ 1538 w 2254"/>
                  <a:gd name="connsiteY83-35090" fmla="*/ 3926 h 4213"/>
                  <a:gd name="connsiteX84-35091" fmla="*/ 1503 w 2254"/>
                  <a:gd name="connsiteY84-35092" fmla="*/ 3965 h 4213"/>
                  <a:gd name="connsiteX85-35093" fmla="*/ 1451 w 2254"/>
                  <a:gd name="connsiteY85-35094" fmla="*/ 3973 h 4213"/>
                  <a:gd name="connsiteX86-35095" fmla="*/ 1394 w 2254"/>
                  <a:gd name="connsiteY86-35096" fmla="*/ 3916 h 4213"/>
                  <a:gd name="connsiteX87-35097" fmla="*/ 1270 w 2254"/>
                  <a:gd name="connsiteY87-35098" fmla="*/ 3808 h 4213"/>
                  <a:gd name="connsiteX88-35099" fmla="*/ 1294 w 2254"/>
                  <a:gd name="connsiteY88-35100" fmla="*/ 4064 h 4213"/>
                  <a:gd name="connsiteX89-35101" fmla="*/ 1303 w 2254"/>
                  <a:gd name="connsiteY89-35102" fmla="*/ 4192 h 4213"/>
                  <a:gd name="connsiteX90-35103" fmla="*/ 1041 w 2254"/>
                  <a:gd name="connsiteY90-35104" fmla="*/ 4166 h 4213"/>
                  <a:gd name="connsiteX91-35105" fmla="*/ 959 w 2254"/>
                  <a:gd name="connsiteY91-35106" fmla="*/ 3987 h 4213"/>
                  <a:gd name="connsiteX92-35107" fmla="*/ 877 w 2254"/>
                  <a:gd name="connsiteY92-35108" fmla="*/ 3802 h 4213"/>
                  <a:gd name="connsiteX93-35109" fmla="*/ 798 w 2254"/>
                  <a:gd name="connsiteY93-35110" fmla="*/ 3734 h 4213"/>
                  <a:gd name="connsiteX94-35111" fmla="*/ 891 w 2254"/>
                  <a:gd name="connsiteY94-35112" fmla="*/ 3459 h 4213"/>
                  <a:gd name="connsiteX95-35113" fmla="*/ 932 w 2254"/>
                  <a:gd name="connsiteY95-35114" fmla="*/ 3195 h 4213"/>
                  <a:gd name="connsiteX96-35115" fmla="*/ 968 w 2254"/>
                  <a:gd name="connsiteY96-35116" fmla="*/ 2962 h 4213"/>
                  <a:gd name="connsiteX97-35117" fmla="*/ 1068 w 2254"/>
                  <a:gd name="connsiteY97-35118" fmla="*/ 2333 h 4213"/>
                  <a:gd name="connsiteX0-35119" fmla="*/ 1068 w 2254"/>
                  <a:gd name="connsiteY0-35120" fmla="*/ 2333 h 4213"/>
                  <a:gd name="connsiteX1-35121" fmla="*/ 1066 w 2254"/>
                  <a:gd name="connsiteY1-35122" fmla="*/ 2117 h 4213"/>
                  <a:gd name="connsiteX2-35123" fmla="*/ 990 w 2254"/>
                  <a:gd name="connsiteY2-35124" fmla="*/ 2039 h 4213"/>
                  <a:gd name="connsiteX3-35125" fmla="*/ 847 w 2254"/>
                  <a:gd name="connsiteY3-35126" fmla="*/ 1951 h 4213"/>
                  <a:gd name="connsiteX4-35127" fmla="*/ 755 w 2254"/>
                  <a:gd name="connsiteY4-35128" fmla="*/ 1827 h 4213"/>
                  <a:gd name="connsiteX5-35129" fmla="*/ 659 w 2254"/>
                  <a:gd name="connsiteY5-35130" fmla="*/ 1828 h 4213"/>
                  <a:gd name="connsiteX6-35131" fmla="*/ 614 w 2254"/>
                  <a:gd name="connsiteY6-35132" fmla="*/ 1883 h 4213"/>
                  <a:gd name="connsiteX7-35133" fmla="*/ 521 w 2254"/>
                  <a:gd name="connsiteY7-35134" fmla="*/ 1877 h 4213"/>
                  <a:gd name="connsiteX8-35135" fmla="*/ 501 w 2254"/>
                  <a:gd name="connsiteY8-35136" fmla="*/ 1994 h 4213"/>
                  <a:gd name="connsiteX9-35137" fmla="*/ 320 w 2254"/>
                  <a:gd name="connsiteY9-35138" fmla="*/ 1941 h 4213"/>
                  <a:gd name="connsiteX10-35139" fmla="*/ 237 w 2254"/>
                  <a:gd name="connsiteY10-35140" fmla="*/ 1939 h 4213"/>
                  <a:gd name="connsiteX11-35141" fmla="*/ 112 w 2254"/>
                  <a:gd name="connsiteY11-35142" fmla="*/ 2014 h 4213"/>
                  <a:gd name="connsiteX12-35143" fmla="*/ 0 w 2254"/>
                  <a:gd name="connsiteY12-35144" fmla="*/ 1890 h 4213"/>
                  <a:gd name="connsiteX13-35145" fmla="*/ 94 w 2254"/>
                  <a:gd name="connsiteY13-35146" fmla="*/ 1804 h 4213"/>
                  <a:gd name="connsiteX14-35147" fmla="*/ 98 w 2254"/>
                  <a:gd name="connsiteY14-35148" fmla="*/ 1634 h 4213"/>
                  <a:gd name="connsiteX15-35149" fmla="*/ 153 w 2254"/>
                  <a:gd name="connsiteY15-35150" fmla="*/ 1514 h 4213"/>
                  <a:gd name="connsiteX16-35151" fmla="*/ 196 w 2254"/>
                  <a:gd name="connsiteY16-35152" fmla="*/ 1306 h 4213"/>
                  <a:gd name="connsiteX17-35153" fmla="*/ 256 w 2254"/>
                  <a:gd name="connsiteY17-35154" fmla="*/ 1307 h 4213"/>
                  <a:gd name="connsiteX18-35155" fmla="*/ 579 w 2254"/>
                  <a:gd name="connsiteY18-35156" fmla="*/ 1286 h 4213"/>
                  <a:gd name="connsiteX19-35157" fmla="*/ 753 w 2254"/>
                  <a:gd name="connsiteY19-35158" fmla="*/ 1117 h 4213"/>
                  <a:gd name="connsiteX20-35159" fmla="*/ 822 w 2254"/>
                  <a:gd name="connsiteY20-35160" fmla="*/ 748 h 4213"/>
                  <a:gd name="connsiteX21-35161" fmla="*/ 932 w 2254"/>
                  <a:gd name="connsiteY21-35162" fmla="*/ 486 h 4213"/>
                  <a:gd name="connsiteX22-35163" fmla="*/ 930 w 2254"/>
                  <a:gd name="connsiteY22-35164" fmla="*/ 358 h 4213"/>
                  <a:gd name="connsiteX23-35165" fmla="*/ 917 w 2254"/>
                  <a:gd name="connsiteY23-35166" fmla="*/ 328 h 4213"/>
                  <a:gd name="connsiteX24-35167" fmla="*/ 850 w 2254"/>
                  <a:gd name="connsiteY24-35168" fmla="*/ 251 h 4213"/>
                  <a:gd name="connsiteX25-35169" fmla="*/ 790 w 2254"/>
                  <a:gd name="connsiteY25-35170" fmla="*/ 217 h 4213"/>
                  <a:gd name="connsiteX26-35171" fmla="*/ 915 w 2254"/>
                  <a:gd name="connsiteY26-35172" fmla="*/ 56 h 4213"/>
                  <a:gd name="connsiteX27-35173" fmla="*/ 1088 w 2254"/>
                  <a:gd name="connsiteY27-35174" fmla="*/ 2 h 4213"/>
                  <a:gd name="connsiteX28-35175" fmla="*/ 1120 w 2254"/>
                  <a:gd name="connsiteY28-35176" fmla="*/ 49 h 4213"/>
                  <a:gd name="connsiteX29-35177" fmla="*/ 1110 w 2254"/>
                  <a:gd name="connsiteY29-35178" fmla="*/ 133 h 4213"/>
                  <a:gd name="connsiteX30-35179" fmla="*/ 1049 w 2254"/>
                  <a:gd name="connsiteY30-35180" fmla="*/ 243 h 4213"/>
                  <a:gd name="connsiteX31-35181" fmla="*/ 1119 w 2254"/>
                  <a:gd name="connsiteY31-35182" fmla="*/ 301 h 4213"/>
                  <a:gd name="connsiteX32-35183" fmla="*/ 1233 w 2254"/>
                  <a:gd name="connsiteY32-35184" fmla="*/ 366 h 4213"/>
                  <a:gd name="connsiteX33-35185" fmla="*/ 1253 w 2254"/>
                  <a:gd name="connsiteY33-35186" fmla="*/ 255 h 4213"/>
                  <a:gd name="connsiteX34-35187" fmla="*/ 1387 w 2254"/>
                  <a:gd name="connsiteY34-35188" fmla="*/ 291 h 4213"/>
                  <a:gd name="connsiteX35-35189" fmla="*/ 1412 w 2254"/>
                  <a:gd name="connsiteY35-35190" fmla="*/ 331 h 4213"/>
                  <a:gd name="connsiteX36-35191" fmla="*/ 1488 w 2254"/>
                  <a:gd name="connsiteY36-35192" fmla="*/ 562 h 4213"/>
                  <a:gd name="connsiteX37-35193" fmla="*/ 1523 w 2254"/>
                  <a:gd name="connsiteY37-35194" fmla="*/ 586 h 4213"/>
                  <a:gd name="connsiteX38-35195" fmla="*/ 1615 w 2254"/>
                  <a:gd name="connsiteY38-35196" fmla="*/ 578 h 4213"/>
                  <a:gd name="connsiteX39-35197" fmla="*/ 1875 w 2254"/>
                  <a:gd name="connsiteY39-35198" fmla="*/ 490 h 4213"/>
                  <a:gd name="connsiteX40-35199" fmla="*/ 2095 w 2254"/>
                  <a:gd name="connsiteY40-35200" fmla="*/ 479 h 4213"/>
                  <a:gd name="connsiteX41-35201" fmla="*/ 2155 w 2254"/>
                  <a:gd name="connsiteY41-35202" fmla="*/ 648 h 4213"/>
                  <a:gd name="connsiteX42-35203" fmla="*/ 2073 w 2254"/>
                  <a:gd name="connsiteY42-35204" fmla="*/ 944 h 4213"/>
                  <a:gd name="connsiteX43-35205" fmla="*/ 2073 w 2254"/>
                  <a:gd name="connsiteY43-35206" fmla="*/ 1022 h 4213"/>
                  <a:gd name="connsiteX44-35207" fmla="*/ 2142 w 2254"/>
                  <a:gd name="connsiteY44-35208" fmla="*/ 1168 h 4213"/>
                  <a:gd name="connsiteX45-35209" fmla="*/ 2157 w 2254"/>
                  <a:gd name="connsiteY45-35210" fmla="*/ 1427 h 4213"/>
                  <a:gd name="connsiteX46-35211" fmla="*/ 2159 w 2254"/>
                  <a:gd name="connsiteY46-35212" fmla="*/ 1617 h 4213"/>
                  <a:gd name="connsiteX47-35213" fmla="*/ 2092 w 2254"/>
                  <a:gd name="connsiteY47-35214" fmla="*/ 1625 h 4213"/>
                  <a:gd name="connsiteX48-35215" fmla="*/ 2070 w 2254"/>
                  <a:gd name="connsiteY48-35216" fmla="*/ 1507 h 4213"/>
                  <a:gd name="connsiteX49-35217" fmla="*/ 2035 w 2254"/>
                  <a:gd name="connsiteY49-35218" fmla="*/ 1450 h 4213"/>
                  <a:gd name="connsiteX50-35219" fmla="*/ 1945 w 2254"/>
                  <a:gd name="connsiteY50-35220" fmla="*/ 1582 h 4213"/>
                  <a:gd name="connsiteX51-35221" fmla="*/ 1832 w 2254"/>
                  <a:gd name="connsiteY51-35222" fmla="*/ 1776 h 4213"/>
                  <a:gd name="connsiteX52-35223" fmla="*/ 1713 w 2254"/>
                  <a:gd name="connsiteY52-35224" fmla="*/ 1904 h 4213"/>
                  <a:gd name="connsiteX53-35225" fmla="*/ 1706 w 2254"/>
                  <a:gd name="connsiteY53-35226" fmla="*/ 2018 h 4213"/>
                  <a:gd name="connsiteX54-35227" fmla="*/ 1766 w 2254"/>
                  <a:gd name="connsiteY54-35228" fmla="*/ 2115 h 4213"/>
                  <a:gd name="connsiteX55-35229" fmla="*/ 1868 w 2254"/>
                  <a:gd name="connsiteY55-35230" fmla="*/ 2183 h 4213"/>
                  <a:gd name="connsiteX56-35231" fmla="*/ 1945 w 2254"/>
                  <a:gd name="connsiteY56-35232" fmla="*/ 2178 h 4213"/>
                  <a:gd name="connsiteX57-35233" fmla="*/ 1990 w 2254"/>
                  <a:gd name="connsiteY57-35234" fmla="*/ 2104 h 4213"/>
                  <a:gd name="connsiteX58-35235" fmla="*/ 2024 w 2254"/>
                  <a:gd name="connsiteY58-35236" fmla="*/ 2210 h 4213"/>
                  <a:gd name="connsiteX59-35237" fmla="*/ 1912 w 2254"/>
                  <a:gd name="connsiteY59-35238" fmla="*/ 2249 h 4213"/>
                  <a:gd name="connsiteX60-35239" fmla="*/ 1959 w 2254"/>
                  <a:gd name="connsiteY60-35240" fmla="*/ 2362 h 4213"/>
                  <a:gd name="connsiteX61-35241" fmla="*/ 1824 w 2254"/>
                  <a:gd name="connsiteY61-35242" fmla="*/ 2509 h 4213"/>
                  <a:gd name="connsiteX62-35243" fmla="*/ 1783 w 2254"/>
                  <a:gd name="connsiteY62-35244" fmla="*/ 2498 h 4213"/>
                  <a:gd name="connsiteX63-35245" fmla="*/ 1659 w 2254"/>
                  <a:gd name="connsiteY63-35246" fmla="*/ 2413 h 4213"/>
                  <a:gd name="connsiteX64-35247" fmla="*/ 1604 w 2254"/>
                  <a:gd name="connsiteY64-35248" fmla="*/ 2412 h 4213"/>
                  <a:gd name="connsiteX65-35249" fmla="*/ 1569 w 2254"/>
                  <a:gd name="connsiteY65-35250" fmla="*/ 2480 h 4213"/>
                  <a:gd name="connsiteX66-35251" fmla="*/ 1572 w 2254"/>
                  <a:gd name="connsiteY66-35252" fmla="*/ 2562 h 4213"/>
                  <a:gd name="connsiteX67-35253" fmla="*/ 1750 w 2254"/>
                  <a:gd name="connsiteY67-35254" fmla="*/ 2730 h 4213"/>
                  <a:gd name="connsiteX68-35255" fmla="*/ 1749 w 2254"/>
                  <a:gd name="connsiteY68-35256" fmla="*/ 2844 h 4213"/>
                  <a:gd name="connsiteX69-35257" fmla="*/ 1840 w 2254"/>
                  <a:gd name="connsiteY69-35258" fmla="*/ 3060 h 4213"/>
                  <a:gd name="connsiteX70-35259" fmla="*/ 1866 w 2254"/>
                  <a:gd name="connsiteY70-35260" fmla="*/ 3090 h 4213"/>
                  <a:gd name="connsiteX71-35261" fmla="*/ 1910 w 2254"/>
                  <a:gd name="connsiteY71-35262" fmla="*/ 3094 h 4213"/>
                  <a:gd name="connsiteX72-35263" fmla="*/ 1956 w 2254"/>
                  <a:gd name="connsiteY72-35264" fmla="*/ 3010 h 4213"/>
                  <a:gd name="connsiteX73-35265" fmla="*/ 2036 w 2254"/>
                  <a:gd name="connsiteY73-35266" fmla="*/ 2950 h 4213"/>
                  <a:gd name="connsiteX74-35267" fmla="*/ 2131 w 2254"/>
                  <a:gd name="connsiteY74-35268" fmla="*/ 3126 h 4213"/>
                  <a:gd name="connsiteX75-35269" fmla="*/ 2241 w 2254"/>
                  <a:gd name="connsiteY75-35270" fmla="*/ 3312 h 4213"/>
                  <a:gd name="connsiteX76-35271" fmla="*/ 2254 w 2254"/>
                  <a:gd name="connsiteY76-35272" fmla="*/ 3342 h 4213"/>
                  <a:gd name="connsiteX77-35273" fmla="*/ 2243 w 2254"/>
                  <a:gd name="connsiteY77-35274" fmla="*/ 3518 h 4213"/>
                  <a:gd name="connsiteX78-35275" fmla="*/ 2208 w 2254"/>
                  <a:gd name="connsiteY78-35276" fmla="*/ 3554 h 4213"/>
                  <a:gd name="connsiteX79-35277" fmla="*/ 2119 w 2254"/>
                  <a:gd name="connsiteY79-35278" fmla="*/ 3515 h 4213"/>
                  <a:gd name="connsiteX80-35279" fmla="*/ 1885 w 2254"/>
                  <a:gd name="connsiteY80-35280" fmla="*/ 3644 h 4213"/>
                  <a:gd name="connsiteX81-35281" fmla="*/ 1859 w 2254"/>
                  <a:gd name="connsiteY81-35282" fmla="*/ 3666 h 4213"/>
                  <a:gd name="connsiteX82-35283" fmla="*/ 1679 w 2254"/>
                  <a:gd name="connsiteY82-35284" fmla="*/ 3812 h 4213"/>
                  <a:gd name="connsiteX83-35285" fmla="*/ 1538 w 2254"/>
                  <a:gd name="connsiteY83-35286" fmla="*/ 3926 h 4213"/>
                  <a:gd name="connsiteX84-35287" fmla="*/ 1503 w 2254"/>
                  <a:gd name="connsiteY84-35288" fmla="*/ 3965 h 4213"/>
                  <a:gd name="connsiteX85-35289" fmla="*/ 1451 w 2254"/>
                  <a:gd name="connsiteY85-35290" fmla="*/ 3973 h 4213"/>
                  <a:gd name="connsiteX86-35291" fmla="*/ 1394 w 2254"/>
                  <a:gd name="connsiteY86-35292" fmla="*/ 3916 h 4213"/>
                  <a:gd name="connsiteX87-35293" fmla="*/ 1270 w 2254"/>
                  <a:gd name="connsiteY87-35294" fmla="*/ 3808 h 4213"/>
                  <a:gd name="connsiteX88-35295" fmla="*/ 1294 w 2254"/>
                  <a:gd name="connsiteY88-35296" fmla="*/ 4064 h 4213"/>
                  <a:gd name="connsiteX89-35297" fmla="*/ 1303 w 2254"/>
                  <a:gd name="connsiteY89-35298" fmla="*/ 4192 h 4213"/>
                  <a:gd name="connsiteX90-35299" fmla="*/ 1041 w 2254"/>
                  <a:gd name="connsiteY90-35300" fmla="*/ 4166 h 4213"/>
                  <a:gd name="connsiteX91-35301" fmla="*/ 959 w 2254"/>
                  <a:gd name="connsiteY91-35302" fmla="*/ 3987 h 4213"/>
                  <a:gd name="connsiteX92-35303" fmla="*/ 877 w 2254"/>
                  <a:gd name="connsiteY92-35304" fmla="*/ 3802 h 4213"/>
                  <a:gd name="connsiteX93-35305" fmla="*/ 798 w 2254"/>
                  <a:gd name="connsiteY93-35306" fmla="*/ 3734 h 4213"/>
                  <a:gd name="connsiteX94-35307" fmla="*/ 891 w 2254"/>
                  <a:gd name="connsiteY94-35308" fmla="*/ 3459 h 4213"/>
                  <a:gd name="connsiteX95-35309" fmla="*/ 932 w 2254"/>
                  <a:gd name="connsiteY95-35310" fmla="*/ 3195 h 4213"/>
                  <a:gd name="connsiteX96-35311" fmla="*/ 968 w 2254"/>
                  <a:gd name="connsiteY96-35312" fmla="*/ 2962 h 4213"/>
                  <a:gd name="connsiteX97-35313" fmla="*/ 1068 w 2254"/>
                  <a:gd name="connsiteY97-35314" fmla="*/ 2333 h 4213"/>
                  <a:gd name="connsiteX0-35315" fmla="*/ 1068 w 2254"/>
                  <a:gd name="connsiteY0-35316" fmla="*/ 2333 h 4213"/>
                  <a:gd name="connsiteX1-35317" fmla="*/ 1066 w 2254"/>
                  <a:gd name="connsiteY1-35318" fmla="*/ 2117 h 4213"/>
                  <a:gd name="connsiteX2-35319" fmla="*/ 990 w 2254"/>
                  <a:gd name="connsiteY2-35320" fmla="*/ 2039 h 4213"/>
                  <a:gd name="connsiteX3-35321" fmla="*/ 847 w 2254"/>
                  <a:gd name="connsiteY3-35322" fmla="*/ 1951 h 4213"/>
                  <a:gd name="connsiteX4-35323" fmla="*/ 755 w 2254"/>
                  <a:gd name="connsiteY4-35324" fmla="*/ 1827 h 4213"/>
                  <a:gd name="connsiteX5-35325" fmla="*/ 659 w 2254"/>
                  <a:gd name="connsiteY5-35326" fmla="*/ 1828 h 4213"/>
                  <a:gd name="connsiteX6-35327" fmla="*/ 614 w 2254"/>
                  <a:gd name="connsiteY6-35328" fmla="*/ 1883 h 4213"/>
                  <a:gd name="connsiteX7-35329" fmla="*/ 521 w 2254"/>
                  <a:gd name="connsiteY7-35330" fmla="*/ 1877 h 4213"/>
                  <a:gd name="connsiteX8-35331" fmla="*/ 501 w 2254"/>
                  <a:gd name="connsiteY8-35332" fmla="*/ 1994 h 4213"/>
                  <a:gd name="connsiteX9-35333" fmla="*/ 320 w 2254"/>
                  <a:gd name="connsiteY9-35334" fmla="*/ 1941 h 4213"/>
                  <a:gd name="connsiteX10-35335" fmla="*/ 237 w 2254"/>
                  <a:gd name="connsiteY10-35336" fmla="*/ 1939 h 4213"/>
                  <a:gd name="connsiteX11-35337" fmla="*/ 112 w 2254"/>
                  <a:gd name="connsiteY11-35338" fmla="*/ 2014 h 4213"/>
                  <a:gd name="connsiteX12-35339" fmla="*/ 0 w 2254"/>
                  <a:gd name="connsiteY12-35340" fmla="*/ 1890 h 4213"/>
                  <a:gd name="connsiteX13-35341" fmla="*/ 94 w 2254"/>
                  <a:gd name="connsiteY13-35342" fmla="*/ 1804 h 4213"/>
                  <a:gd name="connsiteX14-35343" fmla="*/ 98 w 2254"/>
                  <a:gd name="connsiteY14-35344" fmla="*/ 1634 h 4213"/>
                  <a:gd name="connsiteX15-35345" fmla="*/ 153 w 2254"/>
                  <a:gd name="connsiteY15-35346" fmla="*/ 1514 h 4213"/>
                  <a:gd name="connsiteX16-35347" fmla="*/ 196 w 2254"/>
                  <a:gd name="connsiteY16-35348" fmla="*/ 1306 h 4213"/>
                  <a:gd name="connsiteX17-35349" fmla="*/ 256 w 2254"/>
                  <a:gd name="connsiteY17-35350" fmla="*/ 1307 h 4213"/>
                  <a:gd name="connsiteX18-35351" fmla="*/ 579 w 2254"/>
                  <a:gd name="connsiteY18-35352" fmla="*/ 1286 h 4213"/>
                  <a:gd name="connsiteX19-35353" fmla="*/ 753 w 2254"/>
                  <a:gd name="connsiteY19-35354" fmla="*/ 1117 h 4213"/>
                  <a:gd name="connsiteX20-35355" fmla="*/ 822 w 2254"/>
                  <a:gd name="connsiteY20-35356" fmla="*/ 748 h 4213"/>
                  <a:gd name="connsiteX21-35357" fmla="*/ 932 w 2254"/>
                  <a:gd name="connsiteY21-35358" fmla="*/ 486 h 4213"/>
                  <a:gd name="connsiteX22-35359" fmla="*/ 930 w 2254"/>
                  <a:gd name="connsiteY22-35360" fmla="*/ 358 h 4213"/>
                  <a:gd name="connsiteX23-35361" fmla="*/ 917 w 2254"/>
                  <a:gd name="connsiteY23-35362" fmla="*/ 328 h 4213"/>
                  <a:gd name="connsiteX24-35363" fmla="*/ 850 w 2254"/>
                  <a:gd name="connsiteY24-35364" fmla="*/ 251 h 4213"/>
                  <a:gd name="connsiteX25-35365" fmla="*/ 790 w 2254"/>
                  <a:gd name="connsiteY25-35366" fmla="*/ 217 h 4213"/>
                  <a:gd name="connsiteX26-35367" fmla="*/ 915 w 2254"/>
                  <a:gd name="connsiteY26-35368" fmla="*/ 56 h 4213"/>
                  <a:gd name="connsiteX27-35369" fmla="*/ 1088 w 2254"/>
                  <a:gd name="connsiteY27-35370" fmla="*/ 2 h 4213"/>
                  <a:gd name="connsiteX28-35371" fmla="*/ 1120 w 2254"/>
                  <a:gd name="connsiteY28-35372" fmla="*/ 49 h 4213"/>
                  <a:gd name="connsiteX29-35373" fmla="*/ 1110 w 2254"/>
                  <a:gd name="connsiteY29-35374" fmla="*/ 133 h 4213"/>
                  <a:gd name="connsiteX30-35375" fmla="*/ 1049 w 2254"/>
                  <a:gd name="connsiteY30-35376" fmla="*/ 243 h 4213"/>
                  <a:gd name="connsiteX31-35377" fmla="*/ 1119 w 2254"/>
                  <a:gd name="connsiteY31-35378" fmla="*/ 301 h 4213"/>
                  <a:gd name="connsiteX32-35379" fmla="*/ 1233 w 2254"/>
                  <a:gd name="connsiteY32-35380" fmla="*/ 366 h 4213"/>
                  <a:gd name="connsiteX33-35381" fmla="*/ 1253 w 2254"/>
                  <a:gd name="connsiteY33-35382" fmla="*/ 255 h 4213"/>
                  <a:gd name="connsiteX34-35383" fmla="*/ 1387 w 2254"/>
                  <a:gd name="connsiteY34-35384" fmla="*/ 291 h 4213"/>
                  <a:gd name="connsiteX35-35385" fmla="*/ 1412 w 2254"/>
                  <a:gd name="connsiteY35-35386" fmla="*/ 331 h 4213"/>
                  <a:gd name="connsiteX36-35387" fmla="*/ 1488 w 2254"/>
                  <a:gd name="connsiteY36-35388" fmla="*/ 562 h 4213"/>
                  <a:gd name="connsiteX37-35389" fmla="*/ 1523 w 2254"/>
                  <a:gd name="connsiteY37-35390" fmla="*/ 586 h 4213"/>
                  <a:gd name="connsiteX38-35391" fmla="*/ 1615 w 2254"/>
                  <a:gd name="connsiteY38-35392" fmla="*/ 578 h 4213"/>
                  <a:gd name="connsiteX39-35393" fmla="*/ 1875 w 2254"/>
                  <a:gd name="connsiteY39-35394" fmla="*/ 490 h 4213"/>
                  <a:gd name="connsiteX40-35395" fmla="*/ 2095 w 2254"/>
                  <a:gd name="connsiteY40-35396" fmla="*/ 479 h 4213"/>
                  <a:gd name="connsiteX41-35397" fmla="*/ 2155 w 2254"/>
                  <a:gd name="connsiteY41-35398" fmla="*/ 648 h 4213"/>
                  <a:gd name="connsiteX42-35399" fmla="*/ 2073 w 2254"/>
                  <a:gd name="connsiteY42-35400" fmla="*/ 944 h 4213"/>
                  <a:gd name="connsiteX43-35401" fmla="*/ 2073 w 2254"/>
                  <a:gd name="connsiteY43-35402" fmla="*/ 1022 h 4213"/>
                  <a:gd name="connsiteX44-35403" fmla="*/ 2142 w 2254"/>
                  <a:gd name="connsiteY44-35404" fmla="*/ 1168 h 4213"/>
                  <a:gd name="connsiteX45-35405" fmla="*/ 2157 w 2254"/>
                  <a:gd name="connsiteY45-35406" fmla="*/ 1427 h 4213"/>
                  <a:gd name="connsiteX46-35407" fmla="*/ 2159 w 2254"/>
                  <a:gd name="connsiteY46-35408" fmla="*/ 1617 h 4213"/>
                  <a:gd name="connsiteX47-35409" fmla="*/ 2092 w 2254"/>
                  <a:gd name="connsiteY47-35410" fmla="*/ 1625 h 4213"/>
                  <a:gd name="connsiteX48-35411" fmla="*/ 2070 w 2254"/>
                  <a:gd name="connsiteY48-35412" fmla="*/ 1507 h 4213"/>
                  <a:gd name="connsiteX49-35413" fmla="*/ 2035 w 2254"/>
                  <a:gd name="connsiteY49-35414" fmla="*/ 1450 h 4213"/>
                  <a:gd name="connsiteX50-35415" fmla="*/ 1945 w 2254"/>
                  <a:gd name="connsiteY50-35416" fmla="*/ 1582 h 4213"/>
                  <a:gd name="connsiteX51-35417" fmla="*/ 1832 w 2254"/>
                  <a:gd name="connsiteY51-35418" fmla="*/ 1776 h 4213"/>
                  <a:gd name="connsiteX52-35419" fmla="*/ 1713 w 2254"/>
                  <a:gd name="connsiteY52-35420" fmla="*/ 1904 h 4213"/>
                  <a:gd name="connsiteX53-35421" fmla="*/ 1706 w 2254"/>
                  <a:gd name="connsiteY53-35422" fmla="*/ 2018 h 4213"/>
                  <a:gd name="connsiteX54-35423" fmla="*/ 1766 w 2254"/>
                  <a:gd name="connsiteY54-35424" fmla="*/ 2115 h 4213"/>
                  <a:gd name="connsiteX55-35425" fmla="*/ 1868 w 2254"/>
                  <a:gd name="connsiteY55-35426" fmla="*/ 2183 h 4213"/>
                  <a:gd name="connsiteX56-35427" fmla="*/ 1945 w 2254"/>
                  <a:gd name="connsiteY56-35428" fmla="*/ 2178 h 4213"/>
                  <a:gd name="connsiteX57-35429" fmla="*/ 1990 w 2254"/>
                  <a:gd name="connsiteY57-35430" fmla="*/ 2104 h 4213"/>
                  <a:gd name="connsiteX58-35431" fmla="*/ 2024 w 2254"/>
                  <a:gd name="connsiteY58-35432" fmla="*/ 2210 h 4213"/>
                  <a:gd name="connsiteX59-35433" fmla="*/ 1912 w 2254"/>
                  <a:gd name="connsiteY59-35434" fmla="*/ 2249 h 4213"/>
                  <a:gd name="connsiteX60-35435" fmla="*/ 1959 w 2254"/>
                  <a:gd name="connsiteY60-35436" fmla="*/ 2362 h 4213"/>
                  <a:gd name="connsiteX61-35437" fmla="*/ 1824 w 2254"/>
                  <a:gd name="connsiteY61-35438" fmla="*/ 2509 h 4213"/>
                  <a:gd name="connsiteX62-35439" fmla="*/ 1783 w 2254"/>
                  <a:gd name="connsiteY62-35440" fmla="*/ 2498 h 4213"/>
                  <a:gd name="connsiteX63-35441" fmla="*/ 1659 w 2254"/>
                  <a:gd name="connsiteY63-35442" fmla="*/ 2413 h 4213"/>
                  <a:gd name="connsiteX64-35443" fmla="*/ 1604 w 2254"/>
                  <a:gd name="connsiteY64-35444" fmla="*/ 2412 h 4213"/>
                  <a:gd name="connsiteX65-35445" fmla="*/ 1569 w 2254"/>
                  <a:gd name="connsiteY65-35446" fmla="*/ 2480 h 4213"/>
                  <a:gd name="connsiteX66-35447" fmla="*/ 1572 w 2254"/>
                  <a:gd name="connsiteY66-35448" fmla="*/ 2562 h 4213"/>
                  <a:gd name="connsiteX67-35449" fmla="*/ 1750 w 2254"/>
                  <a:gd name="connsiteY67-35450" fmla="*/ 2730 h 4213"/>
                  <a:gd name="connsiteX68-35451" fmla="*/ 1749 w 2254"/>
                  <a:gd name="connsiteY68-35452" fmla="*/ 2844 h 4213"/>
                  <a:gd name="connsiteX69-35453" fmla="*/ 1840 w 2254"/>
                  <a:gd name="connsiteY69-35454" fmla="*/ 3060 h 4213"/>
                  <a:gd name="connsiteX70-35455" fmla="*/ 1866 w 2254"/>
                  <a:gd name="connsiteY70-35456" fmla="*/ 3090 h 4213"/>
                  <a:gd name="connsiteX71-35457" fmla="*/ 1910 w 2254"/>
                  <a:gd name="connsiteY71-35458" fmla="*/ 3094 h 4213"/>
                  <a:gd name="connsiteX72-35459" fmla="*/ 1956 w 2254"/>
                  <a:gd name="connsiteY72-35460" fmla="*/ 3010 h 4213"/>
                  <a:gd name="connsiteX73-35461" fmla="*/ 2036 w 2254"/>
                  <a:gd name="connsiteY73-35462" fmla="*/ 2950 h 4213"/>
                  <a:gd name="connsiteX74-35463" fmla="*/ 2131 w 2254"/>
                  <a:gd name="connsiteY74-35464" fmla="*/ 3126 h 4213"/>
                  <a:gd name="connsiteX75-35465" fmla="*/ 2241 w 2254"/>
                  <a:gd name="connsiteY75-35466" fmla="*/ 3312 h 4213"/>
                  <a:gd name="connsiteX76-35467" fmla="*/ 2254 w 2254"/>
                  <a:gd name="connsiteY76-35468" fmla="*/ 3342 h 4213"/>
                  <a:gd name="connsiteX77-35469" fmla="*/ 2243 w 2254"/>
                  <a:gd name="connsiteY77-35470" fmla="*/ 3518 h 4213"/>
                  <a:gd name="connsiteX78-35471" fmla="*/ 2208 w 2254"/>
                  <a:gd name="connsiteY78-35472" fmla="*/ 3554 h 4213"/>
                  <a:gd name="connsiteX79-35473" fmla="*/ 2119 w 2254"/>
                  <a:gd name="connsiteY79-35474" fmla="*/ 3515 h 4213"/>
                  <a:gd name="connsiteX80-35475" fmla="*/ 1885 w 2254"/>
                  <a:gd name="connsiteY80-35476" fmla="*/ 3644 h 4213"/>
                  <a:gd name="connsiteX81-35477" fmla="*/ 1859 w 2254"/>
                  <a:gd name="connsiteY81-35478" fmla="*/ 3666 h 4213"/>
                  <a:gd name="connsiteX82-35479" fmla="*/ 1679 w 2254"/>
                  <a:gd name="connsiteY82-35480" fmla="*/ 3812 h 4213"/>
                  <a:gd name="connsiteX83-35481" fmla="*/ 1538 w 2254"/>
                  <a:gd name="connsiteY83-35482" fmla="*/ 3926 h 4213"/>
                  <a:gd name="connsiteX84-35483" fmla="*/ 1503 w 2254"/>
                  <a:gd name="connsiteY84-35484" fmla="*/ 3965 h 4213"/>
                  <a:gd name="connsiteX85-35485" fmla="*/ 1451 w 2254"/>
                  <a:gd name="connsiteY85-35486" fmla="*/ 3973 h 4213"/>
                  <a:gd name="connsiteX86-35487" fmla="*/ 1394 w 2254"/>
                  <a:gd name="connsiteY86-35488" fmla="*/ 3916 h 4213"/>
                  <a:gd name="connsiteX87-35489" fmla="*/ 1270 w 2254"/>
                  <a:gd name="connsiteY87-35490" fmla="*/ 3808 h 4213"/>
                  <a:gd name="connsiteX88-35491" fmla="*/ 1294 w 2254"/>
                  <a:gd name="connsiteY88-35492" fmla="*/ 4064 h 4213"/>
                  <a:gd name="connsiteX89-35493" fmla="*/ 1303 w 2254"/>
                  <a:gd name="connsiteY89-35494" fmla="*/ 4192 h 4213"/>
                  <a:gd name="connsiteX90-35495" fmla="*/ 1041 w 2254"/>
                  <a:gd name="connsiteY90-35496" fmla="*/ 4166 h 4213"/>
                  <a:gd name="connsiteX91-35497" fmla="*/ 959 w 2254"/>
                  <a:gd name="connsiteY91-35498" fmla="*/ 3987 h 4213"/>
                  <a:gd name="connsiteX92-35499" fmla="*/ 877 w 2254"/>
                  <a:gd name="connsiteY92-35500" fmla="*/ 3802 h 4213"/>
                  <a:gd name="connsiteX93-35501" fmla="*/ 798 w 2254"/>
                  <a:gd name="connsiteY93-35502" fmla="*/ 3734 h 4213"/>
                  <a:gd name="connsiteX94-35503" fmla="*/ 839 w 2254"/>
                  <a:gd name="connsiteY94-35504" fmla="*/ 3590 h 4213"/>
                  <a:gd name="connsiteX95-35505" fmla="*/ 891 w 2254"/>
                  <a:gd name="connsiteY95-35506" fmla="*/ 3459 h 4213"/>
                  <a:gd name="connsiteX96-35507" fmla="*/ 932 w 2254"/>
                  <a:gd name="connsiteY96-35508" fmla="*/ 3195 h 4213"/>
                  <a:gd name="connsiteX97-35509" fmla="*/ 968 w 2254"/>
                  <a:gd name="connsiteY97-35510" fmla="*/ 2962 h 4213"/>
                  <a:gd name="connsiteX98-35511" fmla="*/ 1068 w 2254"/>
                  <a:gd name="connsiteY98-35512" fmla="*/ 2333 h 4213"/>
                  <a:gd name="connsiteX0-35513" fmla="*/ 1068 w 2254"/>
                  <a:gd name="connsiteY0-35514" fmla="*/ 2333 h 4213"/>
                  <a:gd name="connsiteX1-35515" fmla="*/ 1066 w 2254"/>
                  <a:gd name="connsiteY1-35516" fmla="*/ 2117 h 4213"/>
                  <a:gd name="connsiteX2-35517" fmla="*/ 990 w 2254"/>
                  <a:gd name="connsiteY2-35518" fmla="*/ 2039 h 4213"/>
                  <a:gd name="connsiteX3-35519" fmla="*/ 847 w 2254"/>
                  <a:gd name="connsiteY3-35520" fmla="*/ 1951 h 4213"/>
                  <a:gd name="connsiteX4-35521" fmla="*/ 755 w 2254"/>
                  <a:gd name="connsiteY4-35522" fmla="*/ 1827 h 4213"/>
                  <a:gd name="connsiteX5-35523" fmla="*/ 659 w 2254"/>
                  <a:gd name="connsiteY5-35524" fmla="*/ 1828 h 4213"/>
                  <a:gd name="connsiteX6-35525" fmla="*/ 614 w 2254"/>
                  <a:gd name="connsiteY6-35526" fmla="*/ 1883 h 4213"/>
                  <a:gd name="connsiteX7-35527" fmla="*/ 521 w 2254"/>
                  <a:gd name="connsiteY7-35528" fmla="*/ 1877 h 4213"/>
                  <a:gd name="connsiteX8-35529" fmla="*/ 501 w 2254"/>
                  <a:gd name="connsiteY8-35530" fmla="*/ 1994 h 4213"/>
                  <a:gd name="connsiteX9-35531" fmla="*/ 320 w 2254"/>
                  <a:gd name="connsiteY9-35532" fmla="*/ 1941 h 4213"/>
                  <a:gd name="connsiteX10-35533" fmla="*/ 237 w 2254"/>
                  <a:gd name="connsiteY10-35534" fmla="*/ 1939 h 4213"/>
                  <a:gd name="connsiteX11-35535" fmla="*/ 112 w 2254"/>
                  <a:gd name="connsiteY11-35536" fmla="*/ 2014 h 4213"/>
                  <a:gd name="connsiteX12-35537" fmla="*/ 0 w 2254"/>
                  <a:gd name="connsiteY12-35538" fmla="*/ 1890 h 4213"/>
                  <a:gd name="connsiteX13-35539" fmla="*/ 94 w 2254"/>
                  <a:gd name="connsiteY13-35540" fmla="*/ 1804 h 4213"/>
                  <a:gd name="connsiteX14-35541" fmla="*/ 98 w 2254"/>
                  <a:gd name="connsiteY14-35542" fmla="*/ 1634 h 4213"/>
                  <a:gd name="connsiteX15-35543" fmla="*/ 153 w 2254"/>
                  <a:gd name="connsiteY15-35544" fmla="*/ 1514 h 4213"/>
                  <a:gd name="connsiteX16-35545" fmla="*/ 196 w 2254"/>
                  <a:gd name="connsiteY16-35546" fmla="*/ 1306 h 4213"/>
                  <a:gd name="connsiteX17-35547" fmla="*/ 256 w 2254"/>
                  <a:gd name="connsiteY17-35548" fmla="*/ 1307 h 4213"/>
                  <a:gd name="connsiteX18-35549" fmla="*/ 579 w 2254"/>
                  <a:gd name="connsiteY18-35550" fmla="*/ 1286 h 4213"/>
                  <a:gd name="connsiteX19-35551" fmla="*/ 753 w 2254"/>
                  <a:gd name="connsiteY19-35552" fmla="*/ 1117 h 4213"/>
                  <a:gd name="connsiteX20-35553" fmla="*/ 822 w 2254"/>
                  <a:gd name="connsiteY20-35554" fmla="*/ 748 h 4213"/>
                  <a:gd name="connsiteX21-35555" fmla="*/ 932 w 2254"/>
                  <a:gd name="connsiteY21-35556" fmla="*/ 486 h 4213"/>
                  <a:gd name="connsiteX22-35557" fmla="*/ 930 w 2254"/>
                  <a:gd name="connsiteY22-35558" fmla="*/ 358 h 4213"/>
                  <a:gd name="connsiteX23-35559" fmla="*/ 917 w 2254"/>
                  <a:gd name="connsiteY23-35560" fmla="*/ 328 h 4213"/>
                  <a:gd name="connsiteX24-35561" fmla="*/ 850 w 2254"/>
                  <a:gd name="connsiteY24-35562" fmla="*/ 251 h 4213"/>
                  <a:gd name="connsiteX25-35563" fmla="*/ 790 w 2254"/>
                  <a:gd name="connsiteY25-35564" fmla="*/ 217 h 4213"/>
                  <a:gd name="connsiteX26-35565" fmla="*/ 915 w 2254"/>
                  <a:gd name="connsiteY26-35566" fmla="*/ 56 h 4213"/>
                  <a:gd name="connsiteX27-35567" fmla="*/ 1088 w 2254"/>
                  <a:gd name="connsiteY27-35568" fmla="*/ 2 h 4213"/>
                  <a:gd name="connsiteX28-35569" fmla="*/ 1120 w 2254"/>
                  <a:gd name="connsiteY28-35570" fmla="*/ 49 h 4213"/>
                  <a:gd name="connsiteX29-35571" fmla="*/ 1110 w 2254"/>
                  <a:gd name="connsiteY29-35572" fmla="*/ 133 h 4213"/>
                  <a:gd name="connsiteX30-35573" fmla="*/ 1049 w 2254"/>
                  <a:gd name="connsiteY30-35574" fmla="*/ 243 h 4213"/>
                  <a:gd name="connsiteX31-35575" fmla="*/ 1119 w 2254"/>
                  <a:gd name="connsiteY31-35576" fmla="*/ 301 h 4213"/>
                  <a:gd name="connsiteX32-35577" fmla="*/ 1233 w 2254"/>
                  <a:gd name="connsiteY32-35578" fmla="*/ 366 h 4213"/>
                  <a:gd name="connsiteX33-35579" fmla="*/ 1253 w 2254"/>
                  <a:gd name="connsiteY33-35580" fmla="*/ 255 h 4213"/>
                  <a:gd name="connsiteX34-35581" fmla="*/ 1387 w 2254"/>
                  <a:gd name="connsiteY34-35582" fmla="*/ 291 h 4213"/>
                  <a:gd name="connsiteX35-35583" fmla="*/ 1412 w 2254"/>
                  <a:gd name="connsiteY35-35584" fmla="*/ 331 h 4213"/>
                  <a:gd name="connsiteX36-35585" fmla="*/ 1488 w 2254"/>
                  <a:gd name="connsiteY36-35586" fmla="*/ 562 h 4213"/>
                  <a:gd name="connsiteX37-35587" fmla="*/ 1523 w 2254"/>
                  <a:gd name="connsiteY37-35588" fmla="*/ 586 h 4213"/>
                  <a:gd name="connsiteX38-35589" fmla="*/ 1615 w 2254"/>
                  <a:gd name="connsiteY38-35590" fmla="*/ 578 h 4213"/>
                  <a:gd name="connsiteX39-35591" fmla="*/ 1875 w 2254"/>
                  <a:gd name="connsiteY39-35592" fmla="*/ 490 h 4213"/>
                  <a:gd name="connsiteX40-35593" fmla="*/ 2095 w 2254"/>
                  <a:gd name="connsiteY40-35594" fmla="*/ 479 h 4213"/>
                  <a:gd name="connsiteX41-35595" fmla="*/ 2155 w 2254"/>
                  <a:gd name="connsiteY41-35596" fmla="*/ 648 h 4213"/>
                  <a:gd name="connsiteX42-35597" fmla="*/ 2073 w 2254"/>
                  <a:gd name="connsiteY42-35598" fmla="*/ 944 h 4213"/>
                  <a:gd name="connsiteX43-35599" fmla="*/ 2073 w 2254"/>
                  <a:gd name="connsiteY43-35600" fmla="*/ 1022 h 4213"/>
                  <a:gd name="connsiteX44-35601" fmla="*/ 2142 w 2254"/>
                  <a:gd name="connsiteY44-35602" fmla="*/ 1168 h 4213"/>
                  <a:gd name="connsiteX45-35603" fmla="*/ 2157 w 2254"/>
                  <a:gd name="connsiteY45-35604" fmla="*/ 1427 h 4213"/>
                  <a:gd name="connsiteX46-35605" fmla="*/ 2159 w 2254"/>
                  <a:gd name="connsiteY46-35606" fmla="*/ 1617 h 4213"/>
                  <a:gd name="connsiteX47-35607" fmla="*/ 2092 w 2254"/>
                  <a:gd name="connsiteY47-35608" fmla="*/ 1625 h 4213"/>
                  <a:gd name="connsiteX48-35609" fmla="*/ 2070 w 2254"/>
                  <a:gd name="connsiteY48-35610" fmla="*/ 1507 h 4213"/>
                  <a:gd name="connsiteX49-35611" fmla="*/ 2035 w 2254"/>
                  <a:gd name="connsiteY49-35612" fmla="*/ 1450 h 4213"/>
                  <a:gd name="connsiteX50-35613" fmla="*/ 1945 w 2254"/>
                  <a:gd name="connsiteY50-35614" fmla="*/ 1582 h 4213"/>
                  <a:gd name="connsiteX51-35615" fmla="*/ 1832 w 2254"/>
                  <a:gd name="connsiteY51-35616" fmla="*/ 1776 h 4213"/>
                  <a:gd name="connsiteX52-35617" fmla="*/ 1713 w 2254"/>
                  <a:gd name="connsiteY52-35618" fmla="*/ 1904 h 4213"/>
                  <a:gd name="connsiteX53-35619" fmla="*/ 1706 w 2254"/>
                  <a:gd name="connsiteY53-35620" fmla="*/ 2018 h 4213"/>
                  <a:gd name="connsiteX54-35621" fmla="*/ 1766 w 2254"/>
                  <a:gd name="connsiteY54-35622" fmla="*/ 2115 h 4213"/>
                  <a:gd name="connsiteX55-35623" fmla="*/ 1868 w 2254"/>
                  <a:gd name="connsiteY55-35624" fmla="*/ 2183 h 4213"/>
                  <a:gd name="connsiteX56-35625" fmla="*/ 1945 w 2254"/>
                  <a:gd name="connsiteY56-35626" fmla="*/ 2178 h 4213"/>
                  <a:gd name="connsiteX57-35627" fmla="*/ 1990 w 2254"/>
                  <a:gd name="connsiteY57-35628" fmla="*/ 2104 h 4213"/>
                  <a:gd name="connsiteX58-35629" fmla="*/ 2024 w 2254"/>
                  <a:gd name="connsiteY58-35630" fmla="*/ 2210 h 4213"/>
                  <a:gd name="connsiteX59-35631" fmla="*/ 1912 w 2254"/>
                  <a:gd name="connsiteY59-35632" fmla="*/ 2249 h 4213"/>
                  <a:gd name="connsiteX60-35633" fmla="*/ 1959 w 2254"/>
                  <a:gd name="connsiteY60-35634" fmla="*/ 2362 h 4213"/>
                  <a:gd name="connsiteX61-35635" fmla="*/ 1824 w 2254"/>
                  <a:gd name="connsiteY61-35636" fmla="*/ 2509 h 4213"/>
                  <a:gd name="connsiteX62-35637" fmla="*/ 1783 w 2254"/>
                  <a:gd name="connsiteY62-35638" fmla="*/ 2498 h 4213"/>
                  <a:gd name="connsiteX63-35639" fmla="*/ 1659 w 2254"/>
                  <a:gd name="connsiteY63-35640" fmla="*/ 2413 h 4213"/>
                  <a:gd name="connsiteX64-35641" fmla="*/ 1604 w 2254"/>
                  <a:gd name="connsiteY64-35642" fmla="*/ 2412 h 4213"/>
                  <a:gd name="connsiteX65-35643" fmla="*/ 1569 w 2254"/>
                  <a:gd name="connsiteY65-35644" fmla="*/ 2480 h 4213"/>
                  <a:gd name="connsiteX66-35645" fmla="*/ 1572 w 2254"/>
                  <a:gd name="connsiteY66-35646" fmla="*/ 2562 h 4213"/>
                  <a:gd name="connsiteX67-35647" fmla="*/ 1750 w 2254"/>
                  <a:gd name="connsiteY67-35648" fmla="*/ 2730 h 4213"/>
                  <a:gd name="connsiteX68-35649" fmla="*/ 1749 w 2254"/>
                  <a:gd name="connsiteY68-35650" fmla="*/ 2844 h 4213"/>
                  <a:gd name="connsiteX69-35651" fmla="*/ 1840 w 2254"/>
                  <a:gd name="connsiteY69-35652" fmla="*/ 3060 h 4213"/>
                  <a:gd name="connsiteX70-35653" fmla="*/ 1866 w 2254"/>
                  <a:gd name="connsiteY70-35654" fmla="*/ 3090 h 4213"/>
                  <a:gd name="connsiteX71-35655" fmla="*/ 1910 w 2254"/>
                  <a:gd name="connsiteY71-35656" fmla="*/ 3094 h 4213"/>
                  <a:gd name="connsiteX72-35657" fmla="*/ 1956 w 2254"/>
                  <a:gd name="connsiteY72-35658" fmla="*/ 3010 h 4213"/>
                  <a:gd name="connsiteX73-35659" fmla="*/ 2036 w 2254"/>
                  <a:gd name="connsiteY73-35660" fmla="*/ 2950 h 4213"/>
                  <a:gd name="connsiteX74-35661" fmla="*/ 2131 w 2254"/>
                  <a:gd name="connsiteY74-35662" fmla="*/ 3126 h 4213"/>
                  <a:gd name="connsiteX75-35663" fmla="*/ 2241 w 2254"/>
                  <a:gd name="connsiteY75-35664" fmla="*/ 3312 h 4213"/>
                  <a:gd name="connsiteX76-35665" fmla="*/ 2254 w 2254"/>
                  <a:gd name="connsiteY76-35666" fmla="*/ 3342 h 4213"/>
                  <a:gd name="connsiteX77-35667" fmla="*/ 2243 w 2254"/>
                  <a:gd name="connsiteY77-35668" fmla="*/ 3518 h 4213"/>
                  <a:gd name="connsiteX78-35669" fmla="*/ 2208 w 2254"/>
                  <a:gd name="connsiteY78-35670" fmla="*/ 3554 h 4213"/>
                  <a:gd name="connsiteX79-35671" fmla="*/ 2119 w 2254"/>
                  <a:gd name="connsiteY79-35672" fmla="*/ 3515 h 4213"/>
                  <a:gd name="connsiteX80-35673" fmla="*/ 1885 w 2254"/>
                  <a:gd name="connsiteY80-35674" fmla="*/ 3644 h 4213"/>
                  <a:gd name="connsiteX81-35675" fmla="*/ 1859 w 2254"/>
                  <a:gd name="connsiteY81-35676" fmla="*/ 3666 h 4213"/>
                  <a:gd name="connsiteX82-35677" fmla="*/ 1679 w 2254"/>
                  <a:gd name="connsiteY82-35678" fmla="*/ 3812 h 4213"/>
                  <a:gd name="connsiteX83-35679" fmla="*/ 1538 w 2254"/>
                  <a:gd name="connsiteY83-35680" fmla="*/ 3926 h 4213"/>
                  <a:gd name="connsiteX84-35681" fmla="*/ 1503 w 2254"/>
                  <a:gd name="connsiteY84-35682" fmla="*/ 3965 h 4213"/>
                  <a:gd name="connsiteX85-35683" fmla="*/ 1451 w 2254"/>
                  <a:gd name="connsiteY85-35684" fmla="*/ 3973 h 4213"/>
                  <a:gd name="connsiteX86-35685" fmla="*/ 1394 w 2254"/>
                  <a:gd name="connsiteY86-35686" fmla="*/ 3916 h 4213"/>
                  <a:gd name="connsiteX87-35687" fmla="*/ 1270 w 2254"/>
                  <a:gd name="connsiteY87-35688" fmla="*/ 3808 h 4213"/>
                  <a:gd name="connsiteX88-35689" fmla="*/ 1294 w 2254"/>
                  <a:gd name="connsiteY88-35690" fmla="*/ 4064 h 4213"/>
                  <a:gd name="connsiteX89-35691" fmla="*/ 1303 w 2254"/>
                  <a:gd name="connsiteY89-35692" fmla="*/ 4192 h 4213"/>
                  <a:gd name="connsiteX90-35693" fmla="*/ 1041 w 2254"/>
                  <a:gd name="connsiteY90-35694" fmla="*/ 4166 h 4213"/>
                  <a:gd name="connsiteX91-35695" fmla="*/ 959 w 2254"/>
                  <a:gd name="connsiteY91-35696" fmla="*/ 3987 h 4213"/>
                  <a:gd name="connsiteX92-35697" fmla="*/ 877 w 2254"/>
                  <a:gd name="connsiteY92-35698" fmla="*/ 3802 h 4213"/>
                  <a:gd name="connsiteX93-35699" fmla="*/ 798 w 2254"/>
                  <a:gd name="connsiteY93-35700" fmla="*/ 3734 h 4213"/>
                  <a:gd name="connsiteX94-35701" fmla="*/ 839 w 2254"/>
                  <a:gd name="connsiteY94-35702" fmla="*/ 3590 h 4213"/>
                  <a:gd name="connsiteX95-35703" fmla="*/ 891 w 2254"/>
                  <a:gd name="connsiteY95-35704" fmla="*/ 3459 h 4213"/>
                  <a:gd name="connsiteX96-35705" fmla="*/ 932 w 2254"/>
                  <a:gd name="connsiteY96-35706" fmla="*/ 3195 h 4213"/>
                  <a:gd name="connsiteX97-35707" fmla="*/ 968 w 2254"/>
                  <a:gd name="connsiteY97-35708" fmla="*/ 2962 h 4213"/>
                  <a:gd name="connsiteX98-35709" fmla="*/ 1068 w 2254"/>
                  <a:gd name="connsiteY98-35710" fmla="*/ 2333 h 4213"/>
                  <a:gd name="connsiteX0-35711" fmla="*/ 1068 w 2254"/>
                  <a:gd name="connsiteY0-35712" fmla="*/ 2333 h 4213"/>
                  <a:gd name="connsiteX1-35713" fmla="*/ 1066 w 2254"/>
                  <a:gd name="connsiteY1-35714" fmla="*/ 2117 h 4213"/>
                  <a:gd name="connsiteX2-35715" fmla="*/ 990 w 2254"/>
                  <a:gd name="connsiteY2-35716" fmla="*/ 2039 h 4213"/>
                  <a:gd name="connsiteX3-35717" fmla="*/ 847 w 2254"/>
                  <a:gd name="connsiteY3-35718" fmla="*/ 1951 h 4213"/>
                  <a:gd name="connsiteX4-35719" fmla="*/ 755 w 2254"/>
                  <a:gd name="connsiteY4-35720" fmla="*/ 1827 h 4213"/>
                  <a:gd name="connsiteX5-35721" fmla="*/ 659 w 2254"/>
                  <a:gd name="connsiteY5-35722" fmla="*/ 1828 h 4213"/>
                  <a:gd name="connsiteX6-35723" fmla="*/ 614 w 2254"/>
                  <a:gd name="connsiteY6-35724" fmla="*/ 1883 h 4213"/>
                  <a:gd name="connsiteX7-35725" fmla="*/ 521 w 2254"/>
                  <a:gd name="connsiteY7-35726" fmla="*/ 1877 h 4213"/>
                  <a:gd name="connsiteX8-35727" fmla="*/ 501 w 2254"/>
                  <a:gd name="connsiteY8-35728" fmla="*/ 1994 h 4213"/>
                  <a:gd name="connsiteX9-35729" fmla="*/ 320 w 2254"/>
                  <a:gd name="connsiteY9-35730" fmla="*/ 1941 h 4213"/>
                  <a:gd name="connsiteX10-35731" fmla="*/ 237 w 2254"/>
                  <a:gd name="connsiteY10-35732" fmla="*/ 1939 h 4213"/>
                  <a:gd name="connsiteX11-35733" fmla="*/ 112 w 2254"/>
                  <a:gd name="connsiteY11-35734" fmla="*/ 2014 h 4213"/>
                  <a:gd name="connsiteX12-35735" fmla="*/ 0 w 2254"/>
                  <a:gd name="connsiteY12-35736" fmla="*/ 1890 h 4213"/>
                  <a:gd name="connsiteX13-35737" fmla="*/ 94 w 2254"/>
                  <a:gd name="connsiteY13-35738" fmla="*/ 1804 h 4213"/>
                  <a:gd name="connsiteX14-35739" fmla="*/ 98 w 2254"/>
                  <a:gd name="connsiteY14-35740" fmla="*/ 1634 h 4213"/>
                  <a:gd name="connsiteX15-35741" fmla="*/ 153 w 2254"/>
                  <a:gd name="connsiteY15-35742" fmla="*/ 1514 h 4213"/>
                  <a:gd name="connsiteX16-35743" fmla="*/ 196 w 2254"/>
                  <a:gd name="connsiteY16-35744" fmla="*/ 1306 h 4213"/>
                  <a:gd name="connsiteX17-35745" fmla="*/ 256 w 2254"/>
                  <a:gd name="connsiteY17-35746" fmla="*/ 1307 h 4213"/>
                  <a:gd name="connsiteX18-35747" fmla="*/ 579 w 2254"/>
                  <a:gd name="connsiteY18-35748" fmla="*/ 1286 h 4213"/>
                  <a:gd name="connsiteX19-35749" fmla="*/ 753 w 2254"/>
                  <a:gd name="connsiteY19-35750" fmla="*/ 1117 h 4213"/>
                  <a:gd name="connsiteX20-35751" fmla="*/ 822 w 2254"/>
                  <a:gd name="connsiteY20-35752" fmla="*/ 748 h 4213"/>
                  <a:gd name="connsiteX21-35753" fmla="*/ 932 w 2254"/>
                  <a:gd name="connsiteY21-35754" fmla="*/ 486 h 4213"/>
                  <a:gd name="connsiteX22-35755" fmla="*/ 930 w 2254"/>
                  <a:gd name="connsiteY22-35756" fmla="*/ 358 h 4213"/>
                  <a:gd name="connsiteX23-35757" fmla="*/ 917 w 2254"/>
                  <a:gd name="connsiteY23-35758" fmla="*/ 328 h 4213"/>
                  <a:gd name="connsiteX24-35759" fmla="*/ 850 w 2254"/>
                  <a:gd name="connsiteY24-35760" fmla="*/ 251 h 4213"/>
                  <a:gd name="connsiteX25-35761" fmla="*/ 790 w 2254"/>
                  <a:gd name="connsiteY25-35762" fmla="*/ 217 h 4213"/>
                  <a:gd name="connsiteX26-35763" fmla="*/ 915 w 2254"/>
                  <a:gd name="connsiteY26-35764" fmla="*/ 56 h 4213"/>
                  <a:gd name="connsiteX27-35765" fmla="*/ 1088 w 2254"/>
                  <a:gd name="connsiteY27-35766" fmla="*/ 2 h 4213"/>
                  <a:gd name="connsiteX28-35767" fmla="*/ 1120 w 2254"/>
                  <a:gd name="connsiteY28-35768" fmla="*/ 49 h 4213"/>
                  <a:gd name="connsiteX29-35769" fmla="*/ 1110 w 2254"/>
                  <a:gd name="connsiteY29-35770" fmla="*/ 133 h 4213"/>
                  <a:gd name="connsiteX30-35771" fmla="*/ 1049 w 2254"/>
                  <a:gd name="connsiteY30-35772" fmla="*/ 243 h 4213"/>
                  <a:gd name="connsiteX31-35773" fmla="*/ 1119 w 2254"/>
                  <a:gd name="connsiteY31-35774" fmla="*/ 301 h 4213"/>
                  <a:gd name="connsiteX32-35775" fmla="*/ 1233 w 2254"/>
                  <a:gd name="connsiteY32-35776" fmla="*/ 366 h 4213"/>
                  <a:gd name="connsiteX33-35777" fmla="*/ 1253 w 2254"/>
                  <a:gd name="connsiteY33-35778" fmla="*/ 255 h 4213"/>
                  <a:gd name="connsiteX34-35779" fmla="*/ 1387 w 2254"/>
                  <a:gd name="connsiteY34-35780" fmla="*/ 291 h 4213"/>
                  <a:gd name="connsiteX35-35781" fmla="*/ 1412 w 2254"/>
                  <a:gd name="connsiteY35-35782" fmla="*/ 331 h 4213"/>
                  <a:gd name="connsiteX36-35783" fmla="*/ 1488 w 2254"/>
                  <a:gd name="connsiteY36-35784" fmla="*/ 562 h 4213"/>
                  <a:gd name="connsiteX37-35785" fmla="*/ 1523 w 2254"/>
                  <a:gd name="connsiteY37-35786" fmla="*/ 586 h 4213"/>
                  <a:gd name="connsiteX38-35787" fmla="*/ 1615 w 2254"/>
                  <a:gd name="connsiteY38-35788" fmla="*/ 578 h 4213"/>
                  <a:gd name="connsiteX39-35789" fmla="*/ 1875 w 2254"/>
                  <a:gd name="connsiteY39-35790" fmla="*/ 490 h 4213"/>
                  <a:gd name="connsiteX40-35791" fmla="*/ 2095 w 2254"/>
                  <a:gd name="connsiteY40-35792" fmla="*/ 479 h 4213"/>
                  <a:gd name="connsiteX41-35793" fmla="*/ 2155 w 2254"/>
                  <a:gd name="connsiteY41-35794" fmla="*/ 648 h 4213"/>
                  <a:gd name="connsiteX42-35795" fmla="*/ 2073 w 2254"/>
                  <a:gd name="connsiteY42-35796" fmla="*/ 944 h 4213"/>
                  <a:gd name="connsiteX43-35797" fmla="*/ 2073 w 2254"/>
                  <a:gd name="connsiteY43-35798" fmla="*/ 1022 h 4213"/>
                  <a:gd name="connsiteX44-35799" fmla="*/ 2142 w 2254"/>
                  <a:gd name="connsiteY44-35800" fmla="*/ 1168 h 4213"/>
                  <a:gd name="connsiteX45-35801" fmla="*/ 2157 w 2254"/>
                  <a:gd name="connsiteY45-35802" fmla="*/ 1427 h 4213"/>
                  <a:gd name="connsiteX46-35803" fmla="*/ 2159 w 2254"/>
                  <a:gd name="connsiteY46-35804" fmla="*/ 1617 h 4213"/>
                  <a:gd name="connsiteX47-35805" fmla="*/ 2092 w 2254"/>
                  <a:gd name="connsiteY47-35806" fmla="*/ 1625 h 4213"/>
                  <a:gd name="connsiteX48-35807" fmla="*/ 2070 w 2254"/>
                  <a:gd name="connsiteY48-35808" fmla="*/ 1507 h 4213"/>
                  <a:gd name="connsiteX49-35809" fmla="*/ 2035 w 2254"/>
                  <a:gd name="connsiteY49-35810" fmla="*/ 1450 h 4213"/>
                  <a:gd name="connsiteX50-35811" fmla="*/ 1945 w 2254"/>
                  <a:gd name="connsiteY50-35812" fmla="*/ 1582 h 4213"/>
                  <a:gd name="connsiteX51-35813" fmla="*/ 1832 w 2254"/>
                  <a:gd name="connsiteY51-35814" fmla="*/ 1776 h 4213"/>
                  <a:gd name="connsiteX52-35815" fmla="*/ 1713 w 2254"/>
                  <a:gd name="connsiteY52-35816" fmla="*/ 1904 h 4213"/>
                  <a:gd name="connsiteX53-35817" fmla="*/ 1706 w 2254"/>
                  <a:gd name="connsiteY53-35818" fmla="*/ 2018 h 4213"/>
                  <a:gd name="connsiteX54-35819" fmla="*/ 1766 w 2254"/>
                  <a:gd name="connsiteY54-35820" fmla="*/ 2115 h 4213"/>
                  <a:gd name="connsiteX55-35821" fmla="*/ 1868 w 2254"/>
                  <a:gd name="connsiteY55-35822" fmla="*/ 2183 h 4213"/>
                  <a:gd name="connsiteX56-35823" fmla="*/ 1945 w 2254"/>
                  <a:gd name="connsiteY56-35824" fmla="*/ 2178 h 4213"/>
                  <a:gd name="connsiteX57-35825" fmla="*/ 1990 w 2254"/>
                  <a:gd name="connsiteY57-35826" fmla="*/ 2104 h 4213"/>
                  <a:gd name="connsiteX58-35827" fmla="*/ 2024 w 2254"/>
                  <a:gd name="connsiteY58-35828" fmla="*/ 2210 h 4213"/>
                  <a:gd name="connsiteX59-35829" fmla="*/ 1912 w 2254"/>
                  <a:gd name="connsiteY59-35830" fmla="*/ 2249 h 4213"/>
                  <a:gd name="connsiteX60-35831" fmla="*/ 1959 w 2254"/>
                  <a:gd name="connsiteY60-35832" fmla="*/ 2362 h 4213"/>
                  <a:gd name="connsiteX61-35833" fmla="*/ 1824 w 2254"/>
                  <a:gd name="connsiteY61-35834" fmla="*/ 2509 h 4213"/>
                  <a:gd name="connsiteX62-35835" fmla="*/ 1783 w 2254"/>
                  <a:gd name="connsiteY62-35836" fmla="*/ 2498 h 4213"/>
                  <a:gd name="connsiteX63-35837" fmla="*/ 1659 w 2254"/>
                  <a:gd name="connsiteY63-35838" fmla="*/ 2413 h 4213"/>
                  <a:gd name="connsiteX64-35839" fmla="*/ 1604 w 2254"/>
                  <a:gd name="connsiteY64-35840" fmla="*/ 2412 h 4213"/>
                  <a:gd name="connsiteX65-35841" fmla="*/ 1569 w 2254"/>
                  <a:gd name="connsiteY65-35842" fmla="*/ 2480 h 4213"/>
                  <a:gd name="connsiteX66-35843" fmla="*/ 1572 w 2254"/>
                  <a:gd name="connsiteY66-35844" fmla="*/ 2562 h 4213"/>
                  <a:gd name="connsiteX67-35845" fmla="*/ 1750 w 2254"/>
                  <a:gd name="connsiteY67-35846" fmla="*/ 2730 h 4213"/>
                  <a:gd name="connsiteX68-35847" fmla="*/ 1749 w 2254"/>
                  <a:gd name="connsiteY68-35848" fmla="*/ 2844 h 4213"/>
                  <a:gd name="connsiteX69-35849" fmla="*/ 1840 w 2254"/>
                  <a:gd name="connsiteY69-35850" fmla="*/ 3060 h 4213"/>
                  <a:gd name="connsiteX70-35851" fmla="*/ 1866 w 2254"/>
                  <a:gd name="connsiteY70-35852" fmla="*/ 3090 h 4213"/>
                  <a:gd name="connsiteX71-35853" fmla="*/ 1910 w 2254"/>
                  <a:gd name="connsiteY71-35854" fmla="*/ 3094 h 4213"/>
                  <a:gd name="connsiteX72-35855" fmla="*/ 1956 w 2254"/>
                  <a:gd name="connsiteY72-35856" fmla="*/ 3010 h 4213"/>
                  <a:gd name="connsiteX73-35857" fmla="*/ 2036 w 2254"/>
                  <a:gd name="connsiteY73-35858" fmla="*/ 2950 h 4213"/>
                  <a:gd name="connsiteX74-35859" fmla="*/ 2131 w 2254"/>
                  <a:gd name="connsiteY74-35860" fmla="*/ 3126 h 4213"/>
                  <a:gd name="connsiteX75-35861" fmla="*/ 2241 w 2254"/>
                  <a:gd name="connsiteY75-35862" fmla="*/ 3312 h 4213"/>
                  <a:gd name="connsiteX76-35863" fmla="*/ 2254 w 2254"/>
                  <a:gd name="connsiteY76-35864" fmla="*/ 3342 h 4213"/>
                  <a:gd name="connsiteX77-35865" fmla="*/ 2243 w 2254"/>
                  <a:gd name="connsiteY77-35866" fmla="*/ 3518 h 4213"/>
                  <a:gd name="connsiteX78-35867" fmla="*/ 2208 w 2254"/>
                  <a:gd name="connsiteY78-35868" fmla="*/ 3554 h 4213"/>
                  <a:gd name="connsiteX79-35869" fmla="*/ 2119 w 2254"/>
                  <a:gd name="connsiteY79-35870" fmla="*/ 3515 h 4213"/>
                  <a:gd name="connsiteX80-35871" fmla="*/ 1885 w 2254"/>
                  <a:gd name="connsiteY80-35872" fmla="*/ 3644 h 4213"/>
                  <a:gd name="connsiteX81-35873" fmla="*/ 1859 w 2254"/>
                  <a:gd name="connsiteY81-35874" fmla="*/ 3666 h 4213"/>
                  <a:gd name="connsiteX82-35875" fmla="*/ 1679 w 2254"/>
                  <a:gd name="connsiteY82-35876" fmla="*/ 3812 h 4213"/>
                  <a:gd name="connsiteX83-35877" fmla="*/ 1538 w 2254"/>
                  <a:gd name="connsiteY83-35878" fmla="*/ 3926 h 4213"/>
                  <a:gd name="connsiteX84-35879" fmla="*/ 1503 w 2254"/>
                  <a:gd name="connsiteY84-35880" fmla="*/ 3965 h 4213"/>
                  <a:gd name="connsiteX85-35881" fmla="*/ 1451 w 2254"/>
                  <a:gd name="connsiteY85-35882" fmla="*/ 3973 h 4213"/>
                  <a:gd name="connsiteX86-35883" fmla="*/ 1394 w 2254"/>
                  <a:gd name="connsiteY86-35884" fmla="*/ 3916 h 4213"/>
                  <a:gd name="connsiteX87-35885" fmla="*/ 1270 w 2254"/>
                  <a:gd name="connsiteY87-35886" fmla="*/ 3808 h 4213"/>
                  <a:gd name="connsiteX88-35887" fmla="*/ 1294 w 2254"/>
                  <a:gd name="connsiteY88-35888" fmla="*/ 4064 h 4213"/>
                  <a:gd name="connsiteX89-35889" fmla="*/ 1303 w 2254"/>
                  <a:gd name="connsiteY89-35890" fmla="*/ 4192 h 4213"/>
                  <a:gd name="connsiteX90-35891" fmla="*/ 1041 w 2254"/>
                  <a:gd name="connsiteY90-35892" fmla="*/ 4166 h 4213"/>
                  <a:gd name="connsiteX91-35893" fmla="*/ 959 w 2254"/>
                  <a:gd name="connsiteY91-35894" fmla="*/ 3987 h 4213"/>
                  <a:gd name="connsiteX92-35895" fmla="*/ 877 w 2254"/>
                  <a:gd name="connsiteY92-35896" fmla="*/ 3802 h 4213"/>
                  <a:gd name="connsiteX93-35897" fmla="*/ 798 w 2254"/>
                  <a:gd name="connsiteY93-35898" fmla="*/ 3734 h 4213"/>
                  <a:gd name="connsiteX94-35899" fmla="*/ 839 w 2254"/>
                  <a:gd name="connsiteY94-35900" fmla="*/ 3590 h 4213"/>
                  <a:gd name="connsiteX95-35901" fmla="*/ 849 w 2254"/>
                  <a:gd name="connsiteY95-35902" fmla="*/ 3584 h 4213"/>
                  <a:gd name="connsiteX96-35903" fmla="*/ 891 w 2254"/>
                  <a:gd name="connsiteY96-35904" fmla="*/ 3459 h 4213"/>
                  <a:gd name="connsiteX97-35905" fmla="*/ 932 w 2254"/>
                  <a:gd name="connsiteY97-35906" fmla="*/ 3195 h 4213"/>
                  <a:gd name="connsiteX98-35907" fmla="*/ 968 w 2254"/>
                  <a:gd name="connsiteY98-35908" fmla="*/ 2962 h 4213"/>
                  <a:gd name="connsiteX99-35909" fmla="*/ 1068 w 2254"/>
                  <a:gd name="connsiteY99-35910" fmla="*/ 2333 h 4213"/>
                  <a:gd name="connsiteX0-35911" fmla="*/ 1068 w 2254"/>
                  <a:gd name="connsiteY0-35912" fmla="*/ 2333 h 4213"/>
                  <a:gd name="connsiteX1-35913" fmla="*/ 1066 w 2254"/>
                  <a:gd name="connsiteY1-35914" fmla="*/ 2117 h 4213"/>
                  <a:gd name="connsiteX2-35915" fmla="*/ 990 w 2254"/>
                  <a:gd name="connsiteY2-35916" fmla="*/ 2039 h 4213"/>
                  <a:gd name="connsiteX3-35917" fmla="*/ 847 w 2254"/>
                  <a:gd name="connsiteY3-35918" fmla="*/ 1951 h 4213"/>
                  <a:gd name="connsiteX4-35919" fmla="*/ 755 w 2254"/>
                  <a:gd name="connsiteY4-35920" fmla="*/ 1827 h 4213"/>
                  <a:gd name="connsiteX5-35921" fmla="*/ 659 w 2254"/>
                  <a:gd name="connsiteY5-35922" fmla="*/ 1828 h 4213"/>
                  <a:gd name="connsiteX6-35923" fmla="*/ 614 w 2254"/>
                  <a:gd name="connsiteY6-35924" fmla="*/ 1883 h 4213"/>
                  <a:gd name="connsiteX7-35925" fmla="*/ 521 w 2254"/>
                  <a:gd name="connsiteY7-35926" fmla="*/ 1877 h 4213"/>
                  <a:gd name="connsiteX8-35927" fmla="*/ 501 w 2254"/>
                  <a:gd name="connsiteY8-35928" fmla="*/ 1994 h 4213"/>
                  <a:gd name="connsiteX9-35929" fmla="*/ 320 w 2254"/>
                  <a:gd name="connsiteY9-35930" fmla="*/ 1941 h 4213"/>
                  <a:gd name="connsiteX10-35931" fmla="*/ 237 w 2254"/>
                  <a:gd name="connsiteY10-35932" fmla="*/ 1939 h 4213"/>
                  <a:gd name="connsiteX11-35933" fmla="*/ 112 w 2254"/>
                  <a:gd name="connsiteY11-35934" fmla="*/ 2014 h 4213"/>
                  <a:gd name="connsiteX12-35935" fmla="*/ 0 w 2254"/>
                  <a:gd name="connsiteY12-35936" fmla="*/ 1890 h 4213"/>
                  <a:gd name="connsiteX13-35937" fmla="*/ 94 w 2254"/>
                  <a:gd name="connsiteY13-35938" fmla="*/ 1804 h 4213"/>
                  <a:gd name="connsiteX14-35939" fmla="*/ 98 w 2254"/>
                  <a:gd name="connsiteY14-35940" fmla="*/ 1634 h 4213"/>
                  <a:gd name="connsiteX15-35941" fmla="*/ 153 w 2254"/>
                  <a:gd name="connsiteY15-35942" fmla="*/ 1514 h 4213"/>
                  <a:gd name="connsiteX16-35943" fmla="*/ 196 w 2254"/>
                  <a:gd name="connsiteY16-35944" fmla="*/ 1306 h 4213"/>
                  <a:gd name="connsiteX17-35945" fmla="*/ 256 w 2254"/>
                  <a:gd name="connsiteY17-35946" fmla="*/ 1307 h 4213"/>
                  <a:gd name="connsiteX18-35947" fmla="*/ 579 w 2254"/>
                  <a:gd name="connsiteY18-35948" fmla="*/ 1286 h 4213"/>
                  <a:gd name="connsiteX19-35949" fmla="*/ 753 w 2254"/>
                  <a:gd name="connsiteY19-35950" fmla="*/ 1117 h 4213"/>
                  <a:gd name="connsiteX20-35951" fmla="*/ 822 w 2254"/>
                  <a:gd name="connsiteY20-35952" fmla="*/ 748 h 4213"/>
                  <a:gd name="connsiteX21-35953" fmla="*/ 932 w 2254"/>
                  <a:gd name="connsiteY21-35954" fmla="*/ 486 h 4213"/>
                  <a:gd name="connsiteX22-35955" fmla="*/ 930 w 2254"/>
                  <a:gd name="connsiteY22-35956" fmla="*/ 358 h 4213"/>
                  <a:gd name="connsiteX23-35957" fmla="*/ 917 w 2254"/>
                  <a:gd name="connsiteY23-35958" fmla="*/ 328 h 4213"/>
                  <a:gd name="connsiteX24-35959" fmla="*/ 850 w 2254"/>
                  <a:gd name="connsiteY24-35960" fmla="*/ 251 h 4213"/>
                  <a:gd name="connsiteX25-35961" fmla="*/ 790 w 2254"/>
                  <a:gd name="connsiteY25-35962" fmla="*/ 217 h 4213"/>
                  <a:gd name="connsiteX26-35963" fmla="*/ 915 w 2254"/>
                  <a:gd name="connsiteY26-35964" fmla="*/ 56 h 4213"/>
                  <a:gd name="connsiteX27-35965" fmla="*/ 1088 w 2254"/>
                  <a:gd name="connsiteY27-35966" fmla="*/ 2 h 4213"/>
                  <a:gd name="connsiteX28-35967" fmla="*/ 1120 w 2254"/>
                  <a:gd name="connsiteY28-35968" fmla="*/ 49 h 4213"/>
                  <a:gd name="connsiteX29-35969" fmla="*/ 1110 w 2254"/>
                  <a:gd name="connsiteY29-35970" fmla="*/ 133 h 4213"/>
                  <a:gd name="connsiteX30-35971" fmla="*/ 1049 w 2254"/>
                  <a:gd name="connsiteY30-35972" fmla="*/ 243 h 4213"/>
                  <a:gd name="connsiteX31-35973" fmla="*/ 1119 w 2254"/>
                  <a:gd name="connsiteY31-35974" fmla="*/ 301 h 4213"/>
                  <a:gd name="connsiteX32-35975" fmla="*/ 1233 w 2254"/>
                  <a:gd name="connsiteY32-35976" fmla="*/ 366 h 4213"/>
                  <a:gd name="connsiteX33-35977" fmla="*/ 1253 w 2254"/>
                  <a:gd name="connsiteY33-35978" fmla="*/ 255 h 4213"/>
                  <a:gd name="connsiteX34-35979" fmla="*/ 1387 w 2254"/>
                  <a:gd name="connsiteY34-35980" fmla="*/ 291 h 4213"/>
                  <a:gd name="connsiteX35-35981" fmla="*/ 1412 w 2254"/>
                  <a:gd name="connsiteY35-35982" fmla="*/ 331 h 4213"/>
                  <a:gd name="connsiteX36-35983" fmla="*/ 1488 w 2254"/>
                  <a:gd name="connsiteY36-35984" fmla="*/ 562 h 4213"/>
                  <a:gd name="connsiteX37-35985" fmla="*/ 1523 w 2254"/>
                  <a:gd name="connsiteY37-35986" fmla="*/ 586 h 4213"/>
                  <a:gd name="connsiteX38-35987" fmla="*/ 1615 w 2254"/>
                  <a:gd name="connsiteY38-35988" fmla="*/ 578 h 4213"/>
                  <a:gd name="connsiteX39-35989" fmla="*/ 1875 w 2254"/>
                  <a:gd name="connsiteY39-35990" fmla="*/ 490 h 4213"/>
                  <a:gd name="connsiteX40-35991" fmla="*/ 2095 w 2254"/>
                  <a:gd name="connsiteY40-35992" fmla="*/ 479 h 4213"/>
                  <a:gd name="connsiteX41-35993" fmla="*/ 2155 w 2254"/>
                  <a:gd name="connsiteY41-35994" fmla="*/ 648 h 4213"/>
                  <a:gd name="connsiteX42-35995" fmla="*/ 2073 w 2254"/>
                  <a:gd name="connsiteY42-35996" fmla="*/ 944 h 4213"/>
                  <a:gd name="connsiteX43-35997" fmla="*/ 2073 w 2254"/>
                  <a:gd name="connsiteY43-35998" fmla="*/ 1022 h 4213"/>
                  <a:gd name="connsiteX44-35999" fmla="*/ 2142 w 2254"/>
                  <a:gd name="connsiteY44-36000" fmla="*/ 1168 h 4213"/>
                  <a:gd name="connsiteX45-36001" fmla="*/ 2157 w 2254"/>
                  <a:gd name="connsiteY45-36002" fmla="*/ 1427 h 4213"/>
                  <a:gd name="connsiteX46-36003" fmla="*/ 2159 w 2254"/>
                  <a:gd name="connsiteY46-36004" fmla="*/ 1617 h 4213"/>
                  <a:gd name="connsiteX47-36005" fmla="*/ 2092 w 2254"/>
                  <a:gd name="connsiteY47-36006" fmla="*/ 1625 h 4213"/>
                  <a:gd name="connsiteX48-36007" fmla="*/ 2070 w 2254"/>
                  <a:gd name="connsiteY48-36008" fmla="*/ 1507 h 4213"/>
                  <a:gd name="connsiteX49-36009" fmla="*/ 2035 w 2254"/>
                  <a:gd name="connsiteY49-36010" fmla="*/ 1450 h 4213"/>
                  <a:gd name="connsiteX50-36011" fmla="*/ 1945 w 2254"/>
                  <a:gd name="connsiteY50-36012" fmla="*/ 1582 h 4213"/>
                  <a:gd name="connsiteX51-36013" fmla="*/ 1832 w 2254"/>
                  <a:gd name="connsiteY51-36014" fmla="*/ 1776 h 4213"/>
                  <a:gd name="connsiteX52-36015" fmla="*/ 1713 w 2254"/>
                  <a:gd name="connsiteY52-36016" fmla="*/ 1904 h 4213"/>
                  <a:gd name="connsiteX53-36017" fmla="*/ 1706 w 2254"/>
                  <a:gd name="connsiteY53-36018" fmla="*/ 2018 h 4213"/>
                  <a:gd name="connsiteX54-36019" fmla="*/ 1766 w 2254"/>
                  <a:gd name="connsiteY54-36020" fmla="*/ 2115 h 4213"/>
                  <a:gd name="connsiteX55-36021" fmla="*/ 1868 w 2254"/>
                  <a:gd name="connsiteY55-36022" fmla="*/ 2183 h 4213"/>
                  <a:gd name="connsiteX56-36023" fmla="*/ 1945 w 2254"/>
                  <a:gd name="connsiteY56-36024" fmla="*/ 2178 h 4213"/>
                  <a:gd name="connsiteX57-36025" fmla="*/ 1990 w 2254"/>
                  <a:gd name="connsiteY57-36026" fmla="*/ 2104 h 4213"/>
                  <a:gd name="connsiteX58-36027" fmla="*/ 2024 w 2254"/>
                  <a:gd name="connsiteY58-36028" fmla="*/ 2210 h 4213"/>
                  <a:gd name="connsiteX59-36029" fmla="*/ 1912 w 2254"/>
                  <a:gd name="connsiteY59-36030" fmla="*/ 2249 h 4213"/>
                  <a:gd name="connsiteX60-36031" fmla="*/ 1959 w 2254"/>
                  <a:gd name="connsiteY60-36032" fmla="*/ 2362 h 4213"/>
                  <a:gd name="connsiteX61-36033" fmla="*/ 1824 w 2254"/>
                  <a:gd name="connsiteY61-36034" fmla="*/ 2509 h 4213"/>
                  <a:gd name="connsiteX62-36035" fmla="*/ 1783 w 2254"/>
                  <a:gd name="connsiteY62-36036" fmla="*/ 2498 h 4213"/>
                  <a:gd name="connsiteX63-36037" fmla="*/ 1659 w 2254"/>
                  <a:gd name="connsiteY63-36038" fmla="*/ 2413 h 4213"/>
                  <a:gd name="connsiteX64-36039" fmla="*/ 1604 w 2254"/>
                  <a:gd name="connsiteY64-36040" fmla="*/ 2412 h 4213"/>
                  <a:gd name="connsiteX65-36041" fmla="*/ 1569 w 2254"/>
                  <a:gd name="connsiteY65-36042" fmla="*/ 2480 h 4213"/>
                  <a:gd name="connsiteX66-36043" fmla="*/ 1572 w 2254"/>
                  <a:gd name="connsiteY66-36044" fmla="*/ 2562 h 4213"/>
                  <a:gd name="connsiteX67-36045" fmla="*/ 1750 w 2254"/>
                  <a:gd name="connsiteY67-36046" fmla="*/ 2730 h 4213"/>
                  <a:gd name="connsiteX68-36047" fmla="*/ 1749 w 2254"/>
                  <a:gd name="connsiteY68-36048" fmla="*/ 2844 h 4213"/>
                  <a:gd name="connsiteX69-36049" fmla="*/ 1840 w 2254"/>
                  <a:gd name="connsiteY69-36050" fmla="*/ 3060 h 4213"/>
                  <a:gd name="connsiteX70-36051" fmla="*/ 1866 w 2254"/>
                  <a:gd name="connsiteY70-36052" fmla="*/ 3090 h 4213"/>
                  <a:gd name="connsiteX71-36053" fmla="*/ 1910 w 2254"/>
                  <a:gd name="connsiteY71-36054" fmla="*/ 3094 h 4213"/>
                  <a:gd name="connsiteX72-36055" fmla="*/ 1956 w 2254"/>
                  <a:gd name="connsiteY72-36056" fmla="*/ 3010 h 4213"/>
                  <a:gd name="connsiteX73-36057" fmla="*/ 2036 w 2254"/>
                  <a:gd name="connsiteY73-36058" fmla="*/ 2950 h 4213"/>
                  <a:gd name="connsiteX74-36059" fmla="*/ 2131 w 2254"/>
                  <a:gd name="connsiteY74-36060" fmla="*/ 3126 h 4213"/>
                  <a:gd name="connsiteX75-36061" fmla="*/ 2241 w 2254"/>
                  <a:gd name="connsiteY75-36062" fmla="*/ 3312 h 4213"/>
                  <a:gd name="connsiteX76-36063" fmla="*/ 2254 w 2254"/>
                  <a:gd name="connsiteY76-36064" fmla="*/ 3342 h 4213"/>
                  <a:gd name="connsiteX77-36065" fmla="*/ 2243 w 2254"/>
                  <a:gd name="connsiteY77-36066" fmla="*/ 3518 h 4213"/>
                  <a:gd name="connsiteX78-36067" fmla="*/ 2208 w 2254"/>
                  <a:gd name="connsiteY78-36068" fmla="*/ 3554 h 4213"/>
                  <a:gd name="connsiteX79-36069" fmla="*/ 2119 w 2254"/>
                  <a:gd name="connsiteY79-36070" fmla="*/ 3515 h 4213"/>
                  <a:gd name="connsiteX80-36071" fmla="*/ 1885 w 2254"/>
                  <a:gd name="connsiteY80-36072" fmla="*/ 3644 h 4213"/>
                  <a:gd name="connsiteX81-36073" fmla="*/ 1859 w 2254"/>
                  <a:gd name="connsiteY81-36074" fmla="*/ 3666 h 4213"/>
                  <a:gd name="connsiteX82-36075" fmla="*/ 1679 w 2254"/>
                  <a:gd name="connsiteY82-36076" fmla="*/ 3812 h 4213"/>
                  <a:gd name="connsiteX83-36077" fmla="*/ 1538 w 2254"/>
                  <a:gd name="connsiteY83-36078" fmla="*/ 3926 h 4213"/>
                  <a:gd name="connsiteX84-36079" fmla="*/ 1503 w 2254"/>
                  <a:gd name="connsiteY84-36080" fmla="*/ 3965 h 4213"/>
                  <a:gd name="connsiteX85-36081" fmla="*/ 1451 w 2254"/>
                  <a:gd name="connsiteY85-36082" fmla="*/ 3973 h 4213"/>
                  <a:gd name="connsiteX86-36083" fmla="*/ 1394 w 2254"/>
                  <a:gd name="connsiteY86-36084" fmla="*/ 3916 h 4213"/>
                  <a:gd name="connsiteX87-36085" fmla="*/ 1270 w 2254"/>
                  <a:gd name="connsiteY87-36086" fmla="*/ 3808 h 4213"/>
                  <a:gd name="connsiteX88-36087" fmla="*/ 1294 w 2254"/>
                  <a:gd name="connsiteY88-36088" fmla="*/ 4064 h 4213"/>
                  <a:gd name="connsiteX89-36089" fmla="*/ 1303 w 2254"/>
                  <a:gd name="connsiteY89-36090" fmla="*/ 4192 h 4213"/>
                  <a:gd name="connsiteX90-36091" fmla="*/ 1041 w 2254"/>
                  <a:gd name="connsiteY90-36092" fmla="*/ 4166 h 4213"/>
                  <a:gd name="connsiteX91-36093" fmla="*/ 959 w 2254"/>
                  <a:gd name="connsiteY91-36094" fmla="*/ 3987 h 4213"/>
                  <a:gd name="connsiteX92-36095" fmla="*/ 877 w 2254"/>
                  <a:gd name="connsiteY92-36096" fmla="*/ 3802 h 4213"/>
                  <a:gd name="connsiteX93-36097" fmla="*/ 798 w 2254"/>
                  <a:gd name="connsiteY93-36098" fmla="*/ 3734 h 4213"/>
                  <a:gd name="connsiteX94-36099" fmla="*/ 839 w 2254"/>
                  <a:gd name="connsiteY94-36100" fmla="*/ 3590 h 4213"/>
                  <a:gd name="connsiteX95-36101" fmla="*/ 849 w 2254"/>
                  <a:gd name="connsiteY95-36102" fmla="*/ 3584 h 4213"/>
                  <a:gd name="connsiteX96-36103" fmla="*/ 891 w 2254"/>
                  <a:gd name="connsiteY96-36104" fmla="*/ 3459 h 4213"/>
                  <a:gd name="connsiteX97-36105" fmla="*/ 932 w 2254"/>
                  <a:gd name="connsiteY97-36106" fmla="*/ 3195 h 4213"/>
                  <a:gd name="connsiteX98-36107" fmla="*/ 968 w 2254"/>
                  <a:gd name="connsiteY98-36108" fmla="*/ 2962 h 4213"/>
                  <a:gd name="connsiteX99-36109" fmla="*/ 1068 w 2254"/>
                  <a:gd name="connsiteY99-36110" fmla="*/ 2333 h 4213"/>
                  <a:gd name="connsiteX0-36111" fmla="*/ 1068 w 2254"/>
                  <a:gd name="connsiteY0-36112" fmla="*/ 2333 h 4213"/>
                  <a:gd name="connsiteX1-36113" fmla="*/ 1066 w 2254"/>
                  <a:gd name="connsiteY1-36114" fmla="*/ 2117 h 4213"/>
                  <a:gd name="connsiteX2-36115" fmla="*/ 990 w 2254"/>
                  <a:gd name="connsiteY2-36116" fmla="*/ 2039 h 4213"/>
                  <a:gd name="connsiteX3-36117" fmla="*/ 847 w 2254"/>
                  <a:gd name="connsiteY3-36118" fmla="*/ 1951 h 4213"/>
                  <a:gd name="connsiteX4-36119" fmla="*/ 755 w 2254"/>
                  <a:gd name="connsiteY4-36120" fmla="*/ 1827 h 4213"/>
                  <a:gd name="connsiteX5-36121" fmla="*/ 659 w 2254"/>
                  <a:gd name="connsiteY5-36122" fmla="*/ 1828 h 4213"/>
                  <a:gd name="connsiteX6-36123" fmla="*/ 614 w 2254"/>
                  <a:gd name="connsiteY6-36124" fmla="*/ 1883 h 4213"/>
                  <a:gd name="connsiteX7-36125" fmla="*/ 521 w 2254"/>
                  <a:gd name="connsiteY7-36126" fmla="*/ 1877 h 4213"/>
                  <a:gd name="connsiteX8-36127" fmla="*/ 501 w 2254"/>
                  <a:gd name="connsiteY8-36128" fmla="*/ 1994 h 4213"/>
                  <a:gd name="connsiteX9-36129" fmla="*/ 320 w 2254"/>
                  <a:gd name="connsiteY9-36130" fmla="*/ 1941 h 4213"/>
                  <a:gd name="connsiteX10-36131" fmla="*/ 237 w 2254"/>
                  <a:gd name="connsiteY10-36132" fmla="*/ 1939 h 4213"/>
                  <a:gd name="connsiteX11-36133" fmla="*/ 112 w 2254"/>
                  <a:gd name="connsiteY11-36134" fmla="*/ 2014 h 4213"/>
                  <a:gd name="connsiteX12-36135" fmla="*/ 0 w 2254"/>
                  <a:gd name="connsiteY12-36136" fmla="*/ 1890 h 4213"/>
                  <a:gd name="connsiteX13-36137" fmla="*/ 94 w 2254"/>
                  <a:gd name="connsiteY13-36138" fmla="*/ 1804 h 4213"/>
                  <a:gd name="connsiteX14-36139" fmla="*/ 98 w 2254"/>
                  <a:gd name="connsiteY14-36140" fmla="*/ 1634 h 4213"/>
                  <a:gd name="connsiteX15-36141" fmla="*/ 153 w 2254"/>
                  <a:gd name="connsiteY15-36142" fmla="*/ 1514 h 4213"/>
                  <a:gd name="connsiteX16-36143" fmla="*/ 196 w 2254"/>
                  <a:gd name="connsiteY16-36144" fmla="*/ 1306 h 4213"/>
                  <a:gd name="connsiteX17-36145" fmla="*/ 256 w 2254"/>
                  <a:gd name="connsiteY17-36146" fmla="*/ 1307 h 4213"/>
                  <a:gd name="connsiteX18-36147" fmla="*/ 579 w 2254"/>
                  <a:gd name="connsiteY18-36148" fmla="*/ 1286 h 4213"/>
                  <a:gd name="connsiteX19-36149" fmla="*/ 753 w 2254"/>
                  <a:gd name="connsiteY19-36150" fmla="*/ 1117 h 4213"/>
                  <a:gd name="connsiteX20-36151" fmla="*/ 822 w 2254"/>
                  <a:gd name="connsiteY20-36152" fmla="*/ 748 h 4213"/>
                  <a:gd name="connsiteX21-36153" fmla="*/ 932 w 2254"/>
                  <a:gd name="connsiteY21-36154" fmla="*/ 486 h 4213"/>
                  <a:gd name="connsiteX22-36155" fmla="*/ 930 w 2254"/>
                  <a:gd name="connsiteY22-36156" fmla="*/ 358 h 4213"/>
                  <a:gd name="connsiteX23-36157" fmla="*/ 917 w 2254"/>
                  <a:gd name="connsiteY23-36158" fmla="*/ 328 h 4213"/>
                  <a:gd name="connsiteX24-36159" fmla="*/ 850 w 2254"/>
                  <a:gd name="connsiteY24-36160" fmla="*/ 251 h 4213"/>
                  <a:gd name="connsiteX25-36161" fmla="*/ 790 w 2254"/>
                  <a:gd name="connsiteY25-36162" fmla="*/ 217 h 4213"/>
                  <a:gd name="connsiteX26-36163" fmla="*/ 915 w 2254"/>
                  <a:gd name="connsiteY26-36164" fmla="*/ 56 h 4213"/>
                  <a:gd name="connsiteX27-36165" fmla="*/ 1088 w 2254"/>
                  <a:gd name="connsiteY27-36166" fmla="*/ 2 h 4213"/>
                  <a:gd name="connsiteX28-36167" fmla="*/ 1120 w 2254"/>
                  <a:gd name="connsiteY28-36168" fmla="*/ 49 h 4213"/>
                  <a:gd name="connsiteX29-36169" fmla="*/ 1110 w 2254"/>
                  <a:gd name="connsiteY29-36170" fmla="*/ 133 h 4213"/>
                  <a:gd name="connsiteX30-36171" fmla="*/ 1049 w 2254"/>
                  <a:gd name="connsiteY30-36172" fmla="*/ 243 h 4213"/>
                  <a:gd name="connsiteX31-36173" fmla="*/ 1119 w 2254"/>
                  <a:gd name="connsiteY31-36174" fmla="*/ 301 h 4213"/>
                  <a:gd name="connsiteX32-36175" fmla="*/ 1233 w 2254"/>
                  <a:gd name="connsiteY32-36176" fmla="*/ 366 h 4213"/>
                  <a:gd name="connsiteX33-36177" fmla="*/ 1253 w 2254"/>
                  <a:gd name="connsiteY33-36178" fmla="*/ 255 h 4213"/>
                  <a:gd name="connsiteX34-36179" fmla="*/ 1387 w 2254"/>
                  <a:gd name="connsiteY34-36180" fmla="*/ 291 h 4213"/>
                  <a:gd name="connsiteX35-36181" fmla="*/ 1412 w 2254"/>
                  <a:gd name="connsiteY35-36182" fmla="*/ 331 h 4213"/>
                  <a:gd name="connsiteX36-36183" fmla="*/ 1488 w 2254"/>
                  <a:gd name="connsiteY36-36184" fmla="*/ 562 h 4213"/>
                  <a:gd name="connsiteX37-36185" fmla="*/ 1523 w 2254"/>
                  <a:gd name="connsiteY37-36186" fmla="*/ 586 h 4213"/>
                  <a:gd name="connsiteX38-36187" fmla="*/ 1615 w 2254"/>
                  <a:gd name="connsiteY38-36188" fmla="*/ 578 h 4213"/>
                  <a:gd name="connsiteX39-36189" fmla="*/ 1875 w 2254"/>
                  <a:gd name="connsiteY39-36190" fmla="*/ 490 h 4213"/>
                  <a:gd name="connsiteX40-36191" fmla="*/ 2095 w 2254"/>
                  <a:gd name="connsiteY40-36192" fmla="*/ 479 h 4213"/>
                  <a:gd name="connsiteX41-36193" fmla="*/ 2155 w 2254"/>
                  <a:gd name="connsiteY41-36194" fmla="*/ 648 h 4213"/>
                  <a:gd name="connsiteX42-36195" fmla="*/ 2073 w 2254"/>
                  <a:gd name="connsiteY42-36196" fmla="*/ 944 h 4213"/>
                  <a:gd name="connsiteX43-36197" fmla="*/ 2073 w 2254"/>
                  <a:gd name="connsiteY43-36198" fmla="*/ 1022 h 4213"/>
                  <a:gd name="connsiteX44-36199" fmla="*/ 2142 w 2254"/>
                  <a:gd name="connsiteY44-36200" fmla="*/ 1168 h 4213"/>
                  <a:gd name="connsiteX45-36201" fmla="*/ 2157 w 2254"/>
                  <a:gd name="connsiteY45-36202" fmla="*/ 1427 h 4213"/>
                  <a:gd name="connsiteX46-36203" fmla="*/ 2159 w 2254"/>
                  <a:gd name="connsiteY46-36204" fmla="*/ 1617 h 4213"/>
                  <a:gd name="connsiteX47-36205" fmla="*/ 2092 w 2254"/>
                  <a:gd name="connsiteY47-36206" fmla="*/ 1625 h 4213"/>
                  <a:gd name="connsiteX48-36207" fmla="*/ 2070 w 2254"/>
                  <a:gd name="connsiteY48-36208" fmla="*/ 1507 h 4213"/>
                  <a:gd name="connsiteX49-36209" fmla="*/ 2035 w 2254"/>
                  <a:gd name="connsiteY49-36210" fmla="*/ 1450 h 4213"/>
                  <a:gd name="connsiteX50-36211" fmla="*/ 1945 w 2254"/>
                  <a:gd name="connsiteY50-36212" fmla="*/ 1582 h 4213"/>
                  <a:gd name="connsiteX51-36213" fmla="*/ 1832 w 2254"/>
                  <a:gd name="connsiteY51-36214" fmla="*/ 1776 h 4213"/>
                  <a:gd name="connsiteX52-36215" fmla="*/ 1713 w 2254"/>
                  <a:gd name="connsiteY52-36216" fmla="*/ 1904 h 4213"/>
                  <a:gd name="connsiteX53-36217" fmla="*/ 1706 w 2254"/>
                  <a:gd name="connsiteY53-36218" fmla="*/ 2018 h 4213"/>
                  <a:gd name="connsiteX54-36219" fmla="*/ 1766 w 2254"/>
                  <a:gd name="connsiteY54-36220" fmla="*/ 2115 h 4213"/>
                  <a:gd name="connsiteX55-36221" fmla="*/ 1868 w 2254"/>
                  <a:gd name="connsiteY55-36222" fmla="*/ 2183 h 4213"/>
                  <a:gd name="connsiteX56-36223" fmla="*/ 1945 w 2254"/>
                  <a:gd name="connsiteY56-36224" fmla="*/ 2178 h 4213"/>
                  <a:gd name="connsiteX57-36225" fmla="*/ 1990 w 2254"/>
                  <a:gd name="connsiteY57-36226" fmla="*/ 2104 h 4213"/>
                  <a:gd name="connsiteX58-36227" fmla="*/ 2024 w 2254"/>
                  <a:gd name="connsiteY58-36228" fmla="*/ 2210 h 4213"/>
                  <a:gd name="connsiteX59-36229" fmla="*/ 1912 w 2254"/>
                  <a:gd name="connsiteY59-36230" fmla="*/ 2249 h 4213"/>
                  <a:gd name="connsiteX60-36231" fmla="*/ 1959 w 2254"/>
                  <a:gd name="connsiteY60-36232" fmla="*/ 2362 h 4213"/>
                  <a:gd name="connsiteX61-36233" fmla="*/ 1824 w 2254"/>
                  <a:gd name="connsiteY61-36234" fmla="*/ 2509 h 4213"/>
                  <a:gd name="connsiteX62-36235" fmla="*/ 1783 w 2254"/>
                  <a:gd name="connsiteY62-36236" fmla="*/ 2498 h 4213"/>
                  <a:gd name="connsiteX63-36237" fmla="*/ 1659 w 2254"/>
                  <a:gd name="connsiteY63-36238" fmla="*/ 2413 h 4213"/>
                  <a:gd name="connsiteX64-36239" fmla="*/ 1604 w 2254"/>
                  <a:gd name="connsiteY64-36240" fmla="*/ 2412 h 4213"/>
                  <a:gd name="connsiteX65-36241" fmla="*/ 1569 w 2254"/>
                  <a:gd name="connsiteY65-36242" fmla="*/ 2480 h 4213"/>
                  <a:gd name="connsiteX66-36243" fmla="*/ 1572 w 2254"/>
                  <a:gd name="connsiteY66-36244" fmla="*/ 2562 h 4213"/>
                  <a:gd name="connsiteX67-36245" fmla="*/ 1750 w 2254"/>
                  <a:gd name="connsiteY67-36246" fmla="*/ 2730 h 4213"/>
                  <a:gd name="connsiteX68-36247" fmla="*/ 1749 w 2254"/>
                  <a:gd name="connsiteY68-36248" fmla="*/ 2844 h 4213"/>
                  <a:gd name="connsiteX69-36249" fmla="*/ 1840 w 2254"/>
                  <a:gd name="connsiteY69-36250" fmla="*/ 3060 h 4213"/>
                  <a:gd name="connsiteX70-36251" fmla="*/ 1866 w 2254"/>
                  <a:gd name="connsiteY70-36252" fmla="*/ 3090 h 4213"/>
                  <a:gd name="connsiteX71-36253" fmla="*/ 1910 w 2254"/>
                  <a:gd name="connsiteY71-36254" fmla="*/ 3094 h 4213"/>
                  <a:gd name="connsiteX72-36255" fmla="*/ 1956 w 2254"/>
                  <a:gd name="connsiteY72-36256" fmla="*/ 3010 h 4213"/>
                  <a:gd name="connsiteX73-36257" fmla="*/ 2036 w 2254"/>
                  <a:gd name="connsiteY73-36258" fmla="*/ 2950 h 4213"/>
                  <a:gd name="connsiteX74-36259" fmla="*/ 2131 w 2254"/>
                  <a:gd name="connsiteY74-36260" fmla="*/ 3126 h 4213"/>
                  <a:gd name="connsiteX75-36261" fmla="*/ 2241 w 2254"/>
                  <a:gd name="connsiteY75-36262" fmla="*/ 3312 h 4213"/>
                  <a:gd name="connsiteX76-36263" fmla="*/ 2254 w 2254"/>
                  <a:gd name="connsiteY76-36264" fmla="*/ 3342 h 4213"/>
                  <a:gd name="connsiteX77-36265" fmla="*/ 2243 w 2254"/>
                  <a:gd name="connsiteY77-36266" fmla="*/ 3518 h 4213"/>
                  <a:gd name="connsiteX78-36267" fmla="*/ 2208 w 2254"/>
                  <a:gd name="connsiteY78-36268" fmla="*/ 3554 h 4213"/>
                  <a:gd name="connsiteX79-36269" fmla="*/ 2119 w 2254"/>
                  <a:gd name="connsiteY79-36270" fmla="*/ 3515 h 4213"/>
                  <a:gd name="connsiteX80-36271" fmla="*/ 1885 w 2254"/>
                  <a:gd name="connsiteY80-36272" fmla="*/ 3644 h 4213"/>
                  <a:gd name="connsiteX81-36273" fmla="*/ 1859 w 2254"/>
                  <a:gd name="connsiteY81-36274" fmla="*/ 3666 h 4213"/>
                  <a:gd name="connsiteX82-36275" fmla="*/ 1679 w 2254"/>
                  <a:gd name="connsiteY82-36276" fmla="*/ 3812 h 4213"/>
                  <a:gd name="connsiteX83-36277" fmla="*/ 1538 w 2254"/>
                  <a:gd name="connsiteY83-36278" fmla="*/ 3926 h 4213"/>
                  <a:gd name="connsiteX84-36279" fmla="*/ 1503 w 2254"/>
                  <a:gd name="connsiteY84-36280" fmla="*/ 3965 h 4213"/>
                  <a:gd name="connsiteX85-36281" fmla="*/ 1451 w 2254"/>
                  <a:gd name="connsiteY85-36282" fmla="*/ 3973 h 4213"/>
                  <a:gd name="connsiteX86-36283" fmla="*/ 1394 w 2254"/>
                  <a:gd name="connsiteY86-36284" fmla="*/ 3916 h 4213"/>
                  <a:gd name="connsiteX87-36285" fmla="*/ 1270 w 2254"/>
                  <a:gd name="connsiteY87-36286" fmla="*/ 3808 h 4213"/>
                  <a:gd name="connsiteX88-36287" fmla="*/ 1294 w 2254"/>
                  <a:gd name="connsiteY88-36288" fmla="*/ 4064 h 4213"/>
                  <a:gd name="connsiteX89-36289" fmla="*/ 1303 w 2254"/>
                  <a:gd name="connsiteY89-36290" fmla="*/ 4192 h 4213"/>
                  <a:gd name="connsiteX90-36291" fmla="*/ 1041 w 2254"/>
                  <a:gd name="connsiteY90-36292" fmla="*/ 4166 h 4213"/>
                  <a:gd name="connsiteX91-36293" fmla="*/ 959 w 2254"/>
                  <a:gd name="connsiteY91-36294" fmla="*/ 3987 h 4213"/>
                  <a:gd name="connsiteX92-36295" fmla="*/ 877 w 2254"/>
                  <a:gd name="connsiteY92-36296" fmla="*/ 3802 h 4213"/>
                  <a:gd name="connsiteX93-36297" fmla="*/ 798 w 2254"/>
                  <a:gd name="connsiteY93-36298" fmla="*/ 3734 h 4213"/>
                  <a:gd name="connsiteX94-36299" fmla="*/ 839 w 2254"/>
                  <a:gd name="connsiteY94-36300" fmla="*/ 3590 h 4213"/>
                  <a:gd name="connsiteX95-36301" fmla="*/ 891 w 2254"/>
                  <a:gd name="connsiteY95-36302" fmla="*/ 3459 h 4213"/>
                  <a:gd name="connsiteX96-36303" fmla="*/ 932 w 2254"/>
                  <a:gd name="connsiteY96-36304" fmla="*/ 3195 h 4213"/>
                  <a:gd name="connsiteX97-36305" fmla="*/ 968 w 2254"/>
                  <a:gd name="connsiteY97-36306" fmla="*/ 2962 h 4213"/>
                  <a:gd name="connsiteX98-36307" fmla="*/ 1068 w 2254"/>
                  <a:gd name="connsiteY98-36308" fmla="*/ 2333 h 4213"/>
                  <a:gd name="connsiteX0-36309" fmla="*/ 1068 w 2254"/>
                  <a:gd name="connsiteY0-36310" fmla="*/ 2333 h 4213"/>
                  <a:gd name="connsiteX1-36311" fmla="*/ 1066 w 2254"/>
                  <a:gd name="connsiteY1-36312" fmla="*/ 2117 h 4213"/>
                  <a:gd name="connsiteX2-36313" fmla="*/ 990 w 2254"/>
                  <a:gd name="connsiteY2-36314" fmla="*/ 2039 h 4213"/>
                  <a:gd name="connsiteX3-36315" fmla="*/ 847 w 2254"/>
                  <a:gd name="connsiteY3-36316" fmla="*/ 1951 h 4213"/>
                  <a:gd name="connsiteX4-36317" fmla="*/ 755 w 2254"/>
                  <a:gd name="connsiteY4-36318" fmla="*/ 1827 h 4213"/>
                  <a:gd name="connsiteX5-36319" fmla="*/ 659 w 2254"/>
                  <a:gd name="connsiteY5-36320" fmla="*/ 1828 h 4213"/>
                  <a:gd name="connsiteX6-36321" fmla="*/ 614 w 2254"/>
                  <a:gd name="connsiteY6-36322" fmla="*/ 1883 h 4213"/>
                  <a:gd name="connsiteX7-36323" fmla="*/ 521 w 2254"/>
                  <a:gd name="connsiteY7-36324" fmla="*/ 1877 h 4213"/>
                  <a:gd name="connsiteX8-36325" fmla="*/ 501 w 2254"/>
                  <a:gd name="connsiteY8-36326" fmla="*/ 1994 h 4213"/>
                  <a:gd name="connsiteX9-36327" fmla="*/ 320 w 2254"/>
                  <a:gd name="connsiteY9-36328" fmla="*/ 1941 h 4213"/>
                  <a:gd name="connsiteX10-36329" fmla="*/ 237 w 2254"/>
                  <a:gd name="connsiteY10-36330" fmla="*/ 1939 h 4213"/>
                  <a:gd name="connsiteX11-36331" fmla="*/ 112 w 2254"/>
                  <a:gd name="connsiteY11-36332" fmla="*/ 2014 h 4213"/>
                  <a:gd name="connsiteX12-36333" fmla="*/ 0 w 2254"/>
                  <a:gd name="connsiteY12-36334" fmla="*/ 1890 h 4213"/>
                  <a:gd name="connsiteX13-36335" fmla="*/ 94 w 2254"/>
                  <a:gd name="connsiteY13-36336" fmla="*/ 1804 h 4213"/>
                  <a:gd name="connsiteX14-36337" fmla="*/ 98 w 2254"/>
                  <a:gd name="connsiteY14-36338" fmla="*/ 1634 h 4213"/>
                  <a:gd name="connsiteX15-36339" fmla="*/ 153 w 2254"/>
                  <a:gd name="connsiteY15-36340" fmla="*/ 1514 h 4213"/>
                  <a:gd name="connsiteX16-36341" fmla="*/ 196 w 2254"/>
                  <a:gd name="connsiteY16-36342" fmla="*/ 1306 h 4213"/>
                  <a:gd name="connsiteX17-36343" fmla="*/ 256 w 2254"/>
                  <a:gd name="connsiteY17-36344" fmla="*/ 1307 h 4213"/>
                  <a:gd name="connsiteX18-36345" fmla="*/ 579 w 2254"/>
                  <a:gd name="connsiteY18-36346" fmla="*/ 1286 h 4213"/>
                  <a:gd name="connsiteX19-36347" fmla="*/ 753 w 2254"/>
                  <a:gd name="connsiteY19-36348" fmla="*/ 1117 h 4213"/>
                  <a:gd name="connsiteX20-36349" fmla="*/ 822 w 2254"/>
                  <a:gd name="connsiteY20-36350" fmla="*/ 748 h 4213"/>
                  <a:gd name="connsiteX21-36351" fmla="*/ 932 w 2254"/>
                  <a:gd name="connsiteY21-36352" fmla="*/ 486 h 4213"/>
                  <a:gd name="connsiteX22-36353" fmla="*/ 930 w 2254"/>
                  <a:gd name="connsiteY22-36354" fmla="*/ 358 h 4213"/>
                  <a:gd name="connsiteX23-36355" fmla="*/ 917 w 2254"/>
                  <a:gd name="connsiteY23-36356" fmla="*/ 328 h 4213"/>
                  <a:gd name="connsiteX24-36357" fmla="*/ 850 w 2254"/>
                  <a:gd name="connsiteY24-36358" fmla="*/ 251 h 4213"/>
                  <a:gd name="connsiteX25-36359" fmla="*/ 790 w 2254"/>
                  <a:gd name="connsiteY25-36360" fmla="*/ 217 h 4213"/>
                  <a:gd name="connsiteX26-36361" fmla="*/ 915 w 2254"/>
                  <a:gd name="connsiteY26-36362" fmla="*/ 56 h 4213"/>
                  <a:gd name="connsiteX27-36363" fmla="*/ 1088 w 2254"/>
                  <a:gd name="connsiteY27-36364" fmla="*/ 2 h 4213"/>
                  <a:gd name="connsiteX28-36365" fmla="*/ 1120 w 2254"/>
                  <a:gd name="connsiteY28-36366" fmla="*/ 49 h 4213"/>
                  <a:gd name="connsiteX29-36367" fmla="*/ 1110 w 2254"/>
                  <a:gd name="connsiteY29-36368" fmla="*/ 133 h 4213"/>
                  <a:gd name="connsiteX30-36369" fmla="*/ 1049 w 2254"/>
                  <a:gd name="connsiteY30-36370" fmla="*/ 243 h 4213"/>
                  <a:gd name="connsiteX31-36371" fmla="*/ 1119 w 2254"/>
                  <a:gd name="connsiteY31-36372" fmla="*/ 301 h 4213"/>
                  <a:gd name="connsiteX32-36373" fmla="*/ 1233 w 2254"/>
                  <a:gd name="connsiteY32-36374" fmla="*/ 366 h 4213"/>
                  <a:gd name="connsiteX33-36375" fmla="*/ 1253 w 2254"/>
                  <a:gd name="connsiteY33-36376" fmla="*/ 255 h 4213"/>
                  <a:gd name="connsiteX34-36377" fmla="*/ 1387 w 2254"/>
                  <a:gd name="connsiteY34-36378" fmla="*/ 291 h 4213"/>
                  <a:gd name="connsiteX35-36379" fmla="*/ 1412 w 2254"/>
                  <a:gd name="connsiteY35-36380" fmla="*/ 331 h 4213"/>
                  <a:gd name="connsiteX36-36381" fmla="*/ 1488 w 2254"/>
                  <a:gd name="connsiteY36-36382" fmla="*/ 562 h 4213"/>
                  <a:gd name="connsiteX37-36383" fmla="*/ 1523 w 2254"/>
                  <a:gd name="connsiteY37-36384" fmla="*/ 586 h 4213"/>
                  <a:gd name="connsiteX38-36385" fmla="*/ 1615 w 2254"/>
                  <a:gd name="connsiteY38-36386" fmla="*/ 578 h 4213"/>
                  <a:gd name="connsiteX39-36387" fmla="*/ 1875 w 2254"/>
                  <a:gd name="connsiteY39-36388" fmla="*/ 490 h 4213"/>
                  <a:gd name="connsiteX40-36389" fmla="*/ 2095 w 2254"/>
                  <a:gd name="connsiteY40-36390" fmla="*/ 479 h 4213"/>
                  <a:gd name="connsiteX41-36391" fmla="*/ 2155 w 2254"/>
                  <a:gd name="connsiteY41-36392" fmla="*/ 648 h 4213"/>
                  <a:gd name="connsiteX42-36393" fmla="*/ 2073 w 2254"/>
                  <a:gd name="connsiteY42-36394" fmla="*/ 944 h 4213"/>
                  <a:gd name="connsiteX43-36395" fmla="*/ 2073 w 2254"/>
                  <a:gd name="connsiteY43-36396" fmla="*/ 1022 h 4213"/>
                  <a:gd name="connsiteX44-36397" fmla="*/ 2142 w 2254"/>
                  <a:gd name="connsiteY44-36398" fmla="*/ 1168 h 4213"/>
                  <a:gd name="connsiteX45-36399" fmla="*/ 2157 w 2254"/>
                  <a:gd name="connsiteY45-36400" fmla="*/ 1427 h 4213"/>
                  <a:gd name="connsiteX46-36401" fmla="*/ 2159 w 2254"/>
                  <a:gd name="connsiteY46-36402" fmla="*/ 1617 h 4213"/>
                  <a:gd name="connsiteX47-36403" fmla="*/ 2092 w 2254"/>
                  <a:gd name="connsiteY47-36404" fmla="*/ 1625 h 4213"/>
                  <a:gd name="connsiteX48-36405" fmla="*/ 2070 w 2254"/>
                  <a:gd name="connsiteY48-36406" fmla="*/ 1507 h 4213"/>
                  <a:gd name="connsiteX49-36407" fmla="*/ 2035 w 2254"/>
                  <a:gd name="connsiteY49-36408" fmla="*/ 1450 h 4213"/>
                  <a:gd name="connsiteX50-36409" fmla="*/ 1945 w 2254"/>
                  <a:gd name="connsiteY50-36410" fmla="*/ 1582 h 4213"/>
                  <a:gd name="connsiteX51-36411" fmla="*/ 1832 w 2254"/>
                  <a:gd name="connsiteY51-36412" fmla="*/ 1776 h 4213"/>
                  <a:gd name="connsiteX52-36413" fmla="*/ 1713 w 2254"/>
                  <a:gd name="connsiteY52-36414" fmla="*/ 1904 h 4213"/>
                  <a:gd name="connsiteX53-36415" fmla="*/ 1706 w 2254"/>
                  <a:gd name="connsiteY53-36416" fmla="*/ 2018 h 4213"/>
                  <a:gd name="connsiteX54-36417" fmla="*/ 1766 w 2254"/>
                  <a:gd name="connsiteY54-36418" fmla="*/ 2115 h 4213"/>
                  <a:gd name="connsiteX55-36419" fmla="*/ 1868 w 2254"/>
                  <a:gd name="connsiteY55-36420" fmla="*/ 2183 h 4213"/>
                  <a:gd name="connsiteX56-36421" fmla="*/ 1945 w 2254"/>
                  <a:gd name="connsiteY56-36422" fmla="*/ 2178 h 4213"/>
                  <a:gd name="connsiteX57-36423" fmla="*/ 1990 w 2254"/>
                  <a:gd name="connsiteY57-36424" fmla="*/ 2104 h 4213"/>
                  <a:gd name="connsiteX58-36425" fmla="*/ 2024 w 2254"/>
                  <a:gd name="connsiteY58-36426" fmla="*/ 2210 h 4213"/>
                  <a:gd name="connsiteX59-36427" fmla="*/ 1912 w 2254"/>
                  <a:gd name="connsiteY59-36428" fmla="*/ 2249 h 4213"/>
                  <a:gd name="connsiteX60-36429" fmla="*/ 1959 w 2254"/>
                  <a:gd name="connsiteY60-36430" fmla="*/ 2362 h 4213"/>
                  <a:gd name="connsiteX61-36431" fmla="*/ 1824 w 2254"/>
                  <a:gd name="connsiteY61-36432" fmla="*/ 2509 h 4213"/>
                  <a:gd name="connsiteX62-36433" fmla="*/ 1783 w 2254"/>
                  <a:gd name="connsiteY62-36434" fmla="*/ 2498 h 4213"/>
                  <a:gd name="connsiteX63-36435" fmla="*/ 1659 w 2254"/>
                  <a:gd name="connsiteY63-36436" fmla="*/ 2413 h 4213"/>
                  <a:gd name="connsiteX64-36437" fmla="*/ 1604 w 2254"/>
                  <a:gd name="connsiteY64-36438" fmla="*/ 2412 h 4213"/>
                  <a:gd name="connsiteX65-36439" fmla="*/ 1569 w 2254"/>
                  <a:gd name="connsiteY65-36440" fmla="*/ 2480 h 4213"/>
                  <a:gd name="connsiteX66-36441" fmla="*/ 1572 w 2254"/>
                  <a:gd name="connsiteY66-36442" fmla="*/ 2562 h 4213"/>
                  <a:gd name="connsiteX67-36443" fmla="*/ 1750 w 2254"/>
                  <a:gd name="connsiteY67-36444" fmla="*/ 2730 h 4213"/>
                  <a:gd name="connsiteX68-36445" fmla="*/ 1749 w 2254"/>
                  <a:gd name="connsiteY68-36446" fmla="*/ 2844 h 4213"/>
                  <a:gd name="connsiteX69-36447" fmla="*/ 1840 w 2254"/>
                  <a:gd name="connsiteY69-36448" fmla="*/ 3060 h 4213"/>
                  <a:gd name="connsiteX70-36449" fmla="*/ 1866 w 2254"/>
                  <a:gd name="connsiteY70-36450" fmla="*/ 3090 h 4213"/>
                  <a:gd name="connsiteX71-36451" fmla="*/ 1910 w 2254"/>
                  <a:gd name="connsiteY71-36452" fmla="*/ 3094 h 4213"/>
                  <a:gd name="connsiteX72-36453" fmla="*/ 1956 w 2254"/>
                  <a:gd name="connsiteY72-36454" fmla="*/ 3010 h 4213"/>
                  <a:gd name="connsiteX73-36455" fmla="*/ 2036 w 2254"/>
                  <a:gd name="connsiteY73-36456" fmla="*/ 2950 h 4213"/>
                  <a:gd name="connsiteX74-36457" fmla="*/ 2131 w 2254"/>
                  <a:gd name="connsiteY74-36458" fmla="*/ 3126 h 4213"/>
                  <a:gd name="connsiteX75-36459" fmla="*/ 2241 w 2254"/>
                  <a:gd name="connsiteY75-36460" fmla="*/ 3312 h 4213"/>
                  <a:gd name="connsiteX76-36461" fmla="*/ 2254 w 2254"/>
                  <a:gd name="connsiteY76-36462" fmla="*/ 3342 h 4213"/>
                  <a:gd name="connsiteX77-36463" fmla="*/ 2243 w 2254"/>
                  <a:gd name="connsiteY77-36464" fmla="*/ 3518 h 4213"/>
                  <a:gd name="connsiteX78-36465" fmla="*/ 2208 w 2254"/>
                  <a:gd name="connsiteY78-36466" fmla="*/ 3554 h 4213"/>
                  <a:gd name="connsiteX79-36467" fmla="*/ 2119 w 2254"/>
                  <a:gd name="connsiteY79-36468" fmla="*/ 3515 h 4213"/>
                  <a:gd name="connsiteX80-36469" fmla="*/ 1885 w 2254"/>
                  <a:gd name="connsiteY80-36470" fmla="*/ 3644 h 4213"/>
                  <a:gd name="connsiteX81-36471" fmla="*/ 1859 w 2254"/>
                  <a:gd name="connsiteY81-36472" fmla="*/ 3666 h 4213"/>
                  <a:gd name="connsiteX82-36473" fmla="*/ 1679 w 2254"/>
                  <a:gd name="connsiteY82-36474" fmla="*/ 3812 h 4213"/>
                  <a:gd name="connsiteX83-36475" fmla="*/ 1538 w 2254"/>
                  <a:gd name="connsiteY83-36476" fmla="*/ 3926 h 4213"/>
                  <a:gd name="connsiteX84-36477" fmla="*/ 1503 w 2254"/>
                  <a:gd name="connsiteY84-36478" fmla="*/ 3965 h 4213"/>
                  <a:gd name="connsiteX85-36479" fmla="*/ 1451 w 2254"/>
                  <a:gd name="connsiteY85-36480" fmla="*/ 3973 h 4213"/>
                  <a:gd name="connsiteX86-36481" fmla="*/ 1394 w 2254"/>
                  <a:gd name="connsiteY86-36482" fmla="*/ 3916 h 4213"/>
                  <a:gd name="connsiteX87-36483" fmla="*/ 1270 w 2254"/>
                  <a:gd name="connsiteY87-36484" fmla="*/ 3808 h 4213"/>
                  <a:gd name="connsiteX88-36485" fmla="*/ 1294 w 2254"/>
                  <a:gd name="connsiteY88-36486" fmla="*/ 4064 h 4213"/>
                  <a:gd name="connsiteX89-36487" fmla="*/ 1303 w 2254"/>
                  <a:gd name="connsiteY89-36488" fmla="*/ 4192 h 4213"/>
                  <a:gd name="connsiteX90-36489" fmla="*/ 1041 w 2254"/>
                  <a:gd name="connsiteY90-36490" fmla="*/ 4166 h 4213"/>
                  <a:gd name="connsiteX91-36491" fmla="*/ 959 w 2254"/>
                  <a:gd name="connsiteY91-36492" fmla="*/ 3987 h 4213"/>
                  <a:gd name="connsiteX92-36493" fmla="*/ 877 w 2254"/>
                  <a:gd name="connsiteY92-36494" fmla="*/ 3802 h 4213"/>
                  <a:gd name="connsiteX93-36495" fmla="*/ 798 w 2254"/>
                  <a:gd name="connsiteY93-36496" fmla="*/ 3734 h 4213"/>
                  <a:gd name="connsiteX94-36497" fmla="*/ 695 w 2254"/>
                  <a:gd name="connsiteY94-36498" fmla="*/ 3662 h 4213"/>
                  <a:gd name="connsiteX95-36499" fmla="*/ 891 w 2254"/>
                  <a:gd name="connsiteY95-36500" fmla="*/ 3459 h 4213"/>
                  <a:gd name="connsiteX96-36501" fmla="*/ 932 w 2254"/>
                  <a:gd name="connsiteY96-36502" fmla="*/ 3195 h 4213"/>
                  <a:gd name="connsiteX97-36503" fmla="*/ 968 w 2254"/>
                  <a:gd name="connsiteY97-36504" fmla="*/ 2962 h 4213"/>
                  <a:gd name="connsiteX98-36505" fmla="*/ 1068 w 2254"/>
                  <a:gd name="connsiteY98-36506" fmla="*/ 2333 h 4213"/>
                  <a:gd name="connsiteX0-36507" fmla="*/ 1068 w 2254"/>
                  <a:gd name="connsiteY0-36508" fmla="*/ 2333 h 4213"/>
                  <a:gd name="connsiteX1-36509" fmla="*/ 1066 w 2254"/>
                  <a:gd name="connsiteY1-36510" fmla="*/ 2117 h 4213"/>
                  <a:gd name="connsiteX2-36511" fmla="*/ 990 w 2254"/>
                  <a:gd name="connsiteY2-36512" fmla="*/ 2039 h 4213"/>
                  <a:gd name="connsiteX3-36513" fmla="*/ 847 w 2254"/>
                  <a:gd name="connsiteY3-36514" fmla="*/ 1951 h 4213"/>
                  <a:gd name="connsiteX4-36515" fmla="*/ 755 w 2254"/>
                  <a:gd name="connsiteY4-36516" fmla="*/ 1827 h 4213"/>
                  <a:gd name="connsiteX5-36517" fmla="*/ 659 w 2254"/>
                  <a:gd name="connsiteY5-36518" fmla="*/ 1828 h 4213"/>
                  <a:gd name="connsiteX6-36519" fmla="*/ 614 w 2254"/>
                  <a:gd name="connsiteY6-36520" fmla="*/ 1883 h 4213"/>
                  <a:gd name="connsiteX7-36521" fmla="*/ 521 w 2254"/>
                  <a:gd name="connsiteY7-36522" fmla="*/ 1877 h 4213"/>
                  <a:gd name="connsiteX8-36523" fmla="*/ 501 w 2254"/>
                  <a:gd name="connsiteY8-36524" fmla="*/ 1994 h 4213"/>
                  <a:gd name="connsiteX9-36525" fmla="*/ 320 w 2254"/>
                  <a:gd name="connsiteY9-36526" fmla="*/ 1941 h 4213"/>
                  <a:gd name="connsiteX10-36527" fmla="*/ 237 w 2254"/>
                  <a:gd name="connsiteY10-36528" fmla="*/ 1939 h 4213"/>
                  <a:gd name="connsiteX11-36529" fmla="*/ 112 w 2254"/>
                  <a:gd name="connsiteY11-36530" fmla="*/ 2014 h 4213"/>
                  <a:gd name="connsiteX12-36531" fmla="*/ 0 w 2254"/>
                  <a:gd name="connsiteY12-36532" fmla="*/ 1890 h 4213"/>
                  <a:gd name="connsiteX13-36533" fmla="*/ 94 w 2254"/>
                  <a:gd name="connsiteY13-36534" fmla="*/ 1804 h 4213"/>
                  <a:gd name="connsiteX14-36535" fmla="*/ 98 w 2254"/>
                  <a:gd name="connsiteY14-36536" fmla="*/ 1634 h 4213"/>
                  <a:gd name="connsiteX15-36537" fmla="*/ 153 w 2254"/>
                  <a:gd name="connsiteY15-36538" fmla="*/ 1514 h 4213"/>
                  <a:gd name="connsiteX16-36539" fmla="*/ 196 w 2254"/>
                  <a:gd name="connsiteY16-36540" fmla="*/ 1306 h 4213"/>
                  <a:gd name="connsiteX17-36541" fmla="*/ 256 w 2254"/>
                  <a:gd name="connsiteY17-36542" fmla="*/ 1307 h 4213"/>
                  <a:gd name="connsiteX18-36543" fmla="*/ 579 w 2254"/>
                  <a:gd name="connsiteY18-36544" fmla="*/ 1286 h 4213"/>
                  <a:gd name="connsiteX19-36545" fmla="*/ 753 w 2254"/>
                  <a:gd name="connsiteY19-36546" fmla="*/ 1117 h 4213"/>
                  <a:gd name="connsiteX20-36547" fmla="*/ 822 w 2254"/>
                  <a:gd name="connsiteY20-36548" fmla="*/ 748 h 4213"/>
                  <a:gd name="connsiteX21-36549" fmla="*/ 932 w 2254"/>
                  <a:gd name="connsiteY21-36550" fmla="*/ 486 h 4213"/>
                  <a:gd name="connsiteX22-36551" fmla="*/ 930 w 2254"/>
                  <a:gd name="connsiteY22-36552" fmla="*/ 358 h 4213"/>
                  <a:gd name="connsiteX23-36553" fmla="*/ 917 w 2254"/>
                  <a:gd name="connsiteY23-36554" fmla="*/ 328 h 4213"/>
                  <a:gd name="connsiteX24-36555" fmla="*/ 850 w 2254"/>
                  <a:gd name="connsiteY24-36556" fmla="*/ 251 h 4213"/>
                  <a:gd name="connsiteX25-36557" fmla="*/ 790 w 2254"/>
                  <a:gd name="connsiteY25-36558" fmla="*/ 217 h 4213"/>
                  <a:gd name="connsiteX26-36559" fmla="*/ 915 w 2254"/>
                  <a:gd name="connsiteY26-36560" fmla="*/ 56 h 4213"/>
                  <a:gd name="connsiteX27-36561" fmla="*/ 1088 w 2254"/>
                  <a:gd name="connsiteY27-36562" fmla="*/ 2 h 4213"/>
                  <a:gd name="connsiteX28-36563" fmla="*/ 1120 w 2254"/>
                  <a:gd name="connsiteY28-36564" fmla="*/ 49 h 4213"/>
                  <a:gd name="connsiteX29-36565" fmla="*/ 1110 w 2254"/>
                  <a:gd name="connsiteY29-36566" fmla="*/ 133 h 4213"/>
                  <a:gd name="connsiteX30-36567" fmla="*/ 1049 w 2254"/>
                  <a:gd name="connsiteY30-36568" fmla="*/ 243 h 4213"/>
                  <a:gd name="connsiteX31-36569" fmla="*/ 1119 w 2254"/>
                  <a:gd name="connsiteY31-36570" fmla="*/ 301 h 4213"/>
                  <a:gd name="connsiteX32-36571" fmla="*/ 1233 w 2254"/>
                  <a:gd name="connsiteY32-36572" fmla="*/ 366 h 4213"/>
                  <a:gd name="connsiteX33-36573" fmla="*/ 1253 w 2254"/>
                  <a:gd name="connsiteY33-36574" fmla="*/ 255 h 4213"/>
                  <a:gd name="connsiteX34-36575" fmla="*/ 1387 w 2254"/>
                  <a:gd name="connsiteY34-36576" fmla="*/ 291 h 4213"/>
                  <a:gd name="connsiteX35-36577" fmla="*/ 1412 w 2254"/>
                  <a:gd name="connsiteY35-36578" fmla="*/ 331 h 4213"/>
                  <a:gd name="connsiteX36-36579" fmla="*/ 1488 w 2254"/>
                  <a:gd name="connsiteY36-36580" fmla="*/ 562 h 4213"/>
                  <a:gd name="connsiteX37-36581" fmla="*/ 1523 w 2254"/>
                  <a:gd name="connsiteY37-36582" fmla="*/ 586 h 4213"/>
                  <a:gd name="connsiteX38-36583" fmla="*/ 1615 w 2254"/>
                  <a:gd name="connsiteY38-36584" fmla="*/ 578 h 4213"/>
                  <a:gd name="connsiteX39-36585" fmla="*/ 1875 w 2254"/>
                  <a:gd name="connsiteY39-36586" fmla="*/ 490 h 4213"/>
                  <a:gd name="connsiteX40-36587" fmla="*/ 2095 w 2254"/>
                  <a:gd name="connsiteY40-36588" fmla="*/ 479 h 4213"/>
                  <a:gd name="connsiteX41-36589" fmla="*/ 2155 w 2254"/>
                  <a:gd name="connsiteY41-36590" fmla="*/ 648 h 4213"/>
                  <a:gd name="connsiteX42-36591" fmla="*/ 2073 w 2254"/>
                  <a:gd name="connsiteY42-36592" fmla="*/ 944 h 4213"/>
                  <a:gd name="connsiteX43-36593" fmla="*/ 2073 w 2254"/>
                  <a:gd name="connsiteY43-36594" fmla="*/ 1022 h 4213"/>
                  <a:gd name="connsiteX44-36595" fmla="*/ 2142 w 2254"/>
                  <a:gd name="connsiteY44-36596" fmla="*/ 1168 h 4213"/>
                  <a:gd name="connsiteX45-36597" fmla="*/ 2157 w 2254"/>
                  <a:gd name="connsiteY45-36598" fmla="*/ 1427 h 4213"/>
                  <a:gd name="connsiteX46-36599" fmla="*/ 2159 w 2254"/>
                  <a:gd name="connsiteY46-36600" fmla="*/ 1617 h 4213"/>
                  <a:gd name="connsiteX47-36601" fmla="*/ 2092 w 2254"/>
                  <a:gd name="connsiteY47-36602" fmla="*/ 1625 h 4213"/>
                  <a:gd name="connsiteX48-36603" fmla="*/ 2070 w 2254"/>
                  <a:gd name="connsiteY48-36604" fmla="*/ 1507 h 4213"/>
                  <a:gd name="connsiteX49-36605" fmla="*/ 2035 w 2254"/>
                  <a:gd name="connsiteY49-36606" fmla="*/ 1450 h 4213"/>
                  <a:gd name="connsiteX50-36607" fmla="*/ 1945 w 2254"/>
                  <a:gd name="connsiteY50-36608" fmla="*/ 1582 h 4213"/>
                  <a:gd name="connsiteX51-36609" fmla="*/ 1832 w 2254"/>
                  <a:gd name="connsiteY51-36610" fmla="*/ 1776 h 4213"/>
                  <a:gd name="connsiteX52-36611" fmla="*/ 1713 w 2254"/>
                  <a:gd name="connsiteY52-36612" fmla="*/ 1904 h 4213"/>
                  <a:gd name="connsiteX53-36613" fmla="*/ 1706 w 2254"/>
                  <a:gd name="connsiteY53-36614" fmla="*/ 2018 h 4213"/>
                  <a:gd name="connsiteX54-36615" fmla="*/ 1766 w 2254"/>
                  <a:gd name="connsiteY54-36616" fmla="*/ 2115 h 4213"/>
                  <a:gd name="connsiteX55-36617" fmla="*/ 1868 w 2254"/>
                  <a:gd name="connsiteY55-36618" fmla="*/ 2183 h 4213"/>
                  <a:gd name="connsiteX56-36619" fmla="*/ 1945 w 2254"/>
                  <a:gd name="connsiteY56-36620" fmla="*/ 2178 h 4213"/>
                  <a:gd name="connsiteX57-36621" fmla="*/ 1990 w 2254"/>
                  <a:gd name="connsiteY57-36622" fmla="*/ 2104 h 4213"/>
                  <a:gd name="connsiteX58-36623" fmla="*/ 2024 w 2254"/>
                  <a:gd name="connsiteY58-36624" fmla="*/ 2210 h 4213"/>
                  <a:gd name="connsiteX59-36625" fmla="*/ 1912 w 2254"/>
                  <a:gd name="connsiteY59-36626" fmla="*/ 2249 h 4213"/>
                  <a:gd name="connsiteX60-36627" fmla="*/ 1959 w 2254"/>
                  <a:gd name="connsiteY60-36628" fmla="*/ 2362 h 4213"/>
                  <a:gd name="connsiteX61-36629" fmla="*/ 1824 w 2254"/>
                  <a:gd name="connsiteY61-36630" fmla="*/ 2509 h 4213"/>
                  <a:gd name="connsiteX62-36631" fmla="*/ 1783 w 2254"/>
                  <a:gd name="connsiteY62-36632" fmla="*/ 2498 h 4213"/>
                  <a:gd name="connsiteX63-36633" fmla="*/ 1659 w 2254"/>
                  <a:gd name="connsiteY63-36634" fmla="*/ 2413 h 4213"/>
                  <a:gd name="connsiteX64-36635" fmla="*/ 1604 w 2254"/>
                  <a:gd name="connsiteY64-36636" fmla="*/ 2412 h 4213"/>
                  <a:gd name="connsiteX65-36637" fmla="*/ 1569 w 2254"/>
                  <a:gd name="connsiteY65-36638" fmla="*/ 2480 h 4213"/>
                  <a:gd name="connsiteX66-36639" fmla="*/ 1572 w 2254"/>
                  <a:gd name="connsiteY66-36640" fmla="*/ 2562 h 4213"/>
                  <a:gd name="connsiteX67-36641" fmla="*/ 1750 w 2254"/>
                  <a:gd name="connsiteY67-36642" fmla="*/ 2730 h 4213"/>
                  <a:gd name="connsiteX68-36643" fmla="*/ 1749 w 2254"/>
                  <a:gd name="connsiteY68-36644" fmla="*/ 2844 h 4213"/>
                  <a:gd name="connsiteX69-36645" fmla="*/ 1840 w 2254"/>
                  <a:gd name="connsiteY69-36646" fmla="*/ 3060 h 4213"/>
                  <a:gd name="connsiteX70-36647" fmla="*/ 1866 w 2254"/>
                  <a:gd name="connsiteY70-36648" fmla="*/ 3090 h 4213"/>
                  <a:gd name="connsiteX71-36649" fmla="*/ 1910 w 2254"/>
                  <a:gd name="connsiteY71-36650" fmla="*/ 3094 h 4213"/>
                  <a:gd name="connsiteX72-36651" fmla="*/ 1956 w 2254"/>
                  <a:gd name="connsiteY72-36652" fmla="*/ 3010 h 4213"/>
                  <a:gd name="connsiteX73-36653" fmla="*/ 2036 w 2254"/>
                  <a:gd name="connsiteY73-36654" fmla="*/ 2950 h 4213"/>
                  <a:gd name="connsiteX74-36655" fmla="*/ 2131 w 2254"/>
                  <a:gd name="connsiteY74-36656" fmla="*/ 3126 h 4213"/>
                  <a:gd name="connsiteX75-36657" fmla="*/ 2241 w 2254"/>
                  <a:gd name="connsiteY75-36658" fmla="*/ 3312 h 4213"/>
                  <a:gd name="connsiteX76-36659" fmla="*/ 2254 w 2254"/>
                  <a:gd name="connsiteY76-36660" fmla="*/ 3342 h 4213"/>
                  <a:gd name="connsiteX77-36661" fmla="*/ 2243 w 2254"/>
                  <a:gd name="connsiteY77-36662" fmla="*/ 3518 h 4213"/>
                  <a:gd name="connsiteX78-36663" fmla="*/ 2208 w 2254"/>
                  <a:gd name="connsiteY78-36664" fmla="*/ 3554 h 4213"/>
                  <a:gd name="connsiteX79-36665" fmla="*/ 2119 w 2254"/>
                  <a:gd name="connsiteY79-36666" fmla="*/ 3515 h 4213"/>
                  <a:gd name="connsiteX80-36667" fmla="*/ 1885 w 2254"/>
                  <a:gd name="connsiteY80-36668" fmla="*/ 3644 h 4213"/>
                  <a:gd name="connsiteX81-36669" fmla="*/ 1859 w 2254"/>
                  <a:gd name="connsiteY81-36670" fmla="*/ 3666 h 4213"/>
                  <a:gd name="connsiteX82-36671" fmla="*/ 1679 w 2254"/>
                  <a:gd name="connsiteY82-36672" fmla="*/ 3812 h 4213"/>
                  <a:gd name="connsiteX83-36673" fmla="*/ 1538 w 2254"/>
                  <a:gd name="connsiteY83-36674" fmla="*/ 3926 h 4213"/>
                  <a:gd name="connsiteX84-36675" fmla="*/ 1503 w 2254"/>
                  <a:gd name="connsiteY84-36676" fmla="*/ 3965 h 4213"/>
                  <a:gd name="connsiteX85-36677" fmla="*/ 1451 w 2254"/>
                  <a:gd name="connsiteY85-36678" fmla="*/ 3973 h 4213"/>
                  <a:gd name="connsiteX86-36679" fmla="*/ 1394 w 2254"/>
                  <a:gd name="connsiteY86-36680" fmla="*/ 3916 h 4213"/>
                  <a:gd name="connsiteX87-36681" fmla="*/ 1270 w 2254"/>
                  <a:gd name="connsiteY87-36682" fmla="*/ 3808 h 4213"/>
                  <a:gd name="connsiteX88-36683" fmla="*/ 1294 w 2254"/>
                  <a:gd name="connsiteY88-36684" fmla="*/ 4064 h 4213"/>
                  <a:gd name="connsiteX89-36685" fmla="*/ 1303 w 2254"/>
                  <a:gd name="connsiteY89-36686" fmla="*/ 4192 h 4213"/>
                  <a:gd name="connsiteX90-36687" fmla="*/ 1041 w 2254"/>
                  <a:gd name="connsiteY90-36688" fmla="*/ 4166 h 4213"/>
                  <a:gd name="connsiteX91-36689" fmla="*/ 959 w 2254"/>
                  <a:gd name="connsiteY91-36690" fmla="*/ 3987 h 4213"/>
                  <a:gd name="connsiteX92-36691" fmla="*/ 877 w 2254"/>
                  <a:gd name="connsiteY92-36692" fmla="*/ 3802 h 4213"/>
                  <a:gd name="connsiteX93-36693" fmla="*/ 798 w 2254"/>
                  <a:gd name="connsiteY93-36694" fmla="*/ 3734 h 4213"/>
                  <a:gd name="connsiteX94-36695" fmla="*/ 746 w 2254"/>
                  <a:gd name="connsiteY94-36696" fmla="*/ 3704 h 4213"/>
                  <a:gd name="connsiteX95-36697" fmla="*/ 695 w 2254"/>
                  <a:gd name="connsiteY95-36698" fmla="*/ 3662 h 4213"/>
                  <a:gd name="connsiteX96-36699" fmla="*/ 891 w 2254"/>
                  <a:gd name="connsiteY96-36700" fmla="*/ 3459 h 4213"/>
                  <a:gd name="connsiteX97-36701" fmla="*/ 932 w 2254"/>
                  <a:gd name="connsiteY97-36702" fmla="*/ 3195 h 4213"/>
                  <a:gd name="connsiteX98-36703" fmla="*/ 968 w 2254"/>
                  <a:gd name="connsiteY98-36704" fmla="*/ 2962 h 4213"/>
                  <a:gd name="connsiteX99-36705" fmla="*/ 1068 w 2254"/>
                  <a:gd name="connsiteY99-36706" fmla="*/ 2333 h 4213"/>
                  <a:gd name="connsiteX0-36707" fmla="*/ 1068 w 2254"/>
                  <a:gd name="connsiteY0-36708" fmla="*/ 2333 h 4213"/>
                  <a:gd name="connsiteX1-36709" fmla="*/ 1066 w 2254"/>
                  <a:gd name="connsiteY1-36710" fmla="*/ 2117 h 4213"/>
                  <a:gd name="connsiteX2-36711" fmla="*/ 990 w 2254"/>
                  <a:gd name="connsiteY2-36712" fmla="*/ 2039 h 4213"/>
                  <a:gd name="connsiteX3-36713" fmla="*/ 847 w 2254"/>
                  <a:gd name="connsiteY3-36714" fmla="*/ 1951 h 4213"/>
                  <a:gd name="connsiteX4-36715" fmla="*/ 755 w 2254"/>
                  <a:gd name="connsiteY4-36716" fmla="*/ 1827 h 4213"/>
                  <a:gd name="connsiteX5-36717" fmla="*/ 659 w 2254"/>
                  <a:gd name="connsiteY5-36718" fmla="*/ 1828 h 4213"/>
                  <a:gd name="connsiteX6-36719" fmla="*/ 614 w 2254"/>
                  <a:gd name="connsiteY6-36720" fmla="*/ 1883 h 4213"/>
                  <a:gd name="connsiteX7-36721" fmla="*/ 521 w 2254"/>
                  <a:gd name="connsiteY7-36722" fmla="*/ 1877 h 4213"/>
                  <a:gd name="connsiteX8-36723" fmla="*/ 501 w 2254"/>
                  <a:gd name="connsiteY8-36724" fmla="*/ 1994 h 4213"/>
                  <a:gd name="connsiteX9-36725" fmla="*/ 320 w 2254"/>
                  <a:gd name="connsiteY9-36726" fmla="*/ 1941 h 4213"/>
                  <a:gd name="connsiteX10-36727" fmla="*/ 237 w 2254"/>
                  <a:gd name="connsiteY10-36728" fmla="*/ 1939 h 4213"/>
                  <a:gd name="connsiteX11-36729" fmla="*/ 112 w 2254"/>
                  <a:gd name="connsiteY11-36730" fmla="*/ 2014 h 4213"/>
                  <a:gd name="connsiteX12-36731" fmla="*/ 0 w 2254"/>
                  <a:gd name="connsiteY12-36732" fmla="*/ 1890 h 4213"/>
                  <a:gd name="connsiteX13-36733" fmla="*/ 94 w 2254"/>
                  <a:gd name="connsiteY13-36734" fmla="*/ 1804 h 4213"/>
                  <a:gd name="connsiteX14-36735" fmla="*/ 98 w 2254"/>
                  <a:gd name="connsiteY14-36736" fmla="*/ 1634 h 4213"/>
                  <a:gd name="connsiteX15-36737" fmla="*/ 153 w 2254"/>
                  <a:gd name="connsiteY15-36738" fmla="*/ 1514 h 4213"/>
                  <a:gd name="connsiteX16-36739" fmla="*/ 196 w 2254"/>
                  <a:gd name="connsiteY16-36740" fmla="*/ 1306 h 4213"/>
                  <a:gd name="connsiteX17-36741" fmla="*/ 256 w 2254"/>
                  <a:gd name="connsiteY17-36742" fmla="*/ 1307 h 4213"/>
                  <a:gd name="connsiteX18-36743" fmla="*/ 579 w 2254"/>
                  <a:gd name="connsiteY18-36744" fmla="*/ 1286 h 4213"/>
                  <a:gd name="connsiteX19-36745" fmla="*/ 753 w 2254"/>
                  <a:gd name="connsiteY19-36746" fmla="*/ 1117 h 4213"/>
                  <a:gd name="connsiteX20-36747" fmla="*/ 822 w 2254"/>
                  <a:gd name="connsiteY20-36748" fmla="*/ 748 h 4213"/>
                  <a:gd name="connsiteX21-36749" fmla="*/ 932 w 2254"/>
                  <a:gd name="connsiteY21-36750" fmla="*/ 486 h 4213"/>
                  <a:gd name="connsiteX22-36751" fmla="*/ 930 w 2254"/>
                  <a:gd name="connsiteY22-36752" fmla="*/ 358 h 4213"/>
                  <a:gd name="connsiteX23-36753" fmla="*/ 917 w 2254"/>
                  <a:gd name="connsiteY23-36754" fmla="*/ 328 h 4213"/>
                  <a:gd name="connsiteX24-36755" fmla="*/ 850 w 2254"/>
                  <a:gd name="connsiteY24-36756" fmla="*/ 251 h 4213"/>
                  <a:gd name="connsiteX25-36757" fmla="*/ 790 w 2254"/>
                  <a:gd name="connsiteY25-36758" fmla="*/ 217 h 4213"/>
                  <a:gd name="connsiteX26-36759" fmla="*/ 915 w 2254"/>
                  <a:gd name="connsiteY26-36760" fmla="*/ 56 h 4213"/>
                  <a:gd name="connsiteX27-36761" fmla="*/ 1088 w 2254"/>
                  <a:gd name="connsiteY27-36762" fmla="*/ 2 h 4213"/>
                  <a:gd name="connsiteX28-36763" fmla="*/ 1120 w 2254"/>
                  <a:gd name="connsiteY28-36764" fmla="*/ 49 h 4213"/>
                  <a:gd name="connsiteX29-36765" fmla="*/ 1110 w 2254"/>
                  <a:gd name="connsiteY29-36766" fmla="*/ 133 h 4213"/>
                  <a:gd name="connsiteX30-36767" fmla="*/ 1049 w 2254"/>
                  <a:gd name="connsiteY30-36768" fmla="*/ 243 h 4213"/>
                  <a:gd name="connsiteX31-36769" fmla="*/ 1119 w 2254"/>
                  <a:gd name="connsiteY31-36770" fmla="*/ 301 h 4213"/>
                  <a:gd name="connsiteX32-36771" fmla="*/ 1233 w 2254"/>
                  <a:gd name="connsiteY32-36772" fmla="*/ 366 h 4213"/>
                  <a:gd name="connsiteX33-36773" fmla="*/ 1253 w 2254"/>
                  <a:gd name="connsiteY33-36774" fmla="*/ 255 h 4213"/>
                  <a:gd name="connsiteX34-36775" fmla="*/ 1387 w 2254"/>
                  <a:gd name="connsiteY34-36776" fmla="*/ 291 h 4213"/>
                  <a:gd name="connsiteX35-36777" fmla="*/ 1412 w 2254"/>
                  <a:gd name="connsiteY35-36778" fmla="*/ 331 h 4213"/>
                  <a:gd name="connsiteX36-36779" fmla="*/ 1488 w 2254"/>
                  <a:gd name="connsiteY36-36780" fmla="*/ 562 h 4213"/>
                  <a:gd name="connsiteX37-36781" fmla="*/ 1523 w 2254"/>
                  <a:gd name="connsiteY37-36782" fmla="*/ 586 h 4213"/>
                  <a:gd name="connsiteX38-36783" fmla="*/ 1615 w 2254"/>
                  <a:gd name="connsiteY38-36784" fmla="*/ 578 h 4213"/>
                  <a:gd name="connsiteX39-36785" fmla="*/ 1875 w 2254"/>
                  <a:gd name="connsiteY39-36786" fmla="*/ 490 h 4213"/>
                  <a:gd name="connsiteX40-36787" fmla="*/ 2095 w 2254"/>
                  <a:gd name="connsiteY40-36788" fmla="*/ 479 h 4213"/>
                  <a:gd name="connsiteX41-36789" fmla="*/ 2155 w 2254"/>
                  <a:gd name="connsiteY41-36790" fmla="*/ 648 h 4213"/>
                  <a:gd name="connsiteX42-36791" fmla="*/ 2073 w 2254"/>
                  <a:gd name="connsiteY42-36792" fmla="*/ 944 h 4213"/>
                  <a:gd name="connsiteX43-36793" fmla="*/ 2073 w 2254"/>
                  <a:gd name="connsiteY43-36794" fmla="*/ 1022 h 4213"/>
                  <a:gd name="connsiteX44-36795" fmla="*/ 2142 w 2254"/>
                  <a:gd name="connsiteY44-36796" fmla="*/ 1168 h 4213"/>
                  <a:gd name="connsiteX45-36797" fmla="*/ 2157 w 2254"/>
                  <a:gd name="connsiteY45-36798" fmla="*/ 1427 h 4213"/>
                  <a:gd name="connsiteX46-36799" fmla="*/ 2159 w 2254"/>
                  <a:gd name="connsiteY46-36800" fmla="*/ 1617 h 4213"/>
                  <a:gd name="connsiteX47-36801" fmla="*/ 2092 w 2254"/>
                  <a:gd name="connsiteY47-36802" fmla="*/ 1625 h 4213"/>
                  <a:gd name="connsiteX48-36803" fmla="*/ 2070 w 2254"/>
                  <a:gd name="connsiteY48-36804" fmla="*/ 1507 h 4213"/>
                  <a:gd name="connsiteX49-36805" fmla="*/ 2035 w 2254"/>
                  <a:gd name="connsiteY49-36806" fmla="*/ 1450 h 4213"/>
                  <a:gd name="connsiteX50-36807" fmla="*/ 1945 w 2254"/>
                  <a:gd name="connsiteY50-36808" fmla="*/ 1582 h 4213"/>
                  <a:gd name="connsiteX51-36809" fmla="*/ 1832 w 2254"/>
                  <a:gd name="connsiteY51-36810" fmla="*/ 1776 h 4213"/>
                  <a:gd name="connsiteX52-36811" fmla="*/ 1713 w 2254"/>
                  <a:gd name="connsiteY52-36812" fmla="*/ 1904 h 4213"/>
                  <a:gd name="connsiteX53-36813" fmla="*/ 1706 w 2254"/>
                  <a:gd name="connsiteY53-36814" fmla="*/ 2018 h 4213"/>
                  <a:gd name="connsiteX54-36815" fmla="*/ 1766 w 2254"/>
                  <a:gd name="connsiteY54-36816" fmla="*/ 2115 h 4213"/>
                  <a:gd name="connsiteX55-36817" fmla="*/ 1868 w 2254"/>
                  <a:gd name="connsiteY55-36818" fmla="*/ 2183 h 4213"/>
                  <a:gd name="connsiteX56-36819" fmla="*/ 1945 w 2254"/>
                  <a:gd name="connsiteY56-36820" fmla="*/ 2178 h 4213"/>
                  <a:gd name="connsiteX57-36821" fmla="*/ 1990 w 2254"/>
                  <a:gd name="connsiteY57-36822" fmla="*/ 2104 h 4213"/>
                  <a:gd name="connsiteX58-36823" fmla="*/ 2024 w 2254"/>
                  <a:gd name="connsiteY58-36824" fmla="*/ 2210 h 4213"/>
                  <a:gd name="connsiteX59-36825" fmla="*/ 1912 w 2254"/>
                  <a:gd name="connsiteY59-36826" fmla="*/ 2249 h 4213"/>
                  <a:gd name="connsiteX60-36827" fmla="*/ 1959 w 2254"/>
                  <a:gd name="connsiteY60-36828" fmla="*/ 2362 h 4213"/>
                  <a:gd name="connsiteX61-36829" fmla="*/ 1824 w 2254"/>
                  <a:gd name="connsiteY61-36830" fmla="*/ 2509 h 4213"/>
                  <a:gd name="connsiteX62-36831" fmla="*/ 1783 w 2254"/>
                  <a:gd name="connsiteY62-36832" fmla="*/ 2498 h 4213"/>
                  <a:gd name="connsiteX63-36833" fmla="*/ 1659 w 2254"/>
                  <a:gd name="connsiteY63-36834" fmla="*/ 2413 h 4213"/>
                  <a:gd name="connsiteX64-36835" fmla="*/ 1604 w 2254"/>
                  <a:gd name="connsiteY64-36836" fmla="*/ 2412 h 4213"/>
                  <a:gd name="connsiteX65-36837" fmla="*/ 1569 w 2254"/>
                  <a:gd name="connsiteY65-36838" fmla="*/ 2480 h 4213"/>
                  <a:gd name="connsiteX66-36839" fmla="*/ 1572 w 2254"/>
                  <a:gd name="connsiteY66-36840" fmla="*/ 2562 h 4213"/>
                  <a:gd name="connsiteX67-36841" fmla="*/ 1750 w 2254"/>
                  <a:gd name="connsiteY67-36842" fmla="*/ 2730 h 4213"/>
                  <a:gd name="connsiteX68-36843" fmla="*/ 1749 w 2254"/>
                  <a:gd name="connsiteY68-36844" fmla="*/ 2844 h 4213"/>
                  <a:gd name="connsiteX69-36845" fmla="*/ 1840 w 2254"/>
                  <a:gd name="connsiteY69-36846" fmla="*/ 3060 h 4213"/>
                  <a:gd name="connsiteX70-36847" fmla="*/ 1866 w 2254"/>
                  <a:gd name="connsiteY70-36848" fmla="*/ 3090 h 4213"/>
                  <a:gd name="connsiteX71-36849" fmla="*/ 1910 w 2254"/>
                  <a:gd name="connsiteY71-36850" fmla="*/ 3094 h 4213"/>
                  <a:gd name="connsiteX72-36851" fmla="*/ 1956 w 2254"/>
                  <a:gd name="connsiteY72-36852" fmla="*/ 3010 h 4213"/>
                  <a:gd name="connsiteX73-36853" fmla="*/ 2036 w 2254"/>
                  <a:gd name="connsiteY73-36854" fmla="*/ 2950 h 4213"/>
                  <a:gd name="connsiteX74-36855" fmla="*/ 2131 w 2254"/>
                  <a:gd name="connsiteY74-36856" fmla="*/ 3126 h 4213"/>
                  <a:gd name="connsiteX75-36857" fmla="*/ 2241 w 2254"/>
                  <a:gd name="connsiteY75-36858" fmla="*/ 3312 h 4213"/>
                  <a:gd name="connsiteX76-36859" fmla="*/ 2254 w 2254"/>
                  <a:gd name="connsiteY76-36860" fmla="*/ 3342 h 4213"/>
                  <a:gd name="connsiteX77-36861" fmla="*/ 2243 w 2254"/>
                  <a:gd name="connsiteY77-36862" fmla="*/ 3518 h 4213"/>
                  <a:gd name="connsiteX78-36863" fmla="*/ 2208 w 2254"/>
                  <a:gd name="connsiteY78-36864" fmla="*/ 3554 h 4213"/>
                  <a:gd name="connsiteX79-36865" fmla="*/ 2119 w 2254"/>
                  <a:gd name="connsiteY79-36866" fmla="*/ 3515 h 4213"/>
                  <a:gd name="connsiteX80-36867" fmla="*/ 1885 w 2254"/>
                  <a:gd name="connsiteY80-36868" fmla="*/ 3644 h 4213"/>
                  <a:gd name="connsiteX81-36869" fmla="*/ 1859 w 2254"/>
                  <a:gd name="connsiteY81-36870" fmla="*/ 3666 h 4213"/>
                  <a:gd name="connsiteX82-36871" fmla="*/ 1679 w 2254"/>
                  <a:gd name="connsiteY82-36872" fmla="*/ 3812 h 4213"/>
                  <a:gd name="connsiteX83-36873" fmla="*/ 1538 w 2254"/>
                  <a:gd name="connsiteY83-36874" fmla="*/ 3926 h 4213"/>
                  <a:gd name="connsiteX84-36875" fmla="*/ 1503 w 2254"/>
                  <a:gd name="connsiteY84-36876" fmla="*/ 3965 h 4213"/>
                  <a:gd name="connsiteX85-36877" fmla="*/ 1451 w 2254"/>
                  <a:gd name="connsiteY85-36878" fmla="*/ 3973 h 4213"/>
                  <a:gd name="connsiteX86-36879" fmla="*/ 1394 w 2254"/>
                  <a:gd name="connsiteY86-36880" fmla="*/ 3916 h 4213"/>
                  <a:gd name="connsiteX87-36881" fmla="*/ 1270 w 2254"/>
                  <a:gd name="connsiteY87-36882" fmla="*/ 3808 h 4213"/>
                  <a:gd name="connsiteX88-36883" fmla="*/ 1294 w 2254"/>
                  <a:gd name="connsiteY88-36884" fmla="*/ 4064 h 4213"/>
                  <a:gd name="connsiteX89-36885" fmla="*/ 1303 w 2254"/>
                  <a:gd name="connsiteY89-36886" fmla="*/ 4192 h 4213"/>
                  <a:gd name="connsiteX90-36887" fmla="*/ 1041 w 2254"/>
                  <a:gd name="connsiteY90-36888" fmla="*/ 4166 h 4213"/>
                  <a:gd name="connsiteX91-36889" fmla="*/ 959 w 2254"/>
                  <a:gd name="connsiteY91-36890" fmla="*/ 3987 h 4213"/>
                  <a:gd name="connsiteX92-36891" fmla="*/ 877 w 2254"/>
                  <a:gd name="connsiteY92-36892" fmla="*/ 3802 h 4213"/>
                  <a:gd name="connsiteX93-36893" fmla="*/ 798 w 2254"/>
                  <a:gd name="connsiteY93-36894" fmla="*/ 3734 h 4213"/>
                  <a:gd name="connsiteX94-36895" fmla="*/ 746 w 2254"/>
                  <a:gd name="connsiteY94-36896" fmla="*/ 3704 h 4213"/>
                  <a:gd name="connsiteX95-36897" fmla="*/ 695 w 2254"/>
                  <a:gd name="connsiteY95-36898" fmla="*/ 3662 h 4213"/>
                  <a:gd name="connsiteX96-36899" fmla="*/ 891 w 2254"/>
                  <a:gd name="connsiteY96-36900" fmla="*/ 3459 h 4213"/>
                  <a:gd name="connsiteX97-36901" fmla="*/ 932 w 2254"/>
                  <a:gd name="connsiteY97-36902" fmla="*/ 3195 h 4213"/>
                  <a:gd name="connsiteX98-36903" fmla="*/ 968 w 2254"/>
                  <a:gd name="connsiteY98-36904" fmla="*/ 2962 h 4213"/>
                  <a:gd name="connsiteX99-36905" fmla="*/ 1068 w 2254"/>
                  <a:gd name="connsiteY99-36906" fmla="*/ 2333 h 4213"/>
                  <a:gd name="connsiteX0-36907" fmla="*/ 1068 w 2254"/>
                  <a:gd name="connsiteY0-36908" fmla="*/ 2333 h 4213"/>
                  <a:gd name="connsiteX1-36909" fmla="*/ 1066 w 2254"/>
                  <a:gd name="connsiteY1-36910" fmla="*/ 2117 h 4213"/>
                  <a:gd name="connsiteX2-36911" fmla="*/ 990 w 2254"/>
                  <a:gd name="connsiteY2-36912" fmla="*/ 2039 h 4213"/>
                  <a:gd name="connsiteX3-36913" fmla="*/ 847 w 2254"/>
                  <a:gd name="connsiteY3-36914" fmla="*/ 1951 h 4213"/>
                  <a:gd name="connsiteX4-36915" fmla="*/ 755 w 2254"/>
                  <a:gd name="connsiteY4-36916" fmla="*/ 1827 h 4213"/>
                  <a:gd name="connsiteX5-36917" fmla="*/ 659 w 2254"/>
                  <a:gd name="connsiteY5-36918" fmla="*/ 1828 h 4213"/>
                  <a:gd name="connsiteX6-36919" fmla="*/ 614 w 2254"/>
                  <a:gd name="connsiteY6-36920" fmla="*/ 1883 h 4213"/>
                  <a:gd name="connsiteX7-36921" fmla="*/ 521 w 2254"/>
                  <a:gd name="connsiteY7-36922" fmla="*/ 1877 h 4213"/>
                  <a:gd name="connsiteX8-36923" fmla="*/ 501 w 2254"/>
                  <a:gd name="connsiteY8-36924" fmla="*/ 1994 h 4213"/>
                  <a:gd name="connsiteX9-36925" fmla="*/ 320 w 2254"/>
                  <a:gd name="connsiteY9-36926" fmla="*/ 1941 h 4213"/>
                  <a:gd name="connsiteX10-36927" fmla="*/ 237 w 2254"/>
                  <a:gd name="connsiteY10-36928" fmla="*/ 1939 h 4213"/>
                  <a:gd name="connsiteX11-36929" fmla="*/ 112 w 2254"/>
                  <a:gd name="connsiteY11-36930" fmla="*/ 2014 h 4213"/>
                  <a:gd name="connsiteX12-36931" fmla="*/ 0 w 2254"/>
                  <a:gd name="connsiteY12-36932" fmla="*/ 1890 h 4213"/>
                  <a:gd name="connsiteX13-36933" fmla="*/ 94 w 2254"/>
                  <a:gd name="connsiteY13-36934" fmla="*/ 1804 h 4213"/>
                  <a:gd name="connsiteX14-36935" fmla="*/ 98 w 2254"/>
                  <a:gd name="connsiteY14-36936" fmla="*/ 1634 h 4213"/>
                  <a:gd name="connsiteX15-36937" fmla="*/ 153 w 2254"/>
                  <a:gd name="connsiteY15-36938" fmla="*/ 1514 h 4213"/>
                  <a:gd name="connsiteX16-36939" fmla="*/ 196 w 2254"/>
                  <a:gd name="connsiteY16-36940" fmla="*/ 1306 h 4213"/>
                  <a:gd name="connsiteX17-36941" fmla="*/ 256 w 2254"/>
                  <a:gd name="connsiteY17-36942" fmla="*/ 1307 h 4213"/>
                  <a:gd name="connsiteX18-36943" fmla="*/ 579 w 2254"/>
                  <a:gd name="connsiteY18-36944" fmla="*/ 1286 h 4213"/>
                  <a:gd name="connsiteX19-36945" fmla="*/ 753 w 2254"/>
                  <a:gd name="connsiteY19-36946" fmla="*/ 1117 h 4213"/>
                  <a:gd name="connsiteX20-36947" fmla="*/ 822 w 2254"/>
                  <a:gd name="connsiteY20-36948" fmla="*/ 748 h 4213"/>
                  <a:gd name="connsiteX21-36949" fmla="*/ 932 w 2254"/>
                  <a:gd name="connsiteY21-36950" fmla="*/ 486 h 4213"/>
                  <a:gd name="connsiteX22-36951" fmla="*/ 930 w 2254"/>
                  <a:gd name="connsiteY22-36952" fmla="*/ 358 h 4213"/>
                  <a:gd name="connsiteX23-36953" fmla="*/ 917 w 2254"/>
                  <a:gd name="connsiteY23-36954" fmla="*/ 328 h 4213"/>
                  <a:gd name="connsiteX24-36955" fmla="*/ 850 w 2254"/>
                  <a:gd name="connsiteY24-36956" fmla="*/ 251 h 4213"/>
                  <a:gd name="connsiteX25-36957" fmla="*/ 790 w 2254"/>
                  <a:gd name="connsiteY25-36958" fmla="*/ 217 h 4213"/>
                  <a:gd name="connsiteX26-36959" fmla="*/ 915 w 2254"/>
                  <a:gd name="connsiteY26-36960" fmla="*/ 56 h 4213"/>
                  <a:gd name="connsiteX27-36961" fmla="*/ 1088 w 2254"/>
                  <a:gd name="connsiteY27-36962" fmla="*/ 2 h 4213"/>
                  <a:gd name="connsiteX28-36963" fmla="*/ 1120 w 2254"/>
                  <a:gd name="connsiteY28-36964" fmla="*/ 49 h 4213"/>
                  <a:gd name="connsiteX29-36965" fmla="*/ 1110 w 2254"/>
                  <a:gd name="connsiteY29-36966" fmla="*/ 133 h 4213"/>
                  <a:gd name="connsiteX30-36967" fmla="*/ 1049 w 2254"/>
                  <a:gd name="connsiteY30-36968" fmla="*/ 243 h 4213"/>
                  <a:gd name="connsiteX31-36969" fmla="*/ 1119 w 2254"/>
                  <a:gd name="connsiteY31-36970" fmla="*/ 301 h 4213"/>
                  <a:gd name="connsiteX32-36971" fmla="*/ 1233 w 2254"/>
                  <a:gd name="connsiteY32-36972" fmla="*/ 366 h 4213"/>
                  <a:gd name="connsiteX33-36973" fmla="*/ 1253 w 2254"/>
                  <a:gd name="connsiteY33-36974" fmla="*/ 255 h 4213"/>
                  <a:gd name="connsiteX34-36975" fmla="*/ 1387 w 2254"/>
                  <a:gd name="connsiteY34-36976" fmla="*/ 291 h 4213"/>
                  <a:gd name="connsiteX35-36977" fmla="*/ 1412 w 2254"/>
                  <a:gd name="connsiteY35-36978" fmla="*/ 331 h 4213"/>
                  <a:gd name="connsiteX36-36979" fmla="*/ 1488 w 2254"/>
                  <a:gd name="connsiteY36-36980" fmla="*/ 562 h 4213"/>
                  <a:gd name="connsiteX37-36981" fmla="*/ 1523 w 2254"/>
                  <a:gd name="connsiteY37-36982" fmla="*/ 586 h 4213"/>
                  <a:gd name="connsiteX38-36983" fmla="*/ 1615 w 2254"/>
                  <a:gd name="connsiteY38-36984" fmla="*/ 578 h 4213"/>
                  <a:gd name="connsiteX39-36985" fmla="*/ 1875 w 2254"/>
                  <a:gd name="connsiteY39-36986" fmla="*/ 490 h 4213"/>
                  <a:gd name="connsiteX40-36987" fmla="*/ 2095 w 2254"/>
                  <a:gd name="connsiteY40-36988" fmla="*/ 479 h 4213"/>
                  <a:gd name="connsiteX41-36989" fmla="*/ 2155 w 2254"/>
                  <a:gd name="connsiteY41-36990" fmla="*/ 648 h 4213"/>
                  <a:gd name="connsiteX42-36991" fmla="*/ 2073 w 2254"/>
                  <a:gd name="connsiteY42-36992" fmla="*/ 944 h 4213"/>
                  <a:gd name="connsiteX43-36993" fmla="*/ 2073 w 2254"/>
                  <a:gd name="connsiteY43-36994" fmla="*/ 1022 h 4213"/>
                  <a:gd name="connsiteX44-36995" fmla="*/ 2142 w 2254"/>
                  <a:gd name="connsiteY44-36996" fmla="*/ 1168 h 4213"/>
                  <a:gd name="connsiteX45-36997" fmla="*/ 2157 w 2254"/>
                  <a:gd name="connsiteY45-36998" fmla="*/ 1427 h 4213"/>
                  <a:gd name="connsiteX46-36999" fmla="*/ 2159 w 2254"/>
                  <a:gd name="connsiteY46-37000" fmla="*/ 1617 h 4213"/>
                  <a:gd name="connsiteX47-37001" fmla="*/ 2092 w 2254"/>
                  <a:gd name="connsiteY47-37002" fmla="*/ 1625 h 4213"/>
                  <a:gd name="connsiteX48-37003" fmla="*/ 2070 w 2254"/>
                  <a:gd name="connsiteY48-37004" fmla="*/ 1507 h 4213"/>
                  <a:gd name="connsiteX49-37005" fmla="*/ 2035 w 2254"/>
                  <a:gd name="connsiteY49-37006" fmla="*/ 1450 h 4213"/>
                  <a:gd name="connsiteX50-37007" fmla="*/ 1945 w 2254"/>
                  <a:gd name="connsiteY50-37008" fmla="*/ 1582 h 4213"/>
                  <a:gd name="connsiteX51-37009" fmla="*/ 1832 w 2254"/>
                  <a:gd name="connsiteY51-37010" fmla="*/ 1776 h 4213"/>
                  <a:gd name="connsiteX52-37011" fmla="*/ 1713 w 2254"/>
                  <a:gd name="connsiteY52-37012" fmla="*/ 1904 h 4213"/>
                  <a:gd name="connsiteX53-37013" fmla="*/ 1706 w 2254"/>
                  <a:gd name="connsiteY53-37014" fmla="*/ 2018 h 4213"/>
                  <a:gd name="connsiteX54-37015" fmla="*/ 1766 w 2254"/>
                  <a:gd name="connsiteY54-37016" fmla="*/ 2115 h 4213"/>
                  <a:gd name="connsiteX55-37017" fmla="*/ 1868 w 2254"/>
                  <a:gd name="connsiteY55-37018" fmla="*/ 2183 h 4213"/>
                  <a:gd name="connsiteX56-37019" fmla="*/ 1945 w 2254"/>
                  <a:gd name="connsiteY56-37020" fmla="*/ 2178 h 4213"/>
                  <a:gd name="connsiteX57-37021" fmla="*/ 1990 w 2254"/>
                  <a:gd name="connsiteY57-37022" fmla="*/ 2104 h 4213"/>
                  <a:gd name="connsiteX58-37023" fmla="*/ 2024 w 2254"/>
                  <a:gd name="connsiteY58-37024" fmla="*/ 2210 h 4213"/>
                  <a:gd name="connsiteX59-37025" fmla="*/ 1912 w 2254"/>
                  <a:gd name="connsiteY59-37026" fmla="*/ 2249 h 4213"/>
                  <a:gd name="connsiteX60-37027" fmla="*/ 1959 w 2254"/>
                  <a:gd name="connsiteY60-37028" fmla="*/ 2362 h 4213"/>
                  <a:gd name="connsiteX61-37029" fmla="*/ 1824 w 2254"/>
                  <a:gd name="connsiteY61-37030" fmla="*/ 2509 h 4213"/>
                  <a:gd name="connsiteX62-37031" fmla="*/ 1783 w 2254"/>
                  <a:gd name="connsiteY62-37032" fmla="*/ 2498 h 4213"/>
                  <a:gd name="connsiteX63-37033" fmla="*/ 1659 w 2254"/>
                  <a:gd name="connsiteY63-37034" fmla="*/ 2413 h 4213"/>
                  <a:gd name="connsiteX64-37035" fmla="*/ 1604 w 2254"/>
                  <a:gd name="connsiteY64-37036" fmla="*/ 2412 h 4213"/>
                  <a:gd name="connsiteX65-37037" fmla="*/ 1569 w 2254"/>
                  <a:gd name="connsiteY65-37038" fmla="*/ 2480 h 4213"/>
                  <a:gd name="connsiteX66-37039" fmla="*/ 1572 w 2254"/>
                  <a:gd name="connsiteY66-37040" fmla="*/ 2562 h 4213"/>
                  <a:gd name="connsiteX67-37041" fmla="*/ 1750 w 2254"/>
                  <a:gd name="connsiteY67-37042" fmla="*/ 2730 h 4213"/>
                  <a:gd name="connsiteX68-37043" fmla="*/ 1749 w 2254"/>
                  <a:gd name="connsiteY68-37044" fmla="*/ 2844 h 4213"/>
                  <a:gd name="connsiteX69-37045" fmla="*/ 1840 w 2254"/>
                  <a:gd name="connsiteY69-37046" fmla="*/ 3060 h 4213"/>
                  <a:gd name="connsiteX70-37047" fmla="*/ 1866 w 2254"/>
                  <a:gd name="connsiteY70-37048" fmla="*/ 3090 h 4213"/>
                  <a:gd name="connsiteX71-37049" fmla="*/ 1910 w 2254"/>
                  <a:gd name="connsiteY71-37050" fmla="*/ 3094 h 4213"/>
                  <a:gd name="connsiteX72-37051" fmla="*/ 1956 w 2254"/>
                  <a:gd name="connsiteY72-37052" fmla="*/ 3010 h 4213"/>
                  <a:gd name="connsiteX73-37053" fmla="*/ 2036 w 2254"/>
                  <a:gd name="connsiteY73-37054" fmla="*/ 2950 h 4213"/>
                  <a:gd name="connsiteX74-37055" fmla="*/ 2131 w 2254"/>
                  <a:gd name="connsiteY74-37056" fmla="*/ 3126 h 4213"/>
                  <a:gd name="connsiteX75-37057" fmla="*/ 2241 w 2254"/>
                  <a:gd name="connsiteY75-37058" fmla="*/ 3312 h 4213"/>
                  <a:gd name="connsiteX76-37059" fmla="*/ 2254 w 2254"/>
                  <a:gd name="connsiteY76-37060" fmla="*/ 3342 h 4213"/>
                  <a:gd name="connsiteX77-37061" fmla="*/ 2243 w 2254"/>
                  <a:gd name="connsiteY77-37062" fmla="*/ 3518 h 4213"/>
                  <a:gd name="connsiteX78-37063" fmla="*/ 2208 w 2254"/>
                  <a:gd name="connsiteY78-37064" fmla="*/ 3554 h 4213"/>
                  <a:gd name="connsiteX79-37065" fmla="*/ 2119 w 2254"/>
                  <a:gd name="connsiteY79-37066" fmla="*/ 3515 h 4213"/>
                  <a:gd name="connsiteX80-37067" fmla="*/ 1885 w 2254"/>
                  <a:gd name="connsiteY80-37068" fmla="*/ 3644 h 4213"/>
                  <a:gd name="connsiteX81-37069" fmla="*/ 1859 w 2254"/>
                  <a:gd name="connsiteY81-37070" fmla="*/ 3666 h 4213"/>
                  <a:gd name="connsiteX82-37071" fmla="*/ 1679 w 2254"/>
                  <a:gd name="connsiteY82-37072" fmla="*/ 3812 h 4213"/>
                  <a:gd name="connsiteX83-37073" fmla="*/ 1538 w 2254"/>
                  <a:gd name="connsiteY83-37074" fmla="*/ 3926 h 4213"/>
                  <a:gd name="connsiteX84-37075" fmla="*/ 1503 w 2254"/>
                  <a:gd name="connsiteY84-37076" fmla="*/ 3965 h 4213"/>
                  <a:gd name="connsiteX85-37077" fmla="*/ 1451 w 2254"/>
                  <a:gd name="connsiteY85-37078" fmla="*/ 3973 h 4213"/>
                  <a:gd name="connsiteX86-37079" fmla="*/ 1394 w 2254"/>
                  <a:gd name="connsiteY86-37080" fmla="*/ 3916 h 4213"/>
                  <a:gd name="connsiteX87-37081" fmla="*/ 1270 w 2254"/>
                  <a:gd name="connsiteY87-37082" fmla="*/ 3808 h 4213"/>
                  <a:gd name="connsiteX88-37083" fmla="*/ 1294 w 2254"/>
                  <a:gd name="connsiteY88-37084" fmla="*/ 4064 h 4213"/>
                  <a:gd name="connsiteX89-37085" fmla="*/ 1303 w 2254"/>
                  <a:gd name="connsiteY89-37086" fmla="*/ 4192 h 4213"/>
                  <a:gd name="connsiteX90-37087" fmla="*/ 1041 w 2254"/>
                  <a:gd name="connsiteY90-37088" fmla="*/ 4166 h 4213"/>
                  <a:gd name="connsiteX91-37089" fmla="*/ 959 w 2254"/>
                  <a:gd name="connsiteY91-37090" fmla="*/ 3987 h 4213"/>
                  <a:gd name="connsiteX92-37091" fmla="*/ 877 w 2254"/>
                  <a:gd name="connsiteY92-37092" fmla="*/ 3802 h 4213"/>
                  <a:gd name="connsiteX93-37093" fmla="*/ 798 w 2254"/>
                  <a:gd name="connsiteY93-37094" fmla="*/ 3734 h 4213"/>
                  <a:gd name="connsiteX94-37095" fmla="*/ 746 w 2254"/>
                  <a:gd name="connsiteY94-37096" fmla="*/ 3704 h 4213"/>
                  <a:gd name="connsiteX95-37097" fmla="*/ 695 w 2254"/>
                  <a:gd name="connsiteY95-37098" fmla="*/ 3662 h 4213"/>
                  <a:gd name="connsiteX96-37099" fmla="*/ 891 w 2254"/>
                  <a:gd name="connsiteY96-37100" fmla="*/ 3459 h 4213"/>
                  <a:gd name="connsiteX97-37101" fmla="*/ 932 w 2254"/>
                  <a:gd name="connsiteY97-37102" fmla="*/ 3195 h 4213"/>
                  <a:gd name="connsiteX98-37103" fmla="*/ 968 w 2254"/>
                  <a:gd name="connsiteY98-37104" fmla="*/ 2962 h 4213"/>
                  <a:gd name="connsiteX99-37105" fmla="*/ 1068 w 2254"/>
                  <a:gd name="connsiteY99-37106" fmla="*/ 2333 h 4213"/>
                  <a:gd name="connsiteX0-37107" fmla="*/ 1068 w 2254"/>
                  <a:gd name="connsiteY0-37108" fmla="*/ 2333 h 4213"/>
                  <a:gd name="connsiteX1-37109" fmla="*/ 1066 w 2254"/>
                  <a:gd name="connsiteY1-37110" fmla="*/ 2117 h 4213"/>
                  <a:gd name="connsiteX2-37111" fmla="*/ 990 w 2254"/>
                  <a:gd name="connsiteY2-37112" fmla="*/ 2039 h 4213"/>
                  <a:gd name="connsiteX3-37113" fmla="*/ 847 w 2254"/>
                  <a:gd name="connsiteY3-37114" fmla="*/ 1951 h 4213"/>
                  <a:gd name="connsiteX4-37115" fmla="*/ 755 w 2254"/>
                  <a:gd name="connsiteY4-37116" fmla="*/ 1827 h 4213"/>
                  <a:gd name="connsiteX5-37117" fmla="*/ 659 w 2254"/>
                  <a:gd name="connsiteY5-37118" fmla="*/ 1828 h 4213"/>
                  <a:gd name="connsiteX6-37119" fmla="*/ 614 w 2254"/>
                  <a:gd name="connsiteY6-37120" fmla="*/ 1883 h 4213"/>
                  <a:gd name="connsiteX7-37121" fmla="*/ 521 w 2254"/>
                  <a:gd name="connsiteY7-37122" fmla="*/ 1877 h 4213"/>
                  <a:gd name="connsiteX8-37123" fmla="*/ 501 w 2254"/>
                  <a:gd name="connsiteY8-37124" fmla="*/ 1994 h 4213"/>
                  <a:gd name="connsiteX9-37125" fmla="*/ 320 w 2254"/>
                  <a:gd name="connsiteY9-37126" fmla="*/ 1941 h 4213"/>
                  <a:gd name="connsiteX10-37127" fmla="*/ 237 w 2254"/>
                  <a:gd name="connsiteY10-37128" fmla="*/ 1939 h 4213"/>
                  <a:gd name="connsiteX11-37129" fmla="*/ 112 w 2254"/>
                  <a:gd name="connsiteY11-37130" fmla="*/ 2014 h 4213"/>
                  <a:gd name="connsiteX12-37131" fmla="*/ 0 w 2254"/>
                  <a:gd name="connsiteY12-37132" fmla="*/ 1890 h 4213"/>
                  <a:gd name="connsiteX13-37133" fmla="*/ 94 w 2254"/>
                  <a:gd name="connsiteY13-37134" fmla="*/ 1804 h 4213"/>
                  <a:gd name="connsiteX14-37135" fmla="*/ 98 w 2254"/>
                  <a:gd name="connsiteY14-37136" fmla="*/ 1634 h 4213"/>
                  <a:gd name="connsiteX15-37137" fmla="*/ 153 w 2254"/>
                  <a:gd name="connsiteY15-37138" fmla="*/ 1514 h 4213"/>
                  <a:gd name="connsiteX16-37139" fmla="*/ 196 w 2254"/>
                  <a:gd name="connsiteY16-37140" fmla="*/ 1306 h 4213"/>
                  <a:gd name="connsiteX17-37141" fmla="*/ 256 w 2254"/>
                  <a:gd name="connsiteY17-37142" fmla="*/ 1307 h 4213"/>
                  <a:gd name="connsiteX18-37143" fmla="*/ 579 w 2254"/>
                  <a:gd name="connsiteY18-37144" fmla="*/ 1286 h 4213"/>
                  <a:gd name="connsiteX19-37145" fmla="*/ 753 w 2254"/>
                  <a:gd name="connsiteY19-37146" fmla="*/ 1117 h 4213"/>
                  <a:gd name="connsiteX20-37147" fmla="*/ 822 w 2254"/>
                  <a:gd name="connsiteY20-37148" fmla="*/ 748 h 4213"/>
                  <a:gd name="connsiteX21-37149" fmla="*/ 932 w 2254"/>
                  <a:gd name="connsiteY21-37150" fmla="*/ 486 h 4213"/>
                  <a:gd name="connsiteX22-37151" fmla="*/ 930 w 2254"/>
                  <a:gd name="connsiteY22-37152" fmla="*/ 358 h 4213"/>
                  <a:gd name="connsiteX23-37153" fmla="*/ 917 w 2254"/>
                  <a:gd name="connsiteY23-37154" fmla="*/ 328 h 4213"/>
                  <a:gd name="connsiteX24-37155" fmla="*/ 850 w 2254"/>
                  <a:gd name="connsiteY24-37156" fmla="*/ 251 h 4213"/>
                  <a:gd name="connsiteX25-37157" fmla="*/ 790 w 2254"/>
                  <a:gd name="connsiteY25-37158" fmla="*/ 217 h 4213"/>
                  <a:gd name="connsiteX26-37159" fmla="*/ 915 w 2254"/>
                  <a:gd name="connsiteY26-37160" fmla="*/ 56 h 4213"/>
                  <a:gd name="connsiteX27-37161" fmla="*/ 1088 w 2254"/>
                  <a:gd name="connsiteY27-37162" fmla="*/ 2 h 4213"/>
                  <a:gd name="connsiteX28-37163" fmla="*/ 1120 w 2254"/>
                  <a:gd name="connsiteY28-37164" fmla="*/ 49 h 4213"/>
                  <a:gd name="connsiteX29-37165" fmla="*/ 1110 w 2254"/>
                  <a:gd name="connsiteY29-37166" fmla="*/ 133 h 4213"/>
                  <a:gd name="connsiteX30-37167" fmla="*/ 1049 w 2254"/>
                  <a:gd name="connsiteY30-37168" fmla="*/ 243 h 4213"/>
                  <a:gd name="connsiteX31-37169" fmla="*/ 1119 w 2254"/>
                  <a:gd name="connsiteY31-37170" fmla="*/ 301 h 4213"/>
                  <a:gd name="connsiteX32-37171" fmla="*/ 1233 w 2254"/>
                  <a:gd name="connsiteY32-37172" fmla="*/ 366 h 4213"/>
                  <a:gd name="connsiteX33-37173" fmla="*/ 1253 w 2254"/>
                  <a:gd name="connsiteY33-37174" fmla="*/ 255 h 4213"/>
                  <a:gd name="connsiteX34-37175" fmla="*/ 1387 w 2254"/>
                  <a:gd name="connsiteY34-37176" fmla="*/ 291 h 4213"/>
                  <a:gd name="connsiteX35-37177" fmla="*/ 1412 w 2254"/>
                  <a:gd name="connsiteY35-37178" fmla="*/ 331 h 4213"/>
                  <a:gd name="connsiteX36-37179" fmla="*/ 1488 w 2254"/>
                  <a:gd name="connsiteY36-37180" fmla="*/ 562 h 4213"/>
                  <a:gd name="connsiteX37-37181" fmla="*/ 1523 w 2254"/>
                  <a:gd name="connsiteY37-37182" fmla="*/ 586 h 4213"/>
                  <a:gd name="connsiteX38-37183" fmla="*/ 1615 w 2254"/>
                  <a:gd name="connsiteY38-37184" fmla="*/ 578 h 4213"/>
                  <a:gd name="connsiteX39-37185" fmla="*/ 1875 w 2254"/>
                  <a:gd name="connsiteY39-37186" fmla="*/ 490 h 4213"/>
                  <a:gd name="connsiteX40-37187" fmla="*/ 2095 w 2254"/>
                  <a:gd name="connsiteY40-37188" fmla="*/ 479 h 4213"/>
                  <a:gd name="connsiteX41-37189" fmla="*/ 2155 w 2254"/>
                  <a:gd name="connsiteY41-37190" fmla="*/ 648 h 4213"/>
                  <a:gd name="connsiteX42-37191" fmla="*/ 2073 w 2254"/>
                  <a:gd name="connsiteY42-37192" fmla="*/ 944 h 4213"/>
                  <a:gd name="connsiteX43-37193" fmla="*/ 2073 w 2254"/>
                  <a:gd name="connsiteY43-37194" fmla="*/ 1022 h 4213"/>
                  <a:gd name="connsiteX44-37195" fmla="*/ 2142 w 2254"/>
                  <a:gd name="connsiteY44-37196" fmla="*/ 1168 h 4213"/>
                  <a:gd name="connsiteX45-37197" fmla="*/ 2157 w 2254"/>
                  <a:gd name="connsiteY45-37198" fmla="*/ 1427 h 4213"/>
                  <a:gd name="connsiteX46-37199" fmla="*/ 2159 w 2254"/>
                  <a:gd name="connsiteY46-37200" fmla="*/ 1617 h 4213"/>
                  <a:gd name="connsiteX47-37201" fmla="*/ 2092 w 2254"/>
                  <a:gd name="connsiteY47-37202" fmla="*/ 1625 h 4213"/>
                  <a:gd name="connsiteX48-37203" fmla="*/ 2070 w 2254"/>
                  <a:gd name="connsiteY48-37204" fmla="*/ 1507 h 4213"/>
                  <a:gd name="connsiteX49-37205" fmla="*/ 2035 w 2254"/>
                  <a:gd name="connsiteY49-37206" fmla="*/ 1450 h 4213"/>
                  <a:gd name="connsiteX50-37207" fmla="*/ 1945 w 2254"/>
                  <a:gd name="connsiteY50-37208" fmla="*/ 1582 h 4213"/>
                  <a:gd name="connsiteX51-37209" fmla="*/ 1832 w 2254"/>
                  <a:gd name="connsiteY51-37210" fmla="*/ 1776 h 4213"/>
                  <a:gd name="connsiteX52-37211" fmla="*/ 1713 w 2254"/>
                  <a:gd name="connsiteY52-37212" fmla="*/ 1904 h 4213"/>
                  <a:gd name="connsiteX53-37213" fmla="*/ 1706 w 2254"/>
                  <a:gd name="connsiteY53-37214" fmla="*/ 2018 h 4213"/>
                  <a:gd name="connsiteX54-37215" fmla="*/ 1766 w 2254"/>
                  <a:gd name="connsiteY54-37216" fmla="*/ 2115 h 4213"/>
                  <a:gd name="connsiteX55-37217" fmla="*/ 1868 w 2254"/>
                  <a:gd name="connsiteY55-37218" fmla="*/ 2183 h 4213"/>
                  <a:gd name="connsiteX56-37219" fmla="*/ 1945 w 2254"/>
                  <a:gd name="connsiteY56-37220" fmla="*/ 2178 h 4213"/>
                  <a:gd name="connsiteX57-37221" fmla="*/ 1990 w 2254"/>
                  <a:gd name="connsiteY57-37222" fmla="*/ 2104 h 4213"/>
                  <a:gd name="connsiteX58-37223" fmla="*/ 2024 w 2254"/>
                  <a:gd name="connsiteY58-37224" fmla="*/ 2210 h 4213"/>
                  <a:gd name="connsiteX59-37225" fmla="*/ 1912 w 2254"/>
                  <a:gd name="connsiteY59-37226" fmla="*/ 2249 h 4213"/>
                  <a:gd name="connsiteX60-37227" fmla="*/ 1959 w 2254"/>
                  <a:gd name="connsiteY60-37228" fmla="*/ 2362 h 4213"/>
                  <a:gd name="connsiteX61-37229" fmla="*/ 1824 w 2254"/>
                  <a:gd name="connsiteY61-37230" fmla="*/ 2509 h 4213"/>
                  <a:gd name="connsiteX62-37231" fmla="*/ 1783 w 2254"/>
                  <a:gd name="connsiteY62-37232" fmla="*/ 2498 h 4213"/>
                  <a:gd name="connsiteX63-37233" fmla="*/ 1659 w 2254"/>
                  <a:gd name="connsiteY63-37234" fmla="*/ 2413 h 4213"/>
                  <a:gd name="connsiteX64-37235" fmla="*/ 1604 w 2254"/>
                  <a:gd name="connsiteY64-37236" fmla="*/ 2412 h 4213"/>
                  <a:gd name="connsiteX65-37237" fmla="*/ 1569 w 2254"/>
                  <a:gd name="connsiteY65-37238" fmla="*/ 2480 h 4213"/>
                  <a:gd name="connsiteX66-37239" fmla="*/ 1572 w 2254"/>
                  <a:gd name="connsiteY66-37240" fmla="*/ 2562 h 4213"/>
                  <a:gd name="connsiteX67-37241" fmla="*/ 1750 w 2254"/>
                  <a:gd name="connsiteY67-37242" fmla="*/ 2730 h 4213"/>
                  <a:gd name="connsiteX68-37243" fmla="*/ 1749 w 2254"/>
                  <a:gd name="connsiteY68-37244" fmla="*/ 2844 h 4213"/>
                  <a:gd name="connsiteX69-37245" fmla="*/ 1840 w 2254"/>
                  <a:gd name="connsiteY69-37246" fmla="*/ 3060 h 4213"/>
                  <a:gd name="connsiteX70-37247" fmla="*/ 1866 w 2254"/>
                  <a:gd name="connsiteY70-37248" fmla="*/ 3090 h 4213"/>
                  <a:gd name="connsiteX71-37249" fmla="*/ 1910 w 2254"/>
                  <a:gd name="connsiteY71-37250" fmla="*/ 3094 h 4213"/>
                  <a:gd name="connsiteX72-37251" fmla="*/ 1956 w 2254"/>
                  <a:gd name="connsiteY72-37252" fmla="*/ 3010 h 4213"/>
                  <a:gd name="connsiteX73-37253" fmla="*/ 2036 w 2254"/>
                  <a:gd name="connsiteY73-37254" fmla="*/ 2950 h 4213"/>
                  <a:gd name="connsiteX74-37255" fmla="*/ 2131 w 2254"/>
                  <a:gd name="connsiteY74-37256" fmla="*/ 3126 h 4213"/>
                  <a:gd name="connsiteX75-37257" fmla="*/ 2241 w 2254"/>
                  <a:gd name="connsiteY75-37258" fmla="*/ 3312 h 4213"/>
                  <a:gd name="connsiteX76-37259" fmla="*/ 2254 w 2254"/>
                  <a:gd name="connsiteY76-37260" fmla="*/ 3342 h 4213"/>
                  <a:gd name="connsiteX77-37261" fmla="*/ 2243 w 2254"/>
                  <a:gd name="connsiteY77-37262" fmla="*/ 3518 h 4213"/>
                  <a:gd name="connsiteX78-37263" fmla="*/ 2208 w 2254"/>
                  <a:gd name="connsiteY78-37264" fmla="*/ 3554 h 4213"/>
                  <a:gd name="connsiteX79-37265" fmla="*/ 2119 w 2254"/>
                  <a:gd name="connsiteY79-37266" fmla="*/ 3515 h 4213"/>
                  <a:gd name="connsiteX80-37267" fmla="*/ 1885 w 2254"/>
                  <a:gd name="connsiteY80-37268" fmla="*/ 3644 h 4213"/>
                  <a:gd name="connsiteX81-37269" fmla="*/ 1859 w 2254"/>
                  <a:gd name="connsiteY81-37270" fmla="*/ 3666 h 4213"/>
                  <a:gd name="connsiteX82-37271" fmla="*/ 1679 w 2254"/>
                  <a:gd name="connsiteY82-37272" fmla="*/ 3812 h 4213"/>
                  <a:gd name="connsiteX83-37273" fmla="*/ 1538 w 2254"/>
                  <a:gd name="connsiteY83-37274" fmla="*/ 3926 h 4213"/>
                  <a:gd name="connsiteX84-37275" fmla="*/ 1503 w 2254"/>
                  <a:gd name="connsiteY84-37276" fmla="*/ 3965 h 4213"/>
                  <a:gd name="connsiteX85-37277" fmla="*/ 1451 w 2254"/>
                  <a:gd name="connsiteY85-37278" fmla="*/ 3973 h 4213"/>
                  <a:gd name="connsiteX86-37279" fmla="*/ 1394 w 2254"/>
                  <a:gd name="connsiteY86-37280" fmla="*/ 3916 h 4213"/>
                  <a:gd name="connsiteX87-37281" fmla="*/ 1270 w 2254"/>
                  <a:gd name="connsiteY87-37282" fmla="*/ 3808 h 4213"/>
                  <a:gd name="connsiteX88-37283" fmla="*/ 1294 w 2254"/>
                  <a:gd name="connsiteY88-37284" fmla="*/ 4064 h 4213"/>
                  <a:gd name="connsiteX89-37285" fmla="*/ 1303 w 2254"/>
                  <a:gd name="connsiteY89-37286" fmla="*/ 4192 h 4213"/>
                  <a:gd name="connsiteX90-37287" fmla="*/ 1041 w 2254"/>
                  <a:gd name="connsiteY90-37288" fmla="*/ 4166 h 4213"/>
                  <a:gd name="connsiteX91-37289" fmla="*/ 959 w 2254"/>
                  <a:gd name="connsiteY91-37290" fmla="*/ 3987 h 4213"/>
                  <a:gd name="connsiteX92-37291" fmla="*/ 877 w 2254"/>
                  <a:gd name="connsiteY92-37292" fmla="*/ 3802 h 4213"/>
                  <a:gd name="connsiteX93-37293" fmla="*/ 798 w 2254"/>
                  <a:gd name="connsiteY93-37294" fmla="*/ 3734 h 4213"/>
                  <a:gd name="connsiteX94-37295" fmla="*/ 746 w 2254"/>
                  <a:gd name="connsiteY94-37296" fmla="*/ 3704 h 4213"/>
                  <a:gd name="connsiteX95-37297" fmla="*/ 746 w 2254"/>
                  <a:gd name="connsiteY95-37298" fmla="*/ 3806 h 4213"/>
                  <a:gd name="connsiteX96-37299" fmla="*/ 695 w 2254"/>
                  <a:gd name="connsiteY96-37300" fmla="*/ 3662 h 4213"/>
                  <a:gd name="connsiteX97-37301" fmla="*/ 891 w 2254"/>
                  <a:gd name="connsiteY97-37302" fmla="*/ 3459 h 4213"/>
                  <a:gd name="connsiteX98-37303" fmla="*/ 932 w 2254"/>
                  <a:gd name="connsiteY98-37304" fmla="*/ 3195 h 4213"/>
                  <a:gd name="connsiteX99-37305" fmla="*/ 968 w 2254"/>
                  <a:gd name="connsiteY99-37306" fmla="*/ 2962 h 4213"/>
                  <a:gd name="connsiteX100-37307" fmla="*/ 1068 w 2254"/>
                  <a:gd name="connsiteY100-37308" fmla="*/ 2333 h 4213"/>
                  <a:gd name="connsiteX0-37309" fmla="*/ 1068 w 2254"/>
                  <a:gd name="connsiteY0-37310" fmla="*/ 2333 h 4213"/>
                  <a:gd name="connsiteX1-37311" fmla="*/ 1066 w 2254"/>
                  <a:gd name="connsiteY1-37312" fmla="*/ 2117 h 4213"/>
                  <a:gd name="connsiteX2-37313" fmla="*/ 990 w 2254"/>
                  <a:gd name="connsiteY2-37314" fmla="*/ 2039 h 4213"/>
                  <a:gd name="connsiteX3-37315" fmla="*/ 847 w 2254"/>
                  <a:gd name="connsiteY3-37316" fmla="*/ 1951 h 4213"/>
                  <a:gd name="connsiteX4-37317" fmla="*/ 755 w 2254"/>
                  <a:gd name="connsiteY4-37318" fmla="*/ 1827 h 4213"/>
                  <a:gd name="connsiteX5-37319" fmla="*/ 659 w 2254"/>
                  <a:gd name="connsiteY5-37320" fmla="*/ 1828 h 4213"/>
                  <a:gd name="connsiteX6-37321" fmla="*/ 614 w 2254"/>
                  <a:gd name="connsiteY6-37322" fmla="*/ 1883 h 4213"/>
                  <a:gd name="connsiteX7-37323" fmla="*/ 521 w 2254"/>
                  <a:gd name="connsiteY7-37324" fmla="*/ 1877 h 4213"/>
                  <a:gd name="connsiteX8-37325" fmla="*/ 501 w 2254"/>
                  <a:gd name="connsiteY8-37326" fmla="*/ 1994 h 4213"/>
                  <a:gd name="connsiteX9-37327" fmla="*/ 320 w 2254"/>
                  <a:gd name="connsiteY9-37328" fmla="*/ 1941 h 4213"/>
                  <a:gd name="connsiteX10-37329" fmla="*/ 237 w 2254"/>
                  <a:gd name="connsiteY10-37330" fmla="*/ 1939 h 4213"/>
                  <a:gd name="connsiteX11-37331" fmla="*/ 112 w 2254"/>
                  <a:gd name="connsiteY11-37332" fmla="*/ 2014 h 4213"/>
                  <a:gd name="connsiteX12-37333" fmla="*/ 0 w 2254"/>
                  <a:gd name="connsiteY12-37334" fmla="*/ 1890 h 4213"/>
                  <a:gd name="connsiteX13-37335" fmla="*/ 94 w 2254"/>
                  <a:gd name="connsiteY13-37336" fmla="*/ 1804 h 4213"/>
                  <a:gd name="connsiteX14-37337" fmla="*/ 98 w 2254"/>
                  <a:gd name="connsiteY14-37338" fmla="*/ 1634 h 4213"/>
                  <a:gd name="connsiteX15-37339" fmla="*/ 153 w 2254"/>
                  <a:gd name="connsiteY15-37340" fmla="*/ 1514 h 4213"/>
                  <a:gd name="connsiteX16-37341" fmla="*/ 196 w 2254"/>
                  <a:gd name="connsiteY16-37342" fmla="*/ 1306 h 4213"/>
                  <a:gd name="connsiteX17-37343" fmla="*/ 256 w 2254"/>
                  <a:gd name="connsiteY17-37344" fmla="*/ 1307 h 4213"/>
                  <a:gd name="connsiteX18-37345" fmla="*/ 579 w 2254"/>
                  <a:gd name="connsiteY18-37346" fmla="*/ 1286 h 4213"/>
                  <a:gd name="connsiteX19-37347" fmla="*/ 753 w 2254"/>
                  <a:gd name="connsiteY19-37348" fmla="*/ 1117 h 4213"/>
                  <a:gd name="connsiteX20-37349" fmla="*/ 822 w 2254"/>
                  <a:gd name="connsiteY20-37350" fmla="*/ 748 h 4213"/>
                  <a:gd name="connsiteX21-37351" fmla="*/ 932 w 2254"/>
                  <a:gd name="connsiteY21-37352" fmla="*/ 486 h 4213"/>
                  <a:gd name="connsiteX22-37353" fmla="*/ 930 w 2254"/>
                  <a:gd name="connsiteY22-37354" fmla="*/ 358 h 4213"/>
                  <a:gd name="connsiteX23-37355" fmla="*/ 917 w 2254"/>
                  <a:gd name="connsiteY23-37356" fmla="*/ 328 h 4213"/>
                  <a:gd name="connsiteX24-37357" fmla="*/ 850 w 2254"/>
                  <a:gd name="connsiteY24-37358" fmla="*/ 251 h 4213"/>
                  <a:gd name="connsiteX25-37359" fmla="*/ 790 w 2254"/>
                  <a:gd name="connsiteY25-37360" fmla="*/ 217 h 4213"/>
                  <a:gd name="connsiteX26-37361" fmla="*/ 915 w 2254"/>
                  <a:gd name="connsiteY26-37362" fmla="*/ 56 h 4213"/>
                  <a:gd name="connsiteX27-37363" fmla="*/ 1088 w 2254"/>
                  <a:gd name="connsiteY27-37364" fmla="*/ 2 h 4213"/>
                  <a:gd name="connsiteX28-37365" fmla="*/ 1120 w 2254"/>
                  <a:gd name="connsiteY28-37366" fmla="*/ 49 h 4213"/>
                  <a:gd name="connsiteX29-37367" fmla="*/ 1110 w 2254"/>
                  <a:gd name="connsiteY29-37368" fmla="*/ 133 h 4213"/>
                  <a:gd name="connsiteX30-37369" fmla="*/ 1049 w 2254"/>
                  <a:gd name="connsiteY30-37370" fmla="*/ 243 h 4213"/>
                  <a:gd name="connsiteX31-37371" fmla="*/ 1119 w 2254"/>
                  <a:gd name="connsiteY31-37372" fmla="*/ 301 h 4213"/>
                  <a:gd name="connsiteX32-37373" fmla="*/ 1233 w 2254"/>
                  <a:gd name="connsiteY32-37374" fmla="*/ 366 h 4213"/>
                  <a:gd name="connsiteX33-37375" fmla="*/ 1253 w 2254"/>
                  <a:gd name="connsiteY33-37376" fmla="*/ 255 h 4213"/>
                  <a:gd name="connsiteX34-37377" fmla="*/ 1387 w 2254"/>
                  <a:gd name="connsiteY34-37378" fmla="*/ 291 h 4213"/>
                  <a:gd name="connsiteX35-37379" fmla="*/ 1412 w 2254"/>
                  <a:gd name="connsiteY35-37380" fmla="*/ 331 h 4213"/>
                  <a:gd name="connsiteX36-37381" fmla="*/ 1488 w 2254"/>
                  <a:gd name="connsiteY36-37382" fmla="*/ 562 h 4213"/>
                  <a:gd name="connsiteX37-37383" fmla="*/ 1523 w 2254"/>
                  <a:gd name="connsiteY37-37384" fmla="*/ 586 h 4213"/>
                  <a:gd name="connsiteX38-37385" fmla="*/ 1615 w 2254"/>
                  <a:gd name="connsiteY38-37386" fmla="*/ 578 h 4213"/>
                  <a:gd name="connsiteX39-37387" fmla="*/ 1875 w 2254"/>
                  <a:gd name="connsiteY39-37388" fmla="*/ 490 h 4213"/>
                  <a:gd name="connsiteX40-37389" fmla="*/ 2095 w 2254"/>
                  <a:gd name="connsiteY40-37390" fmla="*/ 479 h 4213"/>
                  <a:gd name="connsiteX41-37391" fmla="*/ 2155 w 2254"/>
                  <a:gd name="connsiteY41-37392" fmla="*/ 648 h 4213"/>
                  <a:gd name="connsiteX42-37393" fmla="*/ 2073 w 2254"/>
                  <a:gd name="connsiteY42-37394" fmla="*/ 944 h 4213"/>
                  <a:gd name="connsiteX43-37395" fmla="*/ 2073 w 2254"/>
                  <a:gd name="connsiteY43-37396" fmla="*/ 1022 h 4213"/>
                  <a:gd name="connsiteX44-37397" fmla="*/ 2142 w 2254"/>
                  <a:gd name="connsiteY44-37398" fmla="*/ 1168 h 4213"/>
                  <a:gd name="connsiteX45-37399" fmla="*/ 2157 w 2254"/>
                  <a:gd name="connsiteY45-37400" fmla="*/ 1427 h 4213"/>
                  <a:gd name="connsiteX46-37401" fmla="*/ 2159 w 2254"/>
                  <a:gd name="connsiteY46-37402" fmla="*/ 1617 h 4213"/>
                  <a:gd name="connsiteX47-37403" fmla="*/ 2092 w 2254"/>
                  <a:gd name="connsiteY47-37404" fmla="*/ 1625 h 4213"/>
                  <a:gd name="connsiteX48-37405" fmla="*/ 2070 w 2254"/>
                  <a:gd name="connsiteY48-37406" fmla="*/ 1507 h 4213"/>
                  <a:gd name="connsiteX49-37407" fmla="*/ 2035 w 2254"/>
                  <a:gd name="connsiteY49-37408" fmla="*/ 1450 h 4213"/>
                  <a:gd name="connsiteX50-37409" fmla="*/ 1945 w 2254"/>
                  <a:gd name="connsiteY50-37410" fmla="*/ 1582 h 4213"/>
                  <a:gd name="connsiteX51-37411" fmla="*/ 1832 w 2254"/>
                  <a:gd name="connsiteY51-37412" fmla="*/ 1776 h 4213"/>
                  <a:gd name="connsiteX52-37413" fmla="*/ 1713 w 2254"/>
                  <a:gd name="connsiteY52-37414" fmla="*/ 1904 h 4213"/>
                  <a:gd name="connsiteX53-37415" fmla="*/ 1706 w 2254"/>
                  <a:gd name="connsiteY53-37416" fmla="*/ 2018 h 4213"/>
                  <a:gd name="connsiteX54-37417" fmla="*/ 1766 w 2254"/>
                  <a:gd name="connsiteY54-37418" fmla="*/ 2115 h 4213"/>
                  <a:gd name="connsiteX55-37419" fmla="*/ 1868 w 2254"/>
                  <a:gd name="connsiteY55-37420" fmla="*/ 2183 h 4213"/>
                  <a:gd name="connsiteX56-37421" fmla="*/ 1945 w 2254"/>
                  <a:gd name="connsiteY56-37422" fmla="*/ 2178 h 4213"/>
                  <a:gd name="connsiteX57-37423" fmla="*/ 1990 w 2254"/>
                  <a:gd name="connsiteY57-37424" fmla="*/ 2104 h 4213"/>
                  <a:gd name="connsiteX58-37425" fmla="*/ 2024 w 2254"/>
                  <a:gd name="connsiteY58-37426" fmla="*/ 2210 h 4213"/>
                  <a:gd name="connsiteX59-37427" fmla="*/ 1912 w 2254"/>
                  <a:gd name="connsiteY59-37428" fmla="*/ 2249 h 4213"/>
                  <a:gd name="connsiteX60-37429" fmla="*/ 1959 w 2254"/>
                  <a:gd name="connsiteY60-37430" fmla="*/ 2362 h 4213"/>
                  <a:gd name="connsiteX61-37431" fmla="*/ 1824 w 2254"/>
                  <a:gd name="connsiteY61-37432" fmla="*/ 2509 h 4213"/>
                  <a:gd name="connsiteX62-37433" fmla="*/ 1783 w 2254"/>
                  <a:gd name="connsiteY62-37434" fmla="*/ 2498 h 4213"/>
                  <a:gd name="connsiteX63-37435" fmla="*/ 1659 w 2254"/>
                  <a:gd name="connsiteY63-37436" fmla="*/ 2413 h 4213"/>
                  <a:gd name="connsiteX64-37437" fmla="*/ 1604 w 2254"/>
                  <a:gd name="connsiteY64-37438" fmla="*/ 2412 h 4213"/>
                  <a:gd name="connsiteX65-37439" fmla="*/ 1569 w 2254"/>
                  <a:gd name="connsiteY65-37440" fmla="*/ 2480 h 4213"/>
                  <a:gd name="connsiteX66-37441" fmla="*/ 1572 w 2254"/>
                  <a:gd name="connsiteY66-37442" fmla="*/ 2562 h 4213"/>
                  <a:gd name="connsiteX67-37443" fmla="*/ 1750 w 2254"/>
                  <a:gd name="connsiteY67-37444" fmla="*/ 2730 h 4213"/>
                  <a:gd name="connsiteX68-37445" fmla="*/ 1749 w 2254"/>
                  <a:gd name="connsiteY68-37446" fmla="*/ 2844 h 4213"/>
                  <a:gd name="connsiteX69-37447" fmla="*/ 1840 w 2254"/>
                  <a:gd name="connsiteY69-37448" fmla="*/ 3060 h 4213"/>
                  <a:gd name="connsiteX70-37449" fmla="*/ 1866 w 2254"/>
                  <a:gd name="connsiteY70-37450" fmla="*/ 3090 h 4213"/>
                  <a:gd name="connsiteX71-37451" fmla="*/ 1910 w 2254"/>
                  <a:gd name="connsiteY71-37452" fmla="*/ 3094 h 4213"/>
                  <a:gd name="connsiteX72-37453" fmla="*/ 1956 w 2254"/>
                  <a:gd name="connsiteY72-37454" fmla="*/ 3010 h 4213"/>
                  <a:gd name="connsiteX73-37455" fmla="*/ 2036 w 2254"/>
                  <a:gd name="connsiteY73-37456" fmla="*/ 2950 h 4213"/>
                  <a:gd name="connsiteX74-37457" fmla="*/ 2131 w 2254"/>
                  <a:gd name="connsiteY74-37458" fmla="*/ 3126 h 4213"/>
                  <a:gd name="connsiteX75-37459" fmla="*/ 2241 w 2254"/>
                  <a:gd name="connsiteY75-37460" fmla="*/ 3312 h 4213"/>
                  <a:gd name="connsiteX76-37461" fmla="*/ 2254 w 2254"/>
                  <a:gd name="connsiteY76-37462" fmla="*/ 3342 h 4213"/>
                  <a:gd name="connsiteX77-37463" fmla="*/ 2243 w 2254"/>
                  <a:gd name="connsiteY77-37464" fmla="*/ 3518 h 4213"/>
                  <a:gd name="connsiteX78-37465" fmla="*/ 2208 w 2254"/>
                  <a:gd name="connsiteY78-37466" fmla="*/ 3554 h 4213"/>
                  <a:gd name="connsiteX79-37467" fmla="*/ 2119 w 2254"/>
                  <a:gd name="connsiteY79-37468" fmla="*/ 3515 h 4213"/>
                  <a:gd name="connsiteX80-37469" fmla="*/ 1885 w 2254"/>
                  <a:gd name="connsiteY80-37470" fmla="*/ 3644 h 4213"/>
                  <a:gd name="connsiteX81-37471" fmla="*/ 1859 w 2254"/>
                  <a:gd name="connsiteY81-37472" fmla="*/ 3666 h 4213"/>
                  <a:gd name="connsiteX82-37473" fmla="*/ 1679 w 2254"/>
                  <a:gd name="connsiteY82-37474" fmla="*/ 3812 h 4213"/>
                  <a:gd name="connsiteX83-37475" fmla="*/ 1538 w 2254"/>
                  <a:gd name="connsiteY83-37476" fmla="*/ 3926 h 4213"/>
                  <a:gd name="connsiteX84-37477" fmla="*/ 1503 w 2254"/>
                  <a:gd name="connsiteY84-37478" fmla="*/ 3965 h 4213"/>
                  <a:gd name="connsiteX85-37479" fmla="*/ 1451 w 2254"/>
                  <a:gd name="connsiteY85-37480" fmla="*/ 3973 h 4213"/>
                  <a:gd name="connsiteX86-37481" fmla="*/ 1394 w 2254"/>
                  <a:gd name="connsiteY86-37482" fmla="*/ 3916 h 4213"/>
                  <a:gd name="connsiteX87-37483" fmla="*/ 1270 w 2254"/>
                  <a:gd name="connsiteY87-37484" fmla="*/ 3808 h 4213"/>
                  <a:gd name="connsiteX88-37485" fmla="*/ 1294 w 2254"/>
                  <a:gd name="connsiteY88-37486" fmla="*/ 4064 h 4213"/>
                  <a:gd name="connsiteX89-37487" fmla="*/ 1303 w 2254"/>
                  <a:gd name="connsiteY89-37488" fmla="*/ 4192 h 4213"/>
                  <a:gd name="connsiteX90-37489" fmla="*/ 1041 w 2254"/>
                  <a:gd name="connsiteY90-37490" fmla="*/ 4166 h 4213"/>
                  <a:gd name="connsiteX91-37491" fmla="*/ 959 w 2254"/>
                  <a:gd name="connsiteY91-37492" fmla="*/ 3987 h 4213"/>
                  <a:gd name="connsiteX92-37493" fmla="*/ 877 w 2254"/>
                  <a:gd name="connsiteY92-37494" fmla="*/ 3802 h 4213"/>
                  <a:gd name="connsiteX93-37495" fmla="*/ 798 w 2254"/>
                  <a:gd name="connsiteY93-37496" fmla="*/ 3734 h 4213"/>
                  <a:gd name="connsiteX94-37497" fmla="*/ 746 w 2254"/>
                  <a:gd name="connsiteY94-37498" fmla="*/ 3704 h 4213"/>
                  <a:gd name="connsiteX95-37499" fmla="*/ 746 w 2254"/>
                  <a:gd name="connsiteY95-37500" fmla="*/ 3806 h 4213"/>
                  <a:gd name="connsiteX96-37501" fmla="*/ 695 w 2254"/>
                  <a:gd name="connsiteY96-37502" fmla="*/ 3662 h 4213"/>
                  <a:gd name="connsiteX97-37503" fmla="*/ 891 w 2254"/>
                  <a:gd name="connsiteY97-37504" fmla="*/ 3459 h 4213"/>
                  <a:gd name="connsiteX98-37505" fmla="*/ 932 w 2254"/>
                  <a:gd name="connsiteY98-37506" fmla="*/ 3195 h 4213"/>
                  <a:gd name="connsiteX99-37507" fmla="*/ 968 w 2254"/>
                  <a:gd name="connsiteY99-37508" fmla="*/ 2962 h 4213"/>
                  <a:gd name="connsiteX100-37509" fmla="*/ 1068 w 2254"/>
                  <a:gd name="connsiteY100-37510" fmla="*/ 2333 h 4213"/>
                  <a:gd name="connsiteX0-37511" fmla="*/ 746 w 2254"/>
                  <a:gd name="connsiteY0-37512" fmla="*/ 3806 h 4213"/>
                  <a:gd name="connsiteX1-37513" fmla="*/ 695 w 2254"/>
                  <a:gd name="connsiteY1-37514" fmla="*/ 3662 h 4213"/>
                  <a:gd name="connsiteX2-37515" fmla="*/ 891 w 2254"/>
                  <a:gd name="connsiteY2-37516" fmla="*/ 3459 h 4213"/>
                  <a:gd name="connsiteX3-37517" fmla="*/ 932 w 2254"/>
                  <a:gd name="connsiteY3-37518" fmla="*/ 3195 h 4213"/>
                  <a:gd name="connsiteX4-37519" fmla="*/ 968 w 2254"/>
                  <a:gd name="connsiteY4-37520" fmla="*/ 2962 h 4213"/>
                  <a:gd name="connsiteX5-37521" fmla="*/ 1068 w 2254"/>
                  <a:gd name="connsiteY5-37522" fmla="*/ 2333 h 4213"/>
                  <a:gd name="connsiteX6-37523" fmla="*/ 1066 w 2254"/>
                  <a:gd name="connsiteY6-37524" fmla="*/ 2117 h 4213"/>
                  <a:gd name="connsiteX7-37525" fmla="*/ 990 w 2254"/>
                  <a:gd name="connsiteY7-37526" fmla="*/ 2039 h 4213"/>
                  <a:gd name="connsiteX8-37527" fmla="*/ 847 w 2254"/>
                  <a:gd name="connsiteY8-37528" fmla="*/ 1951 h 4213"/>
                  <a:gd name="connsiteX9-37529" fmla="*/ 755 w 2254"/>
                  <a:gd name="connsiteY9-37530" fmla="*/ 1827 h 4213"/>
                  <a:gd name="connsiteX10-37531" fmla="*/ 659 w 2254"/>
                  <a:gd name="connsiteY10-37532" fmla="*/ 1828 h 4213"/>
                  <a:gd name="connsiteX11-37533" fmla="*/ 614 w 2254"/>
                  <a:gd name="connsiteY11-37534" fmla="*/ 1883 h 4213"/>
                  <a:gd name="connsiteX12-37535" fmla="*/ 521 w 2254"/>
                  <a:gd name="connsiteY12-37536" fmla="*/ 1877 h 4213"/>
                  <a:gd name="connsiteX13-37537" fmla="*/ 501 w 2254"/>
                  <a:gd name="connsiteY13-37538" fmla="*/ 1994 h 4213"/>
                  <a:gd name="connsiteX14-37539" fmla="*/ 320 w 2254"/>
                  <a:gd name="connsiteY14-37540" fmla="*/ 1941 h 4213"/>
                  <a:gd name="connsiteX15-37541" fmla="*/ 237 w 2254"/>
                  <a:gd name="connsiteY15-37542" fmla="*/ 1939 h 4213"/>
                  <a:gd name="connsiteX16-37543" fmla="*/ 112 w 2254"/>
                  <a:gd name="connsiteY16-37544" fmla="*/ 2014 h 4213"/>
                  <a:gd name="connsiteX17-37545" fmla="*/ 0 w 2254"/>
                  <a:gd name="connsiteY17-37546" fmla="*/ 1890 h 4213"/>
                  <a:gd name="connsiteX18-37547" fmla="*/ 94 w 2254"/>
                  <a:gd name="connsiteY18-37548" fmla="*/ 1804 h 4213"/>
                  <a:gd name="connsiteX19-37549" fmla="*/ 98 w 2254"/>
                  <a:gd name="connsiteY19-37550" fmla="*/ 1634 h 4213"/>
                  <a:gd name="connsiteX20-37551" fmla="*/ 153 w 2254"/>
                  <a:gd name="connsiteY20-37552" fmla="*/ 1514 h 4213"/>
                  <a:gd name="connsiteX21-37553" fmla="*/ 196 w 2254"/>
                  <a:gd name="connsiteY21-37554" fmla="*/ 1306 h 4213"/>
                  <a:gd name="connsiteX22-37555" fmla="*/ 256 w 2254"/>
                  <a:gd name="connsiteY22-37556" fmla="*/ 1307 h 4213"/>
                  <a:gd name="connsiteX23-37557" fmla="*/ 579 w 2254"/>
                  <a:gd name="connsiteY23-37558" fmla="*/ 1286 h 4213"/>
                  <a:gd name="connsiteX24-37559" fmla="*/ 753 w 2254"/>
                  <a:gd name="connsiteY24-37560" fmla="*/ 1117 h 4213"/>
                  <a:gd name="connsiteX25-37561" fmla="*/ 822 w 2254"/>
                  <a:gd name="connsiteY25-37562" fmla="*/ 748 h 4213"/>
                  <a:gd name="connsiteX26-37563" fmla="*/ 932 w 2254"/>
                  <a:gd name="connsiteY26-37564" fmla="*/ 486 h 4213"/>
                  <a:gd name="connsiteX27-37565" fmla="*/ 930 w 2254"/>
                  <a:gd name="connsiteY27-37566" fmla="*/ 358 h 4213"/>
                  <a:gd name="connsiteX28-37567" fmla="*/ 917 w 2254"/>
                  <a:gd name="connsiteY28-37568" fmla="*/ 328 h 4213"/>
                  <a:gd name="connsiteX29-37569" fmla="*/ 850 w 2254"/>
                  <a:gd name="connsiteY29-37570" fmla="*/ 251 h 4213"/>
                  <a:gd name="connsiteX30-37571" fmla="*/ 790 w 2254"/>
                  <a:gd name="connsiteY30-37572" fmla="*/ 217 h 4213"/>
                  <a:gd name="connsiteX31-37573" fmla="*/ 915 w 2254"/>
                  <a:gd name="connsiteY31-37574" fmla="*/ 56 h 4213"/>
                  <a:gd name="connsiteX32-37575" fmla="*/ 1088 w 2254"/>
                  <a:gd name="connsiteY32-37576" fmla="*/ 2 h 4213"/>
                  <a:gd name="connsiteX33-37577" fmla="*/ 1120 w 2254"/>
                  <a:gd name="connsiteY33-37578" fmla="*/ 49 h 4213"/>
                  <a:gd name="connsiteX34-37579" fmla="*/ 1110 w 2254"/>
                  <a:gd name="connsiteY34-37580" fmla="*/ 133 h 4213"/>
                  <a:gd name="connsiteX35-37581" fmla="*/ 1049 w 2254"/>
                  <a:gd name="connsiteY35-37582" fmla="*/ 243 h 4213"/>
                  <a:gd name="connsiteX36-37583" fmla="*/ 1119 w 2254"/>
                  <a:gd name="connsiteY36-37584" fmla="*/ 301 h 4213"/>
                  <a:gd name="connsiteX37-37585" fmla="*/ 1233 w 2254"/>
                  <a:gd name="connsiteY37-37586" fmla="*/ 366 h 4213"/>
                  <a:gd name="connsiteX38-37587" fmla="*/ 1253 w 2254"/>
                  <a:gd name="connsiteY38-37588" fmla="*/ 255 h 4213"/>
                  <a:gd name="connsiteX39-37589" fmla="*/ 1387 w 2254"/>
                  <a:gd name="connsiteY39-37590" fmla="*/ 291 h 4213"/>
                  <a:gd name="connsiteX40-37591" fmla="*/ 1412 w 2254"/>
                  <a:gd name="connsiteY40-37592" fmla="*/ 331 h 4213"/>
                  <a:gd name="connsiteX41-37593" fmla="*/ 1488 w 2254"/>
                  <a:gd name="connsiteY41-37594" fmla="*/ 562 h 4213"/>
                  <a:gd name="connsiteX42-37595" fmla="*/ 1523 w 2254"/>
                  <a:gd name="connsiteY42-37596" fmla="*/ 586 h 4213"/>
                  <a:gd name="connsiteX43-37597" fmla="*/ 1615 w 2254"/>
                  <a:gd name="connsiteY43-37598" fmla="*/ 578 h 4213"/>
                  <a:gd name="connsiteX44-37599" fmla="*/ 1875 w 2254"/>
                  <a:gd name="connsiteY44-37600" fmla="*/ 490 h 4213"/>
                  <a:gd name="connsiteX45-37601" fmla="*/ 2095 w 2254"/>
                  <a:gd name="connsiteY45-37602" fmla="*/ 479 h 4213"/>
                  <a:gd name="connsiteX46-37603" fmla="*/ 2155 w 2254"/>
                  <a:gd name="connsiteY46-37604" fmla="*/ 648 h 4213"/>
                  <a:gd name="connsiteX47-37605" fmla="*/ 2073 w 2254"/>
                  <a:gd name="connsiteY47-37606" fmla="*/ 944 h 4213"/>
                  <a:gd name="connsiteX48-37607" fmla="*/ 2073 w 2254"/>
                  <a:gd name="connsiteY48-37608" fmla="*/ 1022 h 4213"/>
                  <a:gd name="connsiteX49-37609" fmla="*/ 2142 w 2254"/>
                  <a:gd name="connsiteY49-37610" fmla="*/ 1168 h 4213"/>
                  <a:gd name="connsiteX50-37611" fmla="*/ 2157 w 2254"/>
                  <a:gd name="connsiteY50-37612" fmla="*/ 1427 h 4213"/>
                  <a:gd name="connsiteX51-37613" fmla="*/ 2159 w 2254"/>
                  <a:gd name="connsiteY51-37614" fmla="*/ 1617 h 4213"/>
                  <a:gd name="connsiteX52-37615" fmla="*/ 2092 w 2254"/>
                  <a:gd name="connsiteY52-37616" fmla="*/ 1625 h 4213"/>
                  <a:gd name="connsiteX53-37617" fmla="*/ 2070 w 2254"/>
                  <a:gd name="connsiteY53-37618" fmla="*/ 1507 h 4213"/>
                  <a:gd name="connsiteX54-37619" fmla="*/ 2035 w 2254"/>
                  <a:gd name="connsiteY54-37620" fmla="*/ 1450 h 4213"/>
                  <a:gd name="connsiteX55-37621" fmla="*/ 1945 w 2254"/>
                  <a:gd name="connsiteY55-37622" fmla="*/ 1582 h 4213"/>
                  <a:gd name="connsiteX56-37623" fmla="*/ 1832 w 2254"/>
                  <a:gd name="connsiteY56-37624" fmla="*/ 1776 h 4213"/>
                  <a:gd name="connsiteX57-37625" fmla="*/ 1713 w 2254"/>
                  <a:gd name="connsiteY57-37626" fmla="*/ 1904 h 4213"/>
                  <a:gd name="connsiteX58-37627" fmla="*/ 1706 w 2254"/>
                  <a:gd name="connsiteY58-37628" fmla="*/ 2018 h 4213"/>
                  <a:gd name="connsiteX59-37629" fmla="*/ 1766 w 2254"/>
                  <a:gd name="connsiteY59-37630" fmla="*/ 2115 h 4213"/>
                  <a:gd name="connsiteX60-37631" fmla="*/ 1868 w 2254"/>
                  <a:gd name="connsiteY60-37632" fmla="*/ 2183 h 4213"/>
                  <a:gd name="connsiteX61-37633" fmla="*/ 1945 w 2254"/>
                  <a:gd name="connsiteY61-37634" fmla="*/ 2178 h 4213"/>
                  <a:gd name="connsiteX62-37635" fmla="*/ 1990 w 2254"/>
                  <a:gd name="connsiteY62-37636" fmla="*/ 2104 h 4213"/>
                  <a:gd name="connsiteX63-37637" fmla="*/ 2024 w 2254"/>
                  <a:gd name="connsiteY63-37638" fmla="*/ 2210 h 4213"/>
                  <a:gd name="connsiteX64-37639" fmla="*/ 1912 w 2254"/>
                  <a:gd name="connsiteY64-37640" fmla="*/ 2249 h 4213"/>
                  <a:gd name="connsiteX65-37641" fmla="*/ 1959 w 2254"/>
                  <a:gd name="connsiteY65-37642" fmla="*/ 2362 h 4213"/>
                  <a:gd name="connsiteX66-37643" fmla="*/ 1824 w 2254"/>
                  <a:gd name="connsiteY66-37644" fmla="*/ 2509 h 4213"/>
                  <a:gd name="connsiteX67-37645" fmla="*/ 1783 w 2254"/>
                  <a:gd name="connsiteY67-37646" fmla="*/ 2498 h 4213"/>
                  <a:gd name="connsiteX68-37647" fmla="*/ 1659 w 2254"/>
                  <a:gd name="connsiteY68-37648" fmla="*/ 2413 h 4213"/>
                  <a:gd name="connsiteX69-37649" fmla="*/ 1604 w 2254"/>
                  <a:gd name="connsiteY69-37650" fmla="*/ 2412 h 4213"/>
                  <a:gd name="connsiteX70-37651" fmla="*/ 1569 w 2254"/>
                  <a:gd name="connsiteY70-37652" fmla="*/ 2480 h 4213"/>
                  <a:gd name="connsiteX71-37653" fmla="*/ 1572 w 2254"/>
                  <a:gd name="connsiteY71-37654" fmla="*/ 2562 h 4213"/>
                  <a:gd name="connsiteX72-37655" fmla="*/ 1750 w 2254"/>
                  <a:gd name="connsiteY72-37656" fmla="*/ 2730 h 4213"/>
                  <a:gd name="connsiteX73-37657" fmla="*/ 1749 w 2254"/>
                  <a:gd name="connsiteY73-37658" fmla="*/ 2844 h 4213"/>
                  <a:gd name="connsiteX74-37659" fmla="*/ 1840 w 2254"/>
                  <a:gd name="connsiteY74-37660" fmla="*/ 3060 h 4213"/>
                  <a:gd name="connsiteX75-37661" fmla="*/ 1866 w 2254"/>
                  <a:gd name="connsiteY75-37662" fmla="*/ 3090 h 4213"/>
                  <a:gd name="connsiteX76-37663" fmla="*/ 1910 w 2254"/>
                  <a:gd name="connsiteY76-37664" fmla="*/ 3094 h 4213"/>
                  <a:gd name="connsiteX77-37665" fmla="*/ 1956 w 2254"/>
                  <a:gd name="connsiteY77-37666" fmla="*/ 3010 h 4213"/>
                  <a:gd name="connsiteX78-37667" fmla="*/ 2036 w 2254"/>
                  <a:gd name="connsiteY78-37668" fmla="*/ 2950 h 4213"/>
                  <a:gd name="connsiteX79-37669" fmla="*/ 2131 w 2254"/>
                  <a:gd name="connsiteY79-37670" fmla="*/ 3126 h 4213"/>
                  <a:gd name="connsiteX80-37671" fmla="*/ 2241 w 2254"/>
                  <a:gd name="connsiteY80-37672" fmla="*/ 3312 h 4213"/>
                  <a:gd name="connsiteX81-37673" fmla="*/ 2254 w 2254"/>
                  <a:gd name="connsiteY81-37674" fmla="*/ 3342 h 4213"/>
                  <a:gd name="connsiteX82-37675" fmla="*/ 2243 w 2254"/>
                  <a:gd name="connsiteY82-37676" fmla="*/ 3518 h 4213"/>
                  <a:gd name="connsiteX83-37677" fmla="*/ 2208 w 2254"/>
                  <a:gd name="connsiteY83-37678" fmla="*/ 3554 h 4213"/>
                  <a:gd name="connsiteX84-37679" fmla="*/ 2119 w 2254"/>
                  <a:gd name="connsiteY84-37680" fmla="*/ 3515 h 4213"/>
                  <a:gd name="connsiteX85-37681" fmla="*/ 1885 w 2254"/>
                  <a:gd name="connsiteY85-37682" fmla="*/ 3644 h 4213"/>
                  <a:gd name="connsiteX86-37683" fmla="*/ 1859 w 2254"/>
                  <a:gd name="connsiteY86-37684" fmla="*/ 3666 h 4213"/>
                  <a:gd name="connsiteX87-37685" fmla="*/ 1679 w 2254"/>
                  <a:gd name="connsiteY87-37686" fmla="*/ 3812 h 4213"/>
                  <a:gd name="connsiteX88-37687" fmla="*/ 1538 w 2254"/>
                  <a:gd name="connsiteY88-37688" fmla="*/ 3926 h 4213"/>
                  <a:gd name="connsiteX89-37689" fmla="*/ 1503 w 2254"/>
                  <a:gd name="connsiteY89-37690" fmla="*/ 3965 h 4213"/>
                  <a:gd name="connsiteX90-37691" fmla="*/ 1451 w 2254"/>
                  <a:gd name="connsiteY90-37692" fmla="*/ 3973 h 4213"/>
                  <a:gd name="connsiteX91-37693" fmla="*/ 1394 w 2254"/>
                  <a:gd name="connsiteY91-37694" fmla="*/ 3916 h 4213"/>
                  <a:gd name="connsiteX92-37695" fmla="*/ 1270 w 2254"/>
                  <a:gd name="connsiteY92-37696" fmla="*/ 3808 h 4213"/>
                  <a:gd name="connsiteX93-37697" fmla="*/ 1294 w 2254"/>
                  <a:gd name="connsiteY93-37698" fmla="*/ 4064 h 4213"/>
                  <a:gd name="connsiteX94-37699" fmla="*/ 1303 w 2254"/>
                  <a:gd name="connsiteY94-37700" fmla="*/ 4192 h 4213"/>
                  <a:gd name="connsiteX95-37701" fmla="*/ 1041 w 2254"/>
                  <a:gd name="connsiteY95-37702" fmla="*/ 4166 h 4213"/>
                  <a:gd name="connsiteX96-37703" fmla="*/ 959 w 2254"/>
                  <a:gd name="connsiteY96-37704" fmla="*/ 3987 h 4213"/>
                  <a:gd name="connsiteX97-37705" fmla="*/ 877 w 2254"/>
                  <a:gd name="connsiteY97-37706" fmla="*/ 3802 h 4213"/>
                  <a:gd name="connsiteX98-37707" fmla="*/ 798 w 2254"/>
                  <a:gd name="connsiteY98-37708" fmla="*/ 3734 h 4213"/>
                  <a:gd name="connsiteX99-37709" fmla="*/ 944 w 2254"/>
                  <a:gd name="connsiteY99-37710" fmla="*/ 3934 h 4213"/>
                  <a:gd name="connsiteX0-37711" fmla="*/ 746 w 2254"/>
                  <a:gd name="connsiteY0-37712" fmla="*/ 3806 h 4213"/>
                  <a:gd name="connsiteX1-37713" fmla="*/ 695 w 2254"/>
                  <a:gd name="connsiteY1-37714" fmla="*/ 3662 h 4213"/>
                  <a:gd name="connsiteX2-37715" fmla="*/ 891 w 2254"/>
                  <a:gd name="connsiteY2-37716" fmla="*/ 3459 h 4213"/>
                  <a:gd name="connsiteX3-37717" fmla="*/ 932 w 2254"/>
                  <a:gd name="connsiteY3-37718" fmla="*/ 3195 h 4213"/>
                  <a:gd name="connsiteX4-37719" fmla="*/ 968 w 2254"/>
                  <a:gd name="connsiteY4-37720" fmla="*/ 2962 h 4213"/>
                  <a:gd name="connsiteX5-37721" fmla="*/ 1068 w 2254"/>
                  <a:gd name="connsiteY5-37722" fmla="*/ 2333 h 4213"/>
                  <a:gd name="connsiteX6-37723" fmla="*/ 1066 w 2254"/>
                  <a:gd name="connsiteY6-37724" fmla="*/ 2117 h 4213"/>
                  <a:gd name="connsiteX7-37725" fmla="*/ 990 w 2254"/>
                  <a:gd name="connsiteY7-37726" fmla="*/ 2039 h 4213"/>
                  <a:gd name="connsiteX8-37727" fmla="*/ 847 w 2254"/>
                  <a:gd name="connsiteY8-37728" fmla="*/ 1951 h 4213"/>
                  <a:gd name="connsiteX9-37729" fmla="*/ 755 w 2254"/>
                  <a:gd name="connsiteY9-37730" fmla="*/ 1827 h 4213"/>
                  <a:gd name="connsiteX10-37731" fmla="*/ 659 w 2254"/>
                  <a:gd name="connsiteY10-37732" fmla="*/ 1828 h 4213"/>
                  <a:gd name="connsiteX11-37733" fmla="*/ 614 w 2254"/>
                  <a:gd name="connsiteY11-37734" fmla="*/ 1883 h 4213"/>
                  <a:gd name="connsiteX12-37735" fmla="*/ 521 w 2254"/>
                  <a:gd name="connsiteY12-37736" fmla="*/ 1877 h 4213"/>
                  <a:gd name="connsiteX13-37737" fmla="*/ 501 w 2254"/>
                  <a:gd name="connsiteY13-37738" fmla="*/ 1994 h 4213"/>
                  <a:gd name="connsiteX14-37739" fmla="*/ 320 w 2254"/>
                  <a:gd name="connsiteY14-37740" fmla="*/ 1941 h 4213"/>
                  <a:gd name="connsiteX15-37741" fmla="*/ 237 w 2254"/>
                  <a:gd name="connsiteY15-37742" fmla="*/ 1939 h 4213"/>
                  <a:gd name="connsiteX16-37743" fmla="*/ 112 w 2254"/>
                  <a:gd name="connsiteY16-37744" fmla="*/ 2014 h 4213"/>
                  <a:gd name="connsiteX17-37745" fmla="*/ 0 w 2254"/>
                  <a:gd name="connsiteY17-37746" fmla="*/ 1890 h 4213"/>
                  <a:gd name="connsiteX18-37747" fmla="*/ 94 w 2254"/>
                  <a:gd name="connsiteY18-37748" fmla="*/ 1804 h 4213"/>
                  <a:gd name="connsiteX19-37749" fmla="*/ 98 w 2254"/>
                  <a:gd name="connsiteY19-37750" fmla="*/ 1634 h 4213"/>
                  <a:gd name="connsiteX20-37751" fmla="*/ 153 w 2254"/>
                  <a:gd name="connsiteY20-37752" fmla="*/ 1514 h 4213"/>
                  <a:gd name="connsiteX21-37753" fmla="*/ 196 w 2254"/>
                  <a:gd name="connsiteY21-37754" fmla="*/ 1306 h 4213"/>
                  <a:gd name="connsiteX22-37755" fmla="*/ 256 w 2254"/>
                  <a:gd name="connsiteY22-37756" fmla="*/ 1307 h 4213"/>
                  <a:gd name="connsiteX23-37757" fmla="*/ 579 w 2254"/>
                  <a:gd name="connsiteY23-37758" fmla="*/ 1286 h 4213"/>
                  <a:gd name="connsiteX24-37759" fmla="*/ 753 w 2254"/>
                  <a:gd name="connsiteY24-37760" fmla="*/ 1117 h 4213"/>
                  <a:gd name="connsiteX25-37761" fmla="*/ 822 w 2254"/>
                  <a:gd name="connsiteY25-37762" fmla="*/ 748 h 4213"/>
                  <a:gd name="connsiteX26-37763" fmla="*/ 932 w 2254"/>
                  <a:gd name="connsiteY26-37764" fmla="*/ 486 h 4213"/>
                  <a:gd name="connsiteX27-37765" fmla="*/ 930 w 2254"/>
                  <a:gd name="connsiteY27-37766" fmla="*/ 358 h 4213"/>
                  <a:gd name="connsiteX28-37767" fmla="*/ 917 w 2254"/>
                  <a:gd name="connsiteY28-37768" fmla="*/ 328 h 4213"/>
                  <a:gd name="connsiteX29-37769" fmla="*/ 850 w 2254"/>
                  <a:gd name="connsiteY29-37770" fmla="*/ 251 h 4213"/>
                  <a:gd name="connsiteX30-37771" fmla="*/ 790 w 2254"/>
                  <a:gd name="connsiteY30-37772" fmla="*/ 217 h 4213"/>
                  <a:gd name="connsiteX31-37773" fmla="*/ 915 w 2254"/>
                  <a:gd name="connsiteY31-37774" fmla="*/ 56 h 4213"/>
                  <a:gd name="connsiteX32-37775" fmla="*/ 1088 w 2254"/>
                  <a:gd name="connsiteY32-37776" fmla="*/ 2 h 4213"/>
                  <a:gd name="connsiteX33-37777" fmla="*/ 1120 w 2254"/>
                  <a:gd name="connsiteY33-37778" fmla="*/ 49 h 4213"/>
                  <a:gd name="connsiteX34-37779" fmla="*/ 1110 w 2254"/>
                  <a:gd name="connsiteY34-37780" fmla="*/ 133 h 4213"/>
                  <a:gd name="connsiteX35-37781" fmla="*/ 1049 w 2254"/>
                  <a:gd name="connsiteY35-37782" fmla="*/ 243 h 4213"/>
                  <a:gd name="connsiteX36-37783" fmla="*/ 1119 w 2254"/>
                  <a:gd name="connsiteY36-37784" fmla="*/ 301 h 4213"/>
                  <a:gd name="connsiteX37-37785" fmla="*/ 1233 w 2254"/>
                  <a:gd name="connsiteY37-37786" fmla="*/ 366 h 4213"/>
                  <a:gd name="connsiteX38-37787" fmla="*/ 1253 w 2254"/>
                  <a:gd name="connsiteY38-37788" fmla="*/ 255 h 4213"/>
                  <a:gd name="connsiteX39-37789" fmla="*/ 1387 w 2254"/>
                  <a:gd name="connsiteY39-37790" fmla="*/ 291 h 4213"/>
                  <a:gd name="connsiteX40-37791" fmla="*/ 1412 w 2254"/>
                  <a:gd name="connsiteY40-37792" fmla="*/ 331 h 4213"/>
                  <a:gd name="connsiteX41-37793" fmla="*/ 1488 w 2254"/>
                  <a:gd name="connsiteY41-37794" fmla="*/ 562 h 4213"/>
                  <a:gd name="connsiteX42-37795" fmla="*/ 1523 w 2254"/>
                  <a:gd name="connsiteY42-37796" fmla="*/ 586 h 4213"/>
                  <a:gd name="connsiteX43-37797" fmla="*/ 1615 w 2254"/>
                  <a:gd name="connsiteY43-37798" fmla="*/ 578 h 4213"/>
                  <a:gd name="connsiteX44-37799" fmla="*/ 1875 w 2254"/>
                  <a:gd name="connsiteY44-37800" fmla="*/ 490 h 4213"/>
                  <a:gd name="connsiteX45-37801" fmla="*/ 2095 w 2254"/>
                  <a:gd name="connsiteY45-37802" fmla="*/ 479 h 4213"/>
                  <a:gd name="connsiteX46-37803" fmla="*/ 2155 w 2254"/>
                  <a:gd name="connsiteY46-37804" fmla="*/ 648 h 4213"/>
                  <a:gd name="connsiteX47-37805" fmla="*/ 2073 w 2254"/>
                  <a:gd name="connsiteY47-37806" fmla="*/ 944 h 4213"/>
                  <a:gd name="connsiteX48-37807" fmla="*/ 2073 w 2254"/>
                  <a:gd name="connsiteY48-37808" fmla="*/ 1022 h 4213"/>
                  <a:gd name="connsiteX49-37809" fmla="*/ 2142 w 2254"/>
                  <a:gd name="connsiteY49-37810" fmla="*/ 1168 h 4213"/>
                  <a:gd name="connsiteX50-37811" fmla="*/ 2157 w 2254"/>
                  <a:gd name="connsiteY50-37812" fmla="*/ 1427 h 4213"/>
                  <a:gd name="connsiteX51-37813" fmla="*/ 2159 w 2254"/>
                  <a:gd name="connsiteY51-37814" fmla="*/ 1617 h 4213"/>
                  <a:gd name="connsiteX52-37815" fmla="*/ 2092 w 2254"/>
                  <a:gd name="connsiteY52-37816" fmla="*/ 1625 h 4213"/>
                  <a:gd name="connsiteX53-37817" fmla="*/ 2070 w 2254"/>
                  <a:gd name="connsiteY53-37818" fmla="*/ 1507 h 4213"/>
                  <a:gd name="connsiteX54-37819" fmla="*/ 2035 w 2254"/>
                  <a:gd name="connsiteY54-37820" fmla="*/ 1450 h 4213"/>
                  <a:gd name="connsiteX55-37821" fmla="*/ 1945 w 2254"/>
                  <a:gd name="connsiteY55-37822" fmla="*/ 1582 h 4213"/>
                  <a:gd name="connsiteX56-37823" fmla="*/ 1832 w 2254"/>
                  <a:gd name="connsiteY56-37824" fmla="*/ 1776 h 4213"/>
                  <a:gd name="connsiteX57-37825" fmla="*/ 1713 w 2254"/>
                  <a:gd name="connsiteY57-37826" fmla="*/ 1904 h 4213"/>
                  <a:gd name="connsiteX58-37827" fmla="*/ 1706 w 2254"/>
                  <a:gd name="connsiteY58-37828" fmla="*/ 2018 h 4213"/>
                  <a:gd name="connsiteX59-37829" fmla="*/ 1766 w 2254"/>
                  <a:gd name="connsiteY59-37830" fmla="*/ 2115 h 4213"/>
                  <a:gd name="connsiteX60-37831" fmla="*/ 1868 w 2254"/>
                  <a:gd name="connsiteY60-37832" fmla="*/ 2183 h 4213"/>
                  <a:gd name="connsiteX61-37833" fmla="*/ 1945 w 2254"/>
                  <a:gd name="connsiteY61-37834" fmla="*/ 2178 h 4213"/>
                  <a:gd name="connsiteX62-37835" fmla="*/ 1990 w 2254"/>
                  <a:gd name="connsiteY62-37836" fmla="*/ 2104 h 4213"/>
                  <a:gd name="connsiteX63-37837" fmla="*/ 2024 w 2254"/>
                  <a:gd name="connsiteY63-37838" fmla="*/ 2210 h 4213"/>
                  <a:gd name="connsiteX64-37839" fmla="*/ 1912 w 2254"/>
                  <a:gd name="connsiteY64-37840" fmla="*/ 2249 h 4213"/>
                  <a:gd name="connsiteX65-37841" fmla="*/ 1959 w 2254"/>
                  <a:gd name="connsiteY65-37842" fmla="*/ 2362 h 4213"/>
                  <a:gd name="connsiteX66-37843" fmla="*/ 1824 w 2254"/>
                  <a:gd name="connsiteY66-37844" fmla="*/ 2509 h 4213"/>
                  <a:gd name="connsiteX67-37845" fmla="*/ 1783 w 2254"/>
                  <a:gd name="connsiteY67-37846" fmla="*/ 2498 h 4213"/>
                  <a:gd name="connsiteX68-37847" fmla="*/ 1659 w 2254"/>
                  <a:gd name="connsiteY68-37848" fmla="*/ 2413 h 4213"/>
                  <a:gd name="connsiteX69-37849" fmla="*/ 1604 w 2254"/>
                  <a:gd name="connsiteY69-37850" fmla="*/ 2412 h 4213"/>
                  <a:gd name="connsiteX70-37851" fmla="*/ 1569 w 2254"/>
                  <a:gd name="connsiteY70-37852" fmla="*/ 2480 h 4213"/>
                  <a:gd name="connsiteX71-37853" fmla="*/ 1572 w 2254"/>
                  <a:gd name="connsiteY71-37854" fmla="*/ 2562 h 4213"/>
                  <a:gd name="connsiteX72-37855" fmla="*/ 1750 w 2254"/>
                  <a:gd name="connsiteY72-37856" fmla="*/ 2730 h 4213"/>
                  <a:gd name="connsiteX73-37857" fmla="*/ 1749 w 2254"/>
                  <a:gd name="connsiteY73-37858" fmla="*/ 2844 h 4213"/>
                  <a:gd name="connsiteX74-37859" fmla="*/ 1840 w 2254"/>
                  <a:gd name="connsiteY74-37860" fmla="*/ 3060 h 4213"/>
                  <a:gd name="connsiteX75-37861" fmla="*/ 1866 w 2254"/>
                  <a:gd name="connsiteY75-37862" fmla="*/ 3090 h 4213"/>
                  <a:gd name="connsiteX76-37863" fmla="*/ 1910 w 2254"/>
                  <a:gd name="connsiteY76-37864" fmla="*/ 3094 h 4213"/>
                  <a:gd name="connsiteX77-37865" fmla="*/ 1956 w 2254"/>
                  <a:gd name="connsiteY77-37866" fmla="*/ 3010 h 4213"/>
                  <a:gd name="connsiteX78-37867" fmla="*/ 2036 w 2254"/>
                  <a:gd name="connsiteY78-37868" fmla="*/ 2950 h 4213"/>
                  <a:gd name="connsiteX79-37869" fmla="*/ 2131 w 2254"/>
                  <a:gd name="connsiteY79-37870" fmla="*/ 3126 h 4213"/>
                  <a:gd name="connsiteX80-37871" fmla="*/ 2241 w 2254"/>
                  <a:gd name="connsiteY80-37872" fmla="*/ 3312 h 4213"/>
                  <a:gd name="connsiteX81-37873" fmla="*/ 2254 w 2254"/>
                  <a:gd name="connsiteY81-37874" fmla="*/ 3342 h 4213"/>
                  <a:gd name="connsiteX82-37875" fmla="*/ 2243 w 2254"/>
                  <a:gd name="connsiteY82-37876" fmla="*/ 3518 h 4213"/>
                  <a:gd name="connsiteX83-37877" fmla="*/ 2208 w 2254"/>
                  <a:gd name="connsiteY83-37878" fmla="*/ 3554 h 4213"/>
                  <a:gd name="connsiteX84-37879" fmla="*/ 2119 w 2254"/>
                  <a:gd name="connsiteY84-37880" fmla="*/ 3515 h 4213"/>
                  <a:gd name="connsiteX85-37881" fmla="*/ 1885 w 2254"/>
                  <a:gd name="connsiteY85-37882" fmla="*/ 3644 h 4213"/>
                  <a:gd name="connsiteX86-37883" fmla="*/ 1859 w 2254"/>
                  <a:gd name="connsiteY86-37884" fmla="*/ 3666 h 4213"/>
                  <a:gd name="connsiteX87-37885" fmla="*/ 1679 w 2254"/>
                  <a:gd name="connsiteY87-37886" fmla="*/ 3812 h 4213"/>
                  <a:gd name="connsiteX88-37887" fmla="*/ 1538 w 2254"/>
                  <a:gd name="connsiteY88-37888" fmla="*/ 3926 h 4213"/>
                  <a:gd name="connsiteX89-37889" fmla="*/ 1503 w 2254"/>
                  <a:gd name="connsiteY89-37890" fmla="*/ 3965 h 4213"/>
                  <a:gd name="connsiteX90-37891" fmla="*/ 1451 w 2254"/>
                  <a:gd name="connsiteY90-37892" fmla="*/ 3973 h 4213"/>
                  <a:gd name="connsiteX91-37893" fmla="*/ 1394 w 2254"/>
                  <a:gd name="connsiteY91-37894" fmla="*/ 3916 h 4213"/>
                  <a:gd name="connsiteX92-37895" fmla="*/ 1270 w 2254"/>
                  <a:gd name="connsiteY92-37896" fmla="*/ 3808 h 4213"/>
                  <a:gd name="connsiteX93-37897" fmla="*/ 1294 w 2254"/>
                  <a:gd name="connsiteY93-37898" fmla="*/ 4064 h 4213"/>
                  <a:gd name="connsiteX94-37899" fmla="*/ 1303 w 2254"/>
                  <a:gd name="connsiteY94-37900" fmla="*/ 4192 h 4213"/>
                  <a:gd name="connsiteX95-37901" fmla="*/ 1041 w 2254"/>
                  <a:gd name="connsiteY95-37902" fmla="*/ 4166 h 4213"/>
                  <a:gd name="connsiteX96-37903" fmla="*/ 959 w 2254"/>
                  <a:gd name="connsiteY96-37904" fmla="*/ 3987 h 4213"/>
                  <a:gd name="connsiteX97-37905" fmla="*/ 877 w 2254"/>
                  <a:gd name="connsiteY97-37906" fmla="*/ 3802 h 4213"/>
                  <a:gd name="connsiteX98-37907" fmla="*/ 798 w 2254"/>
                  <a:gd name="connsiteY98-37908" fmla="*/ 3734 h 4213"/>
                  <a:gd name="connsiteX0-37909" fmla="*/ 746 w 2254"/>
                  <a:gd name="connsiteY0-37910" fmla="*/ 3806 h 4213"/>
                  <a:gd name="connsiteX1-37911" fmla="*/ 679 w 2254"/>
                  <a:gd name="connsiteY1-37912" fmla="*/ 3800 h 4213"/>
                  <a:gd name="connsiteX2-37913" fmla="*/ 695 w 2254"/>
                  <a:gd name="connsiteY2-37914" fmla="*/ 3662 h 4213"/>
                  <a:gd name="connsiteX3-37915" fmla="*/ 891 w 2254"/>
                  <a:gd name="connsiteY3-37916" fmla="*/ 3459 h 4213"/>
                  <a:gd name="connsiteX4-37917" fmla="*/ 932 w 2254"/>
                  <a:gd name="connsiteY4-37918" fmla="*/ 3195 h 4213"/>
                  <a:gd name="connsiteX5-37919" fmla="*/ 968 w 2254"/>
                  <a:gd name="connsiteY5-37920" fmla="*/ 2962 h 4213"/>
                  <a:gd name="connsiteX6-37921" fmla="*/ 1068 w 2254"/>
                  <a:gd name="connsiteY6-37922" fmla="*/ 2333 h 4213"/>
                  <a:gd name="connsiteX7-37923" fmla="*/ 1066 w 2254"/>
                  <a:gd name="connsiteY7-37924" fmla="*/ 2117 h 4213"/>
                  <a:gd name="connsiteX8-37925" fmla="*/ 990 w 2254"/>
                  <a:gd name="connsiteY8-37926" fmla="*/ 2039 h 4213"/>
                  <a:gd name="connsiteX9-37927" fmla="*/ 847 w 2254"/>
                  <a:gd name="connsiteY9-37928" fmla="*/ 1951 h 4213"/>
                  <a:gd name="connsiteX10-37929" fmla="*/ 755 w 2254"/>
                  <a:gd name="connsiteY10-37930" fmla="*/ 1827 h 4213"/>
                  <a:gd name="connsiteX11-37931" fmla="*/ 659 w 2254"/>
                  <a:gd name="connsiteY11-37932" fmla="*/ 1828 h 4213"/>
                  <a:gd name="connsiteX12-37933" fmla="*/ 614 w 2254"/>
                  <a:gd name="connsiteY12-37934" fmla="*/ 1883 h 4213"/>
                  <a:gd name="connsiteX13-37935" fmla="*/ 521 w 2254"/>
                  <a:gd name="connsiteY13-37936" fmla="*/ 1877 h 4213"/>
                  <a:gd name="connsiteX14-37937" fmla="*/ 501 w 2254"/>
                  <a:gd name="connsiteY14-37938" fmla="*/ 1994 h 4213"/>
                  <a:gd name="connsiteX15-37939" fmla="*/ 320 w 2254"/>
                  <a:gd name="connsiteY15-37940" fmla="*/ 1941 h 4213"/>
                  <a:gd name="connsiteX16-37941" fmla="*/ 237 w 2254"/>
                  <a:gd name="connsiteY16-37942" fmla="*/ 1939 h 4213"/>
                  <a:gd name="connsiteX17-37943" fmla="*/ 112 w 2254"/>
                  <a:gd name="connsiteY17-37944" fmla="*/ 2014 h 4213"/>
                  <a:gd name="connsiteX18-37945" fmla="*/ 0 w 2254"/>
                  <a:gd name="connsiteY18-37946" fmla="*/ 1890 h 4213"/>
                  <a:gd name="connsiteX19-37947" fmla="*/ 94 w 2254"/>
                  <a:gd name="connsiteY19-37948" fmla="*/ 1804 h 4213"/>
                  <a:gd name="connsiteX20-37949" fmla="*/ 98 w 2254"/>
                  <a:gd name="connsiteY20-37950" fmla="*/ 1634 h 4213"/>
                  <a:gd name="connsiteX21-37951" fmla="*/ 153 w 2254"/>
                  <a:gd name="connsiteY21-37952" fmla="*/ 1514 h 4213"/>
                  <a:gd name="connsiteX22-37953" fmla="*/ 196 w 2254"/>
                  <a:gd name="connsiteY22-37954" fmla="*/ 1306 h 4213"/>
                  <a:gd name="connsiteX23-37955" fmla="*/ 256 w 2254"/>
                  <a:gd name="connsiteY23-37956" fmla="*/ 1307 h 4213"/>
                  <a:gd name="connsiteX24-37957" fmla="*/ 579 w 2254"/>
                  <a:gd name="connsiteY24-37958" fmla="*/ 1286 h 4213"/>
                  <a:gd name="connsiteX25-37959" fmla="*/ 753 w 2254"/>
                  <a:gd name="connsiteY25-37960" fmla="*/ 1117 h 4213"/>
                  <a:gd name="connsiteX26-37961" fmla="*/ 822 w 2254"/>
                  <a:gd name="connsiteY26-37962" fmla="*/ 748 h 4213"/>
                  <a:gd name="connsiteX27-37963" fmla="*/ 932 w 2254"/>
                  <a:gd name="connsiteY27-37964" fmla="*/ 486 h 4213"/>
                  <a:gd name="connsiteX28-37965" fmla="*/ 930 w 2254"/>
                  <a:gd name="connsiteY28-37966" fmla="*/ 358 h 4213"/>
                  <a:gd name="connsiteX29-37967" fmla="*/ 917 w 2254"/>
                  <a:gd name="connsiteY29-37968" fmla="*/ 328 h 4213"/>
                  <a:gd name="connsiteX30-37969" fmla="*/ 850 w 2254"/>
                  <a:gd name="connsiteY30-37970" fmla="*/ 251 h 4213"/>
                  <a:gd name="connsiteX31-37971" fmla="*/ 790 w 2254"/>
                  <a:gd name="connsiteY31-37972" fmla="*/ 217 h 4213"/>
                  <a:gd name="connsiteX32-37973" fmla="*/ 915 w 2254"/>
                  <a:gd name="connsiteY32-37974" fmla="*/ 56 h 4213"/>
                  <a:gd name="connsiteX33-37975" fmla="*/ 1088 w 2254"/>
                  <a:gd name="connsiteY33-37976" fmla="*/ 2 h 4213"/>
                  <a:gd name="connsiteX34-37977" fmla="*/ 1120 w 2254"/>
                  <a:gd name="connsiteY34-37978" fmla="*/ 49 h 4213"/>
                  <a:gd name="connsiteX35-37979" fmla="*/ 1110 w 2254"/>
                  <a:gd name="connsiteY35-37980" fmla="*/ 133 h 4213"/>
                  <a:gd name="connsiteX36-37981" fmla="*/ 1049 w 2254"/>
                  <a:gd name="connsiteY36-37982" fmla="*/ 243 h 4213"/>
                  <a:gd name="connsiteX37-37983" fmla="*/ 1119 w 2254"/>
                  <a:gd name="connsiteY37-37984" fmla="*/ 301 h 4213"/>
                  <a:gd name="connsiteX38-37985" fmla="*/ 1233 w 2254"/>
                  <a:gd name="connsiteY38-37986" fmla="*/ 366 h 4213"/>
                  <a:gd name="connsiteX39-37987" fmla="*/ 1253 w 2254"/>
                  <a:gd name="connsiteY39-37988" fmla="*/ 255 h 4213"/>
                  <a:gd name="connsiteX40-37989" fmla="*/ 1387 w 2254"/>
                  <a:gd name="connsiteY40-37990" fmla="*/ 291 h 4213"/>
                  <a:gd name="connsiteX41-37991" fmla="*/ 1412 w 2254"/>
                  <a:gd name="connsiteY41-37992" fmla="*/ 331 h 4213"/>
                  <a:gd name="connsiteX42-37993" fmla="*/ 1488 w 2254"/>
                  <a:gd name="connsiteY42-37994" fmla="*/ 562 h 4213"/>
                  <a:gd name="connsiteX43-37995" fmla="*/ 1523 w 2254"/>
                  <a:gd name="connsiteY43-37996" fmla="*/ 586 h 4213"/>
                  <a:gd name="connsiteX44-37997" fmla="*/ 1615 w 2254"/>
                  <a:gd name="connsiteY44-37998" fmla="*/ 578 h 4213"/>
                  <a:gd name="connsiteX45-37999" fmla="*/ 1875 w 2254"/>
                  <a:gd name="connsiteY45-38000" fmla="*/ 490 h 4213"/>
                  <a:gd name="connsiteX46-38001" fmla="*/ 2095 w 2254"/>
                  <a:gd name="connsiteY46-38002" fmla="*/ 479 h 4213"/>
                  <a:gd name="connsiteX47-38003" fmla="*/ 2155 w 2254"/>
                  <a:gd name="connsiteY47-38004" fmla="*/ 648 h 4213"/>
                  <a:gd name="connsiteX48-38005" fmla="*/ 2073 w 2254"/>
                  <a:gd name="connsiteY48-38006" fmla="*/ 944 h 4213"/>
                  <a:gd name="connsiteX49-38007" fmla="*/ 2073 w 2254"/>
                  <a:gd name="connsiteY49-38008" fmla="*/ 1022 h 4213"/>
                  <a:gd name="connsiteX50-38009" fmla="*/ 2142 w 2254"/>
                  <a:gd name="connsiteY50-38010" fmla="*/ 1168 h 4213"/>
                  <a:gd name="connsiteX51-38011" fmla="*/ 2157 w 2254"/>
                  <a:gd name="connsiteY51-38012" fmla="*/ 1427 h 4213"/>
                  <a:gd name="connsiteX52-38013" fmla="*/ 2159 w 2254"/>
                  <a:gd name="connsiteY52-38014" fmla="*/ 1617 h 4213"/>
                  <a:gd name="connsiteX53-38015" fmla="*/ 2092 w 2254"/>
                  <a:gd name="connsiteY53-38016" fmla="*/ 1625 h 4213"/>
                  <a:gd name="connsiteX54-38017" fmla="*/ 2070 w 2254"/>
                  <a:gd name="connsiteY54-38018" fmla="*/ 1507 h 4213"/>
                  <a:gd name="connsiteX55-38019" fmla="*/ 2035 w 2254"/>
                  <a:gd name="connsiteY55-38020" fmla="*/ 1450 h 4213"/>
                  <a:gd name="connsiteX56-38021" fmla="*/ 1945 w 2254"/>
                  <a:gd name="connsiteY56-38022" fmla="*/ 1582 h 4213"/>
                  <a:gd name="connsiteX57-38023" fmla="*/ 1832 w 2254"/>
                  <a:gd name="connsiteY57-38024" fmla="*/ 1776 h 4213"/>
                  <a:gd name="connsiteX58-38025" fmla="*/ 1713 w 2254"/>
                  <a:gd name="connsiteY58-38026" fmla="*/ 1904 h 4213"/>
                  <a:gd name="connsiteX59-38027" fmla="*/ 1706 w 2254"/>
                  <a:gd name="connsiteY59-38028" fmla="*/ 2018 h 4213"/>
                  <a:gd name="connsiteX60-38029" fmla="*/ 1766 w 2254"/>
                  <a:gd name="connsiteY60-38030" fmla="*/ 2115 h 4213"/>
                  <a:gd name="connsiteX61-38031" fmla="*/ 1868 w 2254"/>
                  <a:gd name="connsiteY61-38032" fmla="*/ 2183 h 4213"/>
                  <a:gd name="connsiteX62-38033" fmla="*/ 1945 w 2254"/>
                  <a:gd name="connsiteY62-38034" fmla="*/ 2178 h 4213"/>
                  <a:gd name="connsiteX63-38035" fmla="*/ 1990 w 2254"/>
                  <a:gd name="connsiteY63-38036" fmla="*/ 2104 h 4213"/>
                  <a:gd name="connsiteX64-38037" fmla="*/ 2024 w 2254"/>
                  <a:gd name="connsiteY64-38038" fmla="*/ 2210 h 4213"/>
                  <a:gd name="connsiteX65-38039" fmla="*/ 1912 w 2254"/>
                  <a:gd name="connsiteY65-38040" fmla="*/ 2249 h 4213"/>
                  <a:gd name="connsiteX66-38041" fmla="*/ 1959 w 2254"/>
                  <a:gd name="connsiteY66-38042" fmla="*/ 2362 h 4213"/>
                  <a:gd name="connsiteX67-38043" fmla="*/ 1824 w 2254"/>
                  <a:gd name="connsiteY67-38044" fmla="*/ 2509 h 4213"/>
                  <a:gd name="connsiteX68-38045" fmla="*/ 1783 w 2254"/>
                  <a:gd name="connsiteY68-38046" fmla="*/ 2498 h 4213"/>
                  <a:gd name="connsiteX69-38047" fmla="*/ 1659 w 2254"/>
                  <a:gd name="connsiteY69-38048" fmla="*/ 2413 h 4213"/>
                  <a:gd name="connsiteX70-38049" fmla="*/ 1604 w 2254"/>
                  <a:gd name="connsiteY70-38050" fmla="*/ 2412 h 4213"/>
                  <a:gd name="connsiteX71-38051" fmla="*/ 1569 w 2254"/>
                  <a:gd name="connsiteY71-38052" fmla="*/ 2480 h 4213"/>
                  <a:gd name="connsiteX72-38053" fmla="*/ 1572 w 2254"/>
                  <a:gd name="connsiteY72-38054" fmla="*/ 2562 h 4213"/>
                  <a:gd name="connsiteX73-38055" fmla="*/ 1750 w 2254"/>
                  <a:gd name="connsiteY73-38056" fmla="*/ 2730 h 4213"/>
                  <a:gd name="connsiteX74-38057" fmla="*/ 1749 w 2254"/>
                  <a:gd name="connsiteY74-38058" fmla="*/ 2844 h 4213"/>
                  <a:gd name="connsiteX75-38059" fmla="*/ 1840 w 2254"/>
                  <a:gd name="connsiteY75-38060" fmla="*/ 3060 h 4213"/>
                  <a:gd name="connsiteX76-38061" fmla="*/ 1866 w 2254"/>
                  <a:gd name="connsiteY76-38062" fmla="*/ 3090 h 4213"/>
                  <a:gd name="connsiteX77-38063" fmla="*/ 1910 w 2254"/>
                  <a:gd name="connsiteY77-38064" fmla="*/ 3094 h 4213"/>
                  <a:gd name="connsiteX78-38065" fmla="*/ 1956 w 2254"/>
                  <a:gd name="connsiteY78-38066" fmla="*/ 3010 h 4213"/>
                  <a:gd name="connsiteX79-38067" fmla="*/ 2036 w 2254"/>
                  <a:gd name="connsiteY79-38068" fmla="*/ 2950 h 4213"/>
                  <a:gd name="connsiteX80-38069" fmla="*/ 2131 w 2254"/>
                  <a:gd name="connsiteY80-38070" fmla="*/ 3126 h 4213"/>
                  <a:gd name="connsiteX81-38071" fmla="*/ 2241 w 2254"/>
                  <a:gd name="connsiteY81-38072" fmla="*/ 3312 h 4213"/>
                  <a:gd name="connsiteX82-38073" fmla="*/ 2254 w 2254"/>
                  <a:gd name="connsiteY82-38074" fmla="*/ 3342 h 4213"/>
                  <a:gd name="connsiteX83-38075" fmla="*/ 2243 w 2254"/>
                  <a:gd name="connsiteY83-38076" fmla="*/ 3518 h 4213"/>
                  <a:gd name="connsiteX84-38077" fmla="*/ 2208 w 2254"/>
                  <a:gd name="connsiteY84-38078" fmla="*/ 3554 h 4213"/>
                  <a:gd name="connsiteX85-38079" fmla="*/ 2119 w 2254"/>
                  <a:gd name="connsiteY85-38080" fmla="*/ 3515 h 4213"/>
                  <a:gd name="connsiteX86-38081" fmla="*/ 1885 w 2254"/>
                  <a:gd name="connsiteY86-38082" fmla="*/ 3644 h 4213"/>
                  <a:gd name="connsiteX87-38083" fmla="*/ 1859 w 2254"/>
                  <a:gd name="connsiteY87-38084" fmla="*/ 3666 h 4213"/>
                  <a:gd name="connsiteX88-38085" fmla="*/ 1679 w 2254"/>
                  <a:gd name="connsiteY88-38086" fmla="*/ 3812 h 4213"/>
                  <a:gd name="connsiteX89-38087" fmla="*/ 1538 w 2254"/>
                  <a:gd name="connsiteY89-38088" fmla="*/ 3926 h 4213"/>
                  <a:gd name="connsiteX90-38089" fmla="*/ 1503 w 2254"/>
                  <a:gd name="connsiteY90-38090" fmla="*/ 3965 h 4213"/>
                  <a:gd name="connsiteX91-38091" fmla="*/ 1451 w 2254"/>
                  <a:gd name="connsiteY91-38092" fmla="*/ 3973 h 4213"/>
                  <a:gd name="connsiteX92-38093" fmla="*/ 1394 w 2254"/>
                  <a:gd name="connsiteY92-38094" fmla="*/ 3916 h 4213"/>
                  <a:gd name="connsiteX93-38095" fmla="*/ 1270 w 2254"/>
                  <a:gd name="connsiteY93-38096" fmla="*/ 3808 h 4213"/>
                  <a:gd name="connsiteX94-38097" fmla="*/ 1294 w 2254"/>
                  <a:gd name="connsiteY94-38098" fmla="*/ 4064 h 4213"/>
                  <a:gd name="connsiteX95-38099" fmla="*/ 1303 w 2254"/>
                  <a:gd name="connsiteY95-38100" fmla="*/ 4192 h 4213"/>
                  <a:gd name="connsiteX96-38101" fmla="*/ 1041 w 2254"/>
                  <a:gd name="connsiteY96-38102" fmla="*/ 4166 h 4213"/>
                  <a:gd name="connsiteX97-38103" fmla="*/ 959 w 2254"/>
                  <a:gd name="connsiteY97-38104" fmla="*/ 3987 h 4213"/>
                  <a:gd name="connsiteX98-38105" fmla="*/ 877 w 2254"/>
                  <a:gd name="connsiteY98-38106" fmla="*/ 3802 h 4213"/>
                  <a:gd name="connsiteX99-38107" fmla="*/ 798 w 2254"/>
                  <a:gd name="connsiteY99-38108" fmla="*/ 3734 h 4213"/>
                  <a:gd name="connsiteX0-38109" fmla="*/ 746 w 2254"/>
                  <a:gd name="connsiteY0-38110" fmla="*/ 3806 h 4213"/>
                  <a:gd name="connsiteX1-38111" fmla="*/ 679 w 2254"/>
                  <a:gd name="connsiteY1-38112" fmla="*/ 3800 h 4213"/>
                  <a:gd name="connsiteX2-38113" fmla="*/ 695 w 2254"/>
                  <a:gd name="connsiteY2-38114" fmla="*/ 3662 h 4213"/>
                  <a:gd name="connsiteX3-38115" fmla="*/ 891 w 2254"/>
                  <a:gd name="connsiteY3-38116" fmla="*/ 3459 h 4213"/>
                  <a:gd name="connsiteX4-38117" fmla="*/ 932 w 2254"/>
                  <a:gd name="connsiteY4-38118" fmla="*/ 3195 h 4213"/>
                  <a:gd name="connsiteX5-38119" fmla="*/ 968 w 2254"/>
                  <a:gd name="connsiteY5-38120" fmla="*/ 2962 h 4213"/>
                  <a:gd name="connsiteX6-38121" fmla="*/ 1068 w 2254"/>
                  <a:gd name="connsiteY6-38122" fmla="*/ 2333 h 4213"/>
                  <a:gd name="connsiteX7-38123" fmla="*/ 1066 w 2254"/>
                  <a:gd name="connsiteY7-38124" fmla="*/ 2117 h 4213"/>
                  <a:gd name="connsiteX8-38125" fmla="*/ 990 w 2254"/>
                  <a:gd name="connsiteY8-38126" fmla="*/ 2039 h 4213"/>
                  <a:gd name="connsiteX9-38127" fmla="*/ 847 w 2254"/>
                  <a:gd name="connsiteY9-38128" fmla="*/ 1951 h 4213"/>
                  <a:gd name="connsiteX10-38129" fmla="*/ 755 w 2254"/>
                  <a:gd name="connsiteY10-38130" fmla="*/ 1827 h 4213"/>
                  <a:gd name="connsiteX11-38131" fmla="*/ 659 w 2254"/>
                  <a:gd name="connsiteY11-38132" fmla="*/ 1828 h 4213"/>
                  <a:gd name="connsiteX12-38133" fmla="*/ 614 w 2254"/>
                  <a:gd name="connsiteY12-38134" fmla="*/ 1883 h 4213"/>
                  <a:gd name="connsiteX13-38135" fmla="*/ 521 w 2254"/>
                  <a:gd name="connsiteY13-38136" fmla="*/ 1877 h 4213"/>
                  <a:gd name="connsiteX14-38137" fmla="*/ 501 w 2254"/>
                  <a:gd name="connsiteY14-38138" fmla="*/ 1994 h 4213"/>
                  <a:gd name="connsiteX15-38139" fmla="*/ 320 w 2254"/>
                  <a:gd name="connsiteY15-38140" fmla="*/ 1941 h 4213"/>
                  <a:gd name="connsiteX16-38141" fmla="*/ 237 w 2254"/>
                  <a:gd name="connsiteY16-38142" fmla="*/ 1939 h 4213"/>
                  <a:gd name="connsiteX17-38143" fmla="*/ 112 w 2254"/>
                  <a:gd name="connsiteY17-38144" fmla="*/ 2014 h 4213"/>
                  <a:gd name="connsiteX18-38145" fmla="*/ 0 w 2254"/>
                  <a:gd name="connsiteY18-38146" fmla="*/ 1890 h 4213"/>
                  <a:gd name="connsiteX19-38147" fmla="*/ 94 w 2254"/>
                  <a:gd name="connsiteY19-38148" fmla="*/ 1804 h 4213"/>
                  <a:gd name="connsiteX20-38149" fmla="*/ 98 w 2254"/>
                  <a:gd name="connsiteY20-38150" fmla="*/ 1634 h 4213"/>
                  <a:gd name="connsiteX21-38151" fmla="*/ 153 w 2254"/>
                  <a:gd name="connsiteY21-38152" fmla="*/ 1514 h 4213"/>
                  <a:gd name="connsiteX22-38153" fmla="*/ 196 w 2254"/>
                  <a:gd name="connsiteY22-38154" fmla="*/ 1306 h 4213"/>
                  <a:gd name="connsiteX23-38155" fmla="*/ 256 w 2254"/>
                  <a:gd name="connsiteY23-38156" fmla="*/ 1307 h 4213"/>
                  <a:gd name="connsiteX24-38157" fmla="*/ 579 w 2254"/>
                  <a:gd name="connsiteY24-38158" fmla="*/ 1286 h 4213"/>
                  <a:gd name="connsiteX25-38159" fmla="*/ 753 w 2254"/>
                  <a:gd name="connsiteY25-38160" fmla="*/ 1117 h 4213"/>
                  <a:gd name="connsiteX26-38161" fmla="*/ 822 w 2254"/>
                  <a:gd name="connsiteY26-38162" fmla="*/ 748 h 4213"/>
                  <a:gd name="connsiteX27-38163" fmla="*/ 932 w 2254"/>
                  <a:gd name="connsiteY27-38164" fmla="*/ 486 h 4213"/>
                  <a:gd name="connsiteX28-38165" fmla="*/ 930 w 2254"/>
                  <a:gd name="connsiteY28-38166" fmla="*/ 358 h 4213"/>
                  <a:gd name="connsiteX29-38167" fmla="*/ 917 w 2254"/>
                  <a:gd name="connsiteY29-38168" fmla="*/ 328 h 4213"/>
                  <a:gd name="connsiteX30-38169" fmla="*/ 850 w 2254"/>
                  <a:gd name="connsiteY30-38170" fmla="*/ 251 h 4213"/>
                  <a:gd name="connsiteX31-38171" fmla="*/ 790 w 2254"/>
                  <a:gd name="connsiteY31-38172" fmla="*/ 217 h 4213"/>
                  <a:gd name="connsiteX32-38173" fmla="*/ 915 w 2254"/>
                  <a:gd name="connsiteY32-38174" fmla="*/ 56 h 4213"/>
                  <a:gd name="connsiteX33-38175" fmla="*/ 1088 w 2254"/>
                  <a:gd name="connsiteY33-38176" fmla="*/ 2 h 4213"/>
                  <a:gd name="connsiteX34-38177" fmla="*/ 1120 w 2254"/>
                  <a:gd name="connsiteY34-38178" fmla="*/ 49 h 4213"/>
                  <a:gd name="connsiteX35-38179" fmla="*/ 1110 w 2254"/>
                  <a:gd name="connsiteY35-38180" fmla="*/ 133 h 4213"/>
                  <a:gd name="connsiteX36-38181" fmla="*/ 1049 w 2254"/>
                  <a:gd name="connsiteY36-38182" fmla="*/ 243 h 4213"/>
                  <a:gd name="connsiteX37-38183" fmla="*/ 1119 w 2254"/>
                  <a:gd name="connsiteY37-38184" fmla="*/ 301 h 4213"/>
                  <a:gd name="connsiteX38-38185" fmla="*/ 1233 w 2254"/>
                  <a:gd name="connsiteY38-38186" fmla="*/ 366 h 4213"/>
                  <a:gd name="connsiteX39-38187" fmla="*/ 1253 w 2254"/>
                  <a:gd name="connsiteY39-38188" fmla="*/ 255 h 4213"/>
                  <a:gd name="connsiteX40-38189" fmla="*/ 1387 w 2254"/>
                  <a:gd name="connsiteY40-38190" fmla="*/ 291 h 4213"/>
                  <a:gd name="connsiteX41-38191" fmla="*/ 1412 w 2254"/>
                  <a:gd name="connsiteY41-38192" fmla="*/ 331 h 4213"/>
                  <a:gd name="connsiteX42-38193" fmla="*/ 1488 w 2254"/>
                  <a:gd name="connsiteY42-38194" fmla="*/ 562 h 4213"/>
                  <a:gd name="connsiteX43-38195" fmla="*/ 1523 w 2254"/>
                  <a:gd name="connsiteY43-38196" fmla="*/ 586 h 4213"/>
                  <a:gd name="connsiteX44-38197" fmla="*/ 1615 w 2254"/>
                  <a:gd name="connsiteY44-38198" fmla="*/ 578 h 4213"/>
                  <a:gd name="connsiteX45-38199" fmla="*/ 1875 w 2254"/>
                  <a:gd name="connsiteY45-38200" fmla="*/ 490 h 4213"/>
                  <a:gd name="connsiteX46-38201" fmla="*/ 2095 w 2254"/>
                  <a:gd name="connsiteY46-38202" fmla="*/ 479 h 4213"/>
                  <a:gd name="connsiteX47-38203" fmla="*/ 2155 w 2254"/>
                  <a:gd name="connsiteY47-38204" fmla="*/ 648 h 4213"/>
                  <a:gd name="connsiteX48-38205" fmla="*/ 2073 w 2254"/>
                  <a:gd name="connsiteY48-38206" fmla="*/ 944 h 4213"/>
                  <a:gd name="connsiteX49-38207" fmla="*/ 2073 w 2254"/>
                  <a:gd name="connsiteY49-38208" fmla="*/ 1022 h 4213"/>
                  <a:gd name="connsiteX50-38209" fmla="*/ 2142 w 2254"/>
                  <a:gd name="connsiteY50-38210" fmla="*/ 1168 h 4213"/>
                  <a:gd name="connsiteX51-38211" fmla="*/ 2157 w 2254"/>
                  <a:gd name="connsiteY51-38212" fmla="*/ 1427 h 4213"/>
                  <a:gd name="connsiteX52-38213" fmla="*/ 2159 w 2254"/>
                  <a:gd name="connsiteY52-38214" fmla="*/ 1617 h 4213"/>
                  <a:gd name="connsiteX53-38215" fmla="*/ 2092 w 2254"/>
                  <a:gd name="connsiteY53-38216" fmla="*/ 1625 h 4213"/>
                  <a:gd name="connsiteX54-38217" fmla="*/ 2070 w 2254"/>
                  <a:gd name="connsiteY54-38218" fmla="*/ 1507 h 4213"/>
                  <a:gd name="connsiteX55-38219" fmla="*/ 2035 w 2254"/>
                  <a:gd name="connsiteY55-38220" fmla="*/ 1450 h 4213"/>
                  <a:gd name="connsiteX56-38221" fmla="*/ 1945 w 2254"/>
                  <a:gd name="connsiteY56-38222" fmla="*/ 1582 h 4213"/>
                  <a:gd name="connsiteX57-38223" fmla="*/ 1832 w 2254"/>
                  <a:gd name="connsiteY57-38224" fmla="*/ 1776 h 4213"/>
                  <a:gd name="connsiteX58-38225" fmla="*/ 1713 w 2254"/>
                  <a:gd name="connsiteY58-38226" fmla="*/ 1904 h 4213"/>
                  <a:gd name="connsiteX59-38227" fmla="*/ 1706 w 2254"/>
                  <a:gd name="connsiteY59-38228" fmla="*/ 2018 h 4213"/>
                  <a:gd name="connsiteX60-38229" fmla="*/ 1766 w 2254"/>
                  <a:gd name="connsiteY60-38230" fmla="*/ 2115 h 4213"/>
                  <a:gd name="connsiteX61-38231" fmla="*/ 1868 w 2254"/>
                  <a:gd name="connsiteY61-38232" fmla="*/ 2183 h 4213"/>
                  <a:gd name="connsiteX62-38233" fmla="*/ 1945 w 2254"/>
                  <a:gd name="connsiteY62-38234" fmla="*/ 2178 h 4213"/>
                  <a:gd name="connsiteX63-38235" fmla="*/ 1990 w 2254"/>
                  <a:gd name="connsiteY63-38236" fmla="*/ 2104 h 4213"/>
                  <a:gd name="connsiteX64-38237" fmla="*/ 2024 w 2254"/>
                  <a:gd name="connsiteY64-38238" fmla="*/ 2210 h 4213"/>
                  <a:gd name="connsiteX65-38239" fmla="*/ 1912 w 2254"/>
                  <a:gd name="connsiteY65-38240" fmla="*/ 2249 h 4213"/>
                  <a:gd name="connsiteX66-38241" fmla="*/ 1959 w 2254"/>
                  <a:gd name="connsiteY66-38242" fmla="*/ 2362 h 4213"/>
                  <a:gd name="connsiteX67-38243" fmla="*/ 1824 w 2254"/>
                  <a:gd name="connsiteY67-38244" fmla="*/ 2509 h 4213"/>
                  <a:gd name="connsiteX68-38245" fmla="*/ 1783 w 2254"/>
                  <a:gd name="connsiteY68-38246" fmla="*/ 2498 h 4213"/>
                  <a:gd name="connsiteX69-38247" fmla="*/ 1659 w 2254"/>
                  <a:gd name="connsiteY69-38248" fmla="*/ 2413 h 4213"/>
                  <a:gd name="connsiteX70-38249" fmla="*/ 1604 w 2254"/>
                  <a:gd name="connsiteY70-38250" fmla="*/ 2412 h 4213"/>
                  <a:gd name="connsiteX71-38251" fmla="*/ 1569 w 2254"/>
                  <a:gd name="connsiteY71-38252" fmla="*/ 2480 h 4213"/>
                  <a:gd name="connsiteX72-38253" fmla="*/ 1572 w 2254"/>
                  <a:gd name="connsiteY72-38254" fmla="*/ 2562 h 4213"/>
                  <a:gd name="connsiteX73-38255" fmla="*/ 1750 w 2254"/>
                  <a:gd name="connsiteY73-38256" fmla="*/ 2730 h 4213"/>
                  <a:gd name="connsiteX74-38257" fmla="*/ 1749 w 2254"/>
                  <a:gd name="connsiteY74-38258" fmla="*/ 2844 h 4213"/>
                  <a:gd name="connsiteX75-38259" fmla="*/ 1840 w 2254"/>
                  <a:gd name="connsiteY75-38260" fmla="*/ 3060 h 4213"/>
                  <a:gd name="connsiteX76-38261" fmla="*/ 1866 w 2254"/>
                  <a:gd name="connsiteY76-38262" fmla="*/ 3090 h 4213"/>
                  <a:gd name="connsiteX77-38263" fmla="*/ 1910 w 2254"/>
                  <a:gd name="connsiteY77-38264" fmla="*/ 3094 h 4213"/>
                  <a:gd name="connsiteX78-38265" fmla="*/ 1956 w 2254"/>
                  <a:gd name="connsiteY78-38266" fmla="*/ 3010 h 4213"/>
                  <a:gd name="connsiteX79-38267" fmla="*/ 2036 w 2254"/>
                  <a:gd name="connsiteY79-38268" fmla="*/ 2950 h 4213"/>
                  <a:gd name="connsiteX80-38269" fmla="*/ 2131 w 2254"/>
                  <a:gd name="connsiteY80-38270" fmla="*/ 3126 h 4213"/>
                  <a:gd name="connsiteX81-38271" fmla="*/ 2241 w 2254"/>
                  <a:gd name="connsiteY81-38272" fmla="*/ 3312 h 4213"/>
                  <a:gd name="connsiteX82-38273" fmla="*/ 2254 w 2254"/>
                  <a:gd name="connsiteY82-38274" fmla="*/ 3342 h 4213"/>
                  <a:gd name="connsiteX83-38275" fmla="*/ 2243 w 2254"/>
                  <a:gd name="connsiteY83-38276" fmla="*/ 3518 h 4213"/>
                  <a:gd name="connsiteX84-38277" fmla="*/ 2208 w 2254"/>
                  <a:gd name="connsiteY84-38278" fmla="*/ 3554 h 4213"/>
                  <a:gd name="connsiteX85-38279" fmla="*/ 2119 w 2254"/>
                  <a:gd name="connsiteY85-38280" fmla="*/ 3515 h 4213"/>
                  <a:gd name="connsiteX86-38281" fmla="*/ 1885 w 2254"/>
                  <a:gd name="connsiteY86-38282" fmla="*/ 3644 h 4213"/>
                  <a:gd name="connsiteX87-38283" fmla="*/ 1859 w 2254"/>
                  <a:gd name="connsiteY87-38284" fmla="*/ 3666 h 4213"/>
                  <a:gd name="connsiteX88-38285" fmla="*/ 1679 w 2254"/>
                  <a:gd name="connsiteY88-38286" fmla="*/ 3812 h 4213"/>
                  <a:gd name="connsiteX89-38287" fmla="*/ 1538 w 2254"/>
                  <a:gd name="connsiteY89-38288" fmla="*/ 3926 h 4213"/>
                  <a:gd name="connsiteX90-38289" fmla="*/ 1503 w 2254"/>
                  <a:gd name="connsiteY90-38290" fmla="*/ 3965 h 4213"/>
                  <a:gd name="connsiteX91-38291" fmla="*/ 1451 w 2254"/>
                  <a:gd name="connsiteY91-38292" fmla="*/ 3973 h 4213"/>
                  <a:gd name="connsiteX92-38293" fmla="*/ 1394 w 2254"/>
                  <a:gd name="connsiteY92-38294" fmla="*/ 3916 h 4213"/>
                  <a:gd name="connsiteX93-38295" fmla="*/ 1270 w 2254"/>
                  <a:gd name="connsiteY93-38296" fmla="*/ 3808 h 4213"/>
                  <a:gd name="connsiteX94-38297" fmla="*/ 1294 w 2254"/>
                  <a:gd name="connsiteY94-38298" fmla="*/ 4064 h 4213"/>
                  <a:gd name="connsiteX95-38299" fmla="*/ 1303 w 2254"/>
                  <a:gd name="connsiteY95-38300" fmla="*/ 4192 h 4213"/>
                  <a:gd name="connsiteX96-38301" fmla="*/ 1041 w 2254"/>
                  <a:gd name="connsiteY96-38302" fmla="*/ 4166 h 4213"/>
                  <a:gd name="connsiteX97-38303" fmla="*/ 959 w 2254"/>
                  <a:gd name="connsiteY97-38304" fmla="*/ 3987 h 4213"/>
                  <a:gd name="connsiteX98-38305" fmla="*/ 877 w 2254"/>
                  <a:gd name="connsiteY98-38306" fmla="*/ 3802 h 4213"/>
                  <a:gd name="connsiteX99-38307" fmla="*/ 798 w 2254"/>
                  <a:gd name="connsiteY99-38308" fmla="*/ 3734 h 4213"/>
                  <a:gd name="connsiteX100-38309" fmla="*/ 746 w 2254"/>
                  <a:gd name="connsiteY100-38310" fmla="*/ 3806 h 4213"/>
                  <a:gd name="connsiteX0-38311" fmla="*/ 746 w 2254"/>
                  <a:gd name="connsiteY0-38312" fmla="*/ 3806 h 4213"/>
                  <a:gd name="connsiteX1-38313" fmla="*/ 679 w 2254"/>
                  <a:gd name="connsiteY1-38314" fmla="*/ 3800 h 4213"/>
                  <a:gd name="connsiteX2-38315" fmla="*/ 695 w 2254"/>
                  <a:gd name="connsiteY2-38316" fmla="*/ 3662 h 4213"/>
                  <a:gd name="connsiteX3-38317" fmla="*/ 891 w 2254"/>
                  <a:gd name="connsiteY3-38318" fmla="*/ 3459 h 4213"/>
                  <a:gd name="connsiteX4-38319" fmla="*/ 932 w 2254"/>
                  <a:gd name="connsiteY4-38320" fmla="*/ 3195 h 4213"/>
                  <a:gd name="connsiteX5-38321" fmla="*/ 968 w 2254"/>
                  <a:gd name="connsiteY5-38322" fmla="*/ 2962 h 4213"/>
                  <a:gd name="connsiteX6-38323" fmla="*/ 1068 w 2254"/>
                  <a:gd name="connsiteY6-38324" fmla="*/ 2333 h 4213"/>
                  <a:gd name="connsiteX7-38325" fmla="*/ 1066 w 2254"/>
                  <a:gd name="connsiteY7-38326" fmla="*/ 2117 h 4213"/>
                  <a:gd name="connsiteX8-38327" fmla="*/ 990 w 2254"/>
                  <a:gd name="connsiteY8-38328" fmla="*/ 2039 h 4213"/>
                  <a:gd name="connsiteX9-38329" fmla="*/ 847 w 2254"/>
                  <a:gd name="connsiteY9-38330" fmla="*/ 1951 h 4213"/>
                  <a:gd name="connsiteX10-38331" fmla="*/ 755 w 2254"/>
                  <a:gd name="connsiteY10-38332" fmla="*/ 1827 h 4213"/>
                  <a:gd name="connsiteX11-38333" fmla="*/ 659 w 2254"/>
                  <a:gd name="connsiteY11-38334" fmla="*/ 1828 h 4213"/>
                  <a:gd name="connsiteX12-38335" fmla="*/ 614 w 2254"/>
                  <a:gd name="connsiteY12-38336" fmla="*/ 1883 h 4213"/>
                  <a:gd name="connsiteX13-38337" fmla="*/ 521 w 2254"/>
                  <a:gd name="connsiteY13-38338" fmla="*/ 1877 h 4213"/>
                  <a:gd name="connsiteX14-38339" fmla="*/ 501 w 2254"/>
                  <a:gd name="connsiteY14-38340" fmla="*/ 1994 h 4213"/>
                  <a:gd name="connsiteX15-38341" fmla="*/ 320 w 2254"/>
                  <a:gd name="connsiteY15-38342" fmla="*/ 1941 h 4213"/>
                  <a:gd name="connsiteX16-38343" fmla="*/ 237 w 2254"/>
                  <a:gd name="connsiteY16-38344" fmla="*/ 1939 h 4213"/>
                  <a:gd name="connsiteX17-38345" fmla="*/ 112 w 2254"/>
                  <a:gd name="connsiteY17-38346" fmla="*/ 2014 h 4213"/>
                  <a:gd name="connsiteX18-38347" fmla="*/ 0 w 2254"/>
                  <a:gd name="connsiteY18-38348" fmla="*/ 1890 h 4213"/>
                  <a:gd name="connsiteX19-38349" fmla="*/ 94 w 2254"/>
                  <a:gd name="connsiteY19-38350" fmla="*/ 1804 h 4213"/>
                  <a:gd name="connsiteX20-38351" fmla="*/ 98 w 2254"/>
                  <a:gd name="connsiteY20-38352" fmla="*/ 1634 h 4213"/>
                  <a:gd name="connsiteX21-38353" fmla="*/ 153 w 2254"/>
                  <a:gd name="connsiteY21-38354" fmla="*/ 1514 h 4213"/>
                  <a:gd name="connsiteX22-38355" fmla="*/ 196 w 2254"/>
                  <a:gd name="connsiteY22-38356" fmla="*/ 1306 h 4213"/>
                  <a:gd name="connsiteX23-38357" fmla="*/ 256 w 2254"/>
                  <a:gd name="connsiteY23-38358" fmla="*/ 1307 h 4213"/>
                  <a:gd name="connsiteX24-38359" fmla="*/ 579 w 2254"/>
                  <a:gd name="connsiteY24-38360" fmla="*/ 1286 h 4213"/>
                  <a:gd name="connsiteX25-38361" fmla="*/ 753 w 2254"/>
                  <a:gd name="connsiteY25-38362" fmla="*/ 1117 h 4213"/>
                  <a:gd name="connsiteX26-38363" fmla="*/ 822 w 2254"/>
                  <a:gd name="connsiteY26-38364" fmla="*/ 748 h 4213"/>
                  <a:gd name="connsiteX27-38365" fmla="*/ 932 w 2254"/>
                  <a:gd name="connsiteY27-38366" fmla="*/ 486 h 4213"/>
                  <a:gd name="connsiteX28-38367" fmla="*/ 930 w 2254"/>
                  <a:gd name="connsiteY28-38368" fmla="*/ 358 h 4213"/>
                  <a:gd name="connsiteX29-38369" fmla="*/ 917 w 2254"/>
                  <a:gd name="connsiteY29-38370" fmla="*/ 328 h 4213"/>
                  <a:gd name="connsiteX30-38371" fmla="*/ 850 w 2254"/>
                  <a:gd name="connsiteY30-38372" fmla="*/ 251 h 4213"/>
                  <a:gd name="connsiteX31-38373" fmla="*/ 790 w 2254"/>
                  <a:gd name="connsiteY31-38374" fmla="*/ 217 h 4213"/>
                  <a:gd name="connsiteX32-38375" fmla="*/ 915 w 2254"/>
                  <a:gd name="connsiteY32-38376" fmla="*/ 56 h 4213"/>
                  <a:gd name="connsiteX33-38377" fmla="*/ 1088 w 2254"/>
                  <a:gd name="connsiteY33-38378" fmla="*/ 2 h 4213"/>
                  <a:gd name="connsiteX34-38379" fmla="*/ 1120 w 2254"/>
                  <a:gd name="connsiteY34-38380" fmla="*/ 49 h 4213"/>
                  <a:gd name="connsiteX35-38381" fmla="*/ 1110 w 2254"/>
                  <a:gd name="connsiteY35-38382" fmla="*/ 133 h 4213"/>
                  <a:gd name="connsiteX36-38383" fmla="*/ 1049 w 2254"/>
                  <a:gd name="connsiteY36-38384" fmla="*/ 243 h 4213"/>
                  <a:gd name="connsiteX37-38385" fmla="*/ 1119 w 2254"/>
                  <a:gd name="connsiteY37-38386" fmla="*/ 301 h 4213"/>
                  <a:gd name="connsiteX38-38387" fmla="*/ 1233 w 2254"/>
                  <a:gd name="connsiteY38-38388" fmla="*/ 366 h 4213"/>
                  <a:gd name="connsiteX39-38389" fmla="*/ 1253 w 2254"/>
                  <a:gd name="connsiteY39-38390" fmla="*/ 255 h 4213"/>
                  <a:gd name="connsiteX40-38391" fmla="*/ 1387 w 2254"/>
                  <a:gd name="connsiteY40-38392" fmla="*/ 291 h 4213"/>
                  <a:gd name="connsiteX41-38393" fmla="*/ 1412 w 2254"/>
                  <a:gd name="connsiteY41-38394" fmla="*/ 331 h 4213"/>
                  <a:gd name="connsiteX42-38395" fmla="*/ 1488 w 2254"/>
                  <a:gd name="connsiteY42-38396" fmla="*/ 562 h 4213"/>
                  <a:gd name="connsiteX43-38397" fmla="*/ 1523 w 2254"/>
                  <a:gd name="connsiteY43-38398" fmla="*/ 586 h 4213"/>
                  <a:gd name="connsiteX44-38399" fmla="*/ 1615 w 2254"/>
                  <a:gd name="connsiteY44-38400" fmla="*/ 578 h 4213"/>
                  <a:gd name="connsiteX45-38401" fmla="*/ 1875 w 2254"/>
                  <a:gd name="connsiteY45-38402" fmla="*/ 490 h 4213"/>
                  <a:gd name="connsiteX46-38403" fmla="*/ 2095 w 2254"/>
                  <a:gd name="connsiteY46-38404" fmla="*/ 479 h 4213"/>
                  <a:gd name="connsiteX47-38405" fmla="*/ 2155 w 2254"/>
                  <a:gd name="connsiteY47-38406" fmla="*/ 648 h 4213"/>
                  <a:gd name="connsiteX48-38407" fmla="*/ 2073 w 2254"/>
                  <a:gd name="connsiteY48-38408" fmla="*/ 944 h 4213"/>
                  <a:gd name="connsiteX49-38409" fmla="*/ 2073 w 2254"/>
                  <a:gd name="connsiteY49-38410" fmla="*/ 1022 h 4213"/>
                  <a:gd name="connsiteX50-38411" fmla="*/ 2142 w 2254"/>
                  <a:gd name="connsiteY50-38412" fmla="*/ 1168 h 4213"/>
                  <a:gd name="connsiteX51-38413" fmla="*/ 2157 w 2254"/>
                  <a:gd name="connsiteY51-38414" fmla="*/ 1427 h 4213"/>
                  <a:gd name="connsiteX52-38415" fmla="*/ 2159 w 2254"/>
                  <a:gd name="connsiteY52-38416" fmla="*/ 1617 h 4213"/>
                  <a:gd name="connsiteX53-38417" fmla="*/ 2092 w 2254"/>
                  <a:gd name="connsiteY53-38418" fmla="*/ 1625 h 4213"/>
                  <a:gd name="connsiteX54-38419" fmla="*/ 2070 w 2254"/>
                  <a:gd name="connsiteY54-38420" fmla="*/ 1507 h 4213"/>
                  <a:gd name="connsiteX55-38421" fmla="*/ 2035 w 2254"/>
                  <a:gd name="connsiteY55-38422" fmla="*/ 1450 h 4213"/>
                  <a:gd name="connsiteX56-38423" fmla="*/ 1945 w 2254"/>
                  <a:gd name="connsiteY56-38424" fmla="*/ 1582 h 4213"/>
                  <a:gd name="connsiteX57-38425" fmla="*/ 1832 w 2254"/>
                  <a:gd name="connsiteY57-38426" fmla="*/ 1776 h 4213"/>
                  <a:gd name="connsiteX58-38427" fmla="*/ 1713 w 2254"/>
                  <a:gd name="connsiteY58-38428" fmla="*/ 1904 h 4213"/>
                  <a:gd name="connsiteX59-38429" fmla="*/ 1706 w 2254"/>
                  <a:gd name="connsiteY59-38430" fmla="*/ 2018 h 4213"/>
                  <a:gd name="connsiteX60-38431" fmla="*/ 1766 w 2254"/>
                  <a:gd name="connsiteY60-38432" fmla="*/ 2115 h 4213"/>
                  <a:gd name="connsiteX61-38433" fmla="*/ 1868 w 2254"/>
                  <a:gd name="connsiteY61-38434" fmla="*/ 2183 h 4213"/>
                  <a:gd name="connsiteX62-38435" fmla="*/ 1945 w 2254"/>
                  <a:gd name="connsiteY62-38436" fmla="*/ 2178 h 4213"/>
                  <a:gd name="connsiteX63-38437" fmla="*/ 1990 w 2254"/>
                  <a:gd name="connsiteY63-38438" fmla="*/ 2104 h 4213"/>
                  <a:gd name="connsiteX64-38439" fmla="*/ 2024 w 2254"/>
                  <a:gd name="connsiteY64-38440" fmla="*/ 2210 h 4213"/>
                  <a:gd name="connsiteX65-38441" fmla="*/ 1912 w 2254"/>
                  <a:gd name="connsiteY65-38442" fmla="*/ 2249 h 4213"/>
                  <a:gd name="connsiteX66-38443" fmla="*/ 1959 w 2254"/>
                  <a:gd name="connsiteY66-38444" fmla="*/ 2362 h 4213"/>
                  <a:gd name="connsiteX67-38445" fmla="*/ 1824 w 2254"/>
                  <a:gd name="connsiteY67-38446" fmla="*/ 2509 h 4213"/>
                  <a:gd name="connsiteX68-38447" fmla="*/ 1783 w 2254"/>
                  <a:gd name="connsiteY68-38448" fmla="*/ 2498 h 4213"/>
                  <a:gd name="connsiteX69-38449" fmla="*/ 1659 w 2254"/>
                  <a:gd name="connsiteY69-38450" fmla="*/ 2413 h 4213"/>
                  <a:gd name="connsiteX70-38451" fmla="*/ 1604 w 2254"/>
                  <a:gd name="connsiteY70-38452" fmla="*/ 2412 h 4213"/>
                  <a:gd name="connsiteX71-38453" fmla="*/ 1569 w 2254"/>
                  <a:gd name="connsiteY71-38454" fmla="*/ 2480 h 4213"/>
                  <a:gd name="connsiteX72-38455" fmla="*/ 1572 w 2254"/>
                  <a:gd name="connsiteY72-38456" fmla="*/ 2562 h 4213"/>
                  <a:gd name="connsiteX73-38457" fmla="*/ 1750 w 2254"/>
                  <a:gd name="connsiteY73-38458" fmla="*/ 2730 h 4213"/>
                  <a:gd name="connsiteX74-38459" fmla="*/ 1749 w 2254"/>
                  <a:gd name="connsiteY74-38460" fmla="*/ 2844 h 4213"/>
                  <a:gd name="connsiteX75-38461" fmla="*/ 1840 w 2254"/>
                  <a:gd name="connsiteY75-38462" fmla="*/ 3060 h 4213"/>
                  <a:gd name="connsiteX76-38463" fmla="*/ 1866 w 2254"/>
                  <a:gd name="connsiteY76-38464" fmla="*/ 3090 h 4213"/>
                  <a:gd name="connsiteX77-38465" fmla="*/ 1910 w 2254"/>
                  <a:gd name="connsiteY77-38466" fmla="*/ 3094 h 4213"/>
                  <a:gd name="connsiteX78-38467" fmla="*/ 1956 w 2254"/>
                  <a:gd name="connsiteY78-38468" fmla="*/ 3010 h 4213"/>
                  <a:gd name="connsiteX79-38469" fmla="*/ 2036 w 2254"/>
                  <a:gd name="connsiteY79-38470" fmla="*/ 2950 h 4213"/>
                  <a:gd name="connsiteX80-38471" fmla="*/ 2131 w 2254"/>
                  <a:gd name="connsiteY80-38472" fmla="*/ 3126 h 4213"/>
                  <a:gd name="connsiteX81-38473" fmla="*/ 2241 w 2254"/>
                  <a:gd name="connsiteY81-38474" fmla="*/ 3312 h 4213"/>
                  <a:gd name="connsiteX82-38475" fmla="*/ 2254 w 2254"/>
                  <a:gd name="connsiteY82-38476" fmla="*/ 3342 h 4213"/>
                  <a:gd name="connsiteX83-38477" fmla="*/ 2243 w 2254"/>
                  <a:gd name="connsiteY83-38478" fmla="*/ 3518 h 4213"/>
                  <a:gd name="connsiteX84-38479" fmla="*/ 2208 w 2254"/>
                  <a:gd name="connsiteY84-38480" fmla="*/ 3554 h 4213"/>
                  <a:gd name="connsiteX85-38481" fmla="*/ 2119 w 2254"/>
                  <a:gd name="connsiteY85-38482" fmla="*/ 3515 h 4213"/>
                  <a:gd name="connsiteX86-38483" fmla="*/ 1885 w 2254"/>
                  <a:gd name="connsiteY86-38484" fmla="*/ 3644 h 4213"/>
                  <a:gd name="connsiteX87-38485" fmla="*/ 1859 w 2254"/>
                  <a:gd name="connsiteY87-38486" fmla="*/ 3666 h 4213"/>
                  <a:gd name="connsiteX88-38487" fmla="*/ 1679 w 2254"/>
                  <a:gd name="connsiteY88-38488" fmla="*/ 3812 h 4213"/>
                  <a:gd name="connsiteX89-38489" fmla="*/ 1538 w 2254"/>
                  <a:gd name="connsiteY89-38490" fmla="*/ 3926 h 4213"/>
                  <a:gd name="connsiteX90-38491" fmla="*/ 1503 w 2254"/>
                  <a:gd name="connsiteY90-38492" fmla="*/ 3965 h 4213"/>
                  <a:gd name="connsiteX91-38493" fmla="*/ 1451 w 2254"/>
                  <a:gd name="connsiteY91-38494" fmla="*/ 3973 h 4213"/>
                  <a:gd name="connsiteX92-38495" fmla="*/ 1394 w 2254"/>
                  <a:gd name="connsiteY92-38496" fmla="*/ 3916 h 4213"/>
                  <a:gd name="connsiteX93-38497" fmla="*/ 1270 w 2254"/>
                  <a:gd name="connsiteY93-38498" fmla="*/ 3808 h 4213"/>
                  <a:gd name="connsiteX94-38499" fmla="*/ 1294 w 2254"/>
                  <a:gd name="connsiteY94-38500" fmla="*/ 4064 h 4213"/>
                  <a:gd name="connsiteX95-38501" fmla="*/ 1303 w 2254"/>
                  <a:gd name="connsiteY95-38502" fmla="*/ 4192 h 4213"/>
                  <a:gd name="connsiteX96-38503" fmla="*/ 1041 w 2254"/>
                  <a:gd name="connsiteY96-38504" fmla="*/ 4166 h 4213"/>
                  <a:gd name="connsiteX97-38505" fmla="*/ 959 w 2254"/>
                  <a:gd name="connsiteY97-38506" fmla="*/ 3987 h 4213"/>
                  <a:gd name="connsiteX98-38507" fmla="*/ 877 w 2254"/>
                  <a:gd name="connsiteY98-38508" fmla="*/ 3802 h 4213"/>
                  <a:gd name="connsiteX99-38509" fmla="*/ 798 w 2254"/>
                  <a:gd name="connsiteY99-38510" fmla="*/ 3734 h 4213"/>
                  <a:gd name="connsiteX100-38511" fmla="*/ 746 w 2254"/>
                  <a:gd name="connsiteY100-38512" fmla="*/ 3806 h 4213"/>
                  <a:gd name="connsiteX0-38513" fmla="*/ 746 w 2254"/>
                  <a:gd name="connsiteY0-38514" fmla="*/ 3806 h 4213"/>
                  <a:gd name="connsiteX1-38515" fmla="*/ 679 w 2254"/>
                  <a:gd name="connsiteY1-38516" fmla="*/ 3800 h 4213"/>
                  <a:gd name="connsiteX2-38517" fmla="*/ 695 w 2254"/>
                  <a:gd name="connsiteY2-38518" fmla="*/ 3662 h 4213"/>
                  <a:gd name="connsiteX3-38519" fmla="*/ 891 w 2254"/>
                  <a:gd name="connsiteY3-38520" fmla="*/ 3459 h 4213"/>
                  <a:gd name="connsiteX4-38521" fmla="*/ 932 w 2254"/>
                  <a:gd name="connsiteY4-38522" fmla="*/ 3195 h 4213"/>
                  <a:gd name="connsiteX5-38523" fmla="*/ 968 w 2254"/>
                  <a:gd name="connsiteY5-38524" fmla="*/ 2962 h 4213"/>
                  <a:gd name="connsiteX6-38525" fmla="*/ 1068 w 2254"/>
                  <a:gd name="connsiteY6-38526" fmla="*/ 2333 h 4213"/>
                  <a:gd name="connsiteX7-38527" fmla="*/ 1066 w 2254"/>
                  <a:gd name="connsiteY7-38528" fmla="*/ 2117 h 4213"/>
                  <a:gd name="connsiteX8-38529" fmla="*/ 990 w 2254"/>
                  <a:gd name="connsiteY8-38530" fmla="*/ 2039 h 4213"/>
                  <a:gd name="connsiteX9-38531" fmla="*/ 847 w 2254"/>
                  <a:gd name="connsiteY9-38532" fmla="*/ 1951 h 4213"/>
                  <a:gd name="connsiteX10-38533" fmla="*/ 755 w 2254"/>
                  <a:gd name="connsiteY10-38534" fmla="*/ 1827 h 4213"/>
                  <a:gd name="connsiteX11-38535" fmla="*/ 659 w 2254"/>
                  <a:gd name="connsiteY11-38536" fmla="*/ 1828 h 4213"/>
                  <a:gd name="connsiteX12-38537" fmla="*/ 614 w 2254"/>
                  <a:gd name="connsiteY12-38538" fmla="*/ 1883 h 4213"/>
                  <a:gd name="connsiteX13-38539" fmla="*/ 521 w 2254"/>
                  <a:gd name="connsiteY13-38540" fmla="*/ 1877 h 4213"/>
                  <a:gd name="connsiteX14-38541" fmla="*/ 501 w 2254"/>
                  <a:gd name="connsiteY14-38542" fmla="*/ 1994 h 4213"/>
                  <a:gd name="connsiteX15-38543" fmla="*/ 320 w 2254"/>
                  <a:gd name="connsiteY15-38544" fmla="*/ 1941 h 4213"/>
                  <a:gd name="connsiteX16-38545" fmla="*/ 237 w 2254"/>
                  <a:gd name="connsiteY16-38546" fmla="*/ 1939 h 4213"/>
                  <a:gd name="connsiteX17-38547" fmla="*/ 112 w 2254"/>
                  <a:gd name="connsiteY17-38548" fmla="*/ 2014 h 4213"/>
                  <a:gd name="connsiteX18-38549" fmla="*/ 0 w 2254"/>
                  <a:gd name="connsiteY18-38550" fmla="*/ 1890 h 4213"/>
                  <a:gd name="connsiteX19-38551" fmla="*/ 94 w 2254"/>
                  <a:gd name="connsiteY19-38552" fmla="*/ 1804 h 4213"/>
                  <a:gd name="connsiteX20-38553" fmla="*/ 98 w 2254"/>
                  <a:gd name="connsiteY20-38554" fmla="*/ 1634 h 4213"/>
                  <a:gd name="connsiteX21-38555" fmla="*/ 153 w 2254"/>
                  <a:gd name="connsiteY21-38556" fmla="*/ 1514 h 4213"/>
                  <a:gd name="connsiteX22-38557" fmla="*/ 196 w 2254"/>
                  <a:gd name="connsiteY22-38558" fmla="*/ 1306 h 4213"/>
                  <a:gd name="connsiteX23-38559" fmla="*/ 256 w 2254"/>
                  <a:gd name="connsiteY23-38560" fmla="*/ 1307 h 4213"/>
                  <a:gd name="connsiteX24-38561" fmla="*/ 579 w 2254"/>
                  <a:gd name="connsiteY24-38562" fmla="*/ 1286 h 4213"/>
                  <a:gd name="connsiteX25-38563" fmla="*/ 753 w 2254"/>
                  <a:gd name="connsiteY25-38564" fmla="*/ 1117 h 4213"/>
                  <a:gd name="connsiteX26-38565" fmla="*/ 822 w 2254"/>
                  <a:gd name="connsiteY26-38566" fmla="*/ 748 h 4213"/>
                  <a:gd name="connsiteX27-38567" fmla="*/ 932 w 2254"/>
                  <a:gd name="connsiteY27-38568" fmla="*/ 486 h 4213"/>
                  <a:gd name="connsiteX28-38569" fmla="*/ 930 w 2254"/>
                  <a:gd name="connsiteY28-38570" fmla="*/ 358 h 4213"/>
                  <a:gd name="connsiteX29-38571" fmla="*/ 917 w 2254"/>
                  <a:gd name="connsiteY29-38572" fmla="*/ 328 h 4213"/>
                  <a:gd name="connsiteX30-38573" fmla="*/ 850 w 2254"/>
                  <a:gd name="connsiteY30-38574" fmla="*/ 251 h 4213"/>
                  <a:gd name="connsiteX31-38575" fmla="*/ 790 w 2254"/>
                  <a:gd name="connsiteY31-38576" fmla="*/ 217 h 4213"/>
                  <a:gd name="connsiteX32-38577" fmla="*/ 915 w 2254"/>
                  <a:gd name="connsiteY32-38578" fmla="*/ 56 h 4213"/>
                  <a:gd name="connsiteX33-38579" fmla="*/ 1088 w 2254"/>
                  <a:gd name="connsiteY33-38580" fmla="*/ 2 h 4213"/>
                  <a:gd name="connsiteX34-38581" fmla="*/ 1120 w 2254"/>
                  <a:gd name="connsiteY34-38582" fmla="*/ 49 h 4213"/>
                  <a:gd name="connsiteX35-38583" fmla="*/ 1110 w 2254"/>
                  <a:gd name="connsiteY35-38584" fmla="*/ 133 h 4213"/>
                  <a:gd name="connsiteX36-38585" fmla="*/ 1049 w 2254"/>
                  <a:gd name="connsiteY36-38586" fmla="*/ 243 h 4213"/>
                  <a:gd name="connsiteX37-38587" fmla="*/ 1119 w 2254"/>
                  <a:gd name="connsiteY37-38588" fmla="*/ 301 h 4213"/>
                  <a:gd name="connsiteX38-38589" fmla="*/ 1233 w 2254"/>
                  <a:gd name="connsiteY38-38590" fmla="*/ 366 h 4213"/>
                  <a:gd name="connsiteX39-38591" fmla="*/ 1253 w 2254"/>
                  <a:gd name="connsiteY39-38592" fmla="*/ 255 h 4213"/>
                  <a:gd name="connsiteX40-38593" fmla="*/ 1387 w 2254"/>
                  <a:gd name="connsiteY40-38594" fmla="*/ 291 h 4213"/>
                  <a:gd name="connsiteX41-38595" fmla="*/ 1412 w 2254"/>
                  <a:gd name="connsiteY41-38596" fmla="*/ 331 h 4213"/>
                  <a:gd name="connsiteX42-38597" fmla="*/ 1488 w 2254"/>
                  <a:gd name="connsiteY42-38598" fmla="*/ 562 h 4213"/>
                  <a:gd name="connsiteX43-38599" fmla="*/ 1523 w 2254"/>
                  <a:gd name="connsiteY43-38600" fmla="*/ 586 h 4213"/>
                  <a:gd name="connsiteX44-38601" fmla="*/ 1615 w 2254"/>
                  <a:gd name="connsiteY44-38602" fmla="*/ 578 h 4213"/>
                  <a:gd name="connsiteX45-38603" fmla="*/ 1875 w 2254"/>
                  <a:gd name="connsiteY45-38604" fmla="*/ 490 h 4213"/>
                  <a:gd name="connsiteX46-38605" fmla="*/ 2095 w 2254"/>
                  <a:gd name="connsiteY46-38606" fmla="*/ 479 h 4213"/>
                  <a:gd name="connsiteX47-38607" fmla="*/ 2155 w 2254"/>
                  <a:gd name="connsiteY47-38608" fmla="*/ 648 h 4213"/>
                  <a:gd name="connsiteX48-38609" fmla="*/ 2073 w 2254"/>
                  <a:gd name="connsiteY48-38610" fmla="*/ 944 h 4213"/>
                  <a:gd name="connsiteX49-38611" fmla="*/ 2073 w 2254"/>
                  <a:gd name="connsiteY49-38612" fmla="*/ 1022 h 4213"/>
                  <a:gd name="connsiteX50-38613" fmla="*/ 2142 w 2254"/>
                  <a:gd name="connsiteY50-38614" fmla="*/ 1168 h 4213"/>
                  <a:gd name="connsiteX51-38615" fmla="*/ 2157 w 2254"/>
                  <a:gd name="connsiteY51-38616" fmla="*/ 1427 h 4213"/>
                  <a:gd name="connsiteX52-38617" fmla="*/ 2159 w 2254"/>
                  <a:gd name="connsiteY52-38618" fmla="*/ 1617 h 4213"/>
                  <a:gd name="connsiteX53-38619" fmla="*/ 2092 w 2254"/>
                  <a:gd name="connsiteY53-38620" fmla="*/ 1625 h 4213"/>
                  <a:gd name="connsiteX54-38621" fmla="*/ 2070 w 2254"/>
                  <a:gd name="connsiteY54-38622" fmla="*/ 1507 h 4213"/>
                  <a:gd name="connsiteX55-38623" fmla="*/ 2035 w 2254"/>
                  <a:gd name="connsiteY55-38624" fmla="*/ 1450 h 4213"/>
                  <a:gd name="connsiteX56-38625" fmla="*/ 1945 w 2254"/>
                  <a:gd name="connsiteY56-38626" fmla="*/ 1582 h 4213"/>
                  <a:gd name="connsiteX57-38627" fmla="*/ 1832 w 2254"/>
                  <a:gd name="connsiteY57-38628" fmla="*/ 1776 h 4213"/>
                  <a:gd name="connsiteX58-38629" fmla="*/ 1713 w 2254"/>
                  <a:gd name="connsiteY58-38630" fmla="*/ 1904 h 4213"/>
                  <a:gd name="connsiteX59-38631" fmla="*/ 1706 w 2254"/>
                  <a:gd name="connsiteY59-38632" fmla="*/ 2018 h 4213"/>
                  <a:gd name="connsiteX60-38633" fmla="*/ 1766 w 2254"/>
                  <a:gd name="connsiteY60-38634" fmla="*/ 2115 h 4213"/>
                  <a:gd name="connsiteX61-38635" fmla="*/ 1868 w 2254"/>
                  <a:gd name="connsiteY61-38636" fmla="*/ 2183 h 4213"/>
                  <a:gd name="connsiteX62-38637" fmla="*/ 1945 w 2254"/>
                  <a:gd name="connsiteY62-38638" fmla="*/ 2178 h 4213"/>
                  <a:gd name="connsiteX63-38639" fmla="*/ 1990 w 2254"/>
                  <a:gd name="connsiteY63-38640" fmla="*/ 2104 h 4213"/>
                  <a:gd name="connsiteX64-38641" fmla="*/ 2024 w 2254"/>
                  <a:gd name="connsiteY64-38642" fmla="*/ 2210 h 4213"/>
                  <a:gd name="connsiteX65-38643" fmla="*/ 1912 w 2254"/>
                  <a:gd name="connsiteY65-38644" fmla="*/ 2249 h 4213"/>
                  <a:gd name="connsiteX66-38645" fmla="*/ 1959 w 2254"/>
                  <a:gd name="connsiteY66-38646" fmla="*/ 2362 h 4213"/>
                  <a:gd name="connsiteX67-38647" fmla="*/ 1824 w 2254"/>
                  <a:gd name="connsiteY67-38648" fmla="*/ 2509 h 4213"/>
                  <a:gd name="connsiteX68-38649" fmla="*/ 1783 w 2254"/>
                  <a:gd name="connsiteY68-38650" fmla="*/ 2498 h 4213"/>
                  <a:gd name="connsiteX69-38651" fmla="*/ 1659 w 2254"/>
                  <a:gd name="connsiteY69-38652" fmla="*/ 2413 h 4213"/>
                  <a:gd name="connsiteX70-38653" fmla="*/ 1604 w 2254"/>
                  <a:gd name="connsiteY70-38654" fmla="*/ 2412 h 4213"/>
                  <a:gd name="connsiteX71-38655" fmla="*/ 1569 w 2254"/>
                  <a:gd name="connsiteY71-38656" fmla="*/ 2480 h 4213"/>
                  <a:gd name="connsiteX72-38657" fmla="*/ 1572 w 2254"/>
                  <a:gd name="connsiteY72-38658" fmla="*/ 2562 h 4213"/>
                  <a:gd name="connsiteX73-38659" fmla="*/ 1750 w 2254"/>
                  <a:gd name="connsiteY73-38660" fmla="*/ 2730 h 4213"/>
                  <a:gd name="connsiteX74-38661" fmla="*/ 1749 w 2254"/>
                  <a:gd name="connsiteY74-38662" fmla="*/ 2844 h 4213"/>
                  <a:gd name="connsiteX75-38663" fmla="*/ 1840 w 2254"/>
                  <a:gd name="connsiteY75-38664" fmla="*/ 3060 h 4213"/>
                  <a:gd name="connsiteX76-38665" fmla="*/ 1866 w 2254"/>
                  <a:gd name="connsiteY76-38666" fmla="*/ 3090 h 4213"/>
                  <a:gd name="connsiteX77-38667" fmla="*/ 1910 w 2254"/>
                  <a:gd name="connsiteY77-38668" fmla="*/ 3094 h 4213"/>
                  <a:gd name="connsiteX78-38669" fmla="*/ 1956 w 2254"/>
                  <a:gd name="connsiteY78-38670" fmla="*/ 3010 h 4213"/>
                  <a:gd name="connsiteX79-38671" fmla="*/ 2036 w 2254"/>
                  <a:gd name="connsiteY79-38672" fmla="*/ 2950 h 4213"/>
                  <a:gd name="connsiteX80-38673" fmla="*/ 2131 w 2254"/>
                  <a:gd name="connsiteY80-38674" fmla="*/ 3126 h 4213"/>
                  <a:gd name="connsiteX81-38675" fmla="*/ 2241 w 2254"/>
                  <a:gd name="connsiteY81-38676" fmla="*/ 3312 h 4213"/>
                  <a:gd name="connsiteX82-38677" fmla="*/ 2254 w 2254"/>
                  <a:gd name="connsiteY82-38678" fmla="*/ 3342 h 4213"/>
                  <a:gd name="connsiteX83-38679" fmla="*/ 2243 w 2254"/>
                  <a:gd name="connsiteY83-38680" fmla="*/ 3518 h 4213"/>
                  <a:gd name="connsiteX84-38681" fmla="*/ 2208 w 2254"/>
                  <a:gd name="connsiteY84-38682" fmla="*/ 3554 h 4213"/>
                  <a:gd name="connsiteX85-38683" fmla="*/ 2119 w 2254"/>
                  <a:gd name="connsiteY85-38684" fmla="*/ 3515 h 4213"/>
                  <a:gd name="connsiteX86-38685" fmla="*/ 1885 w 2254"/>
                  <a:gd name="connsiteY86-38686" fmla="*/ 3644 h 4213"/>
                  <a:gd name="connsiteX87-38687" fmla="*/ 1859 w 2254"/>
                  <a:gd name="connsiteY87-38688" fmla="*/ 3666 h 4213"/>
                  <a:gd name="connsiteX88-38689" fmla="*/ 1679 w 2254"/>
                  <a:gd name="connsiteY88-38690" fmla="*/ 3812 h 4213"/>
                  <a:gd name="connsiteX89-38691" fmla="*/ 1538 w 2254"/>
                  <a:gd name="connsiteY89-38692" fmla="*/ 3926 h 4213"/>
                  <a:gd name="connsiteX90-38693" fmla="*/ 1503 w 2254"/>
                  <a:gd name="connsiteY90-38694" fmla="*/ 3965 h 4213"/>
                  <a:gd name="connsiteX91-38695" fmla="*/ 1451 w 2254"/>
                  <a:gd name="connsiteY91-38696" fmla="*/ 3973 h 4213"/>
                  <a:gd name="connsiteX92-38697" fmla="*/ 1394 w 2254"/>
                  <a:gd name="connsiteY92-38698" fmla="*/ 3916 h 4213"/>
                  <a:gd name="connsiteX93-38699" fmla="*/ 1270 w 2254"/>
                  <a:gd name="connsiteY93-38700" fmla="*/ 3808 h 4213"/>
                  <a:gd name="connsiteX94-38701" fmla="*/ 1294 w 2254"/>
                  <a:gd name="connsiteY94-38702" fmla="*/ 4064 h 4213"/>
                  <a:gd name="connsiteX95-38703" fmla="*/ 1303 w 2254"/>
                  <a:gd name="connsiteY95-38704" fmla="*/ 4192 h 4213"/>
                  <a:gd name="connsiteX96-38705" fmla="*/ 1041 w 2254"/>
                  <a:gd name="connsiteY96-38706" fmla="*/ 4166 h 4213"/>
                  <a:gd name="connsiteX97-38707" fmla="*/ 959 w 2254"/>
                  <a:gd name="connsiteY97-38708" fmla="*/ 3987 h 4213"/>
                  <a:gd name="connsiteX98-38709" fmla="*/ 877 w 2254"/>
                  <a:gd name="connsiteY98-38710" fmla="*/ 3802 h 4213"/>
                  <a:gd name="connsiteX99-38711" fmla="*/ 798 w 2254"/>
                  <a:gd name="connsiteY99-38712" fmla="*/ 3734 h 4213"/>
                  <a:gd name="connsiteX100-38713" fmla="*/ 746 w 2254"/>
                  <a:gd name="connsiteY100-38714" fmla="*/ 3806 h 4213"/>
                  <a:gd name="connsiteX0-38715" fmla="*/ 746 w 2254"/>
                  <a:gd name="connsiteY0-38716" fmla="*/ 3806 h 4213"/>
                  <a:gd name="connsiteX1-38717" fmla="*/ 679 w 2254"/>
                  <a:gd name="connsiteY1-38718" fmla="*/ 3800 h 4213"/>
                  <a:gd name="connsiteX2-38719" fmla="*/ 695 w 2254"/>
                  <a:gd name="connsiteY2-38720" fmla="*/ 3662 h 4213"/>
                  <a:gd name="connsiteX3-38721" fmla="*/ 742 w 2254"/>
                  <a:gd name="connsiteY3-38722" fmla="*/ 3280 h 4213"/>
                  <a:gd name="connsiteX4-38723" fmla="*/ 932 w 2254"/>
                  <a:gd name="connsiteY4-38724" fmla="*/ 3195 h 4213"/>
                  <a:gd name="connsiteX5-38725" fmla="*/ 968 w 2254"/>
                  <a:gd name="connsiteY5-38726" fmla="*/ 2962 h 4213"/>
                  <a:gd name="connsiteX6-38727" fmla="*/ 1068 w 2254"/>
                  <a:gd name="connsiteY6-38728" fmla="*/ 2333 h 4213"/>
                  <a:gd name="connsiteX7-38729" fmla="*/ 1066 w 2254"/>
                  <a:gd name="connsiteY7-38730" fmla="*/ 2117 h 4213"/>
                  <a:gd name="connsiteX8-38731" fmla="*/ 990 w 2254"/>
                  <a:gd name="connsiteY8-38732" fmla="*/ 2039 h 4213"/>
                  <a:gd name="connsiteX9-38733" fmla="*/ 847 w 2254"/>
                  <a:gd name="connsiteY9-38734" fmla="*/ 1951 h 4213"/>
                  <a:gd name="connsiteX10-38735" fmla="*/ 755 w 2254"/>
                  <a:gd name="connsiteY10-38736" fmla="*/ 1827 h 4213"/>
                  <a:gd name="connsiteX11-38737" fmla="*/ 659 w 2254"/>
                  <a:gd name="connsiteY11-38738" fmla="*/ 1828 h 4213"/>
                  <a:gd name="connsiteX12-38739" fmla="*/ 614 w 2254"/>
                  <a:gd name="connsiteY12-38740" fmla="*/ 1883 h 4213"/>
                  <a:gd name="connsiteX13-38741" fmla="*/ 521 w 2254"/>
                  <a:gd name="connsiteY13-38742" fmla="*/ 1877 h 4213"/>
                  <a:gd name="connsiteX14-38743" fmla="*/ 501 w 2254"/>
                  <a:gd name="connsiteY14-38744" fmla="*/ 1994 h 4213"/>
                  <a:gd name="connsiteX15-38745" fmla="*/ 320 w 2254"/>
                  <a:gd name="connsiteY15-38746" fmla="*/ 1941 h 4213"/>
                  <a:gd name="connsiteX16-38747" fmla="*/ 237 w 2254"/>
                  <a:gd name="connsiteY16-38748" fmla="*/ 1939 h 4213"/>
                  <a:gd name="connsiteX17-38749" fmla="*/ 112 w 2254"/>
                  <a:gd name="connsiteY17-38750" fmla="*/ 2014 h 4213"/>
                  <a:gd name="connsiteX18-38751" fmla="*/ 0 w 2254"/>
                  <a:gd name="connsiteY18-38752" fmla="*/ 1890 h 4213"/>
                  <a:gd name="connsiteX19-38753" fmla="*/ 94 w 2254"/>
                  <a:gd name="connsiteY19-38754" fmla="*/ 1804 h 4213"/>
                  <a:gd name="connsiteX20-38755" fmla="*/ 98 w 2254"/>
                  <a:gd name="connsiteY20-38756" fmla="*/ 1634 h 4213"/>
                  <a:gd name="connsiteX21-38757" fmla="*/ 153 w 2254"/>
                  <a:gd name="connsiteY21-38758" fmla="*/ 1514 h 4213"/>
                  <a:gd name="connsiteX22-38759" fmla="*/ 196 w 2254"/>
                  <a:gd name="connsiteY22-38760" fmla="*/ 1306 h 4213"/>
                  <a:gd name="connsiteX23-38761" fmla="*/ 256 w 2254"/>
                  <a:gd name="connsiteY23-38762" fmla="*/ 1307 h 4213"/>
                  <a:gd name="connsiteX24-38763" fmla="*/ 579 w 2254"/>
                  <a:gd name="connsiteY24-38764" fmla="*/ 1286 h 4213"/>
                  <a:gd name="connsiteX25-38765" fmla="*/ 753 w 2254"/>
                  <a:gd name="connsiteY25-38766" fmla="*/ 1117 h 4213"/>
                  <a:gd name="connsiteX26-38767" fmla="*/ 822 w 2254"/>
                  <a:gd name="connsiteY26-38768" fmla="*/ 748 h 4213"/>
                  <a:gd name="connsiteX27-38769" fmla="*/ 932 w 2254"/>
                  <a:gd name="connsiteY27-38770" fmla="*/ 486 h 4213"/>
                  <a:gd name="connsiteX28-38771" fmla="*/ 930 w 2254"/>
                  <a:gd name="connsiteY28-38772" fmla="*/ 358 h 4213"/>
                  <a:gd name="connsiteX29-38773" fmla="*/ 917 w 2254"/>
                  <a:gd name="connsiteY29-38774" fmla="*/ 328 h 4213"/>
                  <a:gd name="connsiteX30-38775" fmla="*/ 850 w 2254"/>
                  <a:gd name="connsiteY30-38776" fmla="*/ 251 h 4213"/>
                  <a:gd name="connsiteX31-38777" fmla="*/ 790 w 2254"/>
                  <a:gd name="connsiteY31-38778" fmla="*/ 217 h 4213"/>
                  <a:gd name="connsiteX32-38779" fmla="*/ 915 w 2254"/>
                  <a:gd name="connsiteY32-38780" fmla="*/ 56 h 4213"/>
                  <a:gd name="connsiteX33-38781" fmla="*/ 1088 w 2254"/>
                  <a:gd name="connsiteY33-38782" fmla="*/ 2 h 4213"/>
                  <a:gd name="connsiteX34-38783" fmla="*/ 1120 w 2254"/>
                  <a:gd name="connsiteY34-38784" fmla="*/ 49 h 4213"/>
                  <a:gd name="connsiteX35-38785" fmla="*/ 1110 w 2254"/>
                  <a:gd name="connsiteY35-38786" fmla="*/ 133 h 4213"/>
                  <a:gd name="connsiteX36-38787" fmla="*/ 1049 w 2254"/>
                  <a:gd name="connsiteY36-38788" fmla="*/ 243 h 4213"/>
                  <a:gd name="connsiteX37-38789" fmla="*/ 1119 w 2254"/>
                  <a:gd name="connsiteY37-38790" fmla="*/ 301 h 4213"/>
                  <a:gd name="connsiteX38-38791" fmla="*/ 1233 w 2254"/>
                  <a:gd name="connsiteY38-38792" fmla="*/ 366 h 4213"/>
                  <a:gd name="connsiteX39-38793" fmla="*/ 1253 w 2254"/>
                  <a:gd name="connsiteY39-38794" fmla="*/ 255 h 4213"/>
                  <a:gd name="connsiteX40-38795" fmla="*/ 1387 w 2254"/>
                  <a:gd name="connsiteY40-38796" fmla="*/ 291 h 4213"/>
                  <a:gd name="connsiteX41-38797" fmla="*/ 1412 w 2254"/>
                  <a:gd name="connsiteY41-38798" fmla="*/ 331 h 4213"/>
                  <a:gd name="connsiteX42-38799" fmla="*/ 1488 w 2254"/>
                  <a:gd name="connsiteY42-38800" fmla="*/ 562 h 4213"/>
                  <a:gd name="connsiteX43-38801" fmla="*/ 1523 w 2254"/>
                  <a:gd name="connsiteY43-38802" fmla="*/ 586 h 4213"/>
                  <a:gd name="connsiteX44-38803" fmla="*/ 1615 w 2254"/>
                  <a:gd name="connsiteY44-38804" fmla="*/ 578 h 4213"/>
                  <a:gd name="connsiteX45-38805" fmla="*/ 1875 w 2254"/>
                  <a:gd name="connsiteY45-38806" fmla="*/ 490 h 4213"/>
                  <a:gd name="connsiteX46-38807" fmla="*/ 2095 w 2254"/>
                  <a:gd name="connsiteY46-38808" fmla="*/ 479 h 4213"/>
                  <a:gd name="connsiteX47-38809" fmla="*/ 2155 w 2254"/>
                  <a:gd name="connsiteY47-38810" fmla="*/ 648 h 4213"/>
                  <a:gd name="connsiteX48-38811" fmla="*/ 2073 w 2254"/>
                  <a:gd name="connsiteY48-38812" fmla="*/ 944 h 4213"/>
                  <a:gd name="connsiteX49-38813" fmla="*/ 2073 w 2254"/>
                  <a:gd name="connsiteY49-38814" fmla="*/ 1022 h 4213"/>
                  <a:gd name="connsiteX50-38815" fmla="*/ 2142 w 2254"/>
                  <a:gd name="connsiteY50-38816" fmla="*/ 1168 h 4213"/>
                  <a:gd name="connsiteX51-38817" fmla="*/ 2157 w 2254"/>
                  <a:gd name="connsiteY51-38818" fmla="*/ 1427 h 4213"/>
                  <a:gd name="connsiteX52-38819" fmla="*/ 2159 w 2254"/>
                  <a:gd name="connsiteY52-38820" fmla="*/ 1617 h 4213"/>
                  <a:gd name="connsiteX53-38821" fmla="*/ 2092 w 2254"/>
                  <a:gd name="connsiteY53-38822" fmla="*/ 1625 h 4213"/>
                  <a:gd name="connsiteX54-38823" fmla="*/ 2070 w 2254"/>
                  <a:gd name="connsiteY54-38824" fmla="*/ 1507 h 4213"/>
                  <a:gd name="connsiteX55-38825" fmla="*/ 2035 w 2254"/>
                  <a:gd name="connsiteY55-38826" fmla="*/ 1450 h 4213"/>
                  <a:gd name="connsiteX56-38827" fmla="*/ 1945 w 2254"/>
                  <a:gd name="connsiteY56-38828" fmla="*/ 1582 h 4213"/>
                  <a:gd name="connsiteX57-38829" fmla="*/ 1832 w 2254"/>
                  <a:gd name="connsiteY57-38830" fmla="*/ 1776 h 4213"/>
                  <a:gd name="connsiteX58-38831" fmla="*/ 1713 w 2254"/>
                  <a:gd name="connsiteY58-38832" fmla="*/ 1904 h 4213"/>
                  <a:gd name="connsiteX59-38833" fmla="*/ 1706 w 2254"/>
                  <a:gd name="connsiteY59-38834" fmla="*/ 2018 h 4213"/>
                  <a:gd name="connsiteX60-38835" fmla="*/ 1766 w 2254"/>
                  <a:gd name="connsiteY60-38836" fmla="*/ 2115 h 4213"/>
                  <a:gd name="connsiteX61-38837" fmla="*/ 1868 w 2254"/>
                  <a:gd name="connsiteY61-38838" fmla="*/ 2183 h 4213"/>
                  <a:gd name="connsiteX62-38839" fmla="*/ 1945 w 2254"/>
                  <a:gd name="connsiteY62-38840" fmla="*/ 2178 h 4213"/>
                  <a:gd name="connsiteX63-38841" fmla="*/ 1990 w 2254"/>
                  <a:gd name="connsiteY63-38842" fmla="*/ 2104 h 4213"/>
                  <a:gd name="connsiteX64-38843" fmla="*/ 2024 w 2254"/>
                  <a:gd name="connsiteY64-38844" fmla="*/ 2210 h 4213"/>
                  <a:gd name="connsiteX65-38845" fmla="*/ 1912 w 2254"/>
                  <a:gd name="connsiteY65-38846" fmla="*/ 2249 h 4213"/>
                  <a:gd name="connsiteX66-38847" fmla="*/ 1959 w 2254"/>
                  <a:gd name="connsiteY66-38848" fmla="*/ 2362 h 4213"/>
                  <a:gd name="connsiteX67-38849" fmla="*/ 1824 w 2254"/>
                  <a:gd name="connsiteY67-38850" fmla="*/ 2509 h 4213"/>
                  <a:gd name="connsiteX68-38851" fmla="*/ 1783 w 2254"/>
                  <a:gd name="connsiteY68-38852" fmla="*/ 2498 h 4213"/>
                  <a:gd name="connsiteX69-38853" fmla="*/ 1659 w 2254"/>
                  <a:gd name="connsiteY69-38854" fmla="*/ 2413 h 4213"/>
                  <a:gd name="connsiteX70-38855" fmla="*/ 1604 w 2254"/>
                  <a:gd name="connsiteY70-38856" fmla="*/ 2412 h 4213"/>
                  <a:gd name="connsiteX71-38857" fmla="*/ 1569 w 2254"/>
                  <a:gd name="connsiteY71-38858" fmla="*/ 2480 h 4213"/>
                  <a:gd name="connsiteX72-38859" fmla="*/ 1572 w 2254"/>
                  <a:gd name="connsiteY72-38860" fmla="*/ 2562 h 4213"/>
                  <a:gd name="connsiteX73-38861" fmla="*/ 1750 w 2254"/>
                  <a:gd name="connsiteY73-38862" fmla="*/ 2730 h 4213"/>
                  <a:gd name="connsiteX74-38863" fmla="*/ 1749 w 2254"/>
                  <a:gd name="connsiteY74-38864" fmla="*/ 2844 h 4213"/>
                  <a:gd name="connsiteX75-38865" fmla="*/ 1840 w 2254"/>
                  <a:gd name="connsiteY75-38866" fmla="*/ 3060 h 4213"/>
                  <a:gd name="connsiteX76-38867" fmla="*/ 1866 w 2254"/>
                  <a:gd name="connsiteY76-38868" fmla="*/ 3090 h 4213"/>
                  <a:gd name="connsiteX77-38869" fmla="*/ 1910 w 2254"/>
                  <a:gd name="connsiteY77-38870" fmla="*/ 3094 h 4213"/>
                  <a:gd name="connsiteX78-38871" fmla="*/ 1956 w 2254"/>
                  <a:gd name="connsiteY78-38872" fmla="*/ 3010 h 4213"/>
                  <a:gd name="connsiteX79-38873" fmla="*/ 2036 w 2254"/>
                  <a:gd name="connsiteY79-38874" fmla="*/ 2950 h 4213"/>
                  <a:gd name="connsiteX80-38875" fmla="*/ 2131 w 2254"/>
                  <a:gd name="connsiteY80-38876" fmla="*/ 3126 h 4213"/>
                  <a:gd name="connsiteX81-38877" fmla="*/ 2241 w 2254"/>
                  <a:gd name="connsiteY81-38878" fmla="*/ 3312 h 4213"/>
                  <a:gd name="connsiteX82-38879" fmla="*/ 2254 w 2254"/>
                  <a:gd name="connsiteY82-38880" fmla="*/ 3342 h 4213"/>
                  <a:gd name="connsiteX83-38881" fmla="*/ 2243 w 2254"/>
                  <a:gd name="connsiteY83-38882" fmla="*/ 3518 h 4213"/>
                  <a:gd name="connsiteX84-38883" fmla="*/ 2208 w 2254"/>
                  <a:gd name="connsiteY84-38884" fmla="*/ 3554 h 4213"/>
                  <a:gd name="connsiteX85-38885" fmla="*/ 2119 w 2254"/>
                  <a:gd name="connsiteY85-38886" fmla="*/ 3515 h 4213"/>
                  <a:gd name="connsiteX86-38887" fmla="*/ 1885 w 2254"/>
                  <a:gd name="connsiteY86-38888" fmla="*/ 3644 h 4213"/>
                  <a:gd name="connsiteX87-38889" fmla="*/ 1859 w 2254"/>
                  <a:gd name="connsiteY87-38890" fmla="*/ 3666 h 4213"/>
                  <a:gd name="connsiteX88-38891" fmla="*/ 1679 w 2254"/>
                  <a:gd name="connsiteY88-38892" fmla="*/ 3812 h 4213"/>
                  <a:gd name="connsiteX89-38893" fmla="*/ 1538 w 2254"/>
                  <a:gd name="connsiteY89-38894" fmla="*/ 3926 h 4213"/>
                  <a:gd name="connsiteX90-38895" fmla="*/ 1503 w 2254"/>
                  <a:gd name="connsiteY90-38896" fmla="*/ 3965 h 4213"/>
                  <a:gd name="connsiteX91-38897" fmla="*/ 1451 w 2254"/>
                  <a:gd name="connsiteY91-38898" fmla="*/ 3973 h 4213"/>
                  <a:gd name="connsiteX92-38899" fmla="*/ 1394 w 2254"/>
                  <a:gd name="connsiteY92-38900" fmla="*/ 3916 h 4213"/>
                  <a:gd name="connsiteX93-38901" fmla="*/ 1270 w 2254"/>
                  <a:gd name="connsiteY93-38902" fmla="*/ 3808 h 4213"/>
                  <a:gd name="connsiteX94-38903" fmla="*/ 1294 w 2254"/>
                  <a:gd name="connsiteY94-38904" fmla="*/ 4064 h 4213"/>
                  <a:gd name="connsiteX95-38905" fmla="*/ 1303 w 2254"/>
                  <a:gd name="connsiteY95-38906" fmla="*/ 4192 h 4213"/>
                  <a:gd name="connsiteX96-38907" fmla="*/ 1041 w 2254"/>
                  <a:gd name="connsiteY96-38908" fmla="*/ 4166 h 4213"/>
                  <a:gd name="connsiteX97-38909" fmla="*/ 959 w 2254"/>
                  <a:gd name="connsiteY97-38910" fmla="*/ 3987 h 4213"/>
                  <a:gd name="connsiteX98-38911" fmla="*/ 877 w 2254"/>
                  <a:gd name="connsiteY98-38912" fmla="*/ 3802 h 4213"/>
                  <a:gd name="connsiteX99-38913" fmla="*/ 798 w 2254"/>
                  <a:gd name="connsiteY99-38914" fmla="*/ 3734 h 4213"/>
                  <a:gd name="connsiteX100-38915" fmla="*/ 746 w 2254"/>
                  <a:gd name="connsiteY100-38916" fmla="*/ 3806 h 4213"/>
                  <a:gd name="connsiteX0-38917" fmla="*/ 746 w 2254"/>
                  <a:gd name="connsiteY0-38918" fmla="*/ 3806 h 4213"/>
                  <a:gd name="connsiteX1-38919" fmla="*/ 679 w 2254"/>
                  <a:gd name="connsiteY1-38920" fmla="*/ 3800 h 4213"/>
                  <a:gd name="connsiteX2-38921" fmla="*/ 695 w 2254"/>
                  <a:gd name="connsiteY2-38922" fmla="*/ 3662 h 4213"/>
                  <a:gd name="connsiteX3-38923" fmla="*/ 710 w 2254"/>
                  <a:gd name="connsiteY3-38924" fmla="*/ 3500 h 4213"/>
                  <a:gd name="connsiteX4-38925" fmla="*/ 742 w 2254"/>
                  <a:gd name="connsiteY4-38926" fmla="*/ 3280 h 4213"/>
                  <a:gd name="connsiteX5-38927" fmla="*/ 932 w 2254"/>
                  <a:gd name="connsiteY5-38928" fmla="*/ 3195 h 4213"/>
                  <a:gd name="connsiteX6-38929" fmla="*/ 968 w 2254"/>
                  <a:gd name="connsiteY6-38930" fmla="*/ 2962 h 4213"/>
                  <a:gd name="connsiteX7-38931" fmla="*/ 1068 w 2254"/>
                  <a:gd name="connsiteY7-38932" fmla="*/ 2333 h 4213"/>
                  <a:gd name="connsiteX8-38933" fmla="*/ 1066 w 2254"/>
                  <a:gd name="connsiteY8-38934" fmla="*/ 2117 h 4213"/>
                  <a:gd name="connsiteX9-38935" fmla="*/ 990 w 2254"/>
                  <a:gd name="connsiteY9-38936" fmla="*/ 2039 h 4213"/>
                  <a:gd name="connsiteX10-38937" fmla="*/ 847 w 2254"/>
                  <a:gd name="connsiteY10-38938" fmla="*/ 1951 h 4213"/>
                  <a:gd name="connsiteX11-38939" fmla="*/ 755 w 2254"/>
                  <a:gd name="connsiteY11-38940" fmla="*/ 1827 h 4213"/>
                  <a:gd name="connsiteX12-38941" fmla="*/ 659 w 2254"/>
                  <a:gd name="connsiteY12-38942" fmla="*/ 1828 h 4213"/>
                  <a:gd name="connsiteX13-38943" fmla="*/ 614 w 2254"/>
                  <a:gd name="connsiteY13-38944" fmla="*/ 1883 h 4213"/>
                  <a:gd name="connsiteX14-38945" fmla="*/ 521 w 2254"/>
                  <a:gd name="connsiteY14-38946" fmla="*/ 1877 h 4213"/>
                  <a:gd name="connsiteX15-38947" fmla="*/ 501 w 2254"/>
                  <a:gd name="connsiteY15-38948" fmla="*/ 1994 h 4213"/>
                  <a:gd name="connsiteX16-38949" fmla="*/ 320 w 2254"/>
                  <a:gd name="connsiteY16-38950" fmla="*/ 1941 h 4213"/>
                  <a:gd name="connsiteX17-38951" fmla="*/ 237 w 2254"/>
                  <a:gd name="connsiteY17-38952" fmla="*/ 1939 h 4213"/>
                  <a:gd name="connsiteX18-38953" fmla="*/ 112 w 2254"/>
                  <a:gd name="connsiteY18-38954" fmla="*/ 2014 h 4213"/>
                  <a:gd name="connsiteX19-38955" fmla="*/ 0 w 2254"/>
                  <a:gd name="connsiteY19-38956" fmla="*/ 1890 h 4213"/>
                  <a:gd name="connsiteX20-38957" fmla="*/ 94 w 2254"/>
                  <a:gd name="connsiteY20-38958" fmla="*/ 1804 h 4213"/>
                  <a:gd name="connsiteX21-38959" fmla="*/ 98 w 2254"/>
                  <a:gd name="connsiteY21-38960" fmla="*/ 1634 h 4213"/>
                  <a:gd name="connsiteX22-38961" fmla="*/ 153 w 2254"/>
                  <a:gd name="connsiteY22-38962" fmla="*/ 1514 h 4213"/>
                  <a:gd name="connsiteX23-38963" fmla="*/ 196 w 2254"/>
                  <a:gd name="connsiteY23-38964" fmla="*/ 1306 h 4213"/>
                  <a:gd name="connsiteX24-38965" fmla="*/ 256 w 2254"/>
                  <a:gd name="connsiteY24-38966" fmla="*/ 1307 h 4213"/>
                  <a:gd name="connsiteX25-38967" fmla="*/ 579 w 2254"/>
                  <a:gd name="connsiteY25-38968" fmla="*/ 1286 h 4213"/>
                  <a:gd name="connsiteX26-38969" fmla="*/ 753 w 2254"/>
                  <a:gd name="connsiteY26-38970" fmla="*/ 1117 h 4213"/>
                  <a:gd name="connsiteX27-38971" fmla="*/ 822 w 2254"/>
                  <a:gd name="connsiteY27-38972" fmla="*/ 748 h 4213"/>
                  <a:gd name="connsiteX28-38973" fmla="*/ 932 w 2254"/>
                  <a:gd name="connsiteY28-38974" fmla="*/ 486 h 4213"/>
                  <a:gd name="connsiteX29-38975" fmla="*/ 930 w 2254"/>
                  <a:gd name="connsiteY29-38976" fmla="*/ 358 h 4213"/>
                  <a:gd name="connsiteX30-38977" fmla="*/ 917 w 2254"/>
                  <a:gd name="connsiteY30-38978" fmla="*/ 328 h 4213"/>
                  <a:gd name="connsiteX31-38979" fmla="*/ 850 w 2254"/>
                  <a:gd name="connsiteY31-38980" fmla="*/ 251 h 4213"/>
                  <a:gd name="connsiteX32-38981" fmla="*/ 790 w 2254"/>
                  <a:gd name="connsiteY32-38982" fmla="*/ 217 h 4213"/>
                  <a:gd name="connsiteX33-38983" fmla="*/ 915 w 2254"/>
                  <a:gd name="connsiteY33-38984" fmla="*/ 56 h 4213"/>
                  <a:gd name="connsiteX34-38985" fmla="*/ 1088 w 2254"/>
                  <a:gd name="connsiteY34-38986" fmla="*/ 2 h 4213"/>
                  <a:gd name="connsiteX35-38987" fmla="*/ 1120 w 2254"/>
                  <a:gd name="connsiteY35-38988" fmla="*/ 49 h 4213"/>
                  <a:gd name="connsiteX36-38989" fmla="*/ 1110 w 2254"/>
                  <a:gd name="connsiteY36-38990" fmla="*/ 133 h 4213"/>
                  <a:gd name="connsiteX37-38991" fmla="*/ 1049 w 2254"/>
                  <a:gd name="connsiteY37-38992" fmla="*/ 243 h 4213"/>
                  <a:gd name="connsiteX38-38993" fmla="*/ 1119 w 2254"/>
                  <a:gd name="connsiteY38-38994" fmla="*/ 301 h 4213"/>
                  <a:gd name="connsiteX39-38995" fmla="*/ 1233 w 2254"/>
                  <a:gd name="connsiteY39-38996" fmla="*/ 366 h 4213"/>
                  <a:gd name="connsiteX40-38997" fmla="*/ 1253 w 2254"/>
                  <a:gd name="connsiteY40-38998" fmla="*/ 255 h 4213"/>
                  <a:gd name="connsiteX41-38999" fmla="*/ 1387 w 2254"/>
                  <a:gd name="connsiteY41-39000" fmla="*/ 291 h 4213"/>
                  <a:gd name="connsiteX42-39001" fmla="*/ 1412 w 2254"/>
                  <a:gd name="connsiteY42-39002" fmla="*/ 331 h 4213"/>
                  <a:gd name="connsiteX43-39003" fmla="*/ 1488 w 2254"/>
                  <a:gd name="connsiteY43-39004" fmla="*/ 562 h 4213"/>
                  <a:gd name="connsiteX44-39005" fmla="*/ 1523 w 2254"/>
                  <a:gd name="connsiteY44-39006" fmla="*/ 586 h 4213"/>
                  <a:gd name="connsiteX45-39007" fmla="*/ 1615 w 2254"/>
                  <a:gd name="connsiteY45-39008" fmla="*/ 578 h 4213"/>
                  <a:gd name="connsiteX46-39009" fmla="*/ 1875 w 2254"/>
                  <a:gd name="connsiteY46-39010" fmla="*/ 490 h 4213"/>
                  <a:gd name="connsiteX47-39011" fmla="*/ 2095 w 2254"/>
                  <a:gd name="connsiteY47-39012" fmla="*/ 479 h 4213"/>
                  <a:gd name="connsiteX48-39013" fmla="*/ 2155 w 2254"/>
                  <a:gd name="connsiteY48-39014" fmla="*/ 648 h 4213"/>
                  <a:gd name="connsiteX49-39015" fmla="*/ 2073 w 2254"/>
                  <a:gd name="connsiteY49-39016" fmla="*/ 944 h 4213"/>
                  <a:gd name="connsiteX50-39017" fmla="*/ 2073 w 2254"/>
                  <a:gd name="connsiteY50-39018" fmla="*/ 1022 h 4213"/>
                  <a:gd name="connsiteX51-39019" fmla="*/ 2142 w 2254"/>
                  <a:gd name="connsiteY51-39020" fmla="*/ 1168 h 4213"/>
                  <a:gd name="connsiteX52-39021" fmla="*/ 2157 w 2254"/>
                  <a:gd name="connsiteY52-39022" fmla="*/ 1427 h 4213"/>
                  <a:gd name="connsiteX53-39023" fmla="*/ 2159 w 2254"/>
                  <a:gd name="connsiteY53-39024" fmla="*/ 1617 h 4213"/>
                  <a:gd name="connsiteX54-39025" fmla="*/ 2092 w 2254"/>
                  <a:gd name="connsiteY54-39026" fmla="*/ 1625 h 4213"/>
                  <a:gd name="connsiteX55-39027" fmla="*/ 2070 w 2254"/>
                  <a:gd name="connsiteY55-39028" fmla="*/ 1507 h 4213"/>
                  <a:gd name="connsiteX56-39029" fmla="*/ 2035 w 2254"/>
                  <a:gd name="connsiteY56-39030" fmla="*/ 1450 h 4213"/>
                  <a:gd name="connsiteX57-39031" fmla="*/ 1945 w 2254"/>
                  <a:gd name="connsiteY57-39032" fmla="*/ 1582 h 4213"/>
                  <a:gd name="connsiteX58-39033" fmla="*/ 1832 w 2254"/>
                  <a:gd name="connsiteY58-39034" fmla="*/ 1776 h 4213"/>
                  <a:gd name="connsiteX59-39035" fmla="*/ 1713 w 2254"/>
                  <a:gd name="connsiteY59-39036" fmla="*/ 1904 h 4213"/>
                  <a:gd name="connsiteX60-39037" fmla="*/ 1706 w 2254"/>
                  <a:gd name="connsiteY60-39038" fmla="*/ 2018 h 4213"/>
                  <a:gd name="connsiteX61-39039" fmla="*/ 1766 w 2254"/>
                  <a:gd name="connsiteY61-39040" fmla="*/ 2115 h 4213"/>
                  <a:gd name="connsiteX62-39041" fmla="*/ 1868 w 2254"/>
                  <a:gd name="connsiteY62-39042" fmla="*/ 2183 h 4213"/>
                  <a:gd name="connsiteX63-39043" fmla="*/ 1945 w 2254"/>
                  <a:gd name="connsiteY63-39044" fmla="*/ 2178 h 4213"/>
                  <a:gd name="connsiteX64-39045" fmla="*/ 1990 w 2254"/>
                  <a:gd name="connsiteY64-39046" fmla="*/ 2104 h 4213"/>
                  <a:gd name="connsiteX65-39047" fmla="*/ 2024 w 2254"/>
                  <a:gd name="connsiteY65-39048" fmla="*/ 2210 h 4213"/>
                  <a:gd name="connsiteX66-39049" fmla="*/ 1912 w 2254"/>
                  <a:gd name="connsiteY66-39050" fmla="*/ 2249 h 4213"/>
                  <a:gd name="connsiteX67-39051" fmla="*/ 1959 w 2254"/>
                  <a:gd name="connsiteY67-39052" fmla="*/ 2362 h 4213"/>
                  <a:gd name="connsiteX68-39053" fmla="*/ 1824 w 2254"/>
                  <a:gd name="connsiteY68-39054" fmla="*/ 2509 h 4213"/>
                  <a:gd name="connsiteX69-39055" fmla="*/ 1783 w 2254"/>
                  <a:gd name="connsiteY69-39056" fmla="*/ 2498 h 4213"/>
                  <a:gd name="connsiteX70-39057" fmla="*/ 1659 w 2254"/>
                  <a:gd name="connsiteY70-39058" fmla="*/ 2413 h 4213"/>
                  <a:gd name="connsiteX71-39059" fmla="*/ 1604 w 2254"/>
                  <a:gd name="connsiteY71-39060" fmla="*/ 2412 h 4213"/>
                  <a:gd name="connsiteX72-39061" fmla="*/ 1569 w 2254"/>
                  <a:gd name="connsiteY72-39062" fmla="*/ 2480 h 4213"/>
                  <a:gd name="connsiteX73-39063" fmla="*/ 1572 w 2254"/>
                  <a:gd name="connsiteY73-39064" fmla="*/ 2562 h 4213"/>
                  <a:gd name="connsiteX74-39065" fmla="*/ 1750 w 2254"/>
                  <a:gd name="connsiteY74-39066" fmla="*/ 2730 h 4213"/>
                  <a:gd name="connsiteX75-39067" fmla="*/ 1749 w 2254"/>
                  <a:gd name="connsiteY75-39068" fmla="*/ 2844 h 4213"/>
                  <a:gd name="connsiteX76-39069" fmla="*/ 1840 w 2254"/>
                  <a:gd name="connsiteY76-39070" fmla="*/ 3060 h 4213"/>
                  <a:gd name="connsiteX77-39071" fmla="*/ 1866 w 2254"/>
                  <a:gd name="connsiteY77-39072" fmla="*/ 3090 h 4213"/>
                  <a:gd name="connsiteX78-39073" fmla="*/ 1910 w 2254"/>
                  <a:gd name="connsiteY78-39074" fmla="*/ 3094 h 4213"/>
                  <a:gd name="connsiteX79-39075" fmla="*/ 1956 w 2254"/>
                  <a:gd name="connsiteY79-39076" fmla="*/ 3010 h 4213"/>
                  <a:gd name="connsiteX80-39077" fmla="*/ 2036 w 2254"/>
                  <a:gd name="connsiteY80-39078" fmla="*/ 2950 h 4213"/>
                  <a:gd name="connsiteX81-39079" fmla="*/ 2131 w 2254"/>
                  <a:gd name="connsiteY81-39080" fmla="*/ 3126 h 4213"/>
                  <a:gd name="connsiteX82-39081" fmla="*/ 2241 w 2254"/>
                  <a:gd name="connsiteY82-39082" fmla="*/ 3312 h 4213"/>
                  <a:gd name="connsiteX83-39083" fmla="*/ 2254 w 2254"/>
                  <a:gd name="connsiteY83-39084" fmla="*/ 3342 h 4213"/>
                  <a:gd name="connsiteX84-39085" fmla="*/ 2243 w 2254"/>
                  <a:gd name="connsiteY84-39086" fmla="*/ 3518 h 4213"/>
                  <a:gd name="connsiteX85-39087" fmla="*/ 2208 w 2254"/>
                  <a:gd name="connsiteY85-39088" fmla="*/ 3554 h 4213"/>
                  <a:gd name="connsiteX86-39089" fmla="*/ 2119 w 2254"/>
                  <a:gd name="connsiteY86-39090" fmla="*/ 3515 h 4213"/>
                  <a:gd name="connsiteX87-39091" fmla="*/ 1885 w 2254"/>
                  <a:gd name="connsiteY87-39092" fmla="*/ 3644 h 4213"/>
                  <a:gd name="connsiteX88-39093" fmla="*/ 1859 w 2254"/>
                  <a:gd name="connsiteY88-39094" fmla="*/ 3666 h 4213"/>
                  <a:gd name="connsiteX89-39095" fmla="*/ 1679 w 2254"/>
                  <a:gd name="connsiteY89-39096" fmla="*/ 3812 h 4213"/>
                  <a:gd name="connsiteX90-39097" fmla="*/ 1538 w 2254"/>
                  <a:gd name="connsiteY90-39098" fmla="*/ 3926 h 4213"/>
                  <a:gd name="connsiteX91-39099" fmla="*/ 1503 w 2254"/>
                  <a:gd name="connsiteY91-39100" fmla="*/ 3965 h 4213"/>
                  <a:gd name="connsiteX92-39101" fmla="*/ 1451 w 2254"/>
                  <a:gd name="connsiteY92-39102" fmla="*/ 3973 h 4213"/>
                  <a:gd name="connsiteX93-39103" fmla="*/ 1394 w 2254"/>
                  <a:gd name="connsiteY93-39104" fmla="*/ 3916 h 4213"/>
                  <a:gd name="connsiteX94-39105" fmla="*/ 1270 w 2254"/>
                  <a:gd name="connsiteY94-39106" fmla="*/ 3808 h 4213"/>
                  <a:gd name="connsiteX95-39107" fmla="*/ 1294 w 2254"/>
                  <a:gd name="connsiteY95-39108" fmla="*/ 4064 h 4213"/>
                  <a:gd name="connsiteX96-39109" fmla="*/ 1303 w 2254"/>
                  <a:gd name="connsiteY96-39110" fmla="*/ 4192 h 4213"/>
                  <a:gd name="connsiteX97-39111" fmla="*/ 1041 w 2254"/>
                  <a:gd name="connsiteY97-39112" fmla="*/ 4166 h 4213"/>
                  <a:gd name="connsiteX98-39113" fmla="*/ 959 w 2254"/>
                  <a:gd name="connsiteY98-39114" fmla="*/ 3987 h 4213"/>
                  <a:gd name="connsiteX99-39115" fmla="*/ 877 w 2254"/>
                  <a:gd name="connsiteY99-39116" fmla="*/ 3802 h 4213"/>
                  <a:gd name="connsiteX100-39117" fmla="*/ 798 w 2254"/>
                  <a:gd name="connsiteY100-39118" fmla="*/ 3734 h 4213"/>
                  <a:gd name="connsiteX101-39119" fmla="*/ 746 w 2254"/>
                  <a:gd name="connsiteY101-39120" fmla="*/ 3806 h 4213"/>
                  <a:gd name="connsiteX0-39121" fmla="*/ 746 w 2254"/>
                  <a:gd name="connsiteY0-39122" fmla="*/ 3806 h 4213"/>
                  <a:gd name="connsiteX1-39123" fmla="*/ 679 w 2254"/>
                  <a:gd name="connsiteY1-39124" fmla="*/ 3800 h 4213"/>
                  <a:gd name="connsiteX2-39125" fmla="*/ 695 w 2254"/>
                  <a:gd name="connsiteY2-39126" fmla="*/ 3662 h 4213"/>
                  <a:gd name="connsiteX3-39127" fmla="*/ 633 w 2254"/>
                  <a:gd name="connsiteY3-39128" fmla="*/ 3500 h 4213"/>
                  <a:gd name="connsiteX4-39129" fmla="*/ 742 w 2254"/>
                  <a:gd name="connsiteY4-39130" fmla="*/ 3280 h 4213"/>
                  <a:gd name="connsiteX5-39131" fmla="*/ 932 w 2254"/>
                  <a:gd name="connsiteY5-39132" fmla="*/ 3195 h 4213"/>
                  <a:gd name="connsiteX6-39133" fmla="*/ 968 w 2254"/>
                  <a:gd name="connsiteY6-39134" fmla="*/ 2962 h 4213"/>
                  <a:gd name="connsiteX7-39135" fmla="*/ 1068 w 2254"/>
                  <a:gd name="connsiteY7-39136" fmla="*/ 2333 h 4213"/>
                  <a:gd name="connsiteX8-39137" fmla="*/ 1066 w 2254"/>
                  <a:gd name="connsiteY8-39138" fmla="*/ 2117 h 4213"/>
                  <a:gd name="connsiteX9-39139" fmla="*/ 990 w 2254"/>
                  <a:gd name="connsiteY9-39140" fmla="*/ 2039 h 4213"/>
                  <a:gd name="connsiteX10-39141" fmla="*/ 847 w 2254"/>
                  <a:gd name="connsiteY10-39142" fmla="*/ 1951 h 4213"/>
                  <a:gd name="connsiteX11-39143" fmla="*/ 755 w 2254"/>
                  <a:gd name="connsiteY11-39144" fmla="*/ 1827 h 4213"/>
                  <a:gd name="connsiteX12-39145" fmla="*/ 659 w 2254"/>
                  <a:gd name="connsiteY12-39146" fmla="*/ 1828 h 4213"/>
                  <a:gd name="connsiteX13-39147" fmla="*/ 614 w 2254"/>
                  <a:gd name="connsiteY13-39148" fmla="*/ 1883 h 4213"/>
                  <a:gd name="connsiteX14-39149" fmla="*/ 521 w 2254"/>
                  <a:gd name="connsiteY14-39150" fmla="*/ 1877 h 4213"/>
                  <a:gd name="connsiteX15-39151" fmla="*/ 501 w 2254"/>
                  <a:gd name="connsiteY15-39152" fmla="*/ 1994 h 4213"/>
                  <a:gd name="connsiteX16-39153" fmla="*/ 320 w 2254"/>
                  <a:gd name="connsiteY16-39154" fmla="*/ 1941 h 4213"/>
                  <a:gd name="connsiteX17-39155" fmla="*/ 237 w 2254"/>
                  <a:gd name="connsiteY17-39156" fmla="*/ 1939 h 4213"/>
                  <a:gd name="connsiteX18-39157" fmla="*/ 112 w 2254"/>
                  <a:gd name="connsiteY18-39158" fmla="*/ 2014 h 4213"/>
                  <a:gd name="connsiteX19-39159" fmla="*/ 0 w 2254"/>
                  <a:gd name="connsiteY19-39160" fmla="*/ 1890 h 4213"/>
                  <a:gd name="connsiteX20-39161" fmla="*/ 94 w 2254"/>
                  <a:gd name="connsiteY20-39162" fmla="*/ 1804 h 4213"/>
                  <a:gd name="connsiteX21-39163" fmla="*/ 98 w 2254"/>
                  <a:gd name="connsiteY21-39164" fmla="*/ 1634 h 4213"/>
                  <a:gd name="connsiteX22-39165" fmla="*/ 153 w 2254"/>
                  <a:gd name="connsiteY22-39166" fmla="*/ 1514 h 4213"/>
                  <a:gd name="connsiteX23-39167" fmla="*/ 196 w 2254"/>
                  <a:gd name="connsiteY23-39168" fmla="*/ 1306 h 4213"/>
                  <a:gd name="connsiteX24-39169" fmla="*/ 256 w 2254"/>
                  <a:gd name="connsiteY24-39170" fmla="*/ 1307 h 4213"/>
                  <a:gd name="connsiteX25-39171" fmla="*/ 579 w 2254"/>
                  <a:gd name="connsiteY25-39172" fmla="*/ 1286 h 4213"/>
                  <a:gd name="connsiteX26-39173" fmla="*/ 753 w 2254"/>
                  <a:gd name="connsiteY26-39174" fmla="*/ 1117 h 4213"/>
                  <a:gd name="connsiteX27-39175" fmla="*/ 822 w 2254"/>
                  <a:gd name="connsiteY27-39176" fmla="*/ 748 h 4213"/>
                  <a:gd name="connsiteX28-39177" fmla="*/ 932 w 2254"/>
                  <a:gd name="connsiteY28-39178" fmla="*/ 486 h 4213"/>
                  <a:gd name="connsiteX29-39179" fmla="*/ 930 w 2254"/>
                  <a:gd name="connsiteY29-39180" fmla="*/ 358 h 4213"/>
                  <a:gd name="connsiteX30-39181" fmla="*/ 917 w 2254"/>
                  <a:gd name="connsiteY30-39182" fmla="*/ 328 h 4213"/>
                  <a:gd name="connsiteX31-39183" fmla="*/ 850 w 2254"/>
                  <a:gd name="connsiteY31-39184" fmla="*/ 251 h 4213"/>
                  <a:gd name="connsiteX32-39185" fmla="*/ 790 w 2254"/>
                  <a:gd name="connsiteY32-39186" fmla="*/ 217 h 4213"/>
                  <a:gd name="connsiteX33-39187" fmla="*/ 915 w 2254"/>
                  <a:gd name="connsiteY33-39188" fmla="*/ 56 h 4213"/>
                  <a:gd name="connsiteX34-39189" fmla="*/ 1088 w 2254"/>
                  <a:gd name="connsiteY34-39190" fmla="*/ 2 h 4213"/>
                  <a:gd name="connsiteX35-39191" fmla="*/ 1120 w 2254"/>
                  <a:gd name="connsiteY35-39192" fmla="*/ 49 h 4213"/>
                  <a:gd name="connsiteX36-39193" fmla="*/ 1110 w 2254"/>
                  <a:gd name="connsiteY36-39194" fmla="*/ 133 h 4213"/>
                  <a:gd name="connsiteX37-39195" fmla="*/ 1049 w 2254"/>
                  <a:gd name="connsiteY37-39196" fmla="*/ 243 h 4213"/>
                  <a:gd name="connsiteX38-39197" fmla="*/ 1119 w 2254"/>
                  <a:gd name="connsiteY38-39198" fmla="*/ 301 h 4213"/>
                  <a:gd name="connsiteX39-39199" fmla="*/ 1233 w 2254"/>
                  <a:gd name="connsiteY39-39200" fmla="*/ 366 h 4213"/>
                  <a:gd name="connsiteX40-39201" fmla="*/ 1253 w 2254"/>
                  <a:gd name="connsiteY40-39202" fmla="*/ 255 h 4213"/>
                  <a:gd name="connsiteX41-39203" fmla="*/ 1387 w 2254"/>
                  <a:gd name="connsiteY41-39204" fmla="*/ 291 h 4213"/>
                  <a:gd name="connsiteX42-39205" fmla="*/ 1412 w 2254"/>
                  <a:gd name="connsiteY42-39206" fmla="*/ 331 h 4213"/>
                  <a:gd name="connsiteX43-39207" fmla="*/ 1488 w 2254"/>
                  <a:gd name="connsiteY43-39208" fmla="*/ 562 h 4213"/>
                  <a:gd name="connsiteX44-39209" fmla="*/ 1523 w 2254"/>
                  <a:gd name="connsiteY44-39210" fmla="*/ 586 h 4213"/>
                  <a:gd name="connsiteX45-39211" fmla="*/ 1615 w 2254"/>
                  <a:gd name="connsiteY45-39212" fmla="*/ 578 h 4213"/>
                  <a:gd name="connsiteX46-39213" fmla="*/ 1875 w 2254"/>
                  <a:gd name="connsiteY46-39214" fmla="*/ 490 h 4213"/>
                  <a:gd name="connsiteX47-39215" fmla="*/ 2095 w 2254"/>
                  <a:gd name="connsiteY47-39216" fmla="*/ 479 h 4213"/>
                  <a:gd name="connsiteX48-39217" fmla="*/ 2155 w 2254"/>
                  <a:gd name="connsiteY48-39218" fmla="*/ 648 h 4213"/>
                  <a:gd name="connsiteX49-39219" fmla="*/ 2073 w 2254"/>
                  <a:gd name="connsiteY49-39220" fmla="*/ 944 h 4213"/>
                  <a:gd name="connsiteX50-39221" fmla="*/ 2073 w 2254"/>
                  <a:gd name="connsiteY50-39222" fmla="*/ 1022 h 4213"/>
                  <a:gd name="connsiteX51-39223" fmla="*/ 2142 w 2254"/>
                  <a:gd name="connsiteY51-39224" fmla="*/ 1168 h 4213"/>
                  <a:gd name="connsiteX52-39225" fmla="*/ 2157 w 2254"/>
                  <a:gd name="connsiteY52-39226" fmla="*/ 1427 h 4213"/>
                  <a:gd name="connsiteX53-39227" fmla="*/ 2159 w 2254"/>
                  <a:gd name="connsiteY53-39228" fmla="*/ 1617 h 4213"/>
                  <a:gd name="connsiteX54-39229" fmla="*/ 2092 w 2254"/>
                  <a:gd name="connsiteY54-39230" fmla="*/ 1625 h 4213"/>
                  <a:gd name="connsiteX55-39231" fmla="*/ 2070 w 2254"/>
                  <a:gd name="connsiteY55-39232" fmla="*/ 1507 h 4213"/>
                  <a:gd name="connsiteX56-39233" fmla="*/ 2035 w 2254"/>
                  <a:gd name="connsiteY56-39234" fmla="*/ 1450 h 4213"/>
                  <a:gd name="connsiteX57-39235" fmla="*/ 1945 w 2254"/>
                  <a:gd name="connsiteY57-39236" fmla="*/ 1582 h 4213"/>
                  <a:gd name="connsiteX58-39237" fmla="*/ 1832 w 2254"/>
                  <a:gd name="connsiteY58-39238" fmla="*/ 1776 h 4213"/>
                  <a:gd name="connsiteX59-39239" fmla="*/ 1713 w 2254"/>
                  <a:gd name="connsiteY59-39240" fmla="*/ 1904 h 4213"/>
                  <a:gd name="connsiteX60-39241" fmla="*/ 1706 w 2254"/>
                  <a:gd name="connsiteY60-39242" fmla="*/ 2018 h 4213"/>
                  <a:gd name="connsiteX61-39243" fmla="*/ 1766 w 2254"/>
                  <a:gd name="connsiteY61-39244" fmla="*/ 2115 h 4213"/>
                  <a:gd name="connsiteX62-39245" fmla="*/ 1868 w 2254"/>
                  <a:gd name="connsiteY62-39246" fmla="*/ 2183 h 4213"/>
                  <a:gd name="connsiteX63-39247" fmla="*/ 1945 w 2254"/>
                  <a:gd name="connsiteY63-39248" fmla="*/ 2178 h 4213"/>
                  <a:gd name="connsiteX64-39249" fmla="*/ 1990 w 2254"/>
                  <a:gd name="connsiteY64-39250" fmla="*/ 2104 h 4213"/>
                  <a:gd name="connsiteX65-39251" fmla="*/ 2024 w 2254"/>
                  <a:gd name="connsiteY65-39252" fmla="*/ 2210 h 4213"/>
                  <a:gd name="connsiteX66-39253" fmla="*/ 1912 w 2254"/>
                  <a:gd name="connsiteY66-39254" fmla="*/ 2249 h 4213"/>
                  <a:gd name="connsiteX67-39255" fmla="*/ 1959 w 2254"/>
                  <a:gd name="connsiteY67-39256" fmla="*/ 2362 h 4213"/>
                  <a:gd name="connsiteX68-39257" fmla="*/ 1824 w 2254"/>
                  <a:gd name="connsiteY68-39258" fmla="*/ 2509 h 4213"/>
                  <a:gd name="connsiteX69-39259" fmla="*/ 1783 w 2254"/>
                  <a:gd name="connsiteY69-39260" fmla="*/ 2498 h 4213"/>
                  <a:gd name="connsiteX70-39261" fmla="*/ 1659 w 2254"/>
                  <a:gd name="connsiteY70-39262" fmla="*/ 2413 h 4213"/>
                  <a:gd name="connsiteX71-39263" fmla="*/ 1604 w 2254"/>
                  <a:gd name="connsiteY71-39264" fmla="*/ 2412 h 4213"/>
                  <a:gd name="connsiteX72-39265" fmla="*/ 1569 w 2254"/>
                  <a:gd name="connsiteY72-39266" fmla="*/ 2480 h 4213"/>
                  <a:gd name="connsiteX73-39267" fmla="*/ 1572 w 2254"/>
                  <a:gd name="connsiteY73-39268" fmla="*/ 2562 h 4213"/>
                  <a:gd name="connsiteX74-39269" fmla="*/ 1750 w 2254"/>
                  <a:gd name="connsiteY74-39270" fmla="*/ 2730 h 4213"/>
                  <a:gd name="connsiteX75-39271" fmla="*/ 1749 w 2254"/>
                  <a:gd name="connsiteY75-39272" fmla="*/ 2844 h 4213"/>
                  <a:gd name="connsiteX76-39273" fmla="*/ 1840 w 2254"/>
                  <a:gd name="connsiteY76-39274" fmla="*/ 3060 h 4213"/>
                  <a:gd name="connsiteX77-39275" fmla="*/ 1866 w 2254"/>
                  <a:gd name="connsiteY77-39276" fmla="*/ 3090 h 4213"/>
                  <a:gd name="connsiteX78-39277" fmla="*/ 1910 w 2254"/>
                  <a:gd name="connsiteY78-39278" fmla="*/ 3094 h 4213"/>
                  <a:gd name="connsiteX79-39279" fmla="*/ 1956 w 2254"/>
                  <a:gd name="connsiteY79-39280" fmla="*/ 3010 h 4213"/>
                  <a:gd name="connsiteX80-39281" fmla="*/ 2036 w 2254"/>
                  <a:gd name="connsiteY80-39282" fmla="*/ 2950 h 4213"/>
                  <a:gd name="connsiteX81-39283" fmla="*/ 2131 w 2254"/>
                  <a:gd name="connsiteY81-39284" fmla="*/ 3126 h 4213"/>
                  <a:gd name="connsiteX82-39285" fmla="*/ 2241 w 2254"/>
                  <a:gd name="connsiteY82-39286" fmla="*/ 3312 h 4213"/>
                  <a:gd name="connsiteX83-39287" fmla="*/ 2254 w 2254"/>
                  <a:gd name="connsiteY83-39288" fmla="*/ 3342 h 4213"/>
                  <a:gd name="connsiteX84-39289" fmla="*/ 2243 w 2254"/>
                  <a:gd name="connsiteY84-39290" fmla="*/ 3518 h 4213"/>
                  <a:gd name="connsiteX85-39291" fmla="*/ 2208 w 2254"/>
                  <a:gd name="connsiteY85-39292" fmla="*/ 3554 h 4213"/>
                  <a:gd name="connsiteX86-39293" fmla="*/ 2119 w 2254"/>
                  <a:gd name="connsiteY86-39294" fmla="*/ 3515 h 4213"/>
                  <a:gd name="connsiteX87-39295" fmla="*/ 1885 w 2254"/>
                  <a:gd name="connsiteY87-39296" fmla="*/ 3644 h 4213"/>
                  <a:gd name="connsiteX88-39297" fmla="*/ 1859 w 2254"/>
                  <a:gd name="connsiteY88-39298" fmla="*/ 3666 h 4213"/>
                  <a:gd name="connsiteX89-39299" fmla="*/ 1679 w 2254"/>
                  <a:gd name="connsiteY89-39300" fmla="*/ 3812 h 4213"/>
                  <a:gd name="connsiteX90-39301" fmla="*/ 1538 w 2254"/>
                  <a:gd name="connsiteY90-39302" fmla="*/ 3926 h 4213"/>
                  <a:gd name="connsiteX91-39303" fmla="*/ 1503 w 2254"/>
                  <a:gd name="connsiteY91-39304" fmla="*/ 3965 h 4213"/>
                  <a:gd name="connsiteX92-39305" fmla="*/ 1451 w 2254"/>
                  <a:gd name="connsiteY92-39306" fmla="*/ 3973 h 4213"/>
                  <a:gd name="connsiteX93-39307" fmla="*/ 1394 w 2254"/>
                  <a:gd name="connsiteY93-39308" fmla="*/ 3916 h 4213"/>
                  <a:gd name="connsiteX94-39309" fmla="*/ 1270 w 2254"/>
                  <a:gd name="connsiteY94-39310" fmla="*/ 3808 h 4213"/>
                  <a:gd name="connsiteX95-39311" fmla="*/ 1294 w 2254"/>
                  <a:gd name="connsiteY95-39312" fmla="*/ 4064 h 4213"/>
                  <a:gd name="connsiteX96-39313" fmla="*/ 1303 w 2254"/>
                  <a:gd name="connsiteY96-39314" fmla="*/ 4192 h 4213"/>
                  <a:gd name="connsiteX97-39315" fmla="*/ 1041 w 2254"/>
                  <a:gd name="connsiteY97-39316" fmla="*/ 4166 h 4213"/>
                  <a:gd name="connsiteX98-39317" fmla="*/ 959 w 2254"/>
                  <a:gd name="connsiteY98-39318" fmla="*/ 3987 h 4213"/>
                  <a:gd name="connsiteX99-39319" fmla="*/ 877 w 2254"/>
                  <a:gd name="connsiteY99-39320" fmla="*/ 3802 h 4213"/>
                  <a:gd name="connsiteX100-39321" fmla="*/ 798 w 2254"/>
                  <a:gd name="connsiteY100-39322" fmla="*/ 3734 h 4213"/>
                  <a:gd name="connsiteX101-39323" fmla="*/ 746 w 2254"/>
                  <a:gd name="connsiteY101-39324" fmla="*/ 3806 h 4213"/>
                  <a:gd name="connsiteX0-39325" fmla="*/ 746 w 2254"/>
                  <a:gd name="connsiteY0-39326" fmla="*/ 3806 h 4213"/>
                  <a:gd name="connsiteX1-39327" fmla="*/ 679 w 2254"/>
                  <a:gd name="connsiteY1-39328" fmla="*/ 3800 h 4213"/>
                  <a:gd name="connsiteX2-39329" fmla="*/ 695 w 2254"/>
                  <a:gd name="connsiteY2-39330" fmla="*/ 3662 h 4213"/>
                  <a:gd name="connsiteX3-39331" fmla="*/ 633 w 2254"/>
                  <a:gd name="connsiteY3-39332" fmla="*/ 3500 h 4213"/>
                  <a:gd name="connsiteX4-39333" fmla="*/ 742 w 2254"/>
                  <a:gd name="connsiteY4-39334" fmla="*/ 3280 h 4213"/>
                  <a:gd name="connsiteX5-39335" fmla="*/ 932 w 2254"/>
                  <a:gd name="connsiteY5-39336" fmla="*/ 3195 h 4213"/>
                  <a:gd name="connsiteX6-39337" fmla="*/ 968 w 2254"/>
                  <a:gd name="connsiteY6-39338" fmla="*/ 2962 h 4213"/>
                  <a:gd name="connsiteX7-39339" fmla="*/ 1068 w 2254"/>
                  <a:gd name="connsiteY7-39340" fmla="*/ 2333 h 4213"/>
                  <a:gd name="connsiteX8-39341" fmla="*/ 1066 w 2254"/>
                  <a:gd name="connsiteY8-39342" fmla="*/ 2117 h 4213"/>
                  <a:gd name="connsiteX9-39343" fmla="*/ 990 w 2254"/>
                  <a:gd name="connsiteY9-39344" fmla="*/ 2039 h 4213"/>
                  <a:gd name="connsiteX10-39345" fmla="*/ 847 w 2254"/>
                  <a:gd name="connsiteY10-39346" fmla="*/ 1951 h 4213"/>
                  <a:gd name="connsiteX11-39347" fmla="*/ 755 w 2254"/>
                  <a:gd name="connsiteY11-39348" fmla="*/ 1827 h 4213"/>
                  <a:gd name="connsiteX12-39349" fmla="*/ 659 w 2254"/>
                  <a:gd name="connsiteY12-39350" fmla="*/ 1828 h 4213"/>
                  <a:gd name="connsiteX13-39351" fmla="*/ 614 w 2254"/>
                  <a:gd name="connsiteY13-39352" fmla="*/ 1883 h 4213"/>
                  <a:gd name="connsiteX14-39353" fmla="*/ 521 w 2254"/>
                  <a:gd name="connsiteY14-39354" fmla="*/ 1877 h 4213"/>
                  <a:gd name="connsiteX15-39355" fmla="*/ 501 w 2254"/>
                  <a:gd name="connsiteY15-39356" fmla="*/ 1994 h 4213"/>
                  <a:gd name="connsiteX16-39357" fmla="*/ 320 w 2254"/>
                  <a:gd name="connsiteY16-39358" fmla="*/ 1941 h 4213"/>
                  <a:gd name="connsiteX17-39359" fmla="*/ 237 w 2254"/>
                  <a:gd name="connsiteY17-39360" fmla="*/ 1939 h 4213"/>
                  <a:gd name="connsiteX18-39361" fmla="*/ 112 w 2254"/>
                  <a:gd name="connsiteY18-39362" fmla="*/ 2014 h 4213"/>
                  <a:gd name="connsiteX19-39363" fmla="*/ 0 w 2254"/>
                  <a:gd name="connsiteY19-39364" fmla="*/ 1890 h 4213"/>
                  <a:gd name="connsiteX20-39365" fmla="*/ 94 w 2254"/>
                  <a:gd name="connsiteY20-39366" fmla="*/ 1804 h 4213"/>
                  <a:gd name="connsiteX21-39367" fmla="*/ 98 w 2254"/>
                  <a:gd name="connsiteY21-39368" fmla="*/ 1634 h 4213"/>
                  <a:gd name="connsiteX22-39369" fmla="*/ 153 w 2254"/>
                  <a:gd name="connsiteY22-39370" fmla="*/ 1514 h 4213"/>
                  <a:gd name="connsiteX23-39371" fmla="*/ 196 w 2254"/>
                  <a:gd name="connsiteY23-39372" fmla="*/ 1306 h 4213"/>
                  <a:gd name="connsiteX24-39373" fmla="*/ 256 w 2254"/>
                  <a:gd name="connsiteY24-39374" fmla="*/ 1307 h 4213"/>
                  <a:gd name="connsiteX25-39375" fmla="*/ 579 w 2254"/>
                  <a:gd name="connsiteY25-39376" fmla="*/ 1286 h 4213"/>
                  <a:gd name="connsiteX26-39377" fmla="*/ 753 w 2254"/>
                  <a:gd name="connsiteY26-39378" fmla="*/ 1117 h 4213"/>
                  <a:gd name="connsiteX27-39379" fmla="*/ 822 w 2254"/>
                  <a:gd name="connsiteY27-39380" fmla="*/ 748 h 4213"/>
                  <a:gd name="connsiteX28-39381" fmla="*/ 932 w 2254"/>
                  <a:gd name="connsiteY28-39382" fmla="*/ 486 h 4213"/>
                  <a:gd name="connsiteX29-39383" fmla="*/ 930 w 2254"/>
                  <a:gd name="connsiteY29-39384" fmla="*/ 358 h 4213"/>
                  <a:gd name="connsiteX30-39385" fmla="*/ 917 w 2254"/>
                  <a:gd name="connsiteY30-39386" fmla="*/ 328 h 4213"/>
                  <a:gd name="connsiteX31-39387" fmla="*/ 850 w 2254"/>
                  <a:gd name="connsiteY31-39388" fmla="*/ 251 h 4213"/>
                  <a:gd name="connsiteX32-39389" fmla="*/ 790 w 2254"/>
                  <a:gd name="connsiteY32-39390" fmla="*/ 217 h 4213"/>
                  <a:gd name="connsiteX33-39391" fmla="*/ 915 w 2254"/>
                  <a:gd name="connsiteY33-39392" fmla="*/ 56 h 4213"/>
                  <a:gd name="connsiteX34-39393" fmla="*/ 1088 w 2254"/>
                  <a:gd name="connsiteY34-39394" fmla="*/ 2 h 4213"/>
                  <a:gd name="connsiteX35-39395" fmla="*/ 1120 w 2254"/>
                  <a:gd name="connsiteY35-39396" fmla="*/ 49 h 4213"/>
                  <a:gd name="connsiteX36-39397" fmla="*/ 1110 w 2254"/>
                  <a:gd name="connsiteY36-39398" fmla="*/ 133 h 4213"/>
                  <a:gd name="connsiteX37-39399" fmla="*/ 1049 w 2254"/>
                  <a:gd name="connsiteY37-39400" fmla="*/ 243 h 4213"/>
                  <a:gd name="connsiteX38-39401" fmla="*/ 1119 w 2254"/>
                  <a:gd name="connsiteY38-39402" fmla="*/ 301 h 4213"/>
                  <a:gd name="connsiteX39-39403" fmla="*/ 1233 w 2254"/>
                  <a:gd name="connsiteY39-39404" fmla="*/ 366 h 4213"/>
                  <a:gd name="connsiteX40-39405" fmla="*/ 1253 w 2254"/>
                  <a:gd name="connsiteY40-39406" fmla="*/ 255 h 4213"/>
                  <a:gd name="connsiteX41-39407" fmla="*/ 1387 w 2254"/>
                  <a:gd name="connsiteY41-39408" fmla="*/ 291 h 4213"/>
                  <a:gd name="connsiteX42-39409" fmla="*/ 1412 w 2254"/>
                  <a:gd name="connsiteY42-39410" fmla="*/ 331 h 4213"/>
                  <a:gd name="connsiteX43-39411" fmla="*/ 1488 w 2254"/>
                  <a:gd name="connsiteY43-39412" fmla="*/ 562 h 4213"/>
                  <a:gd name="connsiteX44-39413" fmla="*/ 1523 w 2254"/>
                  <a:gd name="connsiteY44-39414" fmla="*/ 586 h 4213"/>
                  <a:gd name="connsiteX45-39415" fmla="*/ 1615 w 2254"/>
                  <a:gd name="connsiteY45-39416" fmla="*/ 578 h 4213"/>
                  <a:gd name="connsiteX46-39417" fmla="*/ 1875 w 2254"/>
                  <a:gd name="connsiteY46-39418" fmla="*/ 490 h 4213"/>
                  <a:gd name="connsiteX47-39419" fmla="*/ 2095 w 2254"/>
                  <a:gd name="connsiteY47-39420" fmla="*/ 479 h 4213"/>
                  <a:gd name="connsiteX48-39421" fmla="*/ 2155 w 2254"/>
                  <a:gd name="connsiteY48-39422" fmla="*/ 648 h 4213"/>
                  <a:gd name="connsiteX49-39423" fmla="*/ 2073 w 2254"/>
                  <a:gd name="connsiteY49-39424" fmla="*/ 944 h 4213"/>
                  <a:gd name="connsiteX50-39425" fmla="*/ 2073 w 2254"/>
                  <a:gd name="connsiteY50-39426" fmla="*/ 1022 h 4213"/>
                  <a:gd name="connsiteX51-39427" fmla="*/ 2142 w 2254"/>
                  <a:gd name="connsiteY51-39428" fmla="*/ 1168 h 4213"/>
                  <a:gd name="connsiteX52-39429" fmla="*/ 2157 w 2254"/>
                  <a:gd name="connsiteY52-39430" fmla="*/ 1427 h 4213"/>
                  <a:gd name="connsiteX53-39431" fmla="*/ 2159 w 2254"/>
                  <a:gd name="connsiteY53-39432" fmla="*/ 1617 h 4213"/>
                  <a:gd name="connsiteX54-39433" fmla="*/ 2092 w 2254"/>
                  <a:gd name="connsiteY54-39434" fmla="*/ 1625 h 4213"/>
                  <a:gd name="connsiteX55-39435" fmla="*/ 2070 w 2254"/>
                  <a:gd name="connsiteY55-39436" fmla="*/ 1507 h 4213"/>
                  <a:gd name="connsiteX56-39437" fmla="*/ 2035 w 2254"/>
                  <a:gd name="connsiteY56-39438" fmla="*/ 1450 h 4213"/>
                  <a:gd name="connsiteX57-39439" fmla="*/ 1945 w 2254"/>
                  <a:gd name="connsiteY57-39440" fmla="*/ 1582 h 4213"/>
                  <a:gd name="connsiteX58-39441" fmla="*/ 1832 w 2254"/>
                  <a:gd name="connsiteY58-39442" fmla="*/ 1776 h 4213"/>
                  <a:gd name="connsiteX59-39443" fmla="*/ 1713 w 2254"/>
                  <a:gd name="connsiteY59-39444" fmla="*/ 1904 h 4213"/>
                  <a:gd name="connsiteX60-39445" fmla="*/ 1706 w 2254"/>
                  <a:gd name="connsiteY60-39446" fmla="*/ 2018 h 4213"/>
                  <a:gd name="connsiteX61-39447" fmla="*/ 1766 w 2254"/>
                  <a:gd name="connsiteY61-39448" fmla="*/ 2115 h 4213"/>
                  <a:gd name="connsiteX62-39449" fmla="*/ 1868 w 2254"/>
                  <a:gd name="connsiteY62-39450" fmla="*/ 2183 h 4213"/>
                  <a:gd name="connsiteX63-39451" fmla="*/ 1945 w 2254"/>
                  <a:gd name="connsiteY63-39452" fmla="*/ 2178 h 4213"/>
                  <a:gd name="connsiteX64-39453" fmla="*/ 1990 w 2254"/>
                  <a:gd name="connsiteY64-39454" fmla="*/ 2104 h 4213"/>
                  <a:gd name="connsiteX65-39455" fmla="*/ 2024 w 2254"/>
                  <a:gd name="connsiteY65-39456" fmla="*/ 2210 h 4213"/>
                  <a:gd name="connsiteX66-39457" fmla="*/ 1912 w 2254"/>
                  <a:gd name="connsiteY66-39458" fmla="*/ 2249 h 4213"/>
                  <a:gd name="connsiteX67-39459" fmla="*/ 1959 w 2254"/>
                  <a:gd name="connsiteY67-39460" fmla="*/ 2362 h 4213"/>
                  <a:gd name="connsiteX68-39461" fmla="*/ 1824 w 2254"/>
                  <a:gd name="connsiteY68-39462" fmla="*/ 2509 h 4213"/>
                  <a:gd name="connsiteX69-39463" fmla="*/ 1783 w 2254"/>
                  <a:gd name="connsiteY69-39464" fmla="*/ 2498 h 4213"/>
                  <a:gd name="connsiteX70-39465" fmla="*/ 1659 w 2254"/>
                  <a:gd name="connsiteY70-39466" fmla="*/ 2413 h 4213"/>
                  <a:gd name="connsiteX71-39467" fmla="*/ 1604 w 2254"/>
                  <a:gd name="connsiteY71-39468" fmla="*/ 2412 h 4213"/>
                  <a:gd name="connsiteX72-39469" fmla="*/ 1569 w 2254"/>
                  <a:gd name="connsiteY72-39470" fmla="*/ 2480 h 4213"/>
                  <a:gd name="connsiteX73-39471" fmla="*/ 1572 w 2254"/>
                  <a:gd name="connsiteY73-39472" fmla="*/ 2562 h 4213"/>
                  <a:gd name="connsiteX74-39473" fmla="*/ 1750 w 2254"/>
                  <a:gd name="connsiteY74-39474" fmla="*/ 2730 h 4213"/>
                  <a:gd name="connsiteX75-39475" fmla="*/ 1749 w 2254"/>
                  <a:gd name="connsiteY75-39476" fmla="*/ 2844 h 4213"/>
                  <a:gd name="connsiteX76-39477" fmla="*/ 1840 w 2254"/>
                  <a:gd name="connsiteY76-39478" fmla="*/ 3060 h 4213"/>
                  <a:gd name="connsiteX77-39479" fmla="*/ 1866 w 2254"/>
                  <a:gd name="connsiteY77-39480" fmla="*/ 3090 h 4213"/>
                  <a:gd name="connsiteX78-39481" fmla="*/ 1910 w 2254"/>
                  <a:gd name="connsiteY78-39482" fmla="*/ 3094 h 4213"/>
                  <a:gd name="connsiteX79-39483" fmla="*/ 1956 w 2254"/>
                  <a:gd name="connsiteY79-39484" fmla="*/ 3010 h 4213"/>
                  <a:gd name="connsiteX80-39485" fmla="*/ 2036 w 2254"/>
                  <a:gd name="connsiteY80-39486" fmla="*/ 2950 h 4213"/>
                  <a:gd name="connsiteX81-39487" fmla="*/ 2131 w 2254"/>
                  <a:gd name="connsiteY81-39488" fmla="*/ 3126 h 4213"/>
                  <a:gd name="connsiteX82-39489" fmla="*/ 2241 w 2254"/>
                  <a:gd name="connsiteY82-39490" fmla="*/ 3312 h 4213"/>
                  <a:gd name="connsiteX83-39491" fmla="*/ 2254 w 2254"/>
                  <a:gd name="connsiteY83-39492" fmla="*/ 3342 h 4213"/>
                  <a:gd name="connsiteX84-39493" fmla="*/ 2243 w 2254"/>
                  <a:gd name="connsiteY84-39494" fmla="*/ 3518 h 4213"/>
                  <a:gd name="connsiteX85-39495" fmla="*/ 2208 w 2254"/>
                  <a:gd name="connsiteY85-39496" fmla="*/ 3554 h 4213"/>
                  <a:gd name="connsiteX86-39497" fmla="*/ 2119 w 2254"/>
                  <a:gd name="connsiteY86-39498" fmla="*/ 3515 h 4213"/>
                  <a:gd name="connsiteX87-39499" fmla="*/ 1885 w 2254"/>
                  <a:gd name="connsiteY87-39500" fmla="*/ 3644 h 4213"/>
                  <a:gd name="connsiteX88-39501" fmla="*/ 1859 w 2254"/>
                  <a:gd name="connsiteY88-39502" fmla="*/ 3666 h 4213"/>
                  <a:gd name="connsiteX89-39503" fmla="*/ 1679 w 2254"/>
                  <a:gd name="connsiteY89-39504" fmla="*/ 3812 h 4213"/>
                  <a:gd name="connsiteX90-39505" fmla="*/ 1538 w 2254"/>
                  <a:gd name="connsiteY90-39506" fmla="*/ 3926 h 4213"/>
                  <a:gd name="connsiteX91-39507" fmla="*/ 1503 w 2254"/>
                  <a:gd name="connsiteY91-39508" fmla="*/ 3965 h 4213"/>
                  <a:gd name="connsiteX92-39509" fmla="*/ 1451 w 2254"/>
                  <a:gd name="connsiteY92-39510" fmla="*/ 3973 h 4213"/>
                  <a:gd name="connsiteX93-39511" fmla="*/ 1394 w 2254"/>
                  <a:gd name="connsiteY93-39512" fmla="*/ 3916 h 4213"/>
                  <a:gd name="connsiteX94-39513" fmla="*/ 1270 w 2254"/>
                  <a:gd name="connsiteY94-39514" fmla="*/ 3808 h 4213"/>
                  <a:gd name="connsiteX95-39515" fmla="*/ 1294 w 2254"/>
                  <a:gd name="connsiteY95-39516" fmla="*/ 4064 h 4213"/>
                  <a:gd name="connsiteX96-39517" fmla="*/ 1303 w 2254"/>
                  <a:gd name="connsiteY96-39518" fmla="*/ 4192 h 4213"/>
                  <a:gd name="connsiteX97-39519" fmla="*/ 1041 w 2254"/>
                  <a:gd name="connsiteY97-39520" fmla="*/ 4166 h 4213"/>
                  <a:gd name="connsiteX98-39521" fmla="*/ 959 w 2254"/>
                  <a:gd name="connsiteY98-39522" fmla="*/ 3987 h 4213"/>
                  <a:gd name="connsiteX99-39523" fmla="*/ 877 w 2254"/>
                  <a:gd name="connsiteY99-39524" fmla="*/ 3802 h 4213"/>
                  <a:gd name="connsiteX100-39525" fmla="*/ 798 w 2254"/>
                  <a:gd name="connsiteY100-39526" fmla="*/ 3734 h 4213"/>
                  <a:gd name="connsiteX101-39527" fmla="*/ 746 w 2254"/>
                  <a:gd name="connsiteY101-39528" fmla="*/ 3806 h 4213"/>
                  <a:gd name="connsiteX0-39529" fmla="*/ 746 w 2254"/>
                  <a:gd name="connsiteY0-39530" fmla="*/ 3806 h 4213"/>
                  <a:gd name="connsiteX1-39531" fmla="*/ 679 w 2254"/>
                  <a:gd name="connsiteY1-39532" fmla="*/ 3800 h 4213"/>
                  <a:gd name="connsiteX2-39533" fmla="*/ 695 w 2254"/>
                  <a:gd name="connsiteY2-39534" fmla="*/ 3662 h 4213"/>
                  <a:gd name="connsiteX3-39535" fmla="*/ 633 w 2254"/>
                  <a:gd name="connsiteY3-39536" fmla="*/ 3500 h 4213"/>
                  <a:gd name="connsiteX4-39537" fmla="*/ 742 w 2254"/>
                  <a:gd name="connsiteY4-39538" fmla="*/ 3280 h 4213"/>
                  <a:gd name="connsiteX5-39539" fmla="*/ 932 w 2254"/>
                  <a:gd name="connsiteY5-39540" fmla="*/ 3195 h 4213"/>
                  <a:gd name="connsiteX6-39541" fmla="*/ 968 w 2254"/>
                  <a:gd name="connsiteY6-39542" fmla="*/ 2962 h 4213"/>
                  <a:gd name="connsiteX7-39543" fmla="*/ 1068 w 2254"/>
                  <a:gd name="connsiteY7-39544" fmla="*/ 2333 h 4213"/>
                  <a:gd name="connsiteX8-39545" fmla="*/ 1066 w 2254"/>
                  <a:gd name="connsiteY8-39546" fmla="*/ 2117 h 4213"/>
                  <a:gd name="connsiteX9-39547" fmla="*/ 990 w 2254"/>
                  <a:gd name="connsiteY9-39548" fmla="*/ 2039 h 4213"/>
                  <a:gd name="connsiteX10-39549" fmla="*/ 847 w 2254"/>
                  <a:gd name="connsiteY10-39550" fmla="*/ 1951 h 4213"/>
                  <a:gd name="connsiteX11-39551" fmla="*/ 755 w 2254"/>
                  <a:gd name="connsiteY11-39552" fmla="*/ 1827 h 4213"/>
                  <a:gd name="connsiteX12-39553" fmla="*/ 659 w 2254"/>
                  <a:gd name="connsiteY12-39554" fmla="*/ 1828 h 4213"/>
                  <a:gd name="connsiteX13-39555" fmla="*/ 614 w 2254"/>
                  <a:gd name="connsiteY13-39556" fmla="*/ 1883 h 4213"/>
                  <a:gd name="connsiteX14-39557" fmla="*/ 521 w 2254"/>
                  <a:gd name="connsiteY14-39558" fmla="*/ 1877 h 4213"/>
                  <a:gd name="connsiteX15-39559" fmla="*/ 501 w 2254"/>
                  <a:gd name="connsiteY15-39560" fmla="*/ 1994 h 4213"/>
                  <a:gd name="connsiteX16-39561" fmla="*/ 320 w 2254"/>
                  <a:gd name="connsiteY16-39562" fmla="*/ 1941 h 4213"/>
                  <a:gd name="connsiteX17-39563" fmla="*/ 237 w 2254"/>
                  <a:gd name="connsiteY17-39564" fmla="*/ 1939 h 4213"/>
                  <a:gd name="connsiteX18-39565" fmla="*/ 112 w 2254"/>
                  <a:gd name="connsiteY18-39566" fmla="*/ 2014 h 4213"/>
                  <a:gd name="connsiteX19-39567" fmla="*/ 0 w 2254"/>
                  <a:gd name="connsiteY19-39568" fmla="*/ 1890 h 4213"/>
                  <a:gd name="connsiteX20-39569" fmla="*/ 94 w 2254"/>
                  <a:gd name="connsiteY20-39570" fmla="*/ 1804 h 4213"/>
                  <a:gd name="connsiteX21-39571" fmla="*/ 98 w 2254"/>
                  <a:gd name="connsiteY21-39572" fmla="*/ 1634 h 4213"/>
                  <a:gd name="connsiteX22-39573" fmla="*/ 153 w 2254"/>
                  <a:gd name="connsiteY22-39574" fmla="*/ 1514 h 4213"/>
                  <a:gd name="connsiteX23-39575" fmla="*/ 196 w 2254"/>
                  <a:gd name="connsiteY23-39576" fmla="*/ 1306 h 4213"/>
                  <a:gd name="connsiteX24-39577" fmla="*/ 256 w 2254"/>
                  <a:gd name="connsiteY24-39578" fmla="*/ 1307 h 4213"/>
                  <a:gd name="connsiteX25-39579" fmla="*/ 579 w 2254"/>
                  <a:gd name="connsiteY25-39580" fmla="*/ 1286 h 4213"/>
                  <a:gd name="connsiteX26-39581" fmla="*/ 753 w 2254"/>
                  <a:gd name="connsiteY26-39582" fmla="*/ 1117 h 4213"/>
                  <a:gd name="connsiteX27-39583" fmla="*/ 822 w 2254"/>
                  <a:gd name="connsiteY27-39584" fmla="*/ 748 h 4213"/>
                  <a:gd name="connsiteX28-39585" fmla="*/ 932 w 2254"/>
                  <a:gd name="connsiteY28-39586" fmla="*/ 486 h 4213"/>
                  <a:gd name="connsiteX29-39587" fmla="*/ 930 w 2254"/>
                  <a:gd name="connsiteY29-39588" fmla="*/ 358 h 4213"/>
                  <a:gd name="connsiteX30-39589" fmla="*/ 917 w 2254"/>
                  <a:gd name="connsiteY30-39590" fmla="*/ 328 h 4213"/>
                  <a:gd name="connsiteX31-39591" fmla="*/ 850 w 2254"/>
                  <a:gd name="connsiteY31-39592" fmla="*/ 251 h 4213"/>
                  <a:gd name="connsiteX32-39593" fmla="*/ 790 w 2254"/>
                  <a:gd name="connsiteY32-39594" fmla="*/ 217 h 4213"/>
                  <a:gd name="connsiteX33-39595" fmla="*/ 915 w 2254"/>
                  <a:gd name="connsiteY33-39596" fmla="*/ 56 h 4213"/>
                  <a:gd name="connsiteX34-39597" fmla="*/ 1088 w 2254"/>
                  <a:gd name="connsiteY34-39598" fmla="*/ 2 h 4213"/>
                  <a:gd name="connsiteX35-39599" fmla="*/ 1120 w 2254"/>
                  <a:gd name="connsiteY35-39600" fmla="*/ 49 h 4213"/>
                  <a:gd name="connsiteX36-39601" fmla="*/ 1110 w 2254"/>
                  <a:gd name="connsiteY36-39602" fmla="*/ 133 h 4213"/>
                  <a:gd name="connsiteX37-39603" fmla="*/ 1049 w 2254"/>
                  <a:gd name="connsiteY37-39604" fmla="*/ 243 h 4213"/>
                  <a:gd name="connsiteX38-39605" fmla="*/ 1119 w 2254"/>
                  <a:gd name="connsiteY38-39606" fmla="*/ 301 h 4213"/>
                  <a:gd name="connsiteX39-39607" fmla="*/ 1233 w 2254"/>
                  <a:gd name="connsiteY39-39608" fmla="*/ 366 h 4213"/>
                  <a:gd name="connsiteX40-39609" fmla="*/ 1253 w 2254"/>
                  <a:gd name="connsiteY40-39610" fmla="*/ 255 h 4213"/>
                  <a:gd name="connsiteX41-39611" fmla="*/ 1387 w 2254"/>
                  <a:gd name="connsiteY41-39612" fmla="*/ 291 h 4213"/>
                  <a:gd name="connsiteX42-39613" fmla="*/ 1412 w 2254"/>
                  <a:gd name="connsiteY42-39614" fmla="*/ 331 h 4213"/>
                  <a:gd name="connsiteX43-39615" fmla="*/ 1488 w 2254"/>
                  <a:gd name="connsiteY43-39616" fmla="*/ 562 h 4213"/>
                  <a:gd name="connsiteX44-39617" fmla="*/ 1523 w 2254"/>
                  <a:gd name="connsiteY44-39618" fmla="*/ 586 h 4213"/>
                  <a:gd name="connsiteX45-39619" fmla="*/ 1615 w 2254"/>
                  <a:gd name="connsiteY45-39620" fmla="*/ 578 h 4213"/>
                  <a:gd name="connsiteX46-39621" fmla="*/ 1875 w 2254"/>
                  <a:gd name="connsiteY46-39622" fmla="*/ 490 h 4213"/>
                  <a:gd name="connsiteX47-39623" fmla="*/ 2095 w 2254"/>
                  <a:gd name="connsiteY47-39624" fmla="*/ 479 h 4213"/>
                  <a:gd name="connsiteX48-39625" fmla="*/ 2155 w 2254"/>
                  <a:gd name="connsiteY48-39626" fmla="*/ 648 h 4213"/>
                  <a:gd name="connsiteX49-39627" fmla="*/ 2073 w 2254"/>
                  <a:gd name="connsiteY49-39628" fmla="*/ 944 h 4213"/>
                  <a:gd name="connsiteX50-39629" fmla="*/ 2073 w 2254"/>
                  <a:gd name="connsiteY50-39630" fmla="*/ 1022 h 4213"/>
                  <a:gd name="connsiteX51-39631" fmla="*/ 2142 w 2254"/>
                  <a:gd name="connsiteY51-39632" fmla="*/ 1168 h 4213"/>
                  <a:gd name="connsiteX52-39633" fmla="*/ 2157 w 2254"/>
                  <a:gd name="connsiteY52-39634" fmla="*/ 1427 h 4213"/>
                  <a:gd name="connsiteX53-39635" fmla="*/ 2159 w 2254"/>
                  <a:gd name="connsiteY53-39636" fmla="*/ 1617 h 4213"/>
                  <a:gd name="connsiteX54-39637" fmla="*/ 2092 w 2254"/>
                  <a:gd name="connsiteY54-39638" fmla="*/ 1625 h 4213"/>
                  <a:gd name="connsiteX55-39639" fmla="*/ 2070 w 2254"/>
                  <a:gd name="connsiteY55-39640" fmla="*/ 1507 h 4213"/>
                  <a:gd name="connsiteX56-39641" fmla="*/ 2035 w 2254"/>
                  <a:gd name="connsiteY56-39642" fmla="*/ 1450 h 4213"/>
                  <a:gd name="connsiteX57-39643" fmla="*/ 1945 w 2254"/>
                  <a:gd name="connsiteY57-39644" fmla="*/ 1582 h 4213"/>
                  <a:gd name="connsiteX58-39645" fmla="*/ 1832 w 2254"/>
                  <a:gd name="connsiteY58-39646" fmla="*/ 1776 h 4213"/>
                  <a:gd name="connsiteX59-39647" fmla="*/ 1713 w 2254"/>
                  <a:gd name="connsiteY59-39648" fmla="*/ 1904 h 4213"/>
                  <a:gd name="connsiteX60-39649" fmla="*/ 1706 w 2254"/>
                  <a:gd name="connsiteY60-39650" fmla="*/ 2018 h 4213"/>
                  <a:gd name="connsiteX61-39651" fmla="*/ 1766 w 2254"/>
                  <a:gd name="connsiteY61-39652" fmla="*/ 2115 h 4213"/>
                  <a:gd name="connsiteX62-39653" fmla="*/ 1868 w 2254"/>
                  <a:gd name="connsiteY62-39654" fmla="*/ 2183 h 4213"/>
                  <a:gd name="connsiteX63-39655" fmla="*/ 1945 w 2254"/>
                  <a:gd name="connsiteY63-39656" fmla="*/ 2178 h 4213"/>
                  <a:gd name="connsiteX64-39657" fmla="*/ 1990 w 2254"/>
                  <a:gd name="connsiteY64-39658" fmla="*/ 2104 h 4213"/>
                  <a:gd name="connsiteX65-39659" fmla="*/ 2024 w 2254"/>
                  <a:gd name="connsiteY65-39660" fmla="*/ 2210 h 4213"/>
                  <a:gd name="connsiteX66-39661" fmla="*/ 1912 w 2254"/>
                  <a:gd name="connsiteY66-39662" fmla="*/ 2249 h 4213"/>
                  <a:gd name="connsiteX67-39663" fmla="*/ 1959 w 2254"/>
                  <a:gd name="connsiteY67-39664" fmla="*/ 2362 h 4213"/>
                  <a:gd name="connsiteX68-39665" fmla="*/ 1824 w 2254"/>
                  <a:gd name="connsiteY68-39666" fmla="*/ 2509 h 4213"/>
                  <a:gd name="connsiteX69-39667" fmla="*/ 1783 w 2254"/>
                  <a:gd name="connsiteY69-39668" fmla="*/ 2498 h 4213"/>
                  <a:gd name="connsiteX70-39669" fmla="*/ 1659 w 2254"/>
                  <a:gd name="connsiteY70-39670" fmla="*/ 2413 h 4213"/>
                  <a:gd name="connsiteX71-39671" fmla="*/ 1604 w 2254"/>
                  <a:gd name="connsiteY71-39672" fmla="*/ 2412 h 4213"/>
                  <a:gd name="connsiteX72-39673" fmla="*/ 1569 w 2254"/>
                  <a:gd name="connsiteY72-39674" fmla="*/ 2480 h 4213"/>
                  <a:gd name="connsiteX73-39675" fmla="*/ 1572 w 2254"/>
                  <a:gd name="connsiteY73-39676" fmla="*/ 2562 h 4213"/>
                  <a:gd name="connsiteX74-39677" fmla="*/ 1750 w 2254"/>
                  <a:gd name="connsiteY74-39678" fmla="*/ 2730 h 4213"/>
                  <a:gd name="connsiteX75-39679" fmla="*/ 1749 w 2254"/>
                  <a:gd name="connsiteY75-39680" fmla="*/ 2844 h 4213"/>
                  <a:gd name="connsiteX76-39681" fmla="*/ 1840 w 2254"/>
                  <a:gd name="connsiteY76-39682" fmla="*/ 3060 h 4213"/>
                  <a:gd name="connsiteX77-39683" fmla="*/ 1866 w 2254"/>
                  <a:gd name="connsiteY77-39684" fmla="*/ 3090 h 4213"/>
                  <a:gd name="connsiteX78-39685" fmla="*/ 1910 w 2254"/>
                  <a:gd name="connsiteY78-39686" fmla="*/ 3094 h 4213"/>
                  <a:gd name="connsiteX79-39687" fmla="*/ 1956 w 2254"/>
                  <a:gd name="connsiteY79-39688" fmla="*/ 3010 h 4213"/>
                  <a:gd name="connsiteX80-39689" fmla="*/ 2036 w 2254"/>
                  <a:gd name="connsiteY80-39690" fmla="*/ 2950 h 4213"/>
                  <a:gd name="connsiteX81-39691" fmla="*/ 2131 w 2254"/>
                  <a:gd name="connsiteY81-39692" fmla="*/ 3126 h 4213"/>
                  <a:gd name="connsiteX82-39693" fmla="*/ 2241 w 2254"/>
                  <a:gd name="connsiteY82-39694" fmla="*/ 3312 h 4213"/>
                  <a:gd name="connsiteX83-39695" fmla="*/ 2254 w 2254"/>
                  <a:gd name="connsiteY83-39696" fmla="*/ 3342 h 4213"/>
                  <a:gd name="connsiteX84-39697" fmla="*/ 2243 w 2254"/>
                  <a:gd name="connsiteY84-39698" fmla="*/ 3518 h 4213"/>
                  <a:gd name="connsiteX85-39699" fmla="*/ 2208 w 2254"/>
                  <a:gd name="connsiteY85-39700" fmla="*/ 3554 h 4213"/>
                  <a:gd name="connsiteX86-39701" fmla="*/ 2119 w 2254"/>
                  <a:gd name="connsiteY86-39702" fmla="*/ 3515 h 4213"/>
                  <a:gd name="connsiteX87-39703" fmla="*/ 1885 w 2254"/>
                  <a:gd name="connsiteY87-39704" fmla="*/ 3644 h 4213"/>
                  <a:gd name="connsiteX88-39705" fmla="*/ 1859 w 2254"/>
                  <a:gd name="connsiteY88-39706" fmla="*/ 3666 h 4213"/>
                  <a:gd name="connsiteX89-39707" fmla="*/ 1679 w 2254"/>
                  <a:gd name="connsiteY89-39708" fmla="*/ 3812 h 4213"/>
                  <a:gd name="connsiteX90-39709" fmla="*/ 1538 w 2254"/>
                  <a:gd name="connsiteY90-39710" fmla="*/ 3926 h 4213"/>
                  <a:gd name="connsiteX91-39711" fmla="*/ 1503 w 2254"/>
                  <a:gd name="connsiteY91-39712" fmla="*/ 3965 h 4213"/>
                  <a:gd name="connsiteX92-39713" fmla="*/ 1451 w 2254"/>
                  <a:gd name="connsiteY92-39714" fmla="*/ 3973 h 4213"/>
                  <a:gd name="connsiteX93-39715" fmla="*/ 1394 w 2254"/>
                  <a:gd name="connsiteY93-39716" fmla="*/ 3916 h 4213"/>
                  <a:gd name="connsiteX94-39717" fmla="*/ 1270 w 2254"/>
                  <a:gd name="connsiteY94-39718" fmla="*/ 3808 h 4213"/>
                  <a:gd name="connsiteX95-39719" fmla="*/ 1294 w 2254"/>
                  <a:gd name="connsiteY95-39720" fmla="*/ 4064 h 4213"/>
                  <a:gd name="connsiteX96-39721" fmla="*/ 1303 w 2254"/>
                  <a:gd name="connsiteY96-39722" fmla="*/ 4192 h 4213"/>
                  <a:gd name="connsiteX97-39723" fmla="*/ 1041 w 2254"/>
                  <a:gd name="connsiteY97-39724" fmla="*/ 4166 h 4213"/>
                  <a:gd name="connsiteX98-39725" fmla="*/ 959 w 2254"/>
                  <a:gd name="connsiteY98-39726" fmla="*/ 3987 h 4213"/>
                  <a:gd name="connsiteX99-39727" fmla="*/ 877 w 2254"/>
                  <a:gd name="connsiteY99-39728" fmla="*/ 3802 h 4213"/>
                  <a:gd name="connsiteX100-39729" fmla="*/ 798 w 2254"/>
                  <a:gd name="connsiteY100-39730" fmla="*/ 3734 h 4213"/>
                  <a:gd name="connsiteX101-39731" fmla="*/ 746 w 2254"/>
                  <a:gd name="connsiteY101-39732" fmla="*/ 3806 h 4213"/>
                  <a:gd name="connsiteX0-39733" fmla="*/ 746 w 2254"/>
                  <a:gd name="connsiteY0-39734" fmla="*/ 3806 h 4213"/>
                  <a:gd name="connsiteX1-39735" fmla="*/ 679 w 2254"/>
                  <a:gd name="connsiteY1-39736" fmla="*/ 3800 h 4213"/>
                  <a:gd name="connsiteX2-39737" fmla="*/ 695 w 2254"/>
                  <a:gd name="connsiteY2-39738" fmla="*/ 3662 h 4213"/>
                  <a:gd name="connsiteX3-39739" fmla="*/ 633 w 2254"/>
                  <a:gd name="connsiteY3-39740" fmla="*/ 3500 h 4213"/>
                  <a:gd name="connsiteX4-39741" fmla="*/ 742 w 2254"/>
                  <a:gd name="connsiteY4-39742" fmla="*/ 3280 h 4213"/>
                  <a:gd name="connsiteX5-39743" fmla="*/ 932 w 2254"/>
                  <a:gd name="connsiteY5-39744" fmla="*/ 3195 h 4213"/>
                  <a:gd name="connsiteX6-39745" fmla="*/ 968 w 2254"/>
                  <a:gd name="connsiteY6-39746" fmla="*/ 2962 h 4213"/>
                  <a:gd name="connsiteX7-39747" fmla="*/ 1068 w 2254"/>
                  <a:gd name="connsiteY7-39748" fmla="*/ 2333 h 4213"/>
                  <a:gd name="connsiteX8-39749" fmla="*/ 1066 w 2254"/>
                  <a:gd name="connsiteY8-39750" fmla="*/ 2117 h 4213"/>
                  <a:gd name="connsiteX9-39751" fmla="*/ 990 w 2254"/>
                  <a:gd name="connsiteY9-39752" fmla="*/ 2039 h 4213"/>
                  <a:gd name="connsiteX10-39753" fmla="*/ 847 w 2254"/>
                  <a:gd name="connsiteY10-39754" fmla="*/ 1951 h 4213"/>
                  <a:gd name="connsiteX11-39755" fmla="*/ 755 w 2254"/>
                  <a:gd name="connsiteY11-39756" fmla="*/ 1827 h 4213"/>
                  <a:gd name="connsiteX12-39757" fmla="*/ 659 w 2254"/>
                  <a:gd name="connsiteY12-39758" fmla="*/ 1828 h 4213"/>
                  <a:gd name="connsiteX13-39759" fmla="*/ 614 w 2254"/>
                  <a:gd name="connsiteY13-39760" fmla="*/ 1883 h 4213"/>
                  <a:gd name="connsiteX14-39761" fmla="*/ 521 w 2254"/>
                  <a:gd name="connsiteY14-39762" fmla="*/ 1877 h 4213"/>
                  <a:gd name="connsiteX15-39763" fmla="*/ 501 w 2254"/>
                  <a:gd name="connsiteY15-39764" fmla="*/ 1994 h 4213"/>
                  <a:gd name="connsiteX16-39765" fmla="*/ 320 w 2254"/>
                  <a:gd name="connsiteY16-39766" fmla="*/ 1941 h 4213"/>
                  <a:gd name="connsiteX17-39767" fmla="*/ 237 w 2254"/>
                  <a:gd name="connsiteY17-39768" fmla="*/ 1939 h 4213"/>
                  <a:gd name="connsiteX18-39769" fmla="*/ 112 w 2254"/>
                  <a:gd name="connsiteY18-39770" fmla="*/ 2014 h 4213"/>
                  <a:gd name="connsiteX19-39771" fmla="*/ 0 w 2254"/>
                  <a:gd name="connsiteY19-39772" fmla="*/ 1890 h 4213"/>
                  <a:gd name="connsiteX20-39773" fmla="*/ 94 w 2254"/>
                  <a:gd name="connsiteY20-39774" fmla="*/ 1804 h 4213"/>
                  <a:gd name="connsiteX21-39775" fmla="*/ 98 w 2254"/>
                  <a:gd name="connsiteY21-39776" fmla="*/ 1634 h 4213"/>
                  <a:gd name="connsiteX22-39777" fmla="*/ 153 w 2254"/>
                  <a:gd name="connsiteY22-39778" fmla="*/ 1514 h 4213"/>
                  <a:gd name="connsiteX23-39779" fmla="*/ 196 w 2254"/>
                  <a:gd name="connsiteY23-39780" fmla="*/ 1306 h 4213"/>
                  <a:gd name="connsiteX24-39781" fmla="*/ 256 w 2254"/>
                  <a:gd name="connsiteY24-39782" fmla="*/ 1307 h 4213"/>
                  <a:gd name="connsiteX25-39783" fmla="*/ 579 w 2254"/>
                  <a:gd name="connsiteY25-39784" fmla="*/ 1286 h 4213"/>
                  <a:gd name="connsiteX26-39785" fmla="*/ 753 w 2254"/>
                  <a:gd name="connsiteY26-39786" fmla="*/ 1117 h 4213"/>
                  <a:gd name="connsiteX27-39787" fmla="*/ 822 w 2254"/>
                  <a:gd name="connsiteY27-39788" fmla="*/ 748 h 4213"/>
                  <a:gd name="connsiteX28-39789" fmla="*/ 932 w 2254"/>
                  <a:gd name="connsiteY28-39790" fmla="*/ 486 h 4213"/>
                  <a:gd name="connsiteX29-39791" fmla="*/ 930 w 2254"/>
                  <a:gd name="connsiteY29-39792" fmla="*/ 358 h 4213"/>
                  <a:gd name="connsiteX30-39793" fmla="*/ 917 w 2254"/>
                  <a:gd name="connsiteY30-39794" fmla="*/ 328 h 4213"/>
                  <a:gd name="connsiteX31-39795" fmla="*/ 850 w 2254"/>
                  <a:gd name="connsiteY31-39796" fmla="*/ 251 h 4213"/>
                  <a:gd name="connsiteX32-39797" fmla="*/ 790 w 2254"/>
                  <a:gd name="connsiteY32-39798" fmla="*/ 217 h 4213"/>
                  <a:gd name="connsiteX33-39799" fmla="*/ 915 w 2254"/>
                  <a:gd name="connsiteY33-39800" fmla="*/ 56 h 4213"/>
                  <a:gd name="connsiteX34-39801" fmla="*/ 1088 w 2254"/>
                  <a:gd name="connsiteY34-39802" fmla="*/ 2 h 4213"/>
                  <a:gd name="connsiteX35-39803" fmla="*/ 1120 w 2254"/>
                  <a:gd name="connsiteY35-39804" fmla="*/ 49 h 4213"/>
                  <a:gd name="connsiteX36-39805" fmla="*/ 1110 w 2254"/>
                  <a:gd name="connsiteY36-39806" fmla="*/ 133 h 4213"/>
                  <a:gd name="connsiteX37-39807" fmla="*/ 1049 w 2254"/>
                  <a:gd name="connsiteY37-39808" fmla="*/ 243 h 4213"/>
                  <a:gd name="connsiteX38-39809" fmla="*/ 1119 w 2254"/>
                  <a:gd name="connsiteY38-39810" fmla="*/ 301 h 4213"/>
                  <a:gd name="connsiteX39-39811" fmla="*/ 1233 w 2254"/>
                  <a:gd name="connsiteY39-39812" fmla="*/ 366 h 4213"/>
                  <a:gd name="connsiteX40-39813" fmla="*/ 1253 w 2254"/>
                  <a:gd name="connsiteY40-39814" fmla="*/ 255 h 4213"/>
                  <a:gd name="connsiteX41-39815" fmla="*/ 1387 w 2254"/>
                  <a:gd name="connsiteY41-39816" fmla="*/ 291 h 4213"/>
                  <a:gd name="connsiteX42-39817" fmla="*/ 1412 w 2254"/>
                  <a:gd name="connsiteY42-39818" fmla="*/ 331 h 4213"/>
                  <a:gd name="connsiteX43-39819" fmla="*/ 1488 w 2254"/>
                  <a:gd name="connsiteY43-39820" fmla="*/ 562 h 4213"/>
                  <a:gd name="connsiteX44-39821" fmla="*/ 1523 w 2254"/>
                  <a:gd name="connsiteY44-39822" fmla="*/ 586 h 4213"/>
                  <a:gd name="connsiteX45-39823" fmla="*/ 1615 w 2254"/>
                  <a:gd name="connsiteY45-39824" fmla="*/ 578 h 4213"/>
                  <a:gd name="connsiteX46-39825" fmla="*/ 1875 w 2254"/>
                  <a:gd name="connsiteY46-39826" fmla="*/ 490 h 4213"/>
                  <a:gd name="connsiteX47-39827" fmla="*/ 2095 w 2254"/>
                  <a:gd name="connsiteY47-39828" fmla="*/ 479 h 4213"/>
                  <a:gd name="connsiteX48-39829" fmla="*/ 2155 w 2254"/>
                  <a:gd name="connsiteY48-39830" fmla="*/ 648 h 4213"/>
                  <a:gd name="connsiteX49-39831" fmla="*/ 2073 w 2254"/>
                  <a:gd name="connsiteY49-39832" fmla="*/ 944 h 4213"/>
                  <a:gd name="connsiteX50-39833" fmla="*/ 2073 w 2254"/>
                  <a:gd name="connsiteY50-39834" fmla="*/ 1022 h 4213"/>
                  <a:gd name="connsiteX51-39835" fmla="*/ 2142 w 2254"/>
                  <a:gd name="connsiteY51-39836" fmla="*/ 1168 h 4213"/>
                  <a:gd name="connsiteX52-39837" fmla="*/ 2157 w 2254"/>
                  <a:gd name="connsiteY52-39838" fmla="*/ 1427 h 4213"/>
                  <a:gd name="connsiteX53-39839" fmla="*/ 2159 w 2254"/>
                  <a:gd name="connsiteY53-39840" fmla="*/ 1617 h 4213"/>
                  <a:gd name="connsiteX54-39841" fmla="*/ 2092 w 2254"/>
                  <a:gd name="connsiteY54-39842" fmla="*/ 1625 h 4213"/>
                  <a:gd name="connsiteX55-39843" fmla="*/ 2070 w 2254"/>
                  <a:gd name="connsiteY55-39844" fmla="*/ 1507 h 4213"/>
                  <a:gd name="connsiteX56-39845" fmla="*/ 2035 w 2254"/>
                  <a:gd name="connsiteY56-39846" fmla="*/ 1450 h 4213"/>
                  <a:gd name="connsiteX57-39847" fmla="*/ 1945 w 2254"/>
                  <a:gd name="connsiteY57-39848" fmla="*/ 1582 h 4213"/>
                  <a:gd name="connsiteX58-39849" fmla="*/ 1832 w 2254"/>
                  <a:gd name="connsiteY58-39850" fmla="*/ 1776 h 4213"/>
                  <a:gd name="connsiteX59-39851" fmla="*/ 1713 w 2254"/>
                  <a:gd name="connsiteY59-39852" fmla="*/ 1904 h 4213"/>
                  <a:gd name="connsiteX60-39853" fmla="*/ 1706 w 2254"/>
                  <a:gd name="connsiteY60-39854" fmla="*/ 2018 h 4213"/>
                  <a:gd name="connsiteX61-39855" fmla="*/ 1766 w 2254"/>
                  <a:gd name="connsiteY61-39856" fmla="*/ 2115 h 4213"/>
                  <a:gd name="connsiteX62-39857" fmla="*/ 1868 w 2254"/>
                  <a:gd name="connsiteY62-39858" fmla="*/ 2183 h 4213"/>
                  <a:gd name="connsiteX63-39859" fmla="*/ 1945 w 2254"/>
                  <a:gd name="connsiteY63-39860" fmla="*/ 2178 h 4213"/>
                  <a:gd name="connsiteX64-39861" fmla="*/ 1990 w 2254"/>
                  <a:gd name="connsiteY64-39862" fmla="*/ 2104 h 4213"/>
                  <a:gd name="connsiteX65-39863" fmla="*/ 2024 w 2254"/>
                  <a:gd name="connsiteY65-39864" fmla="*/ 2210 h 4213"/>
                  <a:gd name="connsiteX66-39865" fmla="*/ 1912 w 2254"/>
                  <a:gd name="connsiteY66-39866" fmla="*/ 2249 h 4213"/>
                  <a:gd name="connsiteX67-39867" fmla="*/ 1959 w 2254"/>
                  <a:gd name="connsiteY67-39868" fmla="*/ 2362 h 4213"/>
                  <a:gd name="connsiteX68-39869" fmla="*/ 1824 w 2254"/>
                  <a:gd name="connsiteY68-39870" fmla="*/ 2509 h 4213"/>
                  <a:gd name="connsiteX69-39871" fmla="*/ 1783 w 2254"/>
                  <a:gd name="connsiteY69-39872" fmla="*/ 2498 h 4213"/>
                  <a:gd name="connsiteX70-39873" fmla="*/ 1659 w 2254"/>
                  <a:gd name="connsiteY70-39874" fmla="*/ 2413 h 4213"/>
                  <a:gd name="connsiteX71-39875" fmla="*/ 1604 w 2254"/>
                  <a:gd name="connsiteY71-39876" fmla="*/ 2412 h 4213"/>
                  <a:gd name="connsiteX72-39877" fmla="*/ 1569 w 2254"/>
                  <a:gd name="connsiteY72-39878" fmla="*/ 2480 h 4213"/>
                  <a:gd name="connsiteX73-39879" fmla="*/ 1572 w 2254"/>
                  <a:gd name="connsiteY73-39880" fmla="*/ 2562 h 4213"/>
                  <a:gd name="connsiteX74-39881" fmla="*/ 1750 w 2254"/>
                  <a:gd name="connsiteY74-39882" fmla="*/ 2730 h 4213"/>
                  <a:gd name="connsiteX75-39883" fmla="*/ 1749 w 2254"/>
                  <a:gd name="connsiteY75-39884" fmla="*/ 2844 h 4213"/>
                  <a:gd name="connsiteX76-39885" fmla="*/ 1840 w 2254"/>
                  <a:gd name="connsiteY76-39886" fmla="*/ 3060 h 4213"/>
                  <a:gd name="connsiteX77-39887" fmla="*/ 1866 w 2254"/>
                  <a:gd name="connsiteY77-39888" fmla="*/ 3090 h 4213"/>
                  <a:gd name="connsiteX78-39889" fmla="*/ 1910 w 2254"/>
                  <a:gd name="connsiteY78-39890" fmla="*/ 3094 h 4213"/>
                  <a:gd name="connsiteX79-39891" fmla="*/ 1956 w 2254"/>
                  <a:gd name="connsiteY79-39892" fmla="*/ 3010 h 4213"/>
                  <a:gd name="connsiteX80-39893" fmla="*/ 2036 w 2254"/>
                  <a:gd name="connsiteY80-39894" fmla="*/ 2950 h 4213"/>
                  <a:gd name="connsiteX81-39895" fmla="*/ 2131 w 2254"/>
                  <a:gd name="connsiteY81-39896" fmla="*/ 3126 h 4213"/>
                  <a:gd name="connsiteX82-39897" fmla="*/ 2241 w 2254"/>
                  <a:gd name="connsiteY82-39898" fmla="*/ 3312 h 4213"/>
                  <a:gd name="connsiteX83-39899" fmla="*/ 2254 w 2254"/>
                  <a:gd name="connsiteY83-39900" fmla="*/ 3342 h 4213"/>
                  <a:gd name="connsiteX84-39901" fmla="*/ 2243 w 2254"/>
                  <a:gd name="connsiteY84-39902" fmla="*/ 3518 h 4213"/>
                  <a:gd name="connsiteX85-39903" fmla="*/ 2208 w 2254"/>
                  <a:gd name="connsiteY85-39904" fmla="*/ 3554 h 4213"/>
                  <a:gd name="connsiteX86-39905" fmla="*/ 2119 w 2254"/>
                  <a:gd name="connsiteY86-39906" fmla="*/ 3515 h 4213"/>
                  <a:gd name="connsiteX87-39907" fmla="*/ 1885 w 2254"/>
                  <a:gd name="connsiteY87-39908" fmla="*/ 3644 h 4213"/>
                  <a:gd name="connsiteX88-39909" fmla="*/ 1859 w 2254"/>
                  <a:gd name="connsiteY88-39910" fmla="*/ 3666 h 4213"/>
                  <a:gd name="connsiteX89-39911" fmla="*/ 1679 w 2254"/>
                  <a:gd name="connsiteY89-39912" fmla="*/ 3812 h 4213"/>
                  <a:gd name="connsiteX90-39913" fmla="*/ 1538 w 2254"/>
                  <a:gd name="connsiteY90-39914" fmla="*/ 3926 h 4213"/>
                  <a:gd name="connsiteX91-39915" fmla="*/ 1503 w 2254"/>
                  <a:gd name="connsiteY91-39916" fmla="*/ 3965 h 4213"/>
                  <a:gd name="connsiteX92-39917" fmla="*/ 1451 w 2254"/>
                  <a:gd name="connsiteY92-39918" fmla="*/ 3973 h 4213"/>
                  <a:gd name="connsiteX93-39919" fmla="*/ 1394 w 2254"/>
                  <a:gd name="connsiteY93-39920" fmla="*/ 3916 h 4213"/>
                  <a:gd name="connsiteX94-39921" fmla="*/ 1270 w 2254"/>
                  <a:gd name="connsiteY94-39922" fmla="*/ 3808 h 4213"/>
                  <a:gd name="connsiteX95-39923" fmla="*/ 1294 w 2254"/>
                  <a:gd name="connsiteY95-39924" fmla="*/ 4064 h 4213"/>
                  <a:gd name="connsiteX96-39925" fmla="*/ 1303 w 2254"/>
                  <a:gd name="connsiteY96-39926" fmla="*/ 4192 h 4213"/>
                  <a:gd name="connsiteX97-39927" fmla="*/ 1041 w 2254"/>
                  <a:gd name="connsiteY97-39928" fmla="*/ 4166 h 4213"/>
                  <a:gd name="connsiteX98-39929" fmla="*/ 959 w 2254"/>
                  <a:gd name="connsiteY98-39930" fmla="*/ 3987 h 4213"/>
                  <a:gd name="connsiteX99-39931" fmla="*/ 877 w 2254"/>
                  <a:gd name="connsiteY99-39932" fmla="*/ 3802 h 4213"/>
                  <a:gd name="connsiteX100-39933" fmla="*/ 798 w 2254"/>
                  <a:gd name="connsiteY100-39934" fmla="*/ 3734 h 4213"/>
                  <a:gd name="connsiteX101-39935" fmla="*/ 746 w 2254"/>
                  <a:gd name="connsiteY101-39936" fmla="*/ 3806 h 4213"/>
                  <a:gd name="connsiteX0-39937" fmla="*/ 746 w 2254"/>
                  <a:gd name="connsiteY0-39938" fmla="*/ 3806 h 4213"/>
                  <a:gd name="connsiteX1-39939" fmla="*/ 679 w 2254"/>
                  <a:gd name="connsiteY1-39940" fmla="*/ 3800 h 4213"/>
                  <a:gd name="connsiteX2-39941" fmla="*/ 695 w 2254"/>
                  <a:gd name="connsiteY2-39942" fmla="*/ 3662 h 4213"/>
                  <a:gd name="connsiteX3-39943" fmla="*/ 633 w 2254"/>
                  <a:gd name="connsiteY3-39944" fmla="*/ 3500 h 4213"/>
                  <a:gd name="connsiteX4-39945" fmla="*/ 742 w 2254"/>
                  <a:gd name="connsiteY4-39946" fmla="*/ 3280 h 4213"/>
                  <a:gd name="connsiteX5-39947" fmla="*/ 932 w 2254"/>
                  <a:gd name="connsiteY5-39948" fmla="*/ 3195 h 4213"/>
                  <a:gd name="connsiteX6-39949" fmla="*/ 968 w 2254"/>
                  <a:gd name="connsiteY6-39950" fmla="*/ 2962 h 4213"/>
                  <a:gd name="connsiteX7-39951" fmla="*/ 1068 w 2254"/>
                  <a:gd name="connsiteY7-39952" fmla="*/ 2333 h 4213"/>
                  <a:gd name="connsiteX8-39953" fmla="*/ 1066 w 2254"/>
                  <a:gd name="connsiteY8-39954" fmla="*/ 2117 h 4213"/>
                  <a:gd name="connsiteX9-39955" fmla="*/ 990 w 2254"/>
                  <a:gd name="connsiteY9-39956" fmla="*/ 2039 h 4213"/>
                  <a:gd name="connsiteX10-39957" fmla="*/ 847 w 2254"/>
                  <a:gd name="connsiteY10-39958" fmla="*/ 1951 h 4213"/>
                  <a:gd name="connsiteX11-39959" fmla="*/ 755 w 2254"/>
                  <a:gd name="connsiteY11-39960" fmla="*/ 1827 h 4213"/>
                  <a:gd name="connsiteX12-39961" fmla="*/ 659 w 2254"/>
                  <a:gd name="connsiteY12-39962" fmla="*/ 1828 h 4213"/>
                  <a:gd name="connsiteX13-39963" fmla="*/ 614 w 2254"/>
                  <a:gd name="connsiteY13-39964" fmla="*/ 1883 h 4213"/>
                  <a:gd name="connsiteX14-39965" fmla="*/ 521 w 2254"/>
                  <a:gd name="connsiteY14-39966" fmla="*/ 1877 h 4213"/>
                  <a:gd name="connsiteX15-39967" fmla="*/ 501 w 2254"/>
                  <a:gd name="connsiteY15-39968" fmla="*/ 1994 h 4213"/>
                  <a:gd name="connsiteX16-39969" fmla="*/ 320 w 2254"/>
                  <a:gd name="connsiteY16-39970" fmla="*/ 1941 h 4213"/>
                  <a:gd name="connsiteX17-39971" fmla="*/ 237 w 2254"/>
                  <a:gd name="connsiteY17-39972" fmla="*/ 1939 h 4213"/>
                  <a:gd name="connsiteX18-39973" fmla="*/ 112 w 2254"/>
                  <a:gd name="connsiteY18-39974" fmla="*/ 2014 h 4213"/>
                  <a:gd name="connsiteX19-39975" fmla="*/ 0 w 2254"/>
                  <a:gd name="connsiteY19-39976" fmla="*/ 1890 h 4213"/>
                  <a:gd name="connsiteX20-39977" fmla="*/ 94 w 2254"/>
                  <a:gd name="connsiteY20-39978" fmla="*/ 1804 h 4213"/>
                  <a:gd name="connsiteX21-39979" fmla="*/ 98 w 2254"/>
                  <a:gd name="connsiteY21-39980" fmla="*/ 1634 h 4213"/>
                  <a:gd name="connsiteX22-39981" fmla="*/ 153 w 2254"/>
                  <a:gd name="connsiteY22-39982" fmla="*/ 1514 h 4213"/>
                  <a:gd name="connsiteX23-39983" fmla="*/ 196 w 2254"/>
                  <a:gd name="connsiteY23-39984" fmla="*/ 1306 h 4213"/>
                  <a:gd name="connsiteX24-39985" fmla="*/ 256 w 2254"/>
                  <a:gd name="connsiteY24-39986" fmla="*/ 1307 h 4213"/>
                  <a:gd name="connsiteX25-39987" fmla="*/ 579 w 2254"/>
                  <a:gd name="connsiteY25-39988" fmla="*/ 1286 h 4213"/>
                  <a:gd name="connsiteX26-39989" fmla="*/ 753 w 2254"/>
                  <a:gd name="connsiteY26-39990" fmla="*/ 1117 h 4213"/>
                  <a:gd name="connsiteX27-39991" fmla="*/ 822 w 2254"/>
                  <a:gd name="connsiteY27-39992" fmla="*/ 748 h 4213"/>
                  <a:gd name="connsiteX28-39993" fmla="*/ 932 w 2254"/>
                  <a:gd name="connsiteY28-39994" fmla="*/ 486 h 4213"/>
                  <a:gd name="connsiteX29-39995" fmla="*/ 930 w 2254"/>
                  <a:gd name="connsiteY29-39996" fmla="*/ 358 h 4213"/>
                  <a:gd name="connsiteX30-39997" fmla="*/ 917 w 2254"/>
                  <a:gd name="connsiteY30-39998" fmla="*/ 328 h 4213"/>
                  <a:gd name="connsiteX31-39999" fmla="*/ 850 w 2254"/>
                  <a:gd name="connsiteY31-40000" fmla="*/ 251 h 4213"/>
                  <a:gd name="connsiteX32-40001" fmla="*/ 790 w 2254"/>
                  <a:gd name="connsiteY32-40002" fmla="*/ 217 h 4213"/>
                  <a:gd name="connsiteX33-40003" fmla="*/ 915 w 2254"/>
                  <a:gd name="connsiteY33-40004" fmla="*/ 56 h 4213"/>
                  <a:gd name="connsiteX34-40005" fmla="*/ 1088 w 2254"/>
                  <a:gd name="connsiteY34-40006" fmla="*/ 2 h 4213"/>
                  <a:gd name="connsiteX35-40007" fmla="*/ 1120 w 2254"/>
                  <a:gd name="connsiteY35-40008" fmla="*/ 49 h 4213"/>
                  <a:gd name="connsiteX36-40009" fmla="*/ 1110 w 2254"/>
                  <a:gd name="connsiteY36-40010" fmla="*/ 133 h 4213"/>
                  <a:gd name="connsiteX37-40011" fmla="*/ 1049 w 2254"/>
                  <a:gd name="connsiteY37-40012" fmla="*/ 243 h 4213"/>
                  <a:gd name="connsiteX38-40013" fmla="*/ 1119 w 2254"/>
                  <a:gd name="connsiteY38-40014" fmla="*/ 301 h 4213"/>
                  <a:gd name="connsiteX39-40015" fmla="*/ 1233 w 2254"/>
                  <a:gd name="connsiteY39-40016" fmla="*/ 366 h 4213"/>
                  <a:gd name="connsiteX40-40017" fmla="*/ 1253 w 2254"/>
                  <a:gd name="connsiteY40-40018" fmla="*/ 255 h 4213"/>
                  <a:gd name="connsiteX41-40019" fmla="*/ 1387 w 2254"/>
                  <a:gd name="connsiteY41-40020" fmla="*/ 291 h 4213"/>
                  <a:gd name="connsiteX42-40021" fmla="*/ 1412 w 2254"/>
                  <a:gd name="connsiteY42-40022" fmla="*/ 331 h 4213"/>
                  <a:gd name="connsiteX43-40023" fmla="*/ 1488 w 2254"/>
                  <a:gd name="connsiteY43-40024" fmla="*/ 562 h 4213"/>
                  <a:gd name="connsiteX44-40025" fmla="*/ 1523 w 2254"/>
                  <a:gd name="connsiteY44-40026" fmla="*/ 586 h 4213"/>
                  <a:gd name="connsiteX45-40027" fmla="*/ 1615 w 2254"/>
                  <a:gd name="connsiteY45-40028" fmla="*/ 578 h 4213"/>
                  <a:gd name="connsiteX46-40029" fmla="*/ 1875 w 2254"/>
                  <a:gd name="connsiteY46-40030" fmla="*/ 490 h 4213"/>
                  <a:gd name="connsiteX47-40031" fmla="*/ 2095 w 2254"/>
                  <a:gd name="connsiteY47-40032" fmla="*/ 479 h 4213"/>
                  <a:gd name="connsiteX48-40033" fmla="*/ 2155 w 2254"/>
                  <a:gd name="connsiteY48-40034" fmla="*/ 648 h 4213"/>
                  <a:gd name="connsiteX49-40035" fmla="*/ 2073 w 2254"/>
                  <a:gd name="connsiteY49-40036" fmla="*/ 944 h 4213"/>
                  <a:gd name="connsiteX50-40037" fmla="*/ 2073 w 2254"/>
                  <a:gd name="connsiteY50-40038" fmla="*/ 1022 h 4213"/>
                  <a:gd name="connsiteX51-40039" fmla="*/ 2142 w 2254"/>
                  <a:gd name="connsiteY51-40040" fmla="*/ 1168 h 4213"/>
                  <a:gd name="connsiteX52-40041" fmla="*/ 2157 w 2254"/>
                  <a:gd name="connsiteY52-40042" fmla="*/ 1427 h 4213"/>
                  <a:gd name="connsiteX53-40043" fmla="*/ 2159 w 2254"/>
                  <a:gd name="connsiteY53-40044" fmla="*/ 1617 h 4213"/>
                  <a:gd name="connsiteX54-40045" fmla="*/ 2092 w 2254"/>
                  <a:gd name="connsiteY54-40046" fmla="*/ 1625 h 4213"/>
                  <a:gd name="connsiteX55-40047" fmla="*/ 2070 w 2254"/>
                  <a:gd name="connsiteY55-40048" fmla="*/ 1507 h 4213"/>
                  <a:gd name="connsiteX56-40049" fmla="*/ 2035 w 2254"/>
                  <a:gd name="connsiteY56-40050" fmla="*/ 1450 h 4213"/>
                  <a:gd name="connsiteX57-40051" fmla="*/ 1945 w 2254"/>
                  <a:gd name="connsiteY57-40052" fmla="*/ 1582 h 4213"/>
                  <a:gd name="connsiteX58-40053" fmla="*/ 1832 w 2254"/>
                  <a:gd name="connsiteY58-40054" fmla="*/ 1776 h 4213"/>
                  <a:gd name="connsiteX59-40055" fmla="*/ 1713 w 2254"/>
                  <a:gd name="connsiteY59-40056" fmla="*/ 1904 h 4213"/>
                  <a:gd name="connsiteX60-40057" fmla="*/ 1706 w 2254"/>
                  <a:gd name="connsiteY60-40058" fmla="*/ 2018 h 4213"/>
                  <a:gd name="connsiteX61-40059" fmla="*/ 1766 w 2254"/>
                  <a:gd name="connsiteY61-40060" fmla="*/ 2115 h 4213"/>
                  <a:gd name="connsiteX62-40061" fmla="*/ 1868 w 2254"/>
                  <a:gd name="connsiteY62-40062" fmla="*/ 2183 h 4213"/>
                  <a:gd name="connsiteX63-40063" fmla="*/ 1945 w 2254"/>
                  <a:gd name="connsiteY63-40064" fmla="*/ 2178 h 4213"/>
                  <a:gd name="connsiteX64-40065" fmla="*/ 1990 w 2254"/>
                  <a:gd name="connsiteY64-40066" fmla="*/ 2104 h 4213"/>
                  <a:gd name="connsiteX65-40067" fmla="*/ 2024 w 2254"/>
                  <a:gd name="connsiteY65-40068" fmla="*/ 2210 h 4213"/>
                  <a:gd name="connsiteX66-40069" fmla="*/ 1912 w 2254"/>
                  <a:gd name="connsiteY66-40070" fmla="*/ 2249 h 4213"/>
                  <a:gd name="connsiteX67-40071" fmla="*/ 1959 w 2254"/>
                  <a:gd name="connsiteY67-40072" fmla="*/ 2362 h 4213"/>
                  <a:gd name="connsiteX68-40073" fmla="*/ 1824 w 2254"/>
                  <a:gd name="connsiteY68-40074" fmla="*/ 2509 h 4213"/>
                  <a:gd name="connsiteX69-40075" fmla="*/ 1783 w 2254"/>
                  <a:gd name="connsiteY69-40076" fmla="*/ 2498 h 4213"/>
                  <a:gd name="connsiteX70-40077" fmla="*/ 1659 w 2254"/>
                  <a:gd name="connsiteY70-40078" fmla="*/ 2413 h 4213"/>
                  <a:gd name="connsiteX71-40079" fmla="*/ 1604 w 2254"/>
                  <a:gd name="connsiteY71-40080" fmla="*/ 2412 h 4213"/>
                  <a:gd name="connsiteX72-40081" fmla="*/ 1569 w 2254"/>
                  <a:gd name="connsiteY72-40082" fmla="*/ 2480 h 4213"/>
                  <a:gd name="connsiteX73-40083" fmla="*/ 1572 w 2254"/>
                  <a:gd name="connsiteY73-40084" fmla="*/ 2562 h 4213"/>
                  <a:gd name="connsiteX74-40085" fmla="*/ 1750 w 2254"/>
                  <a:gd name="connsiteY74-40086" fmla="*/ 2730 h 4213"/>
                  <a:gd name="connsiteX75-40087" fmla="*/ 1749 w 2254"/>
                  <a:gd name="connsiteY75-40088" fmla="*/ 2844 h 4213"/>
                  <a:gd name="connsiteX76-40089" fmla="*/ 1840 w 2254"/>
                  <a:gd name="connsiteY76-40090" fmla="*/ 3060 h 4213"/>
                  <a:gd name="connsiteX77-40091" fmla="*/ 1866 w 2254"/>
                  <a:gd name="connsiteY77-40092" fmla="*/ 3090 h 4213"/>
                  <a:gd name="connsiteX78-40093" fmla="*/ 1910 w 2254"/>
                  <a:gd name="connsiteY78-40094" fmla="*/ 3094 h 4213"/>
                  <a:gd name="connsiteX79-40095" fmla="*/ 1956 w 2254"/>
                  <a:gd name="connsiteY79-40096" fmla="*/ 3010 h 4213"/>
                  <a:gd name="connsiteX80-40097" fmla="*/ 2036 w 2254"/>
                  <a:gd name="connsiteY80-40098" fmla="*/ 2950 h 4213"/>
                  <a:gd name="connsiteX81-40099" fmla="*/ 2131 w 2254"/>
                  <a:gd name="connsiteY81-40100" fmla="*/ 3126 h 4213"/>
                  <a:gd name="connsiteX82-40101" fmla="*/ 2241 w 2254"/>
                  <a:gd name="connsiteY82-40102" fmla="*/ 3312 h 4213"/>
                  <a:gd name="connsiteX83-40103" fmla="*/ 2254 w 2254"/>
                  <a:gd name="connsiteY83-40104" fmla="*/ 3342 h 4213"/>
                  <a:gd name="connsiteX84-40105" fmla="*/ 2243 w 2254"/>
                  <a:gd name="connsiteY84-40106" fmla="*/ 3518 h 4213"/>
                  <a:gd name="connsiteX85-40107" fmla="*/ 2208 w 2254"/>
                  <a:gd name="connsiteY85-40108" fmla="*/ 3554 h 4213"/>
                  <a:gd name="connsiteX86-40109" fmla="*/ 2119 w 2254"/>
                  <a:gd name="connsiteY86-40110" fmla="*/ 3515 h 4213"/>
                  <a:gd name="connsiteX87-40111" fmla="*/ 1885 w 2254"/>
                  <a:gd name="connsiteY87-40112" fmla="*/ 3644 h 4213"/>
                  <a:gd name="connsiteX88-40113" fmla="*/ 1859 w 2254"/>
                  <a:gd name="connsiteY88-40114" fmla="*/ 3666 h 4213"/>
                  <a:gd name="connsiteX89-40115" fmla="*/ 1679 w 2254"/>
                  <a:gd name="connsiteY89-40116" fmla="*/ 3812 h 4213"/>
                  <a:gd name="connsiteX90-40117" fmla="*/ 1538 w 2254"/>
                  <a:gd name="connsiteY90-40118" fmla="*/ 3926 h 4213"/>
                  <a:gd name="connsiteX91-40119" fmla="*/ 1503 w 2254"/>
                  <a:gd name="connsiteY91-40120" fmla="*/ 3965 h 4213"/>
                  <a:gd name="connsiteX92-40121" fmla="*/ 1451 w 2254"/>
                  <a:gd name="connsiteY92-40122" fmla="*/ 3973 h 4213"/>
                  <a:gd name="connsiteX93-40123" fmla="*/ 1394 w 2254"/>
                  <a:gd name="connsiteY93-40124" fmla="*/ 3916 h 4213"/>
                  <a:gd name="connsiteX94-40125" fmla="*/ 1270 w 2254"/>
                  <a:gd name="connsiteY94-40126" fmla="*/ 3808 h 4213"/>
                  <a:gd name="connsiteX95-40127" fmla="*/ 1294 w 2254"/>
                  <a:gd name="connsiteY95-40128" fmla="*/ 4064 h 4213"/>
                  <a:gd name="connsiteX96-40129" fmla="*/ 1303 w 2254"/>
                  <a:gd name="connsiteY96-40130" fmla="*/ 4192 h 4213"/>
                  <a:gd name="connsiteX97-40131" fmla="*/ 1041 w 2254"/>
                  <a:gd name="connsiteY97-40132" fmla="*/ 4166 h 4213"/>
                  <a:gd name="connsiteX98-40133" fmla="*/ 959 w 2254"/>
                  <a:gd name="connsiteY98-40134" fmla="*/ 3987 h 4213"/>
                  <a:gd name="connsiteX99-40135" fmla="*/ 877 w 2254"/>
                  <a:gd name="connsiteY99-40136" fmla="*/ 3802 h 4213"/>
                  <a:gd name="connsiteX100-40137" fmla="*/ 798 w 2254"/>
                  <a:gd name="connsiteY100-40138" fmla="*/ 3734 h 4213"/>
                  <a:gd name="connsiteX101-40139" fmla="*/ 746 w 2254"/>
                  <a:gd name="connsiteY101-40140" fmla="*/ 3806 h 4213"/>
                  <a:gd name="connsiteX0-40141" fmla="*/ 746 w 2254"/>
                  <a:gd name="connsiteY0-40142" fmla="*/ 3806 h 4213"/>
                  <a:gd name="connsiteX1-40143" fmla="*/ 679 w 2254"/>
                  <a:gd name="connsiteY1-40144" fmla="*/ 3800 h 4213"/>
                  <a:gd name="connsiteX2-40145" fmla="*/ 695 w 2254"/>
                  <a:gd name="connsiteY2-40146" fmla="*/ 3662 h 4213"/>
                  <a:gd name="connsiteX3-40147" fmla="*/ 633 w 2254"/>
                  <a:gd name="connsiteY3-40148" fmla="*/ 3500 h 4213"/>
                  <a:gd name="connsiteX4-40149" fmla="*/ 742 w 2254"/>
                  <a:gd name="connsiteY4-40150" fmla="*/ 3280 h 4213"/>
                  <a:gd name="connsiteX5-40151" fmla="*/ 932 w 2254"/>
                  <a:gd name="connsiteY5-40152" fmla="*/ 3195 h 4213"/>
                  <a:gd name="connsiteX6-40153" fmla="*/ 968 w 2254"/>
                  <a:gd name="connsiteY6-40154" fmla="*/ 2962 h 4213"/>
                  <a:gd name="connsiteX7-40155" fmla="*/ 1068 w 2254"/>
                  <a:gd name="connsiteY7-40156" fmla="*/ 2333 h 4213"/>
                  <a:gd name="connsiteX8-40157" fmla="*/ 1066 w 2254"/>
                  <a:gd name="connsiteY8-40158" fmla="*/ 2117 h 4213"/>
                  <a:gd name="connsiteX9-40159" fmla="*/ 990 w 2254"/>
                  <a:gd name="connsiteY9-40160" fmla="*/ 2039 h 4213"/>
                  <a:gd name="connsiteX10-40161" fmla="*/ 847 w 2254"/>
                  <a:gd name="connsiteY10-40162" fmla="*/ 1951 h 4213"/>
                  <a:gd name="connsiteX11-40163" fmla="*/ 755 w 2254"/>
                  <a:gd name="connsiteY11-40164" fmla="*/ 1827 h 4213"/>
                  <a:gd name="connsiteX12-40165" fmla="*/ 659 w 2254"/>
                  <a:gd name="connsiteY12-40166" fmla="*/ 1828 h 4213"/>
                  <a:gd name="connsiteX13-40167" fmla="*/ 614 w 2254"/>
                  <a:gd name="connsiteY13-40168" fmla="*/ 1883 h 4213"/>
                  <a:gd name="connsiteX14-40169" fmla="*/ 521 w 2254"/>
                  <a:gd name="connsiteY14-40170" fmla="*/ 1877 h 4213"/>
                  <a:gd name="connsiteX15-40171" fmla="*/ 501 w 2254"/>
                  <a:gd name="connsiteY15-40172" fmla="*/ 1994 h 4213"/>
                  <a:gd name="connsiteX16-40173" fmla="*/ 320 w 2254"/>
                  <a:gd name="connsiteY16-40174" fmla="*/ 1941 h 4213"/>
                  <a:gd name="connsiteX17-40175" fmla="*/ 237 w 2254"/>
                  <a:gd name="connsiteY17-40176" fmla="*/ 1939 h 4213"/>
                  <a:gd name="connsiteX18-40177" fmla="*/ 112 w 2254"/>
                  <a:gd name="connsiteY18-40178" fmla="*/ 2014 h 4213"/>
                  <a:gd name="connsiteX19-40179" fmla="*/ 0 w 2254"/>
                  <a:gd name="connsiteY19-40180" fmla="*/ 1890 h 4213"/>
                  <a:gd name="connsiteX20-40181" fmla="*/ 94 w 2254"/>
                  <a:gd name="connsiteY20-40182" fmla="*/ 1804 h 4213"/>
                  <a:gd name="connsiteX21-40183" fmla="*/ 98 w 2254"/>
                  <a:gd name="connsiteY21-40184" fmla="*/ 1634 h 4213"/>
                  <a:gd name="connsiteX22-40185" fmla="*/ 153 w 2254"/>
                  <a:gd name="connsiteY22-40186" fmla="*/ 1514 h 4213"/>
                  <a:gd name="connsiteX23-40187" fmla="*/ 196 w 2254"/>
                  <a:gd name="connsiteY23-40188" fmla="*/ 1306 h 4213"/>
                  <a:gd name="connsiteX24-40189" fmla="*/ 256 w 2254"/>
                  <a:gd name="connsiteY24-40190" fmla="*/ 1307 h 4213"/>
                  <a:gd name="connsiteX25-40191" fmla="*/ 579 w 2254"/>
                  <a:gd name="connsiteY25-40192" fmla="*/ 1286 h 4213"/>
                  <a:gd name="connsiteX26-40193" fmla="*/ 753 w 2254"/>
                  <a:gd name="connsiteY26-40194" fmla="*/ 1117 h 4213"/>
                  <a:gd name="connsiteX27-40195" fmla="*/ 822 w 2254"/>
                  <a:gd name="connsiteY27-40196" fmla="*/ 748 h 4213"/>
                  <a:gd name="connsiteX28-40197" fmla="*/ 932 w 2254"/>
                  <a:gd name="connsiteY28-40198" fmla="*/ 486 h 4213"/>
                  <a:gd name="connsiteX29-40199" fmla="*/ 930 w 2254"/>
                  <a:gd name="connsiteY29-40200" fmla="*/ 358 h 4213"/>
                  <a:gd name="connsiteX30-40201" fmla="*/ 917 w 2254"/>
                  <a:gd name="connsiteY30-40202" fmla="*/ 328 h 4213"/>
                  <a:gd name="connsiteX31-40203" fmla="*/ 850 w 2254"/>
                  <a:gd name="connsiteY31-40204" fmla="*/ 251 h 4213"/>
                  <a:gd name="connsiteX32-40205" fmla="*/ 790 w 2254"/>
                  <a:gd name="connsiteY32-40206" fmla="*/ 217 h 4213"/>
                  <a:gd name="connsiteX33-40207" fmla="*/ 915 w 2254"/>
                  <a:gd name="connsiteY33-40208" fmla="*/ 56 h 4213"/>
                  <a:gd name="connsiteX34-40209" fmla="*/ 1088 w 2254"/>
                  <a:gd name="connsiteY34-40210" fmla="*/ 2 h 4213"/>
                  <a:gd name="connsiteX35-40211" fmla="*/ 1120 w 2254"/>
                  <a:gd name="connsiteY35-40212" fmla="*/ 49 h 4213"/>
                  <a:gd name="connsiteX36-40213" fmla="*/ 1110 w 2254"/>
                  <a:gd name="connsiteY36-40214" fmla="*/ 133 h 4213"/>
                  <a:gd name="connsiteX37-40215" fmla="*/ 1049 w 2254"/>
                  <a:gd name="connsiteY37-40216" fmla="*/ 243 h 4213"/>
                  <a:gd name="connsiteX38-40217" fmla="*/ 1119 w 2254"/>
                  <a:gd name="connsiteY38-40218" fmla="*/ 301 h 4213"/>
                  <a:gd name="connsiteX39-40219" fmla="*/ 1233 w 2254"/>
                  <a:gd name="connsiteY39-40220" fmla="*/ 366 h 4213"/>
                  <a:gd name="connsiteX40-40221" fmla="*/ 1253 w 2254"/>
                  <a:gd name="connsiteY40-40222" fmla="*/ 255 h 4213"/>
                  <a:gd name="connsiteX41-40223" fmla="*/ 1387 w 2254"/>
                  <a:gd name="connsiteY41-40224" fmla="*/ 291 h 4213"/>
                  <a:gd name="connsiteX42-40225" fmla="*/ 1412 w 2254"/>
                  <a:gd name="connsiteY42-40226" fmla="*/ 331 h 4213"/>
                  <a:gd name="connsiteX43-40227" fmla="*/ 1488 w 2254"/>
                  <a:gd name="connsiteY43-40228" fmla="*/ 562 h 4213"/>
                  <a:gd name="connsiteX44-40229" fmla="*/ 1523 w 2254"/>
                  <a:gd name="connsiteY44-40230" fmla="*/ 586 h 4213"/>
                  <a:gd name="connsiteX45-40231" fmla="*/ 1615 w 2254"/>
                  <a:gd name="connsiteY45-40232" fmla="*/ 578 h 4213"/>
                  <a:gd name="connsiteX46-40233" fmla="*/ 1875 w 2254"/>
                  <a:gd name="connsiteY46-40234" fmla="*/ 490 h 4213"/>
                  <a:gd name="connsiteX47-40235" fmla="*/ 2095 w 2254"/>
                  <a:gd name="connsiteY47-40236" fmla="*/ 479 h 4213"/>
                  <a:gd name="connsiteX48-40237" fmla="*/ 2155 w 2254"/>
                  <a:gd name="connsiteY48-40238" fmla="*/ 648 h 4213"/>
                  <a:gd name="connsiteX49-40239" fmla="*/ 2073 w 2254"/>
                  <a:gd name="connsiteY49-40240" fmla="*/ 944 h 4213"/>
                  <a:gd name="connsiteX50-40241" fmla="*/ 2073 w 2254"/>
                  <a:gd name="connsiteY50-40242" fmla="*/ 1022 h 4213"/>
                  <a:gd name="connsiteX51-40243" fmla="*/ 2142 w 2254"/>
                  <a:gd name="connsiteY51-40244" fmla="*/ 1168 h 4213"/>
                  <a:gd name="connsiteX52-40245" fmla="*/ 2157 w 2254"/>
                  <a:gd name="connsiteY52-40246" fmla="*/ 1427 h 4213"/>
                  <a:gd name="connsiteX53-40247" fmla="*/ 2159 w 2254"/>
                  <a:gd name="connsiteY53-40248" fmla="*/ 1617 h 4213"/>
                  <a:gd name="connsiteX54-40249" fmla="*/ 2092 w 2254"/>
                  <a:gd name="connsiteY54-40250" fmla="*/ 1625 h 4213"/>
                  <a:gd name="connsiteX55-40251" fmla="*/ 2070 w 2254"/>
                  <a:gd name="connsiteY55-40252" fmla="*/ 1507 h 4213"/>
                  <a:gd name="connsiteX56-40253" fmla="*/ 2035 w 2254"/>
                  <a:gd name="connsiteY56-40254" fmla="*/ 1450 h 4213"/>
                  <a:gd name="connsiteX57-40255" fmla="*/ 1945 w 2254"/>
                  <a:gd name="connsiteY57-40256" fmla="*/ 1582 h 4213"/>
                  <a:gd name="connsiteX58-40257" fmla="*/ 1832 w 2254"/>
                  <a:gd name="connsiteY58-40258" fmla="*/ 1776 h 4213"/>
                  <a:gd name="connsiteX59-40259" fmla="*/ 1713 w 2254"/>
                  <a:gd name="connsiteY59-40260" fmla="*/ 1904 h 4213"/>
                  <a:gd name="connsiteX60-40261" fmla="*/ 1706 w 2254"/>
                  <a:gd name="connsiteY60-40262" fmla="*/ 2018 h 4213"/>
                  <a:gd name="connsiteX61-40263" fmla="*/ 1766 w 2254"/>
                  <a:gd name="connsiteY61-40264" fmla="*/ 2115 h 4213"/>
                  <a:gd name="connsiteX62-40265" fmla="*/ 1868 w 2254"/>
                  <a:gd name="connsiteY62-40266" fmla="*/ 2183 h 4213"/>
                  <a:gd name="connsiteX63-40267" fmla="*/ 1945 w 2254"/>
                  <a:gd name="connsiteY63-40268" fmla="*/ 2178 h 4213"/>
                  <a:gd name="connsiteX64-40269" fmla="*/ 1990 w 2254"/>
                  <a:gd name="connsiteY64-40270" fmla="*/ 2104 h 4213"/>
                  <a:gd name="connsiteX65-40271" fmla="*/ 2024 w 2254"/>
                  <a:gd name="connsiteY65-40272" fmla="*/ 2210 h 4213"/>
                  <a:gd name="connsiteX66-40273" fmla="*/ 1912 w 2254"/>
                  <a:gd name="connsiteY66-40274" fmla="*/ 2249 h 4213"/>
                  <a:gd name="connsiteX67-40275" fmla="*/ 1959 w 2254"/>
                  <a:gd name="connsiteY67-40276" fmla="*/ 2362 h 4213"/>
                  <a:gd name="connsiteX68-40277" fmla="*/ 1824 w 2254"/>
                  <a:gd name="connsiteY68-40278" fmla="*/ 2509 h 4213"/>
                  <a:gd name="connsiteX69-40279" fmla="*/ 1783 w 2254"/>
                  <a:gd name="connsiteY69-40280" fmla="*/ 2498 h 4213"/>
                  <a:gd name="connsiteX70-40281" fmla="*/ 1659 w 2254"/>
                  <a:gd name="connsiteY70-40282" fmla="*/ 2413 h 4213"/>
                  <a:gd name="connsiteX71-40283" fmla="*/ 1604 w 2254"/>
                  <a:gd name="connsiteY71-40284" fmla="*/ 2412 h 4213"/>
                  <a:gd name="connsiteX72-40285" fmla="*/ 1569 w 2254"/>
                  <a:gd name="connsiteY72-40286" fmla="*/ 2480 h 4213"/>
                  <a:gd name="connsiteX73-40287" fmla="*/ 1572 w 2254"/>
                  <a:gd name="connsiteY73-40288" fmla="*/ 2562 h 4213"/>
                  <a:gd name="connsiteX74-40289" fmla="*/ 1750 w 2254"/>
                  <a:gd name="connsiteY74-40290" fmla="*/ 2730 h 4213"/>
                  <a:gd name="connsiteX75-40291" fmla="*/ 1749 w 2254"/>
                  <a:gd name="connsiteY75-40292" fmla="*/ 2844 h 4213"/>
                  <a:gd name="connsiteX76-40293" fmla="*/ 1840 w 2254"/>
                  <a:gd name="connsiteY76-40294" fmla="*/ 3060 h 4213"/>
                  <a:gd name="connsiteX77-40295" fmla="*/ 1866 w 2254"/>
                  <a:gd name="connsiteY77-40296" fmla="*/ 3090 h 4213"/>
                  <a:gd name="connsiteX78-40297" fmla="*/ 1910 w 2254"/>
                  <a:gd name="connsiteY78-40298" fmla="*/ 3094 h 4213"/>
                  <a:gd name="connsiteX79-40299" fmla="*/ 1956 w 2254"/>
                  <a:gd name="connsiteY79-40300" fmla="*/ 3010 h 4213"/>
                  <a:gd name="connsiteX80-40301" fmla="*/ 2036 w 2254"/>
                  <a:gd name="connsiteY80-40302" fmla="*/ 2950 h 4213"/>
                  <a:gd name="connsiteX81-40303" fmla="*/ 2131 w 2254"/>
                  <a:gd name="connsiteY81-40304" fmla="*/ 3126 h 4213"/>
                  <a:gd name="connsiteX82-40305" fmla="*/ 2241 w 2254"/>
                  <a:gd name="connsiteY82-40306" fmla="*/ 3312 h 4213"/>
                  <a:gd name="connsiteX83-40307" fmla="*/ 2254 w 2254"/>
                  <a:gd name="connsiteY83-40308" fmla="*/ 3342 h 4213"/>
                  <a:gd name="connsiteX84-40309" fmla="*/ 2243 w 2254"/>
                  <a:gd name="connsiteY84-40310" fmla="*/ 3518 h 4213"/>
                  <a:gd name="connsiteX85-40311" fmla="*/ 2208 w 2254"/>
                  <a:gd name="connsiteY85-40312" fmla="*/ 3554 h 4213"/>
                  <a:gd name="connsiteX86-40313" fmla="*/ 2119 w 2254"/>
                  <a:gd name="connsiteY86-40314" fmla="*/ 3515 h 4213"/>
                  <a:gd name="connsiteX87-40315" fmla="*/ 1885 w 2254"/>
                  <a:gd name="connsiteY87-40316" fmla="*/ 3644 h 4213"/>
                  <a:gd name="connsiteX88-40317" fmla="*/ 1859 w 2254"/>
                  <a:gd name="connsiteY88-40318" fmla="*/ 3666 h 4213"/>
                  <a:gd name="connsiteX89-40319" fmla="*/ 1679 w 2254"/>
                  <a:gd name="connsiteY89-40320" fmla="*/ 3812 h 4213"/>
                  <a:gd name="connsiteX90-40321" fmla="*/ 1538 w 2254"/>
                  <a:gd name="connsiteY90-40322" fmla="*/ 3926 h 4213"/>
                  <a:gd name="connsiteX91-40323" fmla="*/ 1503 w 2254"/>
                  <a:gd name="connsiteY91-40324" fmla="*/ 3965 h 4213"/>
                  <a:gd name="connsiteX92-40325" fmla="*/ 1451 w 2254"/>
                  <a:gd name="connsiteY92-40326" fmla="*/ 3973 h 4213"/>
                  <a:gd name="connsiteX93-40327" fmla="*/ 1394 w 2254"/>
                  <a:gd name="connsiteY93-40328" fmla="*/ 3916 h 4213"/>
                  <a:gd name="connsiteX94-40329" fmla="*/ 1270 w 2254"/>
                  <a:gd name="connsiteY94-40330" fmla="*/ 3808 h 4213"/>
                  <a:gd name="connsiteX95-40331" fmla="*/ 1294 w 2254"/>
                  <a:gd name="connsiteY95-40332" fmla="*/ 4064 h 4213"/>
                  <a:gd name="connsiteX96-40333" fmla="*/ 1303 w 2254"/>
                  <a:gd name="connsiteY96-40334" fmla="*/ 4192 h 4213"/>
                  <a:gd name="connsiteX97-40335" fmla="*/ 1041 w 2254"/>
                  <a:gd name="connsiteY97-40336" fmla="*/ 4166 h 4213"/>
                  <a:gd name="connsiteX98-40337" fmla="*/ 959 w 2254"/>
                  <a:gd name="connsiteY98-40338" fmla="*/ 3987 h 4213"/>
                  <a:gd name="connsiteX99-40339" fmla="*/ 877 w 2254"/>
                  <a:gd name="connsiteY99-40340" fmla="*/ 3802 h 4213"/>
                  <a:gd name="connsiteX100-40341" fmla="*/ 798 w 2254"/>
                  <a:gd name="connsiteY100-40342" fmla="*/ 3734 h 4213"/>
                  <a:gd name="connsiteX101-40343" fmla="*/ 746 w 2254"/>
                  <a:gd name="connsiteY101-40344" fmla="*/ 3806 h 4213"/>
                  <a:gd name="connsiteX0-40345" fmla="*/ 798 w 2254"/>
                  <a:gd name="connsiteY0-40346" fmla="*/ 3734 h 4213"/>
                  <a:gd name="connsiteX1-40347" fmla="*/ 679 w 2254"/>
                  <a:gd name="connsiteY1-40348" fmla="*/ 3800 h 4213"/>
                  <a:gd name="connsiteX2-40349" fmla="*/ 695 w 2254"/>
                  <a:gd name="connsiteY2-40350" fmla="*/ 3662 h 4213"/>
                  <a:gd name="connsiteX3-40351" fmla="*/ 633 w 2254"/>
                  <a:gd name="connsiteY3-40352" fmla="*/ 3500 h 4213"/>
                  <a:gd name="connsiteX4-40353" fmla="*/ 742 w 2254"/>
                  <a:gd name="connsiteY4-40354" fmla="*/ 3280 h 4213"/>
                  <a:gd name="connsiteX5-40355" fmla="*/ 932 w 2254"/>
                  <a:gd name="connsiteY5-40356" fmla="*/ 3195 h 4213"/>
                  <a:gd name="connsiteX6-40357" fmla="*/ 968 w 2254"/>
                  <a:gd name="connsiteY6-40358" fmla="*/ 2962 h 4213"/>
                  <a:gd name="connsiteX7-40359" fmla="*/ 1068 w 2254"/>
                  <a:gd name="connsiteY7-40360" fmla="*/ 2333 h 4213"/>
                  <a:gd name="connsiteX8-40361" fmla="*/ 1066 w 2254"/>
                  <a:gd name="connsiteY8-40362" fmla="*/ 2117 h 4213"/>
                  <a:gd name="connsiteX9-40363" fmla="*/ 990 w 2254"/>
                  <a:gd name="connsiteY9-40364" fmla="*/ 2039 h 4213"/>
                  <a:gd name="connsiteX10-40365" fmla="*/ 847 w 2254"/>
                  <a:gd name="connsiteY10-40366" fmla="*/ 1951 h 4213"/>
                  <a:gd name="connsiteX11-40367" fmla="*/ 755 w 2254"/>
                  <a:gd name="connsiteY11-40368" fmla="*/ 1827 h 4213"/>
                  <a:gd name="connsiteX12-40369" fmla="*/ 659 w 2254"/>
                  <a:gd name="connsiteY12-40370" fmla="*/ 1828 h 4213"/>
                  <a:gd name="connsiteX13-40371" fmla="*/ 614 w 2254"/>
                  <a:gd name="connsiteY13-40372" fmla="*/ 1883 h 4213"/>
                  <a:gd name="connsiteX14-40373" fmla="*/ 521 w 2254"/>
                  <a:gd name="connsiteY14-40374" fmla="*/ 1877 h 4213"/>
                  <a:gd name="connsiteX15-40375" fmla="*/ 501 w 2254"/>
                  <a:gd name="connsiteY15-40376" fmla="*/ 1994 h 4213"/>
                  <a:gd name="connsiteX16-40377" fmla="*/ 320 w 2254"/>
                  <a:gd name="connsiteY16-40378" fmla="*/ 1941 h 4213"/>
                  <a:gd name="connsiteX17-40379" fmla="*/ 237 w 2254"/>
                  <a:gd name="connsiteY17-40380" fmla="*/ 1939 h 4213"/>
                  <a:gd name="connsiteX18-40381" fmla="*/ 112 w 2254"/>
                  <a:gd name="connsiteY18-40382" fmla="*/ 2014 h 4213"/>
                  <a:gd name="connsiteX19-40383" fmla="*/ 0 w 2254"/>
                  <a:gd name="connsiteY19-40384" fmla="*/ 1890 h 4213"/>
                  <a:gd name="connsiteX20-40385" fmla="*/ 94 w 2254"/>
                  <a:gd name="connsiteY20-40386" fmla="*/ 1804 h 4213"/>
                  <a:gd name="connsiteX21-40387" fmla="*/ 98 w 2254"/>
                  <a:gd name="connsiteY21-40388" fmla="*/ 1634 h 4213"/>
                  <a:gd name="connsiteX22-40389" fmla="*/ 153 w 2254"/>
                  <a:gd name="connsiteY22-40390" fmla="*/ 1514 h 4213"/>
                  <a:gd name="connsiteX23-40391" fmla="*/ 196 w 2254"/>
                  <a:gd name="connsiteY23-40392" fmla="*/ 1306 h 4213"/>
                  <a:gd name="connsiteX24-40393" fmla="*/ 256 w 2254"/>
                  <a:gd name="connsiteY24-40394" fmla="*/ 1307 h 4213"/>
                  <a:gd name="connsiteX25-40395" fmla="*/ 579 w 2254"/>
                  <a:gd name="connsiteY25-40396" fmla="*/ 1286 h 4213"/>
                  <a:gd name="connsiteX26-40397" fmla="*/ 753 w 2254"/>
                  <a:gd name="connsiteY26-40398" fmla="*/ 1117 h 4213"/>
                  <a:gd name="connsiteX27-40399" fmla="*/ 822 w 2254"/>
                  <a:gd name="connsiteY27-40400" fmla="*/ 748 h 4213"/>
                  <a:gd name="connsiteX28-40401" fmla="*/ 932 w 2254"/>
                  <a:gd name="connsiteY28-40402" fmla="*/ 486 h 4213"/>
                  <a:gd name="connsiteX29-40403" fmla="*/ 930 w 2254"/>
                  <a:gd name="connsiteY29-40404" fmla="*/ 358 h 4213"/>
                  <a:gd name="connsiteX30-40405" fmla="*/ 917 w 2254"/>
                  <a:gd name="connsiteY30-40406" fmla="*/ 328 h 4213"/>
                  <a:gd name="connsiteX31-40407" fmla="*/ 850 w 2254"/>
                  <a:gd name="connsiteY31-40408" fmla="*/ 251 h 4213"/>
                  <a:gd name="connsiteX32-40409" fmla="*/ 790 w 2254"/>
                  <a:gd name="connsiteY32-40410" fmla="*/ 217 h 4213"/>
                  <a:gd name="connsiteX33-40411" fmla="*/ 915 w 2254"/>
                  <a:gd name="connsiteY33-40412" fmla="*/ 56 h 4213"/>
                  <a:gd name="connsiteX34-40413" fmla="*/ 1088 w 2254"/>
                  <a:gd name="connsiteY34-40414" fmla="*/ 2 h 4213"/>
                  <a:gd name="connsiteX35-40415" fmla="*/ 1120 w 2254"/>
                  <a:gd name="connsiteY35-40416" fmla="*/ 49 h 4213"/>
                  <a:gd name="connsiteX36-40417" fmla="*/ 1110 w 2254"/>
                  <a:gd name="connsiteY36-40418" fmla="*/ 133 h 4213"/>
                  <a:gd name="connsiteX37-40419" fmla="*/ 1049 w 2254"/>
                  <a:gd name="connsiteY37-40420" fmla="*/ 243 h 4213"/>
                  <a:gd name="connsiteX38-40421" fmla="*/ 1119 w 2254"/>
                  <a:gd name="connsiteY38-40422" fmla="*/ 301 h 4213"/>
                  <a:gd name="connsiteX39-40423" fmla="*/ 1233 w 2254"/>
                  <a:gd name="connsiteY39-40424" fmla="*/ 366 h 4213"/>
                  <a:gd name="connsiteX40-40425" fmla="*/ 1253 w 2254"/>
                  <a:gd name="connsiteY40-40426" fmla="*/ 255 h 4213"/>
                  <a:gd name="connsiteX41-40427" fmla="*/ 1387 w 2254"/>
                  <a:gd name="connsiteY41-40428" fmla="*/ 291 h 4213"/>
                  <a:gd name="connsiteX42-40429" fmla="*/ 1412 w 2254"/>
                  <a:gd name="connsiteY42-40430" fmla="*/ 331 h 4213"/>
                  <a:gd name="connsiteX43-40431" fmla="*/ 1488 w 2254"/>
                  <a:gd name="connsiteY43-40432" fmla="*/ 562 h 4213"/>
                  <a:gd name="connsiteX44-40433" fmla="*/ 1523 w 2254"/>
                  <a:gd name="connsiteY44-40434" fmla="*/ 586 h 4213"/>
                  <a:gd name="connsiteX45-40435" fmla="*/ 1615 w 2254"/>
                  <a:gd name="connsiteY45-40436" fmla="*/ 578 h 4213"/>
                  <a:gd name="connsiteX46-40437" fmla="*/ 1875 w 2254"/>
                  <a:gd name="connsiteY46-40438" fmla="*/ 490 h 4213"/>
                  <a:gd name="connsiteX47-40439" fmla="*/ 2095 w 2254"/>
                  <a:gd name="connsiteY47-40440" fmla="*/ 479 h 4213"/>
                  <a:gd name="connsiteX48-40441" fmla="*/ 2155 w 2254"/>
                  <a:gd name="connsiteY48-40442" fmla="*/ 648 h 4213"/>
                  <a:gd name="connsiteX49-40443" fmla="*/ 2073 w 2254"/>
                  <a:gd name="connsiteY49-40444" fmla="*/ 944 h 4213"/>
                  <a:gd name="connsiteX50-40445" fmla="*/ 2073 w 2254"/>
                  <a:gd name="connsiteY50-40446" fmla="*/ 1022 h 4213"/>
                  <a:gd name="connsiteX51-40447" fmla="*/ 2142 w 2254"/>
                  <a:gd name="connsiteY51-40448" fmla="*/ 1168 h 4213"/>
                  <a:gd name="connsiteX52-40449" fmla="*/ 2157 w 2254"/>
                  <a:gd name="connsiteY52-40450" fmla="*/ 1427 h 4213"/>
                  <a:gd name="connsiteX53-40451" fmla="*/ 2159 w 2254"/>
                  <a:gd name="connsiteY53-40452" fmla="*/ 1617 h 4213"/>
                  <a:gd name="connsiteX54-40453" fmla="*/ 2092 w 2254"/>
                  <a:gd name="connsiteY54-40454" fmla="*/ 1625 h 4213"/>
                  <a:gd name="connsiteX55-40455" fmla="*/ 2070 w 2254"/>
                  <a:gd name="connsiteY55-40456" fmla="*/ 1507 h 4213"/>
                  <a:gd name="connsiteX56-40457" fmla="*/ 2035 w 2254"/>
                  <a:gd name="connsiteY56-40458" fmla="*/ 1450 h 4213"/>
                  <a:gd name="connsiteX57-40459" fmla="*/ 1945 w 2254"/>
                  <a:gd name="connsiteY57-40460" fmla="*/ 1582 h 4213"/>
                  <a:gd name="connsiteX58-40461" fmla="*/ 1832 w 2254"/>
                  <a:gd name="connsiteY58-40462" fmla="*/ 1776 h 4213"/>
                  <a:gd name="connsiteX59-40463" fmla="*/ 1713 w 2254"/>
                  <a:gd name="connsiteY59-40464" fmla="*/ 1904 h 4213"/>
                  <a:gd name="connsiteX60-40465" fmla="*/ 1706 w 2254"/>
                  <a:gd name="connsiteY60-40466" fmla="*/ 2018 h 4213"/>
                  <a:gd name="connsiteX61-40467" fmla="*/ 1766 w 2254"/>
                  <a:gd name="connsiteY61-40468" fmla="*/ 2115 h 4213"/>
                  <a:gd name="connsiteX62-40469" fmla="*/ 1868 w 2254"/>
                  <a:gd name="connsiteY62-40470" fmla="*/ 2183 h 4213"/>
                  <a:gd name="connsiteX63-40471" fmla="*/ 1945 w 2254"/>
                  <a:gd name="connsiteY63-40472" fmla="*/ 2178 h 4213"/>
                  <a:gd name="connsiteX64-40473" fmla="*/ 1990 w 2254"/>
                  <a:gd name="connsiteY64-40474" fmla="*/ 2104 h 4213"/>
                  <a:gd name="connsiteX65-40475" fmla="*/ 2024 w 2254"/>
                  <a:gd name="connsiteY65-40476" fmla="*/ 2210 h 4213"/>
                  <a:gd name="connsiteX66-40477" fmla="*/ 1912 w 2254"/>
                  <a:gd name="connsiteY66-40478" fmla="*/ 2249 h 4213"/>
                  <a:gd name="connsiteX67-40479" fmla="*/ 1959 w 2254"/>
                  <a:gd name="connsiteY67-40480" fmla="*/ 2362 h 4213"/>
                  <a:gd name="connsiteX68-40481" fmla="*/ 1824 w 2254"/>
                  <a:gd name="connsiteY68-40482" fmla="*/ 2509 h 4213"/>
                  <a:gd name="connsiteX69-40483" fmla="*/ 1783 w 2254"/>
                  <a:gd name="connsiteY69-40484" fmla="*/ 2498 h 4213"/>
                  <a:gd name="connsiteX70-40485" fmla="*/ 1659 w 2254"/>
                  <a:gd name="connsiteY70-40486" fmla="*/ 2413 h 4213"/>
                  <a:gd name="connsiteX71-40487" fmla="*/ 1604 w 2254"/>
                  <a:gd name="connsiteY71-40488" fmla="*/ 2412 h 4213"/>
                  <a:gd name="connsiteX72-40489" fmla="*/ 1569 w 2254"/>
                  <a:gd name="connsiteY72-40490" fmla="*/ 2480 h 4213"/>
                  <a:gd name="connsiteX73-40491" fmla="*/ 1572 w 2254"/>
                  <a:gd name="connsiteY73-40492" fmla="*/ 2562 h 4213"/>
                  <a:gd name="connsiteX74-40493" fmla="*/ 1750 w 2254"/>
                  <a:gd name="connsiteY74-40494" fmla="*/ 2730 h 4213"/>
                  <a:gd name="connsiteX75-40495" fmla="*/ 1749 w 2254"/>
                  <a:gd name="connsiteY75-40496" fmla="*/ 2844 h 4213"/>
                  <a:gd name="connsiteX76-40497" fmla="*/ 1840 w 2254"/>
                  <a:gd name="connsiteY76-40498" fmla="*/ 3060 h 4213"/>
                  <a:gd name="connsiteX77-40499" fmla="*/ 1866 w 2254"/>
                  <a:gd name="connsiteY77-40500" fmla="*/ 3090 h 4213"/>
                  <a:gd name="connsiteX78-40501" fmla="*/ 1910 w 2254"/>
                  <a:gd name="connsiteY78-40502" fmla="*/ 3094 h 4213"/>
                  <a:gd name="connsiteX79-40503" fmla="*/ 1956 w 2254"/>
                  <a:gd name="connsiteY79-40504" fmla="*/ 3010 h 4213"/>
                  <a:gd name="connsiteX80-40505" fmla="*/ 2036 w 2254"/>
                  <a:gd name="connsiteY80-40506" fmla="*/ 2950 h 4213"/>
                  <a:gd name="connsiteX81-40507" fmla="*/ 2131 w 2254"/>
                  <a:gd name="connsiteY81-40508" fmla="*/ 3126 h 4213"/>
                  <a:gd name="connsiteX82-40509" fmla="*/ 2241 w 2254"/>
                  <a:gd name="connsiteY82-40510" fmla="*/ 3312 h 4213"/>
                  <a:gd name="connsiteX83-40511" fmla="*/ 2254 w 2254"/>
                  <a:gd name="connsiteY83-40512" fmla="*/ 3342 h 4213"/>
                  <a:gd name="connsiteX84-40513" fmla="*/ 2243 w 2254"/>
                  <a:gd name="connsiteY84-40514" fmla="*/ 3518 h 4213"/>
                  <a:gd name="connsiteX85-40515" fmla="*/ 2208 w 2254"/>
                  <a:gd name="connsiteY85-40516" fmla="*/ 3554 h 4213"/>
                  <a:gd name="connsiteX86-40517" fmla="*/ 2119 w 2254"/>
                  <a:gd name="connsiteY86-40518" fmla="*/ 3515 h 4213"/>
                  <a:gd name="connsiteX87-40519" fmla="*/ 1885 w 2254"/>
                  <a:gd name="connsiteY87-40520" fmla="*/ 3644 h 4213"/>
                  <a:gd name="connsiteX88-40521" fmla="*/ 1859 w 2254"/>
                  <a:gd name="connsiteY88-40522" fmla="*/ 3666 h 4213"/>
                  <a:gd name="connsiteX89-40523" fmla="*/ 1679 w 2254"/>
                  <a:gd name="connsiteY89-40524" fmla="*/ 3812 h 4213"/>
                  <a:gd name="connsiteX90-40525" fmla="*/ 1538 w 2254"/>
                  <a:gd name="connsiteY90-40526" fmla="*/ 3926 h 4213"/>
                  <a:gd name="connsiteX91-40527" fmla="*/ 1503 w 2254"/>
                  <a:gd name="connsiteY91-40528" fmla="*/ 3965 h 4213"/>
                  <a:gd name="connsiteX92-40529" fmla="*/ 1451 w 2254"/>
                  <a:gd name="connsiteY92-40530" fmla="*/ 3973 h 4213"/>
                  <a:gd name="connsiteX93-40531" fmla="*/ 1394 w 2254"/>
                  <a:gd name="connsiteY93-40532" fmla="*/ 3916 h 4213"/>
                  <a:gd name="connsiteX94-40533" fmla="*/ 1270 w 2254"/>
                  <a:gd name="connsiteY94-40534" fmla="*/ 3808 h 4213"/>
                  <a:gd name="connsiteX95-40535" fmla="*/ 1294 w 2254"/>
                  <a:gd name="connsiteY95-40536" fmla="*/ 4064 h 4213"/>
                  <a:gd name="connsiteX96-40537" fmla="*/ 1303 w 2254"/>
                  <a:gd name="connsiteY96-40538" fmla="*/ 4192 h 4213"/>
                  <a:gd name="connsiteX97-40539" fmla="*/ 1041 w 2254"/>
                  <a:gd name="connsiteY97-40540" fmla="*/ 4166 h 4213"/>
                  <a:gd name="connsiteX98-40541" fmla="*/ 959 w 2254"/>
                  <a:gd name="connsiteY98-40542" fmla="*/ 3987 h 4213"/>
                  <a:gd name="connsiteX99-40543" fmla="*/ 877 w 2254"/>
                  <a:gd name="connsiteY99-40544" fmla="*/ 3802 h 4213"/>
                  <a:gd name="connsiteX100-40545" fmla="*/ 798 w 2254"/>
                  <a:gd name="connsiteY100-40546" fmla="*/ 3734 h 4213"/>
                  <a:gd name="connsiteX0-40547" fmla="*/ 798 w 2254"/>
                  <a:gd name="connsiteY0-40548" fmla="*/ 3734 h 4213"/>
                  <a:gd name="connsiteX1-40549" fmla="*/ 679 w 2254"/>
                  <a:gd name="connsiteY1-40550" fmla="*/ 3800 h 4213"/>
                  <a:gd name="connsiteX2-40551" fmla="*/ 695 w 2254"/>
                  <a:gd name="connsiteY2-40552" fmla="*/ 3662 h 4213"/>
                  <a:gd name="connsiteX3-40553" fmla="*/ 633 w 2254"/>
                  <a:gd name="connsiteY3-40554" fmla="*/ 3500 h 4213"/>
                  <a:gd name="connsiteX4-40555" fmla="*/ 742 w 2254"/>
                  <a:gd name="connsiteY4-40556" fmla="*/ 3280 h 4213"/>
                  <a:gd name="connsiteX5-40557" fmla="*/ 932 w 2254"/>
                  <a:gd name="connsiteY5-40558" fmla="*/ 3195 h 4213"/>
                  <a:gd name="connsiteX6-40559" fmla="*/ 1112 w 2254"/>
                  <a:gd name="connsiteY6-40560" fmla="*/ 2878 h 4213"/>
                  <a:gd name="connsiteX7-40561" fmla="*/ 1068 w 2254"/>
                  <a:gd name="connsiteY7-40562" fmla="*/ 2333 h 4213"/>
                  <a:gd name="connsiteX8-40563" fmla="*/ 1066 w 2254"/>
                  <a:gd name="connsiteY8-40564" fmla="*/ 2117 h 4213"/>
                  <a:gd name="connsiteX9-40565" fmla="*/ 990 w 2254"/>
                  <a:gd name="connsiteY9-40566" fmla="*/ 2039 h 4213"/>
                  <a:gd name="connsiteX10-40567" fmla="*/ 847 w 2254"/>
                  <a:gd name="connsiteY10-40568" fmla="*/ 1951 h 4213"/>
                  <a:gd name="connsiteX11-40569" fmla="*/ 755 w 2254"/>
                  <a:gd name="connsiteY11-40570" fmla="*/ 1827 h 4213"/>
                  <a:gd name="connsiteX12-40571" fmla="*/ 659 w 2254"/>
                  <a:gd name="connsiteY12-40572" fmla="*/ 1828 h 4213"/>
                  <a:gd name="connsiteX13-40573" fmla="*/ 614 w 2254"/>
                  <a:gd name="connsiteY13-40574" fmla="*/ 1883 h 4213"/>
                  <a:gd name="connsiteX14-40575" fmla="*/ 521 w 2254"/>
                  <a:gd name="connsiteY14-40576" fmla="*/ 1877 h 4213"/>
                  <a:gd name="connsiteX15-40577" fmla="*/ 501 w 2254"/>
                  <a:gd name="connsiteY15-40578" fmla="*/ 1994 h 4213"/>
                  <a:gd name="connsiteX16-40579" fmla="*/ 320 w 2254"/>
                  <a:gd name="connsiteY16-40580" fmla="*/ 1941 h 4213"/>
                  <a:gd name="connsiteX17-40581" fmla="*/ 237 w 2254"/>
                  <a:gd name="connsiteY17-40582" fmla="*/ 1939 h 4213"/>
                  <a:gd name="connsiteX18-40583" fmla="*/ 112 w 2254"/>
                  <a:gd name="connsiteY18-40584" fmla="*/ 2014 h 4213"/>
                  <a:gd name="connsiteX19-40585" fmla="*/ 0 w 2254"/>
                  <a:gd name="connsiteY19-40586" fmla="*/ 1890 h 4213"/>
                  <a:gd name="connsiteX20-40587" fmla="*/ 94 w 2254"/>
                  <a:gd name="connsiteY20-40588" fmla="*/ 1804 h 4213"/>
                  <a:gd name="connsiteX21-40589" fmla="*/ 98 w 2254"/>
                  <a:gd name="connsiteY21-40590" fmla="*/ 1634 h 4213"/>
                  <a:gd name="connsiteX22-40591" fmla="*/ 153 w 2254"/>
                  <a:gd name="connsiteY22-40592" fmla="*/ 1514 h 4213"/>
                  <a:gd name="connsiteX23-40593" fmla="*/ 196 w 2254"/>
                  <a:gd name="connsiteY23-40594" fmla="*/ 1306 h 4213"/>
                  <a:gd name="connsiteX24-40595" fmla="*/ 256 w 2254"/>
                  <a:gd name="connsiteY24-40596" fmla="*/ 1307 h 4213"/>
                  <a:gd name="connsiteX25-40597" fmla="*/ 579 w 2254"/>
                  <a:gd name="connsiteY25-40598" fmla="*/ 1286 h 4213"/>
                  <a:gd name="connsiteX26-40599" fmla="*/ 753 w 2254"/>
                  <a:gd name="connsiteY26-40600" fmla="*/ 1117 h 4213"/>
                  <a:gd name="connsiteX27-40601" fmla="*/ 822 w 2254"/>
                  <a:gd name="connsiteY27-40602" fmla="*/ 748 h 4213"/>
                  <a:gd name="connsiteX28-40603" fmla="*/ 932 w 2254"/>
                  <a:gd name="connsiteY28-40604" fmla="*/ 486 h 4213"/>
                  <a:gd name="connsiteX29-40605" fmla="*/ 930 w 2254"/>
                  <a:gd name="connsiteY29-40606" fmla="*/ 358 h 4213"/>
                  <a:gd name="connsiteX30-40607" fmla="*/ 917 w 2254"/>
                  <a:gd name="connsiteY30-40608" fmla="*/ 328 h 4213"/>
                  <a:gd name="connsiteX31-40609" fmla="*/ 850 w 2254"/>
                  <a:gd name="connsiteY31-40610" fmla="*/ 251 h 4213"/>
                  <a:gd name="connsiteX32-40611" fmla="*/ 790 w 2254"/>
                  <a:gd name="connsiteY32-40612" fmla="*/ 217 h 4213"/>
                  <a:gd name="connsiteX33-40613" fmla="*/ 915 w 2254"/>
                  <a:gd name="connsiteY33-40614" fmla="*/ 56 h 4213"/>
                  <a:gd name="connsiteX34-40615" fmla="*/ 1088 w 2254"/>
                  <a:gd name="connsiteY34-40616" fmla="*/ 2 h 4213"/>
                  <a:gd name="connsiteX35-40617" fmla="*/ 1120 w 2254"/>
                  <a:gd name="connsiteY35-40618" fmla="*/ 49 h 4213"/>
                  <a:gd name="connsiteX36-40619" fmla="*/ 1110 w 2254"/>
                  <a:gd name="connsiteY36-40620" fmla="*/ 133 h 4213"/>
                  <a:gd name="connsiteX37-40621" fmla="*/ 1049 w 2254"/>
                  <a:gd name="connsiteY37-40622" fmla="*/ 243 h 4213"/>
                  <a:gd name="connsiteX38-40623" fmla="*/ 1119 w 2254"/>
                  <a:gd name="connsiteY38-40624" fmla="*/ 301 h 4213"/>
                  <a:gd name="connsiteX39-40625" fmla="*/ 1233 w 2254"/>
                  <a:gd name="connsiteY39-40626" fmla="*/ 366 h 4213"/>
                  <a:gd name="connsiteX40-40627" fmla="*/ 1253 w 2254"/>
                  <a:gd name="connsiteY40-40628" fmla="*/ 255 h 4213"/>
                  <a:gd name="connsiteX41-40629" fmla="*/ 1387 w 2254"/>
                  <a:gd name="connsiteY41-40630" fmla="*/ 291 h 4213"/>
                  <a:gd name="connsiteX42-40631" fmla="*/ 1412 w 2254"/>
                  <a:gd name="connsiteY42-40632" fmla="*/ 331 h 4213"/>
                  <a:gd name="connsiteX43-40633" fmla="*/ 1488 w 2254"/>
                  <a:gd name="connsiteY43-40634" fmla="*/ 562 h 4213"/>
                  <a:gd name="connsiteX44-40635" fmla="*/ 1523 w 2254"/>
                  <a:gd name="connsiteY44-40636" fmla="*/ 586 h 4213"/>
                  <a:gd name="connsiteX45-40637" fmla="*/ 1615 w 2254"/>
                  <a:gd name="connsiteY45-40638" fmla="*/ 578 h 4213"/>
                  <a:gd name="connsiteX46-40639" fmla="*/ 1875 w 2254"/>
                  <a:gd name="connsiteY46-40640" fmla="*/ 490 h 4213"/>
                  <a:gd name="connsiteX47-40641" fmla="*/ 2095 w 2254"/>
                  <a:gd name="connsiteY47-40642" fmla="*/ 479 h 4213"/>
                  <a:gd name="connsiteX48-40643" fmla="*/ 2155 w 2254"/>
                  <a:gd name="connsiteY48-40644" fmla="*/ 648 h 4213"/>
                  <a:gd name="connsiteX49-40645" fmla="*/ 2073 w 2254"/>
                  <a:gd name="connsiteY49-40646" fmla="*/ 944 h 4213"/>
                  <a:gd name="connsiteX50-40647" fmla="*/ 2073 w 2254"/>
                  <a:gd name="connsiteY50-40648" fmla="*/ 1022 h 4213"/>
                  <a:gd name="connsiteX51-40649" fmla="*/ 2142 w 2254"/>
                  <a:gd name="connsiteY51-40650" fmla="*/ 1168 h 4213"/>
                  <a:gd name="connsiteX52-40651" fmla="*/ 2157 w 2254"/>
                  <a:gd name="connsiteY52-40652" fmla="*/ 1427 h 4213"/>
                  <a:gd name="connsiteX53-40653" fmla="*/ 2159 w 2254"/>
                  <a:gd name="connsiteY53-40654" fmla="*/ 1617 h 4213"/>
                  <a:gd name="connsiteX54-40655" fmla="*/ 2092 w 2254"/>
                  <a:gd name="connsiteY54-40656" fmla="*/ 1625 h 4213"/>
                  <a:gd name="connsiteX55-40657" fmla="*/ 2070 w 2254"/>
                  <a:gd name="connsiteY55-40658" fmla="*/ 1507 h 4213"/>
                  <a:gd name="connsiteX56-40659" fmla="*/ 2035 w 2254"/>
                  <a:gd name="connsiteY56-40660" fmla="*/ 1450 h 4213"/>
                  <a:gd name="connsiteX57-40661" fmla="*/ 1945 w 2254"/>
                  <a:gd name="connsiteY57-40662" fmla="*/ 1582 h 4213"/>
                  <a:gd name="connsiteX58-40663" fmla="*/ 1832 w 2254"/>
                  <a:gd name="connsiteY58-40664" fmla="*/ 1776 h 4213"/>
                  <a:gd name="connsiteX59-40665" fmla="*/ 1713 w 2254"/>
                  <a:gd name="connsiteY59-40666" fmla="*/ 1904 h 4213"/>
                  <a:gd name="connsiteX60-40667" fmla="*/ 1706 w 2254"/>
                  <a:gd name="connsiteY60-40668" fmla="*/ 2018 h 4213"/>
                  <a:gd name="connsiteX61-40669" fmla="*/ 1766 w 2254"/>
                  <a:gd name="connsiteY61-40670" fmla="*/ 2115 h 4213"/>
                  <a:gd name="connsiteX62-40671" fmla="*/ 1868 w 2254"/>
                  <a:gd name="connsiteY62-40672" fmla="*/ 2183 h 4213"/>
                  <a:gd name="connsiteX63-40673" fmla="*/ 1945 w 2254"/>
                  <a:gd name="connsiteY63-40674" fmla="*/ 2178 h 4213"/>
                  <a:gd name="connsiteX64-40675" fmla="*/ 1990 w 2254"/>
                  <a:gd name="connsiteY64-40676" fmla="*/ 2104 h 4213"/>
                  <a:gd name="connsiteX65-40677" fmla="*/ 2024 w 2254"/>
                  <a:gd name="connsiteY65-40678" fmla="*/ 2210 h 4213"/>
                  <a:gd name="connsiteX66-40679" fmla="*/ 1912 w 2254"/>
                  <a:gd name="connsiteY66-40680" fmla="*/ 2249 h 4213"/>
                  <a:gd name="connsiteX67-40681" fmla="*/ 1959 w 2254"/>
                  <a:gd name="connsiteY67-40682" fmla="*/ 2362 h 4213"/>
                  <a:gd name="connsiteX68-40683" fmla="*/ 1824 w 2254"/>
                  <a:gd name="connsiteY68-40684" fmla="*/ 2509 h 4213"/>
                  <a:gd name="connsiteX69-40685" fmla="*/ 1783 w 2254"/>
                  <a:gd name="connsiteY69-40686" fmla="*/ 2498 h 4213"/>
                  <a:gd name="connsiteX70-40687" fmla="*/ 1659 w 2254"/>
                  <a:gd name="connsiteY70-40688" fmla="*/ 2413 h 4213"/>
                  <a:gd name="connsiteX71-40689" fmla="*/ 1604 w 2254"/>
                  <a:gd name="connsiteY71-40690" fmla="*/ 2412 h 4213"/>
                  <a:gd name="connsiteX72-40691" fmla="*/ 1569 w 2254"/>
                  <a:gd name="connsiteY72-40692" fmla="*/ 2480 h 4213"/>
                  <a:gd name="connsiteX73-40693" fmla="*/ 1572 w 2254"/>
                  <a:gd name="connsiteY73-40694" fmla="*/ 2562 h 4213"/>
                  <a:gd name="connsiteX74-40695" fmla="*/ 1750 w 2254"/>
                  <a:gd name="connsiteY74-40696" fmla="*/ 2730 h 4213"/>
                  <a:gd name="connsiteX75-40697" fmla="*/ 1749 w 2254"/>
                  <a:gd name="connsiteY75-40698" fmla="*/ 2844 h 4213"/>
                  <a:gd name="connsiteX76-40699" fmla="*/ 1840 w 2254"/>
                  <a:gd name="connsiteY76-40700" fmla="*/ 3060 h 4213"/>
                  <a:gd name="connsiteX77-40701" fmla="*/ 1866 w 2254"/>
                  <a:gd name="connsiteY77-40702" fmla="*/ 3090 h 4213"/>
                  <a:gd name="connsiteX78-40703" fmla="*/ 1910 w 2254"/>
                  <a:gd name="connsiteY78-40704" fmla="*/ 3094 h 4213"/>
                  <a:gd name="connsiteX79-40705" fmla="*/ 1956 w 2254"/>
                  <a:gd name="connsiteY79-40706" fmla="*/ 3010 h 4213"/>
                  <a:gd name="connsiteX80-40707" fmla="*/ 2036 w 2254"/>
                  <a:gd name="connsiteY80-40708" fmla="*/ 2950 h 4213"/>
                  <a:gd name="connsiteX81-40709" fmla="*/ 2131 w 2254"/>
                  <a:gd name="connsiteY81-40710" fmla="*/ 3126 h 4213"/>
                  <a:gd name="connsiteX82-40711" fmla="*/ 2241 w 2254"/>
                  <a:gd name="connsiteY82-40712" fmla="*/ 3312 h 4213"/>
                  <a:gd name="connsiteX83-40713" fmla="*/ 2254 w 2254"/>
                  <a:gd name="connsiteY83-40714" fmla="*/ 3342 h 4213"/>
                  <a:gd name="connsiteX84-40715" fmla="*/ 2243 w 2254"/>
                  <a:gd name="connsiteY84-40716" fmla="*/ 3518 h 4213"/>
                  <a:gd name="connsiteX85-40717" fmla="*/ 2208 w 2254"/>
                  <a:gd name="connsiteY85-40718" fmla="*/ 3554 h 4213"/>
                  <a:gd name="connsiteX86-40719" fmla="*/ 2119 w 2254"/>
                  <a:gd name="connsiteY86-40720" fmla="*/ 3515 h 4213"/>
                  <a:gd name="connsiteX87-40721" fmla="*/ 1885 w 2254"/>
                  <a:gd name="connsiteY87-40722" fmla="*/ 3644 h 4213"/>
                  <a:gd name="connsiteX88-40723" fmla="*/ 1859 w 2254"/>
                  <a:gd name="connsiteY88-40724" fmla="*/ 3666 h 4213"/>
                  <a:gd name="connsiteX89-40725" fmla="*/ 1679 w 2254"/>
                  <a:gd name="connsiteY89-40726" fmla="*/ 3812 h 4213"/>
                  <a:gd name="connsiteX90-40727" fmla="*/ 1538 w 2254"/>
                  <a:gd name="connsiteY90-40728" fmla="*/ 3926 h 4213"/>
                  <a:gd name="connsiteX91-40729" fmla="*/ 1503 w 2254"/>
                  <a:gd name="connsiteY91-40730" fmla="*/ 3965 h 4213"/>
                  <a:gd name="connsiteX92-40731" fmla="*/ 1451 w 2254"/>
                  <a:gd name="connsiteY92-40732" fmla="*/ 3973 h 4213"/>
                  <a:gd name="connsiteX93-40733" fmla="*/ 1394 w 2254"/>
                  <a:gd name="connsiteY93-40734" fmla="*/ 3916 h 4213"/>
                  <a:gd name="connsiteX94-40735" fmla="*/ 1270 w 2254"/>
                  <a:gd name="connsiteY94-40736" fmla="*/ 3808 h 4213"/>
                  <a:gd name="connsiteX95-40737" fmla="*/ 1294 w 2254"/>
                  <a:gd name="connsiteY95-40738" fmla="*/ 4064 h 4213"/>
                  <a:gd name="connsiteX96-40739" fmla="*/ 1303 w 2254"/>
                  <a:gd name="connsiteY96-40740" fmla="*/ 4192 h 4213"/>
                  <a:gd name="connsiteX97-40741" fmla="*/ 1041 w 2254"/>
                  <a:gd name="connsiteY97-40742" fmla="*/ 4166 h 4213"/>
                  <a:gd name="connsiteX98-40743" fmla="*/ 959 w 2254"/>
                  <a:gd name="connsiteY98-40744" fmla="*/ 3987 h 4213"/>
                  <a:gd name="connsiteX99-40745" fmla="*/ 877 w 2254"/>
                  <a:gd name="connsiteY99-40746" fmla="*/ 3802 h 4213"/>
                  <a:gd name="connsiteX100-40747" fmla="*/ 798 w 2254"/>
                  <a:gd name="connsiteY100-40748" fmla="*/ 3734 h 4213"/>
                  <a:gd name="connsiteX0-40749" fmla="*/ 798 w 2254"/>
                  <a:gd name="connsiteY0-40750" fmla="*/ 3734 h 4213"/>
                  <a:gd name="connsiteX1-40751" fmla="*/ 679 w 2254"/>
                  <a:gd name="connsiteY1-40752" fmla="*/ 3800 h 4213"/>
                  <a:gd name="connsiteX2-40753" fmla="*/ 695 w 2254"/>
                  <a:gd name="connsiteY2-40754" fmla="*/ 3662 h 4213"/>
                  <a:gd name="connsiteX3-40755" fmla="*/ 633 w 2254"/>
                  <a:gd name="connsiteY3-40756" fmla="*/ 3500 h 4213"/>
                  <a:gd name="connsiteX4-40757" fmla="*/ 742 w 2254"/>
                  <a:gd name="connsiteY4-40758" fmla="*/ 3280 h 4213"/>
                  <a:gd name="connsiteX5-40759" fmla="*/ 932 w 2254"/>
                  <a:gd name="connsiteY5-40760" fmla="*/ 3195 h 4213"/>
                  <a:gd name="connsiteX6-40761" fmla="*/ 1045 w 2254"/>
                  <a:gd name="connsiteY6-40762" fmla="*/ 3058 h 4213"/>
                  <a:gd name="connsiteX7-40763" fmla="*/ 1112 w 2254"/>
                  <a:gd name="connsiteY7-40764" fmla="*/ 2878 h 4213"/>
                  <a:gd name="connsiteX8-40765" fmla="*/ 1068 w 2254"/>
                  <a:gd name="connsiteY8-40766" fmla="*/ 2333 h 4213"/>
                  <a:gd name="connsiteX9-40767" fmla="*/ 1066 w 2254"/>
                  <a:gd name="connsiteY9-40768" fmla="*/ 2117 h 4213"/>
                  <a:gd name="connsiteX10-40769" fmla="*/ 990 w 2254"/>
                  <a:gd name="connsiteY10-40770" fmla="*/ 2039 h 4213"/>
                  <a:gd name="connsiteX11-40771" fmla="*/ 847 w 2254"/>
                  <a:gd name="connsiteY11-40772" fmla="*/ 1951 h 4213"/>
                  <a:gd name="connsiteX12-40773" fmla="*/ 755 w 2254"/>
                  <a:gd name="connsiteY12-40774" fmla="*/ 1827 h 4213"/>
                  <a:gd name="connsiteX13-40775" fmla="*/ 659 w 2254"/>
                  <a:gd name="connsiteY13-40776" fmla="*/ 1828 h 4213"/>
                  <a:gd name="connsiteX14-40777" fmla="*/ 614 w 2254"/>
                  <a:gd name="connsiteY14-40778" fmla="*/ 1883 h 4213"/>
                  <a:gd name="connsiteX15-40779" fmla="*/ 521 w 2254"/>
                  <a:gd name="connsiteY15-40780" fmla="*/ 1877 h 4213"/>
                  <a:gd name="connsiteX16-40781" fmla="*/ 501 w 2254"/>
                  <a:gd name="connsiteY16-40782" fmla="*/ 1994 h 4213"/>
                  <a:gd name="connsiteX17-40783" fmla="*/ 320 w 2254"/>
                  <a:gd name="connsiteY17-40784" fmla="*/ 1941 h 4213"/>
                  <a:gd name="connsiteX18-40785" fmla="*/ 237 w 2254"/>
                  <a:gd name="connsiteY18-40786" fmla="*/ 1939 h 4213"/>
                  <a:gd name="connsiteX19-40787" fmla="*/ 112 w 2254"/>
                  <a:gd name="connsiteY19-40788" fmla="*/ 2014 h 4213"/>
                  <a:gd name="connsiteX20-40789" fmla="*/ 0 w 2254"/>
                  <a:gd name="connsiteY20-40790" fmla="*/ 1890 h 4213"/>
                  <a:gd name="connsiteX21-40791" fmla="*/ 94 w 2254"/>
                  <a:gd name="connsiteY21-40792" fmla="*/ 1804 h 4213"/>
                  <a:gd name="connsiteX22-40793" fmla="*/ 98 w 2254"/>
                  <a:gd name="connsiteY22-40794" fmla="*/ 1634 h 4213"/>
                  <a:gd name="connsiteX23-40795" fmla="*/ 153 w 2254"/>
                  <a:gd name="connsiteY23-40796" fmla="*/ 1514 h 4213"/>
                  <a:gd name="connsiteX24-40797" fmla="*/ 196 w 2254"/>
                  <a:gd name="connsiteY24-40798" fmla="*/ 1306 h 4213"/>
                  <a:gd name="connsiteX25-40799" fmla="*/ 256 w 2254"/>
                  <a:gd name="connsiteY25-40800" fmla="*/ 1307 h 4213"/>
                  <a:gd name="connsiteX26-40801" fmla="*/ 579 w 2254"/>
                  <a:gd name="connsiteY26-40802" fmla="*/ 1286 h 4213"/>
                  <a:gd name="connsiteX27-40803" fmla="*/ 753 w 2254"/>
                  <a:gd name="connsiteY27-40804" fmla="*/ 1117 h 4213"/>
                  <a:gd name="connsiteX28-40805" fmla="*/ 822 w 2254"/>
                  <a:gd name="connsiteY28-40806" fmla="*/ 748 h 4213"/>
                  <a:gd name="connsiteX29-40807" fmla="*/ 932 w 2254"/>
                  <a:gd name="connsiteY29-40808" fmla="*/ 486 h 4213"/>
                  <a:gd name="connsiteX30-40809" fmla="*/ 930 w 2254"/>
                  <a:gd name="connsiteY30-40810" fmla="*/ 358 h 4213"/>
                  <a:gd name="connsiteX31-40811" fmla="*/ 917 w 2254"/>
                  <a:gd name="connsiteY31-40812" fmla="*/ 328 h 4213"/>
                  <a:gd name="connsiteX32-40813" fmla="*/ 850 w 2254"/>
                  <a:gd name="connsiteY32-40814" fmla="*/ 251 h 4213"/>
                  <a:gd name="connsiteX33-40815" fmla="*/ 790 w 2254"/>
                  <a:gd name="connsiteY33-40816" fmla="*/ 217 h 4213"/>
                  <a:gd name="connsiteX34-40817" fmla="*/ 915 w 2254"/>
                  <a:gd name="connsiteY34-40818" fmla="*/ 56 h 4213"/>
                  <a:gd name="connsiteX35-40819" fmla="*/ 1088 w 2254"/>
                  <a:gd name="connsiteY35-40820" fmla="*/ 2 h 4213"/>
                  <a:gd name="connsiteX36-40821" fmla="*/ 1120 w 2254"/>
                  <a:gd name="connsiteY36-40822" fmla="*/ 49 h 4213"/>
                  <a:gd name="connsiteX37-40823" fmla="*/ 1110 w 2254"/>
                  <a:gd name="connsiteY37-40824" fmla="*/ 133 h 4213"/>
                  <a:gd name="connsiteX38-40825" fmla="*/ 1049 w 2254"/>
                  <a:gd name="connsiteY38-40826" fmla="*/ 243 h 4213"/>
                  <a:gd name="connsiteX39-40827" fmla="*/ 1119 w 2254"/>
                  <a:gd name="connsiteY39-40828" fmla="*/ 301 h 4213"/>
                  <a:gd name="connsiteX40-40829" fmla="*/ 1233 w 2254"/>
                  <a:gd name="connsiteY40-40830" fmla="*/ 366 h 4213"/>
                  <a:gd name="connsiteX41-40831" fmla="*/ 1253 w 2254"/>
                  <a:gd name="connsiteY41-40832" fmla="*/ 255 h 4213"/>
                  <a:gd name="connsiteX42-40833" fmla="*/ 1387 w 2254"/>
                  <a:gd name="connsiteY42-40834" fmla="*/ 291 h 4213"/>
                  <a:gd name="connsiteX43-40835" fmla="*/ 1412 w 2254"/>
                  <a:gd name="connsiteY43-40836" fmla="*/ 331 h 4213"/>
                  <a:gd name="connsiteX44-40837" fmla="*/ 1488 w 2254"/>
                  <a:gd name="connsiteY44-40838" fmla="*/ 562 h 4213"/>
                  <a:gd name="connsiteX45-40839" fmla="*/ 1523 w 2254"/>
                  <a:gd name="connsiteY45-40840" fmla="*/ 586 h 4213"/>
                  <a:gd name="connsiteX46-40841" fmla="*/ 1615 w 2254"/>
                  <a:gd name="connsiteY46-40842" fmla="*/ 578 h 4213"/>
                  <a:gd name="connsiteX47-40843" fmla="*/ 1875 w 2254"/>
                  <a:gd name="connsiteY47-40844" fmla="*/ 490 h 4213"/>
                  <a:gd name="connsiteX48-40845" fmla="*/ 2095 w 2254"/>
                  <a:gd name="connsiteY48-40846" fmla="*/ 479 h 4213"/>
                  <a:gd name="connsiteX49-40847" fmla="*/ 2155 w 2254"/>
                  <a:gd name="connsiteY49-40848" fmla="*/ 648 h 4213"/>
                  <a:gd name="connsiteX50-40849" fmla="*/ 2073 w 2254"/>
                  <a:gd name="connsiteY50-40850" fmla="*/ 944 h 4213"/>
                  <a:gd name="connsiteX51-40851" fmla="*/ 2073 w 2254"/>
                  <a:gd name="connsiteY51-40852" fmla="*/ 1022 h 4213"/>
                  <a:gd name="connsiteX52-40853" fmla="*/ 2142 w 2254"/>
                  <a:gd name="connsiteY52-40854" fmla="*/ 1168 h 4213"/>
                  <a:gd name="connsiteX53-40855" fmla="*/ 2157 w 2254"/>
                  <a:gd name="connsiteY53-40856" fmla="*/ 1427 h 4213"/>
                  <a:gd name="connsiteX54-40857" fmla="*/ 2159 w 2254"/>
                  <a:gd name="connsiteY54-40858" fmla="*/ 1617 h 4213"/>
                  <a:gd name="connsiteX55-40859" fmla="*/ 2092 w 2254"/>
                  <a:gd name="connsiteY55-40860" fmla="*/ 1625 h 4213"/>
                  <a:gd name="connsiteX56-40861" fmla="*/ 2070 w 2254"/>
                  <a:gd name="connsiteY56-40862" fmla="*/ 1507 h 4213"/>
                  <a:gd name="connsiteX57-40863" fmla="*/ 2035 w 2254"/>
                  <a:gd name="connsiteY57-40864" fmla="*/ 1450 h 4213"/>
                  <a:gd name="connsiteX58-40865" fmla="*/ 1945 w 2254"/>
                  <a:gd name="connsiteY58-40866" fmla="*/ 1582 h 4213"/>
                  <a:gd name="connsiteX59-40867" fmla="*/ 1832 w 2254"/>
                  <a:gd name="connsiteY59-40868" fmla="*/ 1776 h 4213"/>
                  <a:gd name="connsiteX60-40869" fmla="*/ 1713 w 2254"/>
                  <a:gd name="connsiteY60-40870" fmla="*/ 1904 h 4213"/>
                  <a:gd name="connsiteX61-40871" fmla="*/ 1706 w 2254"/>
                  <a:gd name="connsiteY61-40872" fmla="*/ 2018 h 4213"/>
                  <a:gd name="connsiteX62-40873" fmla="*/ 1766 w 2254"/>
                  <a:gd name="connsiteY62-40874" fmla="*/ 2115 h 4213"/>
                  <a:gd name="connsiteX63-40875" fmla="*/ 1868 w 2254"/>
                  <a:gd name="connsiteY63-40876" fmla="*/ 2183 h 4213"/>
                  <a:gd name="connsiteX64-40877" fmla="*/ 1945 w 2254"/>
                  <a:gd name="connsiteY64-40878" fmla="*/ 2178 h 4213"/>
                  <a:gd name="connsiteX65-40879" fmla="*/ 1990 w 2254"/>
                  <a:gd name="connsiteY65-40880" fmla="*/ 2104 h 4213"/>
                  <a:gd name="connsiteX66-40881" fmla="*/ 2024 w 2254"/>
                  <a:gd name="connsiteY66-40882" fmla="*/ 2210 h 4213"/>
                  <a:gd name="connsiteX67-40883" fmla="*/ 1912 w 2254"/>
                  <a:gd name="connsiteY67-40884" fmla="*/ 2249 h 4213"/>
                  <a:gd name="connsiteX68-40885" fmla="*/ 1959 w 2254"/>
                  <a:gd name="connsiteY68-40886" fmla="*/ 2362 h 4213"/>
                  <a:gd name="connsiteX69-40887" fmla="*/ 1824 w 2254"/>
                  <a:gd name="connsiteY69-40888" fmla="*/ 2509 h 4213"/>
                  <a:gd name="connsiteX70-40889" fmla="*/ 1783 w 2254"/>
                  <a:gd name="connsiteY70-40890" fmla="*/ 2498 h 4213"/>
                  <a:gd name="connsiteX71-40891" fmla="*/ 1659 w 2254"/>
                  <a:gd name="connsiteY71-40892" fmla="*/ 2413 h 4213"/>
                  <a:gd name="connsiteX72-40893" fmla="*/ 1604 w 2254"/>
                  <a:gd name="connsiteY72-40894" fmla="*/ 2412 h 4213"/>
                  <a:gd name="connsiteX73-40895" fmla="*/ 1569 w 2254"/>
                  <a:gd name="connsiteY73-40896" fmla="*/ 2480 h 4213"/>
                  <a:gd name="connsiteX74-40897" fmla="*/ 1572 w 2254"/>
                  <a:gd name="connsiteY74-40898" fmla="*/ 2562 h 4213"/>
                  <a:gd name="connsiteX75-40899" fmla="*/ 1750 w 2254"/>
                  <a:gd name="connsiteY75-40900" fmla="*/ 2730 h 4213"/>
                  <a:gd name="connsiteX76-40901" fmla="*/ 1749 w 2254"/>
                  <a:gd name="connsiteY76-40902" fmla="*/ 2844 h 4213"/>
                  <a:gd name="connsiteX77-40903" fmla="*/ 1840 w 2254"/>
                  <a:gd name="connsiteY77-40904" fmla="*/ 3060 h 4213"/>
                  <a:gd name="connsiteX78-40905" fmla="*/ 1866 w 2254"/>
                  <a:gd name="connsiteY78-40906" fmla="*/ 3090 h 4213"/>
                  <a:gd name="connsiteX79-40907" fmla="*/ 1910 w 2254"/>
                  <a:gd name="connsiteY79-40908" fmla="*/ 3094 h 4213"/>
                  <a:gd name="connsiteX80-40909" fmla="*/ 1956 w 2254"/>
                  <a:gd name="connsiteY80-40910" fmla="*/ 3010 h 4213"/>
                  <a:gd name="connsiteX81-40911" fmla="*/ 2036 w 2254"/>
                  <a:gd name="connsiteY81-40912" fmla="*/ 2950 h 4213"/>
                  <a:gd name="connsiteX82-40913" fmla="*/ 2131 w 2254"/>
                  <a:gd name="connsiteY82-40914" fmla="*/ 3126 h 4213"/>
                  <a:gd name="connsiteX83-40915" fmla="*/ 2241 w 2254"/>
                  <a:gd name="connsiteY83-40916" fmla="*/ 3312 h 4213"/>
                  <a:gd name="connsiteX84-40917" fmla="*/ 2254 w 2254"/>
                  <a:gd name="connsiteY84-40918" fmla="*/ 3342 h 4213"/>
                  <a:gd name="connsiteX85-40919" fmla="*/ 2243 w 2254"/>
                  <a:gd name="connsiteY85-40920" fmla="*/ 3518 h 4213"/>
                  <a:gd name="connsiteX86-40921" fmla="*/ 2208 w 2254"/>
                  <a:gd name="connsiteY86-40922" fmla="*/ 3554 h 4213"/>
                  <a:gd name="connsiteX87-40923" fmla="*/ 2119 w 2254"/>
                  <a:gd name="connsiteY87-40924" fmla="*/ 3515 h 4213"/>
                  <a:gd name="connsiteX88-40925" fmla="*/ 1885 w 2254"/>
                  <a:gd name="connsiteY88-40926" fmla="*/ 3644 h 4213"/>
                  <a:gd name="connsiteX89-40927" fmla="*/ 1859 w 2254"/>
                  <a:gd name="connsiteY89-40928" fmla="*/ 3666 h 4213"/>
                  <a:gd name="connsiteX90-40929" fmla="*/ 1679 w 2254"/>
                  <a:gd name="connsiteY90-40930" fmla="*/ 3812 h 4213"/>
                  <a:gd name="connsiteX91-40931" fmla="*/ 1538 w 2254"/>
                  <a:gd name="connsiteY91-40932" fmla="*/ 3926 h 4213"/>
                  <a:gd name="connsiteX92-40933" fmla="*/ 1503 w 2254"/>
                  <a:gd name="connsiteY92-40934" fmla="*/ 3965 h 4213"/>
                  <a:gd name="connsiteX93-40935" fmla="*/ 1451 w 2254"/>
                  <a:gd name="connsiteY93-40936" fmla="*/ 3973 h 4213"/>
                  <a:gd name="connsiteX94-40937" fmla="*/ 1394 w 2254"/>
                  <a:gd name="connsiteY94-40938" fmla="*/ 3916 h 4213"/>
                  <a:gd name="connsiteX95-40939" fmla="*/ 1270 w 2254"/>
                  <a:gd name="connsiteY95-40940" fmla="*/ 3808 h 4213"/>
                  <a:gd name="connsiteX96-40941" fmla="*/ 1294 w 2254"/>
                  <a:gd name="connsiteY96-40942" fmla="*/ 4064 h 4213"/>
                  <a:gd name="connsiteX97-40943" fmla="*/ 1303 w 2254"/>
                  <a:gd name="connsiteY97-40944" fmla="*/ 4192 h 4213"/>
                  <a:gd name="connsiteX98-40945" fmla="*/ 1041 w 2254"/>
                  <a:gd name="connsiteY98-40946" fmla="*/ 4166 h 4213"/>
                  <a:gd name="connsiteX99-40947" fmla="*/ 959 w 2254"/>
                  <a:gd name="connsiteY99-40948" fmla="*/ 3987 h 4213"/>
                  <a:gd name="connsiteX100-40949" fmla="*/ 877 w 2254"/>
                  <a:gd name="connsiteY100-40950" fmla="*/ 3802 h 4213"/>
                  <a:gd name="connsiteX101-40951" fmla="*/ 798 w 2254"/>
                  <a:gd name="connsiteY101-40952" fmla="*/ 3734 h 4213"/>
                  <a:gd name="connsiteX0-40953" fmla="*/ 798 w 2254"/>
                  <a:gd name="connsiteY0-40954" fmla="*/ 3734 h 4213"/>
                  <a:gd name="connsiteX1-40955" fmla="*/ 679 w 2254"/>
                  <a:gd name="connsiteY1-40956" fmla="*/ 3800 h 4213"/>
                  <a:gd name="connsiteX2-40957" fmla="*/ 695 w 2254"/>
                  <a:gd name="connsiteY2-40958" fmla="*/ 3662 h 4213"/>
                  <a:gd name="connsiteX3-40959" fmla="*/ 633 w 2254"/>
                  <a:gd name="connsiteY3-40960" fmla="*/ 3500 h 4213"/>
                  <a:gd name="connsiteX4-40961" fmla="*/ 742 w 2254"/>
                  <a:gd name="connsiteY4-40962" fmla="*/ 3280 h 4213"/>
                  <a:gd name="connsiteX5-40963" fmla="*/ 932 w 2254"/>
                  <a:gd name="connsiteY5-40964" fmla="*/ 3195 h 4213"/>
                  <a:gd name="connsiteX6-40965" fmla="*/ 1045 w 2254"/>
                  <a:gd name="connsiteY6-40966" fmla="*/ 3058 h 4213"/>
                  <a:gd name="connsiteX7-40967" fmla="*/ 1112 w 2254"/>
                  <a:gd name="connsiteY7-40968" fmla="*/ 2878 h 4213"/>
                  <a:gd name="connsiteX8-40969" fmla="*/ 1068 w 2254"/>
                  <a:gd name="connsiteY8-40970" fmla="*/ 2333 h 4213"/>
                  <a:gd name="connsiteX9-40971" fmla="*/ 1066 w 2254"/>
                  <a:gd name="connsiteY9-40972" fmla="*/ 2117 h 4213"/>
                  <a:gd name="connsiteX10-40973" fmla="*/ 990 w 2254"/>
                  <a:gd name="connsiteY10-40974" fmla="*/ 2039 h 4213"/>
                  <a:gd name="connsiteX11-40975" fmla="*/ 847 w 2254"/>
                  <a:gd name="connsiteY11-40976" fmla="*/ 1951 h 4213"/>
                  <a:gd name="connsiteX12-40977" fmla="*/ 755 w 2254"/>
                  <a:gd name="connsiteY12-40978" fmla="*/ 1827 h 4213"/>
                  <a:gd name="connsiteX13-40979" fmla="*/ 659 w 2254"/>
                  <a:gd name="connsiteY13-40980" fmla="*/ 1828 h 4213"/>
                  <a:gd name="connsiteX14-40981" fmla="*/ 614 w 2254"/>
                  <a:gd name="connsiteY14-40982" fmla="*/ 1883 h 4213"/>
                  <a:gd name="connsiteX15-40983" fmla="*/ 521 w 2254"/>
                  <a:gd name="connsiteY15-40984" fmla="*/ 1877 h 4213"/>
                  <a:gd name="connsiteX16-40985" fmla="*/ 501 w 2254"/>
                  <a:gd name="connsiteY16-40986" fmla="*/ 1994 h 4213"/>
                  <a:gd name="connsiteX17-40987" fmla="*/ 320 w 2254"/>
                  <a:gd name="connsiteY17-40988" fmla="*/ 1941 h 4213"/>
                  <a:gd name="connsiteX18-40989" fmla="*/ 237 w 2254"/>
                  <a:gd name="connsiteY18-40990" fmla="*/ 1939 h 4213"/>
                  <a:gd name="connsiteX19-40991" fmla="*/ 112 w 2254"/>
                  <a:gd name="connsiteY19-40992" fmla="*/ 2014 h 4213"/>
                  <a:gd name="connsiteX20-40993" fmla="*/ 0 w 2254"/>
                  <a:gd name="connsiteY20-40994" fmla="*/ 1890 h 4213"/>
                  <a:gd name="connsiteX21-40995" fmla="*/ 94 w 2254"/>
                  <a:gd name="connsiteY21-40996" fmla="*/ 1804 h 4213"/>
                  <a:gd name="connsiteX22-40997" fmla="*/ 98 w 2254"/>
                  <a:gd name="connsiteY22-40998" fmla="*/ 1634 h 4213"/>
                  <a:gd name="connsiteX23-40999" fmla="*/ 153 w 2254"/>
                  <a:gd name="connsiteY23-41000" fmla="*/ 1514 h 4213"/>
                  <a:gd name="connsiteX24-41001" fmla="*/ 196 w 2254"/>
                  <a:gd name="connsiteY24-41002" fmla="*/ 1306 h 4213"/>
                  <a:gd name="connsiteX25-41003" fmla="*/ 256 w 2254"/>
                  <a:gd name="connsiteY25-41004" fmla="*/ 1307 h 4213"/>
                  <a:gd name="connsiteX26-41005" fmla="*/ 579 w 2254"/>
                  <a:gd name="connsiteY26-41006" fmla="*/ 1286 h 4213"/>
                  <a:gd name="connsiteX27-41007" fmla="*/ 753 w 2254"/>
                  <a:gd name="connsiteY27-41008" fmla="*/ 1117 h 4213"/>
                  <a:gd name="connsiteX28-41009" fmla="*/ 822 w 2254"/>
                  <a:gd name="connsiteY28-41010" fmla="*/ 748 h 4213"/>
                  <a:gd name="connsiteX29-41011" fmla="*/ 932 w 2254"/>
                  <a:gd name="connsiteY29-41012" fmla="*/ 486 h 4213"/>
                  <a:gd name="connsiteX30-41013" fmla="*/ 930 w 2254"/>
                  <a:gd name="connsiteY30-41014" fmla="*/ 358 h 4213"/>
                  <a:gd name="connsiteX31-41015" fmla="*/ 917 w 2254"/>
                  <a:gd name="connsiteY31-41016" fmla="*/ 328 h 4213"/>
                  <a:gd name="connsiteX32-41017" fmla="*/ 850 w 2254"/>
                  <a:gd name="connsiteY32-41018" fmla="*/ 251 h 4213"/>
                  <a:gd name="connsiteX33-41019" fmla="*/ 790 w 2254"/>
                  <a:gd name="connsiteY33-41020" fmla="*/ 217 h 4213"/>
                  <a:gd name="connsiteX34-41021" fmla="*/ 915 w 2254"/>
                  <a:gd name="connsiteY34-41022" fmla="*/ 56 h 4213"/>
                  <a:gd name="connsiteX35-41023" fmla="*/ 1088 w 2254"/>
                  <a:gd name="connsiteY35-41024" fmla="*/ 2 h 4213"/>
                  <a:gd name="connsiteX36-41025" fmla="*/ 1120 w 2254"/>
                  <a:gd name="connsiteY36-41026" fmla="*/ 49 h 4213"/>
                  <a:gd name="connsiteX37-41027" fmla="*/ 1110 w 2254"/>
                  <a:gd name="connsiteY37-41028" fmla="*/ 133 h 4213"/>
                  <a:gd name="connsiteX38-41029" fmla="*/ 1049 w 2254"/>
                  <a:gd name="connsiteY38-41030" fmla="*/ 243 h 4213"/>
                  <a:gd name="connsiteX39-41031" fmla="*/ 1119 w 2254"/>
                  <a:gd name="connsiteY39-41032" fmla="*/ 301 h 4213"/>
                  <a:gd name="connsiteX40-41033" fmla="*/ 1233 w 2254"/>
                  <a:gd name="connsiteY40-41034" fmla="*/ 366 h 4213"/>
                  <a:gd name="connsiteX41-41035" fmla="*/ 1253 w 2254"/>
                  <a:gd name="connsiteY41-41036" fmla="*/ 255 h 4213"/>
                  <a:gd name="connsiteX42-41037" fmla="*/ 1387 w 2254"/>
                  <a:gd name="connsiteY42-41038" fmla="*/ 291 h 4213"/>
                  <a:gd name="connsiteX43-41039" fmla="*/ 1412 w 2254"/>
                  <a:gd name="connsiteY43-41040" fmla="*/ 331 h 4213"/>
                  <a:gd name="connsiteX44-41041" fmla="*/ 1488 w 2254"/>
                  <a:gd name="connsiteY44-41042" fmla="*/ 562 h 4213"/>
                  <a:gd name="connsiteX45-41043" fmla="*/ 1523 w 2254"/>
                  <a:gd name="connsiteY45-41044" fmla="*/ 586 h 4213"/>
                  <a:gd name="connsiteX46-41045" fmla="*/ 1615 w 2254"/>
                  <a:gd name="connsiteY46-41046" fmla="*/ 578 h 4213"/>
                  <a:gd name="connsiteX47-41047" fmla="*/ 1875 w 2254"/>
                  <a:gd name="connsiteY47-41048" fmla="*/ 490 h 4213"/>
                  <a:gd name="connsiteX48-41049" fmla="*/ 2095 w 2254"/>
                  <a:gd name="connsiteY48-41050" fmla="*/ 479 h 4213"/>
                  <a:gd name="connsiteX49-41051" fmla="*/ 2155 w 2254"/>
                  <a:gd name="connsiteY49-41052" fmla="*/ 648 h 4213"/>
                  <a:gd name="connsiteX50-41053" fmla="*/ 2073 w 2254"/>
                  <a:gd name="connsiteY50-41054" fmla="*/ 944 h 4213"/>
                  <a:gd name="connsiteX51-41055" fmla="*/ 2073 w 2254"/>
                  <a:gd name="connsiteY51-41056" fmla="*/ 1022 h 4213"/>
                  <a:gd name="connsiteX52-41057" fmla="*/ 2142 w 2254"/>
                  <a:gd name="connsiteY52-41058" fmla="*/ 1168 h 4213"/>
                  <a:gd name="connsiteX53-41059" fmla="*/ 2157 w 2254"/>
                  <a:gd name="connsiteY53-41060" fmla="*/ 1427 h 4213"/>
                  <a:gd name="connsiteX54-41061" fmla="*/ 2159 w 2254"/>
                  <a:gd name="connsiteY54-41062" fmla="*/ 1617 h 4213"/>
                  <a:gd name="connsiteX55-41063" fmla="*/ 2092 w 2254"/>
                  <a:gd name="connsiteY55-41064" fmla="*/ 1625 h 4213"/>
                  <a:gd name="connsiteX56-41065" fmla="*/ 2070 w 2254"/>
                  <a:gd name="connsiteY56-41066" fmla="*/ 1507 h 4213"/>
                  <a:gd name="connsiteX57-41067" fmla="*/ 2035 w 2254"/>
                  <a:gd name="connsiteY57-41068" fmla="*/ 1450 h 4213"/>
                  <a:gd name="connsiteX58-41069" fmla="*/ 1945 w 2254"/>
                  <a:gd name="connsiteY58-41070" fmla="*/ 1582 h 4213"/>
                  <a:gd name="connsiteX59-41071" fmla="*/ 1832 w 2254"/>
                  <a:gd name="connsiteY59-41072" fmla="*/ 1776 h 4213"/>
                  <a:gd name="connsiteX60-41073" fmla="*/ 1713 w 2254"/>
                  <a:gd name="connsiteY60-41074" fmla="*/ 1904 h 4213"/>
                  <a:gd name="connsiteX61-41075" fmla="*/ 1706 w 2254"/>
                  <a:gd name="connsiteY61-41076" fmla="*/ 2018 h 4213"/>
                  <a:gd name="connsiteX62-41077" fmla="*/ 1766 w 2254"/>
                  <a:gd name="connsiteY62-41078" fmla="*/ 2115 h 4213"/>
                  <a:gd name="connsiteX63-41079" fmla="*/ 1868 w 2254"/>
                  <a:gd name="connsiteY63-41080" fmla="*/ 2183 h 4213"/>
                  <a:gd name="connsiteX64-41081" fmla="*/ 1945 w 2254"/>
                  <a:gd name="connsiteY64-41082" fmla="*/ 2178 h 4213"/>
                  <a:gd name="connsiteX65-41083" fmla="*/ 1990 w 2254"/>
                  <a:gd name="connsiteY65-41084" fmla="*/ 2104 h 4213"/>
                  <a:gd name="connsiteX66-41085" fmla="*/ 2024 w 2254"/>
                  <a:gd name="connsiteY66-41086" fmla="*/ 2210 h 4213"/>
                  <a:gd name="connsiteX67-41087" fmla="*/ 1912 w 2254"/>
                  <a:gd name="connsiteY67-41088" fmla="*/ 2249 h 4213"/>
                  <a:gd name="connsiteX68-41089" fmla="*/ 1959 w 2254"/>
                  <a:gd name="connsiteY68-41090" fmla="*/ 2362 h 4213"/>
                  <a:gd name="connsiteX69-41091" fmla="*/ 1824 w 2254"/>
                  <a:gd name="connsiteY69-41092" fmla="*/ 2509 h 4213"/>
                  <a:gd name="connsiteX70-41093" fmla="*/ 1783 w 2254"/>
                  <a:gd name="connsiteY70-41094" fmla="*/ 2498 h 4213"/>
                  <a:gd name="connsiteX71-41095" fmla="*/ 1659 w 2254"/>
                  <a:gd name="connsiteY71-41096" fmla="*/ 2413 h 4213"/>
                  <a:gd name="connsiteX72-41097" fmla="*/ 1604 w 2254"/>
                  <a:gd name="connsiteY72-41098" fmla="*/ 2412 h 4213"/>
                  <a:gd name="connsiteX73-41099" fmla="*/ 1569 w 2254"/>
                  <a:gd name="connsiteY73-41100" fmla="*/ 2480 h 4213"/>
                  <a:gd name="connsiteX74-41101" fmla="*/ 1572 w 2254"/>
                  <a:gd name="connsiteY74-41102" fmla="*/ 2562 h 4213"/>
                  <a:gd name="connsiteX75-41103" fmla="*/ 1750 w 2254"/>
                  <a:gd name="connsiteY75-41104" fmla="*/ 2730 h 4213"/>
                  <a:gd name="connsiteX76-41105" fmla="*/ 1749 w 2254"/>
                  <a:gd name="connsiteY76-41106" fmla="*/ 2844 h 4213"/>
                  <a:gd name="connsiteX77-41107" fmla="*/ 1840 w 2254"/>
                  <a:gd name="connsiteY77-41108" fmla="*/ 3060 h 4213"/>
                  <a:gd name="connsiteX78-41109" fmla="*/ 1866 w 2254"/>
                  <a:gd name="connsiteY78-41110" fmla="*/ 3090 h 4213"/>
                  <a:gd name="connsiteX79-41111" fmla="*/ 1910 w 2254"/>
                  <a:gd name="connsiteY79-41112" fmla="*/ 3094 h 4213"/>
                  <a:gd name="connsiteX80-41113" fmla="*/ 1956 w 2254"/>
                  <a:gd name="connsiteY80-41114" fmla="*/ 3010 h 4213"/>
                  <a:gd name="connsiteX81-41115" fmla="*/ 2036 w 2254"/>
                  <a:gd name="connsiteY81-41116" fmla="*/ 2950 h 4213"/>
                  <a:gd name="connsiteX82-41117" fmla="*/ 2131 w 2254"/>
                  <a:gd name="connsiteY82-41118" fmla="*/ 3126 h 4213"/>
                  <a:gd name="connsiteX83-41119" fmla="*/ 2241 w 2254"/>
                  <a:gd name="connsiteY83-41120" fmla="*/ 3312 h 4213"/>
                  <a:gd name="connsiteX84-41121" fmla="*/ 2254 w 2254"/>
                  <a:gd name="connsiteY84-41122" fmla="*/ 3342 h 4213"/>
                  <a:gd name="connsiteX85-41123" fmla="*/ 2243 w 2254"/>
                  <a:gd name="connsiteY85-41124" fmla="*/ 3518 h 4213"/>
                  <a:gd name="connsiteX86-41125" fmla="*/ 2208 w 2254"/>
                  <a:gd name="connsiteY86-41126" fmla="*/ 3554 h 4213"/>
                  <a:gd name="connsiteX87-41127" fmla="*/ 2119 w 2254"/>
                  <a:gd name="connsiteY87-41128" fmla="*/ 3515 h 4213"/>
                  <a:gd name="connsiteX88-41129" fmla="*/ 1885 w 2254"/>
                  <a:gd name="connsiteY88-41130" fmla="*/ 3644 h 4213"/>
                  <a:gd name="connsiteX89-41131" fmla="*/ 1859 w 2254"/>
                  <a:gd name="connsiteY89-41132" fmla="*/ 3666 h 4213"/>
                  <a:gd name="connsiteX90-41133" fmla="*/ 1679 w 2254"/>
                  <a:gd name="connsiteY90-41134" fmla="*/ 3812 h 4213"/>
                  <a:gd name="connsiteX91-41135" fmla="*/ 1538 w 2254"/>
                  <a:gd name="connsiteY91-41136" fmla="*/ 3926 h 4213"/>
                  <a:gd name="connsiteX92-41137" fmla="*/ 1503 w 2254"/>
                  <a:gd name="connsiteY92-41138" fmla="*/ 3965 h 4213"/>
                  <a:gd name="connsiteX93-41139" fmla="*/ 1451 w 2254"/>
                  <a:gd name="connsiteY93-41140" fmla="*/ 3973 h 4213"/>
                  <a:gd name="connsiteX94-41141" fmla="*/ 1394 w 2254"/>
                  <a:gd name="connsiteY94-41142" fmla="*/ 3916 h 4213"/>
                  <a:gd name="connsiteX95-41143" fmla="*/ 1270 w 2254"/>
                  <a:gd name="connsiteY95-41144" fmla="*/ 3808 h 4213"/>
                  <a:gd name="connsiteX96-41145" fmla="*/ 1294 w 2254"/>
                  <a:gd name="connsiteY96-41146" fmla="*/ 4064 h 4213"/>
                  <a:gd name="connsiteX97-41147" fmla="*/ 1303 w 2254"/>
                  <a:gd name="connsiteY97-41148" fmla="*/ 4192 h 4213"/>
                  <a:gd name="connsiteX98-41149" fmla="*/ 1041 w 2254"/>
                  <a:gd name="connsiteY98-41150" fmla="*/ 4166 h 4213"/>
                  <a:gd name="connsiteX99-41151" fmla="*/ 959 w 2254"/>
                  <a:gd name="connsiteY99-41152" fmla="*/ 3987 h 4213"/>
                  <a:gd name="connsiteX100-41153" fmla="*/ 877 w 2254"/>
                  <a:gd name="connsiteY100-41154" fmla="*/ 3802 h 4213"/>
                  <a:gd name="connsiteX101-41155" fmla="*/ 798 w 2254"/>
                  <a:gd name="connsiteY101-41156" fmla="*/ 3734 h 4213"/>
                  <a:gd name="connsiteX0-41157" fmla="*/ 798 w 2254"/>
                  <a:gd name="connsiteY0-41158" fmla="*/ 3734 h 4213"/>
                  <a:gd name="connsiteX1-41159" fmla="*/ 679 w 2254"/>
                  <a:gd name="connsiteY1-41160" fmla="*/ 3800 h 4213"/>
                  <a:gd name="connsiteX2-41161" fmla="*/ 695 w 2254"/>
                  <a:gd name="connsiteY2-41162" fmla="*/ 3662 h 4213"/>
                  <a:gd name="connsiteX3-41163" fmla="*/ 633 w 2254"/>
                  <a:gd name="connsiteY3-41164" fmla="*/ 3500 h 4213"/>
                  <a:gd name="connsiteX4-41165" fmla="*/ 742 w 2254"/>
                  <a:gd name="connsiteY4-41166" fmla="*/ 3280 h 4213"/>
                  <a:gd name="connsiteX5-41167" fmla="*/ 932 w 2254"/>
                  <a:gd name="connsiteY5-41168" fmla="*/ 3195 h 4213"/>
                  <a:gd name="connsiteX6-41169" fmla="*/ 1045 w 2254"/>
                  <a:gd name="connsiteY6-41170" fmla="*/ 3058 h 4213"/>
                  <a:gd name="connsiteX7-41171" fmla="*/ 1112 w 2254"/>
                  <a:gd name="connsiteY7-41172" fmla="*/ 2878 h 4213"/>
                  <a:gd name="connsiteX8-41173" fmla="*/ 1068 w 2254"/>
                  <a:gd name="connsiteY8-41174" fmla="*/ 2333 h 4213"/>
                  <a:gd name="connsiteX9-41175" fmla="*/ 1066 w 2254"/>
                  <a:gd name="connsiteY9-41176" fmla="*/ 2117 h 4213"/>
                  <a:gd name="connsiteX10-41177" fmla="*/ 990 w 2254"/>
                  <a:gd name="connsiteY10-41178" fmla="*/ 2039 h 4213"/>
                  <a:gd name="connsiteX11-41179" fmla="*/ 847 w 2254"/>
                  <a:gd name="connsiteY11-41180" fmla="*/ 1951 h 4213"/>
                  <a:gd name="connsiteX12-41181" fmla="*/ 755 w 2254"/>
                  <a:gd name="connsiteY12-41182" fmla="*/ 1827 h 4213"/>
                  <a:gd name="connsiteX13-41183" fmla="*/ 659 w 2254"/>
                  <a:gd name="connsiteY13-41184" fmla="*/ 1828 h 4213"/>
                  <a:gd name="connsiteX14-41185" fmla="*/ 614 w 2254"/>
                  <a:gd name="connsiteY14-41186" fmla="*/ 1883 h 4213"/>
                  <a:gd name="connsiteX15-41187" fmla="*/ 521 w 2254"/>
                  <a:gd name="connsiteY15-41188" fmla="*/ 1877 h 4213"/>
                  <a:gd name="connsiteX16-41189" fmla="*/ 501 w 2254"/>
                  <a:gd name="connsiteY16-41190" fmla="*/ 1994 h 4213"/>
                  <a:gd name="connsiteX17-41191" fmla="*/ 320 w 2254"/>
                  <a:gd name="connsiteY17-41192" fmla="*/ 1941 h 4213"/>
                  <a:gd name="connsiteX18-41193" fmla="*/ 237 w 2254"/>
                  <a:gd name="connsiteY18-41194" fmla="*/ 1939 h 4213"/>
                  <a:gd name="connsiteX19-41195" fmla="*/ 112 w 2254"/>
                  <a:gd name="connsiteY19-41196" fmla="*/ 2014 h 4213"/>
                  <a:gd name="connsiteX20-41197" fmla="*/ 0 w 2254"/>
                  <a:gd name="connsiteY20-41198" fmla="*/ 1890 h 4213"/>
                  <a:gd name="connsiteX21-41199" fmla="*/ 94 w 2254"/>
                  <a:gd name="connsiteY21-41200" fmla="*/ 1804 h 4213"/>
                  <a:gd name="connsiteX22-41201" fmla="*/ 98 w 2254"/>
                  <a:gd name="connsiteY22-41202" fmla="*/ 1634 h 4213"/>
                  <a:gd name="connsiteX23-41203" fmla="*/ 153 w 2254"/>
                  <a:gd name="connsiteY23-41204" fmla="*/ 1514 h 4213"/>
                  <a:gd name="connsiteX24-41205" fmla="*/ 196 w 2254"/>
                  <a:gd name="connsiteY24-41206" fmla="*/ 1306 h 4213"/>
                  <a:gd name="connsiteX25-41207" fmla="*/ 256 w 2254"/>
                  <a:gd name="connsiteY25-41208" fmla="*/ 1307 h 4213"/>
                  <a:gd name="connsiteX26-41209" fmla="*/ 579 w 2254"/>
                  <a:gd name="connsiteY26-41210" fmla="*/ 1286 h 4213"/>
                  <a:gd name="connsiteX27-41211" fmla="*/ 753 w 2254"/>
                  <a:gd name="connsiteY27-41212" fmla="*/ 1117 h 4213"/>
                  <a:gd name="connsiteX28-41213" fmla="*/ 822 w 2254"/>
                  <a:gd name="connsiteY28-41214" fmla="*/ 748 h 4213"/>
                  <a:gd name="connsiteX29-41215" fmla="*/ 932 w 2254"/>
                  <a:gd name="connsiteY29-41216" fmla="*/ 486 h 4213"/>
                  <a:gd name="connsiteX30-41217" fmla="*/ 930 w 2254"/>
                  <a:gd name="connsiteY30-41218" fmla="*/ 358 h 4213"/>
                  <a:gd name="connsiteX31-41219" fmla="*/ 917 w 2254"/>
                  <a:gd name="connsiteY31-41220" fmla="*/ 328 h 4213"/>
                  <a:gd name="connsiteX32-41221" fmla="*/ 850 w 2254"/>
                  <a:gd name="connsiteY32-41222" fmla="*/ 251 h 4213"/>
                  <a:gd name="connsiteX33-41223" fmla="*/ 790 w 2254"/>
                  <a:gd name="connsiteY33-41224" fmla="*/ 217 h 4213"/>
                  <a:gd name="connsiteX34-41225" fmla="*/ 915 w 2254"/>
                  <a:gd name="connsiteY34-41226" fmla="*/ 56 h 4213"/>
                  <a:gd name="connsiteX35-41227" fmla="*/ 1088 w 2254"/>
                  <a:gd name="connsiteY35-41228" fmla="*/ 2 h 4213"/>
                  <a:gd name="connsiteX36-41229" fmla="*/ 1120 w 2254"/>
                  <a:gd name="connsiteY36-41230" fmla="*/ 49 h 4213"/>
                  <a:gd name="connsiteX37-41231" fmla="*/ 1110 w 2254"/>
                  <a:gd name="connsiteY37-41232" fmla="*/ 133 h 4213"/>
                  <a:gd name="connsiteX38-41233" fmla="*/ 1049 w 2254"/>
                  <a:gd name="connsiteY38-41234" fmla="*/ 243 h 4213"/>
                  <a:gd name="connsiteX39-41235" fmla="*/ 1119 w 2254"/>
                  <a:gd name="connsiteY39-41236" fmla="*/ 301 h 4213"/>
                  <a:gd name="connsiteX40-41237" fmla="*/ 1233 w 2254"/>
                  <a:gd name="connsiteY40-41238" fmla="*/ 366 h 4213"/>
                  <a:gd name="connsiteX41-41239" fmla="*/ 1253 w 2254"/>
                  <a:gd name="connsiteY41-41240" fmla="*/ 255 h 4213"/>
                  <a:gd name="connsiteX42-41241" fmla="*/ 1387 w 2254"/>
                  <a:gd name="connsiteY42-41242" fmla="*/ 291 h 4213"/>
                  <a:gd name="connsiteX43-41243" fmla="*/ 1412 w 2254"/>
                  <a:gd name="connsiteY43-41244" fmla="*/ 331 h 4213"/>
                  <a:gd name="connsiteX44-41245" fmla="*/ 1488 w 2254"/>
                  <a:gd name="connsiteY44-41246" fmla="*/ 562 h 4213"/>
                  <a:gd name="connsiteX45-41247" fmla="*/ 1523 w 2254"/>
                  <a:gd name="connsiteY45-41248" fmla="*/ 586 h 4213"/>
                  <a:gd name="connsiteX46-41249" fmla="*/ 1615 w 2254"/>
                  <a:gd name="connsiteY46-41250" fmla="*/ 578 h 4213"/>
                  <a:gd name="connsiteX47-41251" fmla="*/ 1875 w 2254"/>
                  <a:gd name="connsiteY47-41252" fmla="*/ 490 h 4213"/>
                  <a:gd name="connsiteX48-41253" fmla="*/ 2095 w 2254"/>
                  <a:gd name="connsiteY48-41254" fmla="*/ 479 h 4213"/>
                  <a:gd name="connsiteX49-41255" fmla="*/ 2155 w 2254"/>
                  <a:gd name="connsiteY49-41256" fmla="*/ 648 h 4213"/>
                  <a:gd name="connsiteX50-41257" fmla="*/ 2073 w 2254"/>
                  <a:gd name="connsiteY50-41258" fmla="*/ 944 h 4213"/>
                  <a:gd name="connsiteX51-41259" fmla="*/ 2073 w 2254"/>
                  <a:gd name="connsiteY51-41260" fmla="*/ 1022 h 4213"/>
                  <a:gd name="connsiteX52-41261" fmla="*/ 2142 w 2254"/>
                  <a:gd name="connsiteY52-41262" fmla="*/ 1168 h 4213"/>
                  <a:gd name="connsiteX53-41263" fmla="*/ 2157 w 2254"/>
                  <a:gd name="connsiteY53-41264" fmla="*/ 1427 h 4213"/>
                  <a:gd name="connsiteX54-41265" fmla="*/ 2159 w 2254"/>
                  <a:gd name="connsiteY54-41266" fmla="*/ 1617 h 4213"/>
                  <a:gd name="connsiteX55-41267" fmla="*/ 2092 w 2254"/>
                  <a:gd name="connsiteY55-41268" fmla="*/ 1625 h 4213"/>
                  <a:gd name="connsiteX56-41269" fmla="*/ 2070 w 2254"/>
                  <a:gd name="connsiteY56-41270" fmla="*/ 1507 h 4213"/>
                  <a:gd name="connsiteX57-41271" fmla="*/ 2035 w 2254"/>
                  <a:gd name="connsiteY57-41272" fmla="*/ 1450 h 4213"/>
                  <a:gd name="connsiteX58-41273" fmla="*/ 1945 w 2254"/>
                  <a:gd name="connsiteY58-41274" fmla="*/ 1582 h 4213"/>
                  <a:gd name="connsiteX59-41275" fmla="*/ 1832 w 2254"/>
                  <a:gd name="connsiteY59-41276" fmla="*/ 1776 h 4213"/>
                  <a:gd name="connsiteX60-41277" fmla="*/ 1713 w 2254"/>
                  <a:gd name="connsiteY60-41278" fmla="*/ 1904 h 4213"/>
                  <a:gd name="connsiteX61-41279" fmla="*/ 1706 w 2254"/>
                  <a:gd name="connsiteY61-41280" fmla="*/ 2018 h 4213"/>
                  <a:gd name="connsiteX62-41281" fmla="*/ 1766 w 2254"/>
                  <a:gd name="connsiteY62-41282" fmla="*/ 2115 h 4213"/>
                  <a:gd name="connsiteX63-41283" fmla="*/ 1868 w 2254"/>
                  <a:gd name="connsiteY63-41284" fmla="*/ 2183 h 4213"/>
                  <a:gd name="connsiteX64-41285" fmla="*/ 1945 w 2254"/>
                  <a:gd name="connsiteY64-41286" fmla="*/ 2178 h 4213"/>
                  <a:gd name="connsiteX65-41287" fmla="*/ 1990 w 2254"/>
                  <a:gd name="connsiteY65-41288" fmla="*/ 2104 h 4213"/>
                  <a:gd name="connsiteX66-41289" fmla="*/ 2024 w 2254"/>
                  <a:gd name="connsiteY66-41290" fmla="*/ 2210 h 4213"/>
                  <a:gd name="connsiteX67-41291" fmla="*/ 1912 w 2254"/>
                  <a:gd name="connsiteY67-41292" fmla="*/ 2249 h 4213"/>
                  <a:gd name="connsiteX68-41293" fmla="*/ 1959 w 2254"/>
                  <a:gd name="connsiteY68-41294" fmla="*/ 2362 h 4213"/>
                  <a:gd name="connsiteX69-41295" fmla="*/ 1824 w 2254"/>
                  <a:gd name="connsiteY69-41296" fmla="*/ 2509 h 4213"/>
                  <a:gd name="connsiteX70-41297" fmla="*/ 1783 w 2254"/>
                  <a:gd name="connsiteY70-41298" fmla="*/ 2498 h 4213"/>
                  <a:gd name="connsiteX71-41299" fmla="*/ 1659 w 2254"/>
                  <a:gd name="connsiteY71-41300" fmla="*/ 2413 h 4213"/>
                  <a:gd name="connsiteX72-41301" fmla="*/ 1604 w 2254"/>
                  <a:gd name="connsiteY72-41302" fmla="*/ 2412 h 4213"/>
                  <a:gd name="connsiteX73-41303" fmla="*/ 1569 w 2254"/>
                  <a:gd name="connsiteY73-41304" fmla="*/ 2480 h 4213"/>
                  <a:gd name="connsiteX74-41305" fmla="*/ 1572 w 2254"/>
                  <a:gd name="connsiteY74-41306" fmla="*/ 2562 h 4213"/>
                  <a:gd name="connsiteX75-41307" fmla="*/ 1750 w 2254"/>
                  <a:gd name="connsiteY75-41308" fmla="*/ 2730 h 4213"/>
                  <a:gd name="connsiteX76-41309" fmla="*/ 1749 w 2254"/>
                  <a:gd name="connsiteY76-41310" fmla="*/ 2844 h 4213"/>
                  <a:gd name="connsiteX77-41311" fmla="*/ 1840 w 2254"/>
                  <a:gd name="connsiteY77-41312" fmla="*/ 3060 h 4213"/>
                  <a:gd name="connsiteX78-41313" fmla="*/ 1866 w 2254"/>
                  <a:gd name="connsiteY78-41314" fmla="*/ 3090 h 4213"/>
                  <a:gd name="connsiteX79-41315" fmla="*/ 1910 w 2254"/>
                  <a:gd name="connsiteY79-41316" fmla="*/ 3094 h 4213"/>
                  <a:gd name="connsiteX80-41317" fmla="*/ 1956 w 2254"/>
                  <a:gd name="connsiteY80-41318" fmla="*/ 3010 h 4213"/>
                  <a:gd name="connsiteX81-41319" fmla="*/ 2036 w 2254"/>
                  <a:gd name="connsiteY81-41320" fmla="*/ 2950 h 4213"/>
                  <a:gd name="connsiteX82-41321" fmla="*/ 2131 w 2254"/>
                  <a:gd name="connsiteY82-41322" fmla="*/ 3126 h 4213"/>
                  <a:gd name="connsiteX83-41323" fmla="*/ 2241 w 2254"/>
                  <a:gd name="connsiteY83-41324" fmla="*/ 3312 h 4213"/>
                  <a:gd name="connsiteX84-41325" fmla="*/ 2254 w 2254"/>
                  <a:gd name="connsiteY84-41326" fmla="*/ 3342 h 4213"/>
                  <a:gd name="connsiteX85-41327" fmla="*/ 2243 w 2254"/>
                  <a:gd name="connsiteY85-41328" fmla="*/ 3518 h 4213"/>
                  <a:gd name="connsiteX86-41329" fmla="*/ 2208 w 2254"/>
                  <a:gd name="connsiteY86-41330" fmla="*/ 3554 h 4213"/>
                  <a:gd name="connsiteX87-41331" fmla="*/ 2119 w 2254"/>
                  <a:gd name="connsiteY87-41332" fmla="*/ 3515 h 4213"/>
                  <a:gd name="connsiteX88-41333" fmla="*/ 1885 w 2254"/>
                  <a:gd name="connsiteY88-41334" fmla="*/ 3644 h 4213"/>
                  <a:gd name="connsiteX89-41335" fmla="*/ 1859 w 2254"/>
                  <a:gd name="connsiteY89-41336" fmla="*/ 3666 h 4213"/>
                  <a:gd name="connsiteX90-41337" fmla="*/ 1679 w 2254"/>
                  <a:gd name="connsiteY90-41338" fmla="*/ 3812 h 4213"/>
                  <a:gd name="connsiteX91-41339" fmla="*/ 1538 w 2254"/>
                  <a:gd name="connsiteY91-41340" fmla="*/ 3926 h 4213"/>
                  <a:gd name="connsiteX92-41341" fmla="*/ 1503 w 2254"/>
                  <a:gd name="connsiteY92-41342" fmla="*/ 3965 h 4213"/>
                  <a:gd name="connsiteX93-41343" fmla="*/ 1451 w 2254"/>
                  <a:gd name="connsiteY93-41344" fmla="*/ 3973 h 4213"/>
                  <a:gd name="connsiteX94-41345" fmla="*/ 1394 w 2254"/>
                  <a:gd name="connsiteY94-41346" fmla="*/ 3916 h 4213"/>
                  <a:gd name="connsiteX95-41347" fmla="*/ 1270 w 2254"/>
                  <a:gd name="connsiteY95-41348" fmla="*/ 3808 h 4213"/>
                  <a:gd name="connsiteX96-41349" fmla="*/ 1294 w 2254"/>
                  <a:gd name="connsiteY96-41350" fmla="*/ 4064 h 4213"/>
                  <a:gd name="connsiteX97-41351" fmla="*/ 1303 w 2254"/>
                  <a:gd name="connsiteY97-41352" fmla="*/ 4192 h 4213"/>
                  <a:gd name="connsiteX98-41353" fmla="*/ 1041 w 2254"/>
                  <a:gd name="connsiteY98-41354" fmla="*/ 4166 h 4213"/>
                  <a:gd name="connsiteX99-41355" fmla="*/ 959 w 2254"/>
                  <a:gd name="connsiteY99-41356" fmla="*/ 3987 h 4213"/>
                  <a:gd name="connsiteX100-41357" fmla="*/ 877 w 2254"/>
                  <a:gd name="connsiteY100-41358" fmla="*/ 3802 h 4213"/>
                  <a:gd name="connsiteX101-41359" fmla="*/ 798 w 2254"/>
                  <a:gd name="connsiteY101-41360" fmla="*/ 3734 h 4213"/>
                  <a:gd name="connsiteX0-41361" fmla="*/ 798 w 2254"/>
                  <a:gd name="connsiteY0-41362" fmla="*/ 3734 h 4213"/>
                  <a:gd name="connsiteX1-41363" fmla="*/ 679 w 2254"/>
                  <a:gd name="connsiteY1-41364" fmla="*/ 3800 h 4213"/>
                  <a:gd name="connsiteX2-41365" fmla="*/ 695 w 2254"/>
                  <a:gd name="connsiteY2-41366" fmla="*/ 3662 h 4213"/>
                  <a:gd name="connsiteX3-41367" fmla="*/ 633 w 2254"/>
                  <a:gd name="connsiteY3-41368" fmla="*/ 3500 h 4213"/>
                  <a:gd name="connsiteX4-41369" fmla="*/ 742 w 2254"/>
                  <a:gd name="connsiteY4-41370" fmla="*/ 3280 h 4213"/>
                  <a:gd name="connsiteX5-41371" fmla="*/ 932 w 2254"/>
                  <a:gd name="connsiteY5-41372" fmla="*/ 3195 h 4213"/>
                  <a:gd name="connsiteX6-41373" fmla="*/ 1045 w 2254"/>
                  <a:gd name="connsiteY6-41374" fmla="*/ 3058 h 4213"/>
                  <a:gd name="connsiteX7-41375" fmla="*/ 1112 w 2254"/>
                  <a:gd name="connsiteY7-41376" fmla="*/ 2878 h 4213"/>
                  <a:gd name="connsiteX8-41377" fmla="*/ 1068 w 2254"/>
                  <a:gd name="connsiteY8-41378" fmla="*/ 2333 h 4213"/>
                  <a:gd name="connsiteX9-41379" fmla="*/ 1066 w 2254"/>
                  <a:gd name="connsiteY9-41380" fmla="*/ 2117 h 4213"/>
                  <a:gd name="connsiteX10-41381" fmla="*/ 990 w 2254"/>
                  <a:gd name="connsiteY10-41382" fmla="*/ 2039 h 4213"/>
                  <a:gd name="connsiteX11-41383" fmla="*/ 847 w 2254"/>
                  <a:gd name="connsiteY11-41384" fmla="*/ 1951 h 4213"/>
                  <a:gd name="connsiteX12-41385" fmla="*/ 755 w 2254"/>
                  <a:gd name="connsiteY12-41386" fmla="*/ 1827 h 4213"/>
                  <a:gd name="connsiteX13-41387" fmla="*/ 659 w 2254"/>
                  <a:gd name="connsiteY13-41388" fmla="*/ 1828 h 4213"/>
                  <a:gd name="connsiteX14-41389" fmla="*/ 614 w 2254"/>
                  <a:gd name="connsiteY14-41390" fmla="*/ 1883 h 4213"/>
                  <a:gd name="connsiteX15-41391" fmla="*/ 521 w 2254"/>
                  <a:gd name="connsiteY15-41392" fmla="*/ 1877 h 4213"/>
                  <a:gd name="connsiteX16-41393" fmla="*/ 501 w 2254"/>
                  <a:gd name="connsiteY16-41394" fmla="*/ 1994 h 4213"/>
                  <a:gd name="connsiteX17-41395" fmla="*/ 320 w 2254"/>
                  <a:gd name="connsiteY17-41396" fmla="*/ 1941 h 4213"/>
                  <a:gd name="connsiteX18-41397" fmla="*/ 237 w 2254"/>
                  <a:gd name="connsiteY18-41398" fmla="*/ 1939 h 4213"/>
                  <a:gd name="connsiteX19-41399" fmla="*/ 112 w 2254"/>
                  <a:gd name="connsiteY19-41400" fmla="*/ 2014 h 4213"/>
                  <a:gd name="connsiteX20-41401" fmla="*/ 0 w 2254"/>
                  <a:gd name="connsiteY20-41402" fmla="*/ 1890 h 4213"/>
                  <a:gd name="connsiteX21-41403" fmla="*/ 94 w 2254"/>
                  <a:gd name="connsiteY21-41404" fmla="*/ 1804 h 4213"/>
                  <a:gd name="connsiteX22-41405" fmla="*/ 98 w 2254"/>
                  <a:gd name="connsiteY22-41406" fmla="*/ 1634 h 4213"/>
                  <a:gd name="connsiteX23-41407" fmla="*/ 153 w 2254"/>
                  <a:gd name="connsiteY23-41408" fmla="*/ 1514 h 4213"/>
                  <a:gd name="connsiteX24-41409" fmla="*/ 196 w 2254"/>
                  <a:gd name="connsiteY24-41410" fmla="*/ 1306 h 4213"/>
                  <a:gd name="connsiteX25-41411" fmla="*/ 256 w 2254"/>
                  <a:gd name="connsiteY25-41412" fmla="*/ 1307 h 4213"/>
                  <a:gd name="connsiteX26-41413" fmla="*/ 579 w 2254"/>
                  <a:gd name="connsiteY26-41414" fmla="*/ 1286 h 4213"/>
                  <a:gd name="connsiteX27-41415" fmla="*/ 753 w 2254"/>
                  <a:gd name="connsiteY27-41416" fmla="*/ 1117 h 4213"/>
                  <a:gd name="connsiteX28-41417" fmla="*/ 822 w 2254"/>
                  <a:gd name="connsiteY28-41418" fmla="*/ 748 h 4213"/>
                  <a:gd name="connsiteX29-41419" fmla="*/ 932 w 2254"/>
                  <a:gd name="connsiteY29-41420" fmla="*/ 486 h 4213"/>
                  <a:gd name="connsiteX30-41421" fmla="*/ 930 w 2254"/>
                  <a:gd name="connsiteY30-41422" fmla="*/ 358 h 4213"/>
                  <a:gd name="connsiteX31-41423" fmla="*/ 917 w 2254"/>
                  <a:gd name="connsiteY31-41424" fmla="*/ 328 h 4213"/>
                  <a:gd name="connsiteX32-41425" fmla="*/ 850 w 2254"/>
                  <a:gd name="connsiteY32-41426" fmla="*/ 251 h 4213"/>
                  <a:gd name="connsiteX33-41427" fmla="*/ 790 w 2254"/>
                  <a:gd name="connsiteY33-41428" fmla="*/ 217 h 4213"/>
                  <a:gd name="connsiteX34-41429" fmla="*/ 915 w 2254"/>
                  <a:gd name="connsiteY34-41430" fmla="*/ 56 h 4213"/>
                  <a:gd name="connsiteX35-41431" fmla="*/ 1088 w 2254"/>
                  <a:gd name="connsiteY35-41432" fmla="*/ 2 h 4213"/>
                  <a:gd name="connsiteX36-41433" fmla="*/ 1120 w 2254"/>
                  <a:gd name="connsiteY36-41434" fmla="*/ 49 h 4213"/>
                  <a:gd name="connsiteX37-41435" fmla="*/ 1110 w 2254"/>
                  <a:gd name="connsiteY37-41436" fmla="*/ 133 h 4213"/>
                  <a:gd name="connsiteX38-41437" fmla="*/ 1049 w 2254"/>
                  <a:gd name="connsiteY38-41438" fmla="*/ 243 h 4213"/>
                  <a:gd name="connsiteX39-41439" fmla="*/ 1119 w 2254"/>
                  <a:gd name="connsiteY39-41440" fmla="*/ 301 h 4213"/>
                  <a:gd name="connsiteX40-41441" fmla="*/ 1233 w 2254"/>
                  <a:gd name="connsiteY40-41442" fmla="*/ 366 h 4213"/>
                  <a:gd name="connsiteX41-41443" fmla="*/ 1253 w 2254"/>
                  <a:gd name="connsiteY41-41444" fmla="*/ 255 h 4213"/>
                  <a:gd name="connsiteX42-41445" fmla="*/ 1387 w 2254"/>
                  <a:gd name="connsiteY42-41446" fmla="*/ 291 h 4213"/>
                  <a:gd name="connsiteX43-41447" fmla="*/ 1412 w 2254"/>
                  <a:gd name="connsiteY43-41448" fmla="*/ 331 h 4213"/>
                  <a:gd name="connsiteX44-41449" fmla="*/ 1488 w 2254"/>
                  <a:gd name="connsiteY44-41450" fmla="*/ 562 h 4213"/>
                  <a:gd name="connsiteX45-41451" fmla="*/ 1523 w 2254"/>
                  <a:gd name="connsiteY45-41452" fmla="*/ 586 h 4213"/>
                  <a:gd name="connsiteX46-41453" fmla="*/ 1615 w 2254"/>
                  <a:gd name="connsiteY46-41454" fmla="*/ 578 h 4213"/>
                  <a:gd name="connsiteX47-41455" fmla="*/ 1875 w 2254"/>
                  <a:gd name="connsiteY47-41456" fmla="*/ 490 h 4213"/>
                  <a:gd name="connsiteX48-41457" fmla="*/ 2095 w 2254"/>
                  <a:gd name="connsiteY48-41458" fmla="*/ 479 h 4213"/>
                  <a:gd name="connsiteX49-41459" fmla="*/ 2155 w 2254"/>
                  <a:gd name="connsiteY49-41460" fmla="*/ 648 h 4213"/>
                  <a:gd name="connsiteX50-41461" fmla="*/ 2073 w 2254"/>
                  <a:gd name="connsiteY50-41462" fmla="*/ 944 h 4213"/>
                  <a:gd name="connsiteX51-41463" fmla="*/ 2073 w 2254"/>
                  <a:gd name="connsiteY51-41464" fmla="*/ 1022 h 4213"/>
                  <a:gd name="connsiteX52-41465" fmla="*/ 2142 w 2254"/>
                  <a:gd name="connsiteY52-41466" fmla="*/ 1168 h 4213"/>
                  <a:gd name="connsiteX53-41467" fmla="*/ 2157 w 2254"/>
                  <a:gd name="connsiteY53-41468" fmla="*/ 1427 h 4213"/>
                  <a:gd name="connsiteX54-41469" fmla="*/ 2159 w 2254"/>
                  <a:gd name="connsiteY54-41470" fmla="*/ 1617 h 4213"/>
                  <a:gd name="connsiteX55-41471" fmla="*/ 2092 w 2254"/>
                  <a:gd name="connsiteY55-41472" fmla="*/ 1625 h 4213"/>
                  <a:gd name="connsiteX56-41473" fmla="*/ 2070 w 2254"/>
                  <a:gd name="connsiteY56-41474" fmla="*/ 1507 h 4213"/>
                  <a:gd name="connsiteX57-41475" fmla="*/ 2035 w 2254"/>
                  <a:gd name="connsiteY57-41476" fmla="*/ 1450 h 4213"/>
                  <a:gd name="connsiteX58-41477" fmla="*/ 1945 w 2254"/>
                  <a:gd name="connsiteY58-41478" fmla="*/ 1582 h 4213"/>
                  <a:gd name="connsiteX59-41479" fmla="*/ 1832 w 2254"/>
                  <a:gd name="connsiteY59-41480" fmla="*/ 1776 h 4213"/>
                  <a:gd name="connsiteX60-41481" fmla="*/ 1713 w 2254"/>
                  <a:gd name="connsiteY60-41482" fmla="*/ 1904 h 4213"/>
                  <a:gd name="connsiteX61-41483" fmla="*/ 1706 w 2254"/>
                  <a:gd name="connsiteY61-41484" fmla="*/ 2018 h 4213"/>
                  <a:gd name="connsiteX62-41485" fmla="*/ 1766 w 2254"/>
                  <a:gd name="connsiteY62-41486" fmla="*/ 2115 h 4213"/>
                  <a:gd name="connsiteX63-41487" fmla="*/ 1868 w 2254"/>
                  <a:gd name="connsiteY63-41488" fmla="*/ 2183 h 4213"/>
                  <a:gd name="connsiteX64-41489" fmla="*/ 1945 w 2254"/>
                  <a:gd name="connsiteY64-41490" fmla="*/ 2178 h 4213"/>
                  <a:gd name="connsiteX65-41491" fmla="*/ 1990 w 2254"/>
                  <a:gd name="connsiteY65-41492" fmla="*/ 2104 h 4213"/>
                  <a:gd name="connsiteX66-41493" fmla="*/ 2024 w 2254"/>
                  <a:gd name="connsiteY66-41494" fmla="*/ 2210 h 4213"/>
                  <a:gd name="connsiteX67-41495" fmla="*/ 1912 w 2254"/>
                  <a:gd name="connsiteY67-41496" fmla="*/ 2249 h 4213"/>
                  <a:gd name="connsiteX68-41497" fmla="*/ 1959 w 2254"/>
                  <a:gd name="connsiteY68-41498" fmla="*/ 2362 h 4213"/>
                  <a:gd name="connsiteX69-41499" fmla="*/ 1824 w 2254"/>
                  <a:gd name="connsiteY69-41500" fmla="*/ 2509 h 4213"/>
                  <a:gd name="connsiteX70-41501" fmla="*/ 1783 w 2254"/>
                  <a:gd name="connsiteY70-41502" fmla="*/ 2498 h 4213"/>
                  <a:gd name="connsiteX71-41503" fmla="*/ 1659 w 2254"/>
                  <a:gd name="connsiteY71-41504" fmla="*/ 2413 h 4213"/>
                  <a:gd name="connsiteX72-41505" fmla="*/ 1604 w 2254"/>
                  <a:gd name="connsiteY72-41506" fmla="*/ 2412 h 4213"/>
                  <a:gd name="connsiteX73-41507" fmla="*/ 1569 w 2254"/>
                  <a:gd name="connsiteY73-41508" fmla="*/ 2480 h 4213"/>
                  <a:gd name="connsiteX74-41509" fmla="*/ 1572 w 2254"/>
                  <a:gd name="connsiteY74-41510" fmla="*/ 2562 h 4213"/>
                  <a:gd name="connsiteX75-41511" fmla="*/ 1750 w 2254"/>
                  <a:gd name="connsiteY75-41512" fmla="*/ 2730 h 4213"/>
                  <a:gd name="connsiteX76-41513" fmla="*/ 1749 w 2254"/>
                  <a:gd name="connsiteY76-41514" fmla="*/ 2844 h 4213"/>
                  <a:gd name="connsiteX77-41515" fmla="*/ 1840 w 2254"/>
                  <a:gd name="connsiteY77-41516" fmla="*/ 3060 h 4213"/>
                  <a:gd name="connsiteX78-41517" fmla="*/ 1866 w 2254"/>
                  <a:gd name="connsiteY78-41518" fmla="*/ 3090 h 4213"/>
                  <a:gd name="connsiteX79-41519" fmla="*/ 1910 w 2254"/>
                  <a:gd name="connsiteY79-41520" fmla="*/ 3094 h 4213"/>
                  <a:gd name="connsiteX80-41521" fmla="*/ 1956 w 2254"/>
                  <a:gd name="connsiteY80-41522" fmla="*/ 3010 h 4213"/>
                  <a:gd name="connsiteX81-41523" fmla="*/ 2036 w 2254"/>
                  <a:gd name="connsiteY81-41524" fmla="*/ 2950 h 4213"/>
                  <a:gd name="connsiteX82-41525" fmla="*/ 2131 w 2254"/>
                  <a:gd name="connsiteY82-41526" fmla="*/ 3126 h 4213"/>
                  <a:gd name="connsiteX83-41527" fmla="*/ 2241 w 2254"/>
                  <a:gd name="connsiteY83-41528" fmla="*/ 3312 h 4213"/>
                  <a:gd name="connsiteX84-41529" fmla="*/ 2254 w 2254"/>
                  <a:gd name="connsiteY84-41530" fmla="*/ 3342 h 4213"/>
                  <a:gd name="connsiteX85-41531" fmla="*/ 2243 w 2254"/>
                  <a:gd name="connsiteY85-41532" fmla="*/ 3518 h 4213"/>
                  <a:gd name="connsiteX86-41533" fmla="*/ 2208 w 2254"/>
                  <a:gd name="connsiteY86-41534" fmla="*/ 3554 h 4213"/>
                  <a:gd name="connsiteX87-41535" fmla="*/ 2119 w 2254"/>
                  <a:gd name="connsiteY87-41536" fmla="*/ 3515 h 4213"/>
                  <a:gd name="connsiteX88-41537" fmla="*/ 1885 w 2254"/>
                  <a:gd name="connsiteY88-41538" fmla="*/ 3644 h 4213"/>
                  <a:gd name="connsiteX89-41539" fmla="*/ 1859 w 2254"/>
                  <a:gd name="connsiteY89-41540" fmla="*/ 3666 h 4213"/>
                  <a:gd name="connsiteX90-41541" fmla="*/ 1679 w 2254"/>
                  <a:gd name="connsiteY90-41542" fmla="*/ 3812 h 4213"/>
                  <a:gd name="connsiteX91-41543" fmla="*/ 1538 w 2254"/>
                  <a:gd name="connsiteY91-41544" fmla="*/ 3926 h 4213"/>
                  <a:gd name="connsiteX92-41545" fmla="*/ 1503 w 2254"/>
                  <a:gd name="connsiteY92-41546" fmla="*/ 3965 h 4213"/>
                  <a:gd name="connsiteX93-41547" fmla="*/ 1451 w 2254"/>
                  <a:gd name="connsiteY93-41548" fmla="*/ 3973 h 4213"/>
                  <a:gd name="connsiteX94-41549" fmla="*/ 1394 w 2254"/>
                  <a:gd name="connsiteY94-41550" fmla="*/ 3916 h 4213"/>
                  <a:gd name="connsiteX95-41551" fmla="*/ 1270 w 2254"/>
                  <a:gd name="connsiteY95-41552" fmla="*/ 3808 h 4213"/>
                  <a:gd name="connsiteX96-41553" fmla="*/ 1294 w 2254"/>
                  <a:gd name="connsiteY96-41554" fmla="*/ 4064 h 4213"/>
                  <a:gd name="connsiteX97-41555" fmla="*/ 1303 w 2254"/>
                  <a:gd name="connsiteY97-41556" fmla="*/ 4192 h 4213"/>
                  <a:gd name="connsiteX98-41557" fmla="*/ 1041 w 2254"/>
                  <a:gd name="connsiteY98-41558" fmla="*/ 4166 h 4213"/>
                  <a:gd name="connsiteX99-41559" fmla="*/ 959 w 2254"/>
                  <a:gd name="connsiteY99-41560" fmla="*/ 3987 h 4213"/>
                  <a:gd name="connsiteX100-41561" fmla="*/ 877 w 2254"/>
                  <a:gd name="connsiteY100-41562" fmla="*/ 3802 h 4213"/>
                  <a:gd name="connsiteX101-41563" fmla="*/ 798 w 2254"/>
                  <a:gd name="connsiteY101-41564" fmla="*/ 3734 h 4213"/>
                  <a:gd name="connsiteX0-41565" fmla="*/ 798 w 2254"/>
                  <a:gd name="connsiteY0-41566" fmla="*/ 3734 h 4213"/>
                  <a:gd name="connsiteX1-41567" fmla="*/ 679 w 2254"/>
                  <a:gd name="connsiteY1-41568" fmla="*/ 3800 h 4213"/>
                  <a:gd name="connsiteX2-41569" fmla="*/ 695 w 2254"/>
                  <a:gd name="connsiteY2-41570" fmla="*/ 3662 h 4213"/>
                  <a:gd name="connsiteX3-41571" fmla="*/ 633 w 2254"/>
                  <a:gd name="connsiteY3-41572" fmla="*/ 3500 h 4213"/>
                  <a:gd name="connsiteX4-41573" fmla="*/ 742 w 2254"/>
                  <a:gd name="connsiteY4-41574" fmla="*/ 3280 h 4213"/>
                  <a:gd name="connsiteX5-41575" fmla="*/ 932 w 2254"/>
                  <a:gd name="connsiteY5-41576" fmla="*/ 3195 h 4213"/>
                  <a:gd name="connsiteX6-41577" fmla="*/ 1045 w 2254"/>
                  <a:gd name="connsiteY6-41578" fmla="*/ 3058 h 4213"/>
                  <a:gd name="connsiteX7-41579" fmla="*/ 1112 w 2254"/>
                  <a:gd name="connsiteY7-41580" fmla="*/ 2878 h 4213"/>
                  <a:gd name="connsiteX8-41581" fmla="*/ 1068 w 2254"/>
                  <a:gd name="connsiteY8-41582" fmla="*/ 2333 h 4213"/>
                  <a:gd name="connsiteX9-41583" fmla="*/ 1066 w 2254"/>
                  <a:gd name="connsiteY9-41584" fmla="*/ 2117 h 4213"/>
                  <a:gd name="connsiteX10-41585" fmla="*/ 990 w 2254"/>
                  <a:gd name="connsiteY10-41586" fmla="*/ 2039 h 4213"/>
                  <a:gd name="connsiteX11-41587" fmla="*/ 847 w 2254"/>
                  <a:gd name="connsiteY11-41588" fmla="*/ 1951 h 4213"/>
                  <a:gd name="connsiteX12-41589" fmla="*/ 755 w 2254"/>
                  <a:gd name="connsiteY12-41590" fmla="*/ 1827 h 4213"/>
                  <a:gd name="connsiteX13-41591" fmla="*/ 659 w 2254"/>
                  <a:gd name="connsiteY13-41592" fmla="*/ 1828 h 4213"/>
                  <a:gd name="connsiteX14-41593" fmla="*/ 614 w 2254"/>
                  <a:gd name="connsiteY14-41594" fmla="*/ 1883 h 4213"/>
                  <a:gd name="connsiteX15-41595" fmla="*/ 521 w 2254"/>
                  <a:gd name="connsiteY15-41596" fmla="*/ 1877 h 4213"/>
                  <a:gd name="connsiteX16-41597" fmla="*/ 501 w 2254"/>
                  <a:gd name="connsiteY16-41598" fmla="*/ 1994 h 4213"/>
                  <a:gd name="connsiteX17-41599" fmla="*/ 320 w 2254"/>
                  <a:gd name="connsiteY17-41600" fmla="*/ 1941 h 4213"/>
                  <a:gd name="connsiteX18-41601" fmla="*/ 237 w 2254"/>
                  <a:gd name="connsiteY18-41602" fmla="*/ 1939 h 4213"/>
                  <a:gd name="connsiteX19-41603" fmla="*/ 112 w 2254"/>
                  <a:gd name="connsiteY19-41604" fmla="*/ 2014 h 4213"/>
                  <a:gd name="connsiteX20-41605" fmla="*/ 0 w 2254"/>
                  <a:gd name="connsiteY20-41606" fmla="*/ 1890 h 4213"/>
                  <a:gd name="connsiteX21-41607" fmla="*/ 94 w 2254"/>
                  <a:gd name="connsiteY21-41608" fmla="*/ 1804 h 4213"/>
                  <a:gd name="connsiteX22-41609" fmla="*/ 98 w 2254"/>
                  <a:gd name="connsiteY22-41610" fmla="*/ 1634 h 4213"/>
                  <a:gd name="connsiteX23-41611" fmla="*/ 153 w 2254"/>
                  <a:gd name="connsiteY23-41612" fmla="*/ 1514 h 4213"/>
                  <a:gd name="connsiteX24-41613" fmla="*/ 196 w 2254"/>
                  <a:gd name="connsiteY24-41614" fmla="*/ 1306 h 4213"/>
                  <a:gd name="connsiteX25-41615" fmla="*/ 256 w 2254"/>
                  <a:gd name="connsiteY25-41616" fmla="*/ 1307 h 4213"/>
                  <a:gd name="connsiteX26-41617" fmla="*/ 579 w 2254"/>
                  <a:gd name="connsiteY26-41618" fmla="*/ 1286 h 4213"/>
                  <a:gd name="connsiteX27-41619" fmla="*/ 753 w 2254"/>
                  <a:gd name="connsiteY27-41620" fmla="*/ 1117 h 4213"/>
                  <a:gd name="connsiteX28-41621" fmla="*/ 822 w 2254"/>
                  <a:gd name="connsiteY28-41622" fmla="*/ 748 h 4213"/>
                  <a:gd name="connsiteX29-41623" fmla="*/ 932 w 2254"/>
                  <a:gd name="connsiteY29-41624" fmla="*/ 486 h 4213"/>
                  <a:gd name="connsiteX30-41625" fmla="*/ 930 w 2254"/>
                  <a:gd name="connsiteY30-41626" fmla="*/ 358 h 4213"/>
                  <a:gd name="connsiteX31-41627" fmla="*/ 917 w 2254"/>
                  <a:gd name="connsiteY31-41628" fmla="*/ 328 h 4213"/>
                  <a:gd name="connsiteX32-41629" fmla="*/ 850 w 2254"/>
                  <a:gd name="connsiteY32-41630" fmla="*/ 251 h 4213"/>
                  <a:gd name="connsiteX33-41631" fmla="*/ 790 w 2254"/>
                  <a:gd name="connsiteY33-41632" fmla="*/ 217 h 4213"/>
                  <a:gd name="connsiteX34-41633" fmla="*/ 915 w 2254"/>
                  <a:gd name="connsiteY34-41634" fmla="*/ 56 h 4213"/>
                  <a:gd name="connsiteX35-41635" fmla="*/ 1088 w 2254"/>
                  <a:gd name="connsiteY35-41636" fmla="*/ 2 h 4213"/>
                  <a:gd name="connsiteX36-41637" fmla="*/ 1120 w 2254"/>
                  <a:gd name="connsiteY36-41638" fmla="*/ 49 h 4213"/>
                  <a:gd name="connsiteX37-41639" fmla="*/ 1110 w 2254"/>
                  <a:gd name="connsiteY37-41640" fmla="*/ 133 h 4213"/>
                  <a:gd name="connsiteX38-41641" fmla="*/ 1049 w 2254"/>
                  <a:gd name="connsiteY38-41642" fmla="*/ 243 h 4213"/>
                  <a:gd name="connsiteX39-41643" fmla="*/ 1119 w 2254"/>
                  <a:gd name="connsiteY39-41644" fmla="*/ 301 h 4213"/>
                  <a:gd name="connsiteX40-41645" fmla="*/ 1233 w 2254"/>
                  <a:gd name="connsiteY40-41646" fmla="*/ 366 h 4213"/>
                  <a:gd name="connsiteX41-41647" fmla="*/ 1253 w 2254"/>
                  <a:gd name="connsiteY41-41648" fmla="*/ 255 h 4213"/>
                  <a:gd name="connsiteX42-41649" fmla="*/ 1387 w 2254"/>
                  <a:gd name="connsiteY42-41650" fmla="*/ 291 h 4213"/>
                  <a:gd name="connsiteX43-41651" fmla="*/ 1412 w 2254"/>
                  <a:gd name="connsiteY43-41652" fmla="*/ 331 h 4213"/>
                  <a:gd name="connsiteX44-41653" fmla="*/ 1488 w 2254"/>
                  <a:gd name="connsiteY44-41654" fmla="*/ 562 h 4213"/>
                  <a:gd name="connsiteX45-41655" fmla="*/ 1523 w 2254"/>
                  <a:gd name="connsiteY45-41656" fmla="*/ 586 h 4213"/>
                  <a:gd name="connsiteX46-41657" fmla="*/ 1615 w 2254"/>
                  <a:gd name="connsiteY46-41658" fmla="*/ 578 h 4213"/>
                  <a:gd name="connsiteX47-41659" fmla="*/ 1875 w 2254"/>
                  <a:gd name="connsiteY47-41660" fmla="*/ 490 h 4213"/>
                  <a:gd name="connsiteX48-41661" fmla="*/ 2095 w 2254"/>
                  <a:gd name="connsiteY48-41662" fmla="*/ 479 h 4213"/>
                  <a:gd name="connsiteX49-41663" fmla="*/ 2155 w 2254"/>
                  <a:gd name="connsiteY49-41664" fmla="*/ 648 h 4213"/>
                  <a:gd name="connsiteX50-41665" fmla="*/ 2073 w 2254"/>
                  <a:gd name="connsiteY50-41666" fmla="*/ 944 h 4213"/>
                  <a:gd name="connsiteX51-41667" fmla="*/ 2073 w 2254"/>
                  <a:gd name="connsiteY51-41668" fmla="*/ 1022 h 4213"/>
                  <a:gd name="connsiteX52-41669" fmla="*/ 2142 w 2254"/>
                  <a:gd name="connsiteY52-41670" fmla="*/ 1168 h 4213"/>
                  <a:gd name="connsiteX53-41671" fmla="*/ 2157 w 2254"/>
                  <a:gd name="connsiteY53-41672" fmla="*/ 1427 h 4213"/>
                  <a:gd name="connsiteX54-41673" fmla="*/ 2159 w 2254"/>
                  <a:gd name="connsiteY54-41674" fmla="*/ 1617 h 4213"/>
                  <a:gd name="connsiteX55-41675" fmla="*/ 2092 w 2254"/>
                  <a:gd name="connsiteY55-41676" fmla="*/ 1625 h 4213"/>
                  <a:gd name="connsiteX56-41677" fmla="*/ 2070 w 2254"/>
                  <a:gd name="connsiteY56-41678" fmla="*/ 1507 h 4213"/>
                  <a:gd name="connsiteX57-41679" fmla="*/ 2035 w 2254"/>
                  <a:gd name="connsiteY57-41680" fmla="*/ 1450 h 4213"/>
                  <a:gd name="connsiteX58-41681" fmla="*/ 1945 w 2254"/>
                  <a:gd name="connsiteY58-41682" fmla="*/ 1582 h 4213"/>
                  <a:gd name="connsiteX59-41683" fmla="*/ 1832 w 2254"/>
                  <a:gd name="connsiteY59-41684" fmla="*/ 1776 h 4213"/>
                  <a:gd name="connsiteX60-41685" fmla="*/ 1713 w 2254"/>
                  <a:gd name="connsiteY60-41686" fmla="*/ 1904 h 4213"/>
                  <a:gd name="connsiteX61-41687" fmla="*/ 1706 w 2254"/>
                  <a:gd name="connsiteY61-41688" fmla="*/ 2018 h 4213"/>
                  <a:gd name="connsiteX62-41689" fmla="*/ 1766 w 2254"/>
                  <a:gd name="connsiteY62-41690" fmla="*/ 2115 h 4213"/>
                  <a:gd name="connsiteX63-41691" fmla="*/ 1868 w 2254"/>
                  <a:gd name="connsiteY63-41692" fmla="*/ 2183 h 4213"/>
                  <a:gd name="connsiteX64-41693" fmla="*/ 1945 w 2254"/>
                  <a:gd name="connsiteY64-41694" fmla="*/ 2178 h 4213"/>
                  <a:gd name="connsiteX65-41695" fmla="*/ 1990 w 2254"/>
                  <a:gd name="connsiteY65-41696" fmla="*/ 2104 h 4213"/>
                  <a:gd name="connsiteX66-41697" fmla="*/ 2024 w 2254"/>
                  <a:gd name="connsiteY66-41698" fmla="*/ 2210 h 4213"/>
                  <a:gd name="connsiteX67-41699" fmla="*/ 1912 w 2254"/>
                  <a:gd name="connsiteY67-41700" fmla="*/ 2249 h 4213"/>
                  <a:gd name="connsiteX68-41701" fmla="*/ 1959 w 2254"/>
                  <a:gd name="connsiteY68-41702" fmla="*/ 2362 h 4213"/>
                  <a:gd name="connsiteX69-41703" fmla="*/ 1824 w 2254"/>
                  <a:gd name="connsiteY69-41704" fmla="*/ 2509 h 4213"/>
                  <a:gd name="connsiteX70-41705" fmla="*/ 1783 w 2254"/>
                  <a:gd name="connsiteY70-41706" fmla="*/ 2498 h 4213"/>
                  <a:gd name="connsiteX71-41707" fmla="*/ 1659 w 2254"/>
                  <a:gd name="connsiteY71-41708" fmla="*/ 2413 h 4213"/>
                  <a:gd name="connsiteX72-41709" fmla="*/ 1604 w 2254"/>
                  <a:gd name="connsiteY72-41710" fmla="*/ 2412 h 4213"/>
                  <a:gd name="connsiteX73-41711" fmla="*/ 1569 w 2254"/>
                  <a:gd name="connsiteY73-41712" fmla="*/ 2480 h 4213"/>
                  <a:gd name="connsiteX74-41713" fmla="*/ 1572 w 2254"/>
                  <a:gd name="connsiteY74-41714" fmla="*/ 2562 h 4213"/>
                  <a:gd name="connsiteX75-41715" fmla="*/ 1750 w 2254"/>
                  <a:gd name="connsiteY75-41716" fmla="*/ 2730 h 4213"/>
                  <a:gd name="connsiteX76-41717" fmla="*/ 1749 w 2254"/>
                  <a:gd name="connsiteY76-41718" fmla="*/ 2844 h 4213"/>
                  <a:gd name="connsiteX77-41719" fmla="*/ 1840 w 2254"/>
                  <a:gd name="connsiteY77-41720" fmla="*/ 3060 h 4213"/>
                  <a:gd name="connsiteX78-41721" fmla="*/ 1866 w 2254"/>
                  <a:gd name="connsiteY78-41722" fmla="*/ 3090 h 4213"/>
                  <a:gd name="connsiteX79-41723" fmla="*/ 1910 w 2254"/>
                  <a:gd name="connsiteY79-41724" fmla="*/ 3094 h 4213"/>
                  <a:gd name="connsiteX80-41725" fmla="*/ 1956 w 2254"/>
                  <a:gd name="connsiteY80-41726" fmla="*/ 3010 h 4213"/>
                  <a:gd name="connsiteX81-41727" fmla="*/ 2036 w 2254"/>
                  <a:gd name="connsiteY81-41728" fmla="*/ 2950 h 4213"/>
                  <a:gd name="connsiteX82-41729" fmla="*/ 2131 w 2254"/>
                  <a:gd name="connsiteY82-41730" fmla="*/ 3126 h 4213"/>
                  <a:gd name="connsiteX83-41731" fmla="*/ 2241 w 2254"/>
                  <a:gd name="connsiteY83-41732" fmla="*/ 3312 h 4213"/>
                  <a:gd name="connsiteX84-41733" fmla="*/ 2254 w 2254"/>
                  <a:gd name="connsiteY84-41734" fmla="*/ 3342 h 4213"/>
                  <a:gd name="connsiteX85-41735" fmla="*/ 2243 w 2254"/>
                  <a:gd name="connsiteY85-41736" fmla="*/ 3518 h 4213"/>
                  <a:gd name="connsiteX86-41737" fmla="*/ 2208 w 2254"/>
                  <a:gd name="connsiteY86-41738" fmla="*/ 3554 h 4213"/>
                  <a:gd name="connsiteX87-41739" fmla="*/ 2119 w 2254"/>
                  <a:gd name="connsiteY87-41740" fmla="*/ 3515 h 4213"/>
                  <a:gd name="connsiteX88-41741" fmla="*/ 1885 w 2254"/>
                  <a:gd name="connsiteY88-41742" fmla="*/ 3644 h 4213"/>
                  <a:gd name="connsiteX89-41743" fmla="*/ 1859 w 2254"/>
                  <a:gd name="connsiteY89-41744" fmla="*/ 3666 h 4213"/>
                  <a:gd name="connsiteX90-41745" fmla="*/ 1679 w 2254"/>
                  <a:gd name="connsiteY90-41746" fmla="*/ 3812 h 4213"/>
                  <a:gd name="connsiteX91-41747" fmla="*/ 1538 w 2254"/>
                  <a:gd name="connsiteY91-41748" fmla="*/ 3926 h 4213"/>
                  <a:gd name="connsiteX92-41749" fmla="*/ 1503 w 2254"/>
                  <a:gd name="connsiteY92-41750" fmla="*/ 3965 h 4213"/>
                  <a:gd name="connsiteX93-41751" fmla="*/ 1451 w 2254"/>
                  <a:gd name="connsiteY93-41752" fmla="*/ 3973 h 4213"/>
                  <a:gd name="connsiteX94-41753" fmla="*/ 1394 w 2254"/>
                  <a:gd name="connsiteY94-41754" fmla="*/ 3916 h 4213"/>
                  <a:gd name="connsiteX95-41755" fmla="*/ 1270 w 2254"/>
                  <a:gd name="connsiteY95-41756" fmla="*/ 3808 h 4213"/>
                  <a:gd name="connsiteX96-41757" fmla="*/ 1294 w 2254"/>
                  <a:gd name="connsiteY96-41758" fmla="*/ 4064 h 4213"/>
                  <a:gd name="connsiteX97-41759" fmla="*/ 1303 w 2254"/>
                  <a:gd name="connsiteY97-41760" fmla="*/ 4192 h 4213"/>
                  <a:gd name="connsiteX98-41761" fmla="*/ 1041 w 2254"/>
                  <a:gd name="connsiteY98-41762" fmla="*/ 4166 h 4213"/>
                  <a:gd name="connsiteX99-41763" fmla="*/ 959 w 2254"/>
                  <a:gd name="connsiteY99-41764" fmla="*/ 3987 h 4213"/>
                  <a:gd name="connsiteX100-41765" fmla="*/ 877 w 2254"/>
                  <a:gd name="connsiteY100-41766" fmla="*/ 3802 h 4213"/>
                  <a:gd name="connsiteX101-41767" fmla="*/ 798 w 2254"/>
                  <a:gd name="connsiteY101-41768" fmla="*/ 3734 h 4213"/>
                  <a:gd name="connsiteX0-41769" fmla="*/ 798 w 2254"/>
                  <a:gd name="connsiteY0-41770" fmla="*/ 3734 h 4213"/>
                  <a:gd name="connsiteX1-41771" fmla="*/ 679 w 2254"/>
                  <a:gd name="connsiteY1-41772" fmla="*/ 3800 h 4213"/>
                  <a:gd name="connsiteX2-41773" fmla="*/ 695 w 2254"/>
                  <a:gd name="connsiteY2-41774" fmla="*/ 3662 h 4213"/>
                  <a:gd name="connsiteX3-41775" fmla="*/ 633 w 2254"/>
                  <a:gd name="connsiteY3-41776" fmla="*/ 3500 h 4213"/>
                  <a:gd name="connsiteX4-41777" fmla="*/ 742 w 2254"/>
                  <a:gd name="connsiteY4-41778" fmla="*/ 3280 h 4213"/>
                  <a:gd name="connsiteX5-41779" fmla="*/ 932 w 2254"/>
                  <a:gd name="connsiteY5-41780" fmla="*/ 3195 h 4213"/>
                  <a:gd name="connsiteX6-41781" fmla="*/ 1045 w 2254"/>
                  <a:gd name="connsiteY6-41782" fmla="*/ 3058 h 4213"/>
                  <a:gd name="connsiteX7-41783" fmla="*/ 1112 w 2254"/>
                  <a:gd name="connsiteY7-41784" fmla="*/ 2878 h 4213"/>
                  <a:gd name="connsiteX8-41785" fmla="*/ 1068 w 2254"/>
                  <a:gd name="connsiteY8-41786" fmla="*/ 2333 h 4213"/>
                  <a:gd name="connsiteX9-41787" fmla="*/ 1066 w 2254"/>
                  <a:gd name="connsiteY9-41788" fmla="*/ 2117 h 4213"/>
                  <a:gd name="connsiteX10-41789" fmla="*/ 990 w 2254"/>
                  <a:gd name="connsiteY10-41790" fmla="*/ 2039 h 4213"/>
                  <a:gd name="connsiteX11-41791" fmla="*/ 847 w 2254"/>
                  <a:gd name="connsiteY11-41792" fmla="*/ 1951 h 4213"/>
                  <a:gd name="connsiteX12-41793" fmla="*/ 755 w 2254"/>
                  <a:gd name="connsiteY12-41794" fmla="*/ 1827 h 4213"/>
                  <a:gd name="connsiteX13-41795" fmla="*/ 659 w 2254"/>
                  <a:gd name="connsiteY13-41796" fmla="*/ 1828 h 4213"/>
                  <a:gd name="connsiteX14-41797" fmla="*/ 614 w 2254"/>
                  <a:gd name="connsiteY14-41798" fmla="*/ 1883 h 4213"/>
                  <a:gd name="connsiteX15-41799" fmla="*/ 521 w 2254"/>
                  <a:gd name="connsiteY15-41800" fmla="*/ 1877 h 4213"/>
                  <a:gd name="connsiteX16-41801" fmla="*/ 501 w 2254"/>
                  <a:gd name="connsiteY16-41802" fmla="*/ 1994 h 4213"/>
                  <a:gd name="connsiteX17-41803" fmla="*/ 320 w 2254"/>
                  <a:gd name="connsiteY17-41804" fmla="*/ 1941 h 4213"/>
                  <a:gd name="connsiteX18-41805" fmla="*/ 237 w 2254"/>
                  <a:gd name="connsiteY18-41806" fmla="*/ 1939 h 4213"/>
                  <a:gd name="connsiteX19-41807" fmla="*/ 112 w 2254"/>
                  <a:gd name="connsiteY19-41808" fmla="*/ 2014 h 4213"/>
                  <a:gd name="connsiteX20-41809" fmla="*/ 0 w 2254"/>
                  <a:gd name="connsiteY20-41810" fmla="*/ 1890 h 4213"/>
                  <a:gd name="connsiteX21-41811" fmla="*/ 94 w 2254"/>
                  <a:gd name="connsiteY21-41812" fmla="*/ 1804 h 4213"/>
                  <a:gd name="connsiteX22-41813" fmla="*/ 98 w 2254"/>
                  <a:gd name="connsiteY22-41814" fmla="*/ 1634 h 4213"/>
                  <a:gd name="connsiteX23-41815" fmla="*/ 153 w 2254"/>
                  <a:gd name="connsiteY23-41816" fmla="*/ 1514 h 4213"/>
                  <a:gd name="connsiteX24-41817" fmla="*/ 196 w 2254"/>
                  <a:gd name="connsiteY24-41818" fmla="*/ 1306 h 4213"/>
                  <a:gd name="connsiteX25-41819" fmla="*/ 256 w 2254"/>
                  <a:gd name="connsiteY25-41820" fmla="*/ 1307 h 4213"/>
                  <a:gd name="connsiteX26-41821" fmla="*/ 579 w 2254"/>
                  <a:gd name="connsiteY26-41822" fmla="*/ 1286 h 4213"/>
                  <a:gd name="connsiteX27-41823" fmla="*/ 753 w 2254"/>
                  <a:gd name="connsiteY27-41824" fmla="*/ 1117 h 4213"/>
                  <a:gd name="connsiteX28-41825" fmla="*/ 822 w 2254"/>
                  <a:gd name="connsiteY28-41826" fmla="*/ 748 h 4213"/>
                  <a:gd name="connsiteX29-41827" fmla="*/ 932 w 2254"/>
                  <a:gd name="connsiteY29-41828" fmla="*/ 486 h 4213"/>
                  <a:gd name="connsiteX30-41829" fmla="*/ 930 w 2254"/>
                  <a:gd name="connsiteY30-41830" fmla="*/ 358 h 4213"/>
                  <a:gd name="connsiteX31-41831" fmla="*/ 917 w 2254"/>
                  <a:gd name="connsiteY31-41832" fmla="*/ 328 h 4213"/>
                  <a:gd name="connsiteX32-41833" fmla="*/ 850 w 2254"/>
                  <a:gd name="connsiteY32-41834" fmla="*/ 251 h 4213"/>
                  <a:gd name="connsiteX33-41835" fmla="*/ 790 w 2254"/>
                  <a:gd name="connsiteY33-41836" fmla="*/ 217 h 4213"/>
                  <a:gd name="connsiteX34-41837" fmla="*/ 915 w 2254"/>
                  <a:gd name="connsiteY34-41838" fmla="*/ 56 h 4213"/>
                  <a:gd name="connsiteX35-41839" fmla="*/ 1088 w 2254"/>
                  <a:gd name="connsiteY35-41840" fmla="*/ 2 h 4213"/>
                  <a:gd name="connsiteX36-41841" fmla="*/ 1120 w 2254"/>
                  <a:gd name="connsiteY36-41842" fmla="*/ 49 h 4213"/>
                  <a:gd name="connsiteX37-41843" fmla="*/ 1110 w 2254"/>
                  <a:gd name="connsiteY37-41844" fmla="*/ 133 h 4213"/>
                  <a:gd name="connsiteX38-41845" fmla="*/ 1049 w 2254"/>
                  <a:gd name="connsiteY38-41846" fmla="*/ 243 h 4213"/>
                  <a:gd name="connsiteX39-41847" fmla="*/ 1119 w 2254"/>
                  <a:gd name="connsiteY39-41848" fmla="*/ 301 h 4213"/>
                  <a:gd name="connsiteX40-41849" fmla="*/ 1233 w 2254"/>
                  <a:gd name="connsiteY40-41850" fmla="*/ 366 h 4213"/>
                  <a:gd name="connsiteX41-41851" fmla="*/ 1253 w 2254"/>
                  <a:gd name="connsiteY41-41852" fmla="*/ 255 h 4213"/>
                  <a:gd name="connsiteX42-41853" fmla="*/ 1387 w 2254"/>
                  <a:gd name="connsiteY42-41854" fmla="*/ 291 h 4213"/>
                  <a:gd name="connsiteX43-41855" fmla="*/ 1412 w 2254"/>
                  <a:gd name="connsiteY43-41856" fmla="*/ 331 h 4213"/>
                  <a:gd name="connsiteX44-41857" fmla="*/ 1488 w 2254"/>
                  <a:gd name="connsiteY44-41858" fmla="*/ 562 h 4213"/>
                  <a:gd name="connsiteX45-41859" fmla="*/ 1523 w 2254"/>
                  <a:gd name="connsiteY45-41860" fmla="*/ 586 h 4213"/>
                  <a:gd name="connsiteX46-41861" fmla="*/ 1615 w 2254"/>
                  <a:gd name="connsiteY46-41862" fmla="*/ 578 h 4213"/>
                  <a:gd name="connsiteX47-41863" fmla="*/ 1875 w 2254"/>
                  <a:gd name="connsiteY47-41864" fmla="*/ 490 h 4213"/>
                  <a:gd name="connsiteX48-41865" fmla="*/ 2095 w 2254"/>
                  <a:gd name="connsiteY48-41866" fmla="*/ 479 h 4213"/>
                  <a:gd name="connsiteX49-41867" fmla="*/ 2155 w 2254"/>
                  <a:gd name="connsiteY49-41868" fmla="*/ 648 h 4213"/>
                  <a:gd name="connsiteX50-41869" fmla="*/ 2073 w 2254"/>
                  <a:gd name="connsiteY50-41870" fmla="*/ 944 h 4213"/>
                  <a:gd name="connsiteX51-41871" fmla="*/ 2073 w 2254"/>
                  <a:gd name="connsiteY51-41872" fmla="*/ 1022 h 4213"/>
                  <a:gd name="connsiteX52-41873" fmla="*/ 2142 w 2254"/>
                  <a:gd name="connsiteY52-41874" fmla="*/ 1168 h 4213"/>
                  <a:gd name="connsiteX53-41875" fmla="*/ 2157 w 2254"/>
                  <a:gd name="connsiteY53-41876" fmla="*/ 1427 h 4213"/>
                  <a:gd name="connsiteX54-41877" fmla="*/ 2159 w 2254"/>
                  <a:gd name="connsiteY54-41878" fmla="*/ 1617 h 4213"/>
                  <a:gd name="connsiteX55-41879" fmla="*/ 2092 w 2254"/>
                  <a:gd name="connsiteY55-41880" fmla="*/ 1625 h 4213"/>
                  <a:gd name="connsiteX56-41881" fmla="*/ 2070 w 2254"/>
                  <a:gd name="connsiteY56-41882" fmla="*/ 1507 h 4213"/>
                  <a:gd name="connsiteX57-41883" fmla="*/ 2035 w 2254"/>
                  <a:gd name="connsiteY57-41884" fmla="*/ 1450 h 4213"/>
                  <a:gd name="connsiteX58-41885" fmla="*/ 1945 w 2254"/>
                  <a:gd name="connsiteY58-41886" fmla="*/ 1582 h 4213"/>
                  <a:gd name="connsiteX59-41887" fmla="*/ 1832 w 2254"/>
                  <a:gd name="connsiteY59-41888" fmla="*/ 1776 h 4213"/>
                  <a:gd name="connsiteX60-41889" fmla="*/ 1713 w 2254"/>
                  <a:gd name="connsiteY60-41890" fmla="*/ 1904 h 4213"/>
                  <a:gd name="connsiteX61-41891" fmla="*/ 1706 w 2254"/>
                  <a:gd name="connsiteY61-41892" fmla="*/ 2018 h 4213"/>
                  <a:gd name="connsiteX62-41893" fmla="*/ 1766 w 2254"/>
                  <a:gd name="connsiteY62-41894" fmla="*/ 2115 h 4213"/>
                  <a:gd name="connsiteX63-41895" fmla="*/ 1868 w 2254"/>
                  <a:gd name="connsiteY63-41896" fmla="*/ 2183 h 4213"/>
                  <a:gd name="connsiteX64-41897" fmla="*/ 1945 w 2254"/>
                  <a:gd name="connsiteY64-41898" fmla="*/ 2178 h 4213"/>
                  <a:gd name="connsiteX65-41899" fmla="*/ 1990 w 2254"/>
                  <a:gd name="connsiteY65-41900" fmla="*/ 2104 h 4213"/>
                  <a:gd name="connsiteX66-41901" fmla="*/ 2024 w 2254"/>
                  <a:gd name="connsiteY66-41902" fmla="*/ 2210 h 4213"/>
                  <a:gd name="connsiteX67-41903" fmla="*/ 1912 w 2254"/>
                  <a:gd name="connsiteY67-41904" fmla="*/ 2249 h 4213"/>
                  <a:gd name="connsiteX68-41905" fmla="*/ 1959 w 2254"/>
                  <a:gd name="connsiteY68-41906" fmla="*/ 2362 h 4213"/>
                  <a:gd name="connsiteX69-41907" fmla="*/ 1824 w 2254"/>
                  <a:gd name="connsiteY69-41908" fmla="*/ 2509 h 4213"/>
                  <a:gd name="connsiteX70-41909" fmla="*/ 1783 w 2254"/>
                  <a:gd name="connsiteY70-41910" fmla="*/ 2498 h 4213"/>
                  <a:gd name="connsiteX71-41911" fmla="*/ 1659 w 2254"/>
                  <a:gd name="connsiteY71-41912" fmla="*/ 2413 h 4213"/>
                  <a:gd name="connsiteX72-41913" fmla="*/ 1604 w 2254"/>
                  <a:gd name="connsiteY72-41914" fmla="*/ 2412 h 4213"/>
                  <a:gd name="connsiteX73-41915" fmla="*/ 1569 w 2254"/>
                  <a:gd name="connsiteY73-41916" fmla="*/ 2480 h 4213"/>
                  <a:gd name="connsiteX74-41917" fmla="*/ 1572 w 2254"/>
                  <a:gd name="connsiteY74-41918" fmla="*/ 2562 h 4213"/>
                  <a:gd name="connsiteX75-41919" fmla="*/ 1750 w 2254"/>
                  <a:gd name="connsiteY75-41920" fmla="*/ 2730 h 4213"/>
                  <a:gd name="connsiteX76-41921" fmla="*/ 1749 w 2254"/>
                  <a:gd name="connsiteY76-41922" fmla="*/ 2844 h 4213"/>
                  <a:gd name="connsiteX77-41923" fmla="*/ 1840 w 2254"/>
                  <a:gd name="connsiteY77-41924" fmla="*/ 3060 h 4213"/>
                  <a:gd name="connsiteX78-41925" fmla="*/ 1866 w 2254"/>
                  <a:gd name="connsiteY78-41926" fmla="*/ 3090 h 4213"/>
                  <a:gd name="connsiteX79-41927" fmla="*/ 1910 w 2254"/>
                  <a:gd name="connsiteY79-41928" fmla="*/ 3094 h 4213"/>
                  <a:gd name="connsiteX80-41929" fmla="*/ 1956 w 2254"/>
                  <a:gd name="connsiteY80-41930" fmla="*/ 3010 h 4213"/>
                  <a:gd name="connsiteX81-41931" fmla="*/ 2036 w 2254"/>
                  <a:gd name="connsiteY81-41932" fmla="*/ 2950 h 4213"/>
                  <a:gd name="connsiteX82-41933" fmla="*/ 2131 w 2254"/>
                  <a:gd name="connsiteY82-41934" fmla="*/ 3126 h 4213"/>
                  <a:gd name="connsiteX83-41935" fmla="*/ 2241 w 2254"/>
                  <a:gd name="connsiteY83-41936" fmla="*/ 3312 h 4213"/>
                  <a:gd name="connsiteX84-41937" fmla="*/ 2254 w 2254"/>
                  <a:gd name="connsiteY84-41938" fmla="*/ 3342 h 4213"/>
                  <a:gd name="connsiteX85-41939" fmla="*/ 2243 w 2254"/>
                  <a:gd name="connsiteY85-41940" fmla="*/ 3518 h 4213"/>
                  <a:gd name="connsiteX86-41941" fmla="*/ 2208 w 2254"/>
                  <a:gd name="connsiteY86-41942" fmla="*/ 3554 h 4213"/>
                  <a:gd name="connsiteX87-41943" fmla="*/ 2119 w 2254"/>
                  <a:gd name="connsiteY87-41944" fmla="*/ 3515 h 4213"/>
                  <a:gd name="connsiteX88-41945" fmla="*/ 1885 w 2254"/>
                  <a:gd name="connsiteY88-41946" fmla="*/ 3644 h 4213"/>
                  <a:gd name="connsiteX89-41947" fmla="*/ 1859 w 2254"/>
                  <a:gd name="connsiteY89-41948" fmla="*/ 3666 h 4213"/>
                  <a:gd name="connsiteX90-41949" fmla="*/ 1679 w 2254"/>
                  <a:gd name="connsiteY90-41950" fmla="*/ 3812 h 4213"/>
                  <a:gd name="connsiteX91-41951" fmla="*/ 1538 w 2254"/>
                  <a:gd name="connsiteY91-41952" fmla="*/ 3926 h 4213"/>
                  <a:gd name="connsiteX92-41953" fmla="*/ 1503 w 2254"/>
                  <a:gd name="connsiteY92-41954" fmla="*/ 3965 h 4213"/>
                  <a:gd name="connsiteX93-41955" fmla="*/ 1451 w 2254"/>
                  <a:gd name="connsiteY93-41956" fmla="*/ 3973 h 4213"/>
                  <a:gd name="connsiteX94-41957" fmla="*/ 1394 w 2254"/>
                  <a:gd name="connsiteY94-41958" fmla="*/ 3916 h 4213"/>
                  <a:gd name="connsiteX95-41959" fmla="*/ 1270 w 2254"/>
                  <a:gd name="connsiteY95-41960" fmla="*/ 3808 h 4213"/>
                  <a:gd name="connsiteX96-41961" fmla="*/ 1294 w 2254"/>
                  <a:gd name="connsiteY96-41962" fmla="*/ 4064 h 4213"/>
                  <a:gd name="connsiteX97-41963" fmla="*/ 1303 w 2254"/>
                  <a:gd name="connsiteY97-41964" fmla="*/ 4192 h 4213"/>
                  <a:gd name="connsiteX98-41965" fmla="*/ 1041 w 2254"/>
                  <a:gd name="connsiteY98-41966" fmla="*/ 4166 h 4213"/>
                  <a:gd name="connsiteX99-41967" fmla="*/ 959 w 2254"/>
                  <a:gd name="connsiteY99-41968" fmla="*/ 3987 h 4213"/>
                  <a:gd name="connsiteX100-41969" fmla="*/ 877 w 2254"/>
                  <a:gd name="connsiteY100-41970" fmla="*/ 3802 h 4213"/>
                  <a:gd name="connsiteX101-41971" fmla="*/ 798 w 2254"/>
                  <a:gd name="connsiteY101-41972" fmla="*/ 3734 h 4213"/>
                  <a:gd name="connsiteX0-41973" fmla="*/ 798 w 2254"/>
                  <a:gd name="connsiteY0-41974" fmla="*/ 3734 h 4213"/>
                  <a:gd name="connsiteX1-41975" fmla="*/ 679 w 2254"/>
                  <a:gd name="connsiteY1-41976" fmla="*/ 3800 h 4213"/>
                  <a:gd name="connsiteX2-41977" fmla="*/ 695 w 2254"/>
                  <a:gd name="connsiteY2-41978" fmla="*/ 3662 h 4213"/>
                  <a:gd name="connsiteX3-41979" fmla="*/ 633 w 2254"/>
                  <a:gd name="connsiteY3-41980" fmla="*/ 3500 h 4213"/>
                  <a:gd name="connsiteX4-41981" fmla="*/ 742 w 2254"/>
                  <a:gd name="connsiteY4-41982" fmla="*/ 3280 h 4213"/>
                  <a:gd name="connsiteX5-41983" fmla="*/ 932 w 2254"/>
                  <a:gd name="connsiteY5-41984" fmla="*/ 3195 h 4213"/>
                  <a:gd name="connsiteX6-41985" fmla="*/ 1045 w 2254"/>
                  <a:gd name="connsiteY6-41986" fmla="*/ 3058 h 4213"/>
                  <a:gd name="connsiteX7-41987" fmla="*/ 1128 w 2254"/>
                  <a:gd name="connsiteY7-41988" fmla="*/ 3135 h 4213"/>
                  <a:gd name="connsiteX8-41989" fmla="*/ 1112 w 2254"/>
                  <a:gd name="connsiteY8-41990" fmla="*/ 2878 h 4213"/>
                  <a:gd name="connsiteX9-41991" fmla="*/ 1068 w 2254"/>
                  <a:gd name="connsiteY9-41992" fmla="*/ 2333 h 4213"/>
                  <a:gd name="connsiteX10-41993" fmla="*/ 1066 w 2254"/>
                  <a:gd name="connsiteY10-41994" fmla="*/ 2117 h 4213"/>
                  <a:gd name="connsiteX11-41995" fmla="*/ 990 w 2254"/>
                  <a:gd name="connsiteY11-41996" fmla="*/ 2039 h 4213"/>
                  <a:gd name="connsiteX12-41997" fmla="*/ 847 w 2254"/>
                  <a:gd name="connsiteY12-41998" fmla="*/ 1951 h 4213"/>
                  <a:gd name="connsiteX13-41999" fmla="*/ 755 w 2254"/>
                  <a:gd name="connsiteY13-42000" fmla="*/ 1827 h 4213"/>
                  <a:gd name="connsiteX14-42001" fmla="*/ 659 w 2254"/>
                  <a:gd name="connsiteY14-42002" fmla="*/ 1828 h 4213"/>
                  <a:gd name="connsiteX15-42003" fmla="*/ 614 w 2254"/>
                  <a:gd name="connsiteY15-42004" fmla="*/ 1883 h 4213"/>
                  <a:gd name="connsiteX16-42005" fmla="*/ 521 w 2254"/>
                  <a:gd name="connsiteY16-42006" fmla="*/ 1877 h 4213"/>
                  <a:gd name="connsiteX17-42007" fmla="*/ 501 w 2254"/>
                  <a:gd name="connsiteY17-42008" fmla="*/ 1994 h 4213"/>
                  <a:gd name="connsiteX18-42009" fmla="*/ 320 w 2254"/>
                  <a:gd name="connsiteY18-42010" fmla="*/ 1941 h 4213"/>
                  <a:gd name="connsiteX19-42011" fmla="*/ 237 w 2254"/>
                  <a:gd name="connsiteY19-42012" fmla="*/ 1939 h 4213"/>
                  <a:gd name="connsiteX20-42013" fmla="*/ 112 w 2254"/>
                  <a:gd name="connsiteY20-42014" fmla="*/ 2014 h 4213"/>
                  <a:gd name="connsiteX21-42015" fmla="*/ 0 w 2254"/>
                  <a:gd name="connsiteY21-42016" fmla="*/ 1890 h 4213"/>
                  <a:gd name="connsiteX22-42017" fmla="*/ 94 w 2254"/>
                  <a:gd name="connsiteY22-42018" fmla="*/ 1804 h 4213"/>
                  <a:gd name="connsiteX23-42019" fmla="*/ 98 w 2254"/>
                  <a:gd name="connsiteY23-42020" fmla="*/ 1634 h 4213"/>
                  <a:gd name="connsiteX24-42021" fmla="*/ 153 w 2254"/>
                  <a:gd name="connsiteY24-42022" fmla="*/ 1514 h 4213"/>
                  <a:gd name="connsiteX25-42023" fmla="*/ 196 w 2254"/>
                  <a:gd name="connsiteY25-42024" fmla="*/ 1306 h 4213"/>
                  <a:gd name="connsiteX26-42025" fmla="*/ 256 w 2254"/>
                  <a:gd name="connsiteY26-42026" fmla="*/ 1307 h 4213"/>
                  <a:gd name="connsiteX27-42027" fmla="*/ 579 w 2254"/>
                  <a:gd name="connsiteY27-42028" fmla="*/ 1286 h 4213"/>
                  <a:gd name="connsiteX28-42029" fmla="*/ 753 w 2254"/>
                  <a:gd name="connsiteY28-42030" fmla="*/ 1117 h 4213"/>
                  <a:gd name="connsiteX29-42031" fmla="*/ 822 w 2254"/>
                  <a:gd name="connsiteY29-42032" fmla="*/ 748 h 4213"/>
                  <a:gd name="connsiteX30-42033" fmla="*/ 932 w 2254"/>
                  <a:gd name="connsiteY30-42034" fmla="*/ 486 h 4213"/>
                  <a:gd name="connsiteX31-42035" fmla="*/ 930 w 2254"/>
                  <a:gd name="connsiteY31-42036" fmla="*/ 358 h 4213"/>
                  <a:gd name="connsiteX32-42037" fmla="*/ 917 w 2254"/>
                  <a:gd name="connsiteY32-42038" fmla="*/ 328 h 4213"/>
                  <a:gd name="connsiteX33-42039" fmla="*/ 850 w 2254"/>
                  <a:gd name="connsiteY33-42040" fmla="*/ 251 h 4213"/>
                  <a:gd name="connsiteX34-42041" fmla="*/ 790 w 2254"/>
                  <a:gd name="connsiteY34-42042" fmla="*/ 217 h 4213"/>
                  <a:gd name="connsiteX35-42043" fmla="*/ 915 w 2254"/>
                  <a:gd name="connsiteY35-42044" fmla="*/ 56 h 4213"/>
                  <a:gd name="connsiteX36-42045" fmla="*/ 1088 w 2254"/>
                  <a:gd name="connsiteY36-42046" fmla="*/ 2 h 4213"/>
                  <a:gd name="connsiteX37-42047" fmla="*/ 1120 w 2254"/>
                  <a:gd name="connsiteY37-42048" fmla="*/ 49 h 4213"/>
                  <a:gd name="connsiteX38-42049" fmla="*/ 1110 w 2254"/>
                  <a:gd name="connsiteY38-42050" fmla="*/ 133 h 4213"/>
                  <a:gd name="connsiteX39-42051" fmla="*/ 1049 w 2254"/>
                  <a:gd name="connsiteY39-42052" fmla="*/ 243 h 4213"/>
                  <a:gd name="connsiteX40-42053" fmla="*/ 1119 w 2254"/>
                  <a:gd name="connsiteY40-42054" fmla="*/ 301 h 4213"/>
                  <a:gd name="connsiteX41-42055" fmla="*/ 1233 w 2254"/>
                  <a:gd name="connsiteY41-42056" fmla="*/ 366 h 4213"/>
                  <a:gd name="connsiteX42-42057" fmla="*/ 1253 w 2254"/>
                  <a:gd name="connsiteY42-42058" fmla="*/ 255 h 4213"/>
                  <a:gd name="connsiteX43-42059" fmla="*/ 1387 w 2254"/>
                  <a:gd name="connsiteY43-42060" fmla="*/ 291 h 4213"/>
                  <a:gd name="connsiteX44-42061" fmla="*/ 1412 w 2254"/>
                  <a:gd name="connsiteY44-42062" fmla="*/ 331 h 4213"/>
                  <a:gd name="connsiteX45-42063" fmla="*/ 1488 w 2254"/>
                  <a:gd name="connsiteY45-42064" fmla="*/ 562 h 4213"/>
                  <a:gd name="connsiteX46-42065" fmla="*/ 1523 w 2254"/>
                  <a:gd name="connsiteY46-42066" fmla="*/ 586 h 4213"/>
                  <a:gd name="connsiteX47-42067" fmla="*/ 1615 w 2254"/>
                  <a:gd name="connsiteY47-42068" fmla="*/ 578 h 4213"/>
                  <a:gd name="connsiteX48-42069" fmla="*/ 1875 w 2254"/>
                  <a:gd name="connsiteY48-42070" fmla="*/ 490 h 4213"/>
                  <a:gd name="connsiteX49-42071" fmla="*/ 2095 w 2254"/>
                  <a:gd name="connsiteY49-42072" fmla="*/ 479 h 4213"/>
                  <a:gd name="connsiteX50-42073" fmla="*/ 2155 w 2254"/>
                  <a:gd name="connsiteY50-42074" fmla="*/ 648 h 4213"/>
                  <a:gd name="connsiteX51-42075" fmla="*/ 2073 w 2254"/>
                  <a:gd name="connsiteY51-42076" fmla="*/ 944 h 4213"/>
                  <a:gd name="connsiteX52-42077" fmla="*/ 2073 w 2254"/>
                  <a:gd name="connsiteY52-42078" fmla="*/ 1022 h 4213"/>
                  <a:gd name="connsiteX53-42079" fmla="*/ 2142 w 2254"/>
                  <a:gd name="connsiteY53-42080" fmla="*/ 1168 h 4213"/>
                  <a:gd name="connsiteX54-42081" fmla="*/ 2157 w 2254"/>
                  <a:gd name="connsiteY54-42082" fmla="*/ 1427 h 4213"/>
                  <a:gd name="connsiteX55-42083" fmla="*/ 2159 w 2254"/>
                  <a:gd name="connsiteY55-42084" fmla="*/ 1617 h 4213"/>
                  <a:gd name="connsiteX56-42085" fmla="*/ 2092 w 2254"/>
                  <a:gd name="connsiteY56-42086" fmla="*/ 1625 h 4213"/>
                  <a:gd name="connsiteX57-42087" fmla="*/ 2070 w 2254"/>
                  <a:gd name="connsiteY57-42088" fmla="*/ 1507 h 4213"/>
                  <a:gd name="connsiteX58-42089" fmla="*/ 2035 w 2254"/>
                  <a:gd name="connsiteY58-42090" fmla="*/ 1450 h 4213"/>
                  <a:gd name="connsiteX59-42091" fmla="*/ 1945 w 2254"/>
                  <a:gd name="connsiteY59-42092" fmla="*/ 1582 h 4213"/>
                  <a:gd name="connsiteX60-42093" fmla="*/ 1832 w 2254"/>
                  <a:gd name="connsiteY60-42094" fmla="*/ 1776 h 4213"/>
                  <a:gd name="connsiteX61-42095" fmla="*/ 1713 w 2254"/>
                  <a:gd name="connsiteY61-42096" fmla="*/ 1904 h 4213"/>
                  <a:gd name="connsiteX62-42097" fmla="*/ 1706 w 2254"/>
                  <a:gd name="connsiteY62-42098" fmla="*/ 2018 h 4213"/>
                  <a:gd name="connsiteX63-42099" fmla="*/ 1766 w 2254"/>
                  <a:gd name="connsiteY63-42100" fmla="*/ 2115 h 4213"/>
                  <a:gd name="connsiteX64-42101" fmla="*/ 1868 w 2254"/>
                  <a:gd name="connsiteY64-42102" fmla="*/ 2183 h 4213"/>
                  <a:gd name="connsiteX65-42103" fmla="*/ 1945 w 2254"/>
                  <a:gd name="connsiteY65-42104" fmla="*/ 2178 h 4213"/>
                  <a:gd name="connsiteX66-42105" fmla="*/ 1990 w 2254"/>
                  <a:gd name="connsiteY66-42106" fmla="*/ 2104 h 4213"/>
                  <a:gd name="connsiteX67-42107" fmla="*/ 2024 w 2254"/>
                  <a:gd name="connsiteY67-42108" fmla="*/ 2210 h 4213"/>
                  <a:gd name="connsiteX68-42109" fmla="*/ 1912 w 2254"/>
                  <a:gd name="connsiteY68-42110" fmla="*/ 2249 h 4213"/>
                  <a:gd name="connsiteX69-42111" fmla="*/ 1959 w 2254"/>
                  <a:gd name="connsiteY69-42112" fmla="*/ 2362 h 4213"/>
                  <a:gd name="connsiteX70-42113" fmla="*/ 1824 w 2254"/>
                  <a:gd name="connsiteY70-42114" fmla="*/ 2509 h 4213"/>
                  <a:gd name="connsiteX71-42115" fmla="*/ 1783 w 2254"/>
                  <a:gd name="connsiteY71-42116" fmla="*/ 2498 h 4213"/>
                  <a:gd name="connsiteX72-42117" fmla="*/ 1659 w 2254"/>
                  <a:gd name="connsiteY72-42118" fmla="*/ 2413 h 4213"/>
                  <a:gd name="connsiteX73-42119" fmla="*/ 1604 w 2254"/>
                  <a:gd name="connsiteY73-42120" fmla="*/ 2412 h 4213"/>
                  <a:gd name="connsiteX74-42121" fmla="*/ 1569 w 2254"/>
                  <a:gd name="connsiteY74-42122" fmla="*/ 2480 h 4213"/>
                  <a:gd name="connsiteX75-42123" fmla="*/ 1572 w 2254"/>
                  <a:gd name="connsiteY75-42124" fmla="*/ 2562 h 4213"/>
                  <a:gd name="connsiteX76-42125" fmla="*/ 1750 w 2254"/>
                  <a:gd name="connsiteY76-42126" fmla="*/ 2730 h 4213"/>
                  <a:gd name="connsiteX77-42127" fmla="*/ 1749 w 2254"/>
                  <a:gd name="connsiteY77-42128" fmla="*/ 2844 h 4213"/>
                  <a:gd name="connsiteX78-42129" fmla="*/ 1840 w 2254"/>
                  <a:gd name="connsiteY78-42130" fmla="*/ 3060 h 4213"/>
                  <a:gd name="connsiteX79-42131" fmla="*/ 1866 w 2254"/>
                  <a:gd name="connsiteY79-42132" fmla="*/ 3090 h 4213"/>
                  <a:gd name="connsiteX80-42133" fmla="*/ 1910 w 2254"/>
                  <a:gd name="connsiteY80-42134" fmla="*/ 3094 h 4213"/>
                  <a:gd name="connsiteX81-42135" fmla="*/ 1956 w 2254"/>
                  <a:gd name="connsiteY81-42136" fmla="*/ 3010 h 4213"/>
                  <a:gd name="connsiteX82-42137" fmla="*/ 2036 w 2254"/>
                  <a:gd name="connsiteY82-42138" fmla="*/ 2950 h 4213"/>
                  <a:gd name="connsiteX83-42139" fmla="*/ 2131 w 2254"/>
                  <a:gd name="connsiteY83-42140" fmla="*/ 3126 h 4213"/>
                  <a:gd name="connsiteX84-42141" fmla="*/ 2241 w 2254"/>
                  <a:gd name="connsiteY84-42142" fmla="*/ 3312 h 4213"/>
                  <a:gd name="connsiteX85-42143" fmla="*/ 2254 w 2254"/>
                  <a:gd name="connsiteY85-42144" fmla="*/ 3342 h 4213"/>
                  <a:gd name="connsiteX86-42145" fmla="*/ 2243 w 2254"/>
                  <a:gd name="connsiteY86-42146" fmla="*/ 3518 h 4213"/>
                  <a:gd name="connsiteX87-42147" fmla="*/ 2208 w 2254"/>
                  <a:gd name="connsiteY87-42148" fmla="*/ 3554 h 4213"/>
                  <a:gd name="connsiteX88-42149" fmla="*/ 2119 w 2254"/>
                  <a:gd name="connsiteY88-42150" fmla="*/ 3515 h 4213"/>
                  <a:gd name="connsiteX89-42151" fmla="*/ 1885 w 2254"/>
                  <a:gd name="connsiteY89-42152" fmla="*/ 3644 h 4213"/>
                  <a:gd name="connsiteX90-42153" fmla="*/ 1859 w 2254"/>
                  <a:gd name="connsiteY90-42154" fmla="*/ 3666 h 4213"/>
                  <a:gd name="connsiteX91-42155" fmla="*/ 1679 w 2254"/>
                  <a:gd name="connsiteY91-42156" fmla="*/ 3812 h 4213"/>
                  <a:gd name="connsiteX92-42157" fmla="*/ 1538 w 2254"/>
                  <a:gd name="connsiteY92-42158" fmla="*/ 3926 h 4213"/>
                  <a:gd name="connsiteX93-42159" fmla="*/ 1503 w 2254"/>
                  <a:gd name="connsiteY93-42160" fmla="*/ 3965 h 4213"/>
                  <a:gd name="connsiteX94-42161" fmla="*/ 1451 w 2254"/>
                  <a:gd name="connsiteY94-42162" fmla="*/ 3973 h 4213"/>
                  <a:gd name="connsiteX95-42163" fmla="*/ 1394 w 2254"/>
                  <a:gd name="connsiteY95-42164" fmla="*/ 3916 h 4213"/>
                  <a:gd name="connsiteX96-42165" fmla="*/ 1270 w 2254"/>
                  <a:gd name="connsiteY96-42166" fmla="*/ 3808 h 4213"/>
                  <a:gd name="connsiteX97-42167" fmla="*/ 1294 w 2254"/>
                  <a:gd name="connsiteY97-42168" fmla="*/ 4064 h 4213"/>
                  <a:gd name="connsiteX98-42169" fmla="*/ 1303 w 2254"/>
                  <a:gd name="connsiteY98-42170" fmla="*/ 4192 h 4213"/>
                  <a:gd name="connsiteX99-42171" fmla="*/ 1041 w 2254"/>
                  <a:gd name="connsiteY99-42172" fmla="*/ 4166 h 4213"/>
                  <a:gd name="connsiteX100-42173" fmla="*/ 959 w 2254"/>
                  <a:gd name="connsiteY100-42174" fmla="*/ 3987 h 4213"/>
                  <a:gd name="connsiteX101-42175" fmla="*/ 877 w 2254"/>
                  <a:gd name="connsiteY101-42176" fmla="*/ 3802 h 4213"/>
                  <a:gd name="connsiteX102-42177" fmla="*/ 798 w 2254"/>
                  <a:gd name="connsiteY102-42178" fmla="*/ 3734 h 4213"/>
                  <a:gd name="connsiteX0-42179" fmla="*/ 798 w 2254"/>
                  <a:gd name="connsiteY0-42180" fmla="*/ 3734 h 4213"/>
                  <a:gd name="connsiteX1-42181" fmla="*/ 679 w 2254"/>
                  <a:gd name="connsiteY1-42182" fmla="*/ 3800 h 4213"/>
                  <a:gd name="connsiteX2-42183" fmla="*/ 695 w 2254"/>
                  <a:gd name="connsiteY2-42184" fmla="*/ 3662 h 4213"/>
                  <a:gd name="connsiteX3-42185" fmla="*/ 633 w 2254"/>
                  <a:gd name="connsiteY3-42186" fmla="*/ 3500 h 4213"/>
                  <a:gd name="connsiteX4-42187" fmla="*/ 742 w 2254"/>
                  <a:gd name="connsiteY4-42188" fmla="*/ 3280 h 4213"/>
                  <a:gd name="connsiteX5-42189" fmla="*/ 932 w 2254"/>
                  <a:gd name="connsiteY5-42190" fmla="*/ 3195 h 4213"/>
                  <a:gd name="connsiteX6-42191" fmla="*/ 1045 w 2254"/>
                  <a:gd name="connsiteY6-42192" fmla="*/ 3058 h 4213"/>
                  <a:gd name="connsiteX7-42193" fmla="*/ 1112 w 2254"/>
                  <a:gd name="connsiteY7-42194" fmla="*/ 2878 h 4213"/>
                  <a:gd name="connsiteX8-42195" fmla="*/ 1068 w 2254"/>
                  <a:gd name="connsiteY8-42196" fmla="*/ 2333 h 4213"/>
                  <a:gd name="connsiteX9-42197" fmla="*/ 1066 w 2254"/>
                  <a:gd name="connsiteY9-42198" fmla="*/ 2117 h 4213"/>
                  <a:gd name="connsiteX10-42199" fmla="*/ 990 w 2254"/>
                  <a:gd name="connsiteY10-42200" fmla="*/ 2039 h 4213"/>
                  <a:gd name="connsiteX11-42201" fmla="*/ 847 w 2254"/>
                  <a:gd name="connsiteY11-42202" fmla="*/ 1951 h 4213"/>
                  <a:gd name="connsiteX12-42203" fmla="*/ 755 w 2254"/>
                  <a:gd name="connsiteY12-42204" fmla="*/ 1827 h 4213"/>
                  <a:gd name="connsiteX13-42205" fmla="*/ 659 w 2254"/>
                  <a:gd name="connsiteY13-42206" fmla="*/ 1828 h 4213"/>
                  <a:gd name="connsiteX14-42207" fmla="*/ 614 w 2254"/>
                  <a:gd name="connsiteY14-42208" fmla="*/ 1883 h 4213"/>
                  <a:gd name="connsiteX15-42209" fmla="*/ 521 w 2254"/>
                  <a:gd name="connsiteY15-42210" fmla="*/ 1877 h 4213"/>
                  <a:gd name="connsiteX16-42211" fmla="*/ 501 w 2254"/>
                  <a:gd name="connsiteY16-42212" fmla="*/ 1994 h 4213"/>
                  <a:gd name="connsiteX17-42213" fmla="*/ 320 w 2254"/>
                  <a:gd name="connsiteY17-42214" fmla="*/ 1941 h 4213"/>
                  <a:gd name="connsiteX18-42215" fmla="*/ 237 w 2254"/>
                  <a:gd name="connsiteY18-42216" fmla="*/ 1939 h 4213"/>
                  <a:gd name="connsiteX19-42217" fmla="*/ 112 w 2254"/>
                  <a:gd name="connsiteY19-42218" fmla="*/ 2014 h 4213"/>
                  <a:gd name="connsiteX20-42219" fmla="*/ 0 w 2254"/>
                  <a:gd name="connsiteY20-42220" fmla="*/ 1890 h 4213"/>
                  <a:gd name="connsiteX21-42221" fmla="*/ 94 w 2254"/>
                  <a:gd name="connsiteY21-42222" fmla="*/ 1804 h 4213"/>
                  <a:gd name="connsiteX22-42223" fmla="*/ 98 w 2254"/>
                  <a:gd name="connsiteY22-42224" fmla="*/ 1634 h 4213"/>
                  <a:gd name="connsiteX23-42225" fmla="*/ 153 w 2254"/>
                  <a:gd name="connsiteY23-42226" fmla="*/ 1514 h 4213"/>
                  <a:gd name="connsiteX24-42227" fmla="*/ 196 w 2254"/>
                  <a:gd name="connsiteY24-42228" fmla="*/ 1306 h 4213"/>
                  <a:gd name="connsiteX25-42229" fmla="*/ 256 w 2254"/>
                  <a:gd name="connsiteY25-42230" fmla="*/ 1307 h 4213"/>
                  <a:gd name="connsiteX26-42231" fmla="*/ 579 w 2254"/>
                  <a:gd name="connsiteY26-42232" fmla="*/ 1286 h 4213"/>
                  <a:gd name="connsiteX27-42233" fmla="*/ 753 w 2254"/>
                  <a:gd name="connsiteY27-42234" fmla="*/ 1117 h 4213"/>
                  <a:gd name="connsiteX28-42235" fmla="*/ 822 w 2254"/>
                  <a:gd name="connsiteY28-42236" fmla="*/ 748 h 4213"/>
                  <a:gd name="connsiteX29-42237" fmla="*/ 932 w 2254"/>
                  <a:gd name="connsiteY29-42238" fmla="*/ 486 h 4213"/>
                  <a:gd name="connsiteX30-42239" fmla="*/ 930 w 2254"/>
                  <a:gd name="connsiteY30-42240" fmla="*/ 358 h 4213"/>
                  <a:gd name="connsiteX31-42241" fmla="*/ 917 w 2254"/>
                  <a:gd name="connsiteY31-42242" fmla="*/ 328 h 4213"/>
                  <a:gd name="connsiteX32-42243" fmla="*/ 850 w 2254"/>
                  <a:gd name="connsiteY32-42244" fmla="*/ 251 h 4213"/>
                  <a:gd name="connsiteX33-42245" fmla="*/ 790 w 2254"/>
                  <a:gd name="connsiteY33-42246" fmla="*/ 217 h 4213"/>
                  <a:gd name="connsiteX34-42247" fmla="*/ 915 w 2254"/>
                  <a:gd name="connsiteY34-42248" fmla="*/ 56 h 4213"/>
                  <a:gd name="connsiteX35-42249" fmla="*/ 1088 w 2254"/>
                  <a:gd name="connsiteY35-42250" fmla="*/ 2 h 4213"/>
                  <a:gd name="connsiteX36-42251" fmla="*/ 1120 w 2254"/>
                  <a:gd name="connsiteY36-42252" fmla="*/ 49 h 4213"/>
                  <a:gd name="connsiteX37-42253" fmla="*/ 1110 w 2254"/>
                  <a:gd name="connsiteY37-42254" fmla="*/ 133 h 4213"/>
                  <a:gd name="connsiteX38-42255" fmla="*/ 1049 w 2254"/>
                  <a:gd name="connsiteY38-42256" fmla="*/ 243 h 4213"/>
                  <a:gd name="connsiteX39-42257" fmla="*/ 1119 w 2254"/>
                  <a:gd name="connsiteY39-42258" fmla="*/ 301 h 4213"/>
                  <a:gd name="connsiteX40-42259" fmla="*/ 1233 w 2254"/>
                  <a:gd name="connsiteY40-42260" fmla="*/ 366 h 4213"/>
                  <a:gd name="connsiteX41-42261" fmla="*/ 1253 w 2254"/>
                  <a:gd name="connsiteY41-42262" fmla="*/ 255 h 4213"/>
                  <a:gd name="connsiteX42-42263" fmla="*/ 1387 w 2254"/>
                  <a:gd name="connsiteY42-42264" fmla="*/ 291 h 4213"/>
                  <a:gd name="connsiteX43-42265" fmla="*/ 1412 w 2254"/>
                  <a:gd name="connsiteY43-42266" fmla="*/ 331 h 4213"/>
                  <a:gd name="connsiteX44-42267" fmla="*/ 1488 w 2254"/>
                  <a:gd name="connsiteY44-42268" fmla="*/ 562 h 4213"/>
                  <a:gd name="connsiteX45-42269" fmla="*/ 1523 w 2254"/>
                  <a:gd name="connsiteY45-42270" fmla="*/ 586 h 4213"/>
                  <a:gd name="connsiteX46-42271" fmla="*/ 1615 w 2254"/>
                  <a:gd name="connsiteY46-42272" fmla="*/ 578 h 4213"/>
                  <a:gd name="connsiteX47-42273" fmla="*/ 1875 w 2254"/>
                  <a:gd name="connsiteY47-42274" fmla="*/ 490 h 4213"/>
                  <a:gd name="connsiteX48-42275" fmla="*/ 2095 w 2254"/>
                  <a:gd name="connsiteY48-42276" fmla="*/ 479 h 4213"/>
                  <a:gd name="connsiteX49-42277" fmla="*/ 2155 w 2254"/>
                  <a:gd name="connsiteY49-42278" fmla="*/ 648 h 4213"/>
                  <a:gd name="connsiteX50-42279" fmla="*/ 2073 w 2254"/>
                  <a:gd name="connsiteY50-42280" fmla="*/ 944 h 4213"/>
                  <a:gd name="connsiteX51-42281" fmla="*/ 2073 w 2254"/>
                  <a:gd name="connsiteY51-42282" fmla="*/ 1022 h 4213"/>
                  <a:gd name="connsiteX52-42283" fmla="*/ 2142 w 2254"/>
                  <a:gd name="connsiteY52-42284" fmla="*/ 1168 h 4213"/>
                  <a:gd name="connsiteX53-42285" fmla="*/ 2157 w 2254"/>
                  <a:gd name="connsiteY53-42286" fmla="*/ 1427 h 4213"/>
                  <a:gd name="connsiteX54-42287" fmla="*/ 2159 w 2254"/>
                  <a:gd name="connsiteY54-42288" fmla="*/ 1617 h 4213"/>
                  <a:gd name="connsiteX55-42289" fmla="*/ 2092 w 2254"/>
                  <a:gd name="connsiteY55-42290" fmla="*/ 1625 h 4213"/>
                  <a:gd name="connsiteX56-42291" fmla="*/ 2070 w 2254"/>
                  <a:gd name="connsiteY56-42292" fmla="*/ 1507 h 4213"/>
                  <a:gd name="connsiteX57-42293" fmla="*/ 2035 w 2254"/>
                  <a:gd name="connsiteY57-42294" fmla="*/ 1450 h 4213"/>
                  <a:gd name="connsiteX58-42295" fmla="*/ 1945 w 2254"/>
                  <a:gd name="connsiteY58-42296" fmla="*/ 1582 h 4213"/>
                  <a:gd name="connsiteX59-42297" fmla="*/ 1832 w 2254"/>
                  <a:gd name="connsiteY59-42298" fmla="*/ 1776 h 4213"/>
                  <a:gd name="connsiteX60-42299" fmla="*/ 1713 w 2254"/>
                  <a:gd name="connsiteY60-42300" fmla="*/ 1904 h 4213"/>
                  <a:gd name="connsiteX61-42301" fmla="*/ 1706 w 2254"/>
                  <a:gd name="connsiteY61-42302" fmla="*/ 2018 h 4213"/>
                  <a:gd name="connsiteX62-42303" fmla="*/ 1766 w 2254"/>
                  <a:gd name="connsiteY62-42304" fmla="*/ 2115 h 4213"/>
                  <a:gd name="connsiteX63-42305" fmla="*/ 1868 w 2254"/>
                  <a:gd name="connsiteY63-42306" fmla="*/ 2183 h 4213"/>
                  <a:gd name="connsiteX64-42307" fmla="*/ 1945 w 2254"/>
                  <a:gd name="connsiteY64-42308" fmla="*/ 2178 h 4213"/>
                  <a:gd name="connsiteX65-42309" fmla="*/ 1990 w 2254"/>
                  <a:gd name="connsiteY65-42310" fmla="*/ 2104 h 4213"/>
                  <a:gd name="connsiteX66-42311" fmla="*/ 2024 w 2254"/>
                  <a:gd name="connsiteY66-42312" fmla="*/ 2210 h 4213"/>
                  <a:gd name="connsiteX67-42313" fmla="*/ 1912 w 2254"/>
                  <a:gd name="connsiteY67-42314" fmla="*/ 2249 h 4213"/>
                  <a:gd name="connsiteX68-42315" fmla="*/ 1959 w 2254"/>
                  <a:gd name="connsiteY68-42316" fmla="*/ 2362 h 4213"/>
                  <a:gd name="connsiteX69-42317" fmla="*/ 1824 w 2254"/>
                  <a:gd name="connsiteY69-42318" fmla="*/ 2509 h 4213"/>
                  <a:gd name="connsiteX70-42319" fmla="*/ 1783 w 2254"/>
                  <a:gd name="connsiteY70-42320" fmla="*/ 2498 h 4213"/>
                  <a:gd name="connsiteX71-42321" fmla="*/ 1659 w 2254"/>
                  <a:gd name="connsiteY71-42322" fmla="*/ 2413 h 4213"/>
                  <a:gd name="connsiteX72-42323" fmla="*/ 1604 w 2254"/>
                  <a:gd name="connsiteY72-42324" fmla="*/ 2412 h 4213"/>
                  <a:gd name="connsiteX73-42325" fmla="*/ 1569 w 2254"/>
                  <a:gd name="connsiteY73-42326" fmla="*/ 2480 h 4213"/>
                  <a:gd name="connsiteX74-42327" fmla="*/ 1572 w 2254"/>
                  <a:gd name="connsiteY74-42328" fmla="*/ 2562 h 4213"/>
                  <a:gd name="connsiteX75-42329" fmla="*/ 1750 w 2254"/>
                  <a:gd name="connsiteY75-42330" fmla="*/ 2730 h 4213"/>
                  <a:gd name="connsiteX76-42331" fmla="*/ 1749 w 2254"/>
                  <a:gd name="connsiteY76-42332" fmla="*/ 2844 h 4213"/>
                  <a:gd name="connsiteX77-42333" fmla="*/ 1840 w 2254"/>
                  <a:gd name="connsiteY77-42334" fmla="*/ 3060 h 4213"/>
                  <a:gd name="connsiteX78-42335" fmla="*/ 1866 w 2254"/>
                  <a:gd name="connsiteY78-42336" fmla="*/ 3090 h 4213"/>
                  <a:gd name="connsiteX79-42337" fmla="*/ 1910 w 2254"/>
                  <a:gd name="connsiteY79-42338" fmla="*/ 3094 h 4213"/>
                  <a:gd name="connsiteX80-42339" fmla="*/ 1956 w 2254"/>
                  <a:gd name="connsiteY80-42340" fmla="*/ 3010 h 4213"/>
                  <a:gd name="connsiteX81-42341" fmla="*/ 2036 w 2254"/>
                  <a:gd name="connsiteY81-42342" fmla="*/ 2950 h 4213"/>
                  <a:gd name="connsiteX82-42343" fmla="*/ 2131 w 2254"/>
                  <a:gd name="connsiteY82-42344" fmla="*/ 3126 h 4213"/>
                  <a:gd name="connsiteX83-42345" fmla="*/ 2241 w 2254"/>
                  <a:gd name="connsiteY83-42346" fmla="*/ 3312 h 4213"/>
                  <a:gd name="connsiteX84-42347" fmla="*/ 2254 w 2254"/>
                  <a:gd name="connsiteY84-42348" fmla="*/ 3342 h 4213"/>
                  <a:gd name="connsiteX85-42349" fmla="*/ 2243 w 2254"/>
                  <a:gd name="connsiteY85-42350" fmla="*/ 3518 h 4213"/>
                  <a:gd name="connsiteX86-42351" fmla="*/ 2208 w 2254"/>
                  <a:gd name="connsiteY86-42352" fmla="*/ 3554 h 4213"/>
                  <a:gd name="connsiteX87-42353" fmla="*/ 2119 w 2254"/>
                  <a:gd name="connsiteY87-42354" fmla="*/ 3515 h 4213"/>
                  <a:gd name="connsiteX88-42355" fmla="*/ 1885 w 2254"/>
                  <a:gd name="connsiteY88-42356" fmla="*/ 3644 h 4213"/>
                  <a:gd name="connsiteX89-42357" fmla="*/ 1859 w 2254"/>
                  <a:gd name="connsiteY89-42358" fmla="*/ 3666 h 4213"/>
                  <a:gd name="connsiteX90-42359" fmla="*/ 1679 w 2254"/>
                  <a:gd name="connsiteY90-42360" fmla="*/ 3812 h 4213"/>
                  <a:gd name="connsiteX91-42361" fmla="*/ 1538 w 2254"/>
                  <a:gd name="connsiteY91-42362" fmla="*/ 3926 h 4213"/>
                  <a:gd name="connsiteX92-42363" fmla="*/ 1503 w 2254"/>
                  <a:gd name="connsiteY92-42364" fmla="*/ 3965 h 4213"/>
                  <a:gd name="connsiteX93-42365" fmla="*/ 1451 w 2254"/>
                  <a:gd name="connsiteY93-42366" fmla="*/ 3973 h 4213"/>
                  <a:gd name="connsiteX94-42367" fmla="*/ 1394 w 2254"/>
                  <a:gd name="connsiteY94-42368" fmla="*/ 3916 h 4213"/>
                  <a:gd name="connsiteX95-42369" fmla="*/ 1270 w 2254"/>
                  <a:gd name="connsiteY95-42370" fmla="*/ 3808 h 4213"/>
                  <a:gd name="connsiteX96-42371" fmla="*/ 1294 w 2254"/>
                  <a:gd name="connsiteY96-42372" fmla="*/ 4064 h 4213"/>
                  <a:gd name="connsiteX97-42373" fmla="*/ 1303 w 2254"/>
                  <a:gd name="connsiteY97-42374" fmla="*/ 4192 h 4213"/>
                  <a:gd name="connsiteX98-42375" fmla="*/ 1041 w 2254"/>
                  <a:gd name="connsiteY98-42376" fmla="*/ 4166 h 4213"/>
                  <a:gd name="connsiteX99-42377" fmla="*/ 959 w 2254"/>
                  <a:gd name="connsiteY99-42378" fmla="*/ 3987 h 4213"/>
                  <a:gd name="connsiteX100-42379" fmla="*/ 877 w 2254"/>
                  <a:gd name="connsiteY100-42380" fmla="*/ 3802 h 4213"/>
                  <a:gd name="connsiteX101-42381" fmla="*/ 798 w 2254"/>
                  <a:gd name="connsiteY101-42382" fmla="*/ 3734 h 4213"/>
                  <a:gd name="connsiteX0-42383" fmla="*/ 798 w 2254"/>
                  <a:gd name="connsiteY0-42384" fmla="*/ 3734 h 4213"/>
                  <a:gd name="connsiteX1-42385" fmla="*/ 679 w 2254"/>
                  <a:gd name="connsiteY1-42386" fmla="*/ 3800 h 4213"/>
                  <a:gd name="connsiteX2-42387" fmla="*/ 695 w 2254"/>
                  <a:gd name="connsiteY2-42388" fmla="*/ 3662 h 4213"/>
                  <a:gd name="connsiteX3-42389" fmla="*/ 633 w 2254"/>
                  <a:gd name="connsiteY3-42390" fmla="*/ 3500 h 4213"/>
                  <a:gd name="connsiteX4-42391" fmla="*/ 742 w 2254"/>
                  <a:gd name="connsiteY4-42392" fmla="*/ 3280 h 4213"/>
                  <a:gd name="connsiteX5-42393" fmla="*/ 932 w 2254"/>
                  <a:gd name="connsiteY5-42394" fmla="*/ 3195 h 4213"/>
                  <a:gd name="connsiteX6-42395" fmla="*/ 1045 w 2254"/>
                  <a:gd name="connsiteY6-42396" fmla="*/ 3058 h 4213"/>
                  <a:gd name="connsiteX7-42397" fmla="*/ 1112 w 2254"/>
                  <a:gd name="connsiteY7-42398" fmla="*/ 2878 h 4213"/>
                  <a:gd name="connsiteX8-42399" fmla="*/ 1068 w 2254"/>
                  <a:gd name="connsiteY8-42400" fmla="*/ 2333 h 4213"/>
                  <a:gd name="connsiteX9-42401" fmla="*/ 1066 w 2254"/>
                  <a:gd name="connsiteY9-42402" fmla="*/ 2117 h 4213"/>
                  <a:gd name="connsiteX10-42403" fmla="*/ 990 w 2254"/>
                  <a:gd name="connsiteY10-42404" fmla="*/ 2039 h 4213"/>
                  <a:gd name="connsiteX11-42405" fmla="*/ 847 w 2254"/>
                  <a:gd name="connsiteY11-42406" fmla="*/ 1951 h 4213"/>
                  <a:gd name="connsiteX12-42407" fmla="*/ 755 w 2254"/>
                  <a:gd name="connsiteY12-42408" fmla="*/ 1827 h 4213"/>
                  <a:gd name="connsiteX13-42409" fmla="*/ 659 w 2254"/>
                  <a:gd name="connsiteY13-42410" fmla="*/ 1828 h 4213"/>
                  <a:gd name="connsiteX14-42411" fmla="*/ 614 w 2254"/>
                  <a:gd name="connsiteY14-42412" fmla="*/ 1883 h 4213"/>
                  <a:gd name="connsiteX15-42413" fmla="*/ 521 w 2254"/>
                  <a:gd name="connsiteY15-42414" fmla="*/ 1877 h 4213"/>
                  <a:gd name="connsiteX16-42415" fmla="*/ 501 w 2254"/>
                  <a:gd name="connsiteY16-42416" fmla="*/ 1994 h 4213"/>
                  <a:gd name="connsiteX17-42417" fmla="*/ 320 w 2254"/>
                  <a:gd name="connsiteY17-42418" fmla="*/ 1941 h 4213"/>
                  <a:gd name="connsiteX18-42419" fmla="*/ 237 w 2254"/>
                  <a:gd name="connsiteY18-42420" fmla="*/ 1939 h 4213"/>
                  <a:gd name="connsiteX19-42421" fmla="*/ 112 w 2254"/>
                  <a:gd name="connsiteY19-42422" fmla="*/ 2014 h 4213"/>
                  <a:gd name="connsiteX20-42423" fmla="*/ 0 w 2254"/>
                  <a:gd name="connsiteY20-42424" fmla="*/ 1890 h 4213"/>
                  <a:gd name="connsiteX21-42425" fmla="*/ 94 w 2254"/>
                  <a:gd name="connsiteY21-42426" fmla="*/ 1804 h 4213"/>
                  <a:gd name="connsiteX22-42427" fmla="*/ 98 w 2254"/>
                  <a:gd name="connsiteY22-42428" fmla="*/ 1634 h 4213"/>
                  <a:gd name="connsiteX23-42429" fmla="*/ 153 w 2254"/>
                  <a:gd name="connsiteY23-42430" fmla="*/ 1514 h 4213"/>
                  <a:gd name="connsiteX24-42431" fmla="*/ 196 w 2254"/>
                  <a:gd name="connsiteY24-42432" fmla="*/ 1306 h 4213"/>
                  <a:gd name="connsiteX25-42433" fmla="*/ 256 w 2254"/>
                  <a:gd name="connsiteY25-42434" fmla="*/ 1307 h 4213"/>
                  <a:gd name="connsiteX26-42435" fmla="*/ 579 w 2254"/>
                  <a:gd name="connsiteY26-42436" fmla="*/ 1286 h 4213"/>
                  <a:gd name="connsiteX27-42437" fmla="*/ 753 w 2254"/>
                  <a:gd name="connsiteY27-42438" fmla="*/ 1117 h 4213"/>
                  <a:gd name="connsiteX28-42439" fmla="*/ 822 w 2254"/>
                  <a:gd name="connsiteY28-42440" fmla="*/ 748 h 4213"/>
                  <a:gd name="connsiteX29-42441" fmla="*/ 932 w 2254"/>
                  <a:gd name="connsiteY29-42442" fmla="*/ 486 h 4213"/>
                  <a:gd name="connsiteX30-42443" fmla="*/ 930 w 2254"/>
                  <a:gd name="connsiteY30-42444" fmla="*/ 358 h 4213"/>
                  <a:gd name="connsiteX31-42445" fmla="*/ 917 w 2254"/>
                  <a:gd name="connsiteY31-42446" fmla="*/ 328 h 4213"/>
                  <a:gd name="connsiteX32-42447" fmla="*/ 850 w 2254"/>
                  <a:gd name="connsiteY32-42448" fmla="*/ 251 h 4213"/>
                  <a:gd name="connsiteX33-42449" fmla="*/ 790 w 2254"/>
                  <a:gd name="connsiteY33-42450" fmla="*/ 217 h 4213"/>
                  <a:gd name="connsiteX34-42451" fmla="*/ 915 w 2254"/>
                  <a:gd name="connsiteY34-42452" fmla="*/ 56 h 4213"/>
                  <a:gd name="connsiteX35-42453" fmla="*/ 1088 w 2254"/>
                  <a:gd name="connsiteY35-42454" fmla="*/ 2 h 4213"/>
                  <a:gd name="connsiteX36-42455" fmla="*/ 1120 w 2254"/>
                  <a:gd name="connsiteY36-42456" fmla="*/ 49 h 4213"/>
                  <a:gd name="connsiteX37-42457" fmla="*/ 1110 w 2254"/>
                  <a:gd name="connsiteY37-42458" fmla="*/ 133 h 4213"/>
                  <a:gd name="connsiteX38-42459" fmla="*/ 1049 w 2254"/>
                  <a:gd name="connsiteY38-42460" fmla="*/ 243 h 4213"/>
                  <a:gd name="connsiteX39-42461" fmla="*/ 1119 w 2254"/>
                  <a:gd name="connsiteY39-42462" fmla="*/ 301 h 4213"/>
                  <a:gd name="connsiteX40-42463" fmla="*/ 1233 w 2254"/>
                  <a:gd name="connsiteY40-42464" fmla="*/ 366 h 4213"/>
                  <a:gd name="connsiteX41-42465" fmla="*/ 1253 w 2254"/>
                  <a:gd name="connsiteY41-42466" fmla="*/ 255 h 4213"/>
                  <a:gd name="connsiteX42-42467" fmla="*/ 1387 w 2254"/>
                  <a:gd name="connsiteY42-42468" fmla="*/ 291 h 4213"/>
                  <a:gd name="connsiteX43-42469" fmla="*/ 1412 w 2254"/>
                  <a:gd name="connsiteY43-42470" fmla="*/ 331 h 4213"/>
                  <a:gd name="connsiteX44-42471" fmla="*/ 1488 w 2254"/>
                  <a:gd name="connsiteY44-42472" fmla="*/ 562 h 4213"/>
                  <a:gd name="connsiteX45-42473" fmla="*/ 1523 w 2254"/>
                  <a:gd name="connsiteY45-42474" fmla="*/ 586 h 4213"/>
                  <a:gd name="connsiteX46-42475" fmla="*/ 1615 w 2254"/>
                  <a:gd name="connsiteY46-42476" fmla="*/ 578 h 4213"/>
                  <a:gd name="connsiteX47-42477" fmla="*/ 1875 w 2254"/>
                  <a:gd name="connsiteY47-42478" fmla="*/ 490 h 4213"/>
                  <a:gd name="connsiteX48-42479" fmla="*/ 2095 w 2254"/>
                  <a:gd name="connsiteY48-42480" fmla="*/ 479 h 4213"/>
                  <a:gd name="connsiteX49-42481" fmla="*/ 2155 w 2254"/>
                  <a:gd name="connsiteY49-42482" fmla="*/ 648 h 4213"/>
                  <a:gd name="connsiteX50-42483" fmla="*/ 2073 w 2254"/>
                  <a:gd name="connsiteY50-42484" fmla="*/ 944 h 4213"/>
                  <a:gd name="connsiteX51-42485" fmla="*/ 2073 w 2254"/>
                  <a:gd name="connsiteY51-42486" fmla="*/ 1022 h 4213"/>
                  <a:gd name="connsiteX52-42487" fmla="*/ 2142 w 2254"/>
                  <a:gd name="connsiteY52-42488" fmla="*/ 1168 h 4213"/>
                  <a:gd name="connsiteX53-42489" fmla="*/ 2157 w 2254"/>
                  <a:gd name="connsiteY53-42490" fmla="*/ 1427 h 4213"/>
                  <a:gd name="connsiteX54-42491" fmla="*/ 2159 w 2254"/>
                  <a:gd name="connsiteY54-42492" fmla="*/ 1617 h 4213"/>
                  <a:gd name="connsiteX55-42493" fmla="*/ 2092 w 2254"/>
                  <a:gd name="connsiteY55-42494" fmla="*/ 1625 h 4213"/>
                  <a:gd name="connsiteX56-42495" fmla="*/ 2070 w 2254"/>
                  <a:gd name="connsiteY56-42496" fmla="*/ 1507 h 4213"/>
                  <a:gd name="connsiteX57-42497" fmla="*/ 2035 w 2254"/>
                  <a:gd name="connsiteY57-42498" fmla="*/ 1450 h 4213"/>
                  <a:gd name="connsiteX58-42499" fmla="*/ 1945 w 2254"/>
                  <a:gd name="connsiteY58-42500" fmla="*/ 1582 h 4213"/>
                  <a:gd name="connsiteX59-42501" fmla="*/ 1832 w 2254"/>
                  <a:gd name="connsiteY59-42502" fmla="*/ 1776 h 4213"/>
                  <a:gd name="connsiteX60-42503" fmla="*/ 1713 w 2254"/>
                  <a:gd name="connsiteY60-42504" fmla="*/ 1904 h 4213"/>
                  <a:gd name="connsiteX61-42505" fmla="*/ 1706 w 2254"/>
                  <a:gd name="connsiteY61-42506" fmla="*/ 2018 h 4213"/>
                  <a:gd name="connsiteX62-42507" fmla="*/ 1766 w 2254"/>
                  <a:gd name="connsiteY62-42508" fmla="*/ 2115 h 4213"/>
                  <a:gd name="connsiteX63-42509" fmla="*/ 1868 w 2254"/>
                  <a:gd name="connsiteY63-42510" fmla="*/ 2183 h 4213"/>
                  <a:gd name="connsiteX64-42511" fmla="*/ 1945 w 2254"/>
                  <a:gd name="connsiteY64-42512" fmla="*/ 2178 h 4213"/>
                  <a:gd name="connsiteX65-42513" fmla="*/ 1990 w 2254"/>
                  <a:gd name="connsiteY65-42514" fmla="*/ 2104 h 4213"/>
                  <a:gd name="connsiteX66-42515" fmla="*/ 2024 w 2254"/>
                  <a:gd name="connsiteY66-42516" fmla="*/ 2210 h 4213"/>
                  <a:gd name="connsiteX67-42517" fmla="*/ 1912 w 2254"/>
                  <a:gd name="connsiteY67-42518" fmla="*/ 2249 h 4213"/>
                  <a:gd name="connsiteX68-42519" fmla="*/ 1959 w 2254"/>
                  <a:gd name="connsiteY68-42520" fmla="*/ 2362 h 4213"/>
                  <a:gd name="connsiteX69-42521" fmla="*/ 1824 w 2254"/>
                  <a:gd name="connsiteY69-42522" fmla="*/ 2509 h 4213"/>
                  <a:gd name="connsiteX70-42523" fmla="*/ 1783 w 2254"/>
                  <a:gd name="connsiteY70-42524" fmla="*/ 2498 h 4213"/>
                  <a:gd name="connsiteX71-42525" fmla="*/ 1659 w 2254"/>
                  <a:gd name="connsiteY71-42526" fmla="*/ 2413 h 4213"/>
                  <a:gd name="connsiteX72-42527" fmla="*/ 1604 w 2254"/>
                  <a:gd name="connsiteY72-42528" fmla="*/ 2412 h 4213"/>
                  <a:gd name="connsiteX73-42529" fmla="*/ 1569 w 2254"/>
                  <a:gd name="connsiteY73-42530" fmla="*/ 2480 h 4213"/>
                  <a:gd name="connsiteX74-42531" fmla="*/ 1572 w 2254"/>
                  <a:gd name="connsiteY74-42532" fmla="*/ 2562 h 4213"/>
                  <a:gd name="connsiteX75-42533" fmla="*/ 1750 w 2254"/>
                  <a:gd name="connsiteY75-42534" fmla="*/ 2730 h 4213"/>
                  <a:gd name="connsiteX76-42535" fmla="*/ 1749 w 2254"/>
                  <a:gd name="connsiteY76-42536" fmla="*/ 2844 h 4213"/>
                  <a:gd name="connsiteX77-42537" fmla="*/ 1840 w 2254"/>
                  <a:gd name="connsiteY77-42538" fmla="*/ 3060 h 4213"/>
                  <a:gd name="connsiteX78-42539" fmla="*/ 1866 w 2254"/>
                  <a:gd name="connsiteY78-42540" fmla="*/ 3090 h 4213"/>
                  <a:gd name="connsiteX79-42541" fmla="*/ 1910 w 2254"/>
                  <a:gd name="connsiteY79-42542" fmla="*/ 3094 h 4213"/>
                  <a:gd name="connsiteX80-42543" fmla="*/ 1956 w 2254"/>
                  <a:gd name="connsiteY80-42544" fmla="*/ 3010 h 4213"/>
                  <a:gd name="connsiteX81-42545" fmla="*/ 2036 w 2254"/>
                  <a:gd name="connsiteY81-42546" fmla="*/ 2950 h 4213"/>
                  <a:gd name="connsiteX82-42547" fmla="*/ 2131 w 2254"/>
                  <a:gd name="connsiteY82-42548" fmla="*/ 3126 h 4213"/>
                  <a:gd name="connsiteX83-42549" fmla="*/ 2241 w 2254"/>
                  <a:gd name="connsiteY83-42550" fmla="*/ 3312 h 4213"/>
                  <a:gd name="connsiteX84-42551" fmla="*/ 2254 w 2254"/>
                  <a:gd name="connsiteY84-42552" fmla="*/ 3342 h 4213"/>
                  <a:gd name="connsiteX85-42553" fmla="*/ 2243 w 2254"/>
                  <a:gd name="connsiteY85-42554" fmla="*/ 3518 h 4213"/>
                  <a:gd name="connsiteX86-42555" fmla="*/ 2208 w 2254"/>
                  <a:gd name="connsiteY86-42556" fmla="*/ 3554 h 4213"/>
                  <a:gd name="connsiteX87-42557" fmla="*/ 2119 w 2254"/>
                  <a:gd name="connsiteY87-42558" fmla="*/ 3515 h 4213"/>
                  <a:gd name="connsiteX88-42559" fmla="*/ 1885 w 2254"/>
                  <a:gd name="connsiteY88-42560" fmla="*/ 3644 h 4213"/>
                  <a:gd name="connsiteX89-42561" fmla="*/ 1859 w 2254"/>
                  <a:gd name="connsiteY89-42562" fmla="*/ 3666 h 4213"/>
                  <a:gd name="connsiteX90-42563" fmla="*/ 1679 w 2254"/>
                  <a:gd name="connsiteY90-42564" fmla="*/ 3812 h 4213"/>
                  <a:gd name="connsiteX91-42565" fmla="*/ 1538 w 2254"/>
                  <a:gd name="connsiteY91-42566" fmla="*/ 3926 h 4213"/>
                  <a:gd name="connsiteX92-42567" fmla="*/ 1503 w 2254"/>
                  <a:gd name="connsiteY92-42568" fmla="*/ 3965 h 4213"/>
                  <a:gd name="connsiteX93-42569" fmla="*/ 1451 w 2254"/>
                  <a:gd name="connsiteY93-42570" fmla="*/ 3973 h 4213"/>
                  <a:gd name="connsiteX94-42571" fmla="*/ 1394 w 2254"/>
                  <a:gd name="connsiteY94-42572" fmla="*/ 3916 h 4213"/>
                  <a:gd name="connsiteX95-42573" fmla="*/ 1270 w 2254"/>
                  <a:gd name="connsiteY95-42574" fmla="*/ 3808 h 4213"/>
                  <a:gd name="connsiteX96-42575" fmla="*/ 1294 w 2254"/>
                  <a:gd name="connsiteY96-42576" fmla="*/ 4064 h 4213"/>
                  <a:gd name="connsiteX97-42577" fmla="*/ 1303 w 2254"/>
                  <a:gd name="connsiteY97-42578" fmla="*/ 4192 h 4213"/>
                  <a:gd name="connsiteX98-42579" fmla="*/ 1041 w 2254"/>
                  <a:gd name="connsiteY98-42580" fmla="*/ 4166 h 4213"/>
                  <a:gd name="connsiteX99-42581" fmla="*/ 959 w 2254"/>
                  <a:gd name="connsiteY99-42582" fmla="*/ 3987 h 4213"/>
                  <a:gd name="connsiteX100-42583" fmla="*/ 877 w 2254"/>
                  <a:gd name="connsiteY100-42584" fmla="*/ 3802 h 4213"/>
                  <a:gd name="connsiteX101-42585" fmla="*/ 798 w 2254"/>
                  <a:gd name="connsiteY101-42586" fmla="*/ 3734 h 4213"/>
                  <a:gd name="connsiteX0-42587" fmla="*/ 798 w 2254"/>
                  <a:gd name="connsiteY0-42588" fmla="*/ 3734 h 4213"/>
                  <a:gd name="connsiteX1-42589" fmla="*/ 679 w 2254"/>
                  <a:gd name="connsiteY1-42590" fmla="*/ 3800 h 4213"/>
                  <a:gd name="connsiteX2-42591" fmla="*/ 695 w 2254"/>
                  <a:gd name="connsiteY2-42592" fmla="*/ 3662 h 4213"/>
                  <a:gd name="connsiteX3-42593" fmla="*/ 633 w 2254"/>
                  <a:gd name="connsiteY3-42594" fmla="*/ 3500 h 4213"/>
                  <a:gd name="connsiteX4-42595" fmla="*/ 742 w 2254"/>
                  <a:gd name="connsiteY4-42596" fmla="*/ 3280 h 4213"/>
                  <a:gd name="connsiteX5-42597" fmla="*/ 932 w 2254"/>
                  <a:gd name="connsiteY5-42598" fmla="*/ 3195 h 4213"/>
                  <a:gd name="connsiteX6-42599" fmla="*/ 1045 w 2254"/>
                  <a:gd name="connsiteY6-42600" fmla="*/ 3058 h 4213"/>
                  <a:gd name="connsiteX7-42601" fmla="*/ 1112 w 2254"/>
                  <a:gd name="connsiteY7-42602" fmla="*/ 2878 h 4213"/>
                  <a:gd name="connsiteX8-42603" fmla="*/ 1068 w 2254"/>
                  <a:gd name="connsiteY8-42604" fmla="*/ 2333 h 4213"/>
                  <a:gd name="connsiteX9-42605" fmla="*/ 1066 w 2254"/>
                  <a:gd name="connsiteY9-42606" fmla="*/ 2117 h 4213"/>
                  <a:gd name="connsiteX10-42607" fmla="*/ 990 w 2254"/>
                  <a:gd name="connsiteY10-42608" fmla="*/ 2039 h 4213"/>
                  <a:gd name="connsiteX11-42609" fmla="*/ 847 w 2254"/>
                  <a:gd name="connsiteY11-42610" fmla="*/ 1951 h 4213"/>
                  <a:gd name="connsiteX12-42611" fmla="*/ 755 w 2254"/>
                  <a:gd name="connsiteY12-42612" fmla="*/ 1827 h 4213"/>
                  <a:gd name="connsiteX13-42613" fmla="*/ 659 w 2254"/>
                  <a:gd name="connsiteY13-42614" fmla="*/ 1828 h 4213"/>
                  <a:gd name="connsiteX14-42615" fmla="*/ 614 w 2254"/>
                  <a:gd name="connsiteY14-42616" fmla="*/ 1883 h 4213"/>
                  <a:gd name="connsiteX15-42617" fmla="*/ 521 w 2254"/>
                  <a:gd name="connsiteY15-42618" fmla="*/ 1877 h 4213"/>
                  <a:gd name="connsiteX16-42619" fmla="*/ 501 w 2254"/>
                  <a:gd name="connsiteY16-42620" fmla="*/ 1994 h 4213"/>
                  <a:gd name="connsiteX17-42621" fmla="*/ 320 w 2254"/>
                  <a:gd name="connsiteY17-42622" fmla="*/ 1941 h 4213"/>
                  <a:gd name="connsiteX18-42623" fmla="*/ 237 w 2254"/>
                  <a:gd name="connsiteY18-42624" fmla="*/ 1939 h 4213"/>
                  <a:gd name="connsiteX19-42625" fmla="*/ 112 w 2254"/>
                  <a:gd name="connsiteY19-42626" fmla="*/ 2014 h 4213"/>
                  <a:gd name="connsiteX20-42627" fmla="*/ 0 w 2254"/>
                  <a:gd name="connsiteY20-42628" fmla="*/ 1890 h 4213"/>
                  <a:gd name="connsiteX21-42629" fmla="*/ 94 w 2254"/>
                  <a:gd name="connsiteY21-42630" fmla="*/ 1804 h 4213"/>
                  <a:gd name="connsiteX22-42631" fmla="*/ 98 w 2254"/>
                  <a:gd name="connsiteY22-42632" fmla="*/ 1634 h 4213"/>
                  <a:gd name="connsiteX23-42633" fmla="*/ 153 w 2254"/>
                  <a:gd name="connsiteY23-42634" fmla="*/ 1514 h 4213"/>
                  <a:gd name="connsiteX24-42635" fmla="*/ 196 w 2254"/>
                  <a:gd name="connsiteY24-42636" fmla="*/ 1306 h 4213"/>
                  <a:gd name="connsiteX25-42637" fmla="*/ 256 w 2254"/>
                  <a:gd name="connsiteY25-42638" fmla="*/ 1307 h 4213"/>
                  <a:gd name="connsiteX26-42639" fmla="*/ 579 w 2254"/>
                  <a:gd name="connsiteY26-42640" fmla="*/ 1286 h 4213"/>
                  <a:gd name="connsiteX27-42641" fmla="*/ 753 w 2254"/>
                  <a:gd name="connsiteY27-42642" fmla="*/ 1117 h 4213"/>
                  <a:gd name="connsiteX28-42643" fmla="*/ 822 w 2254"/>
                  <a:gd name="connsiteY28-42644" fmla="*/ 748 h 4213"/>
                  <a:gd name="connsiteX29-42645" fmla="*/ 932 w 2254"/>
                  <a:gd name="connsiteY29-42646" fmla="*/ 486 h 4213"/>
                  <a:gd name="connsiteX30-42647" fmla="*/ 930 w 2254"/>
                  <a:gd name="connsiteY30-42648" fmla="*/ 358 h 4213"/>
                  <a:gd name="connsiteX31-42649" fmla="*/ 917 w 2254"/>
                  <a:gd name="connsiteY31-42650" fmla="*/ 328 h 4213"/>
                  <a:gd name="connsiteX32-42651" fmla="*/ 850 w 2254"/>
                  <a:gd name="connsiteY32-42652" fmla="*/ 251 h 4213"/>
                  <a:gd name="connsiteX33-42653" fmla="*/ 790 w 2254"/>
                  <a:gd name="connsiteY33-42654" fmla="*/ 217 h 4213"/>
                  <a:gd name="connsiteX34-42655" fmla="*/ 915 w 2254"/>
                  <a:gd name="connsiteY34-42656" fmla="*/ 56 h 4213"/>
                  <a:gd name="connsiteX35-42657" fmla="*/ 1088 w 2254"/>
                  <a:gd name="connsiteY35-42658" fmla="*/ 2 h 4213"/>
                  <a:gd name="connsiteX36-42659" fmla="*/ 1120 w 2254"/>
                  <a:gd name="connsiteY36-42660" fmla="*/ 49 h 4213"/>
                  <a:gd name="connsiteX37-42661" fmla="*/ 1110 w 2254"/>
                  <a:gd name="connsiteY37-42662" fmla="*/ 133 h 4213"/>
                  <a:gd name="connsiteX38-42663" fmla="*/ 1049 w 2254"/>
                  <a:gd name="connsiteY38-42664" fmla="*/ 243 h 4213"/>
                  <a:gd name="connsiteX39-42665" fmla="*/ 1119 w 2254"/>
                  <a:gd name="connsiteY39-42666" fmla="*/ 301 h 4213"/>
                  <a:gd name="connsiteX40-42667" fmla="*/ 1233 w 2254"/>
                  <a:gd name="connsiteY40-42668" fmla="*/ 366 h 4213"/>
                  <a:gd name="connsiteX41-42669" fmla="*/ 1253 w 2254"/>
                  <a:gd name="connsiteY41-42670" fmla="*/ 255 h 4213"/>
                  <a:gd name="connsiteX42-42671" fmla="*/ 1387 w 2254"/>
                  <a:gd name="connsiteY42-42672" fmla="*/ 291 h 4213"/>
                  <a:gd name="connsiteX43-42673" fmla="*/ 1412 w 2254"/>
                  <a:gd name="connsiteY43-42674" fmla="*/ 331 h 4213"/>
                  <a:gd name="connsiteX44-42675" fmla="*/ 1488 w 2254"/>
                  <a:gd name="connsiteY44-42676" fmla="*/ 562 h 4213"/>
                  <a:gd name="connsiteX45-42677" fmla="*/ 1523 w 2254"/>
                  <a:gd name="connsiteY45-42678" fmla="*/ 586 h 4213"/>
                  <a:gd name="connsiteX46-42679" fmla="*/ 1615 w 2254"/>
                  <a:gd name="connsiteY46-42680" fmla="*/ 578 h 4213"/>
                  <a:gd name="connsiteX47-42681" fmla="*/ 1875 w 2254"/>
                  <a:gd name="connsiteY47-42682" fmla="*/ 490 h 4213"/>
                  <a:gd name="connsiteX48-42683" fmla="*/ 2095 w 2254"/>
                  <a:gd name="connsiteY48-42684" fmla="*/ 479 h 4213"/>
                  <a:gd name="connsiteX49-42685" fmla="*/ 2155 w 2254"/>
                  <a:gd name="connsiteY49-42686" fmla="*/ 648 h 4213"/>
                  <a:gd name="connsiteX50-42687" fmla="*/ 2073 w 2254"/>
                  <a:gd name="connsiteY50-42688" fmla="*/ 944 h 4213"/>
                  <a:gd name="connsiteX51-42689" fmla="*/ 2073 w 2254"/>
                  <a:gd name="connsiteY51-42690" fmla="*/ 1022 h 4213"/>
                  <a:gd name="connsiteX52-42691" fmla="*/ 2142 w 2254"/>
                  <a:gd name="connsiteY52-42692" fmla="*/ 1168 h 4213"/>
                  <a:gd name="connsiteX53-42693" fmla="*/ 2157 w 2254"/>
                  <a:gd name="connsiteY53-42694" fmla="*/ 1427 h 4213"/>
                  <a:gd name="connsiteX54-42695" fmla="*/ 2159 w 2254"/>
                  <a:gd name="connsiteY54-42696" fmla="*/ 1617 h 4213"/>
                  <a:gd name="connsiteX55-42697" fmla="*/ 2092 w 2254"/>
                  <a:gd name="connsiteY55-42698" fmla="*/ 1625 h 4213"/>
                  <a:gd name="connsiteX56-42699" fmla="*/ 2070 w 2254"/>
                  <a:gd name="connsiteY56-42700" fmla="*/ 1507 h 4213"/>
                  <a:gd name="connsiteX57-42701" fmla="*/ 2035 w 2254"/>
                  <a:gd name="connsiteY57-42702" fmla="*/ 1450 h 4213"/>
                  <a:gd name="connsiteX58-42703" fmla="*/ 1945 w 2254"/>
                  <a:gd name="connsiteY58-42704" fmla="*/ 1582 h 4213"/>
                  <a:gd name="connsiteX59-42705" fmla="*/ 1832 w 2254"/>
                  <a:gd name="connsiteY59-42706" fmla="*/ 1776 h 4213"/>
                  <a:gd name="connsiteX60-42707" fmla="*/ 1713 w 2254"/>
                  <a:gd name="connsiteY60-42708" fmla="*/ 1904 h 4213"/>
                  <a:gd name="connsiteX61-42709" fmla="*/ 1706 w 2254"/>
                  <a:gd name="connsiteY61-42710" fmla="*/ 2018 h 4213"/>
                  <a:gd name="connsiteX62-42711" fmla="*/ 1766 w 2254"/>
                  <a:gd name="connsiteY62-42712" fmla="*/ 2115 h 4213"/>
                  <a:gd name="connsiteX63-42713" fmla="*/ 1868 w 2254"/>
                  <a:gd name="connsiteY63-42714" fmla="*/ 2183 h 4213"/>
                  <a:gd name="connsiteX64-42715" fmla="*/ 1945 w 2254"/>
                  <a:gd name="connsiteY64-42716" fmla="*/ 2178 h 4213"/>
                  <a:gd name="connsiteX65-42717" fmla="*/ 1990 w 2254"/>
                  <a:gd name="connsiteY65-42718" fmla="*/ 2104 h 4213"/>
                  <a:gd name="connsiteX66-42719" fmla="*/ 2024 w 2254"/>
                  <a:gd name="connsiteY66-42720" fmla="*/ 2210 h 4213"/>
                  <a:gd name="connsiteX67-42721" fmla="*/ 1912 w 2254"/>
                  <a:gd name="connsiteY67-42722" fmla="*/ 2249 h 4213"/>
                  <a:gd name="connsiteX68-42723" fmla="*/ 1959 w 2254"/>
                  <a:gd name="connsiteY68-42724" fmla="*/ 2362 h 4213"/>
                  <a:gd name="connsiteX69-42725" fmla="*/ 1824 w 2254"/>
                  <a:gd name="connsiteY69-42726" fmla="*/ 2509 h 4213"/>
                  <a:gd name="connsiteX70-42727" fmla="*/ 1783 w 2254"/>
                  <a:gd name="connsiteY70-42728" fmla="*/ 2498 h 4213"/>
                  <a:gd name="connsiteX71-42729" fmla="*/ 1659 w 2254"/>
                  <a:gd name="connsiteY71-42730" fmla="*/ 2413 h 4213"/>
                  <a:gd name="connsiteX72-42731" fmla="*/ 1604 w 2254"/>
                  <a:gd name="connsiteY72-42732" fmla="*/ 2412 h 4213"/>
                  <a:gd name="connsiteX73-42733" fmla="*/ 1569 w 2254"/>
                  <a:gd name="connsiteY73-42734" fmla="*/ 2480 h 4213"/>
                  <a:gd name="connsiteX74-42735" fmla="*/ 1572 w 2254"/>
                  <a:gd name="connsiteY74-42736" fmla="*/ 2562 h 4213"/>
                  <a:gd name="connsiteX75-42737" fmla="*/ 1750 w 2254"/>
                  <a:gd name="connsiteY75-42738" fmla="*/ 2730 h 4213"/>
                  <a:gd name="connsiteX76-42739" fmla="*/ 1749 w 2254"/>
                  <a:gd name="connsiteY76-42740" fmla="*/ 2844 h 4213"/>
                  <a:gd name="connsiteX77-42741" fmla="*/ 1840 w 2254"/>
                  <a:gd name="connsiteY77-42742" fmla="*/ 3060 h 4213"/>
                  <a:gd name="connsiteX78-42743" fmla="*/ 1866 w 2254"/>
                  <a:gd name="connsiteY78-42744" fmla="*/ 3090 h 4213"/>
                  <a:gd name="connsiteX79-42745" fmla="*/ 1910 w 2254"/>
                  <a:gd name="connsiteY79-42746" fmla="*/ 3094 h 4213"/>
                  <a:gd name="connsiteX80-42747" fmla="*/ 1956 w 2254"/>
                  <a:gd name="connsiteY80-42748" fmla="*/ 3010 h 4213"/>
                  <a:gd name="connsiteX81-42749" fmla="*/ 2036 w 2254"/>
                  <a:gd name="connsiteY81-42750" fmla="*/ 2950 h 4213"/>
                  <a:gd name="connsiteX82-42751" fmla="*/ 2131 w 2254"/>
                  <a:gd name="connsiteY82-42752" fmla="*/ 3126 h 4213"/>
                  <a:gd name="connsiteX83-42753" fmla="*/ 2241 w 2254"/>
                  <a:gd name="connsiteY83-42754" fmla="*/ 3312 h 4213"/>
                  <a:gd name="connsiteX84-42755" fmla="*/ 2254 w 2254"/>
                  <a:gd name="connsiteY84-42756" fmla="*/ 3342 h 4213"/>
                  <a:gd name="connsiteX85-42757" fmla="*/ 2243 w 2254"/>
                  <a:gd name="connsiteY85-42758" fmla="*/ 3518 h 4213"/>
                  <a:gd name="connsiteX86-42759" fmla="*/ 2208 w 2254"/>
                  <a:gd name="connsiteY86-42760" fmla="*/ 3554 h 4213"/>
                  <a:gd name="connsiteX87-42761" fmla="*/ 2119 w 2254"/>
                  <a:gd name="connsiteY87-42762" fmla="*/ 3515 h 4213"/>
                  <a:gd name="connsiteX88-42763" fmla="*/ 1885 w 2254"/>
                  <a:gd name="connsiteY88-42764" fmla="*/ 3644 h 4213"/>
                  <a:gd name="connsiteX89-42765" fmla="*/ 1859 w 2254"/>
                  <a:gd name="connsiteY89-42766" fmla="*/ 3666 h 4213"/>
                  <a:gd name="connsiteX90-42767" fmla="*/ 1679 w 2254"/>
                  <a:gd name="connsiteY90-42768" fmla="*/ 3812 h 4213"/>
                  <a:gd name="connsiteX91-42769" fmla="*/ 1538 w 2254"/>
                  <a:gd name="connsiteY91-42770" fmla="*/ 3926 h 4213"/>
                  <a:gd name="connsiteX92-42771" fmla="*/ 1503 w 2254"/>
                  <a:gd name="connsiteY92-42772" fmla="*/ 3965 h 4213"/>
                  <a:gd name="connsiteX93-42773" fmla="*/ 1451 w 2254"/>
                  <a:gd name="connsiteY93-42774" fmla="*/ 3973 h 4213"/>
                  <a:gd name="connsiteX94-42775" fmla="*/ 1394 w 2254"/>
                  <a:gd name="connsiteY94-42776" fmla="*/ 3916 h 4213"/>
                  <a:gd name="connsiteX95-42777" fmla="*/ 1270 w 2254"/>
                  <a:gd name="connsiteY95-42778" fmla="*/ 3808 h 4213"/>
                  <a:gd name="connsiteX96-42779" fmla="*/ 1294 w 2254"/>
                  <a:gd name="connsiteY96-42780" fmla="*/ 4064 h 4213"/>
                  <a:gd name="connsiteX97-42781" fmla="*/ 1303 w 2254"/>
                  <a:gd name="connsiteY97-42782" fmla="*/ 4192 h 4213"/>
                  <a:gd name="connsiteX98-42783" fmla="*/ 1041 w 2254"/>
                  <a:gd name="connsiteY98-42784" fmla="*/ 4166 h 4213"/>
                  <a:gd name="connsiteX99-42785" fmla="*/ 959 w 2254"/>
                  <a:gd name="connsiteY99-42786" fmla="*/ 3987 h 4213"/>
                  <a:gd name="connsiteX100-42787" fmla="*/ 877 w 2254"/>
                  <a:gd name="connsiteY100-42788" fmla="*/ 3802 h 4213"/>
                  <a:gd name="connsiteX101-42789" fmla="*/ 798 w 2254"/>
                  <a:gd name="connsiteY101-42790" fmla="*/ 3734 h 4213"/>
                  <a:gd name="connsiteX0-42791" fmla="*/ 798 w 2254"/>
                  <a:gd name="connsiteY0-42792" fmla="*/ 3734 h 4213"/>
                  <a:gd name="connsiteX1-42793" fmla="*/ 679 w 2254"/>
                  <a:gd name="connsiteY1-42794" fmla="*/ 3800 h 4213"/>
                  <a:gd name="connsiteX2-42795" fmla="*/ 695 w 2254"/>
                  <a:gd name="connsiteY2-42796" fmla="*/ 3662 h 4213"/>
                  <a:gd name="connsiteX3-42797" fmla="*/ 633 w 2254"/>
                  <a:gd name="connsiteY3-42798" fmla="*/ 3500 h 4213"/>
                  <a:gd name="connsiteX4-42799" fmla="*/ 742 w 2254"/>
                  <a:gd name="connsiteY4-42800" fmla="*/ 3280 h 4213"/>
                  <a:gd name="connsiteX5-42801" fmla="*/ 932 w 2254"/>
                  <a:gd name="connsiteY5-42802" fmla="*/ 3195 h 4213"/>
                  <a:gd name="connsiteX6-42803" fmla="*/ 1045 w 2254"/>
                  <a:gd name="connsiteY6-42804" fmla="*/ 3058 h 4213"/>
                  <a:gd name="connsiteX7-42805" fmla="*/ 1112 w 2254"/>
                  <a:gd name="connsiteY7-42806" fmla="*/ 2878 h 4213"/>
                  <a:gd name="connsiteX8-42807" fmla="*/ 1068 w 2254"/>
                  <a:gd name="connsiteY8-42808" fmla="*/ 2333 h 4213"/>
                  <a:gd name="connsiteX9-42809" fmla="*/ 1066 w 2254"/>
                  <a:gd name="connsiteY9-42810" fmla="*/ 2117 h 4213"/>
                  <a:gd name="connsiteX10-42811" fmla="*/ 990 w 2254"/>
                  <a:gd name="connsiteY10-42812" fmla="*/ 2039 h 4213"/>
                  <a:gd name="connsiteX11-42813" fmla="*/ 847 w 2254"/>
                  <a:gd name="connsiteY11-42814" fmla="*/ 1951 h 4213"/>
                  <a:gd name="connsiteX12-42815" fmla="*/ 755 w 2254"/>
                  <a:gd name="connsiteY12-42816" fmla="*/ 1827 h 4213"/>
                  <a:gd name="connsiteX13-42817" fmla="*/ 659 w 2254"/>
                  <a:gd name="connsiteY13-42818" fmla="*/ 1828 h 4213"/>
                  <a:gd name="connsiteX14-42819" fmla="*/ 614 w 2254"/>
                  <a:gd name="connsiteY14-42820" fmla="*/ 1883 h 4213"/>
                  <a:gd name="connsiteX15-42821" fmla="*/ 521 w 2254"/>
                  <a:gd name="connsiteY15-42822" fmla="*/ 1877 h 4213"/>
                  <a:gd name="connsiteX16-42823" fmla="*/ 501 w 2254"/>
                  <a:gd name="connsiteY16-42824" fmla="*/ 1994 h 4213"/>
                  <a:gd name="connsiteX17-42825" fmla="*/ 320 w 2254"/>
                  <a:gd name="connsiteY17-42826" fmla="*/ 1941 h 4213"/>
                  <a:gd name="connsiteX18-42827" fmla="*/ 237 w 2254"/>
                  <a:gd name="connsiteY18-42828" fmla="*/ 1939 h 4213"/>
                  <a:gd name="connsiteX19-42829" fmla="*/ 112 w 2254"/>
                  <a:gd name="connsiteY19-42830" fmla="*/ 2014 h 4213"/>
                  <a:gd name="connsiteX20-42831" fmla="*/ 0 w 2254"/>
                  <a:gd name="connsiteY20-42832" fmla="*/ 1890 h 4213"/>
                  <a:gd name="connsiteX21-42833" fmla="*/ 94 w 2254"/>
                  <a:gd name="connsiteY21-42834" fmla="*/ 1804 h 4213"/>
                  <a:gd name="connsiteX22-42835" fmla="*/ 98 w 2254"/>
                  <a:gd name="connsiteY22-42836" fmla="*/ 1634 h 4213"/>
                  <a:gd name="connsiteX23-42837" fmla="*/ 153 w 2254"/>
                  <a:gd name="connsiteY23-42838" fmla="*/ 1514 h 4213"/>
                  <a:gd name="connsiteX24-42839" fmla="*/ 196 w 2254"/>
                  <a:gd name="connsiteY24-42840" fmla="*/ 1306 h 4213"/>
                  <a:gd name="connsiteX25-42841" fmla="*/ 256 w 2254"/>
                  <a:gd name="connsiteY25-42842" fmla="*/ 1307 h 4213"/>
                  <a:gd name="connsiteX26-42843" fmla="*/ 579 w 2254"/>
                  <a:gd name="connsiteY26-42844" fmla="*/ 1286 h 4213"/>
                  <a:gd name="connsiteX27-42845" fmla="*/ 753 w 2254"/>
                  <a:gd name="connsiteY27-42846" fmla="*/ 1117 h 4213"/>
                  <a:gd name="connsiteX28-42847" fmla="*/ 822 w 2254"/>
                  <a:gd name="connsiteY28-42848" fmla="*/ 748 h 4213"/>
                  <a:gd name="connsiteX29-42849" fmla="*/ 932 w 2254"/>
                  <a:gd name="connsiteY29-42850" fmla="*/ 486 h 4213"/>
                  <a:gd name="connsiteX30-42851" fmla="*/ 930 w 2254"/>
                  <a:gd name="connsiteY30-42852" fmla="*/ 358 h 4213"/>
                  <a:gd name="connsiteX31-42853" fmla="*/ 917 w 2254"/>
                  <a:gd name="connsiteY31-42854" fmla="*/ 328 h 4213"/>
                  <a:gd name="connsiteX32-42855" fmla="*/ 850 w 2254"/>
                  <a:gd name="connsiteY32-42856" fmla="*/ 251 h 4213"/>
                  <a:gd name="connsiteX33-42857" fmla="*/ 790 w 2254"/>
                  <a:gd name="connsiteY33-42858" fmla="*/ 217 h 4213"/>
                  <a:gd name="connsiteX34-42859" fmla="*/ 915 w 2254"/>
                  <a:gd name="connsiteY34-42860" fmla="*/ 56 h 4213"/>
                  <a:gd name="connsiteX35-42861" fmla="*/ 1088 w 2254"/>
                  <a:gd name="connsiteY35-42862" fmla="*/ 2 h 4213"/>
                  <a:gd name="connsiteX36-42863" fmla="*/ 1120 w 2254"/>
                  <a:gd name="connsiteY36-42864" fmla="*/ 49 h 4213"/>
                  <a:gd name="connsiteX37-42865" fmla="*/ 1110 w 2254"/>
                  <a:gd name="connsiteY37-42866" fmla="*/ 133 h 4213"/>
                  <a:gd name="connsiteX38-42867" fmla="*/ 1049 w 2254"/>
                  <a:gd name="connsiteY38-42868" fmla="*/ 243 h 4213"/>
                  <a:gd name="connsiteX39-42869" fmla="*/ 1119 w 2254"/>
                  <a:gd name="connsiteY39-42870" fmla="*/ 301 h 4213"/>
                  <a:gd name="connsiteX40-42871" fmla="*/ 1233 w 2254"/>
                  <a:gd name="connsiteY40-42872" fmla="*/ 366 h 4213"/>
                  <a:gd name="connsiteX41-42873" fmla="*/ 1253 w 2254"/>
                  <a:gd name="connsiteY41-42874" fmla="*/ 255 h 4213"/>
                  <a:gd name="connsiteX42-42875" fmla="*/ 1387 w 2254"/>
                  <a:gd name="connsiteY42-42876" fmla="*/ 291 h 4213"/>
                  <a:gd name="connsiteX43-42877" fmla="*/ 1412 w 2254"/>
                  <a:gd name="connsiteY43-42878" fmla="*/ 331 h 4213"/>
                  <a:gd name="connsiteX44-42879" fmla="*/ 1488 w 2254"/>
                  <a:gd name="connsiteY44-42880" fmla="*/ 562 h 4213"/>
                  <a:gd name="connsiteX45-42881" fmla="*/ 1523 w 2254"/>
                  <a:gd name="connsiteY45-42882" fmla="*/ 586 h 4213"/>
                  <a:gd name="connsiteX46-42883" fmla="*/ 1615 w 2254"/>
                  <a:gd name="connsiteY46-42884" fmla="*/ 578 h 4213"/>
                  <a:gd name="connsiteX47-42885" fmla="*/ 1875 w 2254"/>
                  <a:gd name="connsiteY47-42886" fmla="*/ 490 h 4213"/>
                  <a:gd name="connsiteX48-42887" fmla="*/ 2095 w 2254"/>
                  <a:gd name="connsiteY48-42888" fmla="*/ 479 h 4213"/>
                  <a:gd name="connsiteX49-42889" fmla="*/ 2155 w 2254"/>
                  <a:gd name="connsiteY49-42890" fmla="*/ 648 h 4213"/>
                  <a:gd name="connsiteX50-42891" fmla="*/ 2073 w 2254"/>
                  <a:gd name="connsiteY50-42892" fmla="*/ 944 h 4213"/>
                  <a:gd name="connsiteX51-42893" fmla="*/ 2073 w 2254"/>
                  <a:gd name="connsiteY51-42894" fmla="*/ 1022 h 4213"/>
                  <a:gd name="connsiteX52-42895" fmla="*/ 2142 w 2254"/>
                  <a:gd name="connsiteY52-42896" fmla="*/ 1168 h 4213"/>
                  <a:gd name="connsiteX53-42897" fmla="*/ 2157 w 2254"/>
                  <a:gd name="connsiteY53-42898" fmla="*/ 1427 h 4213"/>
                  <a:gd name="connsiteX54-42899" fmla="*/ 2159 w 2254"/>
                  <a:gd name="connsiteY54-42900" fmla="*/ 1617 h 4213"/>
                  <a:gd name="connsiteX55-42901" fmla="*/ 2092 w 2254"/>
                  <a:gd name="connsiteY55-42902" fmla="*/ 1625 h 4213"/>
                  <a:gd name="connsiteX56-42903" fmla="*/ 2070 w 2254"/>
                  <a:gd name="connsiteY56-42904" fmla="*/ 1507 h 4213"/>
                  <a:gd name="connsiteX57-42905" fmla="*/ 2035 w 2254"/>
                  <a:gd name="connsiteY57-42906" fmla="*/ 1450 h 4213"/>
                  <a:gd name="connsiteX58-42907" fmla="*/ 1945 w 2254"/>
                  <a:gd name="connsiteY58-42908" fmla="*/ 1582 h 4213"/>
                  <a:gd name="connsiteX59-42909" fmla="*/ 1832 w 2254"/>
                  <a:gd name="connsiteY59-42910" fmla="*/ 1776 h 4213"/>
                  <a:gd name="connsiteX60-42911" fmla="*/ 1713 w 2254"/>
                  <a:gd name="connsiteY60-42912" fmla="*/ 1904 h 4213"/>
                  <a:gd name="connsiteX61-42913" fmla="*/ 1706 w 2254"/>
                  <a:gd name="connsiteY61-42914" fmla="*/ 2018 h 4213"/>
                  <a:gd name="connsiteX62-42915" fmla="*/ 1766 w 2254"/>
                  <a:gd name="connsiteY62-42916" fmla="*/ 2115 h 4213"/>
                  <a:gd name="connsiteX63-42917" fmla="*/ 1868 w 2254"/>
                  <a:gd name="connsiteY63-42918" fmla="*/ 2183 h 4213"/>
                  <a:gd name="connsiteX64-42919" fmla="*/ 1945 w 2254"/>
                  <a:gd name="connsiteY64-42920" fmla="*/ 2178 h 4213"/>
                  <a:gd name="connsiteX65-42921" fmla="*/ 1990 w 2254"/>
                  <a:gd name="connsiteY65-42922" fmla="*/ 2104 h 4213"/>
                  <a:gd name="connsiteX66-42923" fmla="*/ 2024 w 2254"/>
                  <a:gd name="connsiteY66-42924" fmla="*/ 2210 h 4213"/>
                  <a:gd name="connsiteX67-42925" fmla="*/ 1912 w 2254"/>
                  <a:gd name="connsiteY67-42926" fmla="*/ 2249 h 4213"/>
                  <a:gd name="connsiteX68-42927" fmla="*/ 1959 w 2254"/>
                  <a:gd name="connsiteY68-42928" fmla="*/ 2362 h 4213"/>
                  <a:gd name="connsiteX69-42929" fmla="*/ 1824 w 2254"/>
                  <a:gd name="connsiteY69-42930" fmla="*/ 2509 h 4213"/>
                  <a:gd name="connsiteX70-42931" fmla="*/ 1783 w 2254"/>
                  <a:gd name="connsiteY70-42932" fmla="*/ 2498 h 4213"/>
                  <a:gd name="connsiteX71-42933" fmla="*/ 1659 w 2254"/>
                  <a:gd name="connsiteY71-42934" fmla="*/ 2413 h 4213"/>
                  <a:gd name="connsiteX72-42935" fmla="*/ 1604 w 2254"/>
                  <a:gd name="connsiteY72-42936" fmla="*/ 2412 h 4213"/>
                  <a:gd name="connsiteX73-42937" fmla="*/ 1569 w 2254"/>
                  <a:gd name="connsiteY73-42938" fmla="*/ 2480 h 4213"/>
                  <a:gd name="connsiteX74-42939" fmla="*/ 1572 w 2254"/>
                  <a:gd name="connsiteY74-42940" fmla="*/ 2562 h 4213"/>
                  <a:gd name="connsiteX75-42941" fmla="*/ 1750 w 2254"/>
                  <a:gd name="connsiteY75-42942" fmla="*/ 2730 h 4213"/>
                  <a:gd name="connsiteX76-42943" fmla="*/ 1749 w 2254"/>
                  <a:gd name="connsiteY76-42944" fmla="*/ 2844 h 4213"/>
                  <a:gd name="connsiteX77-42945" fmla="*/ 1840 w 2254"/>
                  <a:gd name="connsiteY77-42946" fmla="*/ 3060 h 4213"/>
                  <a:gd name="connsiteX78-42947" fmla="*/ 1866 w 2254"/>
                  <a:gd name="connsiteY78-42948" fmla="*/ 3090 h 4213"/>
                  <a:gd name="connsiteX79-42949" fmla="*/ 1910 w 2254"/>
                  <a:gd name="connsiteY79-42950" fmla="*/ 3094 h 4213"/>
                  <a:gd name="connsiteX80-42951" fmla="*/ 1956 w 2254"/>
                  <a:gd name="connsiteY80-42952" fmla="*/ 3010 h 4213"/>
                  <a:gd name="connsiteX81-42953" fmla="*/ 2036 w 2254"/>
                  <a:gd name="connsiteY81-42954" fmla="*/ 2950 h 4213"/>
                  <a:gd name="connsiteX82-42955" fmla="*/ 2131 w 2254"/>
                  <a:gd name="connsiteY82-42956" fmla="*/ 3126 h 4213"/>
                  <a:gd name="connsiteX83-42957" fmla="*/ 2241 w 2254"/>
                  <a:gd name="connsiteY83-42958" fmla="*/ 3312 h 4213"/>
                  <a:gd name="connsiteX84-42959" fmla="*/ 2254 w 2254"/>
                  <a:gd name="connsiteY84-42960" fmla="*/ 3342 h 4213"/>
                  <a:gd name="connsiteX85-42961" fmla="*/ 2243 w 2254"/>
                  <a:gd name="connsiteY85-42962" fmla="*/ 3518 h 4213"/>
                  <a:gd name="connsiteX86-42963" fmla="*/ 2208 w 2254"/>
                  <a:gd name="connsiteY86-42964" fmla="*/ 3554 h 4213"/>
                  <a:gd name="connsiteX87-42965" fmla="*/ 2119 w 2254"/>
                  <a:gd name="connsiteY87-42966" fmla="*/ 3515 h 4213"/>
                  <a:gd name="connsiteX88-42967" fmla="*/ 1885 w 2254"/>
                  <a:gd name="connsiteY88-42968" fmla="*/ 3644 h 4213"/>
                  <a:gd name="connsiteX89-42969" fmla="*/ 1859 w 2254"/>
                  <a:gd name="connsiteY89-42970" fmla="*/ 3666 h 4213"/>
                  <a:gd name="connsiteX90-42971" fmla="*/ 1679 w 2254"/>
                  <a:gd name="connsiteY90-42972" fmla="*/ 3812 h 4213"/>
                  <a:gd name="connsiteX91-42973" fmla="*/ 1538 w 2254"/>
                  <a:gd name="connsiteY91-42974" fmla="*/ 3926 h 4213"/>
                  <a:gd name="connsiteX92-42975" fmla="*/ 1503 w 2254"/>
                  <a:gd name="connsiteY92-42976" fmla="*/ 3965 h 4213"/>
                  <a:gd name="connsiteX93-42977" fmla="*/ 1451 w 2254"/>
                  <a:gd name="connsiteY93-42978" fmla="*/ 3973 h 4213"/>
                  <a:gd name="connsiteX94-42979" fmla="*/ 1394 w 2254"/>
                  <a:gd name="connsiteY94-42980" fmla="*/ 3916 h 4213"/>
                  <a:gd name="connsiteX95-42981" fmla="*/ 1270 w 2254"/>
                  <a:gd name="connsiteY95-42982" fmla="*/ 3808 h 4213"/>
                  <a:gd name="connsiteX96-42983" fmla="*/ 1294 w 2254"/>
                  <a:gd name="connsiteY96-42984" fmla="*/ 4064 h 4213"/>
                  <a:gd name="connsiteX97-42985" fmla="*/ 1303 w 2254"/>
                  <a:gd name="connsiteY97-42986" fmla="*/ 4192 h 4213"/>
                  <a:gd name="connsiteX98-42987" fmla="*/ 1041 w 2254"/>
                  <a:gd name="connsiteY98-42988" fmla="*/ 4166 h 4213"/>
                  <a:gd name="connsiteX99-42989" fmla="*/ 959 w 2254"/>
                  <a:gd name="connsiteY99-42990" fmla="*/ 3987 h 4213"/>
                  <a:gd name="connsiteX100-42991" fmla="*/ 877 w 2254"/>
                  <a:gd name="connsiteY100-42992" fmla="*/ 3802 h 4213"/>
                  <a:gd name="connsiteX101-42993" fmla="*/ 798 w 2254"/>
                  <a:gd name="connsiteY101-42994" fmla="*/ 3734 h 4213"/>
                  <a:gd name="connsiteX0-42995" fmla="*/ 798 w 2254"/>
                  <a:gd name="connsiteY0-42996" fmla="*/ 3734 h 4213"/>
                  <a:gd name="connsiteX1-42997" fmla="*/ 679 w 2254"/>
                  <a:gd name="connsiteY1-42998" fmla="*/ 3800 h 4213"/>
                  <a:gd name="connsiteX2-42999" fmla="*/ 695 w 2254"/>
                  <a:gd name="connsiteY2-43000" fmla="*/ 3662 h 4213"/>
                  <a:gd name="connsiteX3-43001" fmla="*/ 633 w 2254"/>
                  <a:gd name="connsiteY3-43002" fmla="*/ 3500 h 4213"/>
                  <a:gd name="connsiteX4-43003" fmla="*/ 742 w 2254"/>
                  <a:gd name="connsiteY4-43004" fmla="*/ 3280 h 4213"/>
                  <a:gd name="connsiteX5-43005" fmla="*/ 932 w 2254"/>
                  <a:gd name="connsiteY5-43006" fmla="*/ 3195 h 4213"/>
                  <a:gd name="connsiteX6-43007" fmla="*/ 1045 w 2254"/>
                  <a:gd name="connsiteY6-43008" fmla="*/ 3058 h 4213"/>
                  <a:gd name="connsiteX7-43009" fmla="*/ 1112 w 2254"/>
                  <a:gd name="connsiteY7-43010" fmla="*/ 2878 h 4213"/>
                  <a:gd name="connsiteX8-43011" fmla="*/ 1068 w 2254"/>
                  <a:gd name="connsiteY8-43012" fmla="*/ 2333 h 4213"/>
                  <a:gd name="connsiteX9-43013" fmla="*/ 1066 w 2254"/>
                  <a:gd name="connsiteY9-43014" fmla="*/ 2117 h 4213"/>
                  <a:gd name="connsiteX10-43015" fmla="*/ 990 w 2254"/>
                  <a:gd name="connsiteY10-43016" fmla="*/ 2039 h 4213"/>
                  <a:gd name="connsiteX11-43017" fmla="*/ 847 w 2254"/>
                  <a:gd name="connsiteY11-43018" fmla="*/ 1951 h 4213"/>
                  <a:gd name="connsiteX12-43019" fmla="*/ 755 w 2254"/>
                  <a:gd name="connsiteY12-43020" fmla="*/ 1827 h 4213"/>
                  <a:gd name="connsiteX13-43021" fmla="*/ 659 w 2254"/>
                  <a:gd name="connsiteY13-43022" fmla="*/ 1828 h 4213"/>
                  <a:gd name="connsiteX14-43023" fmla="*/ 614 w 2254"/>
                  <a:gd name="connsiteY14-43024" fmla="*/ 1883 h 4213"/>
                  <a:gd name="connsiteX15-43025" fmla="*/ 521 w 2254"/>
                  <a:gd name="connsiteY15-43026" fmla="*/ 1877 h 4213"/>
                  <a:gd name="connsiteX16-43027" fmla="*/ 501 w 2254"/>
                  <a:gd name="connsiteY16-43028" fmla="*/ 1994 h 4213"/>
                  <a:gd name="connsiteX17-43029" fmla="*/ 320 w 2254"/>
                  <a:gd name="connsiteY17-43030" fmla="*/ 1941 h 4213"/>
                  <a:gd name="connsiteX18-43031" fmla="*/ 237 w 2254"/>
                  <a:gd name="connsiteY18-43032" fmla="*/ 1939 h 4213"/>
                  <a:gd name="connsiteX19-43033" fmla="*/ 112 w 2254"/>
                  <a:gd name="connsiteY19-43034" fmla="*/ 2014 h 4213"/>
                  <a:gd name="connsiteX20-43035" fmla="*/ 0 w 2254"/>
                  <a:gd name="connsiteY20-43036" fmla="*/ 1890 h 4213"/>
                  <a:gd name="connsiteX21-43037" fmla="*/ 94 w 2254"/>
                  <a:gd name="connsiteY21-43038" fmla="*/ 1804 h 4213"/>
                  <a:gd name="connsiteX22-43039" fmla="*/ 98 w 2254"/>
                  <a:gd name="connsiteY22-43040" fmla="*/ 1634 h 4213"/>
                  <a:gd name="connsiteX23-43041" fmla="*/ 153 w 2254"/>
                  <a:gd name="connsiteY23-43042" fmla="*/ 1514 h 4213"/>
                  <a:gd name="connsiteX24-43043" fmla="*/ 196 w 2254"/>
                  <a:gd name="connsiteY24-43044" fmla="*/ 1306 h 4213"/>
                  <a:gd name="connsiteX25-43045" fmla="*/ 256 w 2254"/>
                  <a:gd name="connsiteY25-43046" fmla="*/ 1307 h 4213"/>
                  <a:gd name="connsiteX26-43047" fmla="*/ 579 w 2254"/>
                  <a:gd name="connsiteY26-43048" fmla="*/ 1286 h 4213"/>
                  <a:gd name="connsiteX27-43049" fmla="*/ 753 w 2254"/>
                  <a:gd name="connsiteY27-43050" fmla="*/ 1117 h 4213"/>
                  <a:gd name="connsiteX28-43051" fmla="*/ 822 w 2254"/>
                  <a:gd name="connsiteY28-43052" fmla="*/ 748 h 4213"/>
                  <a:gd name="connsiteX29-43053" fmla="*/ 932 w 2254"/>
                  <a:gd name="connsiteY29-43054" fmla="*/ 486 h 4213"/>
                  <a:gd name="connsiteX30-43055" fmla="*/ 930 w 2254"/>
                  <a:gd name="connsiteY30-43056" fmla="*/ 358 h 4213"/>
                  <a:gd name="connsiteX31-43057" fmla="*/ 917 w 2254"/>
                  <a:gd name="connsiteY31-43058" fmla="*/ 328 h 4213"/>
                  <a:gd name="connsiteX32-43059" fmla="*/ 850 w 2254"/>
                  <a:gd name="connsiteY32-43060" fmla="*/ 251 h 4213"/>
                  <a:gd name="connsiteX33-43061" fmla="*/ 790 w 2254"/>
                  <a:gd name="connsiteY33-43062" fmla="*/ 217 h 4213"/>
                  <a:gd name="connsiteX34-43063" fmla="*/ 915 w 2254"/>
                  <a:gd name="connsiteY34-43064" fmla="*/ 56 h 4213"/>
                  <a:gd name="connsiteX35-43065" fmla="*/ 1088 w 2254"/>
                  <a:gd name="connsiteY35-43066" fmla="*/ 2 h 4213"/>
                  <a:gd name="connsiteX36-43067" fmla="*/ 1120 w 2254"/>
                  <a:gd name="connsiteY36-43068" fmla="*/ 49 h 4213"/>
                  <a:gd name="connsiteX37-43069" fmla="*/ 1110 w 2254"/>
                  <a:gd name="connsiteY37-43070" fmla="*/ 133 h 4213"/>
                  <a:gd name="connsiteX38-43071" fmla="*/ 1049 w 2254"/>
                  <a:gd name="connsiteY38-43072" fmla="*/ 243 h 4213"/>
                  <a:gd name="connsiteX39-43073" fmla="*/ 1119 w 2254"/>
                  <a:gd name="connsiteY39-43074" fmla="*/ 301 h 4213"/>
                  <a:gd name="connsiteX40-43075" fmla="*/ 1233 w 2254"/>
                  <a:gd name="connsiteY40-43076" fmla="*/ 366 h 4213"/>
                  <a:gd name="connsiteX41-43077" fmla="*/ 1253 w 2254"/>
                  <a:gd name="connsiteY41-43078" fmla="*/ 255 h 4213"/>
                  <a:gd name="connsiteX42-43079" fmla="*/ 1387 w 2254"/>
                  <a:gd name="connsiteY42-43080" fmla="*/ 291 h 4213"/>
                  <a:gd name="connsiteX43-43081" fmla="*/ 1412 w 2254"/>
                  <a:gd name="connsiteY43-43082" fmla="*/ 331 h 4213"/>
                  <a:gd name="connsiteX44-43083" fmla="*/ 1488 w 2254"/>
                  <a:gd name="connsiteY44-43084" fmla="*/ 562 h 4213"/>
                  <a:gd name="connsiteX45-43085" fmla="*/ 1523 w 2254"/>
                  <a:gd name="connsiteY45-43086" fmla="*/ 586 h 4213"/>
                  <a:gd name="connsiteX46-43087" fmla="*/ 1615 w 2254"/>
                  <a:gd name="connsiteY46-43088" fmla="*/ 578 h 4213"/>
                  <a:gd name="connsiteX47-43089" fmla="*/ 1875 w 2254"/>
                  <a:gd name="connsiteY47-43090" fmla="*/ 490 h 4213"/>
                  <a:gd name="connsiteX48-43091" fmla="*/ 2095 w 2254"/>
                  <a:gd name="connsiteY48-43092" fmla="*/ 479 h 4213"/>
                  <a:gd name="connsiteX49-43093" fmla="*/ 2155 w 2254"/>
                  <a:gd name="connsiteY49-43094" fmla="*/ 648 h 4213"/>
                  <a:gd name="connsiteX50-43095" fmla="*/ 2073 w 2254"/>
                  <a:gd name="connsiteY50-43096" fmla="*/ 944 h 4213"/>
                  <a:gd name="connsiteX51-43097" fmla="*/ 2073 w 2254"/>
                  <a:gd name="connsiteY51-43098" fmla="*/ 1022 h 4213"/>
                  <a:gd name="connsiteX52-43099" fmla="*/ 2142 w 2254"/>
                  <a:gd name="connsiteY52-43100" fmla="*/ 1168 h 4213"/>
                  <a:gd name="connsiteX53-43101" fmla="*/ 2157 w 2254"/>
                  <a:gd name="connsiteY53-43102" fmla="*/ 1427 h 4213"/>
                  <a:gd name="connsiteX54-43103" fmla="*/ 2159 w 2254"/>
                  <a:gd name="connsiteY54-43104" fmla="*/ 1617 h 4213"/>
                  <a:gd name="connsiteX55-43105" fmla="*/ 2092 w 2254"/>
                  <a:gd name="connsiteY55-43106" fmla="*/ 1625 h 4213"/>
                  <a:gd name="connsiteX56-43107" fmla="*/ 2070 w 2254"/>
                  <a:gd name="connsiteY56-43108" fmla="*/ 1507 h 4213"/>
                  <a:gd name="connsiteX57-43109" fmla="*/ 2035 w 2254"/>
                  <a:gd name="connsiteY57-43110" fmla="*/ 1450 h 4213"/>
                  <a:gd name="connsiteX58-43111" fmla="*/ 1945 w 2254"/>
                  <a:gd name="connsiteY58-43112" fmla="*/ 1582 h 4213"/>
                  <a:gd name="connsiteX59-43113" fmla="*/ 1832 w 2254"/>
                  <a:gd name="connsiteY59-43114" fmla="*/ 1776 h 4213"/>
                  <a:gd name="connsiteX60-43115" fmla="*/ 1713 w 2254"/>
                  <a:gd name="connsiteY60-43116" fmla="*/ 1904 h 4213"/>
                  <a:gd name="connsiteX61-43117" fmla="*/ 1706 w 2254"/>
                  <a:gd name="connsiteY61-43118" fmla="*/ 2018 h 4213"/>
                  <a:gd name="connsiteX62-43119" fmla="*/ 1766 w 2254"/>
                  <a:gd name="connsiteY62-43120" fmla="*/ 2115 h 4213"/>
                  <a:gd name="connsiteX63-43121" fmla="*/ 1868 w 2254"/>
                  <a:gd name="connsiteY63-43122" fmla="*/ 2183 h 4213"/>
                  <a:gd name="connsiteX64-43123" fmla="*/ 1945 w 2254"/>
                  <a:gd name="connsiteY64-43124" fmla="*/ 2178 h 4213"/>
                  <a:gd name="connsiteX65-43125" fmla="*/ 1990 w 2254"/>
                  <a:gd name="connsiteY65-43126" fmla="*/ 2104 h 4213"/>
                  <a:gd name="connsiteX66-43127" fmla="*/ 2024 w 2254"/>
                  <a:gd name="connsiteY66-43128" fmla="*/ 2210 h 4213"/>
                  <a:gd name="connsiteX67-43129" fmla="*/ 1912 w 2254"/>
                  <a:gd name="connsiteY67-43130" fmla="*/ 2249 h 4213"/>
                  <a:gd name="connsiteX68-43131" fmla="*/ 1959 w 2254"/>
                  <a:gd name="connsiteY68-43132" fmla="*/ 2362 h 4213"/>
                  <a:gd name="connsiteX69-43133" fmla="*/ 1824 w 2254"/>
                  <a:gd name="connsiteY69-43134" fmla="*/ 2509 h 4213"/>
                  <a:gd name="connsiteX70-43135" fmla="*/ 1783 w 2254"/>
                  <a:gd name="connsiteY70-43136" fmla="*/ 2498 h 4213"/>
                  <a:gd name="connsiteX71-43137" fmla="*/ 1659 w 2254"/>
                  <a:gd name="connsiteY71-43138" fmla="*/ 2413 h 4213"/>
                  <a:gd name="connsiteX72-43139" fmla="*/ 1604 w 2254"/>
                  <a:gd name="connsiteY72-43140" fmla="*/ 2412 h 4213"/>
                  <a:gd name="connsiteX73-43141" fmla="*/ 1569 w 2254"/>
                  <a:gd name="connsiteY73-43142" fmla="*/ 2480 h 4213"/>
                  <a:gd name="connsiteX74-43143" fmla="*/ 1572 w 2254"/>
                  <a:gd name="connsiteY74-43144" fmla="*/ 2562 h 4213"/>
                  <a:gd name="connsiteX75-43145" fmla="*/ 1750 w 2254"/>
                  <a:gd name="connsiteY75-43146" fmla="*/ 2730 h 4213"/>
                  <a:gd name="connsiteX76-43147" fmla="*/ 1749 w 2254"/>
                  <a:gd name="connsiteY76-43148" fmla="*/ 2844 h 4213"/>
                  <a:gd name="connsiteX77-43149" fmla="*/ 1840 w 2254"/>
                  <a:gd name="connsiteY77-43150" fmla="*/ 3060 h 4213"/>
                  <a:gd name="connsiteX78-43151" fmla="*/ 1866 w 2254"/>
                  <a:gd name="connsiteY78-43152" fmla="*/ 3090 h 4213"/>
                  <a:gd name="connsiteX79-43153" fmla="*/ 1910 w 2254"/>
                  <a:gd name="connsiteY79-43154" fmla="*/ 3094 h 4213"/>
                  <a:gd name="connsiteX80-43155" fmla="*/ 1956 w 2254"/>
                  <a:gd name="connsiteY80-43156" fmla="*/ 3010 h 4213"/>
                  <a:gd name="connsiteX81-43157" fmla="*/ 2036 w 2254"/>
                  <a:gd name="connsiteY81-43158" fmla="*/ 2950 h 4213"/>
                  <a:gd name="connsiteX82-43159" fmla="*/ 2131 w 2254"/>
                  <a:gd name="connsiteY82-43160" fmla="*/ 3126 h 4213"/>
                  <a:gd name="connsiteX83-43161" fmla="*/ 2241 w 2254"/>
                  <a:gd name="connsiteY83-43162" fmla="*/ 3312 h 4213"/>
                  <a:gd name="connsiteX84-43163" fmla="*/ 2254 w 2254"/>
                  <a:gd name="connsiteY84-43164" fmla="*/ 3342 h 4213"/>
                  <a:gd name="connsiteX85-43165" fmla="*/ 2243 w 2254"/>
                  <a:gd name="connsiteY85-43166" fmla="*/ 3518 h 4213"/>
                  <a:gd name="connsiteX86-43167" fmla="*/ 2208 w 2254"/>
                  <a:gd name="connsiteY86-43168" fmla="*/ 3554 h 4213"/>
                  <a:gd name="connsiteX87-43169" fmla="*/ 2119 w 2254"/>
                  <a:gd name="connsiteY87-43170" fmla="*/ 3515 h 4213"/>
                  <a:gd name="connsiteX88-43171" fmla="*/ 1885 w 2254"/>
                  <a:gd name="connsiteY88-43172" fmla="*/ 3644 h 4213"/>
                  <a:gd name="connsiteX89-43173" fmla="*/ 1859 w 2254"/>
                  <a:gd name="connsiteY89-43174" fmla="*/ 3666 h 4213"/>
                  <a:gd name="connsiteX90-43175" fmla="*/ 1679 w 2254"/>
                  <a:gd name="connsiteY90-43176" fmla="*/ 3812 h 4213"/>
                  <a:gd name="connsiteX91-43177" fmla="*/ 1538 w 2254"/>
                  <a:gd name="connsiteY91-43178" fmla="*/ 3926 h 4213"/>
                  <a:gd name="connsiteX92-43179" fmla="*/ 1503 w 2254"/>
                  <a:gd name="connsiteY92-43180" fmla="*/ 3965 h 4213"/>
                  <a:gd name="connsiteX93-43181" fmla="*/ 1451 w 2254"/>
                  <a:gd name="connsiteY93-43182" fmla="*/ 3973 h 4213"/>
                  <a:gd name="connsiteX94-43183" fmla="*/ 1394 w 2254"/>
                  <a:gd name="connsiteY94-43184" fmla="*/ 3916 h 4213"/>
                  <a:gd name="connsiteX95-43185" fmla="*/ 1270 w 2254"/>
                  <a:gd name="connsiteY95-43186" fmla="*/ 3808 h 4213"/>
                  <a:gd name="connsiteX96-43187" fmla="*/ 1294 w 2254"/>
                  <a:gd name="connsiteY96-43188" fmla="*/ 4064 h 4213"/>
                  <a:gd name="connsiteX97-43189" fmla="*/ 1303 w 2254"/>
                  <a:gd name="connsiteY97-43190" fmla="*/ 4192 h 4213"/>
                  <a:gd name="connsiteX98-43191" fmla="*/ 1041 w 2254"/>
                  <a:gd name="connsiteY98-43192" fmla="*/ 4166 h 4213"/>
                  <a:gd name="connsiteX99-43193" fmla="*/ 959 w 2254"/>
                  <a:gd name="connsiteY99-43194" fmla="*/ 3987 h 4213"/>
                  <a:gd name="connsiteX100-43195" fmla="*/ 877 w 2254"/>
                  <a:gd name="connsiteY100-43196" fmla="*/ 3802 h 4213"/>
                  <a:gd name="connsiteX101-43197" fmla="*/ 798 w 2254"/>
                  <a:gd name="connsiteY101-43198" fmla="*/ 3734 h 4213"/>
                  <a:gd name="connsiteX0-43199" fmla="*/ 798 w 2254"/>
                  <a:gd name="connsiteY0-43200" fmla="*/ 3734 h 4213"/>
                  <a:gd name="connsiteX1-43201" fmla="*/ 679 w 2254"/>
                  <a:gd name="connsiteY1-43202" fmla="*/ 3800 h 4213"/>
                  <a:gd name="connsiteX2-43203" fmla="*/ 695 w 2254"/>
                  <a:gd name="connsiteY2-43204" fmla="*/ 3662 h 4213"/>
                  <a:gd name="connsiteX3-43205" fmla="*/ 633 w 2254"/>
                  <a:gd name="connsiteY3-43206" fmla="*/ 3500 h 4213"/>
                  <a:gd name="connsiteX4-43207" fmla="*/ 742 w 2254"/>
                  <a:gd name="connsiteY4-43208" fmla="*/ 3280 h 4213"/>
                  <a:gd name="connsiteX5-43209" fmla="*/ 932 w 2254"/>
                  <a:gd name="connsiteY5-43210" fmla="*/ 3195 h 4213"/>
                  <a:gd name="connsiteX6-43211" fmla="*/ 1045 w 2254"/>
                  <a:gd name="connsiteY6-43212" fmla="*/ 3058 h 4213"/>
                  <a:gd name="connsiteX7-43213" fmla="*/ 1112 w 2254"/>
                  <a:gd name="connsiteY7-43214" fmla="*/ 2878 h 4213"/>
                  <a:gd name="connsiteX8-43215" fmla="*/ 1068 w 2254"/>
                  <a:gd name="connsiteY8-43216" fmla="*/ 2333 h 4213"/>
                  <a:gd name="connsiteX9-43217" fmla="*/ 1066 w 2254"/>
                  <a:gd name="connsiteY9-43218" fmla="*/ 2117 h 4213"/>
                  <a:gd name="connsiteX10-43219" fmla="*/ 990 w 2254"/>
                  <a:gd name="connsiteY10-43220" fmla="*/ 2039 h 4213"/>
                  <a:gd name="connsiteX11-43221" fmla="*/ 847 w 2254"/>
                  <a:gd name="connsiteY11-43222" fmla="*/ 1951 h 4213"/>
                  <a:gd name="connsiteX12-43223" fmla="*/ 755 w 2254"/>
                  <a:gd name="connsiteY12-43224" fmla="*/ 1827 h 4213"/>
                  <a:gd name="connsiteX13-43225" fmla="*/ 659 w 2254"/>
                  <a:gd name="connsiteY13-43226" fmla="*/ 1828 h 4213"/>
                  <a:gd name="connsiteX14-43227" fmla="*/ 614 w 2254"/>
                  <a:gd name="connsiteY14-43228" fmla="*/ 1883 h 4213"/>
                  <a:gd name="connsiteX15-43229" fmla="*/ 521 w 2254"/>
                  <a:gd name="connsiteY15-43230" fmla="*/ 1877 h 4213"/>
                  <a:gd name="connsiteX16-43231" fmla="*/ 501 w 2254"/>
                  <a:gd name="connsiteY16-43232" fmla="*/ 1994 h 4213"/>
                  <a:gd name="connsiteX17-43233" fmla="*/ 320 w 2254"/>
                  <a:gd name="connsiteY17-43234" fmla="*/ 1941 h 4213"/>
                  <a:gd name="connsiteX18-43235" fmla="*/ 237 w 2254"/>
                  <a:gd name="connsiteY18-43236" fmla="*/ 1939 h 4213"/>
                  <a:gd name="connsiteX19-43237" fmla="*/ 112 w 2254"/>
                  <a:gd name="connsiteY19-43238" fmla="*/ 2014 h 4213"/>
                  <a:gd name="connsiteX20-43239" fmla="*/ 0 w 2254"/>
                  <a:gd name="connsiteY20-43240" fmla="*/ 1890 h 4213"/>
                  <a:gd name="connsiteX21-43241" fmla="*/ 94 w 2254"/>
                  <a:gd name="connsiteY21-43242" fmla="*/ 1804 h 4213"/>
                  <a:gd name="connsiteX22-43243" fmla="*/ 98 w 2254"/>
                  <a:gd name="connsiteY22-43244" fmla="*/ 1634 h 4213"/>
                  <a:gd name="connsiteX23-43245" fmla="*/ 153 w 2254"/>
                  <a:gd name="connsiteY23-43246" fmla="*/ 1514 h 4213"/>
                  <a:gd name="connsiteX24-43247" fmla="*/ 196 w 2254"/>
                  <a:gd name="connsiteY24-43248" fmla="*/ 1306 h 4213"/>
                  <a:gd name="connsiteX25-43249" fmla="*/ 256 w 2254"/>
                  <a:gd name="connsiteY25-43250" fmla="*/ 1307 h 4213"/>
                  <a:gd name="connsiteX26-43251" fmla="*/ 579 w 2254"/>
                  <a:gd name="connsiteY26-43252" fmla="*/ 1286 h 4213"/>
                  <a:gd name="connsiteX27-43253" fmla="*/ 753 w 2254"/>
                  <a:gd name="connsiteY27-43254" fmla="*/ 1117 h 4213"/>
                  <a:gd name="connsiteX28-43255" fmla="*/ 822 w 2254"/>
                  <a:gd name="connsiteY28-43256" fmla="*/ 748 h 4213"/>
                  <a:gd name="connsiteX29-43257" fmla="*/ 932 w 2254"/>
                  <a:gd name="connsiteY29-43258" fmla="*/ 486 h 4213"/>
                  <a:gd name="connsiteX30-43259" fmla="*/ 930 w 2254"/>
                  <a:gd name="connsiteY30-43260" fmla="*/ 358 h 4213"/>
                  <a:gd name="connsiteX31-43261" fmla="*/ 917 w 2254"/>
                  <a:gd name="connsiteY31-43262" fmla="*/ 328 h 4213"/>
                  <a:gd name="connsiteX32-43263" fmla="*/ 850 w 2254"/>
                  <a:gd name="connsiteY32-43264" fmla="*/ 251 h 4213"/>
                  <a:gd name="connsiteX33-43265" fmla="*/ 790 w 2254"/>
                  <a:gd name="connsiteY33-43266" fmla="*/ 217 h 4213"/>
                  <a:gd name="connsiteX34-43267" fmla="*/ 915 w 2254"/>
                  <a:gd name="connsiteY34-43268" fmla="*/ 56 h 4213"/>
                  <a:gd name="connsiteX35-43269" fmla="*/ 1088 w 2254"/>
                  <a:gd name="connsiteY35-43270" fmla="*/ 2 h 4213"/>
                  <a:gd name="connsiteX36-43271" fmla="*/ 1120 w 2254"/>
                  <a:gd name="connsiteY36-43272" fmla="*/ 49 h 4213"/>
                  <a:gd name="connsiteX37-43273" fmla="*/ 1110 w 2254"/>
                  <a:gd name="connsiteY37-43274" fmla="*/ 133 h 4213"/>
                  <a:gd name="connsiteX38-43275" fmla="*/ 1049 w 2254"/>
                  <a:gd name="connsiteY38-43276" fmla="*/ 243 h 4213"/>
                  <a:gd name="connsiteX39-43277" fmla="*/ 1119 w 2254"/>
                  <a:gd name="connsiteY39-43278" fmla="*/ 301 h 4213"/>
                  <a:gd name="connsiteX40-43279" fmla="*/ 1233 w 2254"/>
                  <a:gd name="connsiteY40-43280" fmla="*/ 366 h 4213"/>
                  <a:gd name="connsiteX41-43281" fmla="*/ 1253 w 2254"/>
                  <a:gd name="connsiteY41-43282" fmla="*/ 255 h 4213"/>
                  <a:gd name="connsiteX42-43283" fmla="*/ 1387 w 2254"/>
                  <a:gd name="connsiteY42-43284" fmla="*/ 291 h 4213"/>
                  <a:gd name="connsiteX43-43285" fmla="*/ 1412 w 2254"/>
                  <a:gd name="connsiteY43-43286" fmla="*/ 331 h 4213"/>
                  <a:gd name="connsiteX44-43287" fmla="*/ 1488 w 2254"/>
                  <a:gd name="connsiteY44-43288" fmla="*/ 562 h 4213"/>
                  <a:gd name="connsiteX45-43289" fmla="*/ 1523 w 2254"/>
                  <a:gd name="connsiteY45-43290" fmla="*/ 586 h 4213"/>
                  <a:gd name="connsiteX46-43291" fmla="*/ 1615 w 2254"/>
                  <a:gd name="connsiteY46-43292" fmla="*/ 578 h 4213"/>
                  <a:gd name="connsiteX47-43293" fmla="*/ 1875 w 2254"/>
                  <a:gd name="connsiteY47-43294" fmla="*/ 490 h 4213"/>
                  <a:gd name="connsiteX48-43295" fmla="*/ 2095 w 2254"/>
                  <a:gd name="connsiteY48-43296" fmla="*/ 479 h 4213"/>
                  <a:gd name="connsiteX49-43297" fmla="*/ 2155 w 2254"/>
                  <a:gd name="connsiteY49-43298" fmla="*/ 648 h 4213"/>
                  <a:gd name="connsiteX50-43299" fmla="*/ 2073 w 2254"/>
                  <a:gd name="connsiteY50-43300" fmla="*/ 944 h 4213"/>
                  <a:gd name="connsiteX51-43301" fmla="*/ 2073 w 2254"/>
                  <a:gd name="connsiteY51-43302" fmla="*/ 1022 h 4213"/>
                  <a:gd name="connsiteX52-43303" fmla="*/ 2142 w 2254"/>
                  <a:gd name="connsiteY52-43304" fmla="*/ 1168 h 4213"/>
                  <a:gd name="connsiteX53-43305" fmla="*/ 2157 w 2254"/>
                  <a:gd name="connsiteY53-43306" fmla="*/ 1427 h 4213"/>
                  <a:gd name="connsiteX54-43307" fmla="*/ 2159 w 2254"/>
                  <a:gd name="connsiteY54-43308" fmla="*/ 1617 h 4213"/>
                  <a:gd name="connsiteX55-43309" fmla="*/ 2092 w 2254"/>
                  <a:gd name="connsiteY55-43310" fmla="*/ 1625 h 4213"/>
                  <a:gd name="connsiteX56-43311" fmla="*/ 2070 w 2254"/>
                  <a:gd name="connsiteY56-43312" fmla="*/ 1507 h 4213"/>
                  <a:gd name="connsiteX57-43313" fmla="*/ 2035 w 2254"/>
                  <a:gd name="connsiteY57-43314" fmla="*/ 1450 h 4213"/>
                  <a:gd name="connsiteX58-43315" fmla="*/ 1945 w 2254"/>
                  <a:gd name="connsiteY58-43316" fmla="*/ 1582 h 4213"/>
                  <a:gd name="connsiteX59-43317" fmla="*/ 1832 w 2254"/>
                  <a:gd name="connsiteY59-43318" fmla="*/ 1776 h 4213"/>
                  <a:gd name="connsiteX60-43319" fmla="*/ 1713 w 2254"/>
                  <a:gd name="connsiteY60-43320" fmla="*/ 1904 h 4213"/>
                  <a:gd name="connsiteX61-43321" fmla="*/ 1706 w 2254"/>
                  <a:gd name="connsiteY61-43322" fmla="*/ 2018 h 4213"/>
                  <a:gd name="connsiteX62-43323" fmla="*/ 1766 w 2254"/>
                  <a:gd name="connsiteY62-43324" fmla="*/ 2115 h 4213"/>
                  <a:gd name="connsiteX63-43325" fmla="*/ 1868 w 2254"/>
                  <a:gd name="connsiteY63-43326" fmla="*/ 2183 h 4213"/>
                  <a:gd name="connsiteX64-43327" fmla="*/ 1945 w 2254"/>
                  <a:gd name="connsiteY64-43328" fmla="*/ 2178 h 4213"/>
                  <a:gd name="connsiteX65-43329" fmla="*/ 1990 w 2254"/>
                  <a:gd name="connsiteY65-43330" fmla="*/ 2104 h 4213"/>
                  <a:gd name="connsiteX66-43331" fmla="*/ 2024 w 2254"/>
                  <a:gd name="connsiteY66-43332" fmla="*/ 2210 h 4213"/>
                  <a:gd name="connsiteX67-43333" fmla="*/ 1912 w 2254"/>
                  <a:gd name="connsiteY67-43334" fmla="*/ 2249 h 4213"/>
                  <a:gd name="connsiteX68-43335" fmla="*/ 1959 w 2254"/>
                  <a:gd name="connsiteY68-43336" fmla="*/ 2362 h 4213"/>
                  <a:gd name="connsiteX69-43337" fmla="*/ 1824 w 2254"/>
                  <a:gd name="connsiteY69-43338" fmla="*/ 2509 h 4213"/>
                  <a:gd name="connsiteX70-43339" fmla="*/ 1783 w 2254"/>
                  <a:gd name="connsiteY70-43340" fmla="*/ 2498 h 4213"/>
                  <a:gd name="connsiteX71-43341" fmla="*/ 1659 w 2254"/>
                  <a:gd name="connsiteY71-43342" fmla="*/ 2413 h 4213"/>
                  <a:gd name="connsiteX72-43343" fmla="*/ 1604 w 2254"/>
                  <a:gd name="connsiteY72-43344" fmla="*/ 2412 h 4213"/>
                  <a:gd name="connsiteX73-43345" fmla="*/ 1569 w 2254"/>
                  <a:gd name="connsiteY73-43346" fmla="*/ 2480 h 4213"/>
                  <a:gd name="connsiteX74-43347" fmla="*/ 1572 w 2254"/>
                  <a:gd name="connsiteY74-43348" fmla="*/ 2562 h 4213"/>
                  <a:gd name="connsiteX75-43349" fmla="*/ 1750 w 2254"/>
                  <a:gd name="connsiteY75-43350" fmla="*/ 2730 h 4213"/>
                  <a:gd name="connsiteX76-43351" fmla="*/ 1749 w 2254"/>
                  <a:gd name="connsiteY76-43352" fmla="*/ 2844 h 4213"/>
                  <a:gd name="connsiteX77-43353" fmla="*/ 1840 w 2254"/>
                  <a:gd name="connsiteY77-43354" fmla="*/ 3060 h 4213"/>
                  <a:gd name="connsiteX78-43355" fmla="*/ 1866 w 2254"/>
                  <a:gd name="connsiteY78-43356" fmla="*/ 3090 h 4213"/>
                  <a:gd name="connsiteX79-43357" fmla="*/ 1910 w 2254"/>
                  <a:gd name="connsiteY79-43358" fmla="*/ 3094 h 4213"/>
                  <a:gd name="connsiteX80-43359" fmla="*/ 1956 w 2254"/>
                  <a:gd name="connsiteY80-43360" fmla="*/ 3010 h 4213"/>
                  <a:gd name="connsiteX81-43361" fmla="*/ 2036 w 2254"/>
                  <a:gd name="connsiteY81-43362" fmla="*/ 2950 h 4213"/>
                  <a:gd name="connsiteX82-43363" fmla="*/ 2131 w 2254"/>
                  <a:gd name="connsiteY82-43364" fmla="*/ 3126 h 4213"/>
                  <a:gd name="connsiteX83-43365" fmla="*/ 2241 w 2254"/>
                  <a:gd name="connsiteY83-43366" fmla="*/ 3312 h 4213"/>
                  <a:gd name="connsiteX84-43367" fmla="*/ 2254 w 2254"/>
                  <a:gd name="connsiteY84-43368" fmla="*/ 3342 h 4213"/>
                  <a:gd name="connsiteX85-43369" fmla="*/ 2243 w 2254"/>
                  <a:gd name="connsiteY85-43370" fmla="*/ 3518 h 4213"/>
                  <a:gd name="connsiteX86-43371" fmla="*/ 2208 w 2254"/>
                  <a:gd name="connsiteY86-43372" fmla="*/ 3554 h 4213"/>
                  <a:gd name="connsiteX87-43373" fmla="*/ 2119 w 2254"/>
                  <a:gd name="connsiteY87-43374" fmla="*/ 3515 h 4213"/>
                  <a:gd name="connsiteX88-43375" fmla="*/ 1885 w 2254"/>
                  <a:gd name="connsiteY88-43376" fmla="*/ 3644 h 4213"/>
                  <a:gd name="connsiteX89-43377" fmla="*/ 1859 w 2254"/>
                  <a:gd name="connsiteY89-43378" fmla="*/ 3666 h 4213"/>
                  <a:gd name="connsiteX90-43379" fmla="*/ 1679 w 2254"/>
                  <a:gd name="connsiteY90-43380" fmla="*/ 3812 h 4213"/>
                  <a:gd name="connsiteX91-43381" fmla="*/ 1538 w 2254"/>
                  <a:gd name="connsiteY91-43382" fmla="*/ 3926 h 4213"/>
                  <a:gd name="connsiteX92-43383" fmla="*/ 1503 w 2254"/>
                  <a:gd name="connsiteY92-43384" fmla="*/ 3965 h 4213"/>
                  <a:gd name="connsiteX93-43385" fmla="*/ 1451 w 2254"/>
                  <a:gd name="connsiteY93-43386" fmla="*/ 3973 h 4213"/>
                  <a:gd name="connsiteX94-43387" fmla="*/ 1394 w 2254"/>
                  <a:gd name="connsiteY94-43388" fmla="*/ 3916 h 4213"/>
                  <a:gd name="connsiteX95-43389" fmla="*/ 1270 w 2254"/>
                  <a:gd name="connsiteY95-43390" fmla="*/ 3808 h 4213"/>
                  <a:gd name="connsiteX96-43391" fmla="*/ 1294 w 2254"/>
                  <a:gd name="connsiteY96-43392" fmla="*/ 4064 h 4213"/>
                  <a:gd name="connsiteX97-43393" fmla="*/ 1303 w 2254"/>
                  <a:gd name="connsiteY97-43394" fmla="*/ 4192 h 4213"/>
                  <a:gd name="connsiteX98-43395" fmla="*/ 1041 w 2254"/>
                  <a:gd name="connsiteY98-43396" fmla="*/ 4166 h 4213"/>
                  <a:gd name="connsiteX99-43397" fmla="*/ 959 w 2254"/>
                  <a:gd name="connsiteY99-43398" fmla="*/ 3987 h 4213"/>
                  <a:gd name="connsiteX100-43399" fmla="*/ 877 w 2254"/>
                  <a:gd name="connsiteY100-43400" fmla="*/ 3802 h 4213"/>
                  <a:gd name="connsiteX101-43401" fmla="*/ 798 w 2254"/>
                  <a:gd name="connsiteY101-43402" fmla="*/ 3734 h 4213"/>
                  <a:gd name="connsiteX0-43403" fmla="*/ 798 w 2254"/>
                  <a:gd name="connsiteY0-43404" fmla="*/ 3734 h 4213"/>
                  <a:gd name="connsiteX1-43405" fmla="*/ 679 w 2254"/>
                  <a:gd name="connsiteY1-43406" fmla="*/ 3800 h 4213"/>
                  <a:gd name="connsiteX2-43407" fmla="*/ 695 w 2254"/>
                  <a:gd name="connsiteY2-43408" fmla="*/ 3662 h 4213"/>
                  <a:gd name="connsiteX3-43409" fmla="*/ 633 w 2254"/>
                  <a:gd name="connsiteY3-43410" fmla="*/ 3500 h 4213"/>
                  <a:gd name="connsiteX4-43411" fmla="*/ 742 w 2254"/>
                  <a:gd name="connsiteY4-43412" fmla="*/ 3280 h 4213"/>
                  <a:gd name="connsiteX5-43413" fmla="*/ 932 w 2254"/>
                  <a:gd name="connsiteY5-43414" fmla="*/ 3195 h 4213"/>
                  <a:gd name="connsiteX6-43415" fmla="*/ 1045 w 2254"/>
                  <a:gd name="connsiteY6-43416" fmla="*/ 3058 h 4213"/>
                  <a:gd name="connsiteX7-43417" fmla="*/ 1112 w 2254"/>
                  <a:gd name="connsiteY7-43418" fmla="*/ 2878 h 4213"/>
                  <a:gd name="connsiteX8-43419" fmla="*/ 1068 w 2254"/>
                  <a:gd name="connsiteY8-43420" fmla="*/ 2333 h 4213"/>
                  <a:gd name="connsiteX9-43421" fmla="*/ 1066 w 2254"/>
                  <a:gd name="connsiteY9-43422" fmla="*/ 2117 h 4213"/>
                  <a:gd name="connsiteX10-43423" fmla="*/ 990 w 2254"/>
                  <a:gd name="connsiteY10-43424" fmla="*/ 2039 h 4213"/>
                  <a:gd name="connsiteX11-43425" fmla="*/ 847 w 2254"/>
                  <a:gd name="connsiteY11-43426" fmla="*/ 1951 h 4213"/>
                  <a:gd name="connsiteX12-43427" fmla="*/ 755 w 2254"/>
                  <a:gd name="connsiteY12-43428" fmla="*/ 1827 h 4213"/>
                  <a:gd name="connsiteX13-43429" fmla="*/ 659 w 2254"/>
                  <a:gd name="connsiteY13-43430" fmla="*/ 1828 h 4213"/>
                  <a:gd name="connsiteX14-43431" fmla="*/ 614 w 2254"/>
                  <a:gd name="connsiteY14-43432" fmla="*/ 1883 h 4213"/>
                  <a:gd name="connsiteX15-43433" fmla="*/ 521 w 2254"/>
                  <a:gd name="connsiteY15-43434" fmla="*/ 1877 h 4213"/>
                  <a:gd name="connsiteX16-43435" fmla="*/ 501 w 2254"/>
                  <a:gd name="connsiteY16-43436" fmla="*/ 1994 h 4213"/>
                  <a:gd name="connsiteX17-43437" fmla="*/ 320 w 2254"/>
                  <a:gd name="connsiteY17-43438" fmla="*/ 1941 h 4213"/>
                  <a:gd name="connsiteX18-43439" fmla="*/ 237 w 2254"/>
                  <a:gd name="connsiteY18-43440" fmla="*/ 1939 h 4213"/>
                  <a:gd name="connsiteX19-43441" fmla="*/ 112 w 2254"/>
                  <a:gd name="connsiteY19-43442" fmla="*/ 2014 h 4213"/>
                  <a:gd name="connsiteX20-43443" fmla="*/ 0 w 2254"/>
                  <a:gd name="connsiteY20-43444" fmla="*/ 1890 h 4213"/>
                  <a:gd name="connsiteX21-43445" fmla="*/ 94 w 2254"/>
                  <a:gd name="connsiteY21-43446" fmla="*/ 1804 h 4213"/>
                  <a:gd name="connsiteX22-43447" fmla="*/ 98 w 2254"/>
                  <a:gd name="connsiteY22-43448" fmla="*/ 1634 h 4213"/>
                  <a:gd name="connsiteX23-43449" fmla="*/ 153 w 2254"/>
                  <a:gd name="connsiteY23-43450" fmla="*/ 1514 h 4213"/>
                  <a:gd name="connsiteX24-43451" fmla="*/ 196 w 2254"/>
                  <a:gd name="connsiteY24-43452" fmla="*/ 1306 h 4213"/>
                  <a:gd name="connsiteX25-43453" fmla="*/ 256 w 2254"/>
                  <a:gd name="connsiteY25-43454" fmla="*/ 1307 h 4213"/>
                  <a:gd name="connsiteX26-43455" fmla="*/ 579 w 2254"/>
                  <a:gd name="connsiteY26-43456" fmla="*/ 1286 h 4213"/>
                  <a:gd name="connsiteX27-43457" fmla="*/ 753 w 2254"/>
                  <a:gd name="connsiteY27-43458" fmla="*/ 1117 h 4213"/>
                  <a:gd name="connsiteX28-43459" fmla="*/ 822 w 2254"/>
                  <a:gd name="connsiteY28-43460" fmla="*/ 748 h 4213"/>
                  <a:gd name="connsiteX29-43461" fmla="*/ 932 w 2254"/>
                  <a:gd name="connsiteY29-43462" fmla="*/ 486 h 4213"/>
                  <a:gd name="connsiteX30-43463" fmla="*/ 930 w 2254"/>
                  <a:gd name="connsiteY30-43464" fmla="*/ 358 h 4213"/>
                  <a:gd name="connsiteX31-43465" fmla="*/ 917 w 2254"/>
                  <a:gd name="connsiteY31-43466" fmla="*/ 328 h 4213"/>
                  <a:gd name="connsiteX32-43467" fmla="*/ 850 w 2254"/>
                  <a:gd name="connsiteY32-43468" fmla="*/ 251 h 4213"/>
                  <a:gd name="connsiteX33-43469" fmla="*/ 790 w 2254"/>
                  <a:gd name="connsiteY33-43470" fmla="*/ 217 h 4213"/>
                  <a:gd name="connsiteX34-43471" fmla="*/ 915 w 2254"/>
                  <a:gd name="connsiteY34-43472" fmla="*/ 56 h 4213"/>
                  <a:gd name="connsiteX35-43473" fmla="*/ 1088 w 2254"/>
                  <a:gd name="connsiteY35-43474" fmla="*/ 2 h 4213"/>
                  <a:gd name="connsiteX36-43475" fmla="*/ 1120 w 2254"/>
                  <a:gd name="connsiteY36-43476" fmla="*/ 49 h 4213"/>
                  <a:gd name="connsiteX37-43477" fmla="*/ 1110 w 2254"/>
                  <a:gd name="connsiteY37-43478" fmla="*/ 133 h 4213"/>
                  <a:gd name="connsiteX38-43479" fmla="*/ 1049 w 2254"/>
                  <a:gd name="connsiteY38-43480" fmla="*/ 243 h 4213"/>
                  <a:gd name="connsiteX39-43481" fmla="*/ 1119 w 2254"/>
                  <a:gd name="connsiteY39-43482" fmla="*/ 301 h 4213"/>
                  <a:gd name="connsiteX40-43483" fmla="*/ 1233 w 2254"/>
                  <a:gd name="connsiteY40-43484" fmla="*/ 366 h 4213"/>
                  <a:gd name="connsiteX41-43485" fmla="*/ 1253 w 2254"/>
                  <a:gd name="connsiteY41-43486" fmla="*/ 255 h 4213"/>
                  <a:gd name="connsiteX42-43487" fmla="*/ 1387 w 2254"/>
                  <a:gd name="connsiteY42-43488" fmla="*/ 291 h 4213"/>
                  <a:gd name="connsiteX43-43489" fmla="*/ 1412 w 2254"/>
                  <a:gd name="connsiteY43-43490" fmla="*/ 331 h 4213"/>
                  <a:gd name="connsiteX44-43491" fmla="*/ 1488 w 2254"/>
                  <a:gd name="connsiteY44-43492" fmla="*/ 562 h 4213"/>
                  <a:gd name="connsiteX45-43493" fmla="*/ 1523 w 2254"/>
                  <a:gd name="connsiteY45-43494" fmla="*/ 586 h 4213"/>
                  <a:gd name="connsiteX46-43495" fmla="*/ 1615 w 2254"/>
                  <a:gd name="connsiteY46-43496" fmla="*/ 578 h 4213"/>
                  <a:gd name="connsiteX47-43497" fmla="*/ 1875 w 2254"/>
                  <a:gd name="connsiteY47-43498" fmla="*/ 490 h 4213"/>
                  <a:gd name="connsiteX48-43499" fmla="*/ 2095 w 2254"/>
                  <a:gd name="connsiteY48-43500" fmla="*/ 479 h 4213"/>
                  <a:gd name="connsiteX49-43501" fmla="*/ 2155 w 2254"/>
                  <a:gd name="connsiteY49-43502" fmla="*/ 648 h 4213"/>
                  <a:gd name="connsiteX50-43503" fmla="*/ 2073 w 2254"/>
                  <a:gd name="connsiteY50-43504" fmla="*/ 944 h 4213"/>
                  <a:gd name="connsiteX51-43505" fmla="*/ 2073 w 2254"/>
                  <a:gd name="connsiteY51-43506" fmla="*/ 1022 h 4213"/>
                  <a:gd name="connsiteX52-43507" fmla="*/ 2142 w 2254"/>
                  <a:gd name="connsiteY52-43508" fmla="*/ 1168 h 4213"/>
                  <a:gd name="connsiteX53-43509" fmla="*/ 2157 w 2254"/>
                  <a:gd name="connsiteY53-43510" fmla="*/ 1427 h 4213"/>
                  <a:gd name="connsiteX54-43511" fmla="*/ 2159 w 2254"/>
                  <a:gd name="connsiteY54-43512" fmla="*/ 1617 h 4213"/>
                  <a:gd name="connsiteX55-43513" fmla="*/ 2092 w 2254"/>
                  <a:gd name="connsiteY55-43514" fmla="*/ 1625 h 4213"/>
                  <a:gd name="connsiteX56-43515" fmla="*/ 2070 w 2254"/>
                  <a:gd name="connsiteY56-43516" fmla="*/ 1507 h 4213"/>
                  <a:gd name="connsiteX57-43517" fmla="*/ 2035 w 2254"/>
                  <a:gd name="connsiteY57-43518" fmla="*/ 1450 h 4213"/>
                  <a:gd name="connsiteX58-43519" fmla="*/ 1945 w 2254"/>
                  <a:gd name="connsiteY58-43520" fmla="*/ 1582 h 4213"/>
                  <a:gd name="connsiteX59-43521" fmla="*/ 1832 w 2254"/>
                  <a:gd name="connsiteY59-43522" fmla="*/ 1776 h 4213"/>
                  <a:gd name="connsiteX60-43523" fmla="*/ 1713 w 2254"/>
                  <a:gd name="connsiteY60-43524" fmla="*/ 1904 h 4213"/>
                  <a:gd name="connsiteX61-43525" fmla="*/ 1706 w 2254"/>
                  <a:gd name="connsiteY61-43526" fmla="*/ 2018 h 4213"/>
                  <a:gd name="connsiteX62-43527" fmla="*/ 1766 w 2254"/>
                  <a:gd name="connsiteY62-43528" fmla="*/ 2115 h 4213"/>
                  <a:gd name="connsiteX63-43529" fmla="*/ 1868 w 2254"/>
                  <a:gd name="connsiteY63-43530" fmla="*/ 2183 h 4213"/>
                  <a:gd name="connsiteX64-43531" fmla="*/ 1945 w 2254"/>
                  <a:gd name="connsiteY64-43532" fmla="*/ 2178 h 4213"/>
                  <a:gd name="connsiteX65-43533" fmla="*/ 1990 w 2254"/>
                  <a:gd name="connsiteY65-43534" fmla="*/ 2104 h 4213"/>
                  <a:gd name="connsiteX66-43535" fmla="*/ 2024 w 2254"/>
                  <a:gd name="connsiteY66-43536" fmla="*/ 2210 h 4213"/>
                  <a:gd name="connsiteX67-43537" fmla="*/ 1912 w 2254"/>
                  <a:gd name="connsiteY67-43538" fmla="*/ 2249 h 4213"/>
                  <a:gd name="connsiteX68-43539" fmla="*/ 1959 w 2254"/>
                  <a:gd name="connsiteY68-43540" fmla="*/ 2362 h 4213"/>
                  <a:gd name="connsiteX69-43541" fmla="*/ 1824 w 2254"/>
                  <a:gd name="connsiteY69-43542" fmla="*/ 2509 h 4213"/>
                  <a:gd name="connsiteX70-43543" fmla="*/ 1783 w 2254"/>
                  <a:gd name="connsiteY70-43544" fmla="*/ 2498 h 4213"/>
                  <a:gd name="connsiteX71-43545" fmla="*/ 1659 w 2254"/>
                  <a:gd name="connsiteY71-43546" fmla="*/ 2413 h 4213"/>
                  <a:gd name="connsiteX72-43547" fmla="*/ 1604 w 2254"/>
                  <a:gd name="connsiteY72-43548" fmla="*/ 2412 h 4213"/>
                  <a:gd name="connsiteX73-43549" fmla="*/ 1569 w 2254"/>
                  <a:gd name="connsiteY73-43550" fmla="*/ 2480 h 4213"/>
                  <a:gd name="connsiteX74-43551" fmla="*/ 1572 w 2254"/>
                  <a:gd name="connsiteY74-43552" fmla="*/ 2562 h 4213"/>
                  <a:gd name="connsiteX75-43553" fmla="*/ 1750 w 2254"/>
                  <a:gd name="connsiteY75-43554" fmla="*/ 2730 h 4213"/>
                  <a:gd name="connsiteX76-43555" fmla="*/ 1749 w 2254"/>
                  <a:gd name="connsiteY76-43556" fmla="*/ 2844 h 4213"/>
                  <a:gd name="connsiteX77-43557" fmla="*/ 1840 w 2254"/>
                  <a:gd name="connsiteY77-43558" fmla="*/ 3060 h 4213"/>
                  <a:gd name="connsiteX78-43559" fmla="*/ 1866 w 2254"/>
                  <a:gd name="connsiteY78-43560" fmla="*/ 3090 h 4213"/>
                  <a:gd name="connsiteX79-43561" fmla="*/ 1910 w 2254"/>
                  <a:gd name="connsiteY79-43562" fmla="*/ 3094 h 4213"/>
                  <a:gd name="connsiteX80-43563" fmla="*/ 1956 w 2254"/>
                  <a:gd name="connsiteY80-43564" fmla="*/ 3010 h 4213"/>
                  <a:gd name="connsiteX81-43565" fmla="*/ 2036 w 2254"/>
                  <a:gd name="connsiteY81-43566" fmla="*/ 2950 h 4213"/>
                  <a:gd name="connsiteX82-43567" fmla="*/ 2131 w 2254"/>
                  <a:gd name="connsiteY82-43568" fmla="*/ 3126 h 4213"/>
                  <a:gd name="connsiteX83-43569" fmla="*/ 2241 w 2254"/>
                  <a:gd name="connsiteY83-43570" fmla="*/ 3312 h 4213"/>
                  <a:gd name="connsiteX84-43571" fmla="*/ 2254 w 2254"/>
                  <a:gd name="connsiteY84-43572" fmla="*/ 3342 h 4213"/>
                  <a:gd name="connsiteX85-43573" fmla="*/ 2243 w 2254"/>
                  <a:gd name="connsiteY85-43574" fmla="*/ 3518 h 4213"/>
                  <a:gd name="connsiteX86-43575" fmla="*/ 2208 w 2254"/>
                  <a:gd name="connsiteY86-43576" fmla="*/ 3554 h 4213"/>
                  <a:gd name="connsiteX87-43577" fmla="*/ 2119 w 2254"/>
                  <a:gd name="connsiteY87-43578" fmla="*/ 3515 h 4213"/>
                  <a:gd name="connsiteX88-43579" fmla="*/ 1885 w 2254"/>
                  <a:gd name="connsiteY88-43580" fmla="*/ 3644 h 4213"/>
                  <a:gd name="connsiteX89-43581" fmla="*/ 1859 w 2254"/>
                  <a:gd name="connsiteY89-43582" fmla="*/ 3666 h 4213"/>
                  <a:gd name="connsiteX90-43583" fmla="*/ 1679 w 2254"/>
                  <a:gd name="connsiteY90-43584" fmla="*/ 3812 h 4213"/>
                  <a:gd name="connsiteX91-43585" fmla="*/ 1538 w 2254"/>
                  <a:gd name="connsiteY91-43586" fmla="*/ 3926 h 4213"/>
                  <a:gd name="connsiteX92-43587" fmla="*/ 1503 w 2254"/>
                  <a:gd name="connsiteY92-43588" fmla="*/ 3965 h 4213"/>
                  <a:gd name="connsiteX93-43589" fmla="*/ 1451 w 2254"/>
                  <a:gd name="connsiteY93-43590" fmla="*/ 3973 h 4213"/>
                  <a:gd name="connsiteX94-43591" fmla="*/ 1394 w 2254"/>
                  <a:gd name="connsiteY94-43592" fmla="*/ 3916 h 4213"/>
                  <a:gd name="connsiteX95-43593" fmla="*/ 1270 w 2254"/>
                  <a:gd name="connsiteY95-43594" fmla="*/ 3808 h 4213"/>
                  <a:gd name="connsiteX96-43595" fmla="*/ 1294 w 2254"/>
                  <a:gd name="connsiteY96-43596" fmla="*/ 4064 h 4213"/>
                  <a:gd name="connsiteX97-43597" fmla="*/ 1303 w 2254"/>
                  <a:gd name="connsiteY97-43598" fmla="*/ 4192 h 4213"/>
                  <a:gd name="connsiteX98-43599" fmla="*/ 1041 w 2254"/>
                  <a:gd name="connsiteY98-43600" fmla="*/ 4166 h 4213"/>
                  <a:gd name="connsiteX99-43601" fmla="*/ 959 w 2254"/>
                  <a:gd name="connsiteY99-43602" fmla="*/ 3987 h 4213"/>
                  <a:gd name="connsiteX100-43603" fmla="*/ 877 w 2254"/>
                  <a:gd name="connsiteY100-43604" fmla="*/ 3802 h 4213"/>
                  <a:gd name="connsiteX101-43605" fmla="*/ 798 w 2254"/>
                  <a:gd name="connsiteY101-43606" fmla="*/ 3734 h 4213"/>
                  <a:gd name="connsiteX0-43607" fmla="*/ 798 w 2254"/>
                  <a:gd name="connsiteY0-43608" fmla="*/ 3734 h 4213"/>
                  <a:gd name="connsiteX1-43609" fmla="*/ 679 w 2254"/>
                  <a:gd name="connsiteY1-43610" fmla="*/ 3800 h 4213"/>
                  <a:gd name="connsiteX2-43611" fmla="*/ 695 w 2254"/>
                  <a:gd name="connsiteY2-43612" fmla="*/ 3662 h 4213"/>
                  <a:gd name="connsiteX3-43613" fmla="*/ 633 w 2254"/>
                  <a:gd name="connsiteY3-43614" fmla="*/ 3500 h 4213"/>
                  <a:gd name="connsiteX4-43615" fmla="*/ 742 w 2254"/>
                  <a:gd name="connsiteY4-43616" fmla="*/ 3280 h 4213"/>
                  <a:gd name="connsiteX5-43617" fmla="*/ 932 w 2254"/>
                  <a:gd name="connsiteY5-43618" fmla="*/ 3195 h 4213"/>
                  <a:gd name="connsiteX6-43619" fmla="*/ 1045 w 2254"/>
                  <a:gd name="connsiteY6-43620" fmla="*/ 3058 h 4213"/>
                  <a:gd name="connsiteX7-43621" fmla="*/ 1112 w 2254"/>
                  <a:gd name="connsiteY7-43622" fmla="*/ 2878 h 4213"/>
                  <a:gd name="connsiteX8-43623" fmla="*/ 1068 w 2254"/>
                  <a:gd name="connsiteY8-43624" fmla="*/ 2333 h 4213"/>
                  <a:gd name="connsiteX9-43625" fmla="*/ 1066 w 2254"/>
                  <a:gd name="connsiteY9-43626" fmla="*/ 2117 h 4213"/>
                  <a:gd name="connsiteX10-43627" fmla="*/ 990 w 2254"/>
                  <a:gd name="connsiteY10-43628" fmla="*/ 2039 h 4213"/>
                  <a:gd name="connsiteX11-43629" fmla="*/ 847 w 2254"/>
                  <a:gd name="connsiteY11-43630" fmla="*/ 1951 h 4213"/>
                  <a:gd name="connsiteX12-43631" fmla="*/ 755 w 2254"/>
                  <a:gd name="connsiteY12-43632" fmla="*/ 1827 h 4213"/>
                  <a:gd name="connsiteX13-43633" fmla="*/ 659 w 2254"/>
                  <a:gd name="connsiteY13-43634" fmla="*/ 1828 h 4213"/>
                  <a:gd name="connsiteX14-43635" fmla="*/ 614 w 2254"/>
                  <a:gd name="connsiteY14-43636" fmla="*/ 1883 h 4213"/>
                  <a:gd name="connsiteX15-43637" fmla="*/ 521 w 2254"/>
                  <a:gd name="connsiteY15-43638" fmla="*/ 1877 h 4213"/>
                  <a:gd name="connsiteX16-43639" fmla="*/ 501 w 2254"/>
                  <a:gd name="connsiteY16-43640" fmla="*/ 1994 h 4213"/>
                  <a:gd name="connsiteX17-43641" fmla="*/ 320 w 2254"/>
                  <a:gd name="connsiteY17-43642" fmla="*/ 1941 h 4213"/>
                  <a:gd name="connsiteX18-43643" fmla="*/ 237 w 2254"/>
                  <a:gd name="connsiteY18-43644" fmla="*/ 1939 h 4213"/>
                  <a:gd name="connsiteX19-43645" fmla="*/ 112 w 2254"/>
                  <a:gd name="connsiteY19-43646" fmla="*/ 2014 h 4213"/>
                  <a:gd name="connsiteX20-43647" fmla="*/ 0 w 2254"/>
                  <a:gd name="connsiteY20-43648" fmla="*/ 1890 h 4213"/>
                  <a:gd name="connsiteX21-43649" fmla="*/ 94 w 2254"/>
                  <a:gd name="connsiteY21-43650" fmla="*/ 1804 h 4213"/>
                  <a:gd name="connsiteX22-43651" fmla="*/ 98 w 2254"/>
                  <a:gd name="connsiteY22-43652" fmla="*/ 1634 h 4213"/>
                  <a:gd name="connsiteX23-43653" fmla="*/ 153 w 2254"/>
                  <a:gd name="connsiteY23-43654" fmla="*/ 1514 h 4213"/>
                  <a:gd name="connsiteX24-43655" fmla="*/ 196 w 2254"/>
                  <a:gd name="connsiteY24-43656" fmla="*/ 1306 h 4213"/>
                  <a:gd name="connsiteX25-43657" fmla="*/ 256 w 2254"/>
                  <a:gd name="connsiteY25-43658" fmla="*/ 1307 h 4213"/>
                  <a:gd name="connsiteX26-43659" fmla="*/ 579 w 2254"/>
                  <a:gd name="connsiteY26-43660" fmla="*/ 1286 h 4213"/>
                  <a:gd name="connsiteX27-43661" fmla="*/ 753 w 2254"/>
                  <a:gd name="connsiteY27-43662" fmla="*/ 1117 h 4213"/>
                  <a:gd name="connsiteX28-43663" fmla="*/ 822 w 2254"/>
                  <a:gd name="connsiteY28-43664" fmla="*/ 748 h 4213"/>
                  <a:gd name="connsiteX29-43665" fmla="*/ 932 w 2254"/>
                  <a:gd name="connsiteY29-43666" fmla="*/ 486 h 4213"/>
                  <a:gd name="connsiteX30-43667" fmla="*/ 930 w 2254"/>
                  <a:gd name="connsiteY30-43668" fmla="*/ 358 h 4213"/>
                  <a:gd name="connsiteX31-43669" fmla="*/ 917 w 2254"/>
                  <a:gd name="connsiteY31-43670" fmla="*/ 328 h 4213"/>
                  <a:gd name="connsiteX32-43671" fmla="*/ 850 w 2254"/>
                  <a:gd name="connsiteY32-43672" fmla="*/ 251 h 4213"/>
                  <a:gd name="connsiteX33-43673" fmla="*/ 790 w 2254"/>
                  <a:gd name="connsiteY33-43674" fmla="*/ 217 h 4213"/>
                  <a:gd name="connsiteX34-43675" fmla="*/ 915 w 2254"/>
                  <a:gd name="connsiteY34-43676" fmla="*/ 56 h 4213"/>
                  <a:gd name="connsiteX35-43677" fmla="*/ 1088 w 2254"/>
                  <a:gd name="connsiteY35-43678" fmla="*/ 2 h 4213"/>
                  <a:gd name="connsiteX36-43679" fmla="*/ 1120 w 2254"/>
                  <a:gd name="connsiteY36-43680" fmla="*/ 49 h 4213"/>
                  <a:gd name="connsiteX37-43681" fmla="*/ 1110 w 2254"/>
                  <a:gd name="connsiteY37-43682" fmla="*/ 133 h 4213"/>
                  <a:gd name="connsiteX38-43683" fmla="*/ 1049 w 2254"/>
                  <a:gd name="connsiteY38-43684" fmla="*/ 243 h 4213"/>
                  <a:gd name="connsiteX39-43685" fmla="*/ 1119 w 2254"/>
                  <a:gd name="connsiteY39-43686" fmla="*/ 301 h 4213"/>
                  <a:gd name="connsiteX40-43687" fmla="*/ 1233 w 2254"/>
                  <a:gd name="connsiteY40-43688" fmla="*/ 366 h 4213"/>
                  <a:gd name="connsiteX41-43689" fmla="*/ 1253 w 2254"/>
                  <a:gd name="connsiteY41-43690" fmla="*/ 255 h 4213"/>
                  <a:gd name="connsiteX42-43691" fmla="*/ 1387 w 2254"/>
                  <a:gd name="connsiteY42-43692" fmla="*/ 291 h 4213"/>
                  <a:gd name="connsiteX43-43693" fmla="*/ 1412 w 2254"/>
                  <a:gd name="connsiteY43-43694" fmla="*/ 331 h 4213"/>
                  <a:gd name="connsiteX44-43695" fmla="*/ 1488 w 2254"/>
                  <a:gd name="connsiteY44-43696" fmla="*/ 562 h 4213"/>
                  <a:gd name="connsiteX45-43697" fmla="*/ 1523 w 2254"/>
                  <a:gd name="connsiteY45-43698" fmla="*/ 586 h 4213"/>
                  <a:gd name="connsiteX46-43699" fmla="*/ 1615 w 2254"/>
                  <a:gd name="connsiteY46-43700" fmla="*/ 578 h 4213"/>
                  <a:gd name="connsiteX47-43701" fmla="*/ 1875 w 2254"/>
                  <a:gd name="connsiteY47-43702" fmla="*/ 490 h 4213"/>
                  <a:gd name="connsiteX48-43703" fmla="*/ 2095 w 2254"/>
                  <a:gd name="connsiteY48-43704" fmla="*/ 479 h 4213"/>
                  <a:gd name="connsiteX49-43705" fmla="*/ 2155 w 2254"/>
                  <a:gd name="connsiteY49-43706" fmla="*/ 648 h 4213"/>
                  <a:gd name="connsiteX50-43707" fmla="*/ 2073 w 2254"/>
                  <a:gd name="connsiteY50-43708" fmla="*/ 944 h 4213"/>
                  <a:gd name="connsiteX51-43709" fmla="*/ 2073 w 2254"/>
                  <a:gd name="connsiteY51-43710" fmla="*/ 1022 h 4213"/>
                  <a:gd name="connsiteX52-43711" fmla="*/ 2142 w 2254"/>
                  <a:gd name="connsiteY52-43712" fmla="*/ 1168 h 4213"/>
                  <a:gd name="connsiteX53-43713" fmla="*/ 2157 w 2254"/>
                  <a:gd name="connsiteY53-43714" fmla="*/ 1427 h 4213"/>
                  <a:gd name="connsiteX54-43715" fmla="*/ 2159 w 2254"/>
                  <a:gd name="connsiteY54-43716" fmla="*/ 1617 h 4213"/>
                  <a:gd name="connsiteX55-43717" fmla="*/ 2092 w 2254"/>
                  <a:gd name="connsiteY55-43718" fmla="*/ 1625 h 4213"/>
                  <a:gd name="connsiteX56-43719" fmla="*/ 2070 w 2254"/>
                  <a:gd name="connsiteY56-43720" fmla="*/ 1507 h 4213"/>
                  <a:gd name="connsiteX57-43721" fmla="*/ 2035 w 2254"/>
                  <a:gd name="connsiteY57-43722" fmla="*/ 1450 h 4213"/>
                  <a:gd name="connsiteX58-43723" fmla="*/ 1945 w 2254"/>
                  <a:gd name="connsiteY58-43724" fmla="*/ 1582 h 4213"/>
                  <a:gd name="connsiteX59-43725" fmla="*/ 1832 w 2254"/>
                  <a:gd name="connsiteY59-43726" fmla="*/ 1776 h 4213"/>
                  <a:gd name="connsiteX60-43727" fmla="*/ 1713 w 2254"/>
                  <a:gd name="connsiteY60-43728" fmla="*/ 1904 h 4213"/>
                  <a:gd name="connsiteX61-43729" fmla="*/ 1706 w 2254"/>
                  <a:gd name="connsiteY61-43730" fmla="*/ 2018 h 4213"/>
                  <a:gd name="connsiteX62-43731" fmla="*/ 1766 w 2254"/>
                  <a:gd name="connsiteY62-43732" fmla="*/ 2115 h 4213"/>
                  <a:gd name="connsiteX63-43733" fmla="*/ 1868 w 2254"/>
                  <a:gd name="connsiteY63-43734" fmla="*/ 2183 h 4213"/>
                  <a:gd name="connsiteX64-43735" fmla="*/ 1945 w 2254"/>
                  <a:gd name="connsiteY64-43736" fmla="*/ 2178 h 4213"/>
                  <a:gd name="connsiteX65-43737" fmla="*/ 1990 w 2254"/>
                  <a:gd name="connsiteY65-43738" fmla="*/ 2104 h 4213"/>
                  <a:gd name="connsiteX66-43739" fmla="*/ 2024 w 2254"/>
                  <a:gd name="connsiteY66-43740" fmla="*/ 2210 h 4213"/>
                  <a:gd name="connsiteX67-43741" fmla="*/ 1912 w 2254"/>
                  <a:gd name="connsiteY67-43742" fmla="*/ 2249 h 4213"/>
                  <a:gd name="connsiteX68-43743" fmla="*/ 1959 w 2254"/>
                  <a:gd name="connsiteY68-43744" fmla="*/ 2362 h 4213"/>
                  <a:gd name="connsiteX69-43745" fmla="*/ 1824 w 2254"/>
                  <a:gd name="connsiteY69-43746" fmla="*/ 2509 h 4213"/>
                  <a:gd name="connsiteX70-43747" fmla="*/ 1783 w 2254"/>
                  <a:gd name="connsiteY70-43748" fmla="*/ 2498 h 4213"/>
                  <a:gd name="connsiteX71-43749" fmla="*/ 1659 w 2254"/>
                  <a:gd name="connsiteY71-43750" fmla="*/ 2413 h 4213"/>
                  <a:gd name="connsiteX72-43751" fmla="*/ 1604 w 2254"/>
                  <a:gd name="connsiteY72-43752" fmla="*/ 2412 h 4213"/>
                  <a:gd name="connsiteX73-43753" fmla="*/ 1569 w 2254"/>
                  <a:gd name="connsiteY73-43754" fmla="*/ 2480 h 4213"/>
                  <a:gd name="connsiteX74-43755" fmla="*/ 1572 w 2254"/>
                  <a:gd name="connsiteY74-43756" fmla="*/ 2562 h 4213"/>
                  <a:gd name="connsiteX75-43757" fmla="*/ 1750 w 2254"/>
                  <a:gd name="connsiteY75-43758" fmla="*/ 2730 h 4213"/>
                  <a:gd name="connsiteX76-43759" fmla="*/ 1749 w 2254"/>
                  <a:gd name="connsiteY76-43760" fmla="*/ 2844 h 4213"/>
                  <a:gd name="connsiteX77-43761" fmla="*/ 1840 w 2254"/>
                  <a:gd name="connsiteY77-43762" fmla="*/ 3060 h 4213"/>
                  <a:gd name="connsiteX78-43763" fmla="*/ 1866 w 2254"/>
                  <a:gd name="connsiteY78-43764" fmla="*/ 3090 h 4213"/>
                  <a:gd name="connsiteX79-43765" fmla="*/ 1910 w 2254"/>
                  <a:gd name="connsiteY79-43766" fmla="*/ 3094 h 4213"/>
                  <a:gd name="connsiteX80-43767" fmla="*/ 1956 w 2254"/>
                  <a:gd name="connsiteY80-43768" fmla="*/ 3010 h 4213"/>
                  <a:gd name="connsiteX81-43769" fmla="*/ 2036 w 2254"/>
                  <a:gd name="connsiteY81-43770" fmla="*/ 2950 h 4213"/>
                  <a:gd name="connsiteX82-43771" fmla="*/ 2131 w 2254"/>
                  <a:gd name="connsiteY82-43772" fmla="*/ 3126 h 4213"/>
                  <a:gd name="connsiteX83-43773" fmla="*/ 2241 w 2254"/>
                  <a:gd name="connsiteY83-43774" fmla="*/ 3312 h 4213"/>
                  <a:gd name="connsiteX84-43775" fmla="*/ 2254 w 2254"/>
                  <a:gd name="connsiteY84-43776" fmla="*/ 3342 h 4213"/>
                  <a:gd name="connsiteX85-43777" fmla="*/ 2243 w 2254"/>
                  <a:gd name="connsiteY85-43778" fmla="*/ 3518 h 4213"/>
                  <a:gd name="connsiteX86-43779" fmla="*/ 2208 w 2254"/>
                  <a:gd name="connsiteY86-43780" fmla="*/ 3554 h 4213"/>
                  <a:gd name="connsiteX87-43781" fmla="*/ 2119 w 2254"/>
                  <a:gd name="connsiteY87-43782" fmla="*/ 3515 h 4213"/>
                  <a:gd name="connsiteX88-43783" fmla="*/ 1885 w 2254"/>
                  <a:gd name="connsiteY88-43784" fmla="*/ 3644 h 4213"/>
                  <a:gd name="connsiteX89-43785" fmla="*/ 1859 w 2254"/>
                  <a:gd name="connsiteY89-43786" fmla="*/ 3666 h 4213"/>
                  <a:gd name="connsiteX90-43787" fmla="*/ 1679 w 2254"/>
                  <a:gd name="connsiteY90-43788" fmla="*/ 3812 h 4213"/>
                  <a:gd name="connsiteX91-43789" fmla="*/ 1538 w 2254"/>
                  <a:gd name="connsiteY91-43790" fmla="*/ 3926 h 4213"/>
                  <a:gd name="connsiteX92-43791" fmla="*/ 1503 w 2254"/>
                  <a:gd name="connsiteY92-43792" fmla="*/ 3965 h 4213"/>
                  <a:gd name="connsiteX93-43793" fmla="*/ 1451 w 2254"/>
                  <a:gd name="connsiteY93-43794" fmla="*/ 3973 h 4213"/>
                  <a:gd name="connsiteX94-43795" fmla="*/ 1394 w 2254"/>
                  <a:gd name="connsiteY94-43796" fmla="*/ 3916 h 4213"/>
                  <a:gd name="connsiteX95-43797" fmla="*/ 1270 w 2254"/>
                  <a:gd name="connsiteY95-43798" fmla="*/ 3808 h 4213"/>
                  <a:gd name="connsiteX96-43799" fmla="*/ 1294 w 2254"/>
                  <a:gd name="connsiteY96-43800" fmla="*/ 4064 h 4213"/>
                  <a:gd name="connsiteX97-43801" fmla="*/ 1303 w 2254"/>
                  <a:gd name="connsiteY97-43802" fmla="*/ 4192 h 4213"/>
                  <a:gd name="connsiteX98-43803" fmla="*/ 1041 w 2254"/>
                  <a:gd name="connsiteY98-43804" fmla="*/ 4166 h 4213"/>
                  <a:gd name="connsiteX99-43805" fmla="*/ 959 w 2254"/>
                  <a:gd name="connsiteY99-43806" fmla="*/ 3987 h 4213"/>
                  <a:gd name="connsiteX100-43807" fmla="*/ 877 w 2254"/>
                  <a:gd name="connsiteY100-43808" fmla="*/ 3802 h 4213"/>
                  <a:gd name="connsiteX101-43809" fmla="*/ 798 w 2254"/>
                  <a:gd name="connsiteY101-43810" fmla="*/ 3734 h 4213"/>
                  <a:gd name="connsiteX0-43811" fmla="*/ 798 w 2254"/>
                  <a:gd name="connsiteY0-43812" fmla="*/ 3734 h 4213"/>
                  <a:gd name="connsiteX1-43813" fmla="*/ 679 w 2254"/>
                  <a:gd name="connsiteY1-43814" fmla="*/ 3800 h 4213"/>
                  <a:gd name="connsiteX2-43815" fmla="*/ 695 w 2254"/>
                  <a:gd name="connsiteY2-43816" fmla="*/ 3662 h 4213"/>
                  <a:gd name="connsiteX3-43817" fmla="*/ 633 w 2254"/>
                  <a:gd name="connsiteY3-43818" fmla="*/ 3500 h 4213"/>
                  <a:gd name="connsiteX4-43819" fmla="*/ 742 w 2254"/>
                  <a:gd name="connsiteY4-43820" fmla="*/ 3280 h 4213"/>
                  <a:gd name="connsiteX5-43821" fmla="*/ 932 w 2254"/>
                  <a:gd name="connsiteY5-43822" fmla="*/ 3195 h 4213"/>
                  <a:gd name="connsiteX6-43823" fmla="*/ 1045 w 2254"/>
                  <a:gd name="connsiteY6-43824" fmla="*/ 3058 h 4213"/>
                  <a:gd name="connsiteX7-43825" fmla="*/ 1112 w 2254"/>
                  <a:gd name="connsiteY7-43826" fmla="*/ 2878 h 4213"/>
                  <a:gd name="connsiteX8-43827" fmla="*/ 1068 w 2254"/>
                  <a:gd name="connsiteY8-43828" fmla="*/ 2333 h 4213"/>
                  <a:gd name="connsiteX9-43829" fmla="*/ 1066 w 2254"/>
                  <a:gd name="connsiteY9-43830" fmla="*/ 2117 h 4213"/>
                  <a:gd name="connsiteX10-43831" fmla="*/ 990 w 2254"/>
                  <a:gd name="connsiteY10-43832" fmla="*/ 2039 h 4213"/>
                  <a:gd name="connsiteX11-43833" fmla="*/ 847 w 2254"/>
                  <a:gd name="connsiteY11-43834" fmla="*/ 1951 h 4213"/>
                  <a:gd name="connsiteX12-43835" fmla="*/ 755 w 2254"/>
                  <a:gd name="connsiteY12-43836" fmla="*/ 1827 h 4213"/>
                  <a:gd name="connsiteX13-43837" fmla="*/ 659 w 2254"/>
                  <a:gd name="connsiteY13-43838" fmla="*/ 1828 h 4213"/>
                  <a:gd name="connsiteX14-43839" fmla="*/ 614 w 2254"/>
                  <a:gd name="connsiteY14-43840" fmla="*/ 1883 h 4213"/>
                  <a:gd name="connsiteX15-43841" fmla="*/ 521 w 2254"/>
                  <a:gd name="connsiteY15-43842" fmla="*/ 1877 h 4213"/>
                  <a:gd name="connsiteX16-43843" fmla="*/ 501 w 2254"/>
                  <a:gd name="connsiteY16-43844" fmla="*/ 1994 h 4213"/>
                  <a:gd name="connsiteX17-43845" fmla="*/ 320 w 2254"/>
                  <a:gd name="connsiteY17-43846" fmla="*/ 1941 h 4213"/>
                  <a:gd name="connsiteX18-43847" fmla="*/ 237 w 2254"/>
                  <a:gd name="connsiteY18-43848" fmla="*/ 1939 h 4213"/>
                  <a:gd name="connsiteX19-43849" fmla="*/ 112 w 2254"/>
                  <a:gd name="connsiteY19-43850" fmla="*/ 2014 h 4213"/>
                  <a:gd name="connsiteX20-43851" fmla="*/ 0 w 2254"/>
                  <a:gd name="connsiteY20-43852" fmla="*/ 1890 h 4213"/>
                  <a:gd name="connsiteX21-43853" fmla="*/ 94 w 2254"/>
                  <a:gd name="connsiteY21-43854" fmla="*/ 1804 h 4213"/>
                  <a:gd name="connsiteX22-43855" fmla="*/ 98 w 2254"/>
                  <a:gd name="connsiteY22-43856" fmla="*/ 1634 h 4213"/>
                  <a:gd name="connsiteX23-43857" fmla="*/ 153 w 2254"/>
                  <a:gd name="connsiteY23-43858" fmla="*/ 1514 h 4213"/>
                  <a:gd name="connsiteX24-43859" fmla="*/ 196 w 2254"/>
                  <a:gd name="connsiteY24-43860" fmla="*/ 1306 h 4213"/>
                  <a:gd name="connsiteX25-43861" fmla="*/ 256 w 2254"/>
                  <a:gd name="connsiteY25-43862" fmla="*/ 1307 h 4213"/>
                  <a:gd name="connsiteX26-43863" fmla="*/ 579 w 2254"/>
                  <a:gd name="connsiteY26-43864" fmla="*/ 1286 h 4213"/>
                  <a:gd name="connsiteX27-43865" fmla="*/ 753 w 2254"/>
                  <a:gd name="connsiteY27-43866" fmla="*/ 1117 h 4213"/>
                  <a:gd name="connsiteX28-43867" fmla="*/ 822 w 2254"/>
                  <a:gd name="connsiteY28-43868" fmla="*/ 748 h 4213"/>
                  <a:gd name="connsiteX29-43869" fmla="*/ 932 w 2254"/>
                  <a:gd name="connsiteY29-43870" fmla="*/ 486 h 4213"/>
                  <a:gd name="connsiteX30-43871" fmla="*/ 930 w 2254"/>
                  <a:gd name="connsiteY30-43872" fmla="*/ 358 h 4213"/>
                  <a:gd name="connsiteX31-43873" fmla="*/ 917 w 2254"/>
                  <a:gd name="connsiteY31-43874" fmla="*/ 328 h 4213"/>
                  <a:gd name="connsiteX32-43875" fmla="*/ 850 w 2254"/>
                  <a:gd name="connsiteY32-43876" fmla="*/ 251 h 4213"/>
                  <a:gd name="connsiteX33-43877" fmla="*/ 790 w 2254"/>
                  <a:gd name="connsiteY33-43878" fmla="*/ 217 h 4213"/>
                  <a:gd name="connsiteX34-43879" fmla="*/ 915 w 2254"/>
                  <a:gd name="connsiteY34-43880" fmla="*/ 56 h 4213"/>
                  <a:gd name="connsiteX35-43881" fmla="*/ 1088 w 2254"/>
                  <a:gd name="connsiteY35-43882" fmla="*/ 2 h 4213"/>
                  <a:gd name="connsiteX36-43883" fmla="*/ 1120 w 2254"/>
                  <a:gd name="connsiteY36-43884" fmla="*/ 49 h 4213"/>
                  <a:gd name="connsiteX37-43885" fmla="*/ 1110 w 2254"/>
                  <a:gd name="connsiteY37-43886" fmla="*/ 133 h 4213"/>
                  <a:gd name="connsiteX38-43887" fmla="*/ 1049 w 2254"/>
                  <a:gd name="connsiteY38-43888" fmla="*/ 243 h 4213"/>
                  <a:gd name="connsiteX39-43889" fmla="*/ 1119 w 2254"/>
                  <a:gd name="connsiteY39-43890" fmla="*/ 301 h 4213"/>
                  <a:gd name="connsiteX40-43891" fmla="*/ 1233 w 2254"/>
                  <a:gd name="connsiteY40-43892" fmla="*/ 366 h 4213"/>
                  <a:gd name="connsiteX41-43893" fmla="*/ 1253 w 2254"/>
                  <a:gd name="connsiteY41-43894" fmla="*/ 255 h 4213"/>
                  <a:gd name="connsiteX42-43895" fmla="*/ 1387 w 2254"/>
                  <a:gd name="connsiteY42-43896" fmla="*/ 291 h 4213"/>
                  <a:gd name="connsiteX43-43897" fmla="*/ 1412 w 2254"/>
                  <a:gd name="connsiteY43-43898" fmla="*/ 331 h 4213"/>
                  <a:gd name="connsiteX44-43899" fmla="*/ 1488 w 2254"/>
                  <a:gd name="connsiteY44-43900" fmla="*/ 562 h 4213"/>
                  <a:gd name="connsiteX45-43901" fmla="*/ 1523 w 2254"/>
                  <a:gd name="connsiteY45-43902" fmla="*/ 586 h 4213"/>
                  <a:gd name="connsiteX46-43903" fmla="*/ 1615 w 2254"/>
                  <a:gd name="connsiteY46-43904" fmla="*/ 578 h 4213"/>
                  <a:gd name="connsiteX47-43905" fmla="*/ 1875 w 2254"/>
                  <a:gd name="connsiteY47-43906" fmla="*/ 490 h 4213"/>
                  <a:gd name="connsiteX48-43907" fmla="*/ 2095 w 2254"/>
                  <a:gd name="connsiteY48-43908" fmla="*/ 479 h 4213"/>
                  <a:gd name="connsiteX49-43909" fmla="*/ 2155 w 2254"/>
                  <a:gd name="connsiteY49-43910" fmla="*/ 648 h 4213"/>
                  <a:gd name="connsiteX50-43911" fmla="*/ 2073 w 2254"/>
                  <a:gd name="connsiteY50-43912" fmla="*/ 944 h 4213"/>
                  <a:gd name="connsiteX51-43913" fmla="*/ 2073 w 2254"/>
                  <a:gd name="connsiteY51-43914" fmla="*/ 1022 h 4213"/>
                  <a:gd name="connsiteX52-43915" fmla="*/ 2142 w 2254"/>
                  <a:gd name="connsiteY52-43916" fmla="*/ 1168 h 4213"/>
                  <a:gd name="connsiteX53-43917" fmla="*/ 2157 w 2254"/>
                  <a:gd name="connsiteY53-43918" fmla="*/ 1427 h 4213"/>
                  <a:gd name="connsiteX54-43919" fmla="*/ 2159 w 2254"/>
                  <a:gd name="connsiteY54-43920" fmla="*/ 1617 h 4213"/>
                  <a:gd name="connsiteX55-43921" fmla="*/ 2092 w 2254"/>
                  <a:gd name="connsiteY55-43922" fmla="*/ 1625 h 4213"/>
                  <a:gd name="connsiteX56-43923" fmla="*/ 2070 w 2254"/>
                  <a:gd name="connsiteY56-43924" fmla="*/ 1507 h 4213"/>
                  <a:gd name="connsiteX57-43925" fmla="*/ 2035 w 2254"/>
                  <a:gd name="connsiteY57-43926" fmla="*/ 1450 h 4213"/>
                  <a:gd name="connsiteX58-43927" fmla="*/ 1945 w 2254"/>
                  <a:gd name="connsiteY58-43928" fmla="*/ 1582 h 4213"/>
                  <a:gd name="connsiteX59-43929" fmla="*/ 1832 w 2254"/>
                  <a:gd name="connsiteY59-43930" fmla="*/ 1776 h 4213"/>
                  <a:gd name="connsiteX60-43931" fmla="*/ 1713 w 2254"/>
                  <a:gd name="connsiteY60-43932" fmla="*/ 1904 h 4213"/>
                  <a:gd name="connsiteX61-43933" fmla="*/ 1706 w 2254"/>
                  <a:gd name="connsiteY61-43934" fmla="*/ 2018 h 4213"/>
                  <a:gd name="connsiteX62-43935" fmla="*/ 1766 w 2254"/>
                  <a:gd name="connsiteY62-43936" fmla="*/ 2115 h 4213"/>
                  <a:gd name="connsiteX63-43937" fmla="*/ 1868 w 2254"/>
                  <a:gd name="connsiteY63-43938" fmla="*/ 2183 h 4213"/>
                  <a:gd name="connsiteX64-43939" fmla="*/ 1945 w 2254"/>
                  <a:gd name="connsiteY64-43940" fmla="*/ 2178 h 4213"/>
                  <a:gd name="connsiteX65-43941" fmla="*/ 1990 w 2254"/>
                  <a:gd name="connsiteY65-43942" fmla="*/ 2104 h 4213"/>
                  <a:gd name="connsiteX66-43943" fmla="*/ 2024 w 2254"/>
                  <a:gd name="connsiteY66-43944" fmla="*/ 2210 h 4213"/>
                  <a:gd name="connsiteX67-43945" fmla="*/ 1912 w 2254"/>
                  <a:gd name="connsiteY67-43946" fmla="*/ 2249 h 4213"/>
                  <a:gd name="connsiteX68-43947" fmla="*/ 1959 w 2254"/>
                  <a:gd name="connsiteY68-43948" fmla="*/ 2362 h 4213"/>
                  <a:gd name="connsiteX69-43949" fmla="*/ 1824 w 2254"/>
                  <a:gd name="connsiteY69-43950" fmla="*/ 2509 h 4213"/>
                  <a:gd name="connsiteX70-43951" fmla="*/ 1783 w 2254"/>
                  <a:gd name="connsiteY70-43952" fmla="*/ 2498 h 4213"/>
                  <a:gd name="connsiteX71-43953" fmla="*/ 1659 w 2254"/>
                  <a:gd name="connsiteY71-43954" fmla="*/ 2413 h 4213"/>
                  <a:gd name="connsiteX72-43955" fmla="*/ 1604 w 2254"/>
                  <a:gd name="connsiteY72-43956" fmla="*/ 2412 h 4213"/>
                  <a:gd name="connsiteX73-43957" fmla="*/ 1569 w 2254"/>
                  <a:gd name="connsiteY73-43958" fmla="*/ 2480 h 4213"/>
                  <a:gd name="connsiteX74-43959" fmla="*/ 1572 w 2254"/>
                  <a:gd name="connsiteY74-43960" fmla="*/ 2562 h 4213"/>
                  <a:gd name="connsiteX75-43961" fmla="*/ 1750 w 2254"/>
                  <a:gd name="connsiteY75-43962" fmla="*/ 2730 h 4213"/>
                  <a:gd name="connsiteX76-43963" fmla="*/ 1749 w 2254"/>
                  <a:gd name="connsiteY76-43964" fmla="*/ 2844 h 4213"/>
                  <a:gd name="connsiteX77-43965" fmla="*/ 1840 w 2254"/>
                  <a:gd name="connsiteY77-43966" fmla="*/ 3060 h 4213"/>
                  <a:gd name="connsiteX78-43967" fmla="*/ 1866 w 2254"/>
                  <a:gd name="connsiteY78-43968" fmla="*/ 3090 h 4213"/>
                  <a:gd name="connsiteX79-43969" fmla="*/ 1910 w 2254"/>
                  <a:gd name="connsiteY79-43970" fmla="*/ 3094 h 4213"/>
                  <a:gd name="connsiteX80-43971" fmla="*/ 1956 w 2254"/>
                  <a:gd name="connsiteY80-43972" fmla="*/ 3010 h 4213"/>
                  <a:gd name="connsiteX81-43973" fmla="*/ 2036 w 2254"/>
                  <a:gd name="connsiteY81-43974" fmla="*/ 2950 h 4213"/>
                  <a:gd name="connsiteX82-43975" fmla="*/ 2131 w 2254"/>
                  <a:gd name="connsiteY82-43976" fmla="*/ 3126 h 4213"/>
                  <a:gd name="connsiteX83-43977" fmla="*/ 2241 w 2254"/>
                  <a:gd name="connsiteY83-43978" fmla="*/ 3312 h 4213"/>
                  <a:gd name="connsiteX84-43979" fmla="*/ 2254 w 2254"/>
                  <a:gd name="connsiteY84-43980" fmla="*/ 3342 h 4213"/>
                  <a:gd name="connsiteX85-43981" fmla="*/ 2243 w 2254"/>
                  <a:gd name="connsiteY85-43982" fmla="*/ 3518 h 4213"/>
                  <a:gd name="connsiteX86-43983" fmla="*/ 2208 w 2254"/>
                  <a:gd name="connsiteY86-43984" fmla="*/ 3554 h 4213"/>
                  <a:gd name="connsiteX87-43985" fmla="*/ 2119 w 2254"/>
                  <a:gd name="connsiteY87-43986" fmla="*/ 3515 h 4213"/>
                  <a:gd name="connsiteX88-43987" fmla="*/ 1885 w 2254"/>
                  <a:gd name="connsiteY88-43988" fmla="*/ 3644 h 4213"/>
                  <a:gd name="connsiteX89-43989" fmla="*/ 1859 w 2254"/>
                  <a:gd name="connsiteY89-43990" fmla="*/ 3666 h 4213"/>
                  <a:gd name="connsiteX90-43991" fmla="*/ 1679 w 2254"/>
                  <a:gd name="connsiteY90-43992" fmla="*/ 3812 h 4213"/>
                  <a:gd name="connsiteX91-43993" fmla="*/ 1538 w 2254"/>
                  <a:gd name="connsiteY91-43994" fmla="*/ 3926 h 4213"/>
                  <a:gd name="connsiteX92-43995" fmla="*/ 1503 w 2254"/>
                  <a:gd name="connsiteY92-43996" fmla="*/ 3965 h 4213"/>
                  <a:gd name="connsiteX93-43997" fmla="*/ 1451 w 2254"/>
                  <a:gd name="connsiteY93-43998" fmla="*/ 3973 h 4213"/>
                  <a:gd name="connsiteX94-43999" fmla="*/ 1394 w 2254"/>
                  <a:gd name="connsiteY94-44000" fmla="*/ 3916 h 4213"/>
                  <a:gd name="connsiteX95-44001" fmla="*/ 1270 w 2254"/>
                  <a:gd name="connsiteY95-44002" fmla="*/ 3808 h 4213"/>
                  <a:gd name="connsiteX96-44003" fmla="*/ 1294 w 2254"/>
                  <a:gd name="connsiteY96-44004" fmla="*/ 4064 h 4213"/>
                  <a:gd name="connsiteX97-44005" fmla="*/ 1303 w 2254"/>
                  <a:gd name="connsiteY97-44006" fmla="*/ 4192 h 4213"/>
                  <a:gd name="connsiteX98-44007" fmla="*/ 1041 w 2254"/>
                  <a:gd name="connsiteY98-44008" fmla="*/ 4166 h 4213"/>
                  <a:gd name="connsiteX99-44009" fmla="*/ 959 w 2254"/>
                  <a:gd name="connsiteY99-44010" fmla="*/ 3987 h 4213"/>
                  <a:gd name="connsiteX100-44011" fmla="*/ 877 w 2254"/>
                  <a:gd name="connsiteY100-44012" fmla="*/ 3802 h 4213"/>
                  <a:gd name="connsiteX101-44013" fmla="*/ 798 w 2254"/>
                  <a:gd name="connsiteY101-44014" fmla="*/ 3734 h 4213"/>
                  <a:gd name="connsiteX0-44015" fmla="*/ 798 w 2254"/>
                  <a:gd name="connsiteY0-44016" fmla="*/ 3734 h 4213"/>
                  <a:gd name="connsiteX1-44017" fmla="*/ 679 w 2254"/>
                  <a:gd name="connsiteY1-44018" fmla="*/ 3800 h 4213"/>
                  <a:gd name="connsiteX2-44019" fmla="*/ 695 w 2254"/>
                  <a:gd name="connsiteY2-44020" fmla="*/ 3662 h 4213"/>
                  <a:gd name="connsiteX3-44021" fmla="*/ 633 w 2254"/>
                  <a:gd name="connsiteY3-44022" fmla="*/ 3500 h 4213"/>
                  <a:gd name="connsiteX4-44023" fmla="*/ 742 w 2254"/>
                  <a:gd name="connsiteY4-44024" fmla="*/ 3280 h 4213"/>
                  <a:gd name="connsiteX5-44025" fmla="*/ 932 w 2254"/>
                  <a:gd name="connsiteY5-44026" fmla="*/ 3195 h 4213"/>
                  <a:gd name="connsiteX6-44027" fmla="*/ 1045 w 2254"/>
                  <a:gd name="connsiteY6-44028" fmla="*/ 3058 h 4213"/>
                  <a:gd name="connsiteX7-44029" fmla="*/ 1112 w 2254"/>
                  <a:gd name="connsiteY7-44030" fmla="*/ 2878 h 4213"/>
                  <a:gd name="connsiteX8-44031" fmla="*/ 1068 w 2254"/>
                  <a:gd name="connsiteY8-44032" fmla="*/ 2333 h 4213"/>
                  <a:gd name="connsiteX9-44033" fmla="*/ 1066 w 2254"/>
                  <a:gd name="connsiteY9-44034" fmla="*/ 2117 h 4213"/>
                  <a:gd name="connsiteX10-44035" fmla="*/ 990 w 2254"/>
                  <a:gd name="connsiteY10-44036" fmla="*/ 2039 h 4213"/>
                  <a:gd name="connsiteX11-44037" fmla="*/ 847 w 2254"/>
                  <a:gd name="connsiteY11-44038" fmla="*/ 1951 h 4213"/>
                  <a:gd name="connsiteX12-44039" fmla="*/ 755 w 2254"/>
                  <a:gd name="connsiteY12-44040" fmla="*/ 1827 h 4213"/>
                  <a:gd name="connsiteX13-44041" fmla="*/ 659 w 2254"/>
                  <a:gd name="connsiteY13-44042" fmla="*/ 1828 h 4213"/>
                  <a:gd name="connsiteX14-44043" fmla="*/ 614 w 2254"/>
                  <a:gd name="connsiteY14-44044" fmla="*/ 1883 h 4213"/>
                  <a:gd name="connsiteX15-44045" fmla="*/ 521 w 2254"/>
                  <a:gd name="connsiteY15-44046" fmla="*/ 1877 h 4213"/>
                  <a:gd name="connsiteX16-44047" fmla="*/ 501 w 2254"/>
                  <a:gd name="connsiteY16-44048" fmla="*/ 1994 h 4213"/>
                  <a:gd name="connsiteX17-44049" fmla="*/ 320 w 2254"/>
                  <a:gd name="connsiteY17-44050" fmla="*/ 1941 h 4213"/>
                  <a:gd name="connsiteX18-44051" fmla="*/ 237 w 2254"/>
                  <a:gd name="connsiteY18-44052" fmla="*/ 1939 h 4213"/>
                  <a:gd name="connsiteX19-44053" fmla="*/ 112 w 2254"/>
                  <a:gd name="connsiteY19-44054" fmla="*/ 2014 h 4213"/>
                  <a:gd name="connsiteX20-44055" fmla="*/ 0 w 2254"/>
                  <a:gd name="connsiteY20-44056" fmla="*/ 1890 h 4213"/>
                  <a:gd name="connsiteX21-44057" fmla="*/ 94 w 2254"/>
                  <a:gd name="connsiteY21-44058" fmla="*/ 1804 h 4213"/>
                  <a:gd name="connsiteX22-44059" fmla="*/ 98 w 2254"/>
                  <a:gd name="connsiteY22-44060" fmla="*/ 1634 h 4213"/>
                  <a:gd name="connsiteX23-44061" fmla="*/ 153 w 2254"/>
                  <a:gd name="connsiteY23-44062" fmla="*/ 1514 h 4213"/>
                  <a:gd name="connsiteX24-44063" fmla="*/ 196 w 2254"/>
                  <a:gd name="connsiteY24-44064" fmla="*/ 1306 h 4213"/>
                  <a:gd name="connsiteX25-44065" fmla="*/ 256 w 2254"/>
                  <a:gd name="connsiteY25-44066" fmla="*/ 1307 h 4213"/>
                  <a:gd name="connsiteX26-44067" fmla="*/ 579 w 2254"/>
                  <a:gd name="connsiteY26-44068" fmla="*/ 1286 h 4213"/>
                  <a:gd name="connsiteX27-44069" fmla="*/ 753 w 2254"/>
                  <a:gd name="connsiteY27-44070" fmla="*/ 1117 h 4213"/>
                  <a:gd name="connsiteX28-44071" fmla="*/ 822 w 2254"/>
                  <a:gd name="connsiteY28-44072" fmla="*/ 748 h 4213"/>
                  <a:gd name="connsiteX29-44073" fmla="*/ 932 w 2254"/>
                  <a:gd name="connsiteY29-44074" fmla="*/ 486 h 4213"/>
                  <a:gd name="connsiteX30-44075" fmla="*/ 930 w 2254"/>
                  <a:gd name="connsiteY30-44076" fmla="*/ 358 h 4213"/>
                  <a:gd name="connsiteX31-44077" fmla="*/ 917 w 2254"/>
                  <a:gd name="connsiteY31-44078" fmla="*/ 328 h 4213"/>
                  <a:gd name="connsiteX32-44079" fmla="*/ 850 w 2254"/>
                  <a:gd name="connsiteY32-44080" fmla="*/ 251 h 4213"/>
                  <a:gd name="connsiteX33-44081" fmla="*/ 790 w 2254"/>
                  <a:gd name="connsiteY33-44082" fmla="*/ 217 h 4213"/>
                  <a:gd name="connsiteX34-44083" fmla="*/ 915 w 2254"/>
                  <a:gd name="connsiteY34-44084" fmla="*/ 56 h 4213"/>
                  <a:gd name="connsiteX35-44085" fmla="*/ 1088 w 2254"/>
                  <a:gd name="connsiteY35-44086" fmla="*/ 2 h 4213"/>
                  <a:gd name="connsiteX36-44087" fmla="*/ 1120 w 2254"/>
                  <a:gd name="connsiteY36-44088" fmla="*/ 49 h 4213"/>
                  <a:gd name="connsiteX37-44089" fmla="*/ 1110 w 2254"/>
                  <a:gd name="connsiteY37-44090" fmla="*/ 133 h 4213"/>
                  <a:gd name="connsiteX38-44091" fmla="*/ 1049 w 2254"/>
                  <a:gd name="connsiteY38-44092" fmla="*/ 243 h 4213"/>
                  <a:gd name="connsiteX39-44093" fmla="*/ 1119 w 2254"/>
                  <a:gd name="connsiteY39-44094" fmla="*/ 301 h 4213"/>
                  <a:gd name="connsiteX40-44095" fmla="*/ 1233 w 2254"/>
                  <a:gd name="connsiteY40-44096" fmla="*/ 366 h 4213"/>
                  <a:gd name="connsiteX41-44097" fmla="*/ 1253 w 2254"/>
                  <a:gd name="connsiteY41-44098" fmla="*/ 255 h 4213"/>
                  <a:gd name="connsiteX42-44099" fmla="*/ 1387 w 2254"/>
                  <a:gd name="connsiteY42-44100" fmla="*/ 291 h 4213"/>
                  <a:gd name="connsiteX43-44101" fmla="*/ 1412 w 2254"/>
                  <a:gd name="connsiteY43-44102" fmla="*/ 331 h 4213"/>
                  <a:gd name="connsiteX44-44103" fmla="*/ 1488 w 2254"/>
                  <a:gd name="connsiteY44-44104" fmla="*/ 562 h 4213"/>
                  <a:gd name="connsiteX45-44105" fmla="*/ 1523 w 2254"/>
                  <a:gd name="connsiteY45-44106" fmla="*/ 586 h 4213"/>
                  <a:gd name="connsiteX46-44107" fmla="*/ 1615 w 2254"/>
                  <a:gd name="connsiteY46-44108" fmla="*/ 578 h 4213"/>
                  <a:gd name="connsiteX47-44109" fmla="*/ 1875 w 2254"/>
                  <a:gd name="connsiteY47-44110" fmla="*/ 490 h 4213"/>
                  <a:gd name="connsiteX48-44111" fmla="*/ 2095 w 2254"/>
                  <a:gd name="connsiteY48-44112" fmla="*/ 479 h 4213"/>
                  <a:gd name="connsiteX49-44113" fmla="*/ 2155 w 2254"/>
                  <a:gd name="connsiteY49-44114" fmla="*/ 648 h 4213"/>
                  <a:gd name="connsiteX50-44115" fmla="*/ 2073 w 2254"/>
                  <a:gd name="connsiteY50-44116" fmla="*/ 944 h 4213"/>
                  <a:gd name="connsiteX51-44117" fmla="*/ 2073 w 2254"/>
                  <a:gd name="connsiteY51-44118" fmla="*/ 1022 h 4213"/>
                  <a:gd name="connsiteX52-44119" fmla="*/ 2142 w 2254"/>
                  <a:gd name="connsiteY52-44120" fmla="*/ 1168 h 4213"/>
                  <a:gd name="connsiteX53-44121" fmla="*/ 2157 w 2254"/>
                  <a:gd name="connsiteY53-44122" fmla="*/ 1427 h 4213"/>
                  <a:gd name="connsiteX54-44123" fmla="*/ 2159 w 2254"/>
                  <a:gd name="connsiteY54-44124" fmla="*/ 1617 h 4213"/>
                  <a:gd name="connsiteX55-44125" fmla="*/ 2092 w 2254"/>
                  <a:gd name="connsiteY55-44126" fmla="*/ 1625 h 4213"/>
                  <a:gd name="connsiteX56-44127" fmla="*/ 2070 w 2254"/>
                  <a:gd name="connsiteY56-44128" fmla="*/ 1507 h 4213"/>
                  <a:gd name="connsiteX57-44129" fmla="*/ 2035 w 2254"/>
                  <a:gd name="connsiteY57-44130" fmla="*/ 1450 h 4213"/>
                  <a:gd name="connsiteX58-44131" fmla="*/ 1945 w 2254"/>
                  <a:gd name="connsiteY58-44132" fmla="*/ 1582 h 4213"/>
                  <a:gd name="connsiteX59-44133" fmla="*/ 1832 w 2254"/>
                  <a:gd name="connsiteY59-44134" fmla="*/ 1776 h 4213"/>
                  <a:gd name="connsiteX60-44135" fmla="*/ 1713 w 2254"/>
                  <a:gd name="connsiteY60-44136" fmla="*/ 1904 h 4213"/>
                  <a:gd name="connsiteX61-44137" fmla="*/ 1706 w 2254"/>
                  <a:gd name="connsiteY61-44138" fmla="*/ 2018 h 4213"/>
                  <a:gd name="connsiteX62-44139" fmla="*/ 1766 w 2254"/>
                  <a:gd name="connsiteY62-44140" fmla="*/ 2115 h 4213"/>
                  <a:gd name="connsiteX63-44141" fmla="*/ 1868 w 2254"/>
                  <a:gd name="connsiteY63-44142" fmla="*/ 2183 h 4213"/>
                  <a:gd name="connsiteX64-44143" fmla="*/ 1945 w 2254"/>
                  <a:gd name="connsiteY64-44144" fmla="*/ 2178 h 4213"/>
                  <a:gd name="connsiteX65-44145" fmla="*/ 1990 w 2254"/>
                  <a:gd name="connsiteY65-44146" fmla="*/ 2104 h 4213"/>
                  <a:gd name="connsiteX66-44147" fmla="*/ 2024 w 2254"/>
                  <a:gd name="connsiteY66-44148" fmla="*/ 2210 h 4213"/>
                  <a:gd name="connsiteX67-44149" fmla="*/ 1912 w 2254"/>
                  <a:gd name="connsiteY67-44150" fmla="*/ 2249 h 4213"/>
                  <a:gd name="connsiteX68-44151" fmla="*/ 1959 w 2254"/>
                  <a:gd name="connsiteY68-44152" fmla="*/ 2362 h 4213"/>
                  <a:gd name="connsiteX69-44153" fmla="*/ 1824 w 2254"/>
                  <a:gd name="connsiteY69-44154" fmla="*/ 2509 h 4213"/>
                  <a:gd name="connsiteX70-44155" fmla="*/ 1783 w 2254"/>
                  <a:gd name="connsiteY70-44156" fmla="*/ 2498 h 4213"/>
                  <a:gd name="connsiteX71-44157" fmla="*/ 1659 w 2254"/>
                  <a:gd name="connsiteY71-44158" fmla="*/ 2413 h 4213"/>
                  <a:gd name="connsiteX72-44159" fmla="*/ 1604 w 2254"/>
                  <a:gd name="connsiteY72-44160" fmla="*/ 2412 h 4213"/>
                  <a:gd name="connsiteX73-44161" fmla="*/ 1569 w 2254"/>
                  <a:gd name="connsiteY73-44162" fmla="*/ 2480 h 4213"/>
                  <a:gd name="connsiteX74-44163" fmla="*/ 1572 w 2254"/>
                  <a:gd name="connsiteY74-44164" fmla="*/ 2562 h 4213"/>
                  <a:gd name="connsiteX75-44165" fmla="*/ 1750 w 2254"/>
                  <a:gd name="connsiteY75-44166" fmla="*/ 2730 h 4213"/>
                  <a:gd name="connsiteX76-44167" fmla="*/ 1749 w 2254"/>
                  <a:gd name="connsiteY76-44168" fmla="*/ 2844 h 4213"/>
                  <a:gd name="connsiteX77-44169" fmla="*/ 1840 w 2254"/>
                  <a:gd name="connsiteY77-44170" fmla="*/ 3060 h 4213"/>
                  <a:gd name="connsiteX78-44171" fmla="*/ 1866 w 2254"/>
                  <a:gd name="connsiteY78-44172" fmla="*/ 3090 h 4213"/>
                  <a:gd name="connsiteX79-44173" fmla="*/ 1910 w 2254"/>
                  <a:gd name="connsiteY79-44174" fmla="*/ 3094 h 4213"/>
                  <a:gd name="connsiteX80-44175" fmla="*/ 1956 w 2254"/>
                  <a:gd name="connsiteY80-44176" fmla="*/ 3010 h 4213"/>
                  <a:gd name="connsiteX81-44177" fmla="*/ 2036 w 2254"/>
                  <a:gd name="connsiteY81-44178" fmla="*/ 2950 h 4213"/>
                  <a:gd name="connsiteX82-44179" fmla="*/ 2131 w 2254"/>
                  <a:gd name="connsiteY82-44180" fmla="*/ 3126 h 4213"/>
                  <a:gd name="connsiteX83-44181" fmla="*/ 2241 w 2254"/>
                  <a:gd name="connsiteY83-44182" fmla="*/ 3312 h 4213"/>
                  <a:gd name="connsiteX84-44183" fmla="*/ 2254 w 2254"/>
                  <a:gd name="connsiteY84-44184" fmla="*/ 3342 h 4213"/>
                  <a:gd name="connsiteX85-44185" fmla="*/ 2243 w 2254"/>
                  <a:gd name="connsiteY85-44186" fmla="*/ 3518 h 4213"/>
                  <a:gd name="connsiteX86-44187" fmla="*/ 2208 w 2254"/>
                  <a:gd name="connsiteY86-44188" fmla="*/ 3554 h 4213"/>
                  <a:gd name="connsiteX87-44189" fmla="*/ 2119 w 2254"/>
                  <a:gd name="connsiteY87-44190" fmla="*/ 3515 h 4213"/>
                  <a:gd name="connsiteX88-44191" fmla="*/ 1885 w 2254"/>
                  <a:gd name="connsiteY88-44192" fmla="*/ 3644 h 4213"/>
                  <a:gd name="connsiteX89-44193" fmla="*/ 1859 w 2254"/>
                  <a:gd name="connsiteY89-44194" fmla="*/ 3666 h 4213"/>
                  <a:gd name="connsiteX90-44195" fmla="*/ 1679 w 2254"/>
                  <a:gd name="connsiteY90-44196" fmla="*/ 3812 h 4213"/>
                  <a:gd name="connsiteX91-44197" fmla="*/ 1538 w 2254"/>
                  <a:gd name="connsiteY91-44198" fmla="*/ 3926 h 4213"/>
                  <a:gd name="connsiteX92-44199" fmla="*/ 1503 w 2254"/>
                  <a:gd name="connsiteY92-44200" fmla="*/ 3965 h 4213"/>
                  <a:gd name="connsiteX93-44201" fmla="*/ 1451 w 2254"/>
                  <a:gd name="connsiteY93-44202" fmla="*/ 3973 h 4213"/>
                  <a:gd name="connsiteX94-44203" fmla="*/ 1394 w 2254"/>
                  <a:gd name="connsiteY94-44204" fmla="*/ 3916 h 4213"/>
                  <a:gd name="connsiteX95-44205" fmla="*/ 1270 w 2254"/>
                  <a:gd name="connsiteY95-44206" fmla="*/ 3808 h 4213"/>
                  <a:gd name="connsiteX96-44207" fmla="*/ 1294 w 2254"/>
                  <a:gd name="connsiteY96-44208" fmla="*/ 4064 h 4213"/>
                  <a:gd name="connsiteX97-44209" fmla="*/ 1303 w 2254"/>
                  <a:gd name="connsiteY97-44210" fmla="*/ 4192 h 4213"/>
                  <a:gd name="connsiteX98-44211" fmla="*/ 1041 w 2254"/>
                  <a:gd name="connsiteY98-44212" fmla="*/ 4166 h 4213"/>
                  <a:gd name="connsiteX99-44213" fmla="*/ 959 w 2254"/>
                  <a:gd name="connsiteY99-44214" fmla="*/ 3987 h 4213"/>
                  <a:gd name="connsiteX100-44215" fmla="*/ 877 w 2254"/>
                  <a:gd name="connsiteY100-44216" fmla="*/ 3802 h 4213"/>
                  <a:gd name="connsiteX101-44217" fmla="*/ 798 w 2254"/>
                  <a:gd name="connsiteY101-44218" fmla="*/ 3734 h 4213"/>
                  <a:gd name="connsiteX0-44219" fmla="*/ 798 w 2254"/>
                  <a:gd name="connsiteY0-44220" fmla="*/ 3734 h 4213"/>
                  <a:gd name="connsiteX1-44221" fmla="*/ 679 w 2254"/>
                  <a:gd name="connsiteY1-44222" fmla="*/ 3800 h 4213"/>
                  <a:gd name="connsiteX2-44223" fmla="*/ 695 w 2254"/>
                  <a:gd name="connsiteY2-44224" fmla="*/ 3662 h 4213"/>
                  <a:gd name="connsiteX3-44225" fmla="*/ 633 w 2254"/>
                  <a:gd name="connsiteY3-44226" fmla="*/ 3500 h 4213"/>
                  <a:gd name="connsiteX4-44227" fmla="*/ 742 w 2254"/>
                  <a:gd name="connsiteY4-44228" fmla="*/ 3280 h 4213"/>
                  <a:gd name="connsiteX5-44229" fmla="*/ 932 w 2254"/>
                  <a:gd name="connsiteY5-44230" fmla="*/ 3195 h 4213"/>
                  <a:gd name="connsiteX6-44231" fmla="*/ 1107 w 2254"/>
                  <a:gd name="connsiteY6-44232" fmla="*/ 3058 h 4213"/>
                  <a:gd name="connsiteX7-44233" fmla="*/ 1112 w 2254"/>
                  <a:gd name="connsiteY7-44234" fmla="*/ 2878 h 4213"/>
                  <a:gd name="connsiteX8-44235" fmla="*/ 1068 w 2254"/>
                  <a:gd name="connsiteY8-44236" fmla="*/ 2333 h 4213"/>
                  <a:gd name="connsiteX9-44237" fmla="*/ 1066 w 2254"/>
                  <a:gd name="connsiteY9-44238" fmla="*/ 2117 h 4213"/>
                  <a:gd name="connsiteX10-44239" fmla="*/ 990 w 2254"/>
                  <a:gd name="connsiteY10-44240" fmla="*/ 2039 h 4213"/>
                  <a:gd name="connsiteX11-44241" fmla="*/ 847 w 2254"/>
                  <a:gd name="connsiteY11-44242" fmla="*/ 1951 h 4213"/>
                  <a:gd name="connsiteX12-44243" fmla="*/ 755 w 2254"/>
                  <a:gd name="connsiteY12-44244" fmla="*/ 1827 h 4213"/>
                  <a:gd name="connsiteX13-44245" fmla="*/ 659 w 2254"/>
                  <a:gd name="connsiteY13-44246" fmla="*/ 1828 h 4213"/>
                  <a:gd name="connsiteX14-44247" fmla="*/ 614 w 2254"/>
                  <a:gd name="connsiteY14-44248" fmla="*/ 1883 h 4213"/>
                  <a:gd name="connsiteX15-44249" fmla="*/ 521 w 2254"/>
                  <a:gd name="connsiteY15-44250" fmla="*/ 1877 h 4213"/>
                  <a:gd name="connsiteX16-44251" fmla="*/ 501 w 2254"/>
                  <a:gd name="connsiteY16-44252" fmla="*/ 1994 h 4213"/>
                  <a:gd name="connsiteX17-44253" fmla="*/ 320 w 2254"/>
                  <a:gd name="connsiteY17-44254" fmla="*/ 1941 h 4213"/>
                  <a:gd name="connsiteX18-44255" fmla="*/ 237 w 2254"/>
                  <a:gd name="connsiteY18-44256" fmla="*/ 1939 h 4213"/>
                  <a:gd name="connsiteX19-44257" fmla="*/ 112 w 2254"/>
                  <a:gd name="connsiteY19-44258" fmla="*/ 2014 h 4213"/>
                  <a:gd name="connsiteX20-44259" fmla="*/ 0 w 2254"/>
                  <a:gd name="connsiteY20-44260" fmla="*/ 1890 h 4213"/>
                  <a:gd name="connsiteX21-44261" fmla="*/ 94 w 2254"/>
                  <a:gd name="connsiteY21-44262" fmla="*/ 1804 h 4213"/>
                  <a:gd name="connsiteX22-44263" fmla="*/ 98 w 2254"/>
                  <a:gd name="connsiteY22-44264" fmla="*/ 1634 h 4213"/>
                  <a:gd name="connsiteX23-44265" fmla="*/ 153 w 2254"/>
                  <a:gd name="connsiteY23-44266" fmla="*/ 1514 h 4213"/>
                  <a:gd name="connsiteX24-44267" fmla="*/ 196 w 2254"/>
                  <a:gd name="connsiteY24-44268" fmla="*/ 1306 h 4213"/>
                  <a:gd name="connsiteX25-44269" fmla="*/ 256 w 2254"/>
                  <a:gd name="connsiteY25-44270" fmla="*/ 1307 h 4213"/>
                  <a:gd name="connsiteX26-44271" fmla="*/ 579 w 2254"/>
                  <a:gd name="connsiteY26-44272" fmla="*/ 1286 h 4213"/>
                  <a:gd name="connsiteX27-44273" fmla="*/ 753 w 2254"/>
                  <a:gd name="connsiteY27-44274" fmla="*/ 1117 h 4213"/>
                  <a:gd name="connsiteX28-44275" fmla="*/ 822 w 2254"/>
                  <a:gd name="connsiteY28-44276" fmla="*/ 748 h 4213"/>
                  <a:gd name="connsiteX29-44277" fmla="*/ 932 w 2254"/>
                  <a:gd name="connsiteY29-44278" fmla="*/ 486 h 4213"/>
                  <a:gd name="connsiteX30-44279" fmla="*/ 930 w 2254"/>
                  <a:gd name="connsiteY30-44280" fmla="*/ 358 h 4213"/>
                  <a:gd name="connsiteX31-44281" fmla="*/ 917 w 2254"/>
                  <a:gd name="connsiteY31-44282" fmla="*/ 328 h 4213"/>
                  <a:gd name="connsiteX32-44283" fmla="*/ 850 w 2254"/>
                  <a:gd name="connsiteY32-44284" fmla="*/ 251 h 4213"/>
                  <a:gd name="connsiteX33-44285" fmla="*/ 790 w 2254"/>
                  <a:gd name="connsiteY33-44286" fmla="*/ 217 h 4213"/>
                  <a:gd name="connsiteX34-44287" fmla="*/ 915 w 2254"/>
                  <a:gd name="connsiteY34-44288" fmla="*/ 56 h 4213"/>
                  <a:gd name="connsiteX35-44289" fmla="*/ 1088 w 2254"/>
                  <a:gd name="connsiteY35-44290" fmla="*/ 2 h 4213"/>
                  <a:gd name="connsiteX36-44291" fmla="*/ 1120 w 2254"/>
                  <a:gd name="connsiteY36-44292" fmla="*/ 49 h 4213"/>
                  <a:gd name="connsiteX37-44293" fmla="*/ 1110 w 2254"/>
                  <a:gd name="connsiteY37-44294" fmla="*/ 133 h 4213"/>
                  <a:gd name="connsiteX38-44295" fmla="*/ 1049 w 2254"/>
                  <a:gd name="connsiteY38-44296" fmla="*/ 243 h 4213"/>
                  <a:gd name="connsiteX39-44297" fmla="*/ 1119 w 2254"/>
                  <a:gd name="connsiteY39-44298" fmla="*/ 301 h 4213"/>
                  <a:gd name="connsiteX40-44299" fmla="*/ 1233 w 2254"/>
                  <a:gd name="connsiteY40-44300" fmla="*/ 366 h 4213"/>
                  <a:gd name="connsiteX41-44301" fmla="*/ 1253 w 2254"/>
                  <a:gd name="connsiteY41-44302" fmla="*/ 255 h 4213"/>
                  <a:gd name="connsiteX42-44303" fmla="*/ 1387 w 2254"/>
                  <a:gd name="connsiteY42-44304" fmla="*/ 291 h 4213"/>
                  <a:gd name="connsiteX43-44305" fmla="*/ 1412 w 2254"/>
                  <a:gd name="connsiteY43-44306" fmla="*/ 331 h 4213"/>
                  <a:gd name="connsiteX44-44307" fmla="*/ 1488 w 2254"/>
                  <a:gd name="connsiteY44-44308" fmla="*/ 562 h 4213"/>
                  <a:gd name="connsiteX45-44309" fmla="*/ 1523 w 2254"/>
                  <a:gd name="connsiteY45-44310" fmla="*/ 586 h 4213"/>
                  <a:gd name="connsiteX46-44311" fmla="*/ 1615 w 2254"/>
                  <a:gd name="connsiteY46-44312" fmla="*/ 578 h 4213"/>
                  <a:gd name="connsiteX47-44313" fmla="*/ 1875 w 2254"/>
                  <a:gd name="connsiteY47-44314" fmla="*/ 490 h 4213"/>
                  <a:gd name="connsiteX48-44315" fmla="*/ 2095 w 2254"/>
                  <a:gd name="connsiteY48-44316" fmla="*/ 479 h 4213"/>
                  <a:gd name="connsiteX49-44317" fmla="*/ 2155 w 2254"/>
                  <a:gd name="connsiteY49-44318" fmla="*/ 648 h 4213"/>
                  <a:gd name="connsiteX50-44319" fmla="*/ 2073 w 2254"/>
                  <a:gd name="connsiteY50-44320" fmla="*/ 944 h 4213"/>
                  <a:gd name="connsiteX51-44321" fmla="*/ 2073 w 2254"/>
                  <a:gd name="connsiteY51-44322" fmla="*/ 1022 h 4213"/>
                  <a:gd name="connsiteX52-44323" fmla="*/ 2142 w 2254"/>
                  <a:gd name="connsiteY52-44324" fmla="*/ 1168 h 4213"/>
                  <a:gd name="connsiteX53-44325" fmla="*/ 2157 w 2254"/>
                  <a:gd name="connsiteY53-44326" fmla="*/ 1427 h 4213"/>
                  <a:gd name="connsiteX54-44327" fmla="*/ 2159 w 2254"/>
                  <a:gd name="connsiteY54-44328" fmla="*/ 1617 h 4213"/>
                  <a:gd name="connsiteX55-44329" fmla="*/ 2092 w 2254"/>
                  <a:gd name="connsiteY55-44330" fmla="*/ 1625 h 4213"/>
                  <a:gd name="connsiteX56-44331" fmla="*/ 2070 w 2254"/>
                  <a:gd name="connsiteY56-44332" fmla="*/ 1507 h 4213"/>
                  <a:gd name="connsiteX57-44333" fmla="*/ 2035 w 2254"/>
                  <a:gd name="connsiteY57-44334" fmla="*/ 1450 h 4213"/>
                  <a:gd name="connsiteX58-44335" fmla="*/ 1945 w 2254"/>
                  <a:gd name="connsiteY58-44336" fmla="*/ 1582 h 4213"/>
                  <a:gd name="connsiteX59-44337" fmla="*/ 1832 w 2254"/>
                  <a:gd name="connsiteY59-44338" fmla="*/ 1776 h 4213"/>
                  <a:gd name="connsiteX60-44339" fmla="*/ 1713 w 2254"/>
                  <a:gd name="connsiteY60-44340" fmla="*/ 1904 h 4213"/>
                  <a:gd name="connsiteX61-44341" fmla="*/ 1706 w 2254"/>
                  <a:gd name="connsiteY61-44342" fmla="*/ 2018 h 4213"/>
                  <a:gd name="connsiteX62-44343" fmla="*/ 1766 w 2254"/>
                  <a:gd name="connsiteY62-44344" fmla="*/ 2115 h 4213"/>
                  <a:gd name="connsiteX63-44345" fmla="*/ 1868 w 2254"/>
                  <a:gd name="connsiteY63-44346" fmla="*/ 2183 h 4213"/>
                  <a:gd name="connsiteX64-44347" fmla="*/ 1945 w 2254"/>
                  <a:gd name="connsiteY64-44348" fmla="*/ 2178 h 4213"/>
                  <a:gd name="connsiteX65-44349" fmla="*/ 1990 w 2254"/>
                  <a:gd name="connsiteY65-44350" fmla="*/ 2104 h 4213"/>
                  <a:gd name="connsiteX66-44351" fmla="*/ 2024 w 2254"/>
                  <a:gd name="connsiteY66-44352" fmla="*/ 2210 h 4213"/>
                  <a:gd name="connsiteX67-44353" fmla="*/ 1912 w 2254"/>
                  <a:gd name="connsiteY67-44354" fmla="*/ 2249 h 4213"/>
                  <a:gd name="connsiteX68-44355" fmla="*/ 1959 w 2254"/>
                  <a:gd name="connsiteY68-44356" fmla="*/ 2362 h 4213"/>
                  <a:gd name="connsiteX69-44357" fmla="*/ 1824 w 2254"/>
                  <a:gd name="connsiteY69-44358" fmla="*/ 2509 h 4213"/>
                  <a:gd name="connsiteX70-44359" fmla="*/ 1783 w 2254"/>
                  <a:gd name="connsiteY70-44360" fmla="*/ 2498 h 4213"/>
                  <a:gd name="connsiteX71-44361" fmla="*/ 1659 w 2254"/>
                  <a:gd name="connsiteY71-44362" fmla="*/ 2413 h 4213"/>
                  <a:gd name="connsiteX72-44363" fmla="*/ 1604 w 2254"/>
                  <a:gd name="connsiteY72-44364" fmla="*/ 2412 h 4213"/>
                  <a:gd name="connsiteX73-44365" fmla="*/ 1569 w 2254"/>
                  <a:gd name="connsiteY73-44366" fmla="*/ 2480 h 4213"/>
                  <a:gd name="connsiteX74-44367" fmla="*/ 1572 w 2254"/>
                  <a:gd name="connsiteY74-44368" fmla="*/ 2562 h 4213"/>
                  <a:gd name="connsiteX75-44369" fmla="*/ 1750 w 2254"/>
                  <a:gd name="connsiteY75-44370" fmla="*/ 2730 h 4213"/>
                  <a:gd name="connsiteX76-44371" fmla="*/ 1749 w 2254"/>
                  <a:gd name="connsiteY76-44372" fmla="*/ 2844 h 4213"/>
                  <a:gd name="connsiteX77-44373" fmla="*/ 1840 w 2254"/>
                  <a:gd name="connsiteY77-44374" fmla="*/ 3060 h 4213"/>
                  <a:gd name="connsiteX78-44375" fmla="*/ 1866 w 2254"/>
                  <a:gd name="connsiteY78-44376" fmla="*/ 3090 h 4213"/>
                  <a:gd name="connsiteX79-44377" fmla="*/ 1910 w 2254"/>
                  <a:gd name="connsiteY79-44378" fmla="*/ 3094 h 4213"/>
                  <a:gd name="connsiteX80-44379" fmla="*/ 1956 w 2254"/>
                  <a:gd name="connsiteY80-44380" fmla="*/ 3010 h 4213"/>
                  <a:gd name="connsiteX81-44381" fmla="*/ 2036 w 2254"/>
                  <a:gd name="connsiteY81-44382" fmla="*/ 2950 h 4213"/>
                  <a:gd name="connsiteX82-44383" fmla="*/ 2131 w 2254"/>
                  <a:gd name="connsiteY82-44384" fmla="*/ 3126 h 4213"/>
                  <a:gd name="connsiteX83-44385" fmla="*/ 2241 w 2254"/>
                  <a:gd name="connsiteY83-44386" fmla="*/ 3312 h 4213"/>
                  <a:gd name="connsiteX84-44387" fmla="*/ 2254 w 2254"/>
                  <a:gd name="connsiteY84-44388" fmla="*/ 3342 h 4213"/>
                  <a:gd name="connsiteX85-44389" fmla="*/ 2243 w 2254"/>
                  <a:gd name="connsiteY85-44390" fmla="*/ 3518 h 4213"/>
                  <a:gd name="connsiteX86-44391" fmla="*/ 2208 w 2254"/>
                  <a:gd name="connsiteY86-44392" fmla="*/ 3554 h 4213"/>
                  <a:gd name="connsiteX87-44393" fmla="*/ 2119 w 2254"/>
                  <a:gd name="connsiteY87-44394" fmla="*/ 3515 h 4213"/>
                  <a:gd name="connsiteX88-44395" fmla="*/ 1885 w 2254"/>
                  <a:gd name="connsiteY88-44396" fmla="*/ 3644 h 4213"/>
                  <a:gd name="connsiteX89-44397" fmla="*/ 1859 w 2254"/>
                  <a:gd name="connsiteY89-44398" fmla="*/ 3666 h 4213"/>
                  <a:gd name="connsiteX90-44399" fmla="*/ 1679 w 2254"/>
                  <a:gd name="connsiteY90-44400" fmla="*/ 3812 h 4213"/>
                  <a:gd name="connsiteX91-44401" fmla="*/ 1538 w 2254"/>
                  <a:gd name="connsiteY91-44402" fmla="*/ 3926 h 4213"/>
                  <a:gd name="connsiteX92-44403" fmla="*/ 1503 w 2254"/>
                  <a:gd name="connsiteY92-44404" fmla="*/ 3965 h 4213"/>
                  <a:gd name="connsiteX93-44405" fmla="*/ 1451 w 2254"/>
                  <a:gd name="connsiteY93-44406" fmla="*/ 3973 h 4213"/>
                  <a:gd name="connsiteX94-44407" fmla="*/ 1394 w 2254"/>
                  <a:gd name="connsiteY94-44408" fmla="*/ 3916 h 4213"/>
                  <a:gd name="connsiteX95-44409" fmla="*/ 1270 w 2254"/>
                  <a:gd name="connsiteY95-44410" fmla="*/ 3808 h 4213"/>
                  <a:gd name="connsiteX96-44411" fmla="*/ 1294 w 2254"/>
                  <a:gd name="connsiteY96-44412" fmla="*/ 4064 h 4213"/>
                  <a:gd name="connsiteX97-44413" fmla="*/ 1303 w 2254"/>
                  <a:gd name="connsiteY97-44414" fmla="*/ 4192 h 4213"/>
                  <a:gd name="connsiteX98-44415" fmla="*/ 1041 w 2254"/>
                  <a:gd name="connsiteY98-44416" fmla="*/ 4166 h 4213"/>
                  <a:gd name="connsiteX99-44417" fmla="*/ 959 w 2254"/>
                  <a:gd name="connsiteY99-44418" fmla="*/ 3987 h 4213"/>
                  <a:gd name="connsiteX100-44419" fmla="*/ 877 w 2254"/>
                  <a:gd name="connsiteY100-44420" fmla="*/ 3802 h 4213"/>
                  <a:gd name="connsiteX101-44421" fmla="*/ 798 w 2254"/>
                  <a:gd name="connsiteY101-44422" fmla="*/ 3734 h 4213"/>
                  <a:gd name="connsiteX0-44423" fmla="*/ 798 w 2254"/>
                  <a:gd name="connsiteY0-44424" fmla="*/ 3734 h 4213"/>
                  <a:gd name="connsiteX1-44425" fmla="*/ 679 w 2254"/>
                  <a:gd name="connsiteY1-44426" fmla="*/ 3800 h 4213"/>
                  <a:gd name="connsiteX2-44427" fmla="*/ 695 w 2254"/>
                  <a:gd name="connsiteY2-44428" fmla="*/ 3662 h 4213"/>
                  <a:gd name="connsiteX3-44429" fmla="*/ 633 w 2254"/>
                  <a:gd name="connsiteY3-44430" fmla="*/ 3500 h 4213"/>
                  <a:gd name="connsiteX4-44431" fmla="*/ 742 w 2254"/>
                  <a:gd name="connsiteY4-44432" fmla="*/ 3280 h 4213"/>
                  <a:gd name="connsiteX5-44433" fmla="*/ 932 w 2254"/>
                  <a:gd name="connsiteY5-44434" fmla="*/ 3195 h 4213"/>
                  <a:gd name="connsiteX6-44435" fmla="*/ 1107 w 2254"/>
                  <a:gd name="connsiteY6-44436" fmla="*/ 3058 h 4213"/>
                  <a:gd name="connsiteX7-44437" fmla="*/ 1112 w 2254"/>
                  <a:gd name="connsiteY7-44438" fmla="*/ 2878 h 4213"/>
                  <a:gd name="connsiteX8-44439" fmla="*/ 1068 w 2254"/>
                  <a:gd name="connsiteY8-44440" fmla="*/ 2333 h 4213"/>
                  <a:gd name="connsiteX9-44441" fmla="*/ 1066 w 2254"/>
                  <a:gd name="connsiteY9-44442" fmla="*/ 2117 h 4213"/>
                  <a:gd name="connsiteX10-44443" fmla="*/ 990 w 2254"/>
                  <a:gd name="connsiteY10-44444" fmla="*/ 2039 h 4213"/>
                  <a:gd name="connsiteX11-44445" fmla="*/ 847 w 2254"/>
                  <a:gd name="connsiteY11-44446" fmla="*/ 1951 h 4213"/>
                  <a:gd name="connsiteX12-44447" fmla="*/ 755 w 2254"/>
                  <a:gd name="connsiteY12-44448" fmla="*/ 1827 h 4213"/>
                  <a:gd name="connsiteX13-44449" fmla="*/ 659 w 2254"/>
                  <a:gd name="connsiteY13-44450" fmla="*/ 1828 h 4213"/>
                  <a:gd name="connsiteX14-44451" fmla="*/ 614 w 2254"/>
                  <a:gd name="connsiteY14-44452" fmla="*/ 1883 h 4213"/>
                  <a:gd name="connsiteX15-44453" fmla="*/ 521 w 2254"/>
                  <a:gd name="connsiteY15-44454" fmla="*/ 1877 h 4213"/>
                  <a:gd name="connsiteX16-44455" fmla="*/ 501 w 2254"/>
                  <a:gd name="connsiteY16-44456" fmla="*/ 1994 h 4213"/>
                  <a:gd name="connsiteX17-44457" fmla="*/ 320 w 2254"/>
                  <a:gd name="connsiteY17-44458" fmla="*/ 1941 h 4213"/>
                  <a:gd name="connsiteX18-44459" fmla="*/ 237 w 2254"/>
                  <a:gd name="connsiteY18-44460" fmla="*/ 1939 h 4213"/>
                  <a:gd name="connsiteX19-44461" fmla="*/ 112 w 2254"/>
                  <a:gd name="connsiteY19-44462" fmla="*/ 2014 h 4213"/>
                  <a:gd name="connsiteX20-44463" fmla="*/ 0 w 2254"/>
                  <a:gd name="connsiteY20-44464" fmla="*/ 1890 h 4213"/>
                  <a:gd name="connsiteX21-44465" fmla="*/ 94 w 2254"/>
                  <a:gd name="connsiteY21-44466" fmla="*/ 1804 h 4213"/>
                  <a:gd name="connsiteX22-44467" fmla="*/ 98 w 2254"/>
                  <a:gd name="connsiteY22-44468" fmla="*/ 1634 h 4213"/>
                  <a:gd name="connsiteX23-44469" fmla="*/ 153 w 2254"/>
                  <a:gd name="connsiteY23-44470" fmla="*/ 1514 h 4213"/>
                  <a:gd name="connsiteX24-44471" fmla="*/ 196 w 2254"/>
                  <a:gd name="connsiteY24-44472" fmla="*/ 1306 h 4213"/>
                  <a:gd name="connsiteX25-44473" fmla="*/ 256 w 2254"/>
                  <a:gd name="connsiteY25-44474" fmla="*/ 1307 h 4213"/>
                  <a:gd name="connsiteX26-44475" fmla="*/ 579 w 2254"/>
                  <a:gd name="connsiteY26-44476" fmla="*/ 1286 h 4213"/>
                  <a:gd name="connsiteX27-44477" fmla="*/ 753 w 2254"/>
                  <a:gd name="connsiteY27-44478" fmla="*/ 1117 h 4213"/>
                  <a:gd name="connsiteX28-44479" fmla="*/ 822 w 2254"/>
                  <a:gd name="connsiteY28-44480" fmla="*/ 748 h 4213"/>
                  <a:gd name="connsiteX29-44481" fmla="*/ 932 w 2254"/>
                  <a:gd name="connsiteY29-44482" fmla="*/ 486 h 4213"/>
                  <a:gd name="connsiteX30-44483" fmla="*/ 930 w 2254"/>
                  <a:gd name="connsiteY30-44484" fmla="*/ 358 h 4213"/>
                  <a:gd name="connsiteX31-44485" fmla="*/ 917 w 2254"/>
                  <a:gd name="connsiteY31-44486" fmla="*/ 328 h 4213"/>
                  <a:gd name="connsiteX32-44487" fmla="*/ 850 w 2254"/>
                  <a:gd name="connsiteY32-44488" fmla="*/ 251 h 4213"/>
                  <a:gd name="connsiteX33-44489" fmla="*/ 790 w 2254"/>
                  <a:gd name="connsiteY33-44490" fmla="*/ 217 h 4213"/>
                  <a:gd name="connsiteX34-44491" fmla="*/ 915 w 2254"/>
                  <a:gd name="connsiteY34-44492" fmla="*/ 56 h 4213"/>
                  <a:gd name="connsiteX35-44493" fmla="*/ 1088 w 2254"/>
                  <a:gd name="connsiteY35-44494" fmla="*/ 2 h 4213"/>
                  <a:gd name="connsiteX36-44495" fmla="*/ 1120 w 2254"/>
                  <a:gd name="connsiteY36-44496" fmla="*/ 49 h 4213"/>
                  <a:gd name="connsiteX37-44497" fmla="*/ 1110 w 2254"/>
                  <a:gd name="connsiteY37-44498" fmla="*/ 133 h 4213"/>
                  <a:gd name="connsiteX38-44499" fmla="*/ 1049 w 2254"/>
                  <a:gd name="connsiteY38-44500" fmla="*/ 243 h 4213"/>
                  <a:gd name="connsiteX39-44501" fmla="*/ 1119 w 2254"/>
                  <a:gd name="connsiteY39-44502" fmla="*/ 301 h 4213"/>
                  <a:gd name="connsiteX40-44503" fmla="*/ 1233 w 2254"/>
                  <a:gd name="connsiteY40-44504" fmla="*/ 366 h 4213"/>
                  <a:gd name="connsiteX41-44505" fmla="*/ 1253 w 2254"/>
                  <a:gd name="connsiteY41-44506" fmla="*/ 255 h 4213"/>
                  <a:gd name="connsiteX42-44507" fmla="*/ 1387 w 2254"/>
                  <a:gd name="connsiteY42-44508" fmla="*/ 291 h 4213"/>
                  <a:gd name="connsiteX43-44509" fmla="*/ 1412 w 2254"/>
                  <a:gd name="connsiteY43-44510" fmla="*/ 331 h 4213"/>
                  <a:gd name="connsiteX44-44511" fmla="*/ 1488 w 2254"/>
                  <a:gd name="connsiteY44-44512" fmla="*/ 562 h 4213"/>
                  <a:gd name="connsiteX45-44513" fmla="*/ 1523 w 2254"/>
                  <a:gd name="connsiteY45-44514" fmla="*/ 586 h 4213"/>
                  <a:gd name="connsiteX46-44515" fmla="*/ 1615 w 2254"/>
                  <a:gd name="connsiteY46-44516" fmla="*/ 578 h 4213"/>
                  <a:gd name="connsiteX47-44517" fmla="*/ 1875 w 2254"/>
                  <a:gd name="connsiteY47-44518" fmla="*/ 490 h 4213"/>
                  <a:gd name="connsiteX48-44519" fmla="*/ 2095 w 2254"/>
                  <a:gd name="connsiteY48-44520" fmla="*/ 479 h 4213"/>
                  <a:gd name="connsiteX49-44521" fmla="*/ 2155 w 2254"/>
                  <a:gd name="connsiteY49-44522" fmla="*/ 648 h 4213"/>
                  <a:gd name="connsiteX50-44523" fmla="*/ 2073 w 2254"/>
                  <a:gd name="connsiteY50-44524" fmla="*/ 944 h 4213"/>
                  <a:gd name="connsiteX51-44525" fmla="*/ 2073 w 2254"/>
                  <a:gd name="connsiteY51-44526" fmla="*/ 1022 h 4213"/>
                  <a:gd name="connsiteX52-44527" fmla="*/ 2142 w 2254"/>
                  <a:gd name="connsiteY52-44528" fmla="*/ 1168 h 4213"/>
                  <a:gd name="connsiteX53-44529" fmla="*/ 2157 w 2254"/>
                  <a:gd name="connsiteY53-44530" fmla="*/ 1427 h 4213"/>
                  <a:gd name="connsiteX54-44531" fmla="*/ 2159 w 2254"/>
                  <a:gd name="connsiteY54-44532" fmla="*/ 1617 h 4213"/>
                  <a:gd name="connsiteX55-44533" fmla="*/ 2092 w 2254"/>
                  <a:gd name="connsiteY55-44534" fmla="*/ 1625 h 4213"/>
                  <a:gd name="connsiteX56-44535" fmla="*/ 2070 w 2254"/>
                  <a:gd name="connsiteY56-44536" fmla="*/ 1507 h 4213"/>
                  <a:gd name="connsiteX57-44537" fmla="*/ 2035 w 2254"/>
                  <a:gd name="connsiteY57-44538" fmla="*/ 1450 h 4213"/>
                  <a:gd name="connsiteX58-44539" fmla="*/ 1945 w 2254"/>
                  <a:gd name="connsiteY58-44540" fmla="*/ 1582 h 4213"/>
                  <a:gd name="connsiteX59-44541" fmla="*/ 1832 w 2254"/>
                  <a:gd name="connsiteY59-44542" fmla="*/ 1776 h 4213"/>
                  <a:gd name="connsiteX60-44543" fmla="*/ 1713 w 2254"/>
                  <a:gd name="connsiteY60-44544" fmla="*/ 1904 h 4213"/>
                  <a:gd name="connsiteX61-44545" fmla="*/ 1706 w 2254"/>
                  <a:gd name="connsiteY61-44546" fmla="*/ 2018 h 4213"/>
                  <a:gd name="connsiteX62-44547" fmla="*/ 1766 w 2254"/>
                  <a:gd name="connsiteY62-44548" fmla="*/ 2115 h 4213"/>
                  <a:gd name="connsiteX63-44549" fmla="*/ 1868 w 2254"/>
                  <a:gd name="connsiteY63-44550" fmla="*/ 2183 h 4213"/>
                  <a:gd name="connsiteX64-44551" fmla="*/ 1945 w 2254"/>
                  <a:gd name="connsiteY64-44552" fmla="*/ 2178 h 4213"/>
                  <a:gd name="connsiteX65-44553" fmla="*/ 1990 w 2254"/>
                  <a:gd name="connsiteY65-44554" fmla="*/ 2104 h 4213"/>
                  <a:gd name="connsiteX66-44555" fmla="*/ 2024 w 2254"/>
                  <a:gd name="connsiteY66-44556" fmla="*/ 2210 h 4213"/>
                  <a:gd name="connsiteX67-44557" fmla="*/ 1912 w 2254"/>
                  <a:gd name="connsiteY67-44558" fmla="*/ 2249 h 4213"/>
                  <a:gd name="connsiteX68-44559" fmla="*/ 1959 w 2254"/>
                  <a:gd name="connsiteY68-44560" fmla="*/ 2362 h 4213"/>
                  <a:gd name="connsiteX69-44561" fmla="*/ 1824 w 2254"/>
                  <a:gd name="connsiteY69-44562" fmla="*/ 2509 h 4213"/>
                  <a:gd name="connsiteX70-44563" fmla="*/ 1783 w 2254"/>
                  <a:gd name="connsiteY70-44564" fmla="*/ 2498 h 4213"/>
                  <a:gd name="connsiteX71-44565" fmla="*/ 1659 w 2254"/>
                  <a:gd name="connsiteY71-44566" fmla="*/ 2413 h 4213"/>
                  <a:gd name="connsiteX72-44567" fmla="*/ 1604 w 2254"/>
                  <a:gd name="connsiteY72-44568" fmla="*/ 2412 h 4213"/>
                  <a:gd name="connsiteX73-44569" fmla="*/ 1569 w 2254"/>
                  <a:gd name="connsiteY73-44570" fmla="*/ 2480 h 4213"/>
                  <a:gd name="connsiteX74-44571" fmla="*/ 1572 w 2254"/>
                  <a:gd name="connsiteY74-44572" fmla="*/ 2562 h 4213"/>
                  <a:gd name="connsiteX75-44573" fmla="*/ 1750 w 2254"/>
                  <a:gd name="connsiteY75-44574" fmla="*/ 2730 h 4213"/>
                  <a:gd name="connsiteX76-44575" fmla="*/ 1749 w 2254"/>
                  <a:gd name="connsiteY76-44576" fmla="*/ 2844 h 4213"/>
                  <a:gd name="connsiteX77-44577" fmla="*/ 1840 w 2254"/>
                  <a:gd name="connsiteY77-44578" fmla="*/ 3060 h 4213"/>
                  <a:gd name="connsiteX78-44579" fmla="*/ 1866 w 2254"/>
                  <a:gd name="connsiteY78-44580" fmla="*/ 3090 h 4213"/>
                  <a:gd name="connsiteX79-44581" fmla="*/ 1910 w 2254"/>
                  <a:gd name="connsiteY79-44582" fmla="*/ 3094 h 4213"/>
                  <a:gd name="connsiteX80-44583" fmla="*/ 1956 w 2254"/>
                  <a:gd name="connsiteY80-44584" fmla="*/ 3010 h 4213"/>
                  <a:gd name="connsiteX81-44585" fmla="*/ 2036 w 2254"/>
                  <a:gd name="connsiteY81-44586" fmla="*/ 2950 h 4213"/>
                  <a:gd name="connsiteX82-44587" fmla="*/ 2131 w 2254"/>
                  <a:gd name="connsiteY82-44588" fmla="*/ 3126 h 4213"/>
                  <a:gd name="connsiteX83-44589" fmla="*/ 2241 w 2254"/>
                  <a:gd name="connsiteY83-44590" fmla="*/ 3312 h 4213"/>
                  <a:gd name="connsiteX84-44591" fmla="*/ 2254 w 2254"/>
                  <a:gd name="connsiteY84-44592" fmla="*/ 3342 h 4213"/>
                  <a:gd name="connsiteX85-44593" fmla="*/ 2243 w 2254"/>
                  <a:gd name="connsiteY85-44594" fmla="*/ 3518 h 4213"/>
                  <a:gd name="connsiteX86-44595" fmla="*/ 2208 w 2254"/>
                  <a:gd name="connsiteY86-44596" fmla="*/ 3554 h 4213"/>
                  <a:gd name="connsiteX87-44597" fmla="*/ 2119 w 2254"/>
                  <a:gd name="connsiteY87-44598" fmla="*/ 3515 h 4213"/>
                  <a:gd name="connsiteX88-44599" fmla="*/ 1885 w 2254"/>
                  <a:gd name="connsiteY88-44600" fmla="*/ 3644 h 4213"/>
                  <a:gd name="connsiteX89-44601" fmla="*/ 1859 w 2254"/>
                  <a:gd name="connsiteY89-44602" fmla="*/ 3666 h 4213"/>
                  <a:gd name="connsiteX90-44603" fmla="*/ 1679 w 2254"/>
                  <a:gd name="connsiteY90-44604" fmla="*/ 3812 h 4213"/>
                  <a:gd name="connsiteX91-44605" fmla="*/ 1538 w 2254"/>
                  <a:gd name="connsiteY91-44606" fmla="*/ 3926 h 4213"/>
                  <a:gd name="connsiteX92-44607" fmla="*/ 1503 w 2254"/>
                  <a:gd name="connsiteY92-44608" fmla="*/ 3965 h 4213"/>
                  <a:gd name="connsiteX93-44609" fmla="*/ 1451 w 2254"/>
                  <a:gd name="connsiteY93-44610" fmla="*/ 3973 h 4213"/>
                  <a:gd name="connsiteX94-44611" fmla="*/ 1394 w 2254"/>
                  <a:gd name="connsiteY94-44612" fmla="*/ 3916 h 4213"/>
                  <a:gd name="connsiteX95-44613" fmla="*/ 1270 w 2254"/>
                  <a:gd name="connsiteY95-44614" fmla="*/ 3808 h 4213"/>
                  <a:gd name="connsiteX96-44615" fmla="*/ 1294 w 2254"/>
                  <a:gd name="connsiteY96-44616" fmla="*/ 4064 h 4213"/>
                  <a:gd name="connsiteX97-44617" fmla="*/ 1303 w 2254"/>
                  <a:gd name="connsiteY97-44618" fmla="*/ 4192 h 4213"/>
                  <a:gd name="connsiteX98-44619" fmla="*/ 1041 w 2254"/>
                  <a:gd name="connsiteY98-44620" fmla="*/ 4166 h 4213"/>
                  <a:gd name="connsiteX99-44621" fmla="*/ 959 w 2254"/>
                  <a:gd name="connsiteY99-44622" fmla="*/ 3987 h 4213"/>
                  <a:gd name="connsiteX100-44623" fmla="*/ 877 w 2254"/>
                  <a:gd name="connsiteY100-44624" fmla="*/ 3802 h 4213"/>
                  <a:gd name="connsiteX101-44625" fmla="*/ 798 w 2254"/>
                  <a:gd name="connsiteY101-44626" fmla="*/ 3734 h 4213"/>
                  <a:gd name="connsiteX0-44627" fmla="*/ 798 w 2254"/>
                  <a:gd name="connsiteY0-44628" fmla="*/ 3734 h 4213"/>
                  <a:gd name="connsiteX1-44629" fmla="*/ 679 w 2254"/>
                  <a:gd name="connsiteY1-44630" fmla="*/ 3800 h 4213"/>
                  <a:gd name="connsiteX2-44631" fmla="*/ 695 w 2254"/>
                  <a:gd name="connsiteY2-44632" fmla="*/ 3662 h 4213"/>
                  <a:gd name="connsiteX3-44633" fmla="*/ 633 w 2254"/>
                  <a:gd name="connsiteY3-44634" fmla="*/ 3500 h 4213"/>
                  <a:gd name="connsiteX4-44635" fmla="*/ 742 w 2254"/>
                  <a:gd name="connsiteY4-44636" fmla="*/ 3280 h 4213"/>
                  <a:gd name="connsiteX5-44637" fmla="*/ 932 w 2254"/>
                  <a:gd name="connsiteY5-44638" fmla="*/ 3195 h 4213"/>
                  <a:gd name="connsiteX6-44639" fmla="*/ 1107 w 2254"/>
                  <a:gd name="connsiteY6-44640" fmla="*/ 3058 h 4213"/>
                  <a:gd name="connsiteX7-44641" fmla="*/ 1112 w 2254"/>
                  <a:gd name="connsiteY7-44642" fmla="*/ 2878 h 4213"/>
                  <a:gd name="connsiteX8-44643" fmla="*/ 1068 w 2254"/>
                  <a:gd name="connsiteY8-44644" fmla="*/ 2333 h 4213"/>
                  <a:gd name="connsiteX9-44645" fmla="*/ 1066 w 2254"/>
                  <a:gd name="connsiteY9-44646" fmla="*/ 2117 h 4213"/>
                  <a:gd name="connsiteX10-44647" fmla="*/ 990 w 2254"/>
                  <a:gd name="connsiteY10-44648" fmla="*/ 2039 h 4213"/>
                  <a:gd name="connsiteX11-44649" fmla="*/ 847 w 2254"/>
                  <a:gd name="connsiteY11-44650" fmla="*/ 1951 h 4213"/>
                  <a:gd name="connsiteX12-44651" fmla="*/ 755 w 2254"/>
                  <a:gd name="connsiteY12-44652" fmla="*/ 1827 h 4213"/>
                  <a:gd name="connsiteX13-44653" fmla="*/ 659 w 2254"/>
                  <a:gd name="connsiteY13-44654" fmla="*/ 1828 h 4213"/>
                  <a:gd name="connsiteX14-44655" fmla="*/ 614 w 2254"/>
                  <a:gd name="connsiteY14-44656" fmla="*/ 1883 h 4213"/>
                  <a:gd name="connsiteX15-44657" fmla="*/ 521 w 2254"/>
                  <a:gd name="connsiteY15-44658" fmla="*/ 1877 h 4213"/>
                  <a:gd name="connsiteX16-44659" fmla="*/ 501 w 2254"/>
                  <a:gd name="connsiteY16-44660" fmla="*/ 1994 h 4213"/>
                  <a:gd name="connsiteX17-44661" fmla="*/ 320 w 2254"/>
                  <a:gd name="connsiteY17-44662" fmla="*/ 1941 h 4213"/>
                  <a:gd name="connsiteX18-44663" fmla="*/ 237 w 2254"/>
                  <a:gd name="connsiteY18-44664" fmla="*/ 1939 h 4213"/>
                  <a:gd name="connsiteX19-44665" fmla="*/ 112 w 2254"/>
                  <a:gd name="connsiteY19-44666" fmla="*/ 2014 h 4213"/>
                  <a:gd name="connsiteX20-44667" fmla="*/ 0 w 2254"/>
                  <a:gd name="connsiteY20-44668" fmla="*/ 1890 h 4213"/>
                  <a:gd name="connsiteX21-44669" fmla="*/ 94 w 2254"/>
                  <a:gd name="connsiteY21-44670" fmla="*/ 1804 h 4213"/>
                  <a:gd name="connsiteX22-44671" fmla="*/ 98 w 2254"/>
                  <a:gd name="connsiteY22-44672" fmla="*/ 1634 h 4213"/>
                  <a:gd name="connsiteX23-44673" fmla="*/ 153 w 2254"/>
                  <a:gd name="connsiteY23-44674" fmla="*/ 1514 h 4213"/>
                  <a:gd name="connsiteX24-44675" fmla="*/ 196 w 2254"/>
                  <a:gd name="connsiteY24-44676" fmla="*/ 1306 h 4213"/>
                  <a:gd name="connsiteX25-44677" fmla="*/ 256 w 2254"/>
                  <a:gd name="connsiteY25-44678" fmla="*/ 1307 h 4213"/>
                  <a:gd name="connsiteX26-44679" fmla="*/ 579 w 2254"/>
                  <a:gd name="connsiteY26-44680" fmla="*/ 1286 h 4213"/>
                  <a:gd name="connsiteX27-44681" fmla="*/ 753 w 2254"/>
                  <a:gd name="connsiteY27-44682" fmla="*/ 1117 h 4213"/>
                  <a:gd name="connsiteX28-44683" fmla="*/ 822 w 2254"/>
                  <a:gd name="connsiteY28-44684" fmla="*/ 748 h 4213"/>
                  <a:gd name="connsiteX29-44685" fmla="*/ 932 w 2254"/>
                  <a:gd name="connsiteY29-44686" fmla="*/ 486 h 4213"/>
                  <a:gd name="connsiteX30-44687" fmla="*/ 930 w 2254"/>
                  <a:gd name="connsiteY30-44688" fmla="*/ 358 h 4213"/>
                  <a:gd name="connsiteX31-44689" fmla="*/ 917 w 2254"/>
                  <a:gd name="connsiteY31-44690" fmla="*/ 328 h 4213"/>
                  <a:gd name="connsiteX32-44691" fmla="*/ 850 w 2254"/>
                  <a:gd name="connsiteY32-44692" fmla="*/ 251 h 4213"/>
                  <a:gd name="connsiteX33-44693" fmla="*/ 790 w 2254"/>
                  <a:gd name="connsiteY33-44694" fmla="*/ 217 h 4213"/>
                  <a:gd name="connsiteX34-44695" fmla="*/ 915 w 2254"/>
                  <a:gd name="connsiteY34-44696" fmla="*/ 56 h 4213"/>
                  <a:gd name="connsiteX35-44697" fmla="*/ 1088 w 2254"/>
                  <a:gd name="connsiteY35-44698" fmla="*/ 2 h 4213"/>
                  <a:gd name="connsiteX36-44699" fmla="*/ 1120 w 2254"/>
                  <a:gd name="connsiteY36-44700" fmla="*/ 49 h 4213"/>
                  <a:gd name="connsiteX37-44701" fmla="*/ 1110 w 2254"/>
                  <a:gd name="connsiteY37-44702" fmla="*/ 133 h 4213"/>
                  <a:gd name="connsiteX38-44703" fmla="*/ 1049 w 2254"/>
                  <a:gd name="connsiteY38-44704" fmla="*/ 243 h 4213"/>
                  <a:gd name="connsiteX39-44705" fmla="*/ 1119 w 2254"/>
                  <a:gd name="connsiteY39-44706" fmla="*/ 301 h 4213"/>
                  <a:gd name="connsiteX40-44707" fmla="*/ 1233 w 2254"/>
                  <a:gd name="connsiteY40-44708" fmla="*/ 366 h 4213"/>
                  <a:gd name="connsiteX41-44709" fmla="*/ 1253 w 2254"/>
                  <a:gd name="connsiteY41-44710" fmla="*/ 255 h 4213"/>
                  <a:gd name="connsiteX42-44711" fmla="*/ 1387 w 2254"/>
                  <a:gd name="connsiteY42-44712" fmla="*/ 291 h 4213"/>
                  <a:gd name="connsiteX43-44713" fmla="*/ 1412 w 2254"/>
                  <a:gd name="connsiteY43-44714" fmla="*/ 331 h 4213"/>
                  <a:gd name="connsiteX44-44715" fmla="*/ 1488 w 2254"/>
                  <a:gd name="connsiteY44-44716" fmla="*/ 562 h 4213"/>
                  <a:gd name="connsiteX45-44717" fmla="*/ 1523 w 2254"/>
                  <a:gd name="connsiteY45-44718" fmla="*/ 586 h 4213"/>
                  <a:gd name="connsiteX46-44719" fmla="*/ 1615 w 2254"/>
                  <a:gd name="connsiteY46-44720" fmla="*/ 578 h 4213"/>
                  <a:gd name="connsiteX47-44721" fmla="*/ 1875 w 2254"/>
                  <a:gd name="connsiteY47-44722" fmla="*/ 490 h 4213"/>
                  <a:gd name="connsiteX48-44723" fmla="*/ 2095 w 2254"/>
                  <a:gd name="connsiteY48-44724" fmla="*/ 479 h 4213"/>
                  <a:gd name="connsiteX49-44725" fmla="*/ 2155 w 2254"/>
                  <a:gd name="connsiteY49-44726" fmla="*/ 648 h 4213"/>
                  <a:gd name="connsiteX50-44727" fmla="*/ 2073 w 2254"/>
                  <a:gd name="connsiteY50-44728" fmla="*/ 944 h 4213"/>
                  <a:gd name="connsiteX51-44729" fmla="*/ 2073 w 2254"/>
                  <a:gd name="connsiteY51-44730" fmla="*/ 1022 h 4213"/>
                  <a:gd name="connsiteX52-44731" fmla="*/ 2142 w 2254"/>
                  <a:gd name="connsiteY52-44732" fmla="*/ 1168 h 4213"/>
                  <a:gd name="connsiteX53-44733" fmla="*/ 2157 w 2254"/>
                  <a:gd name="connsiteY53-44734" fmla="*/ 1427 h 4213"/>
                  <a:gd name="connsiteX54-44735" fmla="*/ 2159 w 2254"/>
                  <a:gd name="connsiteY54-44736" fmla="*/ 1617 h 4213"/>
                  <a:gd name="connsiteX55-44737" fmla="*/ 2092 w 2254"/>
                  <a:gd name="connsiteY55-44738" fmla="*/ 1625 h 4213"/>
                  <a:gd name="connsiteX56-44739" fmla="*/ 2070 w 2254"/>
                  <a:gd name="connsiteY56-44740" fmla="*/ 1507 h 4213"/>
                  <a:gd name="connsiteX57-44741" fmla="*/ 2035 w 2254"/>
                  <a:gd name="connsiteY57-44742" fmla="*/ 1450 h 4213"/>
                  <a:gd name="connsiteX58-44743" fmla="*/ 1945 w 2254"/>
                  <a:gd name="connsiteY58-44744" fmla="*/ 1582 h 4213"/>
                  <a:gd name="connsiteX59-44745" fmla="*/ 1832 w 2254"/>
                  <a:gd name="connsiteY59-44746" fmla="*/ 1776 h 4213"/>
                  <a:gd name="connsiteX60-44747" fmla="*/ 1713 w 2254"/>
                  <a:gd name="connsiteY60-44748" fmla="*/ 1904 h 4213"/>
                  <a:gd name="connsiteX61-44749" fmla="*/ 1706 w 2254"/>
                  <a:gd name="connsiteY61-44750" fmla="*/ 2018 h 4213"/>
                  <a:gd name="connsiteX62-44751" fmla="*/ 1766 w 2254"/>
                  <a:gd name="connsiteY62-44752" fmla="*/ 2115 h 4213"/>
                  <a:gd name="connsiteX63-44753" fmla="*/ 1868 w 2254"/>
                  <a:gd name="connsiteY63-44754" fmla="*/ 2183 h 4213"/>
                  <a:gd name="connsiteX64-44755" fmla="*/ 1945 w 2254"/>
                  <a:gd name="connsiteY64-44756" fmla="*/ 2178 h 4213"/>
                  <a:gd name="connsiteX65-44757" fmla="*/ 1990 w 2254"/>
                  <a:gd name="connsiteY65-44758" fmla="*/ 2104 h 4213"/>
                  <a:gd name="connsiteX66-44759" fmla="*/ 2024 w 2254"/>
                  <a:gd name="connsiteY66-44760" fmla="*/ 2210 h 4213"/>
                  <a:gd name="connsiteX67-44761" fmla="*/ 1912 w 2254"/>
                  <a:gd name="connsiteY67-44762" fmla="*/ 2249 h 4213"/>
                  <a:gd name="connsiteX68-44763" fmla="*/ 1959 w 2254"/>
                  <a:gd name="connsiteY68-44764" fmla="*/ 2362 h 4213"/>
                  <a:gd name="connsiteX69-44765" fmla="*/ 1824 w 2254"/>
                  <a:gd name="connsiteY69-44766" fmla="*/ 2509 h 4213"/>
                  <a:gd name="connsiteX70-44767" fmla="*/ 1783 w 2254"/>
                  <a:gd name="connsiteY70-44768" fmla="*/ 2498 h 4213"/>
                  <a:gd name="connsiteX71-44769" fmla="*/ 1659 w 2254"/>
                  <a:gd name="connsiteY71-44770" fmla="*/ 2413 h 4213"/>
                  <a:gd name="connsiteX72-44771" fmla="*/ 1604 w 2254"/>
                  <a:gd name="connsiteY72-44772" fmla="*/ 2412 h 4213"/>
                  <a:gd name="connsiteX73-44773" fmla="*/ 1569 w 2254"/>
                  <a:gd name="connsiteY73-44774" fmla="*/ 2480 h 4213"/>
                  <a:gd name="connsiteX74-44775" fmla="*/ 1572 w 2254"/>
                  <a:gd name="connsiteY74-44776" fmla="*/ 2562 h 4213"/>
                  <a:gd name="connsiteX75-44777" fmla="*/ 1750 w 2254"/>
                  <a:gd name="connsiteY75-44778" fmla="*/ 2730 h 4213"/>
                  <a:gd name="connsiteX76-44779" fmla="*/ 1749 w 2254"/>
                  <a:gd name="connsiteY76-44780" fmla="*/ 2844 h 4213"/>
                  <a:gd name="connsiteX77-44781" fmla="*/ 1840 w 2254"/>
                  <a:gd name="connsiteY77-44782" fmla="*/ 3060 h 4213"/>
                  <a:gd name="connsiteX78-44783" fmla="*/ 1866 w 2254"/>
                  <a:gd name="connsiteY78-44784" fmla="*/ 3090 h 4213"/>
                  <a:gd name="connsiteX79-44785" fmla="*/ 1910 w 2254"/>
                  <a:gd name="connsiteY79-44786" fmla="*/ 3094 h 4213"/>
                  <a:gd name="connsiteX80-44787" fmla="*/ 1956 w 2254"/>
                  <a:gd name="connsiteY80-44788" fmla="*/ 3010 h 4213"/>
                  <a:gd name="connsiteX81-44789" fmla="*/ 2036 w 2254"/>
                  <a:gd name="connsiteY81-44790" fmla="*/ 2950 h 4213"/>
                  <a:gd name="connsiteX82-44791" fmla="*/ 2131 w 2254"/>
                  <a:gd name="connsiteY82-44792" fmla="*/ 3126 h 4213"/>
                  <a:gd name="connsiteX83-44793" fmla="*/ 2241 w 2254"/>
                  <a:gd name="connsiteY83-44794" fmla="*/ 3312 h 4213"/>
                  <a:gd name="connsiteX84-44795" fmla="*/ 2254 w 2254"/>
                  <a:gd name="connsiteY84-44796" fmla="*/ 3342 h 4213"/>
                  <a:gd name="connsiteX85-44797" fmla="*/ 2243 w 2254"/>
                  <a:gd name="connsiteY85-44798" fmla="*/ 3518 h 4213"/>
                  <a:gd name="connsiteX86-44799" fmla="*/ 2208 w 2254"/>
                  <a:gd name="connsiteY86-44800" fmla="*/ 3554 h 4213"/>
                  <a:gd name="connsiteX87-44801" fmla="*/ 2119 w 2254"/>
                  <a:gd name="connsiteY87-44802" fmla="*/ 3515 h 4213"/>
                  <a:gd name="connsiteX88-44803" fmla="*/ 1885 w 2254"/>
                  <a:gd name="connsiteY88-44804" fmla="*/ 3644 h 4213"/>
                  <a:gd name="connsiteX89-44805" fmla="*/ 1859 w 2254"/>
                  <a:gd name="connsiteY89-44806" fmla="*/ 3666 h 4213"/>
                  <a:gd name="connsiteX90-44807" fmla="*/ 1679 w 2254"/>
                  <a:gd name="connsiteY90-44808" fmla="*/ 3812 h 4213"/>
                  <a:gd name="connsiteX91-44809" fmla="*/ 1538 w 2254"/>
                  <a:gd name="connsiteY91-44810" fmla="*/ 3926 h 4213"/>
                  <a:gd name="connsiteX92-44811" fmla="*/ 1503 w 2254"/>
                  <a:gd name="connsiteY92-44812" fmla="*/ 3965 h 4213"/>
                  <a:gd name="connsiteX93-44813" fmla="*/ 1451 w 2254"/>
                  <a:gd name="connsiteY93-44814" fmla="*/ 3973 h 4213"/>
                  <a:gd name="connsiteX94-44815" fmla="*/ 1394 w 2254"/>
                  <a:gd name="connsiteY94-44816" fmla="*/ 3916 h 4213"/>
                  <a:gd name="connsiteX95-44817" fmla="*/ 1270 w 2254"/>
                  <a:gd name="connsiteY95-44818" fmla="*/ 3808 h 4213"/>
                  <a:gd name="connsiteX96-44819" fmla="*/ 1294 w 2254"/>
                  <a:gd name="connsiteY96-44820" fmla="*/ 4064 h 4213"/>
                  <a:gd name="connsiteX97-44821" fmla="*/ 1303 w 2254"/>
                  <a:gd name="connsiteY97-44822" fmla="*/ 4192 h 4213"/>
                  <a:gd name="connsiteX98-44823" fmla="*/ 1041 w 2254"/>
                  <a:gd name="connsiteY98-44824" fmla="*/ 4166 h 4213"/>
                  <a:gd name="connsiteX99-44825" fmla="*/ 959 w 2254"/>
                  <a:gd name="connsiteY99-44826" fmla="*/ 3987 h 4213"/>
                  <a:gd name="connsiteX100-44827" fmla="*/ 877 w 2254"/>
                  <a:gd name="connsiteY100-44828" fmla="*/ 3802 h 4213"/>
                  <a:gd name="connsiteX101-44829" fmla="*/ 798 w 2254"/>
                  <a:gd name="connsiteY101-44830" fmla="*/ 3734 h 4213"/>
                  <a:gd name="connsiteX0-44831" fmla="*/ 798 w 2254"/>
                  <a:gd name="connsiteY0-44832" fmla="*/ 3734 h 4213"/>
                  <a:gd name="connsiteX1-44833" fmla="*/ 679 w 2254"/>
                  <a:gd name="connsiteY1-44834" fmla="*/ 3800 h 4213"/>
                  <a:gd name="connsiteX2-44835" fmla="*/ 695 w 2254"/>
                  <a:gd name="connsiteY2-44836" fmla="*/ 3662 h 4213"/>
                  <a:gd name="connsiteX3-44837" fmla="*/ 633 w 2254"/>
                  <a:gd name="connsiteY3-44838" fmla="*/ 3500 h 4213"/>
                  <a:gd name="connsiteX4-44839" fmla="*/ 742 w 2254"/>
                  <a:gd name="connsiteY4-44840" fmla="*/ 3280 h 4213"/>
                  <a:gd name="connsiteX5-44841" fmla="*/ 932 w 2254"/>
                  <a:gd name="connsiteY5-44842" fmla="*/ 3195 h 4213"/>
                  <a:gd name="connsiteX6-44843" fmla="*/ 1107 w 2254"/>
                  <a:gd name="connsiteY6-44844" fmla="*/ 3058 h 4213"/>
                  <a:gd name="connsiteX7-44845" fmla="*/ 1112 w 2254"/>
                  <a:gd name="connsiteY7-44846" fmla="*/ 2878 h 4213"/>
                  <a:gd name="connsiteX8-44847" fmla="*/ 1068 w 2254"/>
                  <a:gd name="connsiteY8-44848" fmla="*/ 2333 h 4213"/>
                  <a:gd name="connsiteX9-44849" fmla="*/ 1066 w 2254"/>
                  <a:gd name="connsiteY9-44850" fmla="*/ 2117 h 4213"/>
                  <a:gd name="connsiteX10-44851" fmla="*/ 990 w 2254"/>
                  <a:gd name="connsiteY10-44852" fmla="*/ 2039 h 4213"/>
                  <a:gd name="connsiteX11-44853" fmla="*/ 847 w 2254"/>
                  <a:gd name="connsiteY11-44854" fmla="*/ 1951 h 4213"/>
                  <a:gd name="connsiteX12-44855" fmla="*/ 755 w 2254"/>
                  <a:gd name="connsiteY12-44856" fmla="*/ 1827 h 4213"/>
                  <a:gd name="connsiteX13-44857" fmla="*/ 659 w 2254"/>
                  <a:gd name="connsiteY13-44858" fmla="*/ 1828 h 4213"/>
                  <a:gd name="connsiteX14-44859" fmla="*/ 614 w 2254"/>
                  <a:gd name="connsiteY14-44860" fmla="*/ 1883 h 4213"/>
                  <a:gd name="connsiteX15-44861" fmla="*/ 521 w 2254"/>
                  <a:gd name="connsiteY15-44862" fmla="*/ 1877 h 4213"/>
                  <a:gd name="connsiteX16-44863" fmla="*/ 501 w 2254"/>
                  <a:gd name="connsiteY16-44864" fmla="*/ 1994 h 4213"/>
                  <a:gd name="connsiteX17-44865" fmla="*/ 320 w 2254"/>
                  <a:gd name="connsiteY17-44866" fmla="*/ 1941 h 4213"/>
                  <a:gd name="connsiteX18-44867" fmla="*/ 237 w 2254"/>
                  <a:gd name="connsiteY18-44868" fmla="*/ 1939 h 4213"/>
                  <a:gd name="connsiteX19-44869" fmla="*/ 112 w 2254"/>
                  <a:gd name="connsiteY19-44870" fmla="*/ 2014 h 4213"/>
                  <a:gd name="connsiteX20-44871" fmla="*/ 0 w 2254"/>
                  <a:gd name="connsiteY20-44872" fmla="*/ 1890 h 4213"/>
                  <a:gd name="connsiteX21-44873" fmla="*/ 94 w 2254"/>
                  <a:gd name="connsiteY21-44874" fmla="*/ 1804 h 4213"/>
                  <a:gd name="connsiteX22-44875" fmla="*/ 98 w 2254"/>
                  <a:gd name="connsiteY22-44876" fmla="*/ 1634 h 4213"/>
                  <a:gd name="connsiteX23-44877" fmla="*/ 153 w 2254"/>
                  <a:gd name="connsiteY23-44878" fmla="*/ 1514 h 4213"/>
                  <a:gd name="connsiteX24-44879" fmla="*/ 196 w 2254"/>
                  <a:gd name="connsiteY24-44880" fmla="*/ 1306 h 4213"/>
                  <a:gd name="connsiteX25-44881" fmla="*/ 256 w 2254"/>
                  <a:gd name="connsiteY25-44882" fmla="*/ 1307 h 4213"/>
                  <a:gd name="connsiteX26-44883" fmla="*/ 579 w 2254"/>
                  <a:gd name="connsiteY26-44884" fmla="*/ 1286 h 4213"/>
                  <a:gd name="connsiteX27-44885" fmla="*/ 753 w 2254"/>
                  <a:gd name="connsiteY27-44886" fmla="*/ 1117 h 4213"/>
                  <a:gd name="connsiteX28-44887" fmla="*/ 822 w 2254"/>
                  <a:gd name="connsiteY28-44888" fmla="*/ 748 h 4213"/>
                  <a:gd name="connsiteX29-44889" fmla="*/ 932 w 2254"/>
                  <a:gd name="connsiteY29-44890" fmla="*/ 486 h 4213"/>
                  <a:gd name="connsiteX30-44891" fmla="*/ 930 w 2254"/>
                  <a:gd name="connsiteY30-44892" fmla="*/ 358 h 4213"/>
                  <a:gd name="connsiteX31-44893" fmla="*/ 917 w 2254"/>
                  <a:gd name="connsiteY31-44894" fmla="*/ 328 h 4213"/>
                  <a:gd name="connsiteX32-44895" fmla="*/ 850 w 2254"/>
                  <a:gd name="connsiteY32-44896" fmla="*/ 251 h 4213"/>
                  <a:gd name="connsiteX33-44897" fmla="*/ 790 w 2254"/>
                  <a:gd name="connsiteY33-44898" fmla="*/ 217 h 4213"/>
                  <a:gd name="connsiteX34-44899" fmla="*/ 915 w 2254"/>
                  <a:gd name="connsiteY34-44900" fmla="*/ 56 h 4213"/>
                  <a:gd name="connsiteX35-44901" fmla="*/ 1088 w 2254"/>
                  <a:gd name="connsiteY35-44902" fmla="*/ 2 h 4213"/>
                  <a:gd name="connsiteX36-44903" fmla="*/ 1120 w 2254"/>
                  <a:gd name="connsiteY36-44904" fmla="*/ 49 h 4213"/>
                  <a:gd name="connsiteX37-44905" fmla="*/ 1110 w 2254"/>
                  <a:gd name="connsiteY37-44906" fmla="*/ 133 h 4213"/>
                  <a:gd name="connsiteX38-44907" fmla="*/ 1049 w 2254"/>
                  <a:gd name="connsiteY38-44908" fmla="*/ 243 h 4213"/>
                  <a:gd name="connsiteX39-44909" fmla="*/ 1119 w 2254"/>
                  <a:gd name="connsiteY39-44910" fmla="*/ 301 h 4213"/>
                  <a:gd name="connsiteX40-44911" fmla="*/ 1233 w 2254"/>
                  <a:gd name="connsiteY40-44912" fmla="*/ 366 h 4213"/>
                  <a:gd name="connsiteX41-44913" fmla="*/ 1253 w 2254"/>
                  <a:gd name="connsiteY41-44914" fmla="*/ 255 h 4213"/>
                  <a:gd name="connsiteX42-44915" fmla="*/ 1387 w 2254"/>
                  <a:gd name="connsiteY42-44916" fmla="*/ 291 h 4213"/>
                  <a:gd name="connsiteX43-44917" fmla="*/ 1412 w 2254"/>
                  <a:gd name="connsiteY43-44918" fmla="*/ 331 h 4213"/>
                  <a:gd name="connsiteX44-44919" fmla="*/ 1488 w 2254"/>
                  <a:gd name="connsiteY44-44920" fmla="*/ 562 h 4213"/>
                  <a:gd name="connsiteX45-44921" fmla="*/ 1523 w 2254"/>
                  <a:gd name="connsiteY45-44922" fmla="*/ 586 h 4213"/>
                  <a:gd name="connsiteX46-44923" fmla="*/ 1615 w 2254"/>
                  <a:gd name="connsiteY46-44924" fmla="*/ 578 h 4213"/>
                  <a:gd name="connsiteX47-44925" fmla="*/ 1875 w 2254"/>
                  <a:gd name="connsiteY47-44926" fmla="*/ 490 h 4213"/>
                  <a:gd name="connsiteX48-44927" fmla="*/ 2095 w 2254"/>
                  <a:gd name="connsiteY48-44928" fmla="*/ 479 h 4213"/>
                  <a:gd name="connsiteX49-44929" fmla="*/ 2155 w 2254"/>
                  <a:gd name="connsiteY49-44930" fmla="*/ 648 h 4213"/>
                  <a:gd name="connsiteX50-44931" fmla="*/ 2073 w 2254"/>
                  <a:gd name="connsiteY50-44932" fmla="*/ 944 h 4213"/>
                  <a:gd name="connsiteX51-44933" fmla="*/ 2073 w 2254"/>
                  <a:gd name="connsiteY51-44934" fmla="*/ 1022 h 4213"/>
                  <a:gd name="connsiteX52-44935" fmla="*/ 2142 w 2254"/>
                  <a:gd name="connsiteY52-44936" fmla="*/ 1168 h 4213"/>
                  <a:gd name="connsiteX53-44937" fmla="*/ 2157 w 2254"/>
                  <a:gd name="connsiteY53-44938" fmla="*/ 1427 h 4213"/>
                  <a:gd name="connsiteX54-44939" fmla="*/ 2159 w 2254"/>
                  <a:gd name="connsiteY54-44940" fmla="*/ 1617 h 4213"/>
                  <a:gd name="connsiteX55-44941" fmla="*/ 2092 w 2254"/>
                  <a:gd name="connsiteY55-44942" fmla="*/ 1625 h 4213"/>
                  <a:gd name="connsiteX56-44943" fmla="*/ 2070 w 2254"/>
                  <a:gd name="connsiteY56-44944" fmla="*/ 1507 h 4213"/>
                  <a:gd name="connsiteX57-44945" fmla="*/ 2035 w 2254"/>
                  <a:gd name="connsiteY57-44946" fmla="*/ 1450 h 4213"/>
                  <a:gd name="connsiteX58-44947" fmla="*/ 1945 w 2254"/>
                  <a:gd name="connsiteY58-44948" fmla="*/ 1582 h 4213"/>
                  <a:gd name="connsiteX59-44949" fmla="*/ 1832 w 2254"/>
                  <a:gd name="connsiteY59-44950" fmla="*/ 1776 h 4213"/>
                  <a:gd name="connsiteX60-44951" fmla="*/ 1713 w 2254"/>
                  <a:gd name="connsiteY60-44952" fmla="*/ 1904 h 4213"/>
                  <a:gd name="connsiteX61-44953" fmla="*/ 1706 w 2254"/>
                  <a:gd name="connsiteY61-44954" fmla="*/ 2018 h 4213"/>
                  <a:gd name="connsiteX62-44955" fmla="*/ 1766 w 2254"/>
                  <a:gd name="connsiteY62-44956" fmla="*/ 2115 h 4213"/>
                  <a:gd name="connsiteX63-44957" fmla="*/ 1868 w 2254"/>
                  <a:gd name="connsiteY63-44958" fmla="*/ 2183 h 4213"/>
                  <a:gd name="connsiteX64-44959" fmla="*/ 1945 w 2254"/>
                  <a:gd name="connsiteY64-44960" fmla="*/ 2178 h 4213"/>
                  <a:gd name="connsiteX65-44961" fmla="*/ 1990 w 2254"/>
                  <a:gd name="connsiteY65-44962" fmla="*/ 2104 h 4213"/>
                  <a:gd name="connsiteX66-44963" fmla="*/ 2024 w 2254"/>
                  <a:gd name="connsiteY66-44964" fmla="*/ 2210 h 4213"/>
                  <a:gd name="connsiteX67-44965" fmla="*/ 1912 w 2254"/>
                  <a:gd name="connsiteY67-44966" fmla="*/ 2249 h 4213"/>
                  <a:gd name="connsiteX68-44967" fmla="*/ 1959 w 2254"/>
                  <a:gd name="connsiteY68-44968" fmla="*/ 2362 h 4213"/>
                  <a:gd name="connsiteX69-44969" fmla="*/ 1824 w 2254"/>
                  <a:gd name="connsiteY69-44970" fmla="*/ 2509 h 4213"/>
                  <a:gd name="connsiteX70-44971" fmla="*/ 1783 w 2254"/>
                  <a:gd name="connsiteY70-44972" fmla="*/ 2498 h 4213"/>
                  <a:gd name="connsiteX71-44973" fmla="*/ 1659 w 2254"/>
                  <a:gd name="connsiteY71-44974" fmla="*/ 2413 h 4213"/>
                  <a:gd name="connsiteX72-44975" fmla="*/ 1604 w 2254"/>
                  <a:gd name="connsiteY72-44976" fmla="*/ 2412 h 4213"/>
                  <a:gd name="connsiteX73-44977" fmla="*/ 1569 w 2254"/>
                  <a:gd name="connsiteY73-44978" fmla="*/ 2480 h 4213"/>
                  <a:gd name="connsiteX74-44979" fmla="*/ 1572 w 2254"/>
                  <a:gd name="connsiteY74-44980" fmla="*/ 2562 h 4213"/>
                  <a:gd name="connsiteX75-44981" fmla="*/ 1750 w 2254"/>
                  <a:gd name="connsiteY75-44982" fmla="*/ 2730 h 4213"/>
                  <a:gd name="connsiteX76-44983" fmla="*/ 1749 w 2254"/>
                  <a:gd name="connsiteY76-44984" fmla="*/ 2844 h 4213"/>
                  <a:gd name="connsiteX77-44985" fmla="*/ 1840 w 2254"/>
                  <a:gd name="connsiteY77-44986" fmla="*/ 3060 h 4213"/>
                  <a:gd name="connsiteX78-44987" fmla="*/ 1866 w 2254"/>
                  <a:gd name="connsiteY78-44988" fmla="*/ 3090 h 4213"/>
                  <a:gd name="connsiteX79-44989" fmla="*/ 1910 w 2254"/>
                  <a:gd name="connsiteY79-44990" fmla="*/ 3094 h 4213"/>
                  <a:gd name="connsiteX80-44991" fmla="*/ 1956 w 2254"/>
                  <a:gd name="connsiteY80-44992" fmla="*/ 3010 h 4213"/>
                  <a:gd name="connsiteX81-44993" fmla="*/ 2036 w 2254"/>
                  <a:gd name="connsiteY81-44994" fmla="*/ 2950 h 4213"/>
                  <a:gd name="connsiteX82-44995" fmla="*/ 2131 w 2254"/>
                  <a:gd name="connsiteY82-44996" fmla="*/ 3126 h 4213"/>
                  <a:gd name="connsiteX83-44997" fmla="*/ 2241 w 2254"/>
                  <a:gd name="connsiteY83-44998" fmla="*/ 3312 h 4213"/>
                  <a:gd name="connsiteX84-44999" fmla="*/ 2254 w 2254"/>
                  <a:gd name="connsiteY84-45000" fmla="*/ 3342 h 4213"/>
                  <a:gd name="connsiteX85-45001" fmla="*/ 2243 w 2254"/>
                  <a:gd name="connsiteY85-45002" fmla="*/ 3518 h 4213"/>
                  <a:gd name="connsiteX86-45003" fmla="*/ 2208 w 2254"/>
                  <a:gd name="connsiteY86-45004" fmla="*/ 3554 h 4213"/>
                  <a:gd name="connsiteX87-45005" fmla="*/ 2119 w 2254"/>
                  <a:gd name="connsiteY87-45006" fmla="*/ 3515 h 4213"/>
                  <a:gd name="connsiteX88-45007" fmla="*/ 1885 w 2254"/>
                  <a:gd name="connsiteY88-45008" fmla="*/ 3644 h 4213"/>
                  <a:gd name="connsiteX89-45009" fmla="*/ 1859 w 2254"/>
                  <a:gd name="connsiteY89-45010" fmla="*/ 3666 h 4213"/>
                  <a:gd name="connsiteX90-45011" fmla="*/ 1679 w 2254"/>
                  <a:gd name="connsiteY90-45012" fmla="*/ 3812 h 4213"/>
                  <a:gd name="connsiteX91-45013" fmla="*/ 1538 w 2254"/>
                  <a:gd name="connsiteY91-45014" fmla="*/ 3926 h 4213"/>
                  <a:gd name="connsiteX92-45015" fmla="*/ 1503 w 2254"/>
                  <a:gd name="connsiteY92-45016" fmla="*/ 3965 h 4213"/>
                  <a:gd name="connsiteX93-45017" fmla="*/ 1451 w 2254"/>
                  <a:gd name="connsiteY93-45018" fmla="*/ 3973 h 4213"/>
                  <a:gd name="connsiteX94-45019" fmla="*/ 1394 w 2254"/>
                  <a:gd name="connsiteY94-45020" fmla="*/ 3916 h 4213"/>
                  <a:gd name="connsiteX95-45021" fmla="*/ 1270 w 2254"/>
                  <a:gd name="connsiteY95-45022" fmla="*/ 3808 h 4213"/>
                  <a:gd name="connsiteX96-45023" fmla="*/ 1294 w 2254"/>
                  <a:gd name="connsiteY96-45024" fmla="*/ 4064 h 4213"/>
                  <a:gd name="connsiteX97-45025" fmla="*/ 1303 w 2254"/>
                  <a:gd name="connsiteY97-45026" fmla="*/ 4192 h 4213"/>
                  <a:gd name="connsiteX98-45027" fmla="*/ 1041 w 2254"/>
                  <a:gd name="connsiteY98-45028" fmla="*/ 4166 h 4213"/>
                  <a:gd name="connsiteX99-45029" fmla="*/ 959 w 2254"/>
                  <a:gd name="connsiteY99-45030" fmla="*/ 3987 h 4213"/>
                  <a:gd name="connsiteX100-45031" fmla="*/ 877 w 2254"/>
                  <a:gd name="connsiteY100-45032" fmla="*/ 3802 h 4213"/>
                  <a:gd name="connsiteX101-45033" fmla="*/ 798 w 2254"/>
                  <a:gd name="connsiteY101-45034" fmla="*/ 3734 h 4213"/>
                  <a:gd name="connsiteX0-45035" fmla="*/ 798 w 2254"/>
                  <a:gd name="connsiteY0-45036" fmla="*/ 3734 h 4213"/>
                  <a:gd name="connsiteX1-45037" fmla="*/ 679 w 2254"/>
                  <a:gd name="connsiteY1-45038" fmla="*/ 3800 h 4213"/>
                  <a:gd name="connsiteX2-45039" fmla="*/ 695 w 2254"/>
                  <a:gd name="connsiteY2-45040" fmla="*/ 3662 h 4213"/>
                  <a:gd name="connsiteX3-45041" fmla="*/ 633 w 2254"/>
                  <a:gd name="connsiteY3-45042" fmla="*/ 3500 h 4213"/>
                  <a:gd name="connsiteX4-45043" fmla="*/ 742 w 2254"/>
                  <a:gd name="connsiteY4-45044" fmla="*/ 3280 h 4213"/>
                  <a:gd name="connsiteX5-45045" fmla="*/ 932 w 2254"/>
                  <a:gd name="connsiteY5-45046" fmla="*/ 3195 h 4213"/>
                  <a:gd name="connsiteX6-45047" fmla="*/ 1107 w 2254"/>
                  <a:gd name="connsiteY6-45048" fmla="*/ 3058 h 4213"/>
                  <a:gd name="connsiteX7-45049" fmla="*/ 1112 w 2254"/>
                  <a:gd name="connsiteY7-45050" fmla="*/ 2878 h 4213"/>
                  <a:gd name="connsiteX8-45051" fmla="*/ 1068 w 2254"/>
                  <a:gd name="connsiteY8-45052" fmla="*/ 2333 h 4213"/>
                  <a:gd name="connsiteX9-45053" fmla="*/ 1066 w 2254"/>
                  <a:gd name="connsiteY9-45054" fmla="*/ 2117 h 4213"/>
                  <a:gd name="connsiteX10-45055" fmla="*/ 990 w 2254"/>
                  <a:gd name="connsiteY10-45056" fmla="*/ 2039 h 4213"/>
                  <a:gd name="connsiteX11-45057" fmla="*/ 847 w 2254"/>
                  <a:gd name="connsiteY11-45058" fmla="*/ 1951 h 4213"/>
                  <a:gd name="connsiteX12-45059" fmla="*/ 755 w 2254"/>
                  <a:gd name="connsiteY12-45060" fmla="*/ 1827 h 4213"/>
                  <a:gd name="connsiteX13-45061" fmla="*/ 659 w 2254"/>
                  <a:gd name="connsiteY13-45062" fmla="*/ 1828 h 4213"/>
                  <a:gd name="connsiteX14-45063" fmla="*/ 614 w 2254"/>
                  <a:gd name="connsiteY14-45064" fmla="*/ 1883 h 4213"/>
                  <a:gd name="connsiteX15-45065" fmla="*/ 521 w 2254"/>
                  <a:gd name="connsiteY15-45066" fmla="*/ 1877 h 4213"/>
                  <a:gd name="connsiteX16-45067" fmla="*/ 501 w 2254"/>
                  <a:gd name="connsiteY16-45068" fmla="*/ 1994 h 4213"/>
                  <a:gd name="connsiteX17-45069" fmla="*/ 320 w 2254"/>
                  <a:gd name="connsiteY17-45070" fmla="*/ 1941 h 4213"/>
                  <a:gd name="connsiteX18-45071" fmla="*/ 237 w 2254"/>
                  <a:gd name="connsiteY18-45072" fmla="*/ 1939 h 4213"/>
                  <a:gd name="connsiteX19-45073" fmla="*/ 112 w 2254"/>
                  <a:gd name="connsiteY19-45074" fmla="*/ 2014 h 4213"/>
                  <a:gd name="connsiteX20-45075" fmla="*/ 0 w 2254"/>
                  <a:gd name="connsiteY20-45076" fmla="*/ 1890 h 4213"/>
                  <a:gd name="connsiteX21-45077" fmla="*/ 94 w 2254"/>
                  <a:gd name="connsiteY21-45078" fmla="*/ 1804 h 4213"/>
                  <a:gd name="connsiteX22-45079" fmla="*/ 98 w 2254"/>
                  <a:gd name="connsiteY22-45080" fmla="*/ 1634 h 4213"/>
                  <a:gd name="connsiteX23-45081" fmla="*/ 153 w 2254"/>
                  <a:gd name="connsiteY23-45082" fmla="*/ 1514 h 4213"/>
                  <a:gd name="connsiteX24-45083" fmla="*/ 196 w 2254"/>
                  <a:gd name="connsiteY24-45084" fmla="*/ 1306 h 4213"/>
                  <a:gd name="connsiteX25-45085" fmla="*/ 256 w 2254"/>
                  <a:gd name="connsiteY25-45086" fmla="*/ 1307 h 4213"/>
                  <a:gd name="connsiteX26-45087" fmla="*/ 579 w 2254"/>
                  <a:gd name="connsiteY26-45088" fmla="*/ 1286 h 4213"/>
                  <a:gd name="connsiteX27-45089" fmla="*/ 753 w 2254"/>
                  <a:gd name="connsiteY27-45090" fmla="*/ 1117 h 4213"/>
                  <a:gd name="connsiteX28-45091" fmla="*/ 822 w 2254"/>
                  <a:gd name="connsiteY28-45092" fmla="*/ 748 h 4213"/>
                  <a:gd name="connsiteX29-45093" fmla="*/ 932 w 2254"/>
                  <a:gd name="connsiteY29-45094" fmla="*/ 486 h 4213"/>
                  <a:gd name="connsiteX30-45095" fmla="*/ 930 w 2254"/>
                  <a:gd name="connsiteY30-45096" fmla="*/ 358 h 4213"/>
                  <a:gd name="connsiteX31-45097" fmla="*/ 917 w 2254"/>
                  <a:gd name="connsiteY31-45098" fmla="*/ 328 h 4213"/>
                  <a:gd name="connsiteX32-45099" fmla="*/ 850 w 2254"/>
                  <a:gd name="connsiteY32-45100" fmla="*/ 251 h 4213"/>
                  <a:gd name="connsiteX33-45101" fmla="*/ 790 w 2254"/>
                  <a:gd name="connsiteY33-45102" fmla="*/ 217 h 4213"/>
                  <a:gd name="connsiteX34-45103" fmla="*/ 915 w 2254"/>
                  <a:gd name="connsiteY34-45104" fmla="*/ 56 h 4213"/>
                  <a:gd name="connsiteX35-45105" fmla="*/ 1088 w 2254"/>
                  <a:gd name="connsiteY35-45106" fmla="*/ 2 h 4213"/>
                  <a:gd name="connsiteX36-45107" fmla="*/ 1120 w 2254"/>
                  <a:gd name="connsiteY36-45108" fmla="*/ 49 h 4213"/>
                  <a:gd name="connsiteX37-45109" fmla="*/ 1110 w 2254"/>
                  <a:gd name="connsiteY37-45110" fmla="*/ 133 h 4213"/>
                  <a:gd name="connsiteX38-45111" fmla="*/ 1049 w 2254"/>
                  <a:gd name="connsiteY38-45112" fmla="*/ 243 h 4213"/>
                  <a:gd name="connsiteX39-45113" fmla="*/ 1119 w 2254"/>
                  <a:gd name="connsiteY39-45114" fmla="*/ 301 h 4213"/>
                  <a:gd name="connsiteX40-45115" fmla="*/ 1233 w 2254"/>
                  <a:gd name="connsiteY40-45116" fmla="*/ 366 h 4213"/>
                  <a:gd name="connsiteX41-45117" fmla="*/ 1253 w 2254"/>
                  <a:gd name="connsiteY41-45118" fmla="*/ 255 h 4213"/>
                  <a:gd name="connsiteX42-45119" fmla="*/ 1387 w 2254"/>
                  <a:gd name="connsiteY42-45120" fmla="*/ 291 h 4213"/>
                  <a:gd name="connsiteX43-45121" fmla="*/ 1412 w 2254"/>
                  <a:gd name="connsiteY43-45122" fmla="*/ 331 h 4213"/>
                  <a:gd name="connsiteX44-45123" fmla="*/ 1488 w 2254"/>
                  <a:gd name="connsiteY44-45124" fmla="*/ 562 h 4213"/>
                  <a:gd name="connsiteX45-45125" fmla="*/ 1523 w 2254"/>
                  <a:gd name="connsiteY45-45126" fmla="*/ 586 h 4213"/>
                  <a:gd name="connsiteX46-45127" fmla="*/ 1615 w 2254"/>
                  <a:gd name="connsiteY46-45128" fmla="*/ 578 h 4213"/>
                  <a:gd name="connsiteX47-45129" fmla="*/ 1875 w 2254"/>
                  <a:gd name="connsiteY47-45130" fmla="*/ 490 h 4213"/>
                  <a:gd name="connsiteX48-45131" fmla="*/ 2095 w 2254"/>
                  <a:gd name="connsiteY48-45132" fmla="*/ 479 h 4213"/>
                  <a:gd name="connsiteX49-45133" fmla="*/ 2155 w 2254"/>
                  <a:gd name="connsiteY49-45134" fmla="*/ 648 h 4213"/>
                  <a:gd name="connsiteX50-45135" fmla="*/ 2073 w 2254"/>
                  <a:gd name="connsiteY50-45136" fmla="*/ 944 h 4213"/>
                  <a:gd name="connsiteX51-45137" fmla="*/ 2073 w 2254"/>
                  <a:gd name="connsiteY51-45138" fmla="*/ 1022 h 4213"/>
                  <a:gd name="connsiteX52-45139" fmla="*/ 2142 w 2254"/>
                  <a:gd name="connsiteY52-45140" fmla="*/ 1168 h 4213"/>
                  <a:gd name="connsiteX53-45141" fmla="*/ 2157 w 2254"/>
                  <a:gd name="connsiteY53-45142" fmla="*/ 1427 h 4213"/>
                  <a:gd name="connsiteX54-45143" fmla="*/ 2159 w 2254"/>
                  <a:gd name="connsiteY54-45144" fmla="*/ 1617 h 4213"/>
                  <a:gd name="connsiteX55-45145" fmla="*/ 2092 w 2254"/>
                  <a:gd name="connsiteY55-45146" fmla="*/ 1625 h 4213"/>
                  <a:gd name="connsiteX56-45147" fmla="*/ 2070 w 2254"/>
                  <a:gd name="connsiteY56-45148" fmla="*/ 1507 h 4213"/>
                  <a:gd name="connsiteX57-45149" fmla="*/ 2035 w 2254"/>
                  <a:gd name="connsiteY57-45150" fmla="*/ 1450 h 4213"/>
                  <a:gd name="connsiteX58-45151" fmla="*/ 1945 w 2254"/>
                  <a:gd name="connsiteY58-45152" fmla="*/ 1582 h 4213"/>
                  <a:gd name="connsiteX59-45153" fmla="*/ 1832 w 2254"/>
                  <a:gd name="connsiteY59-45154" fmla="*/ 1776 h 4213"/>
                  <a:gd name="connsiteX60-45155" fmla="*/ 1713 w 2254"/>
                  <a:gd name="connsiteY60-45156" fmla="*/ 1904 h 4213"/>
                  <a:gd name="connsiteX61-45157" fmla="*/ 1706 w 2254"/>
                  <a:gd name="connsiteY61-45158" fmla="*/ 2018 h 4213"/>
                  <a:gd name="connsiteX62-45159" fmla="*/ 1766 w 2254"/>
                  <a:gd name="connsiteY62-45160" fmla="*/ 2115 h 4213"/>
                  <a:gd name="connsiteX63-45161" fmla="*/ 1868 w 2254"/>
                  <a:gd name="connsiteY63-45162" fmla="*/ 2183 h 4213"/>
                  <a:gd name="connsiteX64-45163" fmla="*/ 1945 w 2254"/>
                  <a:gd name="connsiteY64-45164" fmla="*/ 2178 h 4213"/>
                  <a:gd name="connsiteX65-45165" fmla="*/ 1990 w 2254"/>
                  <a:gd name="connsiteY65-45166" fmla="*/ 2104 h 4213"/>
                  <a:gd name="connsiteX66-45167" fmla="*/ 2024 w 2254"/>
                  <a:gd name="connsiteY66-45168" fmla="*/ 2210 h 4213"/>
                  <a:gd name="connsiteX67-45169" fmla="*/ 1912 w 2254"/>
                  <a:gd name="connsiteY67-45170" fmla="*/ 2249 h 4213"/>
                  <a:gd name="connsiteX68-45171" fmla="*/ 1959 w 2254"/>
                  <a:gd name="connsiteY68-45172" fmla="*/ 2362 h 4213"/>
                  <a:gd name="connsiteX69-45173" fmla="*/ 1824 w 2254"/>
                  <a:gd name="connsiteY69-45174" fmla="*/ 2509 h 4213"/>
                  <a:gd name="connsiteX70-45175" fmla="*/ 1783 w 2254"/>
                  <a:gd name="connsiteY70-45176" fmla="*/ 2498 h 4213"/>
                  <a:gd name="connsiteX71-45177" fmla="*/ 1659 w 2254"/>
                  <a:gd name="connsiteY71-45178" fmla="*/ 2413 h 4213"/>
                  <a:gd name="connsiteX72-45179" fmla="*/ 1604 w 2254"/>
                  <a:gd name="connsiteY72-45180" fmla="*/ 2412 h 4213"/>
                  <a:gd name="connsiteX73-45181" fmla="*/ 1569 w 2254"/>
                  <a:gd name="connsiteY73-45182" fmla="*/ 2480 h 4213"/>
                  <a:gd name="connsiteX74-45183" fmla="*/ 1572 w 2254"/>
                  <a:gd name="connsiteY74-45184" fmla="*/ 2562 h 4213"/>
                  <a:gd name="connsiteX75-45185" fmla="*/ 1750 w 2254"/>
                  <a:gd name="connsiteY75-45186" fmla="*/ 2730 h 4213"/>
                  <a:gd name="connsiteX76-45187" fmla="*/ 1749 w 2254"/>
                  <a:gd name="connsiteY76-45188" fmla="*/ 2844 h 4213"/>
                  <a:gd name="connsiteX77-45189" fmla="*/ 1840 w 2254"/>
                  <a:gd name="connsiteY77-45190" fmla="*/ 3060 h 4213"/>
                  <a:gd name="connsiteX78-45191" fmla="*/ 1866 w 2254"/>
                  <a:gd name="connsiteY78-45192" fmla="*/ 3090 h 4213"/>
                  <a:gd name="connsiteX79-45193" fmla="*/ 1910 w 2254"/>
                  <a:gd name="connsiteY79-45194" fmla="*/ 3094 h 4213"/>
                  <a:gd name="connsiteX80-45195" fmla="*/ 1956 w 2254"/>
                  <a:gd name="connsiteY80-45196" fmla="*/ 3010 h 4213"/>
                  <a:gd name="connsiteX81-45197" fmla="*/ 2036 w 2254"/>
                  <a:gd name="connsiteY81-45198" fmla="*/ 2950 h 4213"/>
                  <a:gd name="connsiteX82-45199" fmla="*/ 2131 w 2254"/>
                  <a:gd name="connsiteY82-45200" fmla="*/ 3126 h 4213"/>
                  <a:gd name="connsiteX83-45201" fmla="*/ 2241 w 2254"/>
                  <a:gd name="connsiteY83-45202" fmla="*/ 3312 h 4213"/>
                  <a:gd name="connsiteX84-45203" fmla="*/ 2254 w 2254"/>
                  <a:gd name="connsiteY84-45204" fmla="*/ 3342 h 4213"/>
                  <a:gd name="connsiteX85-45205" fmla="*/ 2243 w 2254"/>
                  <a:gd name="connsiteY85-45206" fmla="*/ 3518 h 4213"/>
                  <a:gd name="connsiteX86-45207" fmla="*/ 2208 w 2254"/>
                  <a:gd name="connsiteY86-45208" fmla="*/ 3554 h 4213"/>
                  <a:gd name="connsiteX87-45209" fmla="*/ 2119 w 2254"/>
                  <a:gd name="connsiteY87-45210" fmla="*/ 3515 h 4213"/>
                  <a:gd name="connsiteX88-45211" fmla="*/ 1885 w 2254"/>
                  <a:gd name="connsiteY88-45212" fmla="*/ 3644 h 4213"/>
                  <a:gd name="connsiteX89-45213" fmla="*/ 1859 w 2254"/>
                  <a:gd name="connsiteY89-45214" fmla="*/ 3666 h 4213"/>
                  <a:gd name="connsiteX90-45215" fmla="*/ 1679 w 2254"/>
                  <a:gd name="connsiteY90-45216" fmla="*/ 3812 h 4213"/>
                  <a:gd name="connsiteX91-45217" fmla="*/ 1538 w 2254"/>
                  <a:gd name="connsiteY91-45218" fmla="*/ 3926 h 4213"/>
                  <a:gd name="connsiteX92-45219" fmla="*/ 1503 w 2254"/>
                  <a:gd name="connsiteY92-45220" fmla="*/ 3965 h 4213"/>
                  <a:gd name="connsiteX93-45221" fmla="*/ 1451 w 2254"/>
                  <a:gd name="connsiteY93-45222" fmla="*/ 3973 h 4213"/>
                  <a:gd name="connsiteX94-45223" fmla="*/ 1394 w 2254"/>
                  <a:gd name="connsiteY94-45224" fmla="*/ 3916 h 4213"/>
                  <a:gd name="connsiteX95-45225" fmla="*/ 1270 w 2254"/>
                  <a:gd name="connsiteY95-45226" fmla="*/ 3808 h 4213"/>
                  <a:gd name="connsiteX96-45227" fmla="*/ 1294 w 2254"/>
                  <a:gd name="connsiteY96-45228" fmla="*/ 4064 h 4213"/>
                  <a:gd name="connsiteX97-45229" fmla="*/ 1303 w 2254"/>
                  <a:gd name="connsiteY97-45230" fmla="*/ 4192 h 4213"/>
                  <a:gd name="connsiteX98-45231" fmla="*/ 1041 w 2254"/>
                  <a:gd name="connsiteY98-45232" fmla="*/ 4166 h 4213"/>
                  <a:gd name="connsiteX99-45233" fmla="*/ 959 w 2254"/>
                  <a:gd name="connsiteY99-45234" fmla="*/ 3987 h 4213"/>
                  <a:gd name="connsiteX100-45235" fmla="*/ 877 w 2254"/>
                  <a:gd name="connsiteY100-45236" fmla="*/ 3802 h 4213"/>
                  <a:gd name="connsiteX101-45237" fmla="*/ 798 w 2254"/>
                  <a:gd name="connsiteY101-45238" fmla="*/ 3734 h 4213"/>
                  <a:gd name="connsiteX0-45239" fmla="*/ 798 w 2254"/>
                  <a:gd name="connsiteY0-45240" fmla="*/ 3734 h 4213"/>
                  <a:gd name="connsiteX1-45241" fmla="*/ 679 w 2254"/>
                  <a:gd name="connsiteY1-45242" fmla="*/ 3800 h 4213"/>
                  <a:gd name="connsiteX2-45243" fmla="*/ 695 w 2254"/>
                  <a:gd name="connsiteY2-45244" fmla="*/ 3662 h 4213"/>
                  <a:gd name="connsiteX3-45245" fmla="*/ 633 w 2254"/>
                  <a:gd name="connsiteY3-45246" fmla="*/ 3500 h 4213"/>
                  <a:gd name="connsiteX4-45247" fmla="*/ 742 w 2254"/>
                  <a:gd name="connsiteY4-45248" fmla="*/ 3280 h 4213"/>
                  <a:gd name="connsiteX5-45249" fmla="*/ 932 w 2254"/>
                  <a:gd name="connsiteY5-45250" fmla="*/ 3195 h 4213"/>
                  <a:gd name="connsiteX6-45251" fmla="*/ 1107 w 2254"/>
                  <a:gd name="connsiteY6-45252" fmla="*/ 3058 h 4213"/>
                  <a:gd name="connsiteX7-45253" fmla="*/ 1112 w 2254"/>
                  <a:gd name="connsiteY7-45254" fmla="*/ 2878 h 4213"/>
                  <a:gd name="connsiteX8-45255" fmla="*/ 1068 w 2254"/>
                  <a:gd name="connsiteY8-45256" fmla="*/ 2333 h 4213"/>
                  <a:gd name="connsiteX9-45257" fmla="*/ 1066 w 2254"/>
                  <a:gd name="connsiteY9-45258" fmla="*/ 2117 h 4213"/>
                  <a:gd name="connsiteX10-45259" fmla="*/ 990 w 2254"/>
                  <a:gd name="connsiteY10-45260" fmla="*/ 2039 h 4213"/>
                  <a:gd name="connsiteX11-45261" fmla="*/ 847 w 2254"/>
                  <a:gd name="connsiteY11-45262" fmla="*/ 1951 h 4213"/>
                  <a:gd name="connsiteX12-45263" fmla="*/ 755 w 2254"/>
                  <a:gd name="connsiteY12-45264" fmla="*/ 1827 h 4213"/>
                  <a:gd name="connsiteX13-45265" fmla="*/ 659 w 2254"/>
                  <a:gd name="connsiteY13-45266" fmla="*/ 1828 h 4213"/>
                  <a:gd name="connsiteX14-45267" fmla="*/ 614 w 2254"/>
                  <a:gd name="connsiteY14-45268" fmla="*/ 1883 h 4213"/>
                  <a:gd name="connsiteX15-45269" fmla="*/ 521 w 2254"/>
                  <a:gd name="connsiteY15-45270" fmla="*/ 1877 h 4213"/>
                  <a:gd name="connsiteX16-45271" fmla="*/ 501 w 2254"/>
                  <a:gd name="connsiteY16-45272" fmla="*/ 1994 h 4213"/>
                  <a:gd name="connsiteX17-45273" fmla="*/ 320 w 2254"/>
                  <a:gd name="connsiteY17-45274" fmla="*/ 1941 h 4213"/>
                  <a:gd name="connsiteX18-45275" fmla="*/ 237 w 2254"/>
                  <a:gd name="connsiteY18-45276" fmla="*/ 1939 h 4213"/>
                  <a:gd name="connsiteX19-45277" fmla="*/ 112 w 2254"/>
                  <a:gd name="connsiteY19-45278" fmla="*/ 2014 h 4213"/>
                  <a:gd name="connsiteX20-45279" fmla="*/ 0 w 2254"/>
                  <a:gd name="connsiteY20-45280" fmla="*/ 1890 h 4213"/>
                  <a:gd name="connsiteX21-45281" fmla="*/ 94 w 2254"/>
                  <a:gd name="connsiteY21-45282" fmla="*/ 1804 h 4213"/>
                  <a:gd name="connsiteX22-45283" fmla="*/ 98 w 2254"/>
                  <a:gd name="connsiteY22-45284" fmla="*/ 1634 h 4213"/>
                  <a:gd name="connsiteX23-45285" fmla="*/ 153 w 2254"/>
                  <a:gd name="connsiteY23-45286" fmla="*/ 1514 h 4213"/>
                  <a:gd name="connsiteX24-45287" fmla="*/ 196 w 2254"/>
                  <a:gd name="connsiteY24-45288" fmla="*/ 1306 h 4213"/>
                  <a:gd name="connsiteX25-45289" fmla="*/ 256 w 2254"/>
                  <a:gd name="connsiteY25-45290" fmla="*/ 1307 h 4213"/>
                  <a:gd name="connsiteX26-45291" fmla="*/ 579 w 2254"/>
                  <a:gd name="connsiteY26-45292" fmla="*/ 1286 h 4213"/>
                  <a:gd name="connsiteX27-45293" fmla="*/ 753 w 2254"/>
                  <a:gd name="connsiteY27-45294" fmla="*/ 1117 h 4213"/>
                  <a:gd name="connsiteX28-45295" fmla="*/ 822 w 2254"/>
                  <a:gd name="connsiteY28-45296" fmla="*/ 748 h 4213"/>
                  <a:gd name="connsiteX29-45297" fmla="*/ 932 w 2254"/>
                  <a:gd name="connsiteY29-45298" fmla="*/ 486 h 4213"/>
                  <a:gd name="connsiteX30-45299" fmla="*/ 930 w 2254"/>
                  <a:gd name="connsiteY30-45300" fmla="*/ 358 h 4213"/>
                  <a:gd name="connsiteX31-45301" fmla="*/ 917 w 2254"/>
                  <a:gd name="connsiteY31-45302" fmla="*/ 328 h 4213"/>
                  <a:gd name="connsiteX32-45303" fmla="*/ 850 w 2254"/>
                  <a:gd name="connsiteY32-45304" fmla="*/ 251 h 4213"/>
                  <a:gd name="connsiteX33-45305" fmla="*/ 790 w 2254"/>
                  <a:gd name="connsiteY33-45306" fmla="*/ 217 h 4213"/>
                  <a:gd name="connsiteX34-45307" fmla="*/ 915 w 2254"/>
                  <a:gd name="connsiteY34-45308" fmla="*/ 56 h 4213"/>
                  <a:gd name="connsiteX35-45309" fmla="*/ 1088 w 2254"/>
                  <a:gd name="connsiteY35-45310" fmla="*/ 2 h 4213"/>
                  <a:gd name="connsiteX36-45311" fmla="*/ 1120 w 2254"/>
                  <a:gd name="connsiteY36-45312" fmla="*/ 49 h 4213"/>
                  <a:gd name="connsiteX37-45313" fmla="*/ 1110 w 2254"/>
                  <a:gd name="connsiteY37-45314" fmla="*/ 133 h 4213"/>
                  <a:gd name="connsiteX38-45315" fmla="*/ 1049 w 2254"/>
                  <a:gd name="connsiteY38-45316" fmla="*/ 243 h 4213"/>
                  <a:gd name="connsiteX39-45317" fmla="*/ 1119 w 2254"/>
                  <a:gd name="connsiteY39-45318" fmla="*/ 301 h 4213"/>
                  <a:gd name="connsiteX40-45319" fmla="*/ 1233 w 2254"/>
                  <a:gd name="connsiteY40-45320" fmla="*/ 366 h 4213"/>
                  <a:gd name="connsiteX41-45321" fmla="*/ 1253 w 2254"/>
                  <a:gd name="connsiteY41-45322" fmla="*/ 255 h 4213"/>
                  <a:gd name="connsiteX42-45323" fmla="*/ 1387 w 2254"/>
                  <a:gd name="connsiteY42-45324" fmla="*/ 291 h 4213"/>
                  <a:gd name="connsiteX43-45325" fmla="*/ 1412 w 2254"/>
                  <a:gd name="connsiteY43-45326" fmla="*/ 331 h 4213"/>
                  <a:gd name="connsiteX44-45327" fmla="*/ 1488 w 2254"/>
                  <a:gd name="connsiteY44-45328" fmla="*/ 562 h 4213"/>
                  <a:gd name="connsiteX45-45329" fmla="*/ 1523 w 2254"/>
                  <a:gd name="connsiteY45-45330" fmla="*/ 586 h 4213"/>
                  <a:gd name="connsiteX46-45331" fmla="*/ 1615 w 2254"/>
                  <a:gd name="connsiteY46-45332" fmla="*/ 578 h 4213"/>
                  <a:gd name="connsiteX47-45333" fmla="*/ 1875 w 2254"/>
                  <a:gd name="connsiteY47-45334" fmla="*/ 490 h 4213"/>
                  <a:gd name="connsiteX48-45335" fmla="*/ 2095 w 2254"/>
                  <a:gd name="connsiteY48-45336" fmla="*/ 479 h 4213"/>
                  <a:gd name="connsiteX49-45337" fmla="*/ 2155 w 2254"/>
                  <a:gd name="connsiteY49-45338" fmla="*/ 648 h 4213"/>
                  <a:gd name="connsiteX50-45339" fmla="*/ 2073 w 2254"/>
                  <a:gd name="connsiteY50-45340" fmla="*/ 944 h 4213"/>
                  <a:gd name="connsiteX51-45341" fmla="*/ 2073 w 2254"/>
                  <a:gd name="connsiteY51-45342" fmla="*/ 1022 h 4213"/>
                  <a:gd name="connsiteX52-45343" fmla="*/ 2142 w 2254"/>
                  <a:gd name="connsiteY52-45344" fmla="*/ 1168 h 4213"/>
                  <a:gd name="connsiteX53-45345" fmla="*/ 2157 w 2254"/>
                  <a:gd name="connsiteY53-45346" fmla="*/ 1427 h 4213"/>
                  <a:gd name="connsiteX54-45347" fmla="*/ 2159 w 2254"/>
                  <a:gd name="connsiteY54-45348" fmla="*/ 1617 h 4213"/>
                  <a:gd name="connsiteX55-45349" fmla="*/ 2092 w 2254"/>
                  <a:gd name="connsiteY55-45350" fmla="*/ 1625 h 4213"/>
                  <a:gd name="connsiteX56-45351" fmla="*/ 2070 w 2254"/>
                  <a:gd name="connsiteY56-45352" fmla="*/ 1507 h 4213"/>
                  <a:gd name="connsiteX57-45353" fmla="*/ 2035 w 2254"/>
                  <a:gd name="connsiteY57-45354" fmla="*/ 1450 h 4213"/>
                  <a:gd name="connsiteX58-45355" fmla="*/ 1945 w 2254"/>
                  <a:gd name="connsiteY58-45356" fmla="*/ 1582 h 4213"/>
                  <a:gd name="connsiteX59-45357" fmla="*/ 1832 w 2254"/>
                  <a:gd name="connsiteY59-45358" fmla="*/ 1776 h 4213"/>
                  <a:gd name="connsiteX60-45359" fmla="*/ 1713 w 2254"/>
                  <a:gd name="connsiteY60-45360" fmla="*/ 1904 h 4213"/>
                  <a:gd name="connsiteX61-45361" fmla="*/ 1706 w 2254"/>
                  <a:gd name="connsiteY61-45362" fmla="*/ 2018 h 4213"/>
                  <a:gd name="connsiteX62-45363" fmla="*/ 1766 w 2254"/>
                  <a:gd name="connsiteY62-45364" fmla="*/ 2115 h 4213"/>
                  <a:gd name="connsiteX63-45365" fmla="*/ 1868 w 2254"/>
                  <a:gd name="connsiteY63-45366" fmla="*/ 2183 h 4213"/>
                  <a:gd name="connsiteX64-45367" fmla="*/ 1945 w 2254"/>
                  <a:gd name="connsiteY64-45368" fmla="*/ 2178 h 4213"/>
                  <a:gd name="connsiteX65-45369" fmla="*/ 1990 w 2254"/>
                  <a:gd name="connsiteY65-45370" fmla="*/ 2104 h 4213"/>
                  <a:gd name="connsiteX66-45371" fmla="*/ 2024 w 2254"/>
                  <a:gd name="connsiteY66-45372" fmla="*/ 2210 h 4213"/>
                  <a:gd name="connsiteX67-45373" fmla="*/ 1912 w 2254"/>
                  <a:gd name="connsiteY67-45374" fmla="*/ 2249 h 4213"/>
                  <a:gd name="connsiteX68-45375" fmla="*/ 1959 w 2254"/>
                  <a:gd name="connsiteY68-45376" fmla="*/ 2362 h 4213"/>
                  <a:gd name="connsiteX69-45377" fmla="*/ 1824 w 2254"/>
                  <a:gd name="connsiteY69-45378" fmla="*/ 2509 h 4213"/>
                  <a:gd name="connsiteX70-45379" fmla="*/ 1783 w 2254"/>
                  <a:gd name="connsiteY70-45380" fmla="*/ 2498 h 4213"/>
                  <a:gd name="connsiteX71-45381" fmla="*/ 1659 w 2254"/>
                  <a:gd name="connsiteY71-45382" fmla="*/ 2413 h 4213"/>
                  <a:gd name="connsiteX72-45383" fmla="*/ 1604 w 2254"/>
                  <a:gd name="connsiteY72-45384" fmla="*/ 2412 h 4213"/>
                  <a:gd name="connsiteX73-45385" fmla="*/ 1569 w 2254"/>
                  <a:gd name="connsiteY73-45386" fmla="*/ 2480 h 4213"/>
                  <a:gd name="connsiteX74-45387" fmla="*/ 1572 w 2254"/>
                  <a:gd name="connsiteY74-45388" fmla="*/ 2562 h 4213"/>
                  <a:gd name="connsiteX75-45389" fmla="*/ 1750 w 2254"/>
                  <a:gd name="connsiteY75-45390" fmla="*/ 2730 h 4213"/>
                  <a:gd name="connsiteX76-45391" fmla="*/ 1749 w 2254"/>
                  <a:gd name="connsiteY76-45392" fmla="*/ 2844 h 4213"/>
                  <a:gd name="connsiteX77-45393" fmla="*/ 1840 w 2254"/>
                  <a:gd name="connsiteY77-45394" fmla="*/ 3060 h 4213"/>
                  <a:gd name="connsiteX78-45395" fmla="*/ 1866 w 2254"/>
                  <a:gd name="connsiteY78-45396" fmla="*/ 3090 h 4213"/>
                  <a:gd name="connsiteX79-45397" fmla="*/ 1910 w 2254"/>
                  <a:gd name="connsiteY79-45398" fmla="*/ 3094 h 4213"/>
                  <a:gd name="connsiteX80-45399" fmla="*/ 1956 w 2254"/>
                  <a:gd name="connsiteY80-45400" fmla="*/ 3010 h 4213"/>
                  <a:gd name="connsiteX81-45401" fmla="*/ 2036 w 2254"/>
                  <a:gd name="connsiteY81-45402" fmla="*/ 2950 h 4213"/>
                  <a:gd name="connsiteX82-45403" fmla="*/ 2131 w 2254"/>
                  <a:gd name="connsiteY82-45404" fmla="*/ 3126 h 4213"/>
                  <a:gd name="connsiteX83-45405" fmla="*/ 2241 w 2254"/>
                  <a:gd name="connsiteY83-45406" fmla="*/ 3312 h 4213"/>
                  <a:gd name="connsiteX84-45407" fmla="*/ 2254 w 2254"/>
                  <a:gd name="connsiteY84-45408" fmla="*/ 3342 h 4213"/>
                  <a:gd name="connsiteX85-45409" fmla="*/ 2243 w 2254"/>
                  <a:gd name="connsiteY85-45410" fmla="*/ 3518 h 4213"/>
                  <a:gd name="connsiteX86-45411" fmla="*/ 2208 w 2254"/>
                  <a:gd name="connsiteY86-45412" fmla="*/ 3554 h 4213"/>
                  <a:gd name="connsiteX87-45413" fmla="*/ 2119 w 2254"/>
                  <a:gd name="connsiteY87-45414" fmla="*/ 3515 h 4213"/>
                  <a:gd name="connsiteX88-45415" fmla="*/ 1885 w 2254"/>
                  <a:gd name="connsiteY88-45416" fmla="*/ 3644 h 4213"/>
                  <a:gd name="connsiteX89-45417" fmla="*/ 1859 w 2254"/>
                  <a:gd name="connsiteY89-45418" fmla="*/ 3666 h 4213"/>
                  <a:gd name="connsiteX90-45419" fmla="*/ 1679 w 2254"/>
                  <a:gd name="connsiteY90-45420" fmla="*/ 3812 h 4213"/>
                  <a:gd name="connsiteX91-45421" fmla="*/ 1538 w 2254"/>
                  <a:gd name="connsiteY91-45422" fmla="*/ 3926 h 4213"/>
                  <a:gd name="connsiteX92-45423" fmla="*/ 1503 w 2254"/>
                  <a:gd name="connsiteY92-45424" fmla="*/ 3965 h 4213"/>
                  <a:gd name="connsiteX93-45425" fmla="*/ 1451 w 2254"/>
                  <a:gd name="connsiteY93-45426" fmla="*/ 3973 h 4213"/>
                  <a:gd name="connsiteX94-45427" fmla="*/ 1394 w 2254"/>
                  <a:gd name="connsiteY94-45428" fmla="*/ 3916 h 4213"/>
                  <a:gd name="connsiteX95-45429" fmla="*/ 1270 w 2254"/>
                  <a:gd name="connsiteY95-45430" fmla="*/ 3808 h 4213"/>
                  <a:gd name="connsiteX96-45431" fmla="*/ 1294 w 2254"/>
                  <a:gd name="connsiteY96-45432" fmla="*/ 4064 h 4213"/>
                  <a:gd name="connsiteX97-45433" fmla="*/ 1303 w 2254"/>
                  <a:gd name="connsiteY97-45434" fmla="*/ 4192 h 4213"/>
                  <a:gd name="connsiteX98-45435" fmla="*/ 1041 w 2254"/>
                  <a:gd name="connsiteY98-45436" fmla="*/ 4166 h 4213"/>
                  <a:gd name="connsiteX99-45437" fmla="*/ 959 w 2254"/>
                  <a:gd name="connsiteY99-45438" fmla="*/ 3987 h 4213"/>
                  <a:gd name="connsiteX100-45439" fmla="*/ 877 w 2254"/>
                  <a:gd name="connsiteY100-45440" fmla="*/ 3802 h 4213"/>
                  <a:gd name="connsiteX101-45441" fmla="*/ 798 w 2254"/>
                  <a:gd name="connsiteY101-45442" fmla="*/ 3734 h 4213"/>
                  <a:gd name="connsiteX0-45443" fmla="*/ 798 w 2254"/>
                  <a:gd name="connsiteY0-45444" fmla="*/ 3734 h 4213"/>
                  <a:gd name="connsiteX1-45445" fmla="*/ 679 w 2254"/>
                  <a:gd name="connsiteY1-45446" fmla="*/ 3800 h 4213"/>
                  <a:gd name="connsiteX2-45447" fmla="*/ 695 w 2254"/>
                  <a:gd name="connsiteY2-45448" fmla="*/ 3662 h 4213"/>
                  <a:gd name="connsiteX3-45449" fmla="*/ 633 w 2254"/>
                  <a:gd name="connsiteY3-45450" fmla="*/ 3500 h 4213"/>
                  <a:gd name="connsiteX4-45451" fmla="*/ 742 w 2254"/>
                  <a:gd name="connsiteY4-45452" fmla="*/ 3280 h 4213"/>
                  <a:gd name="connsiteX5-45453" fmla="*/ 932 w 2254"/>
                  <a:gd name="connsiteY5-45454" fmla="*/ 3195 h 4213"/>
                  <a:gd name="connsiteX6-45455" fmla="*/ 1107 w 2254"/>
                  <a:gd name="connsiteY6-45456" fmla="*/ 3058 h 4213"/>
                  <a:gd name="connsiteX7-45457" fmla="*/ 1112 w 2254"/>
                  <a:gd name="connsiteY7-45458" fmla="*/ 2878 h 4213"/>
                  <a:gd name="connsiteX8-45459" fmla="*/ 1068 w 2254"/>
                  <a:gd name="connsiteY8-45460" fmla="*/ 2333 h 4213"/>
                  <a:gd name="connsiteX9-45461" fmla="*/ 1066 w 2254"/>
                  <a:gd name="connsiteY9-45462" fmla="*/ 2117 h 4213"/>
                  <a:gd name="connsiteX10-45463" fmla="*/ 990 w 2254"/>
                  <a:gd name="connsiteY10-45464" fmla="*/ 2039 h 4213"/>
                  <a:gd name="connsiteX11-45465" fmla="*/ 847 w 2254"/>
                  <a:gd name="connsiteY11-45466" fmla="*/ 1951 h 4213"/>
                  <a:gd name="connsiteX12-45467" fmla="*/ 755 w 2254"/>
                  <a:gd name="connsiteY12-45468" fmla="*/ 1827 h 4213"/>
                  <a:gd name="connsiteX13-45469" fmla="*/ 659 w 2254"/>
                  <a:gd name="connsiteY13-45470" fmla="*/ 1828 h 4213"/>
                  <a:gd name="connsiteX14-45471" fmla="*/ 614 w 2254"/>
                  <a:gd name="connsiteY14-45472" fmla="*/ 1883 h 4213"/>
                  <a:gd name="connsiteX15-45473" fmla="*/ 521 w 2254"/>
                  <a:gd name="connsiteY15-45474" fmla="*/ 1877 h 4213"/>
                  <a:gd name="connsiteX16-45475" fmla="*/ 501 w 2254"/>
                  <a:gd name="connsiteY16-45476" fmla="*/ 1994 h 4213"/>
                  <a:gd name="connsiteX17-45477" fmla="*/ 320 w 2254"/>
                  <a:gd name="connsiteY17-45478" fmla="*/ 1941 h 4213"/>
                  <a:gd name="connsiteX18-45479" fmla="*/ 237 w 2254"/>
                  <a:gd name="connsiteY18-45480" fmla="*/ 1939 h 4213"/>
                  <a:gd name="connsiteX19-45481" fmla="*/ 112 w 2254"/>
                  <a:gd name="connsiteY19-45482" fmla="*/ 2014 h 4213"/>
                  <a:gd name="connsiteX20-45483" fmla="*/ 0 w 2254"/>
                  <a:gd name="connsiteY20-45484" fmla="*/ 1890 h 4213"/>
                  <a:gd name="connsiteX21-45485" fmla="*/ 94 w 2254"/>
                  <a:gd name="connsiteY21-45486" fmla="*/ 1804 h 4213"/>
                  <a:gd name="connsiteX22-45487" fmla="*/ 98 w 2254"/>
                  <a:gd name="connsiteY22-45488" fmla="*/ 1634 h 4213"/>
                  <a:gd name="connsiteX23-45489" fmla="*/ 153 w 2254"/>
                  <a:gd name="connsiteY23-45490" fmla="*/ 1514 h 4213"/>
                  <a:gd name="connsiteX24-45491" fmla="*/ 196 w 2254"/>
                  <a:gd name="connsiteY24-45492" fmla="*/ 1306 h 4213"/>
                  <a:gd name="connsiteX25-45493" fmla="*/ 256 w 2254"/>
                  <a:gd name="connsiteY25-45494" fmla="*/ 1307 h 4213"/>
                  <a:gd name="connsiteX26-45495" fmla="*/ 579 w 2254"/>
                  <a:gd name="connsiteY26-45496" fmla="*/ 1286 h 4213"/>
                  <a:gd name="connsiteX27-45497" fmla="*/ 753 w 2254"/>
                  <a:gd name="connsiteY27-45498" fmla="*/ 1117 h 4213"/>
                  <a:gd name="connsiteX28-45499" fmla="*/ 822 w 2254"/>
                  <a:gd name="connsiteY28-45500" fmla="*/ 748 h 4213"/>
                  <a:gd name="connsiteX29-45501" fmla="*/ 932 w 2254"/>
                  <a:gd name="connsiteY29-45502" fmla="*/ 486 h 4213"/>
                  <a:gd name="connsiteX30-45503" fmla="*/ 930 w 2254"/>
                  <a:gd name="connsiteY30-45504" fmla="*/ 358 h 4213"/>
                  <a:gd name="connsiteX31-45505" fmla="*/ 917 w 2254"/>
                  <a:gd name="connsiteY31-45506" fmla="*/ 328 h 4213"/>
                  <a:gd name="connsiteX32-45507" fmla="*/ 850 w 2254"/>
                  <a:gd name="connsiteY32-45508" fmla="*/ 251 h 4213"/>
                  <a:gd name="connsiteX33-45509" fmla="*/ 790 w 2254"/>
                  <a:gd name="connsiteY33-45510" fmla="*/ 217 h 4213"/>
                  <a:gd name="connsiteX34-45511" fmla="*/ 915 w 2254"/>
                  <a:gd name="connsiteY34-45512" fmla="*/ 56 h 4213"/>
                  <a:gd name="connsiteX35-45513" fmla="*/ 1088 w 2254"/>
                  <a:gd name="connsiteY35-45514" fmla="*/ 2 h 4213"/>
                  <a:gd name="connsiteX36-45515" fmla="*/ 1120 w 2254"/>
                  <a:gd name="connsiteY36-45516" fmla="*/ 49 h 4213"/>
                  <a:gd name="connsiteX37-45517" fmla="*/ 1110 w 2254"/>
                  <a:gd name="connsiteY37-45518" fmla="*/ 133 h 4213"/>
                  <a:gd name="connsiteX38-45519" fmla="*/ 1049 w 2254"/>
                  <a:gd name="connsiteY38-45520" fmla="*/ 243 h 4213"/>
                  <a:gd name="connsiteX39-45521" fmla="*/ 1119 w 2254"/>
                  <a:gd name="connsiteY39-45522" fmla="*/ 301 h 4213"/>
                  <a:gd name="connsiteX40-45523" fmla="*/ 1233 w 2254"/>
                  <a:gd name="connsiteY40-45524" fmla="*/ 366 h 4213"/>
                  <a:gd name="connsiteX41-45525" fmla="*/ 1253 w 2254"/>
                  <a:gd name="connsiteY41-45526" fmla="*/ 255 h 4213"/>
                  <a:gd name="connsiteX42-45527" fmla="*/ 1387 w 2254"/>
                  <a:gd name="connsiteY42-45528" fmla="*/ 291 h 4213"/>
                  <a:gd name="connsiteX43-45529" fmla="*/ 1412 w 2254"/>
                  <a:gd name="connsiteY43-45530" fmla="*/ 331 h 4213"/>
                  <a:gd name="connsiteX44-45531" fmla="*/ 1488 w 2254"/>
                  <a:gd name="connsiteY44-45532" fmla="*/ 562 h 4213"/>
                  <a:gd name="connsiteX45-45533" fmla="*/ 1523 w 2254"/>
                  <a:gd name="connsiteY45-45534" fmla="*/ 586 h 4213"/>
                  <a:gd name="connsiteX46-45535" fmla="*/ 1615 w 2254"/>
                  <a:gd name="connsiteY46-45536" fmla="*/ 578 h 4213"/>
                  <a:gd name="connsiteX47-45537" fmla="*/ 1875 w 2254"/>
                  <a:gd name="connsiteY47-45538" fmla="*/ 490 h 4213"/>
                  <a:gd name="connsiteX48-45539" fmla="*/ 2095 w 2254"/>
                  <a:gd name="connsiteY48-45540" fmla="*/ 479 h 4213"/>
                  <a:gd name="connsiteX49-45541" fmla="*/ 2155 w 2254"/>
                  <a:gd name="connsiteY49-45542" fmla="*/ 648 h 4213"/>
                  <a:gd name="connsiteX50-45543" fmla="*/ 2073 w 2254"/>
                  <a:gd name="connsiteY50-45544" fmla="*/ 944 h 4213"/>
                  <a:gd name="connsiteX51-45545" fmla="*/ 2073 w 2254"/>
                  <a:gd name="connsiteY51-45546" fmla="*/ 1022 h 4213"/>
                  <a:gd name="connsiteX52-45547" fmla="*/ 2142 w 2254"/>
                  <a:gd name="connsiteY52-45548" fmla="*/ 1168 h 4213"/>
                  <a:gd name="connsiteX53-45549" fmla="*/ 2157 w 2254"/>
                  <a:gd name="connsiteY53-45550" fmla="*/ 1427 h 4213"/>
                  <a:gd name="connsiteX54-45551" fmla="*/ 2159 w 2254"/>
                  <a:gd name="connsiteY54-45552" fmla="*/ 1617 h 4213"/>
                  <a:gd name="connsiteX55-45553" fmla="*/ 2092 w 2254"/>
                  <a:gd name="connsiteY55-45554" fmla="*/ 1625 h 4213"/>
                  <a:gd name="connsiteX56-45555" fmla="*/ 2070 w 2254"/>
                  <a:gd name="connsiteY56-45556" fmla="*/ 1507 h 4213"/>
                  <a:gd name="connsiteX57-45557" fmla="*/ 2035 w 2254"/>
                  <a:gd name="connsiteY57-45558" fmla="*/ 1450 h 4213"/>
                  <a:gd name="connsiteX58-45559" fmla="*/ 1945 w 2254"/>
                  <a:gd name="connsiteY58-45560" fmla="*/ 1582 h 4213"/>
                  <a:gd name="connsiteX59-45561" fmla="*/ 1832 w 2254"/>
                  <a:gd name="connsiteY59-45562" fmla="*/ 1776 h 4213"/>
                  <a:gd name="connsiteX60-45563" fmla="*/ 1713 w 2254"/>
                  <a:gd name="connsiteY60-45564" fmla="*/ 1904 h 4213"/>
                  <a:gd name="connsiteX61-45565" fmla="*/ 1706 w 2254"/>
                  <a:gd name="connsiteY61-45566" fmla="*/ 2018 h 4213"/>
                  <a:gd name="connsiteX62-45567" fmla="*/ 1766 w 2254"/>
                  <a:gd name="connsiteY62-45568" fmla="*/ 2115 h 4213"/>
                  <a:gd name="connsiteX63-45569" fmla="*/ 1868 w 2254"/>
                  <a:gd name="connsiteY63-45570" fmla="*/ 2183 h 4213"/>
                  <a:gd name="connsiteX64-45571" fmla="*/ 1945 w 2254"/>
                  <a:gd name="connsiteY64-45572" fmla="*/ 2178 h 4213"/>
                  <a:gd name="connsiteX65-45573" fmla="*/ 1990 w 2254"/>
                  <a:gd name="connsiteY65-45574" fmla="*/ 2104 h 4213"/>
                  <a:gd name="connsiteX66-45575" fmla="*/ 2024 w 2254"/>
                  <a:gd name="connsiteY66-45576" fmla="*/ 2210 h 4213"/>
                  <a:gd name="connsiteX67-45577" fmla="*/ 1912 w 2254"/>
                  <a:gd name="connsiteY67-45578" fmla="*/ 2249 h 4213"/>
                  <a:gd name="connsiteX68-45579" fmla="*/ 1959 w 2254"/>
                  <a:gd name="connsiteY68-45580" fmla="*/ 2362 h 4213"/>
                  <a:gd name="connsiteX69-45581" fmla="*/ 1824 w 2254"/>
                  <a:gd name="connsiteY69-45582" fmla="*/ 2509 h 4213"/>
                  <a:gd name="connsiteX70-45583" fmla="*/ 1783 w 2254"/>
                  <a:gd name="connsiteY70-45584" fmla="*/ 2498 h 4213"/>
                  <a:gd name="connsiteX71-45585" fmla="*/ 1659 w 2254"/>
                  <a:gd name="connsiteY71-45586" fmla="*/ 2413 h 4213"/>
                  <a:gd name="connsiteX72-45587" fmla="*/ 1604 w 2254"/>
                  <a:gd name="connsiteY72-45588" fmla="*/ 2412 h 4213"/>
                  <a:gd name="connsiteX73-45589" fmla="*/ 1569 w 2254"/>
                  <a:gd name="connsiteY73-45590" fmla="*/ 2480 h 4213"/>
                  <a:gd name="connsiteX74-45591" fmla="*/ 1572 w 2254"/>
                  <a:gd name="connsiteY74-45592" fmla="*/ 2562 h 4213"/>
                  <a:gd name="connsiteX75-45593" fmla="*/ 1750 w 2254"/>
                  <a:gd name="connsiteY75-45594" fmla="*/ 2730 h 4213"/>
                  <a:gd name="connsiteX76-45595" fmla="*/ 1749 w 2254"/>
                  <a:gd name="connsiteY76-45596" fmla="*/ 2844 h 4213"/>
                  <a:gd name="connsiteX77-45597" fmla="*/ 1840 w 2254"/>
                  <a:gd name="connsiteY77-45598" fmla="*/ 3060 h 4213"/>
                  <a:gd name="connsiteX78-45599" fmla="*/ 1866 w 2254"/>
                  <a:gd name="connsiteY78-45600" fmla="*/ 3090 h 4213"/>
                  <a:gd name="connsiteX79-45601" fmla="*/ 1910 w 2254"/>
                  <a:gd name="connsiteY79-45602" fmla="*/ 3094 h 4213"/>
                  <a:gd name="connsiteX80-45603" fmla="*/ 1956 w 2254"/>
                  <a:gd name="connsiteY80-45604" fmla="*/ 3010 h 4213"/>
                  <a:gd name="connsiteX81-45605" fmla="*/ 2036 w 2254"/>
                  <a:gd name="connsiteY81-45606" fmla="*/ 2950 h 4213"/>
                  <a:gd name="connsiteX82-45607" fmla="*/ 2131 w 2254"/>
                  <a:gd name="connsiteY82-45608" fmla="*/ 3126 h 4213"/>
                  <a:gd name="connsiteX83-45609" fmla="*/ 2241 w 2254"/>
                  <a:gd name="connsiteY83-45610" fmla="*/ 3312 h 4213"/>
                  <a:gd name="connsiteX84-45611" fmla="*/ 2254 w 2254"/>
                  <a:gd name="connsiteY84-45612" fmla="*/ 3342 h 4213"/>
                  <a:gd name="connsiteX85-45613" fmla="*/ 2243 w 2254"/>
                  <a:gd name="connsiteY85-45614" fmla="*/ 3518 h 4213"/>
                  <a:gd name="connsiteX86-45615" fmla="*/ 2208 w 2254"/>
                  <a:gd name="connsiteY86-45616" fmla="*/ 3554 h 4213"/>
                  <a:gd name="connsiteX87-45617" fmla="*/ 2119 w 2254"/>
                  <a:gd name="connsiteY87-45618" fmla="*/ 3515 h 4213"/>
                  <a:gd name="connsiteX88-45619" fmla="*/ 1885 w 2254"/>
                  <a:gd name="connsiteY88-45620" fmla="*/ 3644 h 4213"/>
                  <a:gd name="connsiteX89-45621" fmla="*/ 1859 w 2254"/>
                  <a:gd name="connsiteY89-45622" fmla="*/ 3666 h 4213"/>
                  <a:gd name="connsiteX90-45623" fmla="*/ 1679 w 2254"/>
                  <a:gd name="connsiteY90-45624" fmla="*/ 3812 h 4213"/>
                  <a:gd name="connsiteX91-45625" fmla="*/ 1538 w 2254"/>
                  <a:gd name="connsiteY91-45626" fmla="*/ 3926 h 4213"/>
                  <a:gd name="connsiteX92-45627" fmla="*/ 1503 w 2254"/>
                  <a:gd name="connsiteY92-45628" fmla="*/ 3965 h 4213"/>
                  <a:gd name="connsiteX93-45629" fmla="*/ 1451 w 2254"/>
                  <a:gd name="connsiteY93-45630" fmla="*/ 3973 h 4213"/>
                  <a:gd name="connsiteX94-45631" fmla="*/ 1394 w 2254"/>
                  <a:gd name="connsiteY94-45632" fmla="*/ 3916 h 4213"/>
                  <a:gd name="connsiteX95-45633" fmla="*/ 1270 w 2254"/>
                  <a:gd name="connsiteY95-45634" fmla="*/ 3808 h 4213"/>
                  <a:gd name="connsiteX96-45635" fmla="*/ 1294 w 2254"/>
                  <a:gd name="connsiteY96-45636" fmla="*/ 4064 h 4213"/>
                  <a:gd name="connsiteX97-45637" fmla="*/ 1303 w 2254"/>
                  <a:gd name="connsiteY97-45638" fmla="*/ 4192 h 4213"/>
                  <a:gd name="connsiteX98-45639" fmla="*/ 1041 w 2254"/>
                  <a:gd name="connsiteY98-45640" fmla="*/ 4166 h 4213"/>
                  <a:gd name="connsiteX99-45641" fmla="*/ 959 w 2254"/>
                  <a:gd name="connsiteY99-45642" fmla="*/ 3987 h 4213"/>
                  <a:gd name="connsiteX100-45643" fmla="*/ 877 w 2254"/>
                  <a:gd name="connsiteY100-45644" fmla="*/ 3802 h 4213"/>
                  <a:gd name="connsiteX101-45645" fmla="*/ 798 w 2254"/>
                  <a:gd name="connsiteY101-45646" fmla="*/ 3734 h 4213"/>
                  <a:gd name="connsiteX0-45647" fmla="*/ 798 w 2254"/>
                  <a:gd name="connsiteY0-45648" fmla="*/ 3734 h 4213"/>
                  <a:gd name="connsiteX1-45649" fmla="*/ 679 w 2254"/>
                  <a:gd name="connsiteY1-45650" fmla="*/ 3800 h 4213"/>
                  <a:gd name="connsiteX2-45651" fmla="*/ 695 w 2254"/>
                  <a:gd name="connsiteY2-45652" fmla="*/ 3662 h 4213"/>
                  <a:gd name="connsiteX3-45653" fmla="*/ 633 w 2254"/>
                  <a:gd name="connsiteY3-45654" fmla="*/ 3500 h 4213"/>
                  <a:gd name="connsiteX4-45655" fmla="*/ 742 w 2254"/>
                  <a:gd name="connsiteY4-45656" fmla="*/ 3280 h 4213"/>
                  <a:gd name="connsiteX5-45657" fmla="*/ 932 w 2254"/>
                  <a:gd name="connsiteY5-45658" fmla="*/ 3195 h 4213"/>
                  <a:gd name="connsiteX6-45659" fmla="*/ 1107 w 2254"/>
                  <a:gd name="connsiteY6-45660" fmla="*/ 3058 h 4213"/>
                  <a:gd name="connsiteX7-45661" fmla="*/ 1112 w 2254"/>
                  <a:gd name="connsiteY7-45662" fmla="*/ 2878 h 4213"/>
                  <a:gd name="connsiteX8-45663" fmla="*/ 1068 w 2254"/>
                  <a:gd name="connsiteY8-45664" fmla="*/ 2333 h 4213"/>
                  <a:gd name="connsiteX9-45665" fmla="*/ 1066 w 2254"/>
                  <a:gd name="connsiteY9-45666" fmla="*/ 2117 h 4213"/>
                  <a:gd name="connsiteX10-45667" fmla="*/ 990 w 2254"/>
                  <a:gd name="connsiteY10-45668" fmla="*/ 2039 h 4213"/>
                  <a:gd name="connsiteX11-45669" fmla="*/ 847 w 2254"/>
                  <a:gd name="connsiteY11-45670" fmla="*/ 1951 h 4213"/>
                  <a:gd name="connsiteX12-45671" fmla="*/ 755 w 2254"/>
                  <a:gd name="connsiteY12-45672" fmla="*/ 1827 h 4213"/>
                  <a:gd name="connsiteX13-45673" fmla="*/ 659 w 2254"/>
                  <a:gd name="connsiteY13-45674" fmla="*/ 1828 h 4213"/>
                  <a:gd name="connsiteX14-45675" fmla="*/ 614 w 2254"/>
                  <a:gd name="connsiteY14-45676" fmla="*/ 1883 h 4213"/>
                  <a:gd name="connsiteX15-45677" fmla="*/ 521 w 2254"/>
                  <a:gd name="connsiteY15-45678" fmla="*/ 1877 h 4213"/>
                  <a:gd name="connsiteX16-45679" fmla="*/ 501 w 2254"/>
                  <a:gd name="connsiteY16-45680" fmla="*/ 1994 h 4213"/>
                  <a:gd name="connsiteX17-45681" fmla="*/ 320 w 2254"/>
                  <a:gd name="connsiteY17-45682" fmla="*/ 1941 h 4213"/>
                  <a:gd name="connsiteX18-45683" fmla="*/ 237 w 2254"/>
                  <a:gd name="connsiteY18-45684" fmla="*/ 1939 h 4213"/>
                  <a:gd name="connsiteX19-45685" fmla="*/ 112 w 2254"/>
                  <a:gd name="connsiteY19-45686" fmla="*/ 2014 h 4213"/>
                  <a:gd name="connsiteX20-45687" fmla="*/ 0 w 2254"/>
                  <a:gd name="connsiteY20-45688" fmla="*/ 1890 h 4213"/>
                  <a:gd name="connsiteX21-45689" fmla="*/ 94 w 2254"/>
                  <a:gd name="connsiteY21-45690" fmla="*/ 1804 h 4213"/>
                  <a:gd name="connsiteX22-45691" fmla="*/ 98 w 2254"/>
                  <a:gd name="connsiteY22-45692" fmla="*/ 1634 h 4213"/>
                  <a:gd name="connsiteX23-45693" fmla="*/ 153 w 2254"/>
                  <a:gd name="connsiteY23-45694" fmla="*/ 1514 h 4213"/>
                  <a:gd name="connsiteX24-45695" fmla="*/ 196 w 2254"/>
                  <a:gd name="connsiteY24-45696" fmla="*/ 1306 h 4213"/>
                  <a:gd name="connsiteX25-45697" fmla="*/ 256 w 2254"/>
                  <a:gd name="connsiteY25-45698" fmla="*/ 1307 h 4213"/>
                  <a:gd name="connsiteX26-45699" fmla="*/ 579 w 2254"/>
                  <a:gd name="connsiteY26-45700" fmla="*/ 1286 h 4213"/>
                  <a:gd name="connsiteX27-45701" fmla="*/ 753 w 2254"/>
                  <a:gd name="connsiteY27-45702" fmla="*/ 1117 h 4213"/>
                  <a:gd name="connsiteX28-45703" fmla="*/ 822 w 2254"/>
                  <a:gd name="connsiteY28-45704" fmla="*/ 748 h 4213"/>
                  <a:gd name="connsiteX29-45705" fmla="*/ 932 w 2254"/>
                  <a:gd name="connsiteY29-45706" fmla="*/ 486 h 4213"/>
                  <a:gd name="connsiteX30-45707" fmla="*/ 930 w 2254"/>
                  <a:gd name="connsiteY30-45708" fmla="*/ 358 h 4213"/>
                  <a:gd name="connsiteX31-45709" fmla="*/ 917 w 2254"/>
                  <a:gd name="connsiteY31-45710" fmla="*/ 328 h 4213"/>
                  <a:gd name="connsiteX32-45711" fmla="*/ 850 w 2254"/>
                  <a:gd name="connsiteY32-45712" fmla="*/ 251 h 4213"/>
                  <a:gd name="connsiteX33-45713" fmla="*/ 790 w 2254"/>
                  <a:gd name="connsiteY33-45714" fmla="*/ 217 h 4213"/>
                  <a:gd name="connsiteX34-45715" fmla="*/ 915 w 2254"/>
                  <a:gd name="connsiteY34-45716" fmla="*/ 56 h 4213"/>
                  <a:gd name="connsiteX35-45717" fmla="*/ 1088 w 2254"/>
                  <a:gd name="connsiteY35-45718" fmla="*/ 2 h 4213"/>
                  <a:gd name="connsiteX36-45719" fmla="*/ 1120 w 2254"/>
                  <a:gd name="connsiteY36-45720" fmla="*/ 49 h 4213"/>
                  <a:gd name="connsiteX37-45721" fmla="*/ 1110 w 2254"/>
                  <a:gd name="connsiteY37-45722" fmla="*/ 133 h 4213"/>
                  <a:gd name="connsiteX38-45723" fmla="*/ 1049 w 2254"/>
                  <a:gd name="connsiteY38-45724" fmla="*/ 243 h 4213"/>
                  <a:gd name="connsiteX39-45725" fmla="*/ 1119 w 2254"/>
                  <a:gd name="connsiteY39-45726" fmla="*/ 301 h 4213"/>
                  <a:gd name="connsiteX40-45727" fmla="*/ 1233 w 2254"/>
                  <a:gd name="connsiteY40-45728" fmla="*/ 366 h 4213"/>
                  <a:gd name="connsiteX41-45729" fmla="*/ 1253 w 2254"/>
                  <a:gd name="connsiteY41-45730" fmla="*/ 255 h 4213"/>
                  <a:gd name="connsiteX42-45731" fmla="*/ 1387 w 2254"/>
                  <a:gd name="connsiteY42-45732" fmla="*/ 291 h 4213"/>
                  <a:gd name="connsiteX43-45733" fmla="*/ 1412 w 2254"/>
                  <a:gd name="connsiteY43-45734" fmla="*/ 331 h 4213"/>
                  <a:gd name="connsiteX44-45735" fmla="*/ 1488 w 2254"/>
                  <a:gd name="connsiteY44-45736" fmla="*/ 562 h 4213"/>
                  <a:gd name="connsiteX45-45737" fmla="*/ 1523 w 2254"/>
                  <a:gd name="connsiteY45-45738" fmla="*/ 586 h 4213"/>
                  <a:gd name="connsiteX46-45739" fmla="*/ 1615 w 2254"/>
                  <a:gd name="connsiteY46-45740" fmla="*/ 578 h 4213"/>
                  <a:gd name="connsiteX47-45741" fmla="*/ 1875 w 2254"/>
                  <a:gd name="connsiteY47-45742" fmla="*/ 490 h 4213"/>
                  <a:gd name="connsiteX48-45743" fmla="*/ 2095 w 2254"/>
                  <a:gd name="connsiteY48-45744" fmla="*/ 479 h 4213"/>
                  <a:gd name="connsiteX49-45745" fmla="*/ 2155 w 2254"/>
                  <a:gd name="connsiteY49-45746" fmla="*/ 648 h 4213"/>
                  <a:gd name="connsiteX50-45747" fmla="*/ 2073 w 2254"/>
                  <a:gd name="connsiteY50-45748" fmla="*/ 944 h 4213"/>
                  <a:gd name="connsiteX51-45749" fmla="*/ 2073 w 2254"/>
                  <a:gd name="connsiteY51-45750" fmla="*/ 1022 h 4213"/>
                  <a:gd name="connsiteX52-45751" fmla="*/ 2142 w 2254"/>
                  <a:gd name="connsiteY52-45752" fmla="*/ 1168 h 4213"/>
                  <a:gd name="connsiteX53-45753" fmla="*/ 2157 w 2254"/>
                  <a:gd name="connsiteY53-45754" fmla="*/ 1427 h 4213"/>
                  <a:gd name="connsiteX54-45755" fmla="*/ 2159 w 2254"/>
                  <a:gd name="connsiteY54-45756" fmla="*/ 1617 h 4213"/>
                  <a:gd name="connsiteX55-45757" fmla="*/ 2092 w 2254"/>
                  <a:gd name="connsiteY55-45758" fmla="*/ 1625 h 4213"/>
                  <a:gd name="connsiteX56-45759" fmla="*/ 2070 w 2254"/>
                  <a:gd name="connsiteY56-45760" fmla="*/ 1507 h 4213"/>
                  <a:gd name="connsiteX57-45761" fmla="*/ 2035 w 2254"/>
                  <a:gd name="connsiteY57-45762" fmla="*/ 1450 h 4213"/>
                  <a:gd name="connsiteX58-45763" fmla="*/ 1945 w 2254"/>
                  <a:gd name="connsiteY58-45764" fmla="*/ 1582 h 4213"/>
                  <a:gd name="connsiteX59-45765" fmla="*/ 1832 w 2254"/>
                  <a:gd name="connsiteY59-45766" fmla="*/ 1776 h 4213"/>
                  <a:gd name="connsiteX60-45767" fmla="*/ 1713 w 2254"/>
                  <a:gd name="connsiteY60-45768" fmla="*/ 1904 h 4213"/>
                  <a:gd name="connsiteX61-45769" fmla="*/ 1706 w 2254"/>
                  <a:gd name="connsiteY61-45770" fmla="*/ 2018 h 4213"/>
                  <a:gd name="connsiteX62-45771" fmla="*/ 1766 w 2254"/>
                  <a:gd name="connsiteY62-45772" fmla="*/ 2115 h 4213"/>
                  <a:gd name="connsiteX63-45773" fmla="*/ 1868 w 2254"/>
                  <a:gd name="connsiteY63-45774" fmla="*/ 2183 h 4213"/>
                  <a:gd name="connsiteX64-45775" fmla="*/ 1945 w 2254"/>
                  <a:gd name="connsiteY64-45776" fmla="*/ 2178 h 4213"/>
                  <a:gd name="connsiteX65-45777" fmla="*/ 1990 w 2254"/>
                  <a:gd name="connsiteY65-45778" fmla="*/ 2104 h 4213"/>
                  <a:gd name="connsiteX66-45779" fmla="*/ 2024 w 2254"/>
                  <a:gd name="connsiteY66-45780" fmla="*/ 2210 h 4213"/>
                  <a:gd name="connsiteX67-45781" fmla="*/ 1912 w 2254"/>
                  <a:gd name="connsiteY67-45782" fmla="*/ 2249 h 4213"/>
                  <a:gd name="connsiteX68-45783" fmla="*/ 1959 w 2254"/>
                  <a:gd name="connsiteY68-45784" fmla="*/ 2362 h 4213"/>
                  <a:gd name="connsiteX69-45785" fmla="*/ 1824 w 2254"/>
                  <a:gd name="connsiteY69-45786" fmla="*/ 2509 h 4213"/>
                  <a:gd name="connsiteX70-45787" fmla="*/ 1783 w 2254"/>
                  <a:gd name="connsiteY70-45788" fmla="*/ 2498 h 4213"/>
                  <a:gd name="connsiteX71-45789" fmla="*/ 1659 w 2254"/>
                  <a:gd name="connsiteY71-45790" fmla="*/ 2413 h 4213"/>
                  <a:gd name="connsiteX72-45791" fmla="*/ 1604 w 2254"/>
                  <a:gd name="connsiteY72-45792" fmla="*/ 2412 h 4213"/>
                  <a:gd name="connsiteX73-45793" fmla="*/ 1569 w 2254"/>
                  <a:gd name="connsiteY73-45794" fmla="*/ 2480 h 4213"/>
                  <a:gd name="connsiteX74-45795" fmla="*/ 1572 w 2254"/>
                  <a:gd name="connsiteY74-45796" fmla="*/ 2562 h 4213"/>
                  <a:gd name="connsiteX75-45797" fmla="*/ 1750 w 2254"/>
                  <a:gd name="connsiteY75-45798" fmla="*/ 2730 h 4213"/>
                  <a:gd name="connsiteX76-45799" fmla="*/ 1749 w 2254"/>
                  <a:gd name="connsiteY76-45800" fmla="*/ 2844 h 4213"/>
                  <a:gd name="connsiteX77-45801" fmla="*/ 1840 w 2254"/>
                  <a:gd name="connsiteY77-45802" fmla="*/ 3060 h 4213"/>
                  <a:gd name="connsiteX78-45803" fmla="*/ 1866 w 2254"/>
                  <a:gd name="connsiteY78-45804" fmla="*/ 3090 h 4213"/>
                  <a:gd name="connsiteX79-45805" fmla="*/ 1910 w 2254"/>
                  <a:gd name="connsiteY79-45806" fmla="*/ 3094 h 4213"/>
                  <a:gd name="connsiteX80-45807" fmla="*/ 1956 w 2254"/>
                  <a:gd name="connsiteY80-45808" fmla="*/ 3010 h 4213"/>
                  <a:gd name="connsiteX81-45809" fmla="*/ 2036 w 2254"/>
                  <a:gd name="connsiteY81-45810" fmla="*/ 2950 h 4213"/>
                  <a:gd name="connsiteX82-45811" fmla="*/ 2131 w 2254"/>
                  <a:gd name="connsiteY82-45812" fmla="*/ 3126 h 4213"/>
                  <a:gd name="connsiteX83-45813" fmla="*/ 2241 w 2254"/>
                  <a:gd name="connsiteY83-45814" fmla="*/ 3312 h 4213"/>
                  <a:gd name="connsiteX84-45815" fmla="*/ 2254 w 2254"/>
                  <a:gd name="connsiteY84-45816" fmla="*/ 3342 h 4213"/>
                  <a:gd name="connsiteX85-45817" fmla="*/ 2243 w 2254"/>
                  <a:gd name="connsiteY85-45818" fmla="*/ 3518 h 4213"/>
                  <a:gd name="connsiteX86-45819" fmla="*/ 2208 w 2254"/>
                  <a:gd name="connsiteY86-45820" fmla="*/ 3554 h 4213"/>
                  <a:gd name="connsiteX87-45821" fmla="*/ 2119 w 2254"/>
                  <a:gd name="connsiteY87-45822" fmla="*/ 3515 h 4213"/>
                  <a:gd name="connsiteX88-45823" fmla="*/ 1885 w 2254"/>
                  <a:gd name="connsiteY88-45824" fmla="*/ 3644 h 4213"/>
                  <a:gd name="connsiteX89-45825" fmla="*/ 1859 w 2254"/>
                  <a:gd name="connsiteY89-45826" fmla="*/ 3666 h 4213"/>
                  <a:gd name="connsiteX90-45827" fmla="*/ 1679 w 2254"/>
                  <a:gd name="connsiteY90-45828" fmla="*/ 3812 h 4213"/>
                  <a:gd name="connsiteX91-45829" fmla="*/ 1538 w 2254"/>
                  <a:gd name="connsiteY91-45830" fmla="*/ 3926 h 4213"/>
                  <a:gd name="connsiteX92-45831" fmla="*/ 1503 w 2254"/>
                  <a:gd name="connsiteY92-45832" fmla="*/ 3965 h 4213"/>
                  <a:gd name="connsiteX93-45833" fmla="*/ 1451 w 2254"/>
                  <a:gd name="connsiteY93-45834" fmla="*/ 3973 h 4213"/>
                  <a:gd name="connsiteX94-45835" fmla="*/ 1394 w 2254"/>
                  <a:gd name="connsiteY94-45836" fmla="*/ 3916 h 4213"/>
                  <a:gd name="connsiteX95-45837" fmla="*/ 1270 w 2254"/>
                  <a:gd name="connsiteY95-45838" fmla="*/ 3808 h 4213"/>
                  <a:gd name="connsiteX96-45839" fmla="*/ 1294 w 2254"/>
                  <a:gd name="connsiteY96-45840" fmla="*/ 4064 h 4213"/>
                  <a:gd name="connsiteX97-45841" fmla="*/ 1303 w 2254"/>
                  <a:gd name="connsiteY97-45842" fmla="*/ 4192 h 4213"/>
                  <a:gd name="connsiteX98-45843" fmla="*/ 1041 w 2254"/>
                  <a:gd name="connsiteY98-45844" fmla="*/ 4166 h 4213"/>
                  <a:gd name="connsiteX99-45845" fmla="*/ 959 w 2254"/>
                  <a:gd name="connsiteY99-45846" fmla="*/ 3987 h 4213"/>
                  <a:gd name="connsiteX100-45847" fmla="*/ 877 w 2254"/>
                  <a:gd name="connsiteY100-45848" fmla="*/ 3802 h 4213"/>
                  <a:gd name="connsiteX101-45849" fmla="*/ 798 w 2254"/>
                  <a:gd name="connsiteY101-45850" fmla="*/ 3734 h 4213"/>
                  <a:gd name="connsiteX0-45851" fmla="*/ 798 w 2254"/>
                  <a:gd name="connsiteY0-45852" fmla="*/ 3734 h 4213"/>
                  <a:gd name="connsiteX1-45853" fmla="*/ 679 w 2254"/>
                  <a:gd name="connsiteY1-45854" fmla="*/ 3800 h 4213"/>
                  <a:gd name="connsiteX2-45855" fmla="*/ 695 w 2254"/>
                  <a:gd name="connsiteY2-45856" fmla="*/ 3662 h 4213"/>
                  <a:gd name="connsiteX3-45857" fmla="*/ 633 w 2254"/>
                  <a:gd name="connsiteY3-45858" fmla="*/ 3500 h 4213"/>
                  <a:gd name="connsiteX4-45859" fmla="*/ 742 w 2254"/>
                  <a:gd name="connsiteY4-45860" fmla="*/ 3280 h 4213"/>
                  <a:gd name="connsiteX5-45861" fmla="*/ 932 w 2254"/>
                  <a:gd name="connsiteY5-45862" fmla="*/ 3195 h 4213"/>
                  <a:gd name="connsiteX6-45863" fmla="*/ 1107 w 2254"/>
                  <a:gd name="connsiteY6-45864" fmla="*/ 3058 h 4213"/>
                  <a:gd name="connsiteX7-45865" fmla="*/ 1112 w 2254"/>
                  <a:gd name="connsiteY7-45866" fmla="*/ 2878 h 4213"/>
                  <a:gd name="connsiteX8-45867" fmla="*/ 1068 w 2254"/>
                  <a:gd name="connsiteY8-45868" fmla="*/ 2333 h 4213"/>
                  <a:gd name="connsiteX9-45869" fmla="*/ 1066 w 2254"/>
                  <a:gd name="connsiteY9-45870" fmla="*/ 2117 h 4213"/>
                  <a:gd name="connsiteX10-45871" fmla="*/ 990 w 2254"/>
                  <a:gd name="connsiteY10-45872" fmla="*/ 2039 h 4213"/>
                  <a:gd name="connsiteX11-45873" fmla="*/ 847 w 2254"/>
                  <a:gd name="connsiteY11-45874" fmla="*/ 1951 h 4213"/>
                  <a:gd name="connsiteX12-45875" fmla="*/ 755 w 2254"/>
                  <a:gd name="connsiteY12-45876" fmla="*/ 1827 h 4213"/>
                  <a:gd name="connsiteX13-45877" fmla="*/ 659 w 2254"/>
                  <a:gd name="connsiteY13-45878" fmla="*/ 1828 h 4213"/>
                  <a:gd name="connsiteX14-45879" fmla="*/ 614 w 2254"/>
                  <a:gd name="connsiteY14-45880" fmla="*/ 1883 h 4213"/>
                  <a:gd name="connsiteX15-45881" fmla="*/ 521 w 2254"/>
                  <a:gd name="connsiteY15-45882" fmla="*/ 1877 h 4213"/>
                  <a:gd name="connsiteX16-45883" fmla="*/ 501 w 2254"/>
                  <a:gd name="connsiteY16-45884" fmla="*/ 1994 h 4213"/>
                  <a:gd name="connsiteX17-45885" fmla="*/ 320 w 2254"/>
                  <a:gd name="connsiteY17-45886" fmla="*/ 1941 h 4213"/>
                  <a:gd name="connsiteX18-45887" fmla="*/ 237 w 2254"/>
                  <a:gd name="connsiteY18-45888" fmla="*/ 1939 h 4213"/>
                  <a:gd name="connsiteX19-45889" fmla="*/ 112 w 2254"/>
                  <a:gd name="connsiteY19-45890" fmla="*/ 2014 h 4213"/>
                  <a:gd name="connsiteX20-45891" fmla="*/ 0 w 2254"/>
                  <a:gd name="connsiteY20-45892" fmla="*/ 1890 h 4213"/>
                  <a:gd name="connsiteX21-45893" fmla="*/ 94 w 2254"/>
                  <a:gd name="connsiteY21-45894" fmla="*/ 1804 h 4213"/>
                  <a:gd name="connsiteX22-45895" fmla="*/ 98 w 2254"/>
                  <a:gd name="connsiteY22-45896" fmla="*/ 1634 h 4213"/>
                  <a:gd name="connsiteX23-45897" fmla="*/ 153 w 2254"/>
                  <a:gd name="connsiteY23-45898" fmla="*/ 1514 h 4213"/>
                  <a:gd name="connsiteX24-45899" fmla="*/ 196 w 2254"/>
                  <a:gd name="connsiteY24-45900" fmla="*/ 1306 h 4213"/>
                  <a:gd name="connsiteX25-45901" fmla="*/ 256 w 2254"/>
                  <a:gd name="connsiteY25-45902" fmla="*/ 1307 h 4213"/>
                  <a:gd name="connsiteX26-45903" fmla="*/ 579 w 2254"/>
                  <a:gd name="connsiteY26-45904" fmla="*/ 1286 h 4213"/>
                  <a:gd name="connsiteX27-45905" fmla="*/ 753 w 2254"/>
                  <a:gd name="connsiteY27-45906" fmla="*/ 1117 h 4213"/>
                  <a:gd name="connsiteX28-45907" fmla="*/ 822 w 2254"/>
                  <a:gd name="connsiteY28-45908" fmla="*/ 748 h 4213"/>
                  <a:gd name="connsiteX29-45909" fmla="*/ 932 w 2254"/>
                  <a:gd name="connsiteY29-45910" fmla="*/ 486 h 4213"/>
                  <a:gd name="connsiteX30-45911" fmla="*/ 930 w 2254"/>
                  <a:gd name="connsiteY30-45912" fmla="*/ 358 h 4213"/>
                  <a:gd name="connsiteX31-45913" fmla="*/ 917 w 2254"/>
                  <a:gd name="connsiteY31-45914" fmla="*/ 328 h 4213"/>
                  <a:gd name="connsiteX32-45915" fmla="*/ 850 w 2254"/>
                  <a:gd name="connsiteY32-45916" fmla="*/ 251 h 4213"/>
                  <a:gd name="connsiteX33-45917" fmla="*/ 790 w 2254"/>
                  <a:gd name="connsiteY33-45918" fmla="*/ 217 h 4213"/>
                  <a:gd name="connsiteX34-45919" fmla="*/ 915 w 2254"/>
                  <a:gd name="connsiteY34-45920" fmla="*/ 56 h 4213"/>
                  <a:gd name="connsiteX35-45921" fmla="*/ 1088 w 2254"/>
                  <a:gd name="connsiteY35-45922" fmla="*/ 2 h 4213"/>
                  <a:gd name="connsiteX36-45923" fmla="*/ 1120 w 2254"/>
                  <a:gd name="connsiteY36-45924" fmla="*/ 49 h 4213"/>
                  <a:gd name="connsiteX37-45925" fmla="*/ 1110 w 2254"/>
                  <a:gd name="connsiteY37-45926" fmla="*/ 133 h 4213"/>
                  <a:gd name="connsiteX38-45927" fmla="*/ 1049 w 2254"/>
                  <a:gd name="connsiteY38-45928" fmla="*/ 243 h 4213"/>
                  <a:gd name="connsiteX39-45929" fmla="*/ 1119 w 2254"/>
                  <a:gd name="connsiteY39-45930" fmla="*/ 301 h 4213"/>
                  <a:gd name="connsiteX40-45931" fmla="*/ 1233 w 2254"/>
                  <a:gd name="connsiteY40-45932" fmla="*/ 366 h 4213"/>
                  <a:gd name="connsiteX41-45933" fmla="*/ 1253 w 2254"/>
                  <a:gd name="connsiteY41-45934" fmla="*/ 255 h 4213"/>
                  <a:gd name="connsiteX42-45935" fmla="*/ 1387 w 2254"/>
                  <a:gd name="connsiteY42-45936" fmla="*/ 291 h 4213"/>
                  <a:gd name="connsiteX43-45937" fmla="*/ 1412 w 2254"/>
                  <a:gd name="connsiteY43-45938" fmla="*/ 331 h 4213"/>
                  <a:gd name="connsiteX44-45939" fmla="*/ 1488 w 2254"/>
                  <a:gd name="connsiteY44-45940" fmla="*/ 562 h 4213"/>
                  <a:gd name="connsiteX45-45941" fmla="*/ 1523 w 2254"/>
                  <a:gd name="connsiteY45-45942" fmla="*/ 586 h 4213"/>
                  <a:gd name="connsiteX46-45943" fmla="*/ 1615 w 2254"/>
                  <a:gd name="connsiteY46-45944" fmla="*/ 578 h 4213"/>
                  <a:gd name="connsiteX47-45945" fmla="*/ 1875 w 2254"/>
                  <a:gd name="connsiteY47-45946" fmla="*/ 490 h 4213"/>
                  <a:gd name="connsiteX48-45947" fmla="*/ 2095 w 2254"/>
                  <a:gd name="connsiteY48-45948" fmla="*/ 479 h 4213"/>
                  <a:gd name="connsiteX49-45949" fmla="*/ 2155 w 2254"/>
                  <a:gd name="connsiteY49-45950" fmla="*/ 648 h 4213"/>
                  <a:gd name="connsiteX50-45951" fmla="*/ 2073 w 2254"/>
                  <a:gd name="connsiteY50-45952" fmla="*/ 944 h 4213"/>
                  <a:gd name="connsiteX51-45953" fmla="*/ 2073 w 2254"/>
                  <a:gd name="connsiteY51-45954" fmla="*/ 1022 h 4213"/>
                  <a:gd name="connsiteX52-45955" fmla="*/ 2142 w 2254"/>
                  <a:gd name="connsiteY52-45956" fmla="*/ 1168 h 4213"/>
                  <a:gd name="connsiteX53-45957" fmla="*/ 2157 w 2254"/>
                  <a:gd name="connsiteY53-45958" fmla="*/ 1427 h 4213"/>
                  <a:gd name="connsiteX54-45959" fmla="*/ 2159 w 2254"/>
                  <a:gd name="connsiteY54-45960" fmla="*/ 1617 h 4213"/>
                  <a:gd name="connsiteX55-45961" fmla="*/ 2092 w 2254"/>
                  <a:gd name="connsiteY55-45962" fmla="*/ 1625 h 4213"/>
                  <a:gd name="connsiteX56-45963" fmla="*/ 2070 w 2254"/>
                  <a:gd name="connsiteY56-45964" fmla="*/ 1507 h 4213"/>
                  <a:gd name="connsiteX57-45965" fmla="*/ 2035 w 2254"/>
                  <a:gd name="connsiteY57-45966" fmla="*/ 1450 h 4213"/>
                  <a:gd name="connsiteX58-45967" fmla="*/ 1945 w 2254"/>
                  <a:gd name="connsiteY58-45968" fmla="*/ 1582 h 4213"/>
                  <a:gd name="connsiteX59-45969" fmla="*/ 1832 w 2254"/>
                  <a:gd name="connsiteY59-45970" fmla="*/ 1776 h 4213"/>
                  <a:gd name="connsiteX60-45971" fmla="*/ 1713 w 2254"/>
                  <a:gd name="connsiteY60-45972" fmla="*/ 1904 h 4213"/>
                  <a:gd name="connsiteX61-45973" fmla="*/ 1706 w 2254"/>
                  <a:gd name="connsiteY61-45974" fmla="*/ 2018 h 4213"/>
                  <a:gd name="connsiteX62-45975" fmla="*/ 1766 w 2254"/>
                  <a:gd name="connsiteY62-45976" fmla="*/ 2115 h 4213"/>
                  <a:gd name="connsiteX63-45977" fmla="*/ 1868 w 2254"/>
                  <a:gd name="connsiteY63-45978" fmla="*/ 2183 h 4213"/>
                  <a:gd name="connsiteX64-45979" fmla="*/ 1945 w 2254"/>
                  <a:gd name="connsiteY64-45980" fmla="*/ 2178 h 4213"/>
                  <a:gd name="connsiteX65-45981" fmla="*/ 1990 w 2254"/>
                  <a:gd name="connsiteY65-45982" fmla="*/ 2104 h 4213"/>
                  <a:gd name="connsiteX66-45983" fmla="*/ 2024 w 2254"/>
                  <a:gd name="connsiteY66-45984" fmla="*/ 2210 h 4213"/>
                  <a:gd name="connsiteX67-45985" fmla="*/ 1912 w 2254"/>
                  <a:gd name="connsiteY67-45986" fmla="*/ 2249 h 4213"/>
                  <a:gd name="connsiteX68-45987" fmla="*/ 1959 w 2254"/>
                  <a:gd name="connsiteY68-45988" fmla="*/ 2362 h 4213"/>
                  <a:gd name="connsiteX69-45989" fmla="*/ 1824 w 2254"/>
                  <a:gd name="connsiteY69-45990" fmla="*/ 2509 h 4213"/>
                  <a:gd name="connsiteX70-45991" fmla="*/ 1783 w 2254"/>
                  <a:gd name="connsiteY70-45992" fmla="*/ 2498 h 4213"/>
                  <a:gd name="connsiteX71-45993" fmla="*/ 1659 w 2254"/>
                  <a:gd name="connsiteY71-45994" fmla="*/ 2413 h 4213"/>
                  <a:gd name="connsiteX72-45995" fmla="*/ 1604 w 2254"/>
                  <a:gd name="connsiteY72-45996" fmla="*/ 2412 h 4213"/>
                  <a:gd name="connsiteX73-45997" fmla="*/ 1569 w 2254"/>
                  <a:gd name="connsiteY73-45998" fmla="*/ 2480 h 4213"/>
                  <a:gd name="connsiteX74-45999" fmla="*/ 1572 w 2254"/>
                  <a:gd name="connsiteY74-46000" fmla="*/ 2562 h 4213"/>
                  <a:gd name="connsiteX75-46001" fmla="*/ 1750 w 2254"/>
                  <a:gd name="connsiteY75-46002" fmla="*/ 2730 h 4213"/>
                  <a:gd name="connsiteX76-46003" fmla="*/ 1749 w 2254"/>
                  <a:gd name="connsiteY76-46004" fmla="*/ 2844 h 4213"/>
                  <a:gd name="connsiteX77-46005" fmla="*/ 1840 w 2254"/>
                  <a:gd name="connsiteY77-46006" fmla="*/ 3060 h 4213"/>
                  <a:gd name="connsiteX78-46007" fmla="*/ 1866 w 2254"/>
                  <a:gd name="connsiteY78-46008" fmla="*/ 3090 h 4213"/>
                  <a:gd name="connsiteX79-46009" fmla="*/ 1910 w 2254"/>
                  <a:gd name="connsiteY79-46010" fmla="*/ 3094 h 4213"/>
                  <a:gd name="connsiteX80-46011" fmla="*/ 1956 w 2254"/>
                  <a:gd name="connsiteY80-46012" fmla="*/ 3010 h 4213"/>
                  <a:gd name="connsiteX81-46013" fmla="*/ 2036 w 2254"/>
                  <a:gd name="connsiteY81-46014" fmla="*/ 2950 h 4213"/>
                  <a:gd name="connsiteX82-46015" fmla="*/ 2131 w 2254"/>
                  <a:gd name="connsiteY82-46016" fmla="*/ 3126 h 4213"/>
                  <a:gd name="connsiteX83-46017" fmla="*/ 2241 w 2254"/>
                  <a:gd name="connsiteY83-46018" fmla="*/ 3312 h 4213"/>
                  <a:gd name="connsiteX84-46019" fmla="*/ 2254 w 2254"/>
                  <a:gd name="connsiteY84-46020" fmla="*/ 3342 h 4213"/>
                  <a:gd name="connsiteX85-46021" fmla="*/ 2243 w 2254"/>
                  <a:gd name="connsiteY85-46022" fmla="*/ 3518 h 4213"/>
                  <a:gd name="connsiteX86-46023" fmla="*/ 2208 w 2254"/>
                  <a:gd name="connsiteY86-46024" fmla="*/ 3554 h 4213"/>
                  <a:gd name="connsiteX87-46025" fmla="*/ 2119 w 2254"/>
                  <a:gd name="connsiteY87-46026" fmla="*/ 3515 h 4213"/>
                  <a:gd name="connsiteX88-46027" fmla="*/ 1885 w 2254"/>
                  <a:gd name="connsiteY88-46028" fmla="*/ 3644 h 4213"/>
                  <a:gd name="connsiteX89-46029" fmla="*/ 1859 w 2254"/>
                  <a:gd name="connsiteY89-46030" fmla="*/ 3666 h 4213"/>
                  <a:gd name="connsiteX90-46031" fmla="*/ 1679 w 2254"/>
                  <a:gd name="connsiteY90-46032" fmla="*/ 3812 h 4213"/>
                  <a:gd name="connsiteX91-46033" fmla="*/ 1538 w 2254"/>
                  <a:gd name="connsiteY91-46034" fmla="*/ 3926 h 4213"/>
                  <a:gd name="connsiteX92-46035" fmla="*/ 1503 w 2254"/>
                  <a:gd name="connsiteY92-46036" fmla="*/ 3965 h 4213"/>
                  <a:gd name="connsiteX93-46037" fmla="*/ 1451 w 2254"/>
                  <a:gd name="connsiteY93-46038" fmla="*/ 3973 h 4213"/>
                  <a:gd name="connsiteX94-46039" fmla="*/ 1394 w 2254"/>
                  <a:gd name="connsiteY94-46040" fmla="*/ 3916 h 4213"/>
                  <a:gd name="connsiteX95-46041" fmla="*/ 1270 w 2254"/>
                  <a:gd name="connsiteY95-46042" fmla="*/ 3808 h 4213"/>
                  <a:gd name="connsiteX96-46043" fmla="*/ 1294 w 2254"/>
                  <a:gd name="connsiteY96-46044" fmla="*/ 4064 h 4213"/>
                  <a:gd name="connsiteX97-46045" fmla="*/ 1303 w 2254"/>
                  <a:gd name="connsiteY97-46046" fmla="*/ 4192 h 4213"/>
                  <a:gd name="connsiteX98-46047" fmla="*/ 1041 w 2254"/>
                  <a:gd name="connsiteY98-46048" fmla="*/ 4166 h 4213"/>
                  <a:gd name="connsiteX99-46049" fmla="*/ 959 w 2254"/>
                  <a:gd name="connsiteY99-46050" fmla="*/ 3987 h 4213"/>
                  <a:gd name="connsiteX100-46051" fmla="*/ 877 w 2254"/>
                  <a:gd name="connsiteY100-46052" fmla="*/ 3802 h 4213"/>
                  <a:gd name="connsiteX101-46053" fmla="*/ 798 w 2254"/>
                  <a:gd name="connsiteY101-46054" fmla="*/ 3734 h 4213"/>
                  <a:gd name="connsiteX0-46055" fmla="*/ 798 w 2254"/>
                  <a:gd name="connsiteY0-46056" fmla="*/ 3734 h 4213"/>
                  <a:gd name="connsiteX1-46057" fmla="*/ 679 w 2254"/>
                  <a:gd name="connsiteY1-46058" fmla="*/ 3800 h 4213"/>
                  <a:gd name="connsiteX2-46059" fmla="*/ 695 w 2254"/>
                  <a:gd name="connsiteY2-46060" fmla="*/ 3662 h 4213"/>
                  <a:gd name="connsiteX3-46061" fmla="*/ 633 w 2254"/>
                  <a:gd name="connsiteY3-46062" fmla="*/ 3500 h 4213"/>
                  <a:gd name="connsiteX4-46063" fmla="*/ 742 w 2254"/>
                  <a:gd name="connsiteY4-46064" fmla="*/ 3280 h 4213"/>
                  <a:gd name="connsiteX5-46065" fmla="*/ 932 w 2254"/>
                  <a:gd name="connsiteY5-46066" fmla="*/ 3195 h 4213"/>
                  <a:gd name="connsiteX6-46067" fmla="*/ 1107 w 2254"/>
                  <a:gd name="connsiteY6-46068" fmla="*/ 3058 h 4213"/>
                  <a:gd name="connsiteX7-46069" fmla="*/ 1107 w 2254"/>
                  <a:gd name="connsiteY7-46070" fmla="*/ 3046 h 4213"/>
                  <a:gd name="connsiteX8-46071" fmla="*/ 1112 w 2254"/>
                  <a:gd name="connsiteY8-46072" fmla="*/ 2878 h 4213"/>
                  <a:gd name="connsiteX9-46073" fmla="*/ 1068 w 2254"/>
                  <a:gd name="connsiteY9-46074" fmla="*/ 2333 h 4213"/>
                  <a:gd name="connsiteX10-46075" fmla="*/ 1066 w 2254"/>
                  <a:gd name="connsiteY10-46076" fmla="*/ 2117 h 4213"/>
                  <a:gd name="connsiteX11-46077" fmla="*/ 990 w 2254"/>
                  <a:gd name="connsiteY11-46078" fmla="*/ 2039 h 4213"/>
                  <a:gd name="connsiteX12-46079" fmla="*/ 847 w 2254"/>
                  <a:gd name="connsiteY12-46080" fmla="*/ 1951 h 4213"/>
                  <a:gd name="connsiteX13-46081" fmla="*/ 755 w 2254"/>
                  <a:gd name="connsiteY13-46082" fmla="*/ 1827 h 4213"/>
                  <a:gd name="connsiteX14-46083" fmla="*/ 659 w 2254"/>
                  <a:gd name="connsiteY14-46084" fmla="*/ 1828 h 4213"/>
                  <a:gd name="connsiteX15-46085" fmla="*/ 614 w 2254"/>
                  <a:gd name="connsiteY15-46086" fmla="*/ 1883 h 4213"/>
                  <a:gd name="connsiteX16-46087" fmla="*/ 521 w 2254"/>
                  <a:gd name="connsiteY16-46088" fmla="*/ 1877 h 4213"/>
                  <a:gd name="connsiteX17-46089" fmla="*/ 501 w 2254"/>
                  <a:gd name="connsiteY17-46090" fmla="*/ 1994 h 4213"/>
                  <a:gd name="connsiteX18-46091" fmla="*/ 320 w 2254"/>
                  <a:gd name="connsiteY18-46092" fmla="*/ 1941 h 4213"/>
                  <a:gd name="connsiteX19-46093" fmla="*/ 237 w 2254"/>
                  <a:gd name="connsiteY19-46094" fmla="*/ 1939 h 4213"/>
                  <a:gd name="connsiteX20-46095" fmla="*/ 112 w 2254"/>
                  <a:gd name="connsiteY20-46096" fmla="*/ 2014 h 4213"/>
                  <a:gd name="connsiteX21-46097" fmla="*/ 0 w 2254"/>
                  <a:gd name="connsiteY21-46098" fmla="*/ 1890 h 4213"/>
                  <a:gd name="connsiteX22-46099" fmla="*/ 94 w 2254"/>
                  <a:gd name="connsiteY22-46100" fmla="*/ 1804 h 4213"/>
                  <a:gd name="connsiteX23-46101" fmla="*/ 98 w 2254"/>
                  <a:gd name="connsiteY23-46102" fmla="*/ 1634 h 4213"/>
                  <a:gd name="connsiteX24-46103" fmla="*/ 153 w 2254"/>
                  <a:gd name="connsiteY24-46104" fmla="*/ 1514 h 4213"/>
                  <a:gd name="connsiteX25-46105" fmla="*/ 196 w 2254"/>
                  <a:gd name="connsiteY25-46106" fmla="*/ 1306 h 4213"/>
                  <a:gd name="connsiteX26-46107" fmla="*/ 256 w 2254"/>
                  <a:gd name="connsiteY26-46108" fmla="*/ 1307 h 4213"/>
                  <a:gd name="connsiteX27-46109" fmla="*/ 579 w 2254"/>
                  <a:gd name="connsiteY27-46110" fmla="*/ 1286 h 4213"/>
                  <a:gd name="connsiteX28-46111" fmla="*/ 753 w 2254"/>
                  <a:gd name="connsiteY28-46112" fmla="*/ 1117 h 4213"/>
                  <a:gd name="connsiteX29-46113" fmla="*/ 822 w 2254"/>
                  <a:gd name="connsiteY29-46114" fmla="*/ 748 h 4213"/>
                  <a:gd name="connsiteX30-46115" fmla="*/ 932 w 2254"/>
                  <a:gd name="connsiteY30-46116" fmla="*/ 486 h 4213"/>
                  <a:gd name="connsiteX31-46117" fmla="*/ 930 w 2254"/>
                  <a:gd name="connsiteY31-46118" fmla="*/ 358 h 4213"/>
                  <a:gd name="connsiteX32-46119" fmla="*/ 917 w 2254"/>
                  <a:gd name="connsiteY32-46120" fmla="*/ 328 h 4213"/>
                  <a:gd name="connsiteX33-46121" fmla="*/ 850 w 2254"/>
                  <a:gd name="connsiteY33-46122" fmla="*/ 251 h 4213"/>
                  <a:gd name="connsiteX34-46123" fmla="*/ 790 w 2254"/>
                  <a:gd name="connsiteY34-46124" fmla="*/ 217 h 4213"/>
                  <a:gd name="connsiteX35-46125" fmla="*/ 915 w 2254"/>
                  <a:gd name="connsiteY35-46126" fmla="*/ 56 h 4213"/>
                  <a:gd name="connsiteX36-46127" fmla="*/ 1088 w 2254"/>
                  <a:gd name="connsiteY36-46128" fmla="*/ 2 h 4213"/>
                  <a:gd name="connsiteX37-46129" fmla="*/ 1120 w 2254"/>
                  <a:gd name="connsiteY37-46130" fmla="*/ 49 h 4213"/>
                  <a:gd name="connsiteX38-46131" fmla="*/ 1110 w 2254"/>
                  <a:gd name="connsiteY38-46132" fmla="*/ 133 h 4213"/>
                  <a:gd name="connsiteX39-46133" fmla="*/ 1049 w 2254"/>
                  <a:gd name="connsiteY39-46134" fmla="*/ 243 h 4213"/>
                  <a:gd name="connsiteX40-46135" fmla="*/ 1119 w 2254"/>
                  <a:gd name="connsiteY40-46136" fmla="*/ 301 h 4213"/>
                  <a:gd name="connsiteX41-46137" fmla="*/ 1233 w 2254"/>
                  <a:gd name="connsiteY41-46138" fmla="*/ 366 h 4213"/>
                  <a:gd name="connsiteX42-46139" fmla="*/ 1253 w 2254"/>
                  <a:gd name="connsiteY42-46140" fmla="*/ 255 h 4213"/>
                  <a:gd name="connsiteX43-46141" fmla="*/ 1387 w 2254"/>
                  <a:gd name="connsiteY43-46142" fmla="*/ 291 h 4213"/>
                  <a:gd name="connsiteX44-46143" fmla="*/ 1412 w 2254"/>
                  <a:gd name="connsiteY44-46144" fmla="*/ 331 h 4213"/>
                  <a:gd name="connsiteX45-46145" fmla="*/ 1488 w 2254"/>
                  <a:gd name="connsiteY45-46146" fmla="*/ 562 h 4213"/>
                  <a:gd name="connsiteX46-46147" fmla="*/ 1523 w 2254"/>
                  <a:gd name="connsiteY46-46148" fmla="*/ 586 h 4213"/>
                  <a:gd name="connsiteX47-46149" fmla="*/ 1615 w 2254"/>
                  <a:gd name="connsiteY47-46150" fmla="*/ 578 h 4213"/>
                  <a:gd name="connsiteX48-46151" fmla="*/ 1875 w 2254"/>
                  <a:gd name="connsiteY48-46152" fmla="*/ 490 h 4213"/>
                  <a:gd name="connsiteX49-46153" fmla="*/ 2095 w 2254"/>
                  <a:gd name="connsiteY49-46154" fmla="*/ 479 h 4213"/>
                  <a:gd name="connsiteX50-46155" fmla="*/ 2155 w 2254"/>
                  <a:gd name="connsiteY50-46156" fmla="*/ 648 h 4213"/>
                  <a:gd name="connsiteX51-46157" fmla="*/ 2073 w 2254"/>
                  <a:gd name="connsiteY51-46158" fmla="*/ 944 h 4213"/>
                  <a:gd name="connsiteX52-46159" fmla="*/ 2073 w 2254"/>
                  <a:gd name="connsiteY52-46160" fmla="*/ 1022 h 4213"/>
                  <a:gd name="connsiteX53-46161" fmla="*/ 2142 w 2254"/>
                  <a:gd name="connsiteY53-46162" fmla="*/ 1168 h 4213"/>
                  <a:gd name="connsiteX54-46163" fmla="*/ 2157 w 2254"/>
                  <a:gd name="connsiteY54-46164" fmla="*/ 1427 h 4213"/>
                  <a:gd name="connsiteX55-46165" fmla="*/ 2159 w 2254"/>
                  <a:gd name="connsiteY55-46166" fmla="*/ 1617 h 4213"/>
                  <a:gd name="connsiteX56-46167" fmla="*/ 2092 w 2254"/>
                  <a:gd name="connsiteY56-46168" fmla="*/ 1625 h 4213"/>
                  <a:gd name="connsiteX57-46169" fmla="*/ 2070 w 2254"/>
                  <a:gd name="connsiteY57-46170" fmla="*/ 1507 h 4213"/>
                  <a:gd name="connsiteX58-46171" fmla="*/ 2035 w 2254"/>
                  <a:gd name="connsiteY58-46172" fmla="*/ 1450 h 4213"/>
                  <a:gd name="connsiteX59-46173" fmla="*/ 1945 w 2254"/>
                  <a:gd name="connsiteY59-46174" fmla="*/ 1582 h 4213"/>
                  <a:gd name="connsiteX60-46175" fmla="*/ 1832 w 2254"/>
                  <a:gd name="connsiteY60-46176" fmla="*/ 1776 h 4213"/>
                  <a:gd name="connsiteX61-46177" fmla="*/ 1713 w 2254"/>
                  <a:gd name="connsiteY61-46178" fmla="*/ 1904 h 4213"/>
                  <a:gd name="connsiteX62-46179" fmla="*/ 1706 w 2254"/>
                  <a:gd name="connsiteY62-46180" fmla="*/ 2018 h 4213"/>
                  <a:gd name="connsiteX63-46181" fmla="*/ 1766 w 2254"/>
                  <a:gd name="connsiteY63-46182" fmla="*/ 2115 h 4213"/>
                  <a:gd name="connsiteX64-46183" fmla="*/ 1868 w 2254"/>
                  <a:gd name="connsiteY64-46184" fmla="*/ 2183 h 4213"/>
                  <a:gd name="connsiteX65-46185" fmla="*/ 1945 w 2254"/>
                  <a:gd name="connsiteY65-46186" fmla="*/ 2178 h 4213"/>
                  <a:gd name="connsiteX66-46187" fmla="*/ 1990 w 2254"/>
                  <a:gd name="connsiteY66-46188" fmla="*/ 2104 h 4213"/>
                  <a:gd name="connsiteX67-46189" fmla="*/ 2024 w 2254"/>
                  <a:gd name="connsiteY67-46190" fmla="*/ 2210 h 4213"/>
                  <a:gd name="connsiteX68-46191" fmla="*/ 1912 w 2254"/>
                  <a:gd name="connsiteY68-46192" fmla="*/ 2249 h 4213"/>
                  <a:gd name="connsiteX69-46193" fmla="*/ 1959 w 2254"/>
                  <a:gd name="connsiteY69-46194" fmla="*/ 2362 h 4213"/>
                  <a:gd name="connsiteX70-46195" fmla="*/ 1824 w 2254"/>
                  <a:gd name="connsiteY70-46196" fmla="*/ 2509 h 4213"/>
                  <a:gd name="connsiteX71-46197" fmla="*/ 1783 w 2254"/>
                  <a:gd name="connsiteY71-46198" fmla="*/ 2498 h 4213"/>
                  <a:gd name="connsiteX72-46199" fmla="*/ 1659 w 2254"/>
                  <a:gd name="connsiteY72-46200" fmla="*/ 2413 h 4213"/>
                  <a:gd name="connsiteX73-46201" fmla="*/ 1604 w 2254"/>
                  <a:gd name="connsiteY73-46202" fmla="*/ 2412 h 4213"/>
                  <a:gd name="connsiteX74-46203" fmla="*/ 1569 w 2254"/>
                  <a:gd name="connsiteY74-46204" fmla="*/ 2480 h 4213"/>
                  <a:gd name="connsiteX75-46205" fmla="*/ 1572 w 2254"/>
                  <a:gd name="connsiteY75-46206" fmla="*/ 2562 h 4213"/>
                  <a:gd name="connsiteX76-46207" fmla="*/ 1750 w 2254"/>
                  <a:gd name="connsiteY76-46208" fmla="*/ 2730 h 4213"/>
                  <a:gd name="connsiteX77-46209" fmla="*/ 1749 w 2254"/>
                  <a:gd name="connsiteY77-46210" fmla="*/ 2844 h 4213"/>
                  <a:gd name="connsiteX78-46211" fmla="*/ 1840 w 2254"/>
                  <a:gd name="connsiteY78-46212" fmla="*/ 3060 h 4213"/>
                  <a:gd name="connsiteX79-46213" fmla="*/ 1866 w 2254"/>
                  <a:gd name="connsiteY79-46214" fmla="*/ 3090 h 4213"/>
                  <a:gd name="connsiteX80-46215" fmla="*/ 1910 w 2254"/>
                  <a:gd name="connsiteY80-46216" fmla="*/ 3094 h 4213"/>
                  <a:gd name="connsiteX81-46217" fmla="*/ 1956 w 2254"/>
                  <a:gd name="connsiteY81-46218" fmla="*/ 3010 h 4213"/>
                  <a:gd name="connsiteX82-46219" fmla="*/ 2036 w 2254"/>
                  <a:gd name="connsiteY82-46220" fmla="*/ 2950 h 4213"/>
                  <a:gd name="connsiteX83-46221" fmla="*/ 2131 w 2254"/>
                  <a:gd name="connsiteY83-46222" fmla="*/ 3126 h 4213"/>
                  <a:gd name="connsiteX84-46223" fmla="*/ 2241 w 2254"/>
                  <a:gd name="connsiteY84-46224" fmla="*/ 3312 h 4213"/>
                  <a:gd name="connsiteX85-46225" fmla="*/ 2254 w 2254"/>
                  <a:gd name="connsiteY85-46226" fmla="*/ 3342 h 4213"/>
                  <a:gd name="connsiteX86-46227" fmla="*/ 2243 w 2254"/>
                  <a:gd name="connsiteY86-46228" fmla="*/ 3518 h 4213"/>
                  <a:gd name="connsiteX87-46229" fmla="*/ 2208 w 2254"/>
                  <a:gd name="connsiteY87-46230" fmla="*/ 3554 h 4213"/>
                  <a:gd name="connsiteX88-46231" fmla="*/ 2119 w 2254"/>
                  <a:gd name="connsiteY88-46232" fmla="*/ 3515 h 4213"/>
                  <a:gd name="connsiteX89-46233" fmla="*/ 1885 w 2254"/>
                  <a:gd name="connsiteY89-46234" fmla="*/ 3644 h 4213"/>
                  <a:gd name="connsiteX90-46235" fmla="*/ 1859 w 2254"/>
                  <a:gd name="connsiteY90-46236" fmla="*/ 3666 h 4213"/>
                  <a:gd name="connsiteX91-46237" fmla="*/ 1679 w 2254"/>
                  <a:gd name="connsiteY91-46238" fmla="*/ 3812 h 4213"/>
                  <a:gd name="connsiteX92-46239" fmla="*/ 1538 w 2254"/>
                  <a:gd name="connsiteY92-46240" fmla="*/ 3926 h 4213"/>
                  <a:gd name="connsiteX93-46241" fmla="*/ 1503 w 2254"/>
                  <a:gd name="connsiteY93-46242" fmla="*/ 3965 h 4213"/>
                  <a:gd name="connsiteX94-46243" fmla="*/ 1451 w 2254"/>
                  <a:gd name="connsiteY94-46244" fmla="*/ 3973 h 4213"/>
                  <a:gd name="connsiteX95-46245" fmla="*/ 1394 w 2254"/>
                  <a:gd name="connsiteY95-46246" fmla="*/ 3916 h 4213"/>
                  <a:gd name="connsiteX96-46247" fmla="*/ 1270 w 2254"/>
                  <a:gd name="connsiteY96-46248" fmla="*/ 3808 h 4213"/>
                  <a:gd name="connsiteX97-46249" fmla="*/ 1294 w 2254"/>
                  <a:gd name="connsiteY97-46250" fmla="*/ 4064 h 4213"/>
                  <a:gd name="connsiteX98-46251" fmla="*/ 1303 w 2254"/>
                  <a:gd name="connsiteY98-46252" fmla="*/ 4192 h 4213"/>
                  <a:gd name="connsiteX99-46253" fmla="*/ 1041 w 2254"/>
                  <a:gd name="connsiteY99-46254" fmla="*/ 4166 h 4213"/>
                  <a:gd name="connsiteX100-46255" fmla="*/ 959 w 2254"/>
                  <a:gd name="connsiteY100-46256" fmla="*/ 3987 h 4213"/>
                  <a:gd name="connsiteX101-46257" fmla="*/ 877 w 2254"/>
                  <a:gd name="connsiteY101-46258" fmla="*/ 3802 h 4213"/>
                  <a:gd name="connsiteX102-46259" fmla="*/ 798 w 2254"/>
                  <a:gd name="connsiteY102-46260" fmla="*/ 3734 h 4213"/>
                  <a:gd name="connsiteX0-46261" fmla="*/ 798 w 2254"/>
                  <a:gd name="connsiteY0-46262" fmla="*/ 3734 h 4213"/>
                  <a:gd name="connsiteX1-46263" fmla="*/ 679 w 2254"/>
                  <a:gd name="connsiteY1-46264" fmla="*/ 3800 h 4213"/>
                  <a:gd name="connsiteX2-46265" fmla="*/ 695 w 2254"/>
                  <a:gd name="connsiteY2-46266" fmla="*/ 3662 h 4213"/>
                  <a:gd name="connsiteX3-46267" fmla="*/ 633 w 2254"/>
                  <a:gd name="connsiteY3-46268" fmla="*/ 3500 h 4213"/>
                  <a:gd name="connsiteX4-46269" fmla="*/ 742 w 2254"/>
                  <a:gd name="connsiteY4-46270" fmla="*/ 3280 h 4213"/>
                  <a:gd name="connsiteX5-46271" fmla="*/ 932 w 2254"/>
                  <a:gd name="connsiteY5-46272" fmla="*/ 3195 h 4213"/>
                  <a:gd name="connsiteX6-46273" fmla="*/ 1107 w 2254"/>
                  <a:gd name="connsiteY6-46274" fmla="*/ 3058 h 4213"/>
                  <a:gd name="connsiteX7-46275" fmla="*/ 1107 w 2254"/>
                  <a:gd name="connsiteY7-46276" fmla="*/ 3046 h 4213"/>
                  <a:gd name="connsiteX8-46277" fmla="*/ 1112 w 2254"/>
                  <a:gd name="connsiteY8-46278" fmla="*/ 2878 h 4213"/>
                  <a:gd name="connsiteX9-46279" fmla="*/ 1068 w 2254"/>
                  <a:gd name="connsiteY9-46280" fmla="*/ 2333 h 4213"/>
                  <a:gd name="connsiteX10-46281" fmla="*/ 1066 w 2254"/>
                  <a:gd name="connsiteY10-46282" fmla="*/ 2117 h 4213"/>
                  <a:gd name="connsiteX11-46283" fmla="*/ 990 w 2254"/>
                  <a:gd name="connsiteY11-46284" fmla="*/ 2039 h 4213"/>
                  <a:gd name="connsiteX12-46285" fmla="*/ 847 w 2254"/>
                  <a:gd name="connsiteY12-46286" fmla="*/ 1951 h 4213"/>
                  <a:gd name="connsiteX13-46287" fmla="*/ 755 w 2254"/>
                  <a:gd name="connsiteY13-46288" fmla="*/ 1827 h 4213"/>
                  <a:gd name="connsiteX14-46289" fmla="*/ 659 w 2254"/>
                  <a:gd name="connsiteY14-46290" fmla="*/ 1828 h 4213"/>
                  <a:gd name="connsiteX15-46291" fmla="*/ 614 w 2254"/>
                  <a:gd name="connsiteY15-46292" fmla="*/ 1883 h 4213"/>
                  <a:gd name="connsiteX16-46293" fmla="*/ 521 w 2254"/>
                  <a:gd name="connsiteY16-46294" fmla="*/ 1877 h 4213"/>
                  <a:gd name="connsiteX17-46295" fmla="*/ 501 w 2254"/>
                  <a:gd name="connsiteY17-46296" fmla="*/ 1994 h 4213"/>
                  <a:gd name="connsiteX18-46297" fmla="*/ 320 w 2254"/>
                  <a:gd name="connsiteY18-46298" fmla="*/ 1941 h 4213"/>
                  <a:gd name="connsiteX19-46299" fmla="*/ 237 w 2254"/>
                  <a:gd name="connsiteY19-46300" fmla="*/ 1939 h 4213"/>
                  <a:gd name="connsiteX20-46301" fmla="*/ 112 w 2254"/>
                  <a:gd name="connsiteY20-46302" fmla="*/ 2014 h 4213"/>
                  <a:gd name="connsiteX21-46303" fmla="*/ 0 w 2254"/>
                  <a:gd name="connsiteY21-46304" fmla="*/ 1890 h 4213"/>
                  <a:gd name="connsiteX22-46305" fmla="*/ 94 w 2254"/>
                  <a:gd name="connsiteY22-46306" fmla="*/ 1804 h 4213"/>
                  <a:gd name="connsiteX23-46307" fmla="*/ 98 w 2254"/>
                  <a:gd name="connsiteY23-46308" fmla="*/ 1634 h 4213"/>
                  <a:gd name="connsiteX24-46309" fmla="*/ 153 w 2254"/>
                  <a:gd name="connsiteY24-46310" fmla="*/ 1514 h 4213"/>
                  <a:gd name="connsiteX25-46311" fmla="*/ 196 w 2254"/>
                  <a:gd name="connsiteY25-46312" fmla="*/ 1306 h 4213"/>
                  <a:gd name="connsiteX26-46313" fmla="*/ 256 w 2254"/>
                  <a:gd name="connsiteY26-46314" fmla="*/ 1307 h 4213"/>
                  <a:gd name="connsiteX27-46315" fmla="*/ 579 w 2254"/>
                  <a:gd name="connsiteY27-46316" fmla="*/ 1286 h 4213"/>
                  <a:gd name="connsiteX28-46317" fmla="*/ 753 w 2254"/>
                  <a:gd name="connsiteY28-46318" fmla="*/ 1117 h 4213"/>
                  <a:gd name="connsiteX29-46319" fmla="*/ 822 w 2254"/>
                  <a:gd name="connsiteY29-46320" fmla="*/ 748 h 4213"/>
                  <a:gd name="connsiteX30-46321" fmla="*/ 932 w 2254"/>
                  <a:gd name="connsiteY30-46322" fmla="*/ 486 h 4213"/>
                  <a:gd name="connsiteX31-46323" fmla="*/ 930 w 2254"/>
                  <a:gd name="connsiteY31-46324" fmla="*/ 358 h 4213"/>
                  <a:gd name="connsiteX32-46325" fmla="*/ 917 w 2254"/>
                  <a:gd name="connsiteY32-46326" fmla="*/ 328 h 4213"/>
                  <a:gd name="connsiteX33-46327" fmla="*/ 850 w 2254"/>
                  <a:gd name="connsiteY33-46328" fmla="*/ 251 h 4213"/>
                  <a:gd name="connsiteX34-46329" fmla="*/ 790 w 2254"/>
                  <a:gd name="connsiteY34-46330" fmla="*/ 217 h 4213"/>
                  <a:gd name="connsiteX35-46331" fmla="*/ 915 w 2254"/>
                  <a:gd name="connsiteY35-46332" fmla="*/ 56 h 4213"/>
                  <a:gd name="connsiteX36-46333" fmla="*/ 1088 w 2254"/>
                  <a:gd name="connsiteY36-46334" fmla="*/ 2 h 4213"/>
                  <a:gd name="connsiteX37-46335" fmla="*/ 1120 w 2254"/>
                  <a:gd name="connsiteY37-46336" fmla="*/ 49 h 4213"/>
                  <a:gd name="connsiteX38-46337" fmla="*/ 1110 w 2254"/>
                  <a:gd name="connsiteY38-46338" fmla="*/ 133 h 4213"/>
                  <a:gd name="connsiteX39-46339" fmla="*/ 1049 w 2254"/>
                  <a:gd name="connsiteY39-46340" fmla="*/ 243 h 4213"/>
                  <a:gd name="connsiteX40-46341" fmla="*/ 1119 w 2254"/>
                  <a:gd name="connsiteY40-46342" fmla="*/ 301 h 4213"/>
                  <a:gd name="connsiteX41-46343" fmla="*/ 1233 w 2254"/>
                  <a:gd name="connsiteY41-46344" fmla="*/ 366 h 4213"/>
                  <a:gd name="connsiteX42-46345" fmla="*/ 1253 w 2254"/>
                  <a:gd name="connsiteY42-46346" fmla="*/ 255 h 4213"/>
                  <a:gd name="connsiteX43-46347" fmla="*/ 1387 w 2254"/>
                  <a:gd name="connsiteY43-46348" fmla="*/ 291 h 4213"/>
                  <a:gd name="connsiteX44-46349" fmla="*/ 1412 w 2254"/>
                  <a:gd name="connsiteY44-46350" fmla="*/ 331 h 4213"/>
                  <a:gd name="connsiteX45-46351" fmla="*/ 1488 w 2254"/>
                  <a:gd name="connsiteY45-46352" fmla="*/ 562 h 4213"/>
                  <a:gd name="connsiteX46-46353" fmla="*/ 1523 w 2254"/>
                  <a:gd name="connsiteY46-46354" fmla="*/ 586 h 4213"/>
                  <a:gd name="connsiteX47-46355" fmla="*/ 1615 w 2254"/>
                  <a:gd name="connsiteY47-46356" fmla="*/ 578 h 4213"/>
                  <a:gd name="connsiteX48-46357" fmla="*/ 1875 w 2254"/>
                  <a:gd name="connsiteY48-46358" fmla="*/ 490 h 4213"/>
                  <a:gd name="connsiteX49-46359" fmla="*/ 2095 w 2254"/>
                  <a:gd name="connsiteY49-46360" fmla="*/ 479 h 4213"/>
                  <a:gd name="connsiteX50-46361" fmla="*/ 2155 w 2254"/>
                  <a:gd name="connsiteY50-46362" fmla="*/ 648 h 4213"/>
                  <a:gd name="connsiteX51-46363" fmla="*/ 2073 w 2254"/>
                  <a:gd name="connsiteY51-46364" fmla="*/ 944 h 4213"/>
                  <a:gd name="connsiteX52-46365" fmla="*/ 2073 w 2254"/>
                  <a:gd name="connsiteY52-46366" fmla="*/ 1022 h 4213"/>
                  <a:gd name="connsiteX53-46367" fmla="*/ 2142 w 2254"/>
                  <a:gd name="connsiteY53-46368" fmla="*/ 1168 h 4213"/>
                  <a:gd name="connsiteX54-46369" fmla="*/ 2157 w 2254"/>
                  <a:gd name="connsiteY54-46370" fmla="*/ 1427 h 4213"/>
                  <a:gd name="connsiteX55-46371" fmla="*/ 2159 w 2254"/>
                  <a:gd name="connsiteY55-46372" fmla="*/ 1617 h 4213"/>
                  <a:gd name="connsiteX56-46373" fmla="*/ 2092 w 2254"/>
                  <a:gd name="connsiteY56-46374" fmla="*/ 1625 h 4213"/>
                  <a:gd name="connsiteX57-46375" fmla="*/ 2070 w 2254"/>
                  <a:gd name="connsiteY57-46376" fmla="*/ 1507 h 4213"/>
                  <a:gd name="connsiteX58-46377" fmla="*/ 2035 w 2254"/>
                  <a:gd name="connsiteY58-46378" fmla="*/ 1450 h 4213"/>
                  <a:gd name="connsiteX59-46379" fmla="*/ 1945 w 2254"/>
                  <a:gd name="connsiteY59-46380" fmla="*/ 1582 h 4213"/>
                  <a:gd name="connsiteX60-46381" fmla="*/ 1832 w 2254"/>
                  <a:gd name="connsiteY60-46382" fmla="*/ 1776 h 4213"/>
                  <a:gd name="connsiteX61-46383" fmla="*/ 1713 w 2254"/>
                  <a:gd name="connsiteY61-46384" fmla="*/ 1904 h 4213"/>
                  <a:gd name="connsiteX62-46385" fmla="*/ 1706 w 2254"/>
                  <a:gd name="connsiteY62-46386" fmla="*/ 2018 h 4213"/>
                  <a:gd name="connsiteX63-46387" fmla="*/ 1766 w 2254"/>
                  <a:gd name="connsiteY63-46388" fmla="*/ 2115 h 4213"/>
                  <a:gd name="connsiteX64-46389" fmla="*/ 1868 w 2254"/>
                  <a:gd name="connsiteY64-46390" fmla="*/ 2183 h 4213"/>
                  <a:gd name="connsiteX65-46391" fmla="*/ 1945 w 2254"/>
                  <a:gd name="connsiteY65-46392" fmla="*/ 2178 h 4213"/>
                  <a:gd name="connsiteX66-46393" fmla="*/ 1990 w 2254"/>
                  <a:gd name="connsiteY66-46394" fmla="*/ 2104 h 4213"/>
                  <a:gd name="connsiteX67-46395" fmla="*/ 2024 w 2254"/>
                  <a:gd name="connsiteY67-46396" fmla="*/ 2210 h 4213"/>
                  <a:gd name="connsiteX68-46397" fmla="*/ 1912 w 2254"/>
                  <a:gd name="connsiteY68-46398" fmla="*/ 2249 h 4213"/>
                  <a:gd name="connsiteX69-46399" fmla="*/ 1959 w 2254"/>
                  <a:gd name="connsiteY69-46400" fmla="*/ 2362 h 4213"/>
                  <a:gd name="connsiteX70-46401" fmla="*/ 1824 w 2254"/>
                  <a:gd name="connsiteY70-46402" fmla="*/ 2509 h 4213"/>
                  <a:gd name="connsiteX71-46403" fmla="*/ 1783 w 2254"/>
                  <a:gd name="connsiteY71-46404" fmla="*/ 2498 h 4213"/>
                  <a:gd name="connsiteX72-46405" fmla="*/ 1659 w 2254"/>
                  <a:gd name="connsiteY72-46406" fmla="*/ 2413 h 4213"/>
                  <a:gd name="connsiteX73-46407" fmla="*/ 1604 w 2254"/>
                  <a:gd name="connsiteY73-46408" fmla="*/ 2412 h 4213"/>
                  <a:gd name="connsiteX74-46409" fmla="*/ 1569 w 2254"/>
                  <a:gd name="connsiteY74-46410" fmla="*/ 2480 h 4213"/>
                  <a:gd name="connsiteX75-46411" fmla="*/ 1572 w 2254"/>
                  <a:gd name="connsiteY75-46412" fmla="*/ 2562 h 4213"/>
                  <a:gd name="connsiteX76-46413" fmla="*/ 1750 w 2254"/>
                  <a:gd name="connsiteY76-46414" fmla="*/ 2730 h 4213"/>
                  <a:gd name="connsiteX77-46415" fmla="*/ 1749 w 2254"/>
                  <a:gd name="connsiteY77-46416" fmla="*/ 2844 h 4213"/>
                  <a:gd name="connsiteX78-46417" fmla="*/ 1840 w 2254"/>
                  <a:gd name="connsiteY78-46418" fmla="*/ 3060 h 4213"/>
                  <a:gd name="connsiteX79-46419" fmla="*/ 1866 w 2254"/>
                  <a:gd name="connsiteY79-46420" fmla="*/ 3090 h 4213"/>
                  <a:gd name="connsiteX80-46421" fmla="*/ 1910 w 2254"/>
                  <a:gd name="connsiteY80-46422" fmla="*/ 3094 h 4213"/>
                  <a:gd name="connsiteX81-46423" fmla="*/ 1956 w 2254"/>
                  <a:gd name="connsiteY81-46424" fmla="*/ 3010 h 4213"/>
                  <a:gd name="connsiteX82-46425" fmla="*/ 2036 w 2254"/>
                  <a:gd name="connsiteY82-46426" fmla="*/ 2950 h 4213"/>
                  <a:gd name="connsiteX83-46427" fmla="*/ 2131 w 2254"/>
                  <a:gd name="connsiteY83-46428" fmla="*/ 3126 h 4213"/>
                  <a:gd name="connsiteX84-46429" fmla="*/ 2241 w 2254"/>
                  <a:gd name="connsiteY84-46430" fmla="*/ 3312 h 4213"/>
                  <a:gd name="connsiteX85-46431" fmla="*/ 2254 w 2254"/>
                  <a:gd name="connsiteY85-46432" fmla="*/ 3342 h 4213"/>
                  <a:gd name="connsiteX86-46433" fmla="*/ 2243 w 2254"/>
                  <a:gd name="connsiteY86-46434" fmla="*/ 3518 h 4213"/>
                  <a:gd name="connsiteX87-46435" fmla="*/ 2208 w 2254"/>
                  <a:gd name="connsiteY87-46436" fmla="*/ 3554 h 4213"/>
                  <a:gd name="connsiteX88-46437" fmla="*/ 2119 w 2254"/>
                  <a:gd name="connsiteY88-46438" fmla="*/ 3515 h 4213"/>
                  <a:gd name="connsiteX89-46439" fmla="*/ 1885 w 2254"/>
                  <a:gd name="connsiteY89-46440" fmla="*/ 3644 h 4213"/>
                  <a:gd name="connsiteX90-46441" fmla="*/ 1859 w 2254"/>
                  <a:gd name="connsiteY90-46442" fmla="*/ 3666 h 4213"/>
                  <a:gd name="connsiteX91-46443" fmla="*/ 1679 w 2254"/>
                  <a:gd name="connsiteY91-46444" fmla="*/ 3812 h 4213"/>
                  <a:gd name="connsiteX92-46445" fmla="*/ 1538 w 2254"/>
                  <a:gd name="connsiteY92-46446" fmla="*/ 3926 h 4213"/>
                  <a:gd name="connsiteX93-46447" fmla="*/ 1503 w 2254"/>
                  <a:gd name="connsiteY93-46448" fmla="*/ 3965 h 4213"/>
                  <a:gd name="connsiteX94-46449" fmla="*/ 1451 w 2254"/>
                  <a:gd name="connsiteY94-46450" fmla="*/ 3973 h 4213"/>
                  <a:gd name="connsiteX95-46451" fmla="*/ 1394 w 2254"/>
                  <a:gd name="connsiteY95-46452" fmla="*/ 3916 h 4213"/>
                  <a:gd name="connsiteX96-46453" fmla="*/ 1270 w 2254"/>
                  <a:gd name="connsiteY96-46454" fmla="*/ 3808 h 4213"/>
                  <a:gd name="connsiteX97-46455" fmla="*/ 1294 w 2254"/>
                  <a:gd name="connsiteY97-46456" fmla="*/ 4064 h 4213"/>
                  <a:gd name="connsiteX98-46457" fmla="*/ 1303 w 2254"/>
                  <a:gd name="connsiteY98-46458" fmla="*/ 4192 h 4213"/>
                  <a:gd name="connsiteX99-46459" fmla="*/ 1041 w 2254"/>
                  <a:gd name="connsiteY99-46460" fmla="*/ 4166 h 4213"/>
                  <a:gd name="connsiteX100-46461" fmla="*/ 959 w 2254"/>
                  <a:gd name="connsiteY100-46462" fmla="*/ 3987 h 4213"/>
                  <a:gd name="connsiteX101-46463" fmla="*/ 877 w 2254"/>
                  <a:gd name="connsiteY101-46464" fmla="*/ 3802 h 4213"/>
                  <a:gd name="connsiteX102-46465" fmla="*/ 798 w 2254"/>
                  <a:gd name="connsiteY102-46466" fmla="*/ 3734 h 4213"/>
                  <a:gd name="connsiteX0-46467" fmla="*/ 798 w 2254"/>
                  <a:gd name="connsiteY0-46468" fmla="*/ 3734 h 4213"/>
                  <a:gd name="connsiteX1-46469" fmla="*/ 679 w 2254"/>
                  <a:gd name="connsiteY1-46470" fmla="*/ 3800 h 4213"/>
                  <a:gd name="connsiteX2-46471" fmla="*/ 695 w 2254"/>
                  <a:gd name="connsiteY2-46472" fmla="*/ 3662 h 4213"/>
                  <a:gd name="connsiteX3-46473" fmla="*/ 633 w 2254"/>
                  <a:gd name="connsiteY3-46474" fmla="*/ 3500 h 4213"/>
                  <a:gd name="connsiteX4-46475" fmla="*/ 742 w 2254"/>
                  <a:gd name="connsiteY4-46476" fmla="*/ 3280 h 4213"/>
                  <a:gd name="connsiteX5-46477" fmla="*/ 932 w 2254"/>
                  <a:gd name="connsiteY5-46478" fmla="*/ 3195 h 4213"/>
                  <a:gd name="connsiteX6-46479" fmla="*/ 1107 w 2254"/>
                  <a:gd name="connsiteY6-46480" fmla="*/ 3058 h 4213"/>
                  <a:gd name="connsiteX7-46481" fmla="*/ 1112 w 2254"/>
                  <a:gd name="connsiteY7-46482" fmla="*/ 2878 h 4213"/>
                  <a:gd name="connsiteX8-46483" fmla="*/ 1068 w 2254"/>
                  <a:gd name="connsiteY8-46484" fmla="*/ 2333 h 4213"/>
                  <a:gd name="connsiteX9-46485" fmla="*/ 1066 w 2254"/>
                  <a:gd name="connsiteY9-46486" fmla="*/ 2117 h 4213"/>
                  <a:gd name="connsiteX10-46487" fmla="*/ 990 w 2254"/>
                  <a:gd name="connsiteY10-46488" fmla="*/ 2039 h 4213"/>
                  <a:gd name="connsiteX11-46489" fmla="*/ 847 w 2254"/>
                  <a:gd name="connsiteY11-46490" fmla="*/ 1951 h 4213"/>
                  <a:gd name="connsiteX12-46491" fmla="*/ 755 w 2254"/>
                  <a:gd name="connsiteY12-46492" fmla="*/ 1827 h 4213"/>
                  <a:gd name="connsiteX13-46493" fmla="*/ 659 w 2254"/>
                  <a:gd name="connsiteY13-46494" fmla="*/ 1828 h 4213"/>
                  <a:gd name="connsiteX14-46495" fmla="*/ 614 w 2254"/>
                  <a:gd name="connsiteY14-46496" fmla="*/ 1883 h 4213"/>
                  <a:gd name="connsiteX15-46497" fmla="*/ 521 w 2254"/>
                  <a:gd name="connsiteY15-46498" fmla="*/ 1877 h 4213"/>
                  <a:gd name="connsiteX16-46499" fmla="*/ 501 w 2254"/>
                  <a:gd name="connsiteY16-46500" fmla="*/ 1994 h 4213"/>
                  <a:gd name="connsiteX17-46501" fmla="*/ 320 w 2254"/>
                  <a:gd name="connsiteY17-46502" fmla="*/ 1941 h 4213"/>
                  <a:gd name="connsiteX18-46503" fmla="*/ 237 w 2254"/>
                  <a:gd name="connsiteY18-46504" fmla="*/ 1939 h 4213"/>
                  <a:gd name="connsiteX19-46505" fmla="*/ 112 w 2254"/>
                  <a:gd name="connsiteY19-46506" fmla="*/ 2014 h 4213"/>
                  <a:gd name="connsiteX20-46507" fmla="*/ 0 w 2254"/>
                  <a:gd name="connsiteY20-46508" fmla="*/ 1890 h 4213"/>
                  <a:gd name="connsiteX21-46509" fmla="*/ 94 w 2254"/>
                  <a:gd name="connsiteY21-46510" fmla="*/ 1804 h 4213"/>
                  <a:gd name="connsiteX22-46511" fmla="*/ 98 w 2254"/>
                  <a:gd name="connsiteY22-46512" fmla="*/ 1634 h 4213"/>
                  <a:gd name="connsiteX23-46513" fmla="*/ 153 w 2254"/>
                  <a:gd name="connsiteY23-46514" fmla="*/ 1514 h 4213"/>
                  <a:gd name="connsiteX24-46515" fmla="*/ 196 w 2254"/>
                  <a:gd name="connsiteY24-46516" fmla="*/ 1306 h 4213"/>
                  <a:gd name="connsiteX25-46517" fmla="*/ 256 w 2254"/>
                  <a:gd name="connsiteY25-46518" fmla="*/ 1307 h 4213"/>
                  <a:gd name="connsiteX26-46519" fmla="*/ 579 w 2254"/>
                  <a:gd name="connsiteY26-46520" fmla="*/ 1286 h 4213"/>
                  <a:gd name="connsiteX27-46521" fmla="*/ 753 w 2254"/>
                  <a:gd name="connsiteY27-46522" fmla="*/ 1117 h 4213"/>
                  <a:gd name="connsiteX28-46523" fmla="*/ 822 w 2254"/>
                  <a:gd name="connsiteY28-46524" fmla="*/ 748 h 4213"/>
                  <a:gd name="connsiteX29-46525" fmla="*/ 932 w 2254"/>
                  <a:gd name="connsiteY29-46526" fmla="*/ 486 h 4213"/>
                  <a:gd name="connsiteX30-46527" fmla="*/ 930 w 2254"/>
                  <a:gd name="connsiteY30-46528" fmla="*/ 358 h 4213"/>
                  <a:gd name="connsiteX31-46529" fmla="*/ 917 w 2254"/>
                  <a:gd name="connsiteY31-46530" fmla="*/ 328 h 4213"/>
                  <a:gd name="connsiteX32-46531" fmla="*/ 850 w 2254"/>
                  <a:gd name="connsiteY32-46532" fmla="*/ 251 h 4213"/>
                  <a:gd name="connsiteX33-46533" fmla="*/ 790 w 2254"/>
                  <a:gd name="connsiteY33-46534" fmla="*/ 217 h 4213"/>
                  <a:gd name="connsiteX34-46535" fmla="*/ 915 w 2254"/>
                  <a:gd name="connsiteY34-46536" fmla="*/ 56 h 4213"/>
                  <a:gd name="connsiteX35-46537" fmla="*/ 1088 w 2254"/>
                  <a:gd name="connsiteY35-46538" fmla="*/ 2 h 4213"/>
                  <a:gd name="connsiteX36-46539" fmla="*/ 1120 w 2254"/>
                  <a:gd name="connsiteY36-46540" fmla="*/ 49 h 4213"/>
                  <a:gd name="connsiteX37-46541" fmla="*/ 1110 w 2254"/>
                  <a:gd name="connsiteY37-46542" fmla="*/ 133 h 4213"/>
                  <a:gd name="connsiteX38-46543" fmla="*/ 1049 w 2254"/>
                  <a:gd name="connsiteY38-46544" fmla="*/ 243 h 4213"/>
                  <a:gd name="connsiteX39-46545" fmla="*/ 1119 w 2254"/>
                  <a:gd name="connsiteY39-46546" fmla="*/ 301 h 4213"/>
                  <a:gd name="connsiteX40-46547" fmla="*/ 1233 w 2254"/>
                  <a:gd name="connsiteY40-46548" fmla="*/ 366 h 4213"/>
                  <a:gd name="connsiteX41-46549" fmla="*/ 1253 w 2254"/>
                  <a:gd name="connsiteY41-46550" fmla="*/ 255 h 4213"/>
                  <a:gd name="connsiteX42-46551" fmla="*/ 1387 w 2254"/>
                  <a:gd name="connsiteY42-46552" fmla="*/ 291 h 4213"/>
                  <a:gd name="connsiteX43-46553" fmla="*/ 1412 w 2254"/>
                  <a:gd name="connsiteY43-46554" fmla="*/ 331 h 4213"/>
                  <a:gd name="connsiteX44-46555" fmla="*/ 1488 w 2254"/>
                  <a:gd name="connsiteY44-46556" fmla="*/ 562 h 4213"/>
                  <a:gd name="connsiteX45-46557" fmla="*/ 1523 w 2254"/>
                  <a:gd name="connsiteY45-46558" fmla="*/ 586 h 4213"/>
                  <a:gd name="connsiteX46-46559" fmla="*/ 1615 w 2254"/>
                  <a:gd name="connsiteY46-46560" fmla="*/ 578 h 4213"/>
                  <a:gd name="connsiteX47-46561" fmla="*/ 1875 w 2254"/>
                  <a:gd name="connsiteY47-46562" fmla="*/ 490 h 4213"/>
                  <a:gd name="connsiteX48-46563" fmla="*/ 2095 w 2254"/>
                  <a:gd name="connsiteY48-46564" fmla="*/ 479 h 4213"/>
                  <a:gd name="connsiteX49-46565" fmla="*/ 2155 w 2254"/>
                  <a:gd name="connsiteY49-46566" fmla="*/ 648 h 4213"/>
                  <a:gd name="connsiteX50-46567" fmla="*/ 2073 w 2254"/>
                  <a:gd name="connsiteY50-46568" fmla="*/ 944 h 4213"/>
                  <a:gd name="connsiteX51-46569" fmla="*/ 2073 w 2254"/>
                  <a:gd name="connsiteY51-46570" fmla="*/ 1022 h 4213"/>
                  <a:gd name="connsiteX52-46571" fmla="*/ 2142 w 2254"/>
                  <a:gd name="connsiteY52-46572" fmla="*/ 1168 h 4213"/>
                  <a:gd name="connsiteX53-46573" fmla="*/ 2157 w 2254"/>
                  <a:gd name="connsiteY53-46574" fmla="*/ 1427 h 4213"/>
                  <a:gd name="connsiteX54-46575" fmla="*/ 2159 w 2254"/>
                  <a:gd name="connsiteY54-46576" fmla="*/ 1617 h 4213"/>
                  <a:gd name="connsiteX55-46577" fmla="*/ 2092 w 2254"/>
                  <a:gd name="connsiteY55-46578" fmla="*/ 1625 h 4213"/>
                  <a:gd name="connsiteX56-46579" fmla="*/ 2070 w 2254"/>
                  <a:gd name="connsiteY56-46580" fmla="*/ 1507 h 4213"/>
                  <a:gd name="connsiteX57-46581" fmla="*/ 2035 w 2254"/>
                  <a:gd name="connsiteY57-46582" fmla="*/ 1450 h 4213"/>
                  <a:gd name="connsiteX58-46583" fmla="*/ 1945 w 2254"/>
                  <a:gd name="connsiteY58-46584" fmla="*/ 1582 h 4213"/>
                  <a:gd name="connsiteX59-46585" fmla="*/ 1832 w 2254"/>
                  <a:gd name="connsiteY59-46586" fmla="*/ 1776 h 4213"/>
                  <a:gd name="connsiteX60-46587" fmla="*/ 1713 w 2254"/>
                  <a:gd name="connsiteY60-46588" fmla="*/ 1904 h 4213"/>
                  <a:gd name="connsiteX61-46589" fmla="*/ 1706 w 2254"/>
                  <a:gd name="connsiteY61-46590" fmla="*/ 2018 h 4213"/>
                  <a:gd name="connsiteX62-46591" fmla="*/ 1766 w 2254"/>
                  <a:gd name="connsiteY62-46592" fmla="*/ 2115 h 4213"/>
                  <a:gd name="connsiteX63-46593" fmla="*/ 1868 w 2254"/>
                  <a:gd name="connsiteY63-46594" fmla="*/ 2183 h 4213"/>
                  <a:gd name="connsiteX64-46595" fmla="*/ 1945 w 2254"/>
                  <a:gd name="connsiteY64-46596" fmla="*/ 2178 h 4213"/>
                  <a:gd name="connsiteX65-46597" fmla="*/ 1990 w 2254"/>
                  <a:gd name="connsiteY65-46598" fmla="*/ 2104 h 4213"/>
                  <a:gd name="connsiteX66-46599" fmla="*/ 2024 w 2254"/>
                  <a:gd name="connsiteY66-46600" fmla="*/ 2210 h 4213"/>
                  <a:gd name="connsiteX67-46601" fmla="*/ 1912 w 2254"/>
                  <a:gd name="connsiteY67-46602" fmla="*/ 2249 h 4213"/>
                  <a:gd name="connsiteX68-46603" fmla="*/ 1959 w 2254"/>
                  <a:gd name="connsiteY68-46604" fmla="*/ 2362 h 4213"/>
                  <a:gd name="connsiteX69-46605" fmla="*/ 1824 w 2254"/>
                  <a:gd name="connsiteY69-46606" fmla="*/ 2509 h 4213"/>
                  <a:gd name="connsiteX70-46607" fmla="*/ 1783 w 2254"/>
                  <a:gd name="connsiteY70-46608" fmla="*/ 2498 h 4213"/>
                  <a:gd name="connsiteX71-46609" fmla="*/ 1659 w 2254"/>
                  <a:gd name="connsiteY71-46610" fmla="*/ 2413 h 4213"/>
                  <a:gd name="connsiteX72-46611" fmla="*/ 1604 w 2254"/>
                  <a:gd name="connsiteY72-46612" fmla="*/ 2412 h 4213"/>
                  <a:gd name="connsiteX73-46613" fmla="*/ 1569 w 2254"/>
                  <a:gd name="connsiteY73-46614" fmla="*/ 2480 h 4213"/>
                  <a:gd name="connsiteX74-46615" fmla="*/ 1572 w 2254"/>
                  <a:gd name="connsiteY74-46616" fmla="*/ 2562 h 4213"/>
                  <a:gd name="connsiteX75-46617" fmla="*/ 1750 w 2254"/>
                  <a:gd name="connsiteY75-46618" fmla="*/ 2730 h 4213"/>
                  <a:gd name="connsiteX76-46619" fmla="*/ 1749 w 2254"/>
                  <a:gd name="connsiteY76-46620" fmla="*/ 2844 h 4213"/>
                  <a:gd name="connsiteX77-46621" fmla="*/ 1840 w 2254"/>
                  <a:gd name="connsiteY77-46622" fmla="*/ 3060 h 4213"/>
                  <a:gd name="connsiteX78-46623" fmla="*/ 1866 w 2254"/>
                  <a:gd name="connsiteY78-46624" fmla="*/ 3090 h 4213"/>
                  <a:gd name="connsiteX79-46625" fmla="*/ 1910 w 2254"/>
                  <a:gd name="connsiteY79-46626" fmla="*/ 3094 h 4213"/>
                  <a:gd name="connsiteX80-46627" fmla="*/ 1956 w 2254"/>
                  <a:gd name="connsiteY80-46628" fmla="*/ 3010 h 4213"/>
                  <a:gd name="connsiteX81-46629" fmla="*/ 2036 w 2254"/>
                  <a:gd name="connsiteY81-46630" fmla="*/ 2950 h 4213"/>
                  <a:gd name="connsiteX82-46631" fmla="*/ 2131 w 2254"/>
                  <a:gd name="connsiteY82-46632" fmla="*/ 3126 h 4213"/>
                  <a:gd name="connsiteX83-46633" fmla="*/ 2241 w 2254"/>
                  <a:gd name="connsiteY83-46634" fmla="*/ 3312 h 4213"/>
                  <a:gd name="connsiteX84-46635" fmla="*/ 2254 w 2254"/>
                  <a:gd name="connsiteY84-46636" fmla="*/ 3342 h 4213"/>
                  <a:gd name="connsiteX85-46637" fmla="*/ 2243 w 2254"/>
                  <a:gd name="connsiteY85-46638" fmla="*/ 3518 h 4213"/>
                  <a:gd name="connsiteX86-46639" fmla="*/ 2208 w 2254"/>
                  <a:gd name="connsiteY86-46640" fmla="*/ 3554 h 4213"/>
                  <a:gd name="connsiteX87-46641" fmla="*/ 2119 w 2254"/>
                  <a:gd name="connsiteY87-46642" fmla="*/ 3515 h 4213"/>
                  <a:gd name="connsiteX88-46643" fmla="*/ 1885 w 2254"/>
                  <a:gd name="connsiteY88-46644" fmla="*/ 3644 h 4213"/>
                  <a:gd name="connsiteX89-46645" fmla="*/ 1859 w 2254"/>
                  <a:gd name="connsiteY89-46646" fmla="*/ 3666 h 4213"/>
                  <a:gd name="connsiteX90-46647" fmla="*/ 1679 w 2254"/>
                  <a:gd name="connsiteY90-46648" fmla="*/ 3812 h 4213"/>
                  <a:gd name="connsiteX91-46649" fmla="*/ 1538 w 2254"/>
                  <a:gd name="connsiteY91-46650" fmla="*/ 3926 h 4213"/>
                  <a:gd name="connsiteX92-46651" fmla="*/ 1503 w 2254"/>
                  <a:gd name="connsiteY92-46652" fmla="*/ 3965 h 4213"/>
                  <a:gd name="connsiteX93-46653" fmla="*/ 1451 w 2254"/>
                  <a:gd name="connsiteY93-46654" fmla="*/ 3973 h 4213"/>
                  <a:gd name="connsiteX94-46655" fmla="*/ 1394 w 2254"/>
                  <a:gd name="connsiteY94-46656" fmla="*/ 3916 h 4213"/>
                  <a:gd name="connsiteX95-46657" fmla="*/ 1270 w 2254"/>
                  <a:gd name="connsiteY95-46658" fmla="*/ 3808 h 4213"/>
                  <a:gd name="connsiteX96-46659" fmla="*/ 1294 w 2254"/>
                  <a:gd name="connsiteY96-46660" fmla="*/ 4064 h 4213"/>
                  <a:gd name="connsiteX97-46661" fmla="*/ 1303 w 2254"/>
                  <a:gd name="connsiteY97-46662" fmla="*/ 4192 h 4213"/>
                  <a:gd name="connsiteX98-46663" fmla="*/ 1041 w 2254"/>
                  <a:gd name="connsiteY98-46664" fmla="*/ 4166 h 4213"/>
                  <a:gd name="connsiteX99-46665" fmla="*/ 959 w 2254"/>
                  <a:gd name="connsiteY99-46666" fmla="*/ 3987 h 4213"/>
                  <a:gd name="connsiteX100-46667" fmla="*/ 877 w 2254"/>
                  <a:gd name="connsiteY100-46668" fmla="*/ 3802 h 4213"/>
                  <a:gd name="connsiteX101-46669" fmla="*/ 798 w 2254"/>
                  <a:gd name="connsiteY101-46670" fmla="*/ 3734 h 4213"/>
                  <a:gd name="connsiteX0-46671" fmla="*/ 798 w 2254"/>
                  <a:gd name="connsiteY0-46672" fmla="*/ 3734 h 4213"/>
                  <a:gd name="connsiteX1-46673" fmla="*/ 679 w 2254"/>
                  <a:gd name="connsiteY1-46674" fmla="*/ 3800 h 4213"/>
                  <a:gd name="connsiteX2-46675" fmla="*/ 695 w 2254"/>
                  <a:gd name="connsiteY2-46676" fmla="*/ 3662 h 4213"/>
                  <a:gd name="connsiteX3-46677" fmla="*/ 633 w 2254"/>
                  <a:gd name="connsiteY3-46678" fmla="*/ 3500 h 4213"/>
                  <a:gd name="connsiteX4-46679" fmla="*/ 742 w 2254"/>
                  <a:gd name="connsiteY4-46680" fmla="*/ 3280 h 4213"/>
                  <a:gd name="connsiteX5-46681" fmla="*/ 932 w 2254"/>
                  <a:gd name="connsiteY5-46682" fmla="*/ 3195 h 4213"/>
                  <a:gd name="connsiteX6-46683" fmla="*/ 1107 w 2254"/>
                  <a:gd name="connsiteY6-46684" fmla="*/ 3058 h 4213"/>
                  <a:gd name="connsiteX7-46685" fmla="*/ 1112 w 2254"/>
                  <a:gd name="connsiteY7-46686" fmla="*/ 2878 h 4213"/>
                  <a:gd name="connsiteX8-46687" fmla="*/ 1068 w 2254"/>
                  <a:gd name="connsiteY8-46688" fmla="*/ 2333 h 4213"/>
                  <a:gd name="connsiteX9-46689" fmla="*/ 1066 w 2254"/>
                  <a:gd name="connsiteY9-46690" fmla="*/ 2117 h 4213"/>
                  <a:gd name="connsiteX10-46691" fmla="*/ 990 w 2254"/>
                  <a:gd name="connsiteY10-46692" fmla="*/ 2039 h 4213"/>
                  <a:gd name="connsiteX11-46693" fmla="*/ 847 w 2254"/>
                  <a:gd name="connsiteY11-46694" fmla="*/ 1951 h 4213"/>
                  <a:gd name="connsiteX12-46695" fmla="*/ 755 w 2254"/>
                  <a:gd name="connsiteY12-46696" fmla="*/ 1827 h 4213"/>
                  <a:gd name="connsiteX13-46697" fmla="*/ 659 w 2254"/>
                  <a:gd name="connsiteY13-46698" fmla="*/ 1828 h 4213"/>
                  <a:gd name="connsiteX14-46699" fmla="*/ 614 w 2254"/>
                  <a:gd name="connsiteY14-46700" fmla="*/ 1883 h 4213"/>
                  <a:gd name="connsiteX15-46701" fmla="*/ 521 w 2254"/>
                  <a:gd name="connsiteY15-46702" fmla="*/ 1877 h 4213"/>
                  <a:gd name="connsiteX16-46703" fmla="*/ 501 w 2254"/>
                  <a:gd name="connsiteY16-46704" fmla="*/ 1994 h 4213"/>
                  <a:gd name="connsiteX17-46705" fmla="*/ 320 w 2254"/>
                  <a:gd name="connsiteY17-46706" fmla="*/ 1941 h 4213"/>
                  <a:gd name="connsiteX18-46707" fmla="*/ 237 w 2254"/>
                  <a:gd name="connsiteY18-46708" fmla="*/ 1939 h 4213"/>
                  <a:gd name="connsiteX19-46709" fmla="*/ 112 w 2254"/>
                  <a:gd name="connsiteY19-46710" fmla="*/ 2014 h 4213"/>
                  <a:gd name="connsiteX20-46711" fmla="*/ 0 w 2254"/>
                  <a:gd name="connsiteY20-46712" fmla="*/ 1890 h 4213"/>
                  <a:gd name="connsiteX21-46713" fmla="*/ 94 w 2254"/>
                  <a:gd name="connsiteY21-46714" fmla="*/ 1804 h 4213"/>
                  <a:gd name="connsiteX22-46715" fmla="*/ 98 w 2254"/>
                  <a:gd name="connsiteY22-46716" fmla="*/ 1634 h 4213"/>
                  <a:gd name="connsiteX23-46717" fmla="*/ 153 w 2254"/>
                  <a:gd name="connsiteY23-46718" fmla="*/ 1514 h 4213"/>
                  <a:gd name="connsiteX24-46719" fmla="*/ 196 w 2254"/>
                  <a:gd name="connsiteY24-46720" fmla="*/ 1306 h 4213"/>
                  <a:gd name="connsiteX25-46721" fmla="*/ 256 w 2254"/>
                  <a:gd name="connsiteY25-46722" fmla="*/ 1307 h 4213"/>
                  <a:gd name="connsiteX26-46723" fmla="*/ 579 w 2254"/>
                  <a:gd name="connsiteY26-46724" fmla="*/ 1286 h 4213"/>
                  <a:gd name="connsiteX27-46725" fmla="*/ 753 w 2254"/>
                  <a:gd name="connsiteY27-46726" fmla="*/ 1117 h 4213"/>
                  <a:gd name="connsiteX28-46727" fmla="*/ 822 w 2254"/>
                  <a:gd name="connsiteY28-46728" fmla="*/ 748 h 4213"/>
                  <a:gd name="connsiteX29-46729" fmla="*/ 932 w 2254"/>
                  <a:gd name="connsiteY29-46730" fmla="*/ 486 h 4213"/>
                  <a:gd name="connsiteX30-46731" fmla="*/ 930 w 2254"/>
                  <a:gd name="connsiteY30-46732" fmla="*/ 358 h 4213"/>
                  <a:gd name="connsiteX31-46733" fmla="*/ 917 w 2254"/>
                  <a:gd name="connsiteY31-46734" fmla="*/ 328 h 4213"/>
                  <a:gd name="connsiteX32-46735" fmla="*/ 850 w 2254"/>
                  <a:gd name="connsiteY32-46736" fmla="*/ 251 h 4213"/>
                  <a:gd name="connsiteX33-46737" fmla="*/ 790 w 2254"/>
                  <a:gd name="connsiteY33-46738" fmla="*/ 217 h 4213"/>
                  <a:gd name="connsiteX34-46739" fmla="*/ 915 w 2254"/>
                  <a:gd name="connsiteY34-46740" fmla="*/ 56 h 4213"/>
                  <a:gd name="connsiteX35-46741" fmla="*/ 1088 w 2254"/>
                  <a:gd name="connsiteY35-46742" fmla="*/ 2 h 4213"/>
                  <a:gd name="connsiteX36-46743" fmla="*/ 1120 w 2254"/>
                  <a:gd name="connsiteY36-46744" fmla="*/ 49 h 4213"/>
                  <a:gd name="connsiteX37-46745" fmla="*/ 1110 w 2254"/>
                  <a:gd name="connsiteY37-46746" fmla="*/ 133 h 4213"/>
                  <a:gd name="connsiteX38-46747" fmla="*/ 1049 w 2254"/>
                  <a:gd name="connsiteY38-46748" fmla="*/ 243 h 4213"/>
                  <a:gd name="connsiteX39-46749" fmla="*/ 1119 w 2254"/>
                  <a:gd name="connsiteY39-46750" fmla="*/ 301 h 4213"/>
                  <a:gd name="connsiteX40-46751" fmla="*/ 1233 w 2254"/>
                  <a:gd name="connsiteY40-46752" fmla="*/ 366 h 4213"/>
                  <a:gd name="connsiteX41-46753" fmla="*/ 1253 w 2254"/>
                  <a:gd name="connsiteY41-46754" fmla="*/ 255 h 4213"/>
                  <a:gd name="connsiteX42-46755" fmla="*/ 1387 w 2254"/>
                  <a:gd name="connsiteY42-46756" fmla="*/ 291 h 4213"/>
                  <a:gd name="connsiteX43-46757" fmla="*/ 1412 w 2254"/>
                  <a:gd name="connsiteY43-46758" fmla="*/ 331 h 4213"/>
                  <a:gd name="connsiteX44-46759" fmla="*/ 1488 w 2254"/>
                  <a:gd name="connsiteY44-46760" fmla="*/ 562 h 4213"/>
                  <a:gd name="connsiteX45-46761" fmla="*/ 1523 w 2254"/>
                  <a:gd name="connsiteY45-46762" fmla="*/ 586 h 4213"/>
                  <a:gd name="connsiteX46-46763" fmla="*/ 1615 w 2254"/>
                  <a:gd name="connsiteY46-46764" fmla="*/ 578 h 4213"/>
                  <a:gd name="connsiteX47-46765" fmla="*/ 1875 w 2254"/>
                  <a:gd name="connsiteY47-46766" fmla="*/ 490 h 4213"/>
                  <a:gd name="connsiteX48-46767" fmla="*/ 2095 w 2254"/>
                  <a:gd name="connsiteY48-46768" fmla="*/ 479 h 4213"/>
                  <a:gd name="connsiteX49-46769" fmla="*/ 2155 w 2254"/>
                  <a:gd name="connsiteY49-46770" fmla="*/ 648 h 4213"/>
                  <a:gd name="connsiteX50-46771" fmla="*/ 2073 w 2254"/>
                  <a:gd name="connsiteY50-46772" fmla="*/ 944 h 4213"/>
                  <a:gd name="connsiteX51-46773" fmla="*/ 2073 w 2254"/>
                  <a:gd name="connsiteY51-46774" fmla="*/ 1022 h 4213"/>
                  <a:gd name="connsiteX52-46775" fmla="*/ 2142 w 2254"/>
                  <a:gd name="connsiteY52-46776" fmla="*/ 1168 h 4213"/>
                  <a:gd name="connsiteX53-46777" fmla="*/ 2157 w 2254"/>
                  <a:gd name="connsiteY53-46778" fmla="*/ 1427 h 4213"/>
                  <a:gd name="connsiteX54-46779" fmla="*/ 2159 w 2254"/>
                  <a:gd name="connsiteY54-46780" fmla="*/ 1617 h 4213"/>
                  <a:gd name="connsiteX55-46781" fmla="*/ 2092 w 2254"/>
                  <a:gd name="connsiteY55-46782" fmla="*/ 1625 h 4213"/>
                  <a:gd name="connsiteX56-46783" fmla="*/ 2070 w 2254"/>
                  <a:gd name="connsiteY56-46784" fmla="*/ 1507 h 4213"/>
                  <a:gd name="connsiteX57-46785" fmla="*/ 2035 w 2254"/>
                  <a:gd name="connsiteY57-46786" fmla="*/ 1450 h 4213"/>
                  <a:gd name="connsiteX58-46787" fmla="*/ 1945 w 2254"/>
                  <a:gd name="connsiteY58-46788" fmla="*/ 1582 h 4213"/>
                  <a:gd name="connsiteX59-46789" fmla="*/ 1832 w 2254"/>
                  <a:gd name="connsiteY59-46790" fmla="*/ 1776 h 4213"/>
                  <a:gd name="connsiteX60-46791" fmla="*/ 1713 w 2254"/>
                  <a:gd name="connsiteY60-46792" fmla="*/ 1904 h 4213"/>
                  <a:gd name="connsiteX61-46793" fmla="*/ 1706 w 2254"/>
                  <a:gd name="connsiteY61-46794" fmla="*/ 2018 h 4213"/>
                  <a:gd name="connsiteX62-46795" fmla="*/ 1766 w 2254"/>
                  <a:gd name="connsiteY62-46796" fmla="*/ 2115 h 4213"/>
                  <a:gd name="connsiteX63-46797" fmla="*/ 1868 w 2254"/>
                  <a:gd name="connsiteY63-46798" fmla="*/ 2183 h 4213"/>
                  <a:gd name="connsiteX64-46799" fmla="*/ 1945 w 2254"/>
                  <a:gd name="connsiteY64-46800" fmla="*/ 2178 h 4213"/>
                  <a:gd name="connsiteX65-46801" fmla="*/ 1990 w 2254"/>
                  <a:gd name="connsiteY65-46802" fmla="*/ 2104 h 4213"/>
                  <a:gd name="connsiteX66-46803" fmla="*/ 2024 w 2254"/>
                  <a:gd name="connsiteY66-46804" fmla="*/ 2210 h 4213"/>
                  <a:gd name="connsiteX67-46805" fmla="*/ 1912 w 2254"/>
                  <a:gd name="connsiteY67-46806" fmla="*/ 2249 h 4213"/>
                  <a:gd name="connsiteX68-46807" fmla="*/ 1959 w 2254"/>
                  <a:gd name="connsiteY68-46808" fmla="*/ 2362 h 4213"/>
                  <a:gd name="connsiteX69-46809" fmla="*/ 1824 w 2254"/>
                  <a:gd name="connsiteY69-46810" fmla="*/ 2509 h 4213"/>
                  <a:gd name="connsiteX70-46811" fmla="*/ 1783 w 2254"/>
                  <a:gd name="connsiteY70-46812" fmla="*/ 2498 h 4213"/>
                  <a:gd name="connsiteX71-46813" fmla="*/ 1659 w 2254"/>
                  <a:gd name="connsiteY71-46814" fmla="*/ 2413 h 4213"/>
                  <a:gd name="connsiteX72-46815" fmla="*/ 1604 w 2254"/>
                  <a:gd name="connsiteY72-46816" fmla="*/ 2412 h 4213"/>
                  <a:gd name="connsiteX73-46817" fmla="*/ 1569 w 2254"/>
                  <a:gd name="connsiteY73-46818" fmla="*/ 2480 h 4213"/>
                  <a:gd name="connsiteX74-46819" fmla="*/ 1572 w 2254"/>
                  <a:gd name="connsiteY74-46820" fmla="*/ 2562 h 4213"/>
                  <a:gd name="connsiteX75-46821" fmla="*/ 1750 w 2254"/>
                  <a:gd name="connsiteY75-46822" fmla="*/ 2730 h 4213"/>
                  <a:gd name="connsiteX76-46823" fmla="*/ 1749 w 2254"/>
                  <a:gd name="connsiteY76-46824" fmla="*/ 2844 h 4213"/>
                  <a:gd name="connsiteX77-46825" fmla="*/ 1840 w 2254"/>
                  <a:gd name="connsiteY77-46826" fmla="*/ 3060 h 4213"/>
                  <a:gd name="connsiteX78-46827" fmla="*/ 1866 w 2254"/>
                  <a:gd name="connsiteY78-46828" fmla="*/ 3090 h 4213"/>
                  <a:gd name="connsiteX79-46829" fmla="*/ 1910 w 2254"/>
                  <a:gd name="connsiteY79-46830" fmla="*/ 3094 h 4213"/>
                  <a:gd name="connsiteX80-46831" fmla="*/ 1956 w 2254"/>
                  <a:gd name="connsiteY80-46832" fmla="*/ 3010 h 4213"/>
                  <a:gd name="connsiteX81-46833" fmla="*/ 2036 w 2254"/>
                  <a:gd name="connsiteY81-46834" fmla="*/ 2950 h 4213"/>
                  <a:gd name="connsiteX82-46835" fmla="*/ 2131 w 2254"/>
                  <a:gd name="connsiteY82-46836" fmla="*/ 3126 h 4213"/>
                  <a:gd name="connsiteX83-46837" fmla="*/ 2241 w 2254"/>
                  <a:gd name="connsiteY83-46838" fmla="*/ 3312 h 4213"/>
                  <a:gd name="connsiteX84-46839" fmla="*/ 2254 w 2254"/>
                  <a:gd name="connsiteY84-46840" fmla="*/ 3342 h 4213"/>
                  <a:gd name="connsiteX85-46841" fmla="*/ 2243 w 2254"/>
                  <a:gd name="connsiteY85-46842" fmla="*/ 3518 h 4213"/>
                  <a:gd name="connsiteX86-46843" fmla="*/ 2208 w 2254"/>
                  <a:gd name="connsiteY86-46844" fmla="*/ 3554 h 4213"/>
                  <a:gd name="connsiteX87-46845" fmla="*/ 2119 w 2254"/>
                  <a:gd name="connsiteY87-46846" fmla="*/ 3515 h 4213"/>
                  <a:gd name="connsiteX88-46847" fmla="*/ 1885 w 2254"/>
                  <a:gd name="connsiteY88-46848" fmla="*/ 3644 h 4213"/>
                  <a:gd name="connsiteX89-46849" fmla="*/ 1859 w 2254"/>
                  <a:gd name="connsiteY89-46850" fmla="*/ 3666 h 4213"/>
                  <a:gd name="connsiteX90-46851" fmla="*/ 1679 w 2254"/>
                  <a:gd name="connsiteY90-46852" fmla="*/ 3812 h 4213"/>
                  <a:gd name="connsiteX91-46853" fmla="*/ 1538 w 2254"/>
                  <a:gd name="connsiteY91-46854" fmla="*/ 3926 h 4213"/>
                  <a:gd name="connsiteX92-46855" fmla="*/ 1503 w 2254"/>
                  <a:gd name="connsiteY92-46856" fmla="*/ 3965 h 4213"/>
                  <a:gd name="connsiteX93-46857" fmla="*/ 1451 w 2254"/>
                  <a:gd name="connsiteY93-46858" fmla="*/ 3973 h 4213"/>
                  <a:gd name="connsiteX94-46859" fmla="*/ 1394 w 2254"/>
                  <a:gd name="connsiteY94-46860" fmla="*/ 3916 h 4213"/>
                  <a:gd name="connsiteX95-46861" fmla="*/ 1270 w 2254"/>
                  <a:gd name="connsiteY95-46862" fmla="*/ 3808 h 4213"/>
                  <a:gd name="connsiteX96-46863" fmla="*/ 1294 w 2254"/>
                  <a:gd name="connsiteY96-46864" fmla="*/ 4064 h 4213"/>
                  <a:gd name="connsiteX97-46865" fmla="*/ 1303 w 2254"/>
                  <a:gd name="connsiteY97-46866" fmla="*/ 4192 h 4213"/>
                  <a:gd name="connsiteX98-46867" fmla="*/ 1041 w 2254"/>
                  <a:gd name="connsiteY98-46868" fmla="*/ 4166 h 4213"/>
                  <a:gd name="connsiteX99-46869" fmla="*/ 959 w 2254"/>
                  <a:gd name="connsiteY99-46870" fmla="*/ 3987 h 4213"/>
                  <a:gd name="connsiteX100-46871" fmla="*/ 877 w 2254"/>
                  <a:gd name="connsiteY100-46872" fmla="*/ 3802 h 4213"/>
                  <a:gd name="connsiteX101-46873" fmla="*/ 798 w 2254"/>
                  <a:gd name="connsiteY101-46874" fmla="*/ 3734 h 4213"/>
                  <a:gd name="connsiteX0-46875" fmla="*/ 798 w 2254"/>
                  <a:gd name="connsiteY0-46876" fmla="*/ 3734 h 4213"/>
                  <a:gd name="connsiteX1-46877" fmla="*/ 679 w 2254"/>
                  <a:gd name="connsiteY1-46878" fmla="*/ 3800 h 4213"/>
                  <a:gd name="connsiteX2-46879" fmla="*/ 695 w 2254"/>
                  <a:gd name="connsiteY2-46880" fmla="*/ 3662 h 4213"/>
                  <a:gd name="connsiteX3-46881" fmla="*/ 633 w 2254"/>
                  <a:gd name="connsiteY3-46882" fmla="*/ 3500 h 4213"/>
                  <a:gd name="connsiteX4-46883" fmla="*/ 742 w 2254"/>
                  <a:gd name="connsiteY4-46884" fmla="*/ 3280 h 4213"/>
                  <a:gd name="connsiteX5-46885" fmla="*/ 932 w 2254"/>
                  <a:gd name="connsiteY5-46886" fmla="*/ 3195 h 4213"/>
                  <a:gd name="connsiteX6-46887" fmla="*/ 1107 w 2254"/>
                  <a:gd name="connsiteY6-46888" fmla="*/ 3058 h 4213"/>
                  <a:gd name="connsiteX7-46889" fmla="*/ 1112 w 2254"/>
                  <a:gd name="connsiteY7-46890" fmla="*/ 2878 h 4213"/>
                  <a:gd name="connsiteX8-46891" fmla="*/ 1068 w 2254"/>
                  <a:gd name="connsiteY8-46892" fmla="*/ 2333 h 4213"/>
                  <a:gd name="connsiteX9-46893" fmla="*/ 1066 w 2254"/>
                  <a:gd name="connsiteY9-46894" fmla="*/ 2117 h 4213"/>
                  <a:gd name="connsiteX10-46895" fmla="*/ 990 w 2254"/>
                  <a:gd name="connsiteY10-46896" fmla="*/ 2039 h 4213"/>
                  <a:gd name="connsiteX11-46897" fmla="*/ 847 w 2254"/>
                  <a:gd name="connsiteY11-46898" fmla="*/ 1951 h 4213"/>
                  <a:gd name="connsiteX12-46899" fmla="*/ 755 w 2254"/>
                  <a:gd name="connsiteY12-46900" fmla="*/ 1827 h 4213"/>
                  <a:gd name="connsiteX13-46901" fmla="*/ 659 w 2254"/>
                  <a:gd name="connsiteY13-46902" fmla="*/ 1828 h 4213"/>
                  <a:gd name="connsiteX14-46903" fmla="*/ 614 w 2254"/>
                  <a:gd name="connsiteY14-46904" fmla="*/ 1883 h 4213"/>
                  <a:gd name="connsiteX15-46905" fmla="*/ 521 w 2254"/>
                  <a:gd name="connsiteY15-46906" fmla="*/ 1877 h 4213"/>
                  <a:gd name="connsiteX16-46907" fmla="*/ 501 w 2254"/>
                  <a:gd name="connsiteY16-46908" fmla="*/ 1994 h 4213"/>
                  <a:gd name="connsiteX17-46909" fmla="*/ 320 w 2254"/>
                  <a:gd name="connsiteY17-46910" fmla="*/ 1941 h 4213"/>
                  <a:gd name="connsiteX18-46911" fmla="*/ 237 w 2254"/>
                  <a:gd name="connsiteY18-46912" fmla="*/ 1939 h 4213"/>
                  <a:gd name="connsiteX19-46913" fmla="*/ 112 w 2254"/>
                  <a:gd name="connsiteY19-46914" fmla="*/ 2014 h 4213"/>
                  <a:gd name="connsiteX20-46915" fmla="*/ 0 w 2254"/>
                  <a:gd name="connsiteY20-46916" fmla="*/ 1890 h 4213"/>
                  <a:gd name="connsiteX21-46917" fmla="*/ 94 w 2254"/>
                  <a:gd name="connsiteY21-46918" fmla="*/ 1804 h 4213"/>
                  <a:gd name="connsiteX22-46919" fmla="*/ 98 w 2254"/>
                  <a:gd name="connsiteY22-46920" fmla="*/ 1634 h 4213"/>
                  <a:gd name="connsiteX23-46921" fmla="*/ 153 w 2254"/>
                  <a:gd name="connsiteY23-46922" fmla="*/ 1514 h 4213"/>
                  <a:gd name="connsiteX24-46923" fmla="*/ 196 w 2254"/>
                  <a:gd name="connsiteY24-46924" fmla="*/ 1306 h 4213"/>
                  <a:gd name="connsiteX25-46925" fmla="*/ 256 w 2254"/>
                  <a:gd name="connsiteY25-46926" fmla="*/ 1307 h 4213"/>
                  <a:gd name="connsiteX26-46927" fmla="*/ 579 w 2254"/>
                  <a:gd name="connsiteY26-46928" fmla="*/ 1286 h 4213"/>
                  <a:gd name="connsiteX27-46929" fmla="*/ 753 w 2254"/>
                  <a:gd name="connsiteY27-46930" fmla="*/ 1117 h 4213"/>
                  <a:gd name="connsiteX28-46931" fmla="*/ 822 w 2254"/>
                  <a:gd name="connsiteY28-46932" fmla="*/ 748 h 4213"/>
                  <a:gd name="connsiteX29-46933" fmla="*/ 932 w 2254"/>
                  <a:gd name="connsiteY29-46934" fmla="*/ 486 h 4213"/>
                  <a:gd name="connsiteX30-46935" fmla="*/ 930 w 2254"/>
                  <a:gd name="connsiteY30-46936" fmla="*/ 358 h 4213"/>
                  <a:gd name="connsiteX31-46937" fmla="*/ 917 w 2254"/>
                  <a:gd name="connsiteY31-46938" fmla="*/ 328 h 4213"/>
                  <a:gd name="connsiteX32-46939" fmla="*/ 850 w 2254"/>
                  <a:gd name="connsiteY32-46940" fmla="*/ 251 h 4213"/>
                  <a:gd name="connsiteX33-46941" fmla="*/ 790 w 2254"/>
                  <a:gd name="connsiteY33-46942" fmla="*/ 217 h 4213"/>
                  <a:gd name="connsiteX34-46943" fmla="*/ 915 w 2254"/>
                  <a:gd name="connsiteY34-46944" fmla="*/ 56 h 4213"/>
                  <a:gd name="connsiteX35-46945" fmla="*/ 1088 w 2254"/>
                  <a:gd name="connsiteY35-46946" fmla="*/ 2 h 4213"/>
                  <a:gd name="connsiteX36-46947" fmla="*/ 1120 w 2254"/>
                  <a:gd name="connsiteY36-46948" fmla="*/ 49 h 4213"/>
                  <a:gd name="connsiteX37-46949" fmla="*/ 1110 w 2254"/>
                  <a:gd name="connsiteY37-46950" fmla="*/ 133 h 4213"/>
                  <a:gd name="connsiteX38-46951" fmla="*/ 1049 w 2254"/>
                  <a:gd name="connsiteY38-46952" fmla="*/ 243 h 4213"/>
                  <a:gd name="connsiteX39-46953" fmla="*/ 1119 w 2254"/>
                  <a:gd name="connsiteY39-46954" fmla="*/ 301 h 4213"/>
                  <a:gd name="connsiteX40-46955" fmla="*/ 1233 w 2254"/>
                  <a:gd name="connsiteY40-46956" fmla="*/ 366 h 4213"/>
                  <a:gd name="connsiteX41-46957" fmla="*/ 1253 w 2254"/>
                  <a:gd name="connsiteY41-46958" fmla="*/ 255 h 4213"/>
                  <a:gd name="connsiteX42-46959" fmla="*/ 1387 w 2254"/>
                  <a:gd name="connsiteY42-46960" fmla="*/ 291 h 4213"/>
                  <a:gd name="connsiteX43-46961" fmla="*/ 1412 w 2254"/>
                  <a:gd name="connsiteY43-46962" fmla="*/ 331 h 4213"/>
                  <a:gd name="connsiteX44-46963" fmla="*/ 1488 w 2254"/>
                  <a:gd name="connsiteY44-46964" fmla="*/ 562 h 4213"/>
                  <a:gd name="connsiteX45-46965" fmla="*/ 1523 w 2254"/>
                  <a:gd name="connsiteY45-46966" fmla="*/ 586 h 4213"/>
                  <a:gd name="connsiteX46-46967" fmla="*/ 1615 w 2254"/>
                  <a:gd name="connsiteY46-46968" fmla="*/ 578 h 4213"/>
                  <a:gd name="connsiteX47-46969" fmla="*/ 1875 w 2254"/>
                  <a:gd name="connsiteY47-46970" fmla="*/ 490 h 4213"/>
                  <a:gd name="connsiteX48-46971" fmla="*/ 2095 w 2254"/>
                  <a:gd name="connsiteY48-46972" fmla="*/ 479 h 4213"/>
                  <a:gd name="connsiteX49-46973" fmla="*/ 2155 w 2254"/>
                  <a:gd name="connsiteY49-46974" fmla="*/ 648 h 4213"/>
                  <a:gd name="connsiteX50-46975" fmla="*/ 2073 w 2254"/>
                  <a:gd name="connsiteY50-46976" fmla="*/ 944 h 4213"/>
                  <a:gd name="connsiteX51-46977" fmla="*/ 2073 w 2254"/>
                  <a:gd name="connsiteY51-46978" fmla="*/ 1022 h 4213"/>
                  <a:gd name="connsiteX52-46979" fmla="*/ 2142 w 2254"/>
                  <a:gd name="connsiteY52-46980" fmla="*/ 1168 h 4213"/>
                  <a:gd name="connsiteX53-46981" fmla="*/ 2157 w 2254"/>
                  <a:gd name="connsiteY53-46982" fmla="*/ 1427 h 4213"/>
                  <a:gd name="connsiteX54-46983" fmla="*/ 2159 w 2254"/>
                  <a:gd name="connsiteY54-46984" fmla="*/ 1617 h 4213"/>
                  <a:gd name="connsiteX55-46985" fmla="*/ 2092 w 2254"/>
                  <a:gd name="connsiteY55-46986" fmla="*/ 1625 h 4213"/>
                  <a:gd name="connsiteX56-46987" fmla="*/ 2070 w 2254"/>
                  <a:gd name="connsiteY56-46988" fmla="*/ 1507 h 4213"/>
                  <a:gd name="connsiteX57-46989" fmla="*/ 2035 w 2254"/>
                  <a:gd name="connsiteY57-46990" fmla="*/ 1450 h 4213"/>
                  <a:gd name="connsiteX58-46991" fmla="*/ 1945 w 2254"/>
                  <a:gd name="connsiteY58-46992" fmla="*/ 1582 h 4213"/>
                  <a:gd name="connsiteX59-46993" fmla="*/ 1832 w 2254"/>
                  <a:gd name="connsiteY59-46994" fmla="*/ 1776 h 4213"/>
                  <a:gd name="connsiteX60-46995" fmla="*/ 1713 w 2254"/>
                  <a:gd name="connsiteY60-46996" fmla="*/ 1904 h 4213"/>
                  <a:gd name="connsiteX61-46997" fmla="*/ 1706 w 2254"/>
                  <a:gd name="connsiteY61-46998" fmla="*/ 2018 h 4213"/>
                  <a:gd name="connsiteX62-46999" fmla="*/ 1766 w 2254"/>
                  <a:gd name="connsiteY62-47000" fmla="*/ 2115 h 4213"/>
                  <a:gd name="connsiteX63-47001" fmla="*/ 1868 w 2254"/>
                  <a:gd name="connsiteY63-47002" fmla="*/ 2183 h 4213"/>
                  <a:gd name="connsiteX64-47003" fmla="*/ 1945 w 2254"/>
                  <a:gd name="connsiteY64-47004" fmla="*/ 2178 h 4213"/>
                  <a:gd name="connsiteX65-47005" fmla="*/ 1990 w 2254"/>
                  <a:gd name="connsiteY65-47006" fmla="*/ 2104 h 4213"/>
                  <a:gd name="connsiteX66-47007" fmla="*/ 2024 w 2254"/>
                  <a:gd name="connsiteY66-47008" fmla="*/ 2210 h 4213"/>
                  <a:gd name="connsiteX67-47009" fmla="*/ 1912 w 2254"/>
                  <a:gd name="connsiteY67-47010" fmla="*/ 2249 h 4213"/>
                  <a:gd name="connsiteX68-47011" fmla="*/ 1959 w 2254"/>
                  <a:gd name="connsiteY68-47012" fmla="*/ 2362 h 4213"/>
                  <a:gd name="connsiteX69-47013" fmla="*/ 1824 w 2254"/>
                  <a:gd name="connsiteY69-47014" fmla="*/ 2509 h 4213"/>
                  <a:gd name="connsiteX70-47015" fmla="*/ 1783 w 2254"/>
                  <a:gd name="connsiteY70-47016" fmla="*/ 2498 h 4213"/>
                  <a:gd name="connsiteX71-47017" fmla="*/ 1659 w 2254"/>
                  <a:gd name="connsiteY71-47018" fmla="*/ 2413 h 4213"/>
                  <a:gd name="connsiteX72-47019" fmla="*/ 1604 w 2254"/>
                  <a:gd name="connsiteY72-47020" fmla="*/ 2412 h 4213"/>
                  <a:gd name="connsiteX73-47021" fmla="*/ 1569 w 2254"/>
                  <a:gd name="connsiteY73-47022" fmla="*/ 2480 h 4213"/>
                  <a:gd name="connsiteX74-47023" fmla="*/ 1572 w 2254"/>
                  <a:gd name="connsiteY74-47024" fmla="*/ 2562 h 4213"/>
                  <a:gd name="connsiteX75-47025" fmla="*/ 1750 w 2254"/>
                  <a:gd name="connsiteY75-47026" fmla="*/ 2730 h 4213"/>
                  <a:gd name="connsiteX76-47027" fmla="*/ 1749 w 2254"/>
                  <a:gd name="connsiteY76-47028" fmla="*/ 2844 h 4213"/>
                  <a:gd name="connsiteX77-47029" fmla="*/ 1840 w 2254"/>
                  <a:gd name="connsiteY77-47030" fmla="*/ 3060 h 4213"/>
                  <a:gd name="connsiteX78-47031" fmla="*/ 1866 w 2254"/>
                  <a:gd name="connsiteY78-47032" fmla="*/ 3090 h 4213"/>
                  <a:gd name="connsiteX79-47033" fmla="*/ 1910 w 2254"/>
                  <a:gd name="connsiteY79-47034" fmla="*/ 3094 h 4213"/>
                  <a:gd name="connsiteX80-47035" fmla="*/ 1956 w 2254"/>
                  <a:gd name="connsiteY80-47036" fmla="*/ 3010 h 4213"/>
                  <a:gd name="connsiteX81-47037" fmla="*/ 2036 w 2254"/>
                  <a:gd name="connsiteY81-47038" fmla="*/ 2950 h 4213"/>
                  <a:gd name="connsiteX82-47039" fmla="*/ 2131 w 2254"/>
                  <a:gd name="connsiteY82-47040" fmla="*/ 3126 h 4213"/>
                  <a:gd name="connsiteX83-47041" fmla="*/ 2241 w 2254"/>
                  <a:gd name="connsiteY83-47042" fmla="*/ 3312 h 4213"/>
                  <a:gd name="connsiteX84-47043" fmla="*/ 2254 w 2254"/>
                  <a:gd name="connsiteY84-47044" fmla="*/ 3342 h 4213"/>
                  <a:gd name="connsiteX85-47045" fmla="*/ 2243 w 2254"/>
                  <a:gd name="connsiteY85-47046" fmla="*/ 3518 h 4213"/>
                  <a:gd name="connsiteX86-47047" fmla="*/ 2208 w 2254"/>
                  <a:gd name="connsiteY86-47048" fmla="*/ 3554 h 4213"/>
                  <a:gd name="connsiteX87-47049" fmla="*/ 2119 w 2254"/>
                  <a:gd name="connsiteY87-47050" fmla="*/ 3515 h 4213"/>
                  <a:gd name="connsiteX88-47051" fmla="*/ 1885 w 2254"/>
                  <a:gd name="connsiteY88-47052" fmla="*/ 3644 h 4213"/>
                  <a:gd name="connsiteX89-47053" fmla="*/ 1859 w 2254"/>
                  <a:gd name="connsiteY89-47054" fmla="*/ 3666 h 4213"/>
                  <a:gd name="connsiteX90-47055" fmla="*/ 1679 w 2254"/>
                  <a:gd name="connsiteY90-47056" fmla="*/ 3812 h 4213"/>
                  <a:gd name="connsiteX91-47057" fmla="*/ 1538 w 2254"/>
                  <a:gd name="connsiteY91-47058" fmla="*/ 3926 h 4213"/>
                  <a:gd name="connsiteX92-47059" fmla="*/ 1503 w 2254"/>
                  <a:gd name="connsiteY92-47060" fmla="*/ 3965 h 4213"/>
                  <a:gd name="connsiteX93-47061" fmla="*/ 1451 w 2254"/>
                  <a:gd name="connsiteY93-47062" fmla="*/ 3973 h 4213"/>
                  <a:gd name="connsiteX94-47063" fmla="*/ 1394 w 2254"/>
                  <a:gd name="connsiteY94-47064" fmla="*/ 3916 h 4213"/>
                  <a:gd name="connsiteX95-47065" fmla="*/ 1270 w 2254"/>
                  <a:gd name="connsiteY95-47066" fmla="*/ 3808 h 4213"/>
                  <a:gd name="connsiteX96-47067" fmla="*/ 1294 w 2254"/>
                  <a:gd name="connsiteY96-47068" fmla="*/ 4064 h 4213"/>
                  <a:gd name="connsiteX97-47069" fmla="*/ 1303 w 2254"/>
                  <a:gd name="connsiteY97-47070" fmla="*/ 4192 h 4213"/>
                  <a:gd name="connsiteX98-47071" fmla="*/ 1041 w 2254"/>
                  <a:gd name="connsiteY98-47072" fmla="*/ 4166 h 4213"/>
                  <a:gd name="connsiteX99-47073" fmla="*/ 959 w 2254"/>
                  <a:gd name="connsiteY99-47074" fmla="*/ 3987 h 4213"/>
                  <a:gd name="connsiteX100-47075" fmla="*/ 877 w 2254"/>
                  <a:gd name="connsiteY100-47076" fmla="*/ 3802 h 4213"/>
                  <a:gd name="connsiteX101-47077" fmla="*/ 798 w 2254"/>
                  <a:gd name="connsiteY101-47078" fmla="*/ 3734 h 4213"/>
                  <a:gd name="connsiteX0-47079" fmla="*/ 798 w 2254"/>
                  <a:gd name="connsiteY0-47080" fmla="*/ 3734 h 4213"/>
                  <a:gd name="connsiteX1-47081" fmla="*/ 679 w 2254"/>
                  <a:gd name="connsiteY1-47082" fmla="*/ 3800 h 4213"/>
                  <a:gd name="connsiteX2-47083" fmla="*/ 695 w 2254"/>
                  <a:gd name="connsiteY2-47084" fmla="*/ 3662 h 4213"/>
                  <a:gd name="connsiteX3-47085" fmla="*/ 633 w 2254"/>
                  <a:gd name="connsiteY3-47086" fmla="*/ 3500 h 4213"/>
                  <a:gd name="connsiteX4-47087" fmla="*/ 742 w 2254"/>
                  <a:gd name="connsiteY4-47088" fmla="*/ 3280 h 4213"/>
                  <a:gd name="connsiteX5-47089" fmla="*/ 932 w 2254"/>
                  <a:gd name="connsiteY5-47090" fmla="*/ 3195 h 4213"/>
                  <a:gd name="connsiteX6-47091" fmla="*/ 1107 w 2254"/>
                  <a:gd name="connsiteY6-47092" fmla="*/ 3058 h 4213"/>
                  <a:gd name="connsiteX7-47093" fmla="*/ 1112 w 2254"/>
                  <a:gd name="connsiteY7-47094" fmla="*/ 2878 h 4213"/>
                  <a:gd name="connsiteX8-47095" fmla="*/ 1071 w 2254"/>
                  <a:gd name="connsiteY8-47096" fmla="*/ 2615 h 4213"/>
                  <a:gd name="connsiteX9-47097" fmla="*/ 1068 w 2254"/>
                  <a:gd name="connsiteY9-47098" fmla="*/ 2333 h 4213"/>
                  <a:gd name="connsiteX10-47099" fmla="*/ 1066 w 2254"/>
                  <a:gd name="connsiteY10-47100" fmla="*/ 2117 h 4213"/>
                  <a:gd name="connsiteX11-47101" fmla="*/ 990 w 2254"/>
                  <a:gd name="connsiteY11-47102" fmla="*/ 2039 h 4213"/>
                  <a:gd name="connsiteX12-47103" fmla="*/ 847 w 2254"/>
                  <a:gd name="connsiteY12-47104" fmla="*/ 1951 h 4213"/>
                  <a:gd name="connsiteX13-47105" fmla="*/ 755 w 2254"/>
                  <a:gd name="connsiteY13-47106" fmla="*/ 1827 h 4213"/>
                  <a:gd name="connsiteX14-47107" fmla="*/ 659 w 2254"/>
                  <a:gd name="connsiteY14-47108" fmla="*/ 1828 h 4213"/>
                  <a:gd name="connsiteX15-47109" fmla="*/ 614 w 2254"/>
                  <a:gd name="connsiteY15-47110" fmla="*/ 1883 h 4213"/>
                  <a:gd name="connsiteX16-47111" fmla="*/ 521 w 2254"/>
                  <a:gd name="connsiteY16-47112" fmla="*/ 1877 h 4213"/>
                  <a:gd name="connsiteX17-47113" fmla="*/ 501 w 2254"/>
                  <a:gd name="connsiteY17-47114" fmla="*/ 1994 h 4213"/>
                  <a:gd name="connsiteX18-47115" fmla="*/ 320 w 2254"/>
                  <a:gd name="connsiteY18-47116" fmla="*/ 1941 h 4213"/>
                  <a:gd name="connsiteX19-47117" fmla="*/ 237 w 2254"/>
                  <a:gd name="connsiteY19-47118" fmla="*/ 1939 h 4213"/>
                  <a:gd name="connsiteX20-47119" fmla="*/ 112 w 2254"/>
                  <a:gd name="connsiteY20-47120" fmla="*/ 2014 h 4213"/>
                  <a:gd name="connsiteX21-47121" fmla="*/ 0 w 2254"/>
                  <a:gd name="connsiteY21-47122" fmla="*/ 1890 h 4213"/>
                  <a:gd name="connsiteX22-47123" fmla="*/ 94 w 2254"/>
                  <a:gd name="connsiteY22-47124" fmla="*/ 1804 h 4213"/>
                  <a:gd name="connsiteX23-47125" fmla="*/ 98 w 2254"/>
                  <a:gd name="connsiteY23-47126" fmla="*/ 1634 h 4213"/>
                  <a:gd name="connsiteX24-47127" fmla="*/ 153 w 2254"/>
                  <a:gd name="connsiteY24-47128" fmla="*/ 1514 h 4213"/>
                  <a:gd name="connsiteX25-47129" fmla="*/ 196 w 2254"/>
                  <a:gd name="connsiteY25-47130" fmla="*/ 1306 h 4213"/>
                  <a:gd name="connsiteX26-47131" fmla="*/ 256 w 2254"/>
                  <a:gd name="connsiteY26-47132" fmla="*/ 1307 h 4213"/>
                  <a:gd name="connsiteX27-47133" fmla="*/ 579 w 2254"/>
                  <a:gd name="connsiteY27-47134" fmla="*/ 1286 h 4213"/>
                  <a:gd name="connsiteX28-47135" fmla="*/ 753 w 2254"/>
                  <a:gd name="connsiteY28-47136" fmla="*/ 1117 h 4213"/>
                  <a:gd name="connsiteX29-47137" fmla="*/ 822 w 2254"/>
                  <a:gd name="connsiteY29-47138" fmla="*/ 748 h 4213"/>
                  <a:gd name="connsiteX30-47139" fmla="*/ 932 w 2254"/>
                  <a:gd name="connsiteY30-47140" fmla="*/ 486 h 4213"/>
                  <a:gd name="connsiteX31-47141" fmla="*/ 930 w 2254"/>
                  <a:gd name="connsiteY31-47142" fmla="*/ 358 h 4213"/>
                  <a:gd name="connsiteX32-47143" fmla="*/ 917 w 2254"/>
                  <a:gd name="connsiteY32-47144" fmla="*/ 328 h 4213"/>
                  <a:gd name="connsiteX33-47145" fmla="*/ 850 w 2254"/>
                  <a:gd name="connsiteY33-47146" fmla="*/ 251 h 4213"/>
                  <a:gd name="connsiteX34-47147" fmla="*/ 790 w 2254"/>
                  <a:gd name="connsiteY34-47148" fmla="*/ 217 h 4213"/>
                  <a:gd name="connsiteX35-47149" fmla="*/ 915 w 2254"/>
                  <a:gd name="connsiteY35-47150" fmla="*/ 56 h 4213"/>
                  <a:gd name="connsiteX36-47151" fmla="*/ 1088 w 2254"/>
                  <a:gd name="connsiteY36-47152" fmla="*/ 2 h 4213"/>
                  <a:gd name="connsiteX37-47153" fmla="*/ 1120 w 2254"/>
                  <a:gd name="connsiteY37-47154" fmla="*/ 49 h 4213"/>
                  <a:gd name="connsiteX38-47155" fmla="*/ 1110 w 2254"/>
                  <a:gd name="connsiteY38-47156" fmla="*/ 133 h 4213"/>
                  <a:gd name="connsiteX39-47157" fmla="*/ 1049 w 2254"/>
                  <a:gd name="connsiteY39-47158" fmla="*/ 243 h 4213"/>
                  <a:gd name="connsiteX40-47159" fmla="*/ 1119 w 2254"/>
                  <a:gd name="connsiteY40-47160" fmla="*/ 301 h 4213"/>
                  <a:gd name="connsiteX41-47161" fmla="*/ 1233 w 2254"/>
                  <a:gd name="connsiteY41-47162" fmla="*/ 366 h 4213"/>
                  <a:gd name="connsiteX42-47163" fmla="*/ 1253 w 2254"/>
                  <a:gd name="connsiteY42-47164" fmla="*/ 255 h 4213"/>
                  <a:gd name="connsiteX43-47165" fmla="*/ 1387 w 2254"/>
                  <a:gd name="connsiteY43-47166" fmla="*/ 291 h 4213"/>
                  <a:gd name="connsiteX44-47167" fmla="*/ 1412 w 2254"/>
                  <a:gd name="connsiteY44-47168" fmla="*/ 331 h 4213"/>
                  <a:gd name="connsiteX45-47169" fmla="*/ 1488 w 2254"/>
                  <a:gd name="connsiteY45-47170" fmla="*/ 562 h 4213"/>
                  <a:gd name="connsiteX46-47171" fmla="*/ 1523 w 2254"/>
                  <a:gd name="connsiteY46-47172" fmla="*/ 586 h 4213"/>
                  <a:gd name="connsiteX47-47173" fmla="*/ 1615 w 2254"/>
                  <a:gd name="connsiteY47-47174" fmla="*/ 578 h 4213"/>
                  <a:gd name="connsiteX48-47175" fmla="*/ 1875 w 2254"/>
                  <a:gd name="connsiteY48-47176" fmla="*/ 490 h 4213"/>
                  <a:gd name="connsiteX49-47177" fmla="*/ 2095 w 2254"/>
                  <a:gd name="connsiteY49-47178" fmla="*/ 479 h 4213"/>
                  <a:gd name="connsiteX50-47179" fmla="*/ 2155 w 2254"/>
                  <a:gd name="connsiteY50-47180" fmla="*/ 648 h 4213"/>
                  <a:gd name="connsiteX51-47181" fmla="*/ 2073 w 2254"/>
                  <a:gd name="connsiteY51-47182" fmla="*/ 944 h 4213"/>
                  <a:gd name="connsiteX52-47183" fmla="*/ 2073 w 2254"/>
                  <a:gd name="connsiteY52-47184" fmla="*/ 1022 h 4213"/>
                  <a:gd name="connsiteX53-47185" fmla="*/ 2142 w 2254"/>
                  <a:gd name="connsiteY53-47186" fmla="*/ 1168 h 4213"/>
                  <a:gd name="connsiteX54-47187" fmla="*/ 2157 w 2254"/>
                  <a:gd name="connsiteY54-47188" fmla="*/ 1427 h 4213"/>
                  <a:gd name="connsiteX55-47189" fmla="*/ 2159 w 2254"/>
                  <a:gd name="connsiteY55-47190" fmla="*/ 1617 h 4213"/>
                  <a:gd name="connsiteX56-47191" fmla="*/ 2092 w 2254"/>
                  <a:gd name="connsiteY56-47192" fmla="*/ 1625 h 4213"/>
                  <a:gd name="connsiteX57-47193" fmla="*/ 2070 w 2254"/>
                  <a:gd name="connsiteY57-47194" fmla="*/ 1507 h 4213"/>
                  <a:gd name="connsiteX58-47195" fmla="*/ 2035 w 2254"/>
                  <a:gd name="connsiteY58-47196" fmla="*/ 1450 h 4213"/>
                  <a:gd name="connsiteX59-47197" fmla="*/ 1945 w 2254"/>
                  <a:gd name="connsiteY59-47198" fmla="*/ 1582 h 4213"/>
                  <a:gd name="connsiteX60-47199" fmla="*/ 1832 w 2254"/>
                  <a:gd name="connsiteY60-47200" fmla="*/ 1776 h 4213"/>
                  <a:gd name="connsiteX61-47201" fmla="*/ 1713 w 2254"/>
                  <a:gd name="connsiteY61-47202" fmla="*/ 1904 h 4213"/>
                  <a:gd name="connsiteX62-47203" fmla="*/ 1706 w 2254"/>
                  <a:gd name="connsiteY62-47204" fmla="*/ 2018 h 4213"/>
                  <a:gd name="connsiteX63-47205" fmla="*/ 1766 w 2254"/>
                  <a:gd name="connsiteY63-47206" fmla="*/ 2115 h 4213"/>
                  <a:gd name="connsiteX64-47207" fmla="*/ 1868 w 2254"/>
                  <a:gd name="connsiteY64-47208" fmla="*/ 2183 h 4213"/>
                  <a:gd name="connsiteX65-47209" fmla="*/ 1945 w 2254"/>
                  <a:gd name="connsiteY65-47210" fmla="*/ 2178 h 4213"/>
                  <a:gd name="connsiteX66-47211" fmla="*/ 1990 w 2254"/>
                  <a:gd name="connsiteY66-47212" fmla="*/ 2104 h 4213"/>
                  <a:gd name="connsiteX67-47213" fmla="*/ 2024 w 2254"/>
                  <a:gd name="connsiteY67-47214" fmla="*/ 2210 h 4213"/>
                  <a:gd name="connsiteX68-47215" fmla="*/ 1912 w 2254"/>
                  <a:gd name="connsiteY68-47216" fmla="*/ 2249 h 4213"/>
                  <a:gd name="connsiteX69-47217" fmla="*/ 1959 w 2254"/>
                  <a:gd name="connsiteY69-47218" fmla="*/ 2362 h 4213"/>
                  <a:gd name="connsiteX70-47219" fmla="*/ 1824 w 2254"/>
                  <a:gd name="connsiteY70-47220" fmla="*/ 2509 h 4213"/>
                  <a:gd name="connsiteX71-47221" fmla="*/ 1783 w 2254"/>
                  <a:gd name="connsiteY71-47222" fmla="*/ 2498 h 4213"/>
                  <a:gd name="connsiteX72-47223" fmla="*/ 1659 w 2254"/>
                  <a:gd name="connsiteY72-47224" fmla="*/ 2413 h 4213"/>
                  <a:gd name="connsiteX73-47225" fmla="*/ 1604 w 2254"/>
                  <a:gd name="connsiteY73-47226" fmla="*/ 2412 h 4213"/>
                  <a:gd name="connsiteX74-47227" fmla="*/ 1569 w 2254"/>
                  <a:gd name="connsiteY74-47228" fmla="*/ 2480 h 4213"/>
                  <a:gd name="connsiteX75-47229" fmla="*/ 1572 w 2254"/>
                  <a:gd name="connsiteY75-47230" fmla="*/ 2562 h 4213"/>
                  <a:gd name="connsiteX76-47231" fmla="*/ 1750 w 2254"/>
                  <a:gd name="connsiteY76-47232" fmla="*/ 2730 h 4213"/>
                  <a:gd name="connsiteX77-47233" fmla="*/ 1749 w 2254"/>
                  <a:gd name="connsiteY77-47234" fmla="*/ 2844 h 4213"/>
                  <a:gd name="connsiteX78-47235" fmla="*/ 1840 w 2254"/>
                  <a:gd name="connsiteY78-47236" fmla="*/ 3060 h 4213"/>
                  <a:gd name="connsiteX79-47237" fmla="*/ 1866 w 2254"/>
                  <a:gd name="connsiteY79-47238" fmla="*/ 3090 h 4213"/>
                  <a:gd name="connsiteX80-47239" fmla="*/ 1910 w 2254"/>
                  <a:gd name="connsiteY80-47240" fmla="*/ 3094 h 4213"/>
                  <a:gd name="connsiteX81-47241" fmla="*/ 1956 w 2254"/>
                  <a:gd name="connsiteY81-47242" fmla="*/ 3010 h 4213"/>
                  <a:gd name="connsiteX82-47243" fmla="*/ 2036 w 2254"/>
                  <a:gd name="connsiteY82-47244" fmla="*/ 2950 h 4213"/>
                  <a:gd name="connsiteX83-47245" fmla="*/ 2131 w 2254"/>
                  <a:gd name="connsiteY83-47246" fmla="*/ 3126 h 4213"/>
                  <a:gd name="connsiteX84-47247" fmla="*/ 2241 w 2254"/>
                  <a:gd name="connsiteY84-47248" fmla="*/ 3312 h 4213"/>
                  <a:gd name="connsiteX85-47249" fmla="*/ 2254 w 2254"/>
                  <a:gd name="connsiteY85-47250" fmla="*/ 3342 h 4213"/>
                  <a:gd name="connsiteX86-47251" fmla="*/ 2243 w 2254"/>
                  <a:gd name="connsiteY86-47252" fmla="*/ 3518 h 4213"/>
                  <a:gd name="connsiteX87-47253" fmla="*/ 2208 w 2254"/>
                  <a:gd name="connsiteY87-47254" fmla="*/ 3554 h 4213"/>
                  <a:gd name="connsiteX88-47255" fmla="*/ 2119 w 2254"/>
                  <a:gd name="connsiteY88-47256" fmla="*/ 3515 h 4213"/>
                  <a:gd name="connsiteX89-47257" fmla="*/ 1885 w 2254"/>
                  <a:gd name="connsiteY89-47258" fmla="*/ 3644 h 4213"/>
                  <a:gd name="connsiteX90-47259" fmla="*/ 1859 w 2254"/>
                  <a:gd name="connsiteY90-47260" fmla="*/ 3666 h 4213"/>
                  <a:gd name="connsiteX91-47261" fmla="*/ 1679 w 2254"/>
                  <a:gd name="connsiteY91-47262" fmla="*/ 3812 h 4213"/>
                  <a:gd name="connsiteX92-47263" fmla="*/ 1538 w 2254"/>
                  <a:gd name="connsiteY92-47264" fmla="*/ 3926 h 4213"/>
                  <a:gd name="connsiteX93-47265" fmla="*/ 1503 w 2254"/>
                  <a:gd name="connsiteY93-47266" fmla="*/ 3965 h 4213"/>
                  <a:gd name="connsiteX94-47267" fmla="*/ 1451 w 2254"/>
                  <a:gd name="connsiteY94-47268" fmla="*/ 3973 h 4213"/>
                  <a:gd name="connsiteX95-47269" fmla="*/ 1394 w 2254"/>
                  <a:gd name="connsiteY95-47270" fmla="*/ 3916 h 4213"/>
                  <a:gd name="connsiteX96-47271" fmla="*/ 1270 w 2254"/>
                  <a:gd name="connsiteY96-47272" fmla="*/ 3808 h 4213"/>
                  <a:gd name="connsiteX97-47273" fmla="*/ 1294 w 2254"/>
                  <a:gd name="connsiteY97-47274" fmla="*/ 4064 h 4213"/>
                  <a:gd name="connsiteX98-47275" fmla="*/ 1303 w 2254"/>
                  <a:gd name="connsiteY98-47276" fmla="*/ 4192 h 4213"/>
                  <a:gd name="connsiteX99-47277" fmla="*/ 1041 w 2254"/>
                  <a:gd name="connsiteY99-47278" fmla="*/ 4166 h 4213"/>
                  <a:gd name="connsiteX100-47279" fmla="*/ 959 w 2254"/>
                  <a:gd name="connsiteY100-47280" fmla="*/ 3987 h 4213"/>
                  <a:gd name="connsiteX101-47281" fmla="*/ 877 w 2254"/>
                  <a:gd name="connsiteY101-47282" fmla="*/ 3802 h 4213"/>
                  <a:gd name="connsiteX102-47283" fmla="*/ 798 w 2254"/>
                  <a:gd name="connsiteY102-47284" fmla="*/ 3734 h 4213"/>
                  <a:gd name="connsiteX0-47285" fmla="*/ 798 w 2254"/>
                  <a:gd name="connsiteY0-47286" fmla="*/ 3734 h 4213"/>
                  <a:gd name="connsiteX1-47287" fmla="*/ 679 w 2254"/>
                  <a:gd name="connsiteY1-47288" fmla="*/ 3800 h 4213"/>
                  <a:gd name="connsiteX2-47289" fmla="*/ 695 w 2254"/>
                  <a:gd name="connsiteY2-47290" fmla="*/ 3662 h 4213"/>
                  <a:gd name="connsiteX3-47291" fmla="*/ 633 w 2254"/>
                  <a:gd name="connsiteY3-47292" fmla="*/ 3500 h 4213"/>
                  <a:gd name="connsiteX4-47293" fmla="*/ 742 w 2254"/>
                  <a:gd name="connsiteY4-47294" fmla="*/ 3280 h 4213"/>
                  <a:gd name="connsiteX5-47295" fmla="*/ 932 w 2254"/>
                  <a:gd name="connsiteY5-47296" fmla="*/ 3195 h 4213"/>
                  <a:gd name="connsiteX6-47297" fmla="*/ 1107 w 2254"/>
                  <a:gd name="connsiteY6-47298" fmla="*/ 3058 h 4213"/>
                  <a:gd name="connsiteX7-47299" fmla="*/ 1112 w 2254"/>
                  <a:gd name="connsiteY7-47300" fmla="*/ 2878 h 4213"/>
                  <a:gd name="connsiteX8-47301" fmla="*/ 1215 w 2254"/>
                  <a:gd name="connsiteY8-47302" fmla="*/ 2615 h 4213"/>
                  <a:gd name="connsiteX9-47303" fmla="*/ 1068 w 2254"/>
                  <a:gd name="connsiteY9-47304" fmla="*/ 2333 h 4213"/>
                  <a:gd name="connsiteX10-47305" fmla="*/ 1066 w 2254"/>
                  <a:gd name="connsiteY10-47306" fmla="*/ 2117 h 4213"/>
                  <a:gd name="connsiteX11-47307" fmla="*/ 990 w 2254"/>
                  <a:gd name="connsiteY11-47308" fmla="*/ 2039 h 4213"/>
                  <a:gd name="connsiteX12-47309" fmla="*/ 847 w 2254"/>
                  <a:gd name="connsiteY12-47310" fmla="*/ 1951 h 4213"/>
                  <a:gd name="connsiteX13-47311" fmla="*/ 755 w 2254"/>
                  <a:gd name="connsiteY13-47312" fmla="*/ 1827 h 4213"/>
                  <a:gd name="connsiteX14-47313" fmla="*/ 659 w 2254"/>
                  <a:gd name="connsiteY14-47314" fmla="*/ 1828 h 4213"/>
                  <a:gd name="connsiteX15-47315" fmla="*/ 614 w 2254"/>
                  <a:gd name="connsiteY15-47316" fmla="*/ 1883 h 4213"/>
                  <a:gd name="connsiteX16-47317" fmla="*/ 521 w 2254"/>
                  <a:gd name="connsiteY16-47318" fmla="*/ 1877 h 4213"/>
                  <a:gd name="connsiteX17-47319" fmla="*/ 501 w 2254"/>
                  <a:gd name="connsiteY17-47320" fmla="*/ 1994 h 4213"/>
                  <a:gd name="connsiteX18-47321" fmla="*/ 320 w 2254"/>
                  <a:gd name="connsiteY18-47322" fmla="*/ 1941 h 4213"/>
                  <a:gd name="connsiteX19-47323" fmla="*/ 237 w 2254"/>
                  <a:gd name="connsiteY19-47324" fmla="*/ 1939 h 4213"/>
                  <a:gd name="connsiteX20-47325" fmla="*/ 112 w 2254"/>
                  <a:gd name="connsiteY20-47326" fmla="*/ 2014 h 4213"/>
                  <a:gd name="connsiteX21-47327" fmla="*/ 0 w 2254"/>
                  <a:gd name="connsiteY21-47328" fmla="*/ 1890 h 4213"/>
                  <a:gd name="connsiteX22-47329" fmla="*/ 94 w 2254"/>
                  <a:gd name="connsiteY22-47330" fmla="*/ 1804 h 4213"/>
                  <a:gd name="connsiteX23-47331" fmla="*/ 98 w 2254"/>
                  <a:gd name="connsiteY23-47332" fmla="*/ 1634 h 4213"/>
                  <a:gd name="connsiteX24-47333" fmla="*/ 153 w 2254"/>
                  <a:gd name="connsiteY24-47334" fmla="*/ 1514 h 4213"/>
                  <a:gd name="connsiteX25-47335" fmla="*/ 196 w 2254"/>
                  <a:gd name="connsiteY25-47336" fmla="*/ 1306 h 4213"/>
                  <a:gd name="connsiteX26-47337" fmla="*/ 256 w 2254"/>
                  <a:gd name="connsiteY26-47338" fmla="*/ 1307 h 4213"/>
                  <a:gd name="connsiteX27-47339" fmla="*/ 579 w 2254"/>
                  <a:gd name="connsiteY27-47340" fmla="*/ 1286 h 4213"/>
                  <a:gd name="connsiteX28-47341" fmla="*/ 753 w 2254"/>
                  <a:gd name="connsiteY28-47342" fmla="*/ 1117 h 4213"/>
                  <a:gd name="connsiteX29-47343" fmla="*/ 822 w 2254"/>
                  <a:gd name="connsiteY29-47344" fmla="*/ 748 h 4213"/>
                  <a:gd name="connsiteX30-47345" fmla="*/ 932 w 2254"/>
                  <a:gd name="connsiteY30-47346" fmla="*/ 486 h 4213"/>
                  <a:gd name="connsiteX31-47347" fmla="*/ 930 w 2254"/>
                  <a:gd name="connsiteY31-47348" fmla="*/ 358 h 4213"/>
                  <a:gd name="connsiteX32-47349" fmla="*/ 917 w 2254"/>
                  <a:gd name="connsiteY32-47350" fmla="*/ 328 h 4213"/>
                  <a:gd name="connsiteX33-47351" fmla="*/ 850 w 2254"/>
                  <a:gd name="connsiteY33-47352" fmla="*/ 251 h 4213"/>
                  <a:gd name="connsiteX34-47353" fmla="*/ 790 w 2254"/>
                  <a:gd name="connsiteY34-47354" fmla="*/ 217 h 4213"/>
                  <a:gd name="connsiteX35-47355" fmla="*/ 915 w 2254"/>
                  <a:gd name="connsiteY35-47356" fmla="*/ 56 h 4213"/>
                  <a:gd name="connsiteX36-47357" fmla="*/ 1088 w 2254"/>
                  <a:gd name="connsiteY36-47358" fmla="*/ 2 h 4213"/>
                  <a:gd name="connsiteX37-47359" fmla="*/ 1120 w 2254"/>
                  <a:gd name="connsiteY37-47360" fmla="*/ 49 h 4213"/>
                  <a:gd name="connsiteX38-47361" fmla="*/ 1110 w 2254"/>
                  <a:gd name="connsiteY38-47362" fmla="*/ 133 h 4213"/>
                  <a:gd name="connsiteX39-47363" fmla="*/ 1049 w 2254"/>
                  <a:gd name="connsiteY39-47364" fmla="*/ 243 h 4213"/>
                  <a:gd name="connsiteX40-47365" fmla="*/ 1119 w 2254"/>
                  <a:gd name="connsiteY40-47366" fmla="*/ 301 h 4213"/>
                  <a:gd name="connsiteX41-47367" fmla="*/ 1233 w 2254"/>
                  <a:gd name="connsiteY41-47368" fmla="*/ 366 h 4213"/>
                  <a:gd name="connsiteX42-47369" fmla="*/ 1253 w 2254"/>
                  <a:gd name="connsiteY42-47370" fmla="*/ 255 h 4213"/>
                  <a:gd name="connsiteX43-47371" fmla="*/ 1387 w 2254"/>
                  <a:gd name="connsiteY43-47372" fmla="*/ 291 h 4213"/>
                  <a:gd name="connsiteX44-47373" fmla="*/ 1412 w 2254"/>
                  <a:gd name="connsiteY44-47374" fmla="*/ 331 h 4213"/>
                  <a:gd name="connsiteX45-47375" fmla="*/ 1488 w 2254"/>
                  <a:gd name="connsiteY45-47376" fmla="*/ 562 h 4213"/>
                  <a:gd name="connsiteX46-47377" fmla="*/ 1523 w 2254"/>
                  <a:gd name="connsiteY46-47378" fmla="*/ 586 h 4213"/>
                  <a:gd name="connsiteX47-47379" fmla="*/ 1615 w 2254"/>
                  <a:gd name="connsiteY47-47380" fmla="*/ 578 h 4213"/>
                  <a:gd name="connsiteX48-47381" fmla="*/ 1875 w 2254"/>
                  <a:gd name="connsiteY48-47382" fmla="*/ 490 h 4213"/>
                  <a:gd name="connsiteX49-47383" fmla="*/ 2095 w 2254"/>
                  <a:gd name="connsiteY49-47384" fmla="*/ 479 h 4213"/>
                  <a:gd name="connsiteX50-47385" fmla="*/ 2155 w 2254"/>
                  <a:gd name="connsiteY50-47386" fmla="*/ 648 h 4213"/>
                  <a:gd name="connsiteX51-47387" fmla="*/ 2073 w 2254"/>
                  <a:gd name="connsiteY51-47388" fmla="*/ 944 h 4213"/>
                  <a:gd name="connsiteX52-47389" fmla="*/ 2073 w 2254"/>
                  <a:gd name="connsiteY52-47390" fmla="*/ 1022 h 4213"/>
                  <a:gd name="connsiteX53-47391" fmla="*/ 2142 w 2254"/>
                  <a:gd name="connsiteY53-47392" fmla="*/ 1168 h 4213"/>
                  <a:gd name="connsiteX54-47393" fmla="*/ 2157 w 2254"/>
                  <a:gd name="connsiteY54-47394" fmla="*/ 1427 h 4213"/>
                  <a:gd name="connsiteX55-47395" fmla="*/ 2159 w 2254"/>
                  <a:gd name="connsiteY55-47396" fmla="*/ 1617 h 4213"/>
                  <a:gd name="connsiteX56-47397" fmla="*/ 2092 w 2254"/>
                  <a:gd name="connsiteY56-47398" fmla="*/ 1625 h 4213"/>
                  <a:gd name="connsiteX57-47399" fmla="*/ 2070 w 2254"/>
                  <a:gd name="connsiteY57-47400" fmla="*/ 1507 h 4213"/>
                  <a:gd name="connsiteX58-47401" fmla="*/ 2035 w 2254"/>
                  <a:gd name="connsiteY58-47402" fmla="*/ 1450 h 4213"/>
                  <a:gd name="connsiteX59-47403" fmla="*/ 1945 w 2254"/>
                  <a:gd name="connsiteY59-47404" fmla="*/ 1582 h 4213"/>
                  <a:gd name="connsiteX60-47405" fmla="*/ 1832 w 2254"/>
                  <a:gd name="connsiteY60-47406" fmla="*/ 1776 h 4213"/>
                  <a:gd name="connsiteX61-47407" fmla="*/ 1713 w 2254"/>
                  <a:gd name="connsiteY61-47408" fmla="*/ 1904 h 4213"/>
                  <a:gd name="connsiteX62-47409" fmla="*/ 1706 w 2254"/>
                  <a:gd name="connsiteY62-47410" fmla="*/ 2018 h 4213"/>
                  <a:gd name="connsiteX63-47411" fmla="*/ 1766 w 2254"/>
                  <a:gd name="connsiteY63-47412" fmla="*/ 2115 h 4213"/>
                  <a:gd name="connsiteX64-47413" fmla="*/ 1868 w 2254"/>
                  <a:gd name="connsiteY64-47414" fmla="*/ 2183 h 4213"/>
                  <a:gd name="connsiteX65-47415" fmla="*/ 1945 w 2254"/>
                  <a:gd name="connsiteY65-47416" fmla="*/ 2178 h 4213"/>
                  <a:gd name="connsiteX66-47417" fmla="*/ 1990 w 2254"/>
                  <a:gd name="connsiteY66-47418" fmla="*/ 2104 h 4213"/>
                  <a:gd name="connsiteX67-47419" fmla="*/ 2024 w 2254"/>
                  <a:gd name="connsiteY67-47420" fmla="*/ 2210 h 4213"/>
                  <a:gd name="connsiteX68-47421" fmla="*/ 1912 w 2254"/>
                  <a:gd name="connsiteY68-47422" fmla="*/ 2249 h 4213"/>
                  <a:gd name="connsiteX69-47423" fmla="*/ 1959 w 2254"/>
                  <a:gd name="connsiteY69-47424" fmla="*/ 2362 h 4213"/>
                  <a:gd name="connsiteX70-47425" fmla="*/ 1824 w 2254"/>
                  <a:gd name="connsiteY70-47426" fmla="*/ 2509 h 4213"/>
                  <a:gd name="connsiteX71-47427" fmla="*/ 1783 w 2254"/>
                  <a:gd name="connsiteY71-47428" fmla="*/ 2498 h 4213"/>
                  <a:gd name="connsiteX72-47429" fmla="*/ 1659 w 2254"/>
                  <a:gd name="connsiteY72-47430" fmla="*/ 2413 h 4213"/>
                  <a:gd name="connsiteX73-47431" fmla="*/ 1604 w 2254"/>
                  <a:gd name="connsiteY73-47432" fmla="*/ 2412 h 4213"/>
                  <a:gd name="connsiteX74-47433" fmla="*/ 1569 w 2254"/>
                  <a:gd name="connsiteY74-47434" fmla="*/ 2480 h 4213"/>
                  <a:gd name="connsiteX75-47435" fmla="*/ 1572 w 2254"/>
                  <a:gd name="connsiteY75-47436" fmla="*/ 2562 h 4213"/>
                  <a:gd name="connsiteX76-47437" fmla="*/ 1750 w 2254"/>
                  <a:gd name="connsiteY76-47438" fmla="*/ 2730 h 4213"/>
                  <a:gd name="connsiteX77-47439" fmla="*/ 1749 w 2254"/>
                  <a:gd name="connsiteY77-47440" fmla="*/ 2844 h 4213"/>
                  <a:gd name="connsiteX78-47441" fmla="*/ 1840 w 2254"/>
                  <a:gd name="connsiteY78-47442" fmla="*/ 3060 h 4213"/>
                  <a:gd name="connsiteX79-47443" fmla="*/ 1866 w 2254"/>
                  <a:gd name="connsiteY79-47444" fmla="*/ 3090 h 4213"/>
                  <a:gd name="connsiteX80-47445" fmla="*/ 1910 w 2254"/>
                  <a:gd name="connsiteY80-47446" fmla="*/ 3094 h 4213"/>
                  <a:gd name="connsiteX81-47447" fmla="*/ 1956 w 2254"/>
                  <a:gd name="connsiteY81-47448" fmla="*/ 3010 h 4213"/>
                  <a:gd name="connsiteX82-47449" fmla="*/ 2036 w 2254"/>
                  <a:gd name="connsiteY82-47450" fmla="*/ 2950 h 4213"/>
                  <a:gd name="connsiteX83-47451" fmla="*/ 2131 w 2254"/>
                  <a:gd name="connsiteY83-47452" fmla="*/ 3126 h 4213"/>
                  <a:gd name="connsiteX84-47453" fmla="*/ 2241 w 2254"/>
                  <a:gd name="connsiteY84-47454" fmla="*/ 3312 h 4213"/>
                  <a:gd name="connsiteX85-47455" fmla="*/ 2254 w 2254"/>
                  <a:gd name="connsiteY85-47456" fmla="*/ 3342 h 4213"/>
                  <a:gd name="connsiteX86-47457" fmla="*/ 2243 w 2254"/>
                  <a:gd name="connsiteY86-47458" fmla="*/ 3518 h 4213"/>
                  <a:gd name="connsiteX87-47459" fmla="*/ 2208 w 2254"/>
                  <a:gd name="connsiteY87-47460" fmla="*/ 3554 h 4213"/>
                  <a:gd name="connsiteX88-47461" fmla="*/ 2119 w 2254"/>
                  <a:gd name="connsiteY88-47462" fmla="*/ 3515 h 4213"/>
                  <a:gd name="connsiteX89-47463" fmla="*/ 1885 w 2254"/>
                  <a:gd name="connsiteY89-47464" fmla="*/ 3644 h 4213"/>
                  <a:gd name="connsiteX90-47465" fmla="*/ 1859 w 2254"/>
                  <a:gd name="connsiteY90-47466" fmla="*/ 3666 h 4213"/>
                  <a:gd name="connsiteX91-47467" fmla="*/ 1679 w 2254"/>
                  <a:gd name="connsiteY91-47468" fmla="*/ 3812 h 4213"/>
                  <a:gd name="connsiteX92-47469" fmla="*/ 1538 w 2254"/>
                  <a:gd name="connsiteY92-47470" fmla="*/ 3926 h 4213"/>
                  <a:gd name="connsiteX93-47471" fmla="*/ 1503 w 2254"/>
                  <a:gd name="connsiteY93-47472" fmla="*/ 3965 h 4213"/>
                  <a:gd name="connsiteX94-47473" fmla="*/ 1451 w 2254"/>
                  <a:gd name="connsiteY94-47474" fmla="*/ 3973 h 4213"/>
                  <a:gd name="connsiteX95-47475" fmla="*/ 1394 w 2254"/>
                  <a:gd name="connsiteY95-47476" fmla="*/ 3916 h 4213"/>
                  <a:gd name="connsiteX96-47477" fmla="*/ 1270 w 2254"/>
                  <a:gd name="connsiteY96-47478" fmla="*/ 3808 h 4213"/>
                  <a:gd name="connsiteX97-47479" fmla="*/ 1294 w 2254"/>
                  <a:gd name="connsiteY97-47480" fmla="*/ 4064 h 4213"/>
                  <a:gd name="connsiteX98-47481" fmla="*/ 1303 w 2254"/>
                  <a:gd name="connsiteY98-47482" fmla="*/ 4192 h 4213"/>
                  <a:gd name="connsiteX99-47483" fmla="*/ 1041 w 2254"/>
                  <a:gd name="connsiteY99-47484" fmla="*/ 4166 h 4213"/>
                  <a:gd name="connsiteX100-47485" fmla="*/ 959 w 2254"/>
                  <a:gd name="connsiteY100-47486" fmla="*/ 3987 h 4213"/>
                  <a:gd name="connsiteX101-47487" fmla="*/ 877 w 2254"/>
                  <a:gd name="connsiteY101-47488" fmla="*/ 3802 h 4213"/>
                  <a:gd name="connsiteX102-47489" fmla="*/ 798 w 2254"/>
                  <a:gd name="connsiteY102-47490" fmla="*/ 3734 h 4213"/>
                  <a:gd name="connsiteX0-47491" fmla="*/ 798 w 2254"/>
                  <a:gd name="connsiteY0-47492" fmla="*/ 3734 h 4213"/>
                  <a:gd name="connsiteX1-47493" fmla="*/ 679 w 2254"/>
                  <a:gd name="connsiteY1-47494" fmla="*/ 3800 h 4213"/>
                  <a:gd name="connsiteX2-47495" fmla="*/ 695 w 2254"/>
                  <a:gd name="connsiteY2-47496" fmla="*/ 3662 h 4213"/>
                  <a:gd name="connsiteX3-47497" fmla="*/ 633 w 2254"/>
                  <a:gd name="connsiteY3-47498" fmla="*/ 3500 h 4213"/>
                  <a:gd name="connsiteX4-47499" fmla="*/ 742 w 2254"/>
                  <a:gd name="connsiteY4-47500" fmla="*/ 3280 h 4213"/>
                  <a:gd name="connsiteX5-47501" fmla="*/ 932 w 2254"/>
                  <a:gd name="connsiteY5-47502" fmla="*/ 3195 h 4213"/>
                  <a:gd name="connsiteX6-47503" fmla="*/ 1107 w 2254"/>
                  <a:gd name="connsiteY6-47504" fmla="*/ 3058 h 4213"/>
                  <a:gd name="connsiteX7-47505" fmla="*/ 1112 w 2254"/>
                  <a:gd name="connsiteY7-47506" fmla="*/ 2878 h 4213"/>
                  <a:gd name="connsiteX8-47507" fmla="*/ 1215 w 2254"/>
                  <a:gd name="connsiteY8-47508" fmla="*/ 2615 h 4213"/>
                  <a:gd name="connsiteX9-47509" fmla="*/ 1117 w 2254"/>
                  <a:gd name="connsiteY9-47510" fmla="*/ 2441 h 4213"/>
                  <a:gd name="connsiteX10-47511" fmla="*/ 1068 w 2254"/>
                  <a:gd name="connsiteY10-47512" fmla="*/ 2333 h 4213"/>
                  <a:gd name="connsiteX11-47513" fmla="*/ 1066 w 2254"/>
                  <a:gd name="connsiteY11-47514" fmla="*/ 2117 h 4213"/>
                  <a:gd name="connsiteX12-47515" fmla="*/ 990 w 2254"/>
                  <a:gd name="connsiteY12-47516" fmla="*/ 2039 h 4213"/>
                  <a:gd name="connsiteX13-47517" fmla="*/ 847 w 2254"/>
                  <a:gd name="connsiteY13-47518" fmla="*/ 1951 h 4213"/>
                  <a:gd name="connsiteX14-47519" fmla="*/ 755 w 2254"/>
                  <a:gd name="connsiteY14-47520" fmla="*/ 1827 h 4213"/>
                  <a:gd name="connsiteX15-47521" fmla="*/ 659 w 2254"/>
                  <a:gd name="connsiteY15-47522" fmla="*/ 1828 h 4213"/>
                  <a:gd name="connsiteX16-47523" fmla="*/ 614 w 2254"/>
                  <a:gd name="connsiteY16-47524" fmla="*/ 1883 h 4213"/>
                  <a:gd name="connsiteX17-47525" fmla="*/ 521 w 2254"/>
                  <a:gd name="connsiteY17-47526" fmla="*/ 1877 h 4213"/>
                  <a:gd name="connsiteX18-47527" fmla="*/ 501 w 2254"/>
                  <a:gd name="connsiteY18-47528" fmla="*/ 1994 h 4213"/>
                  <a:gd name="connsiteX19-47529" fmla="*/ 320 w 2254"/>
                  <a:gd name="connsiteY19-47530" fmla="*/ 1941 h 4213"/>
                  <a:gd name="connsiteX20-47531" fmla="*/ 237 w 2254"/>
                  <a:gd name="connsiteY20-47532" fmla="*/ 1939 h 4213"/>
                  <a:gd name="connsiteX21-47533" fmla="*/ 112 w 2254"/>
                  <a:gd name="connsiteY21-47534" fmla="*/ 2014 h 4213"/>
                  <a:gd name="connsiteX22-47535" fmla="*/ 0 w 2254"/>
                  <a:gd name="connsiteY22-47536" fmla="*/ 1890 h 4213"/>
                  <a:gd name="connsiteX23-47537" fmla="*/ 94 w 2254"/>
                  <a:gd name="connsiteY23-47538" fmla="*/ 1804 h 4213"/>
                  <a:gd name="connsiteX24-47539" fmla="*/ 98 w 2254"/>
                  <a:gd name="connsiteY24-47540" fmla="*/ 1634 h 4213"/>
                  <a:gd name="connsiteX25-47541" fmla="*/ 153 w 2254"/>
                  <a:gd name="connsiteY25-47542" fmla="*/ 1514 h 4213"/>
                  <a:gd name="connsiteX26-47543" fmla="*/ 196 w 2254"/>
                  <a:gd name="connsiteY26-47544" fmla="*/ 1306 h 4213"/>
                  <a:gd name="connsiteX27-47545" fmla="*/ 256 w 2254"/>
                  <a:gd name="connsiteY27-47546" fmla="*/ 1307 h 4213"/>
                  <a:gd name="connsiteX28-47547" fmla="*/ 579 w 2254"/>
                  <a:gd name="connsiteY28-47548" fmla="*/ 1286 h 4213"/>
                  <a:gd name="connsiteX29-47549" fmla="*/ 753 w 2254"/>
                  <a:gd name="connsiteY29-47550" fmla="*/ 1117 h 4213"/>
                  <a:gd name="connsiteX30-47551" fmla="*/ 822 w 2254"/>
                  <a:gd name="connsiteY30-47552" fmla="*/ 748 h 4213"/>
                  <a:gd name="connsiteX31-47553" fmla="*/ 932 w 2254"/>
                  <a:gd name="connsiteY31-47554" fmla="*/ 486 h 4213"/>
                  <a:gd name="connsiteX32-47555" fmla="*/ 930 w 2254"/>
                  <a:gd name="connsiteY32-47556" fmla="*/ 358 h 4213"/>
                  <a:gd name="connsiteX33-47557" fmla="*/ 917 w 2254"/>
                  <a:gd name="connsiteY33-47558" fmla="*/ 328 h 4213"/>
                  <a:gd name="connsiteX34-47559" fmla="*/ 850 w 2254"/>
                  <a:gd name="connsiteY34-47560" fmla="*/ 251 h 4213"/>
                  <a:gd name="connsiteX35-47561" fmla="*/ 790 w 2254"/>
                  <a:gd name="connsiteY35-47562" fmla="*/ 217 h 4213"/>
                  <a:gd name="connsiteX36-47563" fmla="*/ 915 w 2254"/>
                  <a:gd name="connsiteY36-47564" fmla="*/ 56 h 4213"/>
                  <a:gd name="connsiteX37-47565" fmla="*/ 1088 w 2254"/>
                  <a:gd name="connsiteY37-47566" fmla="*/ 2 h 4213"/>
                  <a:gd name="connsiteX38-47567" fmla="*/ 1120 w 2254"/>
                  <a:gd name="connsiteY38-47568" fmla="*/ 49 h 4213"/>
                  <a:gd name="connsiteX39-47569" fmla="*/ 1110 w 2254"/>
                  <a:gd name="connsiteY39-47570" fmla="*/ 133 h 4213"/>
                  <a:gd name="connsiteX40-47571" fmla="*/ 1049 w 2254"/>
                  <a:gd name="connsiteY40-47572" fmla="*/ 243 h 4213"/>
                  <a:gd name="connsiteX41-47573" fmla="*/ 1119 w 2254"/>
                  <a:gd name="connsiteY41-47574" fmla="*/ 301 h 4213"/>
                  <a:gd name="connsiteX42-47575" fmla="*/ 1233 w 2254"/>
                  <a:gd name="connsiteY42-47576" fmla="*/ 366 h 4213"/>
                  <a:gd name="connsiteX43-47577" fmla="*/ 1253 w 2254"/>
                  <a:gd name="connsiteY43-47578" fmla="*/ 255 h 4213"/>
                  <a:gd name="connsiteX44-47579" fmla="*/ 1387 w 2254"/>
                  <a:gd name="connsiteY44-47580" fmla="*/ 291 h 4213"/>
                  <a:gd name="connsiteX45-47581" fmla="*/ 1412 w 2254"/>
                  <a:gd name="connsiteY45-47582" fmla="*/ 331 h 4213"/>
                  <a:gd name="connsiteX46-47583" fmla="*/ 1488 w 2254"/>
                  <a:gd name="connsiteY46-47584" fmla="*/ 562 h 4213"/>
                  <a:gd name="connsiteX47-47585" fmla="*/ 1523 w 2254"/>
                  <a:gd name="connsiteY47-47586" fmla="*/ 586 h 4213"/>
                  <a:gd name="connsiteX48-47587" fmla="*/ 1615 w 2254"/>
                  <a:gd name="connsiteY48-47588" fmla="*/ 578 h 4213"/>
                  <a:gd name="connsiteX49-47589" fmla="*/ 1875 w 2254"/>
                  <a:gd name="connsiteY49-47590" fmla="*/ 490 h 4213"/>
                  <a:gd name="connsiteX50-47591" fmla="*/ 2095 w 2254"/>
                  <a:gd name="connsiteY50-47592" fmla="*/ 479 h 4213"/>
                  <a:gd name="connsiteX51-47593" fmla="*/ 2155 w 2254"/>
                  <a:gd name="connsiteY51-47594" fmla="*/ 648 h 4213"/>
                  <a:gd name="connsiteX52-47595" fmla="*/ 2073 w 2254"/>
                  <a:gd name="connsiteY52-47596" fmla="*/ 944 h 4213"/>
                  <a:gd name="connsiteX53-47597" fmla="*/ 2073 w 2254"/>
                  <a:gd name="connsiteY53-47598" fmla="*/ 1022 h 4213"/>
                  <a:gd name="connsiteX54-47599" fmla="*/ 2142 w 2254"/>
                  <a:gd name="connsiteY54-47600" fmla="*/ 1168 h 4213"/>
                  <a:gd name="connsiteX55-47601" fmla="*/ 2157 w 2254"/>
                  <a:gd name="connsiteY55-47602" fmla="*/ 1427 h 4213"/>
                  <a:gd name="connsiteX56-47603" fmla="*/ 2159 w 2254"/>
                  <a:gd name="connsiteY56-47604" fmla="*/ 1617 h 4213"/>
                  <a:gd name="connsiteX57-47605" fmla="*/ 2092 w 2254"/>
                  <a:gd name="connsiteY57-47606" fmla="*/ 1625 h 4213"/>
                  <a:gd name="connsiteX58-47607" fmla="*/ 2070 w 2254"/>
                  <a:gd name="connsiteY58-47608" fmla="*/ 1507 h 4213"/>
                  <a:gd name="connsiteX59-47609" fmla="*/ 2035 w 2254"/>
                  <a:gd name="connsiteY59-47610" fmla="*/ 1450 h 4213"/>
                  <a:gd name="connsiteX60-47611" fmla="*/ 1945 w 2254"/>
                  <a:gd name="connsiteY60-47612" fmla="*/ 1582 h 4213"/>
                  <a:gd name="connsiteX61-47613" fmla="*/ 1832 w 2254"/>
                  <a:gd name="connsiteY61-47614" fmla="*/ 1776 h 4213"/>
                  <a:gd name="connsiteX62-47615" fmla="*/ 1713 w 2254"/>
                  <a:gd name="connsiteY62-47616" fmla="*/ 1904 h 4213"/>
                  <a:gd name="connsiteX63-47617" fmla="*/ 1706 w 2254"/>
                  <a:gd name="connsiteY63-47618" fmla="*/ 2018 h 4213"/>
                  <a:gd name="connsiteX64-47619" fmla="*/ 1766 w 2254"/>
                  <a:gd name="connsiteY64-47620" fmla="*/ 2115 h 4213"/>
                  <a:gd name="connsiteX65-47621" fmla="*/ 1868 w 2254"/>
                  <a:gd name="connsiteY65-47622" fmla="*/ 2183 h 4213"/>
                  <a:gd name="connsiteX66-47623" fmla="*/ 1945 w 2254"/>
                  <a:gd name="connsiteY66-47624" fmla="*/ 2178 h 4213"/>
                  <a:gd name="connsiteX67-47625" fmla="*/ 1990 w 2254"/>
                  <a:gd name="connsiteY67-47626" fmla="*/ 2104 h 4213"/>
                  <a:gd name="connsiteX68-47627" fmla="*/ 2024 w 2254"/>
                  <a:gd name="connsiteY68-47628" fmla="*/ 2210 h 4213"/>
                  <a:gd name="connsiteX69-47629" fmla="*/ 1912 w 2254"/>
                  <a:gd name="connsiteY69-47630" fmla="*/ 2249 h 4213"/>
                  <a:gd name="connsiteX70-47631" fmla="*/ 1959 w 2254"/>
                  <a:gd name="connsiteY70-47632" fmla="*/ 2362 h 4213"/>
                  <a:gd name="connsiteX71-47633" fmla="*/ 1824 w 2254"/>
                  <a:gd name="connsiteY71-47634" fmla="*/ 2509 h 4213"/>
                  <a:gd name="connsiteX72-47635" fmla="*/ 1783 w 2254"/>
                  <a:gd name="connsiteY72-47636" fmla="*/ 2498 h 4213"/>
                  <a:gd name="connsiteX73-47637" fmla="*/ 1659 w 2254"/>
                  <a:gd name="connsiteY73-47638" fmla="*/ 2413 h 4213"/>
                  <a:gd name="connsiteX74-47639" fmla="*/ 1604 w 2254"/>
                  <a:gd name="connsiteY74-47640" fmla="*/ 2412 h 4213"/>
                  <a:gd name="connsiteX75-47641" fmla="*/ 1569 w 2254"/>
                  <a:gd name="connsiteY75-47642" fmla="*/ 2480 h 4213"/>
                  <a:gd name="connsiteX76-47643" fmla="*/ 1572 w 2254"/>
                  <a:gd name="connsiteY76-47644" fmla="*/ 2562 h 4213"/>
                  <a:gd name="connsiteX77-47645" fmla="*/ 1750 w 2254"/>
                  <a:gd name="connsiteY77-47646" fmla="*/ 2730 h 4213"/>
                  <a:gd name="connsiteX78-47647" fmla="*/ 1749 w 2254"/>
                  <a:gd name="connsiteY78-47648" fmla="*/ 2844 h 4213"/>
                  <a:gd name="connsiteX79-47649" fmla="*/ 1840 w 2254"/>
                  <a:gd name="connsiteY79-47650" fmla="*/ 3060 h 4213"/>
                  <a:gd name="connsiteX80-47651" fmla="*/ 1866 w 2254"/>
                  <a:gd name="connsiteY80-47652" fmla="*/ 3090 h 4213"/>
                  <a:gd name="connsiteX81-47653" fmla="*/ 1910 w 2254"/>
                  <a:gd name="connsiteY81-47654" fmla="*/ 3094 h 4213"/>
                  <a:gd name="connsiteX82-47655" fmla="*/ 1956 w 2254"/>
                  <a:gd name="connsiteY82-47656" fmla="*/ 3010 h 4213"/>
                  <a:gd name="connsiteX83-47657" fmla="*/ 2036 w 2254"/>
                  <a:gd name="connsiteY83-47658" fmla="*/ 2950 h 4213"/>
                  <a:gd name="connsiteX84-47659" fmla="*/ 2131 w 2254"/>
                  <a:gd name="connsiteY84-47660" fmla="*/ 3126 h 4213"/>
                  <a:gd name="connsiteX85-47661" fmla="*/ 2241 w 2254"/>
                  <a:gd name="connsiteY85-47662" fmla="*/ 3312 h 4213"/>
                  <a:gd name="connsiteX86-47663" fmla="*/ 2254 w 2254"/>
                  <a:gd name="connsiteY86-47664" fmla="*/ 3342 h 4213"/>
                  <a:gd name="connsiteX87-47665" fmla="*/ 2243 w 2254"/>
                  <a:gd name="connsiteY87-47666" fmla="*/ 3518 h 4213"/>
                  <a:gd name="connsiteX88-47667" fmla="*/ 2208 w 2254"/>
                  <a:gd name="connsiteY88-47668" fmla="*/ 3554 h 4213"/>
                  <a:gd name="connsiteX89-47669" fmla="*/ 2119 w 2254"/>
                  <a:gd name="connsiteY89-47670" fmla="*/ 3515 h 4213"/>
                  <a:gd name="connsiteX90-47671" fmla="*/ 1885 w 2254"/>
                  <a:gd name="connsiteY90-47672" fmla="*/ 3644 h 4213"/>
                  <a:gd name="connsiteX91-47673" fmla="*/ 1859 w 2254"/>
                  <a:gd name="connsiteY91-47674" fmla="*/ 3666 h 4213"/>
                  <a:gd name="connsiteX92-47675" fmla="*/ 1679 w 2254"/>
                  <a:gd name="connsiteY92-47676" fmla="*/ 3812 h 4213"/>
                  <a:gd name="connsiteX93-47677" fmla="*/ 1538 w 2254"/>
                  <a:gd name="connsiteY93-47678" fmla="*/ 3926 h 4213"/>
                  <a:gd name="connsiteX94-47679" fmla="*/ 1503 w 2254"/>
                  <a:gd name="connsiteY94-47680" fmla="*/ 3965 h 4213"/>
                  <a:gd name="connsiteX95-47681" fmla="*/ 1451 w 2254"/>
                  <a:gd name="connsiteY95-47682" fmla="*/ 3973 h 4213"/>
                  <a:gd name="connsiteX96-47683" fmla="*/ 1394 w 2254"/>
                  <a:gd name="connsiteY96-47684" fmla="*/ 3916 h 4213"/>
                  <a:gd name="connsiteX97-47685" fmla="*/ 1270 w 2254"/>
                  <a:gd name="connsiteY97-47686" fmla="*/ 3808 h 4213"/>
                  <a:gd name="connsiteX98-47687" fmla="*/ 1294 w 2254"/>
                  <a:gd name="connsiteY98-47688" fmla="*/ 4064 h 4213"/>
                  <a:gd name="connsiteX99-47689" fmla="*/ 1303 w 2254"/>
                  <a:gd name="connsiteY99-47690" fmla="*/ 4192 h 4213"/>
                  <a:gd name="connsiteX100-47691" fmla="*/ 1041 w 2254"/>
                  <a:gd name="connsiteY100-47692" fmla="*/ 4166 h 4213"/>
                  <a:gd name="connsiteX101-47693" fmla="*/ 959 w 2254"/>
                  <a:gd name="connsiteY101-47694" fmla="*/ 3987 h 4213"/>
                  <a:gd name="connsiteX102-47695" fmla="*/ 877 w 2254"/>
                  <a:gd name="connsiteY102-47696" fmla="*/ 3802 h 4213"/>
                  <a:gd name="connsiteX103-47697" fmla="*/ 798 w 2254"/>
                  <a:gd name="connsiteY103-47698" fmla="*/ 3734 h 4213"/>
                  <a:gd name="connsiteX0-47699" fmla="*/ 798 w 2254"/>
                  <a:gd name="connsiteY0-47700" fmla="*/ 3734 h 4213"/>
                  <a:gd name="connsiteX1-47701" fmla="*/ 679 w 2254"/>
                  <a:gd name="connsiteY1-47702" fmla="*/ 3800 h 4213"/>
                  <a:gd name="connsiteX2-47703" fmla="*/ 695 w 2254"/>
                  <a:gd name="connsiteY2-47704" fmla="*/ 3662 h 4213"/>
                  <a:gd name="connsiteX3-47705" fmla="*/ 633 w 2254"/>
                  <a:gd name="connsiteY3-47706" fmla="*/ 3500 h 4213"/>
                  <a:gd name="connsiteX4-47707" fmla="*/ 742 w 2254"/>
                  <a:gd name="connsiteY4-47708" fmla="*/ 3280 h 4213"/>
                  <a:gd name="connsiteX5-47709" fmla="*/ 932 w 2254"/>
                  <a:gd name="connsiteY5-47710" fmla="*/ 3195 h 4213"/>
                  <a:gd name="connsiteX6-47711" fmla="*/ 1107 w 2254"/>
                  <a:gd name="connsiteY6-47712" fmla="*/ 3058 h 4213"/>
                  <a:gd name="connsiteX7-47713" fmla="*/ 1112 w 2254"/>
                  <a:gd name="connsiteY7-47714" fmla="*/ 2878 h 4213"/>
                  <a:gd name="connsiteX8-47715" fmla="*/ 1215 w 2254"/>
                  <a:gd name="connsiteY8-47716" fmla="*/ 2615 h 4213"/>
                  <a:gd name="connsiteX9-47717" fmla="*/ 1117 w 2254"/>
                  <a:gd name="connsiteY9-47718" fmla="*/ 2441 h 4213"/>
                  <a:gd name="connsiteX10-47719" fmla="*/ 1184 w 2254"/>
                  <a:gd name="connsiteY10-47720" fmla="*/ 2346 h 4213"/>
                  <a:gd name="connsiteX11-47721" fmla="*/ 1068 w 2254"/>
                  <a:gd name="connsiteY11-47722" fmla="*/ 2333 h 4213"/>
                  <a:gd name="connsiteX12-47723" fmla="*/ 1066 w 2254"/>
                  <a:gd name="connsiteY12-47724" fmla="*/ 2117 h 4213"/>
                  <a:gd name="connsiteX13-47725" fmla="*/ 990 w 2254"/>
                  <a:gd name="connsiteY13-47726" fmla="*/ 2039 h 4213"/>
                  <a:gd name="connsiteX14-47727" fmla="*/ 847 w 2254"/>
                  <a:gd name="connsiteY14-47728" fmla="*/ 1951 h 4213"/>
                  <a:gd name="connsiteX15-47729" fmla="*/ 755 w 2254"/>
                  <a:gd name="connsiteY15-47730" fmla="*/ 1827 h 4213"/>
                  <a:gd name="connsiteX16-47731" fmla="*/ 659 w 2254"/>
                  <a:gd name="connsiteY16-47732" fmla="*/ 1828 h 4213"/>
                  <a:gd name="connsiteX17-47733" fmla="*/ 614 w 2254"/>
                  <a:gd name="connsiteY17-47734" fmla="*/ 1883 h 4213"/>
                  <a:gd name="connsiteX18-47735" fmla="*/ 521 w 2254"/>
                  <a:gd name="connsiteY18-47736" fmla="*/ 1877 h 4213"/>
                  <a:gd name="connsiteX19-47737" fmla="*/ 501 w 2254"/>
                  <a:gd name="connsiteY19-47738" fmla="*/ 1994 h 4213"/>
                  <a:gd name="connsiteX20-47739" fmla="*/ 320 w 2254"/>
                  <a:gd name="connsiteY20-47740" fmla="*/ 1941 h 4213"/>
                  <a:gd name="connsiteX21-47741" fmla="*/ 237 w 2254"/>
                  <a:gd name="connsiteY21-47742" fmla="*/ 1939 h 4213"/>
                  <a:gd name="connsiteX22-47743" fmla="*/ 112 w 2254"/>
                  <a:gd name="connsiteY22-47744" fmla="*/ 2014 h 4213"/>
                  <a:gd name="connsiteX23-47745" fmla="*/ 0 w 2254"/>
                  <a:gd name="connsiteY23-47746" fmla="*/ 1890 h 4213"/>
                  <a:gd name="connsiteX24-47747" fmla="*/ 94 w 2254"/>
                  <a:gd name="connsiteY24-47748" fmla="*/ 1804 h 4213"/>
                  <a:gd name="connsiteX25-47749" fmla="*/ 98 w 2254"/>
                  <a:gd name="connsiteY25-47750" fmla="*/ 1634 h 4213"/>
                  <a:gd name="connsiteX26-47751" fmla="*/ 153 w 2254"/>
                  <a:gd name="connsiteY26-47752" fmla="*/ 1514 h 4213"/>
                  <a:gd name="connsiteX27-47753" fmla="*/ 196 w 2254"/>
                  <a:gd name="connsiteY27-47754" fmla="*/ 1306 h 4213"/>
                  <a:gd name="connsiteX28-47755" fmla="*/ 256 w 2254"/>
                  <a:gd name="connsiteY28-47756" fmla="*/ 1307 h 4213"/>
                  <a:gd name="connsiteX29-47757" fmla="*/ 579 w 2254"/>
                  <a:gd name="connsiteY29-47758" fmla="*/ 1286 h 4213"/>
                  <a:gd name="connsiteX30-47759" fmla="*/ 753 w 2254"/>
                  <a:gd name="connsiteY30-47760" fmla="*/ 1117 h 4213"/>
                  <a:gd name="connsiteX31-47761" fmla="*/ 822 w 2254"/>
                  <a:gd name="connsiteY31-47762" fmla="*/ 748 h 4213"/>
                  <a:gd name="connsiteX32-47763" fmla="*/ 932 w 2254"/>
                  <a:gd name="connsiteY32-47764" fmla="*/ 486 h 4213"/>
                  <a:gd name="connsiteX33-47765" fmla="*/ 930 w 2254"/>
                  <a:gd name="connsiteY33-47766" fmla="*/ 358 h 4213"/>
                  <a:gd name="connsiteX34-47767" fmla="*/ 917 w 2254"/>
                  <a:gd name="connsiteY34-47768" fmla="*/ 328 h 4213"/>
                  <a:gd name="connsiteX35-47769" fmla="*/ 850 w 2254"/>
                  <a:gd name="connsiteY35-47770" fmla="*/ 251 h 4213"/>
                  <a:gd name="connsiteX36-47771" fmla="*/ 790 w 2254"/>
                  <a:gd name="connsiteY36-47772" fmla="*/ 217 h 4213"/>
                  <a:gd name="connsiteX37-47773" fmla="*/ 915 w 2254"/>
                  <a:gd name="connsiteY37-47774" fmla="*/ 56 h 4213"/>
                  <a:gd name="connsiteX38-47775" fmla="*/ 1088 w 2254"/>
                  <a:gd name="connsiteY38-47776" fmla="*/ 2 h 4213"/>
                  <a:gd name="connsiteX39-47777" fmla="*/ 1120 w 2254"/>
                  <a:gd name="connsiteY39-47778" fmla="*/ 49 h 4213"/>
                  <a:gd name="connsiteX40-47779" fmla="*/ 1110 w 2254"/>
                  <a:gd name="connsiteY40-47780" fmla="*/ 133 h 4213"/>
                  <a:gd name="connsiteX41-47781" fmla="*/ 1049 w 2254"/>
                  <a:gd name="connsiteY41-47782" fmla="*/ 243 h 4213"/>
                  <a:gd name="connsiteX42-47783" fmla="*/ 1119 w 2254"/>
                  <a:gd name="connsiteY42-47784" fmla="*/ 301 h 4213"/>
                  <a:gd name="connsiteX43-47785" fmla="*/ 1233 w 2254"/>
                  <a:gd name="connsiteY43-47786" fmla="*/ 366 h 4213"/>
                  <a:gd name="connsiteX44-47787" fmla="*/ 1253 w 2254"/>
                  <a:gd name="connsiteY44-47788" fmla="*/ 255 h 4213"/>
                  <a:gd name="connsiteX45-47789" fmla="*/ 1387 w 2254"/>
                  <a:gd name="connsiteY45-47790" fmla="*/ 291 h 4213"/>
                  <a:gd name="connsiteX46-47791" fmla="*/ 1412 w 2254"/>
                  <a:gd name="connsiteY46-47792" fmla="*/ 331 h 4213"/>
                  <a:gd name="connsiteX47-47793" fmla="*/ 1488 w 2254"/>
                  <a:gd name="connsiteY47-47794" fmla="*/ 562 h 4213"/>
                  <a:gd name="connsiteX48-47795" fmla="*/ 1523 w 2254"/>
                  <a:gd name="connsiteY48-47796" fmla="*/ 586 h 4213"/>
                  <a:gd name="connsiteX49-47797" fmla="*/ 1615 w 2254"/>
                  <a:gd name="connsiteY49-47798" fmla="*/ 578 h 4213"/>
                  <a:gd name="connsiteX50-47799" fmla="*/ 1875 w 2254"/>
                  <a:gd name="connsiteY50-47800" fmla="*/ 490 h 4213"/>
                  <a:gd name="connsiteX51-47801" fmla="*/ 2095 w 2254"/>
                  <a:gd name="connsiteY51-47802" fmla="*/ 479 h 4213"/>
                  <a:gd name="connsiteX52-47803" fmla="*/ 2155 w 2254"/>
                  <a:gd name="connsiteY52-47804" fmla="*/ 648 h 4213"/>
                  <a:gd name="connsiteX53-47805" fmla="*/ 2073 w 2254"/>
                  <a:gd name="connsiteY53-47806" fmla="*/ 944 h 4213"/>
                  <a:gd name="connsiteX54-47807" fmla="*/ 2073 w 2254"/>
                  <a:gd name="connsiteY54-47808" fmla="*/ 1022 h 4213"/>
                  <a:gd name="connsiteX55-47809" fmla="*/ 2142 w 2254"/>
                  <a:gd name="connsiteY55-47810" fmla="*/ 1168 h 4213"/>
                  <a:gd name="connsiteX56-47811" fmla="*/ 2157 w 2254"/>
                  <a:gd name="connsiteY56-47812" fmla="*/ 1427 h 4213"/>
                  <a:gd name="connsiteX57-47813" fmla="*/ 2159 w 2254"/>
                  <a:gd name="connsiteY57-47814" fmla="*/ 1617 h 4213"/>
                  <a:gd name="connsiteX58-47815" fmla="*/ 2092 w 2254"/>
                  <a:gd name="connsiteY58-47816" fmla="*/ 1625 h 4213"/>
                  <a:gd name="connsiteX59-47817" fmla="*/ 2070 w 2254"/>
                  <a:gd name="connsiteY59-47818" fmla="*/ 1507 h 4213"/>
                  <a:gd name="connsiteX60-47819" fmla="*/ 2035 w 2254"/>
                  <a:gd name="connsiteY60-47820" fmla="*/ 1450 h 4213"/>
                  <a:gd name="connsiteX61-47821" fmla="*/ 1945 w 2254"/>
                  <a:gd name="connsiteY61-47822" fmla="*/ 1582 h 4213"/>
                  <a:gd name="connsiteX62-47823" fmla="*/ 1832 w 2254"/>
                  <a:gd name="connsiteY62-47824" fmla="*/ 1776 h 4213"/>
                  <a:gd name="connsiteX63-47825" fmla="*/ 1713 w 2254"/>
                  <a:gd name="connsiteY63-47826" fmla="*/ 1904 h 4213"/>
                  <a:gd name="connsiteX64-47827" fmla="*/ 1706 w 2254"/>
                  <a:gd name="connsiteY64-47828" fmla="*/ 2018 h 4213"/>
                  <a:gd name="connsiteX65-47829" fmla="*/ 1766 w 2254"/>
                  <a:gd name="connsiteY65-47830" fmla="*/ 2115 h 4213"/>
                  <a:gd name="connsiteX66-47831" fmla="*/ 1868 w 2254"/>
                  <a:gd name="connsiteY66-47832" fmla="*/ 2183 h 4213"/>
                  <a:gd name="connsiteX67-47833" fmla="*/ 1945 w 2254"/>
                  <a:gd name="connsiteY67-47834" fmla="*/ 2178 h 4213"/>
                  <a:gd name="connsiteX68-47835" fmla="*/ 1990 w 2254"/>
                  <a:gd name="connsiteY68-47836" fmla="*/ 2104 h 4213"/>
                  <a:gd name="connsiteX69-47837" fmla="*/ 2024 w 2254"/>
                  <a:gd name="connsiteY69-47838" fmla="*/ 2210 h 4213"/>
                  <a:gd name="connsiteX70-47839" fmla="*/ 1912 w 2254"/>
                  <a:gd name="connsiteY70-47840" fmla="*/ 2249 h 4213"/>
                  <a:gd name="connsiteX71-47841" fmla="*/ 1959 w 2254"/>
                  <a:gd name="connsiteY71-47842" fmla="*/ 2362 h 4213"/>
                  <a:gd name="connsiteX72-47843" fmla="*/ 1824 w 2254"/>
                  <a:gd name="connsiteY72-47844" fmla="*/ 2509 h 4213"/>
                  <a:gd name="connsiteX73-47845" fmla="*/ 1783 w 2254"/>
                  <a:gd name="connsiteY73-47846" fmla="*/ 2498 h 4213"/>
                  <a:gd name="connsiteX74-47847" fmla="*/ 1659 w 2254"/>
                  <a:gd name="connsiteY74-47848" fmla="*/ 2413 h 4213"/>
                  <a:gd name="connsiteX75-47849" fmla="*/ 1604 w 2254"/>
                  <a:gd name="connsiteY75-47850" fmla="*/ 2412 h 4213"/>
                  <a:gd name="connsiteX76-47851" fmla="*/ 1569 w 2254"/>
                  <a:gd name="connsiteY76-47852" fmla="*/ 2480 h 4213"/>
                  <a:gd name="connsiteX77-47853" fmla="*/ 1572 w 2254"/>
                  <a:gd name="connsiteY77-47854" fmla="*/ 2562 h 4213"/>
                  <a:gd name="connsiteX78-47855" fmla="*/ 1750 w 2254"/>
                  <a:gd name="connsiteY78-47856" fmla="*/ 2730 h 4213"/>
                  <a:gd name="connsiteX79-47857" fmla="*/ 1749 w 2254"/>
                  <a:gd name="connsiteY79-47858" fmla="*/ 2844 h 4213"/>
                  <a:gd name="connsiteX80-47859" fmla="*/ 1840 w 2254"/>
                  <a:gd name="connsiteY80-47860" fmla="*/ 3060 h 4213"/>
                  <a:gd name="connsiteX81-47861" fmla="*/ 1866 w 2254"/>
                  <a:gd name="connsiteY81-47862" fmla="*/ 3090 h 4213"/>
                  <a:gd name="connsiteX82-47863" fmla="*/ 1910 w 2254"/>
                  <a:gd name="connsiteY82-47864" fmla="*/ 3094 h 4213"/>
                  <a:gd name="connsiteX83-47865" fmla="*/ 1956 w 2254"/>
                  <a:gd name="connsiteY83-47866" fmla="*/ 3010 h 4213"/>
                  <a:gd name="connsiteX84-47867" fmla="*/ 2036 w 2254"/>
                  <a:gd name="connsiteY84-47868" fmla="*/ 2950 h 4213"/>
                  <a:gd name="connsiteX85-47869" fmla="*/ 2131 w 2254"/>
                  <a:gd name="connsiteY85-47870" fmla="*/ 3126 h 4213"/>
                  <a:gd name="connsiteX86-47871" fmla="*/ 2241 w 2254"/>
                  <a:gd name="connsiteY86-47872" fmla="*/ 3312 h 4213"/>
                  <a:gd name="connsiteX87-47873" fmla="*/ 2254 w 2254"/>
                  <a:gd name="connsiteY87-47874" fmla="*/ 3342 h 4213"/>
                  <a:gd name="connsiteX88-47875" fmla="*/ 2243 w 2254"/>
                  <a:gd name="connsiteY88-47876" fmla="*/ 3518 h 4213"/>
                  <a:gd name="connsiteX89-47877" fmla="*/ 2208 w 2254"/>
                  <a:gd name="connsiteY89-47878" fmla="*/ 3554 h 4213"/>
                  <a:gd name="connsiteX90-47879" fmla="*/ 2119 w 2254"/>
                  <a:gd name="connsiteY90-47880" fmla="*/ 3515 h 4213"/>
                  <a:gd name="connsiteX91-47881" fmla="*/ 1885 w 2254"/>
                  <a:gd name="connsiteY91-47882" fmla="*/ 3644 h 4213"/>
                  <a:gd name="connsiteX92-47883" fmla="*/ 1859 w 2254"/>
                  <a:gd name="connsiteY92-47884" fmla="*/ 3666 h 4213"/>
                  <a:gd name="connsiteX93-47885" fmla="*/ 1679 w 2254"/>
                  <a:gd name="connsiteY93-47886" fmla="*/ 3812 h 4213"/>
                  <a:gd name="connsiteX94-47887" fmla="*/ 1538 w 2254"/>
                  <a:gd name="connsiteY94-47888" fmla="*/ 3926 h 4213"/>
                  <a:gd name="connsiteX95-47889" fmla="*/ 1503 w 2254"/>
                  <a:gd name="connsiteY95-47890" fmla="*/ 3965 h 4213"/>
                  <a:gd name="connsiteX96-47891" fmla="*/ 1451 w 2254"/>
                  <a:gd name="connsiteY96-47892" fmla="*/ 3973 h 4213"/>
                  <a:gd name="connsiteX97-47893" fmla="*/ 1394 w 2254"/>
                  <a:gd name="connsiteY97-47894" fmla="*/ 3916 h 4213"/>
                  <a:gd name="connsiteX98-47895" fmla="*/ 1270 w 2254"/>
                  <a:gd name="connsiteY98-47896" fmla="*/ 3808 h 4213"/>
                  <a:gd name="connsiteX99-47897" fmla="*/ 1294 w 2254"/>
                  <a:gd name="connsiteY99-47898" fmla="*/ 4064 h 4213"/>
                  <a:gd name="connsiteX100-47899" fmla="*/ 1303 w 2254"/>
                  <a:gd name="connsiteY100-47900" fmla="*/ 4192 h 4213"/>
                  <a:gd name="connsiteX101-47901" fmla="*/ 1041 w 2254"/>
                  <a:gd name="connsiteY101-47902" fmla="*/ 4166 h 4213"/>
                  <a:gd name="connsiteX102-47903" fmla="*/ 959 w 2254"/>
                  <a:gd name="connsiteY102-47904" fmla="*/ 3987 h 4213"/>
                  <a:gd name="connsiteX103-47905" fmla="*/ 877 w 2254"/>
                  <a:gd name="connsiteY103-47906" fmla="*/ 3802 h 4213"/>
                  <a:gd name="connsiteX104-47907" fmla="*/ 798 w 2254"/>
                  <a:gd name="connsiteY104-47908" fmla="*/ 3734 h 4213"/>
                  <a:gd name="connsiteX0-47909" fmla="*/ 798 w 2254"/>
                  <a:gd name="connsiteY0-47910" fmla="*/ 3734 h 4213"/>
                  <a:gd name="connsiteX1-47911" fmla="*/ 679 w 2254"/>
                  <a:gd name="connsiteY1-47912" fmla="*/ 3800 h 4213"/>
                  <a:gd name="connsiteX2-47913" fmla="*/ 695 w 2254"/>
                  <a:gd name="connsiteY2-47914" fmla="*/ 3662 h 4213"/>
                  <a:gd name="connsiteX3-47915" fmla="*/ 633 w 2254"/>
                  <a:gd name="connsiteY3-47916" fmla="*/ 3500 h 4213"/>
                  <a:gd name="connsiteX4-47917" fmla="*/ 742 w 2254"/>
                  <a:gd name="connsiteY4-47918" fmla="*/ 3280 h 4213"/>
                  <a:gd name="connsiteX5-47919" fmla="*/ 932 w 2254"/>
                  <a:gd name="connsiteY5-47920" fmla="*/ 3195 h 4213"/>
                  <a:gd name="connsiteX6-47921" fmla="*/ 1107 w 2254"/>
                  <a:gd name="connsiteY6-47922" fmla="*/ 3058 h 4213"/>
                  <a:gd name="connsiteX7-47923" fmla="*/ 1112 w 2254"/>
                  <a:gd name="connsiteY7-47924" fmla="*/ 2878 h 4213"/>
                  <a:gd name="connsiteX8-47925" fmla="*/ 1215 w 2254"/>
                  <a:gd name="connsiteY8-47926" fmla="*/ 2615 h 4213"/>
                  <a:gd name="connsiteX9-47927" fmla="*/ 1184 w 2254"/>
                  <a:gd name="connsiteY9-47928" fmla="*/ 2346 h 4213"/>
                  <a:gd name="connsiteX10-47929" fmla="*/ 1068 w 2254"/>
                  <a:gd name="connsiteY10-47930" fmla="*/ 2333 h 4213"/>
                  <a:gd name="connsiteX11-47931" fmla="*/ 1066 w 2254"/>
                  <a:gd name="connsiteY11-47932" fmla="*/ 2117 h 4213"/>
                  <a:gd name="connsiteX12-47933" fmla="*/ 990 w 2254"/>
                  <a:gd name="connsiteY12-47934" fmla="*/ 2039 h 4213"/>
                  <a:gd name="connsiteX13-47935" fmla="*/ 847 w 2254"/>
                  <a:gd name="connsiteY13-47936" fmla="*/ 1951 h 4213"/>
                  <a:gd name="connsiteX14-47937" fmla="*/ 755 w 2254"/>
                  <a:gd name="connsiteY14-47938" fmla="*/ 1827 h 4213"/>
                  <a:gd name="connsiteX15-47939" fmla="*/ 659 w 2254"/>
                  <a:gd name="connsiteY15-47940" fmla="*/ 1828 h 4213"/>
                  <a:gd name="connsiteX16-47941" fmla="*/ 614 w 2254"/>
                  <a:gd name="connsiteY16-47942" fmla="*/ 1883 h 4213"/>
                  <a:gd name="connsiteX17-47943" fmla="*/ 521 w 2254"/>
                  <a:gd name="connsiteY17-47944" fmla="*/ 1877 h 4213"/>
                  <a:gd name="connsiteX18-47945" fmla="*/ 501 w 2254"/>
                  <a:gd name="connsiteY18-47946" fmla="*/ 1994 h 4213"/>
                  <a:gd name="connsiteX19-47947" fmla="*/ 320 w 2254"/>
                  <a:gd name="connsiteY19-47948" fmla="*/ 1941 h 4213"/>
                  <a:gd name="connsiteX20-47949" fmla="*/ 237 w 2254"/>
                  <a:gd name="connsiteY20-47950" fmla="*/ 1939 h 4213"/>
                  <a:gd name="connsiteX21-47951" fmla="*/ 112 w 2254"/>
                  <a:gd name="connsiteY21-47952" fmla="*/ 2014 h 4213"/>
                  <a:gd name="connsiteX22-47953" fmla="*/ 0 w 2254"/>
                  <a:gd name="connsiteY22-47954" fmla="*/ 1890 h 4213"/>
                  <a:gd name="connsiteX23-47955" fmla="*/ 94 w 2254"/>
                  <a:gd name="connsiteY23-47956" fmla="*/ 1804 h 4213"/>
                  <a:gd name="connsiteX24-47957" fmla="*/ 98 w 2254"/>
                  <a:gd name="connsiteY24-47958" fmla="*/ 1634 h 4213"/>
                  <a:gd name="connsiteX25-47959" fmla="*/ 153 w 2254"/>
                  <a:gd name="connsiteY25-47960" fmla="*/ 1514 h 4213"/>
                  <a:gd name="connsiteX26-47961" fmla="*/ 196 w 2254"/>
                  <a:gd name="connsiteY26-47962" fmla="*/ 1306 h 4213"/>
                  <a:gd name="connsiteX27-47963" fmla="*/ 256 w 2254"/>
                  <a:gd name="connsiteY27-47964" fmla="*/ 1307 h 4213"/>
                  <a:gd name="connsiteX28-47965" fmla="*/ 579 w 2254"/>
                  <a:gd name="connsiteY28-47966" fmla="*/ 1286 h 4213"/>
                  <a:gd name="connsiteX29-47967" fmla="*/ 753 w 2254"/>
                  <a:gd name="connsiteY29-47968" fmla="*/ 1117 h 4213"/>
                  <a:gd name="connsiteX30-47969" fmla="*/ 822 w 2254"/>
                  <a:gd name="connsiteY30-47970" fmla="*/ 748 h 4213"/>
                  <a:gd name="connsiteX31-47971" fmla="*/ 932 w 2254"/>
                  <a:gd name="connsiteY31-47972" fmla="*/ 486 h 4213"/>
                  <a:gd name="connsiteX32-47973" fmla="*/ 930 w 2254"/>
                  <a:gd name="connsiteY32-47974" fmla="*/ 358 h 4213"/>
                  <a:gd name="connsiteX33-47975" fmla="*/ 917 w 2254"/>
                  <a:gd name="connsiteY33-47976" fmla="*/ 328 h 4213"/>
                  <a:gd name="connsiteX34-47977" fmla="*/ 850 w 2254"/>
                  <a:gd name="connsiteY34-47978" fmla="*/ 251 h 4213"/>
                  <a:gd name="connsiteX35-47979" fmla="*/ 790 w 2254"/>
                  <a:gd name="connsiteY35-47980" fmla="*/ 217 h 4213"/>
                  <a:gd name="connsiteX36-47981" fmla="*/ 915 w 2254"/>
                  <a:gd name="connsiteY36-47982" fmla="*/ 56 h 4213"/>
                  <a:gd name="connsiteX37-47983" fmla="*/ 1088 w 2254"/>
                  <a:gd name="connsiteY37-47984" fmla="*/ 2 h 4213"/>
                  <a:gd name="connsiteX38-47985" fmla="*/ 1120 w 2254"/>
                  <a:gd name="connsiteY38-47986" fmla="*/ 49 h 4213"/>
                  <a:gd name="connsiteX39-47987" fmla="*/ 1110 w 2254"/>
                  <a:gd name="connsiteY39-47988" fmla="*/ 133 h 4213"/>
                  <a:gd name="connsiteX40-47989" fmla="*/ 1049 w 2254"/>
                  <a:gd name="connsiteY40-47990" fmla="*/ 243 h 4213"/>
                  <a:gd name="connsiteX41-47991" fmla="*/ 1119 w 2254"/>
                  <a:gd name="connsiteY41-47992" fmla="*/ 301 h 4213"/>
                  <a:gd name="connsiteX42-47993" fmla="*/ 1233 w 2254"/>
                  <a:gd name="connsiteY42-47994" fmla="*/ 366 h 4213"/>
                  <a:gd name="connsiteX43-47995" fmla="*/ 1253 w 2254"/>
                  <a:gd name="connsiteY43-47996" fmla="*/ 255 h 4213"/>
                  <a:gd name="connsiteX44-47997" fmla="*/ 1387 w 2254"/>
                  <a:gd name="connsiteY44-47998" fmla="*/ 291 h 4213"/>
                  <a:gd name="connsiteX45-47999" fmla="*/ 1412 w 2254"/>
                  <a:gd name="connsiteY45-48000" fmla="*/ 331 h 4213"/>
                  <a:gd name="connsiteX46-48001" fmla="*/ 1488 w 2254"/>
                  <a:gd name="connsiteY46-48002" fmla="*/ 562 h 4213"/>
                  <a:gd name="connsiteX47-48003" fmla="*/ 1523 w 2254"/>
                  <a:gd name="connsiteY47-48004" fmla="*/ 586 h 4213"/>
                  <a:gd name="connsiteX48-48005" fmla="*/ 1615 w 2254"/>
                  <a:gd name="connsiteY48-48006" fmla="*/ 578 h 4213"/>
                  <a:gd name="connsiteX49-48007" fmla="*/ 1875 w 2254"/>
                  <a:gd name="connsiteY49-48008" fmla="*/ 490 h 4213"/>
                  <a:gd name="connsiteX50-48009" fmla="*/ 2095 w 2254"/>
                  <a:gd name="connsiteY50-48010" fmla="*/ 479 h 4213"/>
                  <a:gd name="connsiteX51-48011" fmla="*/ 2155 w 2254"/>
                  <a:gd name="connsiteY51-48012" fmla="*/ 648 h 4213"/>
                  <a:gd name="connsiteX52-48013" fmla="*/ 2073 w 2254"/>
                  <a:gd name="connsiteY52-48014" fmla="*/ 944 h 4213"/>
                  <a:gd name="connsiteX53-48015" fmla="*/ 2073 w 2254"/>
                  <a:gd name="connsiteY53-48016" fmla="*/ 1022 h 4213"/>
                  <a:gd name="connsiteX54-48017" fmla="*/ 2142 w 2254"/>
                  <a:gd name="connsiteY54-48018" fmla="*/ 1168 h 4213"/>
                  <a:gd name="connsiteX55-48019" fmla="*/ 2157 w 2254"/>
                  <a:gd name="connsiteY55-48020" fmla="*/ 1427 h 4213"/>
                  <a:gd name="connsiteX56-48021" fmla="*/ 2159 w 2254"/>
                  <a:gd name="connsiteY56-48022" fmla="*/ 1617 h 4213"/>
                  <a:gd name="connsiteX57-48023" fmla="*/ 2092 w 2254"/>
                  <a:gd name="connsiteY57-48024" fmla="*/ 1625 h 4213"/>
                  <a:gd name="connsiteX58-48025" fmla="*/ 2070 w 2254"/>
                  <a:gd name="connsiteY58-48026" fmla="*/ 1507 h 4213"/>
                  <a:gd name="connsiteX59-48027" fmla="*/ 2035 w 2254"/>
                  <a:gd name="connsiteY59-48028" fmla="*/ 1450 h 4213"/>
                  <a:gd name="connsiteX60-48029" fmla="*/ 1945 w 2254"/>
                  <a:gd name="connsiteY60-48030" fmla="*/ 1582 h 4213"/>
                  <a:gd name="connsiteX61-48031" fmla="*/ 1832 w 2254"/>
                  <a:gd name="connsiteY61-48032" fmla="*/ 1776 h 4213"/>
                  <a:gd name="connsiteX62-48033" fmla="*/ 1713 w 2254"/>
                  <a:gd name="connsiteY62-48034" fmla="*/ 1904 h 4213"/>
                  <a:gd name="connsiteX63-48035" fmla="*/ 1706 w 2254"/>
                  <a:gd name="connsiteY63-48036" fmla="*/ 2018 h 4213"/>
                  <a:gd name="connsiteX64-48037" fmla="*/ 1766 w 2254"/>
                  <a:gd name="connsiteY64-48038" fmla="*/ 2115 h 4213"/>
                  <a:gd name="connsiteX65-48039" fmla="*/ 1868 w 2254"/>
                  <a:gd name="connsiteY65-48040" fmla="*/ 2183 h 4213"/>
                  <a:gd name="connsiteX66-48041" fmla="*/ 1945 w 2254"/>
                  <a:gd name="connsiteY66-48042" fmla="*/ 2178 h 4213"/>
                  <a:gd name="connsiteX67-48043" fmla="*/ 1990 w 2254"/>
                  <a:gd name="connsiteY67-48044" fmla="*/ 2104 h 4213"/>
                  <a:gd name="connsiteX68-48045" fmla="*/ 2024 w 2254"/>
                  <a:gd name="connsiteY68-48046" fmla="*/ 2210 h 4213"/>
                  <a:gd name="connsiteX69-48047" fmla="*/ 1912 w 2254"/>
                  <a:gd name="connsiteY69-48048" fmla="*/ 2249 h 4213"/>
                  <a:gd name="connsiteX70-48049" fmla="*/ 1959 w 2254"/>
                  <a:gd name="connsiteY70-48050" fmla="*/ 2362 h 4213"/>
                  <a:gd name="connsiteX71-48051" fmla="*/ 1824 w 2254"/>
                  <a:gd name="connsiteY71-48052" fmla="*/ 2509 h 4213"/>
                  <a:gd name="connsiteX72-48053" fmla="*/ 1783 w 2254"/>
                  <a:gd name="connsiteY72-48054" fmla="*/ 2498 h 4213"/>
                  <a:gd name="connsiteX73-48055" fmla="*/ 1659 w 2254"/>
                  <a:gd name="connsiteY73-48056" fmla="*/ 2413 h 4213"/>
                  <a:gd name="connsiteX74-48057" fmla="*/ 1604 w 2254"/>
                  <a:gd name="connsiteY74-48058" fmla="*/ 2412 h 4213"/>
                  <a:gd name="connsiteX75-48059" fmla="*/ 1569 w 2254"/>
                  <a:gd name="connsiteY75-48060" fmla="*/ 2480 h 4213"/>
                  <a:gd name="connsiteX76-48061" fmla="*/ 1572 w 2254"/>
                  <a:gd name="connsiteY76-48062" fmla="*/ 2562 h 4213"/>
                  <a:gd name="connsiteX77-48063" fmla="*/ 1750 w 2254"/>
                  <a:gd name="connsiteY77-48064" fmla="*/ 2730 h 4213"/>
                  <a:gd name="connsiteX78-48065" fmla="*/ 1749 w 2254"/>
                  <a:gd name="connsiteY78-48066" fmla="*/ 2844 h 4213"/>
                  <a:gd name="connsiteX79-48067" fmla="*/ 1840 w 2254"/>
                  <a:gd name="connsiteY79-48068" fmla="*/ 3060 h 4213"/>
                  <a:gd name="connsiteX80-48069" fmla="*/ 1866 w 2254"/>
                  <a:gd name="connsiteY80-48070" fmla="*/ 3090 h 4213"/>
                  <a:gd name="connsiteX81-48071" fmla="*/ 1910 w 2254"/>
                  <a:gd name="connsiteY81-48072" fmla="*/ 3094 h 4213"/>
                  <a:gd name="connsiteX82-48073" fmla="*/ 1956 w 2254"/>
                  <a:gd name="connsiteY82-48074" fmla="*/ 3010 h 4213"/>
                  <a:gd name="connsiteX83-48075" fmla="*/ 2036 w 2254"/>
                  <a:gd name="connsiteY83-48076" fmla="*/ 2950 h 4213"/>
                  <a:gd name="connsiteX84-48077" fmla="*/ 2131 w 2254"/>
                  <a:gd name="connsiteY84-48078" fmla="*/ 3126 h 4213"/>
                  <a:gd name="connsiteX85-48079" fmla="*/ 2241 w 2254"/>
                  <a:gd name="connsiteY85-48080" fmla="*/ 3312 h 4213"/>
                  <a:gd name="connsiteX86-48081" fmla="*/ 2254 w 2254"/>
                  <a:gd name="connsiteY86-48082" fmla="*/ 3342 h 4213"/>
                  <a:gd name="connsiteX87-48083" fmla="*/ 2243 w 2254"/>
                  <a:gd name="connsiteY87-48084" fmla="*/ 3518 h 4213"/>
                  <a:gd name="connsiteX88-48085" fmla="*/ 2208 w 2254"/>
                  <a:gd name="connsiteY88-48086" fmla="*/ 3554 h 4213"/>
                  <a:gd name="connsiteX89-48087" fmla="*/ 2119 w 2254"/>
                  <a:gd name="connsiteY89-48088" fmla="*/ 3515 h 4213"/>
                  <a:gd name="connsiteX90-48089" fmla="*/ 1885 w 2254"/>
                  <a:gd name="connsiteY90-48090" fmla="*/ 3644 h 4213"/>
                  <a:gd name="connsiteX91-48091" fmla="*/ 1859 w 2254"/>
                  <a:gd name="connsiteY91-48092" fmla="*/ 3666 h 4213"/>
                  <a:gd name="connsiteX92-48093" fmla="*/ 1679 w 2254"/>
                  <a:gd name="connsiteY92-48094" fmla="*/ 3812 h 4213"/>
                  <a:gd name="connsiteX93-48095" fmla="*/ 1538 w 2254"/>
                  <a:gd name="connsiteY93-48096" fmla="*/ 3926 h 4213"/>
                  <a:gd name="connsiteX94-48097" fmla="*/ 1503 w 2254"/>
                  <a:gd name="connsiteY94-48098" fmla="*/ 3965 h 4213"/>
                  <a:gd name="connsiteX95-48099" fmla="*/ 1451 w 2254"/>
                  <a:gd name="connsiteY95-48100" fmla="*/ 3973 h 4213"/>
                  <a:gd name="connsiteX96-48101" fmla="*/ 1394 w 2254"/>
                  <a:gd name="connsiteY96-48102" fmla="*/ 3916 h 4213"/>
                  <a:gd name="connsiteX97-48103" fmla="*/ 1270 w 2254"/>
                  <a:gd name="connsiteY97-48104" fmla="*/ 3808 h 4213"/>
                  <a:gd name="connsiteX98-48105" fmla="*/ 1294 w 2254"/>
                  <a:gd name="connsiteY98-48106" fmla="*/ 4064 h 4213"/>
                  <a:gd name="connsiteX99-48107" fmla="*/ 1303 w 2254"/>
                  <a:gd name="connsiteY99-48108" fmla="*/ 4192 h 4213"/>
                  <a:gd name="connsiteX100-48109" fmla="*/ 1041 w 2254"/>
                  <a:gd name="connsiteY100-48110" fmla="*/ 4166 h 4213"/>
                  <a:gd name="connsiteX101-48111" fmla="*/ 959 w 2254"/>
                  <a:gd name="connsiteY101-48112" fmla="*/ 3987 h 4213"/>
                  <a:gd name="connsiteX102-48113" fmla="*/ 877 w 2254"/>
                  <a:gd name="connsiteY102-48114" fmla="*/ 3802 h 4213"/>
                  <a:gd name="connsiteX103-48115" fmla="*/ 798 w 2254"/>
                  <a:gd name="connsiteY103-48116" fmla="*/ 3734 h 4213"/>
                  <a:gd name="connsiteX0-48117" fmla="*/ 798 w 2254"/>
                  <a:gd name="connsiteY0-48118" fmla="*/ 3734 h 4213"/>
                  <a:gd name="connsiteX1-48119" fmla="*/ 679 w 2254"/>
                  <a:gd name="connsiteY1-48120" fmla="*/ 3800 h 4213"/>
                  <a:gd name="connsiteX2-48121" fmla="*/ 695 w 2254"/>
                  <a:gd name="connsiteY2-48122" fmla="*/ 3662 h 4213"/>
                  <a:gd name="connsiteX3-48123" fmla="*/ 633 w 2254"/>
                  <a:gd name="connsiteY3-48124" fmla="*/ 3500 h 4213"/>
                  <a:gd name="connsiteX4-48125" fmla="*/ 742 w 2254"/>
                  <a:gd name="connsiteY4-48126" fmla="*/ 3280 h 4213"/>
                  <a:gd name="connsiteX5-48127" fmla="*/ 932 w 2254"/>
                  <a:gd name="connsiteY5-48128" fmla="*/ 3195 h 4213"/>
                  <a:gd name="connsiteX6-48129" fmla="*/ 1107 w 2254"/>
                  <a:gd name="connsiteY6-48130" fmla="*/ 3058 h 4213"/>
                  <a:gd name="connsiteX7-48131" fmla="*/ 1112 w 2254"/>
                  <a:gd name="connsiteY7-48132" fmla="*/ 2878 h 4213"/>
                  <a:gd name="connsiteX8-48133" fmla="*/ 1215 w 2254"/>
                  <a:gd name="connsiteY8-48134" fmla="*/ 2615 h 4213"/>
                  <a:gd name="connsiteX9-48135" fmla="*/ 1184 w 2254"/>
                  <a:gd name="connsiteY9-48136" fmla="*/ 2346 h 4213"/>
                  <a:gd name="connsiteX10-48137" fmla="*/ 1068 w 2254"/>
                  <a:gd name="connsiteY10-48138" fmla="*/ 2333 h 4213"/>
                  <a:gd name="connsiteX11-48139" fmla="*/ 1066 w 2254"/>
                  <a:gd name="connsiteY11-48140" fmla="*/ 2117 h 4213"/>
                  <a:gd name="connsiteX12-48141" fmla="*/ 990 w 2254"/>
                  <a:gd name="connsiteY12-48142" fmla="*/ 2039 h 4213"/>
                  <a:gd name="connsiteX13-48143" fmla="*/ 847 w 2254"/>
                  <a:gd name="connsiteY13-48144" fmla="*/ 1951 h 4213"/>
                  <a:gd name="connsiteX14-48145" fmla="*/ 755 w 2254"/>
                  <a:gd name="connsiteY14-48146" fmla="*/ 1827 h 4213"/>
                  <a:gd name="connsiteX15-48147" fmla="*/ 659 w 2254"/>
                  <a:gd name="connsiteY15-48148" fmla="*/ 1828 h 4213"/>
                  <a:gd name="connsiteX16-48149" fmla="*/ 614 w 2254"/>
                  <a:gd name="connsiteY16-48150" fmla="*/ 1883 h 4213"/>
                  <a:gd name="connsiteX17-48151" fmla="*/ 521 w 2254"/>
                  <a:gd name="connsiteY17-48152" fmla="*/ 1877 h 4213"/>
                  <a:gd name="connsiteX18-48153" fmla="*/ 501 w 2254"/>
                  <a:gd name="connsiteY18-48154" fmla="*/ 1994 h 4213"/>
                  <a:gd name="connsiteX19-48155" fmla="*/ 320 w 2254"/>
                  <a:gd name="connsiteY19-48156" fmla="*/ 1941 h 4213"/>
                  <a:gd name="connsiteX20-48157" fmla="*/ 237 w 2254"/>
                  <a:gd name="connsiteY20-48158" fmla="*/ 1939 h 4213"/>
                  <a:gd name="connsiteX21-48159" fmla="*/ 112 w 2254"/>
                  <a:gd name="connsiteY21-48160" fmla="*/ 2014 h 4213"/>
                  <a:gd name="connsiteX22-48161" fmla="*/ 0 w 2254"/>
                  <a:gd name="connsiteY22-48162" fmla="*/ 1890 h 4213"/>
                  <a:gd name="connsiteX23-48163" fmla="*/ 94 w 2254"/>
                  <a:gd name="connsiteY23-48164" fmla="*/ 1804 h 4213"/>
                  <a:gd name="connsiteX24-48165" fmla="*/ 98 w 2254"/>
                  <a:gd name="connsiteY24-48166" fmla="*/ 1634 h 4213"/>
                  <a:gd name="connsiteX25-48167" fmla="*/ 153 w 2254"/>
                  <a:gd name="connsiteY25-48168" fmla="*/ 1514 h 4213"/>
                  <a:gd name="connsiteX26-48169" fmla="*/ 196 w 2254"/>
                  <a:gd name="connsiteY26-48170" fmla="*/ 1306 h 4213"/>
                  <a:gd name="connsiteX27-48171" fmla="*/ 256 w 2254"/>
                  <a:gd name="connsiteY27-48172" fmla="*/ 1307 h 4213"/>
                  <a:gd name="connsiteX28-48173" fmla="*/ 579 w 2254"/>
                  <a:gd name="connsiteY28-48174" fmla="*/ 1286 h 4213"/>
                  <a:gd name="connsiteX29-48175" fmla="*/ 753 w 2254"/>
                  <a:gd name="connsiteY29-48176" fmla="*/ 1117 h 4213"/>
                  <a:gd name="connsiteX30-48177" fmla="*/ 822 w 2254"/>
                  <a:gd name="connsiteY30-48178" fmla="*/ 748 h 4213"/>
                  <a:gd name="connsiteX31-48179" fmla="*/ 932 w 2254"/>
                  <a:gd name="connsiteY31-48180" fmla="*/ 486 h 4213"/>
                  <a:gd name="connsiteX32-48181" fmla="*/ 930 w 2254"/>
                  <a:gd name="connsiteY32-48182" fmla="*/ 358 h 4213"/>
                  <a:gd name="connsiteX33-48183" fmla="*/ 917 w 2254"/>
                  <a:gd name="connsiteY33-48184" fmla="*/ 328 h 4213"/>
                  <a:gd name="connsiteX34-48185" fmla="*/ 850 w 2254"/>
                  <a:gd name="connsiteY34-48186" fmla="*/ 251 h 4213"/>
                  <a:gd name="connsiteX35-48187" fmla="*/ 790 w 2254"/>
                  <a:gd name="connsiteY35-48188" fmla="*/ 217 h 4213"/>
                  <a:gd name="connsiteX36-48189" fmla="*/ 915 w 2254"/>
                  <a:gd name="connsiteY36-48190" fmla="*/ 56 h 4213"/>
                  <a:gd name="connsiteX37-48191" fmla="*/ 1088 w 2254"/>
                  <a:gd name="connsiteY37-48192" fmla="*/ 2 h 4213"/>
                  <a:gd name="connsiteX38-48193" fmla="*/ 1120 w 2254"/>
                  <a:gd name="connsiteY38-48194" fmla="*/ 49 h 4213"/>
                  <a:gd name="connsiteX39-48195" fmla="*/ 1110 w 2254"/>
                  <a:gd name="connsiteY39-48196" fmla="*/ 133 h 4213"/>
                  <a:gd name="connsiteX40-48197" fmla="*/ 1049 w 2254"/>
                  <a:gd name="connsiteY40-48198" fmla="*/ 243 h 4213"/>
                  <a:gd name="connsiteX41-48199" fmla="*/ 1119 w 2254"/>
                  <a:gd name="connsiteY41-48200" fmla="*/ 301 h 4213"/>
                  <a:gd name="connsiteX42-48201" fmla="*/ 1233 w 2254"/>
                  <a:gd name="connsiteY42-48202" fmla="*/ 366 h 4213"/>
                  <a:gd name="connsiteX43-48203" fmla="*/ 1253 w 2254"/>
                  <a:gd name="connsiteY43-48204" fmla="*/ 255 h 4213"/>
                  <a:gd name="connsiteX44-48205" fmla="*/ 1387 w 2254"/>
                  <a:gd name="connsiteY44-48206" fmla="*/ 291 h 4213"/>
                  <a:gd name="connsiteX45-48207" fmla="*/ 1412 w 2254"/>
                  <a:gd name="connsiteY45-48208" fmla="*/ 331 h 4213"/>
                  <a:gd name="connsiteX46-48209" fmla="*/ 1488 w 2254"/>
                  <a:gd name="connsiteY46-48210" fmla="*/ 562 h 4213"/>
                  <a:gd name="connsiteX47-48211" fmla="*/ 1523 w 2254"/>
                  <a:gd name="connsiteY47-48212" fmla="*/ 586 h 4213"/>
                  <a:gd name="connsiteX48-48213" fmla="*/ 1615 w 2254"/>
                  <a:gd name="connsiteY48-48214" fmla="*/ 578 h 4213"/>
                  <a:gd name="connsiteX49-48215" fmla="*/ 1875 w 2254"/>
                  <a:gd name="connsiteY49-48216" fmla="*/ 490 h 4213"/>
                  <a:gd name="connsiteX50-48217" fmla="*/ 2095 w 2254"/>
                  <a:gd name="connsiteY50-48218" fmla="*/ 479 h 4213"/>
                  <a:gd name="connsiteX51-48219" fmla="*/ 2155 w 2254"/>
                  <a:gd name="connsiteY51-48220" fmla="*/ 648 h 4213"/>
                  <a:gd name="connsiteX52-48221" fmla="*/ 2073 w 2254"/>
                  <a:gd name="connsiteY52-48222" fmla="*/ 944 h 4213"/>
                  <a:gd name="connsiteX53-48223" fmla="*/ 2073 w 2254"/>
                  <a:gd name="connsiteY53-48224" fmla="*/ 1022 h 4213"/>
                  <a:gd name="connsiteX54-48225" fmla="*/ 2142 w 2254"/>
                  <a:gd name="connsiteY54-48226" fmla="*/ 1168 h 4213"/>
                  <a:gd name="connsiteX55-48227" fmla="*/ 2157 w 2254"/>
                  <a:gd name="connsiteY55-48228" fmla="*/ 1427 h 4213"/>
                  <a:gd name="connsiteX56-48229" fmla="*/ 2159 w 2254"/>
                  <a:gd name="connsiteY56-48230" fmla="*/ 1617 h 4213"/>
                  <a:gd name="connsiteX57-48231" fmla="*/ 2092 w 2254"/>
                  <a:gd name="connsiteY57-48232" fmla="*/ 1625 h 4213"/>
                  <a:gd name="connsiteX58-48233" fmla="*/ 2070 w 2254"/>
                  <a:gd name="connsiteY58-48234" fmla="*/ 1507 h 4213"/>
                  <a:gd name="connsiteX59-48235" fmla="*/ 2035 w 2254"/>
                  <a:gd name="connsiteY59-48236" fmla="*/ 1450 h 4213"/>
                  <a:gd name="connsiteX60-48237" fmla="*/ 1945 w 2254"/>
                  <a:gd name="connsiteY60-48238" fmla="*/ 1582 h 4213"/>
                  <a:gd name="connsiteX61-48239" fmla="*/ 1832 w 2254"/>
                  <a:gd name="connsiteY61-48240" fmla="*/ 1776 h 4213"/>
                  <a:gd name="connsiteX62-48241" fmla="*/ 1713 w 2254"/>
                  <a:gd name="connsiteY62-48242" fmla="*/ 1904 h 4213"/>
                  <a:gd name="connsiteX63-48243" fmla="*/ 1706 w 2254"/>
                  <a:gd name="connsiteY63-48244" fmla="*/ 2018 h 4213"/>
                  <a:gd name="connsiteX64-48245" fmla="*/ 1766 w 2254"/>
                  <a:gd name="connsiteY64-48246" fmla="*/ 2115 h 4213"/>
                  <a:gd name="connsiteX65-48247" fmla="*/ 1868 w 2254"/>
                  <a:gd name="connsiteY65-48248" fmla="*/ 2183 h 4213"/>
                  <a:gd name="connsiteX66-48249" fmla="*/ 1945 w 2254"/>
                  <a:gd name="connsiteY66-48250" fmla="*/ 2178 h 4213"/>
                  <a:gd name="connsiteX67-48251" fmla="*/ 1990 w 2254"/>
                  <a:gd name="connsiteY67-48252" fmla="*/ 2104 h 4213"/>
                  <a:gd name="connsiteX68-48253" fmla="*/ 2024 w 2254"/>
                  <a:gd name="connsiteY68-48254" fmla="*/ 2210 h 4213"/>
                  <a:gd name="connsiteX69-48255" fmla="*/ 1912 w 2254"/>
                  <a:gd name="connsiteY69-48256" fmla="*/ 2249 h 4213"/>
                  <a:gd name="connsiteX70-48257" fmla="*/ 1959 w 2254"/>
                  <a:gd name="connsiteY70-48258" fmla="*/ 2362 h 4213"/>
                  <a:gd name="connsiteX71-48259" fmla="*/ 1824 w 2254"/>
                  <a:gd name="connsiteY71-48260" fmla="*/ 2509 h 4213"/>
                  <a:gd name="connsiteX72-48261" fmla="*/ 1783 w 2254"/>
                  <a:gd name="connsiteY72-48262" fmla="*/ 2498 h 4213"/>
                  <a:gd name="connsiteX73-48263" fmla="*/ 1659 w 2254"/>
                  <a:gd name="connsiteY73-48264" fmla="*/ 2413 h 4213"/>
                  <a:gd name="connsiteX74-48265" fmla="*/ 1604 w 2254"/>
                  <a:gd name="connsiteY74-48266" fmla="*/ 2412 h 4213"/>
                  <a:gd name="connsiteX75-48267" fmla="*/ 1569 w 2254"/>
                  <a:gd name="connsiteY75-48268" fmla="*/ 2480 h 4213"/>
                  <a:gd name="connsiteX76-48269" fmla="*/ 1572 w 2254"/>
                  <a:gd name="connsiteY76-48270" fmla="*/ 2562 h 4213"/>
                  <a:gd name="connsiteX77-48271" fmla="*/ 1750 w 2254"/>
                  <a:gd name="connsiteY77-48272" fmla="*/ 2730 h 4213"/>
                  <a:gd name="connsiteX78-48273" fmla="*/ 1749 w 2254"/>
                  <a:gd name="connsiteY78-48274" fmla="*/ 2844 h 4213"/>
                  <a:gd name="connsiteX79-48275" fmla="*/ 1840 w 2254"/>
                  <a:gd name="connsiteY79-48276" fmla="*/ 3060 h 4213"/>
                  <a:gd name="connsiteX80-48277" fmla="*/ 1866 w 2254"/>
                  <a:gd name="connsiteY80-48278" fmla="*/ 3090 h 4213"/>
                  <a:gd name="connsiteX81-48279" fmla="*/ 1910 w 2254"/>
                  <a:gd name="connsiteY81-48280" fmla="*/ 3094 h 4213"/>
                  <a:gd name="connsiteX82-48281" fmla="*/ 1956 w 2254"/>
                  <a:gd name="connsiteY82-48282" fmla="*/ 3010 h 4213"/>
                  <a:gd name="connsiteX83-48283" fmla="*/ 2036 w 2254"/>
                  <a:gd name="connsiteY83-48284" fmla="*/ 2950 h 4213"/>
                  <a:gd name="connsiteX84-48285" fmla="*/ 2131 w 2254"/>
                  <a:gd name="connsiteY84-48286" fmla="*/ 3126 h 4213"/>
                  <a:gd name="connsiteX85-48287" fmla="*/ 2241 w 2254"/>
                  <a:gd name="connsiteY85-48288" fmla="*/ 3312 h 4213"/>
                  <a:gd name="connsiteX86-48289" fmla="*/ 2254 w 2254"/>
                  <a:gd name="connsiteY86-48290" fmla="*/ 3342 h 4213"/>
                  <a:gd name="connsiteX87-48291" fmla="*/ 2243 w 2254"/>
                  <a:gd name="connsiteY87-48292" fmla="*/ 3518 h 4213"/>
                  <a:gd name="connsiteX88-48293" fmla="*/ 2208 w 2254"/>
                  <a:gd name="connsiteY88-48294" fmla="*/ 3554 h 4213"/>
                  <a:gd name="connsiteX89-48295" fmla="*/ 2119 w 2254"/>
                  <a:gd name="connsiteY89-48296" fmla="*/ 3515 h 4213"/>
                  <a:gd name="connsiteX90-48297" fmla="*/ 1885 w 2254"/>
                  <a:gd name="connsiteY90-48298" fmla="*/ 3644 h 4213"/>
                  <a:gd name="connsiteX91-48299" fmla="*/ 1859 w 2254"/>
                  <a:gd name="connsiteY91-48300" fmla="*/ 3666 h 4213"/>
                  <a:gd name="connsiteX92-48301" fmla="*/ 1679 w 2254"/>
                  <a:gd name="connsiteY92-48302" fmla="*/ 3812 h 4213"/>
                  <a:gd name="connsiteX93-48303" fmla="*/ 1538 w 2254"/>
                  <a:gd name="connsiteY93-48304" fmla="*/ 3926 h 4213"/>
                  <a:gd name="connsiteX94-48305" fmla="*/ 1503 w 2254"/>
                  <a:gd name="connsiteY94-48306" fmla="*/ 3965 h 4213"/>
                  <a:gd name="connsiteX95-48307" fmla="*/ 1451 w 2254"/>
                  <a:gd name="connsiteY95-48308" fmla="*/ 3973 h 4213"/>
                  <a:gd name="connsiteX96-48309" fmla="*/ 1394 w 2254"/>
                  <a:gd name="connsiteY96-48310" fmla="*/ 3916 h 4213"/>
                  <a:gd name="connsiteX97-48311" fmla="*/ 1270 w 2254"/>
                  <a:gd name="connsiteY97-48312" fmla="*/ 3808 h 4213"/>
                  <a:gd name="connsiteX98-48313" fmla="*/ 1294 w 2254"/>
                  <a:gd name="connsiteY98-48314" fmla="*/ 4064 h 4213"/>
                  <a:gd name="connsiteX99-48315" fmla="*/ 1303 w 2254"/>
                  <a:gd name="connsiteY99-48316" fmla="*/ 4192 h 4213"/>
                  <a:gd name="connsiteX100-48317" fmla="*/ 1041 w 2254"/>
                  <a:gd name="connsiteY100-48318" fmla="*/ 4166 h 4213"/>
                  <a:gd name="connsiteX101-48319" fmla="*/ 959 w 2254"/>
                  <a:gd name="connsiteY101-48320" fmla="*/ 3987 h 4213"/>
                  <a:gd name="connsiteX102-48321" fmla="*/ 877 w 2254"/>
                  <a:gd name="connsiteY102-48322" fmla="*/ 3802 h 4213"/>
                  <a:gd name="connsiteX103-48323" fmla="*/ 798 w 2254"/>
                  <a:gd name="connsiteY103-48324" fmla="*/ 3734 h 4213"/>
                  <a:gd name="connsiteX0-48325" fmla="*/ 798 w 2254"/>
                  <a:gd name="connsiteY0-48326" fmla="*/ 3734 h 4213"/>
                  <a:gd name="connsiteX1-48327" fmla="*/ 679 w 2254"/>
                  <a:gd name="connsiteY1-48328" fmla="*/ 3800 h 4213"/>
                  <a:gd name="connsiteX2-48329" fmla="*/ 695 w 2254"/>
                  <a:gd name="connsiteY2-48330" fmla="*/ 3662 h 4213"/>
                  <a:gd name="connsiteX3-48331" fmla="*/ 633 w 2254"/>
                  <a:gd name="connsiteY3-48332" fmla="*/ 3500 h 4213"/>
                  <a:gd name="connsiteX4-48333" fmla="*/ 742 w 2254"/>
                  <a:gd name="connsiteY4-48334" fmla="*/ 3280 h 4213"/>
                  <a:gd name="connsiteX5-48335" fmla="*/ 932 w 2254"/>
                  <a:gd name="connsiteY5-48336" fmla="*/ 3195 h 4213"/>
                  <a:gd name="connsiteX6-48337" fmla="*/ 1107 w 2254"/>
                  <a:gd name="connsiteY6-48338" fmla="*/ 3058 h 4213"/>
                  <a:gd name="connsiteX7-48339" fmla="*/ 1112 w 2254"/>
                  <a:gd name="connsiteY7-48340" fmla="*/ 2878 h 4213"/>
                  <a:gd name="connsiteX8-48341" fmla="*/ 1215 w 2254"/>
                  <a:gd name="connsiteY8-48342" fmla="*/ 2615 h 4213"/>
                  <a:gd name="connsiteX9-48343" fmla="*/ 1184 w 2254"/>
                  <a:gd name="connsiteY9-48344" fmla="*/ 2346 h 4213"/>
                  <a:gd name="connsiteX10-48345" fmla="*/ 1068 w 2254"/>
                  <a:gd name="connsiteY10-48346" fmla="*/ 2333 h 4213"/>
                  <a:gd name="connsiteX11-48347" fmla="*/ 1066 w 2254"/>
                  <a:gd name="connsiteY11-48348" fmla="*/ 2117 h 4213"/>
                  <a:gd name="connsiteX12-48349" fmla="*/ 990 w 2254"/>
                  <a:gd name="connsiteY12-48350" fmla="*/ 2039 h 4213"/>
                  <a:gd name="connsiteX13-48351" fmla="*/ 847 w 2254"/>
                  <a:gd name="connsiteY13-48352" fmla="*/ 1951 h 4213"/>
                  <a:gd name="connsiteX14-48353" fmla="*/ 755 w 2254"/>
                  <a:gd name="connsiteY14-48354" fmla="*/ 1827 h 4213"/>
                  <a:gd name="connsiteX15-48355" fmla="*/ 659 w 2254"/>
                  <a:gd name="connsiteY15-48356" fmla="*/ 1828 h 4213"/>
                  <a:gd name="connsiteX16-48357" fmla="*/ 614 w 2254"/>
                  <a:gd name="connsiteY16-48358" fmla="*/ 1883 h 4213"/>
                  <a:gd name="connsiteX17-48359" fmla="*/ 521 w 2254"/>
                  <a:gd name="connsiteY17-48360" fmla="*/ 1877 h 4213"/>
                  <a:gd name="connsiteX18-48361" fmla="*/ 501 w 2254"/>
                  <a:gd name="connsiteY18-48362" fmla="*/ 1994 h 4213"/>
                  <a:gd name="connsiteX19-48363" fmla="*/ 320 w 2254"/>
                  <a:gd name="connsiteY19-48364" fmla="*/ 1941 h 4213"/>
                  <a:gd name="connsiteX20-48365" fmla="*/ 237 w 2254"/>
                  <a:gd name="connsiteY20-48366" fmla="*/ 1939 h 4213"/>
                  <a:gd name="connsiteX21-48367" fmla="*/ 112 w 2254"/>
                  <a:gd name="connsiteY21-48368" fmla="*/ 2014 h 4213"/>
                  <a:gd name="connsiteX22-48369" fmla="*/ 0 w 2254"/>
                  <a:gd name="connsiteY22-48370" fmla="*/ 1890 h 4213"/>
                  <a:gd name="connsiteX23-48371" fmla="*/ 94 w 2254"/>
                  <a:gd name="connsiteY23-48372" fmla="*/ 1804 h 4213"/>
                  <a:gd name="connsiteX24-48373" fmla="*/ 98 w 2254"/>
                  <a:gd name="connsiteY24-48374" fmla="*/ 1634 h 4213"/>
                  <a:gd name="connsiteX25-48375" fmla="*/ 153 w 2254"/>
                  <a:gd name="connsiteY25-48376" fmla="*/ 1514 h 4213"/>
                  <a:gd name="connsiteX26-48377" fmla="*/ 196 w 2254"/>
                  <a:gd name="connsiteY26-48378" fmla="*/ 1306 h 4213"/>
                  <a:gd name="connsiteX27-48379" fmla="*/ 256 w 2254"/>
                  <a:gd name="connsiteY27-48380" fmla="*/ 1307 h 4213"/>
                  <a:gd name="connsiteX28-48381" fmla="*/ 579 w 2254"/>
                  <a:gd name="connsiteY28-48382" fmla="*/ 1286 h 4213"/>
                  <a:gd name="connsiteX29-48383" fmla="*/ 753 w 2254"/>
                  <a:gd name="connsiteY29-48384" fmla="*/ 1117 h 4213"/>
                  <a:gd name="connsiteX30-48385" fmla="*/ 822 w 2254"/>
                  <a:gd name="connsiteY30-48386" fmla="*/ 748 h 4213"/>
                  <a:gd name="connsiteX31-48387" fmla="*/ 932 w 2254"/>
                  <a:gd name="connsiteY31-48388" fmla="*/ 486 h 4213"/>
                  <a:gd name="connsiteX32-48389" fmla="*/ 930 w 2254"/>
                  <a:gd name="connsiteY32-48390" fmla="*/ 358 h 4213"/>
                  <a:gd name="connsiteX33-48391" fmla="*/ 917 w 2254"/>
                  <a:gd name="connsiteY33-48392" fmla="*/ 328 h 4213"/>
                  <a:gd name="connsiteX34-48393" fmla="*/ 850 w 2254"/>
                  <a:gd name="connsiteY34-48394" fmla="*/ 251 h 4213"/>
                  <a:gd name="connsiteX35-48395" fmla="*/ 790 w 2254"/>
                  <a:gd name="connsiteY35-48396" fmla="*/ 217 h 4213"/>
                  <a:gd name="connsiteX36-48397" fmla="*/ 915 w 2254"/>
                  <a:gd name="connsiteY36-48398" fmla="*/ 56 h 4213"/>
                  <a:gd name="connsiteX37-48399" fmla="*/ 1088 w 2254"/>
                  <a:gd name="connsiteY37-48400" fmla="*/ 2 h 4213"/>
                  <a:gd name="connsiteX38-48401" fmla="*/ 1120 w 2254"/>
                  <a:gd name="connsiteY38-48402" fmla="*/ 49 h 4213"/>
                  <a:gd name="connsiteX39-48403" fmla="*/ 1110 w 2254"/>
                  <a:gd name="connsiteY39-48404" fmla="*/ 133 h 4213"/>
                  <a:gd name="connsiteX40-48405" fmla="*/ 1049 w 2254"/>
                  <a:gd name="connsiteY40-48406" fmla="*/ 243 h 4213"/>
                  <a:gd name="connsiteX41-48407" fmla="*/ 1119 w 2254"/>
                  <a:gd name="connsiteY41-48408" fmla="*/ 301 h 4213"/>
                  <a:gd name="connsiteX42-48409" fmla="*/ 1233 w 2254"/>
                  <a:gd name="connsiteY42-48410" fmla="*/ 366 h 4213"/>
                  <a:gd name="connsiteX43-48411" fmla="*/ 1253 w 2254"/>
                  <a:gd name="connsiteY43-48412" fmla="*/ 255 h 4213"/>
                  <a:gd name="connsiteX44-48413" fmla="*/ 1387 w 2254"/>
                  <a:gd name="connsiteY44-48414" fmla="*/ 291 h 4213"/>
                  <a:gd name="connsiteX45-48415" fmla="*/ 1412 w 2254"/>
                  <a:gd name="connsiteY45-48416" fmla="*/ 331 h 4213"/>
                  <a:gd name="connsiteX46-48417" fmla="*/ 1488 w 2254"/>
                  <a:gd name="connsiteY46-48418" fmla="*/ 562 h 4213"/>
                  <a:gd name="connsiteX47-48419" fmla="*/ 1523 w 2254"/>
                  <a:gd name="connsiteY47-48420" fmla="*/ 586 h 4213"/>
                  <a:gd name="connsiteX48-48421" fmla="*/ 1615 w 2254"/>
                  <a:gd name="connsiteY48-48422" fmla="*/ 578 h 4213"/>
                  <a:gd name="connsiteX49-48423" fmla="*/ 1875 w 2254"/>
                  <a:gd name="connsiteY49-48424" fmla="*/ 490 h 4213"/>
                  <a:gd name="connsiteX50-48425" fmla="*/ 2095 w 2254"/>
                  <a:gd name="connsiteY50-48426" fmla="*/ 479 h 4213"/>
                  <a:gd name="connsiteX51-48427" fmla="*/ 2155 w 2254"/>
                  <a:gd name="connsiteY51-48428" fmla="*/ 648 h 4213"/>
                  <a:gd name="connsiteX52-48429" fmla="*/ 2073 w 2254"/>
                  <a:gd name="connsiteY52-48430" fmla="*/ 944 h 4213"/>
                  <a:gd name="connsiteX53-48431" fmla="*/ 2073 w 2254"/>
                  <a:gd name="connsiteY53-48432" fmla="*/ 1022 h 4213"/>
                  <a:gd name="connsiteX54-48433" fmla="*/ 2142 w 2254"/>
                  <a:gd name="connsiteY54-48434" fmla="*/ 1168 h 4213"/>
                  <a:gd name="connsiteX55-48435" fmla="*/ 2157 w 2254"/>
                  <a:gd name="connsiteY55-48436" fmla="*/ 1427 h 4213"/>
                  <a:gd name="connsiteX56-48437" fmla="*/ 2159 w 2254"/>
                  <a:gd name="connsiteY56-48438" fmla="*/ 1617 h 4213"/>
                  <a:gd name="connsiteX57-48439" fmla="*/ 2092 w 2254"/>
                  <a:gd name="connsiteY57-48440" fmla="*/ 1625 h 4213"/>
                  <a:gd name="connsiteX58-48441" fmla="*/ 2070 w 2254"/>
                  <a:gd name="connsiteY58-48442" fmla="*/ 1507 h 4213"/>
                  <a:gd name="connsiteX59-48443" fmla="*/ 2035 w 2254"/>
                  <a:gd name="connsiteY59-48444" fmla="*/ 1450 h 4213"/>
                  <a:gd name="connsiteX60-48445" fmla="*/ 1945 w 2254"/>
                  <a:gd name="connsiteY60-48446" fmla="*/ 1582 h 4213"/>
                  <a:gd name="connsiteX61-48447" fmla="*/ 1832 w 2254"/>
                  <a:gd name="connsiteY61-48448" fmla="*/ 1776 h 4213"/>
                  <a:gd name="connsiteX62-48449" fmla="*/ 1713 w 2254"/>
                  <a:gd name="connsiteY62-48450" fmla="*/ 1904 h 4213"/>
                  <a:gd name="connsiteX63-48451" fmla="*/ 1706 w 2254"/>
                  <a:gd name="connsiteY63-48452" fmla="*/ 2018 h 4213"/>
                  <a:gd name="connsiteX64-48453" fmla="*/ 1766 w 2254"/>
                  <a:gd name="connsiteY64-48454" fmla="*/ 2115 h 4213"/>
                  <a:gd name="connsiteX65-48455" fmla="*/ 1868 w 2254"/>
                  <a:gd name="connsiteY65-48456" fmla="*/ 2183 h 4213"/>
                  <a:gd name="connsiteX66-48457" fmla="*/ 1945 w 2254"/>
                  <a:gd name="connsiteY66-48458" fmla="*/ 2178 h 4213"/>
                  <a:gd name="connsiteX67-48459" fmla="*/ 1990 w 2254"/>
                  <a:gd name="connsiteY67-48460" fmla="*/ 2104 h 4213"/>
                  <a:gd name="connsiteX68-48461" fmla="*/ 2024 w 2254"/>
                  <a:gd name="connsiteY68-48462" fmla="*/ 2210 h 4213"/>
                  <a:gd name="connsiteX69-48463" fmla="*/ 1912 w 2254"/>
                  <a:gd name="connsiteY69-48464" fmla="*/ 2249 h 4213"/>
                  <a:gd name="connsiteX70-48465" fmla="*/ 1959 w 2254"/>
                  <a:gd name="connsiteY70-48466" fmla="*/ 2362 h 4213"/>
                  <a:gd name="connsiteX71-48467" fmla="*/ 1824 w 2254"/>
                  <a:gd name="connsiteY71-48468" fmla="*/ 2509 h 4213"/>
                  <a:gd name="connsiteX72-48469" fmla="*/ 1783 w 2254"/>
                  <a:gd name="connsiteY72-48470" fmla="*/ 2498 h 4213"/>
                  <a:gd name="connsiteX73-48471" fmla="*/ 1659 w 2254"/>
                  <a:gd name="connsiteY73-48472" fmla="*/ 2413 h 4213"/>
                  <a:gd name="connsiteX74-48473" fmla="*/ 1604 w 2254"/>
                  <a:gd name="connsiteY74-48474" fmla="*/ 2412 h 4213"/>
                  <a:gd name="connsiteX75-48475" fmla="*/ 1569 w 2254"/>
                  <a:gd name="connsiteY75-48476" fmla="*/ 2480 h 4213"/>
                  <a:gd name="connsiteX76-48477" fmla="*/ 1572 w 2254"/>
                  <a:gd name="connsiteY76-48478" fmla="*/ 2562 h 4213"/>
                  <a:gd name="connsiteX77-48479" fmla="*/ 1750 w 2254"/>
                  <a:gd name="connsiteY77-48480" fmla="*/ 2730 h 4213"/>
                  <a:gd name="connsiteX78-48481" fmla="*/ 1749 w 2254"/>
                  <a:gd name="connsiteY78-48482" fmla="*/ 2844 h 4213"/>
                  <a:gd name="connsiteX79-48483" fmla="*/ 1840 w 2254"/>
                  <a:gd name="connsiteY79-48484" fmla="*/ 3060 h 4213"/>
                  <a:gd name="connsiteX80-48485" fmla="*/ 1866 w 2254"/>
                  <a:gd name="connsiteY80-48486" fmla="*/ 3090 h 4213"/>
                  <a:gd name="connsiteX81-48487" fmla="*/ 1910 w 2254"/>
                  <a:gd name="connsiteY81-48488" fmla="*/ 3094 h 4213"/>
                  <a:gd name="connsiteX82-48489" fmla="*/ 1956 w 2254"/>
                  <a:gd name="connsiteY82-48490" fmla="*/ 3010 h 4213"/>
                  <a:gd name="connsiteX83-48491" fmla="*/ 2036 w 2254"/>
                  <a:gd name="connsiteY83-48492" fmla="*/ 2950 h 4213"/>
                  <a:gd name="connsiteX84-48493" fmla="*/ 2131 w 2254"/>
                  <a:gd name="connsiteY84-48494" fmla="*/ 3126 h 4213"/>
                  <a:gd name="connsiteX85-48495" fmla="*/ 2241 w 2254"/>
                  <a:gd name="connsiteY85-48496" fmla="*/ 3312 h 4213"/>
                  <a:gd name="connsiteX86-48497" fmla="*/ 2254 w 2254"/>
                  <a:gd name="connsiteY86-48498" fmla="*/ 3342 h 4213"/>
                  <a:gd name="connsiteX87-48499" fmla="*/ 2243 w 2254"/>
                  <a:gd name="connsiteY87-48500" fmla="*/ 3518 h 4213"/>
                  <a:gd name="connsiteX88-48501" fmla="*/ 2208 w 2254"/>
                  <a:gd name="connsiteY88-48502" fmla="*/ 3554 h 4213"/>
                  <a:gd name="connsiteX89-48503" fmla="*/ 2119 w 2254"/>
                  <a:gd name="connsiteY89-48504" fmla="*/ 3515 h 4213"/>
                  <a:gd name="connsiteX90-48505" fmla="*/ 1885 w 2254"/>
                  <a:gd name="connsiteY90-48506" fmla="*/ 3644 h 4213"/>
                  <a:gd name="connsiteX91-48507" fmla="*/ 1859 w 2254"/>
                  <a:gd name="connsiteY91-48508" fmla="*/ 3666 h 4213"/>
                  <a:gd name="connsiteX92-48509" fmla="*/ 1679 w 2254"/>
                  <a:gd name="connsiteY92-48510" fmla="*/ 3812 h 4213"/>
                  <a:gd name="connsiteX93-48511" fmla="*/ 1538 w 2254"/>
                  <a:gd name="connsiteY93-48512" fmla="*/ 3926 h 4213"/>
                  <a:gd name="connsiteX94-48513" fmla="*/ 1503 w 2254"/>
                  <a:gd name="connsiteY94-48514" fmla="*/ 3965 h 4213"/>
                  <a:gd name="connsiteX95-48515" fmla="*/ 1451 w 2254"/>
                  <a:gd name="connsiteY95-48516" fmla="*/ 3973 h 4213"/>
                  <a:gd name="connsiteX96-48517" fmla="*/ 1394 w 2254"/>
                  <a:gd name="connsiteY96-48518" fmla="*/ 3916 h 4213"/>
                  <a:gd name="connsiteX97-48519" fmla="*/ 1270 w 2254"/>
                  <a:gd name="connsiteY97-48520" fmla="*/ 3808 h 4213"/>
                  <a:gd name="connsiteX98-48521" fmla="*/ 1294 w 2254"/>
                  <a:gd name="connsiteY98-48522" fmla="*/ 4064 h 4213"/>
                  <a:gd name="connsiteX99-48523" fmla="*/ 1303 w 2254"/>
                  <a:gd name="connsiteY99-48524" fmla="*/ 4192 h 4213"/>
                  <a:gd name="connsiteX100-48525" fmla="*/ 1041 w 2254"/>
                  <a:gd name="connsiteY100-48526" fmla="*/ 4166 h 4213"/>
                  <a:gd name="connsiteX101-48527" fmla="*/ 959 w 2254"/>
                  <a:gd name="connsiteY101-48528" fmla="*/ 3987 h 4213"/>
                  <a:gd name="connsiteX102-48529" fmla="*/ 877 w 2254"/>
                  <a:gd name="connsiteY102-48530" fmla="*/ 3802 h 4213"/>
                  <a:gd name="connsiteX103-48531" fmla="*/ 798 w 2254"/>
                  <a:gd name="connsiteY103-48532" fmla="*/ 3734 h 4213"/>
                  <a:gd name="connsiteX0-48533" fmla="*/ 798 w 2254"/>
                  <a:gd name="connsiteY0-48534" fmla="*/ 3734 h 4213"/>
                  <a:gd name="connsiteX1-48535" fmla="*/ 679 w 2254"/>
                  <a:gd name="connsiteY1-48536" fmla="*/ 3800 h 4213"/>
                  <a:gd name="connsiteX2-48537" fmla="*/ 695 w 2254"/>
                  <a:gd name="connsiteY2-48538" fmla="*/ 3662 h 4213"/>
                  <a:gd name="connsiteX3-48539" fmla="*/ 633 w 2254"/>
                  <a:gd name="connsiteY3-48540" fmla="*/ 3500 h 4213"/>
                  <a:gd name="connsiteX4-48541" fmla="*/ 742 w 2254"/>
                  <a:gd name="connsiteY4-48542" fmla="*/ 3280 h 4213"/>
                  <a:gd name="connsiteX5-48543" fmla="*/ 932 w 2254"/>
                  <a:gd name="connsiteY5-48544" fmla="*/ 3195 h 4213"/>
                  <a:gd name="connsiteX6-48545" fmla="*/ 1107 w 2254"/>
                  <a:gd name="connsiteY6-48546" fmla="*/ 3058 h 4213"/>
                  <a:gd name="connsiteX7-48547" fmla="*/ 1112 w 2254"/>
                  <a:gd name="connsiteY7-48548" fmla="*/ 2878 h 4213"/>
                  <a:gd name="connsiteX8-48549" fmla="*/ 1123 w 2254"/>
                  <a:gd name="connsiteY8-48550" fmla="*/ 2878 h 4213"/>
                  <a:gd name="connsiteX9-48551" fmla="*/ 1215 w 2254"/>
                  <a:gd name="connsiteY9-48552" fmla="*/ 2615 h 4213"/>
                  <a:gd name="connsiteX10-48553" fmla="*/ 1184 w 2254"/>
                  <a:gd name="connsiteY10-48554" fmla="*/ 2346 h 4213"/>
                  <a:gd name="connsiteX11-48555" fmla="*/ 1068 w 2254"/>
                  <a:gd name="connsiteY11-48556" fmla="*/ 2333 h 4213"/>
                  <a:gd name="connsiteX12-48557" fmla="*/ 1066 w 2254"/>
                  <a:gd name="connsiteY12-48558" fmla="*/ 2117 h 4213"/>
                  <a:gd name="connsiteX13-48559" fmla="*/ 990 w 2254"/>
                  <a:gd name="connsiteY13-48560" fmla="*/ 2039 h 4213"/>
                  <a:gd name="connsiteX14-48561" fmla="*/ 847 w 2254"/>
                  <a:gd name="connsiteY14-48562" fmla="*/ 1951 h 4213"/>
                  <a:gd name="connsiteX15-48563" fmla="*/ 755 w 2254"/>
                  <a:gd name="connsiteY15-48564" fmla="*/ 1827 h 4213"/>
                  <a:gd name="connsiteX16-48565" fmla="*/ 659 w 2254"/>
                  <a:gd name="connsiteY16-48566" fmla="*/ 1828 h 4213"/>
                  <a:gd name="connsiteX17-48567" fmla="*/ 614 w 2254"/>
                  <a:gd name="connsiteY17-48568" fmla="*/ 1883 h 4213"/>
                  <a:gd name="connsiteX18-48569" fmla="*/ 521 w 2254"/>
                  <a:gd name="connsiteY18-48570" fmla="*/ 1877 h 4213"/>
                  <a:gd name="connsiteX19-48571" fmla="*/ 501 w 2254"/>
                  <a:gd name="connsiteY19-48572" fmla="*/ 1994 h 4213"/>
                  <a:gd name="connsiteX20-48573" fmla="*/ 320 w 2254"/>
                  <a:gd name="connsiteY20-48574" fmla="*/ 1941 h 4213"/>
                  <a:gd name="connsiteX21-48575" fmla="*/ 237 w 2254"/>
                  <a:gd name="connsiteY21-48576" fmla="*/ 1939 h 4213"/>
                  <a:gd name="connsiteX22-48577" fmla="*/ 112 w 2254"/>
                  <a:gd name="connsiteY22-48578" fmla="*/ 2014 h 4213"/>
                  <a:gd name="connsiteX23-48579" fmla="*/ 0 w 2254"/>
                  <a:gd name="connsiteY23-48580" fmla="*/ 1890 h 4213"/>
                  <a:gd name="connsiteX24-48581" fmla="*/ 94 w 2254"/>
                  <a:gd name="connsiteY24-48582" fmla="*/ 1804 h 4213"/>
                  <a:gd name="connsiteX25-48583" fmla="*/ 98 w 2254"/>
                  <a:gd name="connsiteY25-48584" fmla="*/ 1634 h 4213"/>
                  <a:gd name="connsiteX26-48585" fmla="*/ 153 w 2254"/>
                  <a:gd name="connsiteY26-48586" fmla="*/ 1514 h 4213"/>
                  <a:gd name="connsiteX27-48587" fmla="*/ 196 w 2254"/>
                  <a:gd name="connsiteY27-48588" fmla="*/ 1306 h 4213"/>
                  <a:gd name="connsiteX28-48589" fmla="*/ 256 w 2254"/>
                  <a:gd name="connsiteY28-48590" fmla="*/ 1307 h 4213"/>
                  <a:gd name="connsiteX29-48591" fmla="*/ 579 w 2254"/>
                  <a:gd name="connsiteY29-48592" fmla="*/ 1286 h 4213"/>
                  <a:gd name="connsiteX30-48593" fmla="*/ 753 w 2254"/>
                  <a:gd name="connsiteY30-48594" fmla="*/ 1117 h 4213"/>
                  <a:gd name="connsiteX31-48595" fmla="*/ 822 w 2254"/>
                  <a:gd name="connsiteY31-48596" fmla="*/ 748 h 4213"/>
                  <a:gd name="connsiteX32-48597" fmla="*/ 932 w 2254"/>
                  <a:gd name="connsiteY32-48598" fmla="*/ 486 h 4213"/>
                  <a:gd name="connsiteX33-48599" fmla="*/ 930 w 2254"/>
                  <a:gd name="connsiteY33-48600" fmla="*/ 358 h 4213"/>
                  <a:gd name="connsiteX34-48601" fmla="*/ 917 w 2254"/>
                  <a:gd name="connsiteY34-48602" fmla="*/ 328 h 4213"/>
                  <a:gd name="connsiteX35-48603" fmla="*/ 850 w 2254"/>
                  <a:gd name="connsiteY35-48604" fmla="*/ 251 h 4213"/>
                  <a:gd name="connsiteX36-48605" fmla="*/ 790 w 2254"/>
                  <a:gd name="connsiteY36-48606" fmla="*/ 217 h 4213"/>
                  <a:gd name="connsiteX37-48607" fmla="*/ 915 w 2254"/>
                  <a:gd name="connsiteY37-48608" fmla="*/ 56 h 4213"/>
                  <a:gd name="connsiteX38-48609" fmla="*/ 1088 w 2254"/>
                  <a:gd name="connsiteY38-48610" fmla="*/ 2 h 4213"/>
                  <a:gd name="connsiteX39-48611" fmla="*/ 1120 w 2254"/>
                  <a:gd name="connsiteY39-48612" fmla="*/ 49 h 4213"/>
                  <a:gd name="connsiteX40-48613" fmla="*/ 1110 w 2254"/>
                  <a:gd name="connsiteY40-48614" fmla="*/ 133 h 4213"/>
                  <a:gd name="connsiteX41-48615" fmla="*/ 1049 w 2254"/>
                  <a:gd name="connsiteY41-48616" fmla="*/ 243 h 4213"/>
                  <a:gd name="connsiteX42-48617" fmla="*/ 1119 w 2254"/>
                  <a:gd name="connsiteY42-48618" fmla="*/ 301 h 4213"/>
                  <a:gd name="connsiteX43-48619" fmla="*/ 1233 w 2254"/>
                  <a:gd name="connsiteY43-48620" fmla="*/ 366 h 4213"/>
                  <a:gd name="connsiteX44-48621" fmla="*/ 1253 w 2254"/>
                  <a:gd name="connsiteY44-48622" fmla="*/ 255 h 4213"/>
                  <a:gd name="connsiteX45-48623" fmla="*/ 1387 w 2254"/>
                  <a:gd name="connsiteY45-48624" fmla="*/ 291 h 4213"/>
                  <a:gd name="connsiteX46-48625" fmla="*/ 1412 w 2254"/>
                  <a:gd name="connsiteY46-48626" fmla="*/ 331 h 4213"/>
                  <a:gd name="connsiteX47-48627" fmla="*/ 1488 w 2254"/>
                  <a:gd name="connsiteY47-48628" fmla="*/ 562 h 4213"/>
                  <a:gd name="connsiteX48-48629" fmla="*/ 1523 w 2254"/>
                  <a:gd name="connsiteY48-48630" fmla="*/ 586 h 4213"/>
                  <a:gd name="connsiteX49-48631" fmla="*/ 1615 w 2254"/>
                  <a:gd name="connsiteY49-48632" fmla="*/ 578 h 4213"/>
                  <a:gd name="connsiteX50-48633" fmla="*/ 1875 w 2254"/>
                  <a:gd name="connsiteY50-48634" fmla="*/ 490 h 4213"/>
                  <a:gd name="connsiteX51-48635" fmla="*/ 2095 w 2254"/>
                  <a:gd name="connsiteY51-48636" fmla="*/ 479 h 4213"/>
                  <a:gd name="connsiteX52-48637" fmla="*/ 2155 w 2254"/>
                  <a:gd name="connsiteY52-48638" fmla="*/ 648 h 4213"/>
                  <a:gd name="connsiteX53-48639" fmla="*/ 2073 w 2254"/>
                  <a:gd name="connsiteY53-48640" fmla="*/ 944 h 4213"/>
                  <a:gd name="connsiteX54-48641" fmla="*/ 2073 w 2254"/>
                  <a:gd name="connsiteY54-48642" fmla="*/ 1022 h 4213"/>
                  <a:gd name="connsiteX55-48643" fmla="*/ 2142 w 2254"/>
                  <a:gd name="connsiteY55-48644" fmla="*/ 1168 h 4213"/>
                  <a:gd name="connsiteX56-48645" fmla="*/ 2157 w 2254"/>
                  <a:gd name="connsiteY56-48646" fmla="*/ 1427 h 4213"/>
                  <a:gd name="connsiteX57-48647" fmla="*/ 2159 w 2254"/>
                  <a:gd name="connsiteY57-48648" fmla="*/ 1617 h 4213"/>
                  <a:gd name="connsiteX58-48649" fmla="*/ 2092 w 2254"/>
                  <a:gd name="connsiteY58-48650" fmla="*/ 1625 h 4213"/>
                  <a:gd name="connsiteX59-48651" fmla="*/ 2070 w 2254"/>
                  <a:gd name="connsiteY59-48652" fmla="*/ 1507 h 4213"/>
                  <a:gd name="connsiteX60-48653" fmla="*/ 2035 w 2254"/>
                  <a:gd name="connsiteY60-48654" fmla="*/ 1450 h 4213"/>
                  <a:gd name="connsiteX61-48655" fmla="*/ 1945 w 2254"/>
                  <a:gd name="connsiteY61-48656" fmla="*/ 1582 h 4213"/>
                  <a:gd name="connsiteX62-48657" fmla="*/ 1832 w 2254"/>
                  <a:gd name="connsiteY62-48658" fmla="*/ 1776 h 4213"/>
                  <a:gd name="connsiteX63-48659" fmla="*/ 1713 w 2254"/>
                  <a:gd name="connsiteY63-48660" fmla="*/ 1904 h 4213"/>
                  <a:gd name="connsiteX64-48661" fmla="*/ 1706 w 2254"/>
                  <a:gd name="connsiteY64-48662" fmla="*/ 2018 h 4213"/>
                  <a:gd name="connsiteX65-48663" fmla="*/ 1766 w 2254"/>
                  <a:gd name="connsiteY65-48664" fmla="*/ 2115 h 4213"/>
                  <a:gd name="connsiteX66-48665" fmla="*/ 1868 w 2254"/>
                  <a:gd name="connsiteY66-48666" fmla="*/ 2183 h 4213"/>
                  <a:gd name="connsiteX67-48667" fmla="*/ 1945 w 2254"/>
                  <a:gd name="connsiteY67-48668" fmla="*/ 2178 h 4213"/>
                  <a:gd name="connsiteX68-48669" fmla="*/ 1990 w 2254"/>
                  <a:gd name="connsiteY68-48670" fmla="*/ 2104 h 4213"/>
                  <a:gd name="connsiteX69-48671" fmla="*/ 2024 w 2254"/>
                  <a:gd name="connsiteY69-48672" fmla="*/ 2210 h 4213"/>
                  <a:gd name="connsiteX70-48673" fmla="*/ 1912 w 2254"/>
                  <a:gd name="connsiteY70-48674" fmla="*/ 2249 h 4213"/>
                  <a:gd name="connsiteX71-48675" fmla="*/ 1959 w 2254"/>
                  <a:gd name="connsiteY71-48676" fmla="*/ 2362 h 4213"/>
                  <a:gd name="connsiteX72-48677" fmla="*/ 1824 w 2254"/>
                  <a:gd name="connsiteY72-48678" fmla="*/ 2509 h 4213"/>
                  <a:gd name="connsiteX73-48679" fmla="*/ 1783 w 2254"/>
                  <a:gd name="connsiteY73-48680" fmla="*/ 2498 h 4213"/>
                  <a:gd name="connsiteX74-48681" fmla="*/ 1659 w 2254"/>
                  <a:gd name="connsiteY74-48682" fmla="*/ 2413 h 4213"/>
                  <a:gd name="connsiteX75-48683" fmla="*/ 1604 w 2254"/>
                  <a:gd name="connsiteY75-48684" fmla="*/ 2412 h 4213"/>
                  <a:gd name="connsiteX76-48685" fmla="*/ 1569 w 2254"/>
                  <a:gd name="connsiteY76-48686" fmla="*/ 2480 h 4213"/>
                  <a:gd name="connsiteX77-48687" fmla="*/ 1572 w 2254"/>
                  <a:gd name="connsiteY77-48688" fmla="*/ 2562 h 4213"/>
                  <a:gd name="connsiteX78-48689" fmla="*/ 1750 w 2254"/>
                  <a:gd name="connsiteY78-48690" fmla="*/ 2730 h 4213"/>
                  <a:gd name="connsiteX79-48691" fmla="*/ 1749 w 2254"/>
                  <a:gd name="connsiteY79-48692" fmla="*/ 2844 h 4213"/>
                  <a:gd name="connsiteX80-48693" fmla="*/ 1840 w 2254"/>
                  <a:gd name="connsiteY80-48694" fmla="*/ 3060 h 4213"/>
                  <a:gd name="connsiteX81-48695" fmla="*/ 1866 w 2254"/>
                  <a:gd name="connsiteY81-48696" fmla="*/ 3090 h 4213"/>
                  <a:gd name="connsiteX82-48697" fmla="*/ 1910 w 2254"/>
                  <a:gd name="connsiteY82-48698" fmla="*/ 3094 h 4213"/>
                  <a:gd name="connsiteX83-48699" fmla="*/ 1956 w 2254"/>
                  <a:gd name="connsiteY83-48700" fmla="*/ 3010 h 4213"/>
                  <a:gd name="connsiteX84-48701" fmla="*/ 2036 w 2254"/>
                  <a:gd name="connsiteY84-48702" fmla="*/ 2950 h 4213"/>
                  <a:gd name="connsiteX85-48703" fmla="*/ 2131 w 2254"/>
                  <a:gd name="connsiteY85-48704" fmla="*/ 3126 h 4213"/>
                  <a:gd name="connsiteX86-48705" fmla="*/ 2241 w 2254"/>
                  <a:gd name="connsiteY86-48706" fmla="*/ 3312 h 4213"/>
                  <a:gd name="connsiteX87-48707" fmla="*/ 2254 w 2254"/>
                  <a:gd name="connsiteY87-48708" fmla="*/ 3342 h 4213"/>
                  <a:gd name="connsiteX88-48709" fmla="*/ 2243 w 2254"/>
                  <a:gd name="connsiteY88-48710" fmla="*/ 3518 h 4213"/>
                  <a:gd name="connsiteX89-48711" fmla="*/ 2208 w 2254"/>
                  <a:gd name="connsiteY89-48712" fmla="*/ 3554 h 4213"/>
                  <a:gd name="connsiteX90-48713" fmla="*/ 2119 w 2254"/>
                  <a:gd name="connsiteY90-48714" fmla="*/ 3515 h 4213"/>
                  <a:gd name="connsiteX91-48715" fmla="*/ 1885 w 2254"/>
                  <a:gd name="connsiteY91-48716" fmla="*/ 3644 h 4213"/>
                  <a:gd name="connsiteX92-48717" fmla="*/ 1859 w 2254"/>
                  <a:gd name="connsiteY92-48718" fmla="*/ 3666 h 4213"/>
                  <a:gd name="connsiteX93-48719" fmla="*/ 1679 w 2254"/>
                  <a:gd name="connsiteY93-48720" fmla="*/ 3812 h 4213"/>
                  <a:gd name="connsiteX94-48721" fmla="*/ 1538 w 2254"/>
                  <a:gd name="connsiteY94-48722" fmla="*/ 3926 h 4213"/>
                  <a:gd name="connsiteX95-48723" fmla="*/ 1503 w 2254"/>
                  <a:gd name="connsiteY95-48724" fmla="*/ 3965 h 4213"/>
                  <a:gd name="connsiteX96-48725" fmla="*/ 1451 w 2254"/>
                  <a:gd name="connsiteY96-48726" fmla="*/ 3973 h 4213"/>
                  <a:gd name="connsiteX97-48727" fmla="*/ 1394 w 2254"/>
                  <a:gd name="connsiteY97-48728" fmla="*/ 3916 h 4213"/>
                  <a:gd name="connsiteX98-48729" fmla="*/ 1270 w 2254"/>
                  <a:gd name="connsiteY98-48730" fmla="*/ 3808 h 4213"/>
                  <a:gd name="connsiteX99-48731" fmla="*/ 1294 w 2254"/>
                  <a:gd name="connsiteY99-48732" fmla="*/ 4064 h 4213"/>
                  <a:gd name="connsiteX100-48733" fmla="*/ 1303 w 2254"/>
                  <a:gd name="connsiteY100-48734" fmla="*/ 4192 h 4213"/>
                  <a:gd name="connsiteX101-48735" fmla="*/ 1041 w 2254"/>
                  <a:gd name="connsiteY101-48736" fmla="*/ 4166 h 4213"/>
                  <a:gd name="connsiteX102-48737" fmla="*/ 959 w 2254"/>
                  <a:gd name="connsiteY102-48738" fmla="*/ 3987 h 4213"/>
                  <a:gd name="connsiteX103-48739" fmla="*/ 877 w 2254"/>
                  <a:gd name="connsiteY103-48740" fmla="*/ 3802 h 4213"/>
                  <a:gd name="connsiteX104-48741" fmla="*/ 798 w 2254"/>
                  <a:gd name="connsiteY104-48742" fmla="*/ 3734 h 4213"/>
                  <a:gd name="connsiteX0-48743" fmla="*/ 798 w 2254"/>
                  <a:gd name="connsiteY0-48744" fmla="*/ 3734 h 4213"/>
                  <a:gd name="connsiteX1-48745" fmla="*/ 679 w 2254"/>
                  <a:gd name="connsiteY1-48746" fmla="*/ 3800 h 4213"/>
                  <a:gd name="connsiteX2-48747" fmla="*/ 695 w 2254"/>
                  <a:gd name="connsiteY2-48748" fmla="*/ 3662 h 4213"/>
                  <a:gd name="connsiteX3-48749" fmla="*/ 633 w 2254"/>
                  <a:gd name="connsiteY3-48750" fmla="*/ 3500 h 4213"/>
                  <a:gd name="connsiteX4-48751" fmla="*/ 742 w 2254"/>
                  <a:gd name="connsiteY4-48752" fmla="*/ 3280 h 4213"/>
                  <a:gd name="connsiteX5-48753" fmla="*/ 932 w 2254"/>
                  <a:gd name="connsiteY5-48754" fmla="*/ 3195 h 4213"/>
                  <a:gd name="connsiteX6-48755" fmla="*/ 1107 w 2254"/>
                  <a:gd name="connsiteY6-48756" fmla="*/ 3058 h 4213"/>
                  <a:gd name="connsiteX7-48757" fmla="*/ 1112 w 2254"/>
                  <a:gd name="connsiteY7-48758" fmla="*/ 2878 h 4213"/>
                  <a:gd name="connsiteX8-48759" fmla="*/ 1195 w 2254"/>
                  <a:gd name="connsiteY8-48760" fmla="*/ 2878 h 4213"/>
                  <a:gd name="connsiteX9-48761" fmla="*/ 1215 w 2254"/>
                  <a:gd name="connsiteY9-48762" fmla="*/ 2615 h 4213"/>
                  <a:gd name="connsiteX10-48763" fmla="*/ 1184 w 2254"/>
                  <a:gd name="connsiteY10-48764" fmla="*/ 2346 h 4213"/>
                  <a:gd name="connsiteX11-48765" fmla="*/ 1068 w 2254"/>
                  <a:gd name="connsiteY11-48766" fmla="*/ 2333 h 4213"/>
                  <a:gd name="connsiteX12-48767" fmla="*/ 1066 w 2254"/>
                  <a:gd name="connsiteY12-48768" fmla="*/ 2117 h 4213"/>
                  <a:gd name="connsiteX13-48769" fmla="*/ 990 w 2254"/>
                  <a:gd name="connsiteY13-48770" fmla="*/ 2039 h 4213"/>
                  <a:gd name="connsiteX14-48771" fmla="*/ 847 w 2254"/>
                  <a:gd name="connsiteY14-48772" fmla="*/ 1951 h 4213"/>
                  <a:gd name="connsiteX15-48773" fmla="*/ 755 w 2254"/>
                  <a:gd name="connsiteY15-48774" fmla="*/ 1827 h 4213"/>
                  <a:gd name="connsiteX16-48775" fmla="*/ 659 w 2254"/>
                  <a:gd name="connsiteY16-48776" fmla="*/ 1828 h 4213"/>
                  <a:gd name="connsiteX17-48777" fmla="*/ 614 w 2254"/>
                  <a:gd name="connsiteY17-48778" fmla="*/ 1883 h 4213"/>
                  <a:gd name="connsiteX18-48779" fmla="*/ 521 w 2254"/>
                  <a:gd name="connsiteY18-48780" fmla="*/ 1877 h 4213"/>
                  <a:gd name="connsiteX19-48781" fmla="*/ 501 w 2254"/>
                  <a:gd name="connsiteY19-48782" fmla="*/ 1994 h 4213"/>
                  <a:gd name="connsiteX20-48783" fmla="*/ 320 w 2254"/>
                  <a:gd name="connsiteY20-48784" fmla="*/ 1941 h 4213"/>
                  <a:gd name="connsiteX21-48785" fmla="*/ 237 w 2254"/>
                  <a:gd name="connsiteY21-48786" fmla="*/ 1939 h 4213"/>
                  <a:gd name="connsiteX22-48787" fmla="*/ 112 w 2254"/>
                  <a:gd name="connsiteY22-48788" fmla="*/ 2014 h 4213"/>
                  <a:gd name="connsiteX23-48789" fmla="*/ 0 w 2254"/>
                  <a:gd name="connsiteY23-48790" fmla="*/ 1890 h 4213"/>
                  <a:gd name="connsiteX24-48791" fmla="*/ 94 w 2254"/>
                  <a:gd name="connsiteY24-48792" fmla="*/ 1804 h 4213"/>
                  <a:gd name="connsiteX25-48793" fmla="*/ 98 w 2254"/>
                  <a:gd name="connsiteY25-48794" fmla="*/ 1634 h 4213"/>
                  <a:gd name="connsiteX26-48795" fmla="*/ 153 w 2254"/>
                  <a:gd name="connsiteY26-48796" fmla="*/ 1514 h 4213"/>
                  <a:gd name="connsiteX27-48797" fmla="*/ 196 w 2254"/>
                  <a:gd name="connsiteY27-48798" fmla="*/ 1306 h 4213"/>
                  <a:gd name="connsiteX28-48799" fmla="*/ 256 w 2254"/>
                  <a:gd name="connsiteY28-48800" fmla="*/ 1307 h 4213"/>
                  <a:gd name="connsiteX29-48801" fmla="*/ 579 w 2254"/>
                  <a:gd name="connsiteY29-48802" fmla="*/ 1286 h 4213"/>
                  <a:gd name="connsiteX30-48803" fmla="*/ 753 w 2254"/>
                  <a:gd name="connsiteY30-48804" fmla="*/ 1117 h 4213"/>
                  <a:gd name="connsiteX31-48805" fmla="*/ 822 w 2254"/>
                  <a:gd name="connsiteY31-48806" fmla="*/ 748 h 4213"/>
                  <a:gd name="connsiteX32-48807" fmla="*/ 932 w 2254"/>
                  <a:gd name="connsiteY32-48808" fmla="*/ 486 h 4213"/>
                  <a:gd name="connsiteX33-48809" fmla="*/ 930 w 2254"/>
                  <a:gd name="connsiteY33-48810" fmla="*/ 358 h 4213"/>
                  <a:gd name="connsiteX34-48811" fmla="*/ 917 w 2254"/>
                  <a:gd name="connsiteY34-48812" fmla="*/ 328 h 4213"/>
                  <a:gd name="connsiteX35-48813" fmla="*/ 850 w 2254"/>
                  <a:gd name="connsiteY35-48814" fmla="*/ 251 h 4213"/>
                  <a:gd name="connsiteX36-48815" fmla="*/ 790 w 2254"/>
                  <a:gd name="connsiteY36-48816" fmla="*/ 217 h 4213"/>
                  <a:gd name="connsiteX37-48817" fmla="*/ 915 w 2254"/>
                  <a:gd name="connsiteY37-48818" fmla="*/ 56 h 4213"/>
                  <a:gd name="connsiteX38-48819" fmla="*/ 1088 w 2254"/>
                  <a:gd name="connsiteY38-48820" fmla="*/ 2 h 4213"/>
                  <a:gd name="connsiteX39-48821" fmla="*/ 1120 w 2254"/>
                  <a:gd name="connsiteY39-48822" fmla="*/ 49 h 4213"/>
                  <a:gd name="connsiteX40-48823" fmla="*/ 1110 w 2254"/>
                  <a:gd name="connsiteY40-48824" fmla="*/ 133 h 4213"/>
                  <a:gd name="connsiteX41-48825" fmla="*/ 1049 w 2254"/>
                  <a:gd name="connsiteY41-48826" fmla="*/ 243 h 4213"/>
                  <a:gd name="connsiteX42-48827" fmla="*/ 1119 w 2254"/>
                  <a:gd name="connsiteY42-48828" fmla="*/ 301 h 4213"/>
                  <a:gd name="connsiteX43-48829" fmla="*/ 1233 w 2254"/>
                  <a:gd name="connsiteY43-48830" fmla="*/ 366 h 4213"/>
                  <a:gd name="connsiteX44-48831" fmla="*/ 1253 w 2254"/>
                  <a:gd name="connsiteY44-48832" fmla="*/ 255 h 4213"/>
                  <a:gd name="connsiteX45-48833" fmla="*/ 1387 w 2254"/>
                  <a:gd name="connsiteY45-48834" fmla="*/ 291 h 4213"/>
                  <a:gd name="connsiteX46-48835" fmla="*/ 1412 w 2254"/>
                  <a:gd name="connsiteY46-48836" fmla="*/ 331 h 4213"/>
                  <a:gd name="connsiteX47-48837" fmla="*/ 1488 w 2254"/>
                  <a:gd name="connsiteY47-48838" fmla="*/ 562 h 4213"/>
                  <a:gd name="connsiteX48-48839" fmla="*/ 1523 w 2254"/>
                  <a:gd name="connsiteY48-48840" fmla="*/ 586 h 4213"/>
                  <a:gd name="connsiteX49-48841" fmla="*/ 1615 w 2254"/>
                  <a:gd name="connsiteY49-48842" fmla="*/ 578 h 4213"/>
                  <a:gd name="connsiteX50-48843" fmla="*/ 1875 w 2254"/>
                  <a:gd name="connsiteY50-48844" fmla="*/ 490 h 4213"/>
                  <a:gd name="connsiteX51-48845" fmla="*/ 2095 w 2254"/>
                  <a:gd name="connsiteY51-48846" fmla="*/ 479 h 4213"/>
                  <a:gd name="connsiteX52-48847" fmla="*/ 2155 w 2254"/>
                  <a:gd name="connsiteY52-48848" fmla="*/ 648 h 4213"/>
                  <a:gd name="connsiteX53-48849" fmla="*/ 2073 w 2254"/>
                  <a:gd name="connsiteY53-48850" fmla="*/ 944 h 4213"/>
                  <a:gd name="connsiteX54-48851" fmla="*/ 2073 w 2254"/>
                  <a:gd name="connsiteY54-48852" fmla="*/ 1022 h 4213"/>
                  <a:gd name="connsiteX55-48853" fmla="*/ 2142 w 2254"/>
                  <a:gd name="connsiteY55-48854" fmla="*/ 1168 h 4213"/>
                  <a:gd name="connsiteX56-48855" fmla="*/ 2157 w 2254"/>
                  <a:gd name="connsiteY56-48856" fmla="*/ 1427 h 4213"/>
                  <a:gd name="connsiteX57-48857" fmla="*/ 2159 w 2254"/>
                  <a:gd name="connsiteY57-48858" fmla="*/ 1617 h 4213"/>
                  <a:gd name="connsiteX58-48859" fmla="*/ 2092 w 2254"/>
                  <a:gd name="connsiteY58-48860" fmla="*/ 1625 h 4213"/>
                  <a:gd name="connsiteX59-48861" fmla="*/ 2070 w 2254"/>
                  <a:gd name="connsiteY59-48862" fmla="*/ 1507 h 4213"/>
                  <a:gd name="connsiteX60-48863" fmla="*/ 2035 w 2254"/>
                  <a:gd name="connsiteY60-48864" fmla="*/ 1450 h 4213"/>
                  <a:gd name="connsiteX61-48865" fmla="*/ 1945 w 2254"/>
                  <a:gd name="connsiteY61-48866" fmla="*/ 1582 h 4213"/>
                  <a:gd name="connsiteX62-48867" fmla="*/ 1832 w 2254"/>
                  <a:gd name="connsiteY62-48868" fmla="*/ 1776 h 4213"/>
                  <a:gd name="connsiteX63-48869" fmla="*/ 1713 w 2254"/>
                  <a:gd name="connsiteY63-48870" fmla="*/ 1904 h 4213"/>
                  <a:gd name="connsiteX64-48871" fmla="*/ 1706 w 2254"/>
                  <a:gd name="connsiteY64-48872" fmla="*/ 2018 h 4213"/>
                  <a:gd name="connsiteX65-48873" fmla="*/ 1766 w 2254"/>
                  <a:gd name="connsiteY65-48874" fmla="*/ 2115 h 4213"/>
                  <a:gd name="connsiteX66-48875" fmla="*/ 1868 w 2254"/>
                  <a:gd name="connsiteY66-48876" fmla="*/ 2183 h 4213"/>
                  <a:gd name="connsiteX67-48877" fmla="*/ 1945 w 2254"/>
                  <a:gd name="connsiteY67-48878" fmla="*/ 2178 h 4213"/>
                  <a:gd name="connsiteX68-48879" fmla="*/ 1990 w 2254"/>
                  <a:gd name="connsiteY68-48880" fmla="*/ 2104 h 4213"/>
                  <a:gd name="connsiteX69-48881" fmla="*/ 2024 w 2254"/>
                  <a:gd name="connsiteY69-48882" fmla="*/ 2210 h 4213"/>
                  <a:gd name="connsiteX70-48883" fmla="*/ 1912 w 2254"/>
                  <a:gd name="connsiteY70-48884" fmla="*/ 2249 h 4213"/>
                  <a:gd name="connsiteX71-48885" fmla="*/ 1959 w 2254"/>
                  <a:gd name="connsiteY71-48886" fmla="*/ 2362 h 4213"/>
                  <a:gd name="connsiteX72-48887" fmla="*/ 1824 w 2254"/>
                  <a:gd name="connsiteY72-48888" fmla="*/ 2509 h 4213"/>
                  <a:gd name="connsiteX73-48889" fmla="*/ 1783 w 2254"/>
                  <a:gd name="connsiteY73-48890" fmla="*/ 2498 h 4213"/>
                  <a:gd name="connsiteX74-48891" fmla="*/ 1659 w 2254"/>
                  <a:gd name="connsiteY74-48892" fmla="*/ 2413 h 4213"/>
                  <a:gd name="connsiteX75-48893" fmla="*/ 1604 w 2254"/>
                  <a:gd name="connsiteY75-48894" fmla="*/ 2412 h 4213"/>
                  <a:gd name="connsiteX76-48895" fmla="*/ 1569 w 2254"/>
                  <a:gd name="connsiteY76-48896" fmla="*/ 2480 h 4213"/>
                  <a:gd name="connsiteX77-48897" fmla="*/ 1572 w 2254"/>
                  <a:gd name="connsiteY77-48898" fmla="*/ 2562 h 4213"/>
                  <a:gd name="connsiteX78-48899" fmla="*/ 1750 w 2254"/>
                  <a:gd name="connsiteY78-48900" fmla="*/ 2730 h 4213"/>
                  <a:gd name="connsiteX79-48901" fmla="*/ 1749 w 2254"/>
                  <a:gd name="connsiteY79-48902" fmla="*/ 2844 h 4213"/>
                  <a:gd name="connsiteX80-48903" fmla="*/ 1840 w 2254"/>
                  <a:gd name="connsiteY80-48904" fmla="*/ 3060 h 4213"/>
                  <a:gd name="connsiteX81-48905" fmla="*/ 1866 w 2254"/>
                  <a:gd name="connsiteY81-48906" fmla="*/ 3090 h 4213"/>
                  <a:gd name="connsiteX82-48907" fmla="*/ 1910 w 2254"/>
                  <a:gd name="connsiteY82-48908" fmla="*/ 3094 h 4213"/>
                  <a:gd name="connsiteX83-48909" fmla="*/ 1956 w 2254"/>
                  <a:gd name="connsiteY83-48910" fmla="*/ 3010 h 4213"/>
                  <a:gd name="connsiteX84-48911" fmla="*/ 2036 w 2254"/>
                  <a:gd name="connsiteY84-48912" fmla="*/ 2950 h 4213"/>
                  <a:gd name="connsiteX85-48913" fmla="*/ 2131 w 2254"/>
                  <a:gd name="connsiteY85-48914" fmla="*/ 3126 h 4213"/>
                  <a:gd name="connsiteX86-48915" fmla="*/ 2241 w 2254"/>
                  <a:gd name="connsiteY86-48916" fmla="*/ 3312 h 4213"/>
                  <a:gd name="connsiteX87-48917" fmla="*/ 2254 w 2254"/>
                  <a:gd name="connsiteY87-48918" fmla="*/ 3342 h 4213"/>
                  <a:gd name="connsiteX88-48919" fmla="*/ 2243 w 2254"/>
                  <a:gd name="connsiteY88-48920" fmla="*/ 3518 h 4213"/>
                  <a:gd name="connsiteX89-48921" fmla="*/ 2208 w 2254"/>
                  <a:gd name="connsiteY89-48922" fmla="*/ 3554 h 4213"/>
                  <a:gd name="connsiteX90-48923" fmla="*/ 2119 w 2254"/>
                  <a:gd name="connsiteY90-48924" fmla="*/ 3515 h 4213"/>
                  <a:gd name="connsiteX91-48925" fmla="*/ 1885 w 2254"/>
                  <a:gd name="connsiteY91-48926" fmla="*/ 3644 h 4213"/>
                  <a:gd name="connsiteX92-48927" fmla="*/ 1859 w 2254"/>
                  <a:gd name="connsiteY92-48928" fmla="*/ 3666 h 4213"/>
                  <a:gd name="connsiteX93-48929" fmla="*/ 1679 w 2254"/>
                  <a:gd name="connsiteY93-48930" fmla="*/ 3812 h 4213"/>
                  <a:gd name="connsiteX94-48931" fmla="*/ 1538 w 2254"/>
                  <a:gd name="connsiteY94-48932" fmla="*/ 3926 h 4213"/>
                  <a:gd name="connsiteX95-48933" fmla="*/ 1503 w 2254"/>
                  <a:gd name="connsiteY95-48934" fmla="*/ 3965 h 4213"/>
                  <a:gd name="connsiteX96-48935" fmla="*/ 1451 w 2254"/>
                  <a:gd name="connsiteY96-48936" fmla="*/ 3973 h 4213"/>
                  <a:gd name="connsiteX97-48937" fmla="*/ 1394 w 2254"/>
                  <a:gd name="connsiteY97-48938" fmla="*/ 3916 h 4213"/>
                  <a:gd name="connsiteX98-48939" fmla="*/ 1270 w 2254"/>
                  <a:gd name="connsiteY98-48940" fmla="*/ 3808 h 4213"/>
                  <a:gd name="connsiteX99-48941" fmla="*/ 1294 w 2254"/>
                  <a:gd name="connsiteY99-48942" fmla="*/ 4064 h 4213"/>
                  <a:gd name="connsiteX100-48943" fmla="*/ 1303 w 2254"/>
                  <a:gd name="connsiteY100-48944" fmla="*/ 4192 h 4213"/>
                  <a:gd name="connsiteX101-48945" fmla="*/ 1041 w 2254"/>
                  <a:gd name="connsiteY101-48946" fmla="*/ 4166 h 4213"/>
                  <a:gd name="connsiteX102-48947" fmla="*/ 959 w 2254"/>
                  <a:gd name="connsiteY102-48948" fmla="*/ 3987 h 4213"/>
                  <a:gd name="connsiteX103-48949" fmla="*/ 877 w 2254"/>
                  <a:gd name="connsiteY103-48950" fmla="*/ 3802 h 4213"/>
                  <a:gd name="connsiteX104-48951" fmla="*/ 798 w 2254"/>
                  <a:gd name="connsiteY104-48952" fmla="*/ 3734 h 4213"/>
                  <a:gd name="connsiteX0-48953" fmla="*/ 798 w 2254"/>
                  <a:gd name="connsiteY0-48954" fmla="*/ 3734 h 4213"/>
                  <a:gd name="connsiteX1-48955" fmla="*/ 679 w 2254"/>
                  <a:gd name="connsiteY1-48956" fmla="*/ 3800 h 4213"/>
                  <a:gd name="connsiteX2-48957" fmla="*/ 695 w 2254"/>
                  <a:gd name="connsiteY2-48958" fmla="*/ 3662 h 4213"/>
                  <a:gd name="connsiteX3-48959" fmla="*/ 633 w 2254"/>
                  <a:gd name="connsiteY3-48960" fmla="*/ 3500 h 4213"/>
                  <a:gd name="connsiteX4-48961" fmla="*/ 742 w 2254"/>
                  <a:gd name="connsiteY4-48962" fmla="*/ 3280 h 4213"/>
                  <a:gd name="connsiteX5-48963" fmla="*/ 932 w 2254"/>
                  <a:gd name="connsiteY5-48964" fmla="*/ 3195 h 4213"/>
                  <a:gd name="connsiteX6-48965" fmla="*/ 1107 w 2254"/>
                  <a:gd name="connsiteY6-48966" fmla="*/ 3058 h 4213"/>
                  <a:gd name="connsiteX7-48967" fmla="*/ 1112 w 2254"/>
                  <a:gd name="connsiteY7-48968" fmla="*/ 2878 h 4213"/>
                  <a:gd name="connsiteX8-48969" fmla="*/ 1215 w 2254"/>
                  <a:gd name="connsiteY8-48970" fmla="*/ 2615 h 4213"/>
                  <a:gd name="connsiteX9-48971" fmla="*/ 1184 w 2254"/>
                  <a:gd name="connsiteY9-48972" fmla="*/ 2346 h 4213"/>
                  <a:gd name="connsiteX10-48973" fmla="*/ 1068 w 2254"/>
                  <a:gd name="connsiteY10-48974" fmla="*/ 2333 h 4213"/>
                  <a:gd name="connsiteX11-48975" fmla="*/ 1066 w 2254"/>
                  <a:gd name="connsiteY11-48976" fmla="*/ 2117 h 4213"/>
                  <a:gd name="connsiteX12-48977" fmla="*/ 990 w 2254"/>
                  <a:gd name="connsiteY12-48978" fmla="*/ 2039 h 4213"/>
                  <a:gd name="connsiteX13-48979" fmla="*/ 847 w 2254"/>
                  <a:gd name="connsiteY13-48980" fmla="*/ 1951 h 4213"/>
                  <a:gd name="connsiteX14-48981" fmla="*/ 755 w 2254"/>
                  <a:gd name="connsiteY14-48982" fmla="*/ 1827 h 4213"/>
                  <a:gd name="connsiteX15-48983" fmla="*/ 659 w 2254"/>
                  <a:gd name="connsiteY15-48984" fmla="*/ 1828 h 4213"/>
                  <a:gd name="connsiteX16-48985" fmla="*/ 614 w 2254"/>
                  <a:gd name="connsiteY16-48986" fmla="*/ 1883 h 4213"/>
                  <a:gd name="connsiteX17-48987" fmla="*/ 521 w 2254"/>
                  <a:gd name="connsiteY17-48988" fmla="*/ 1877 h 4213"/>
                  <a:gd name="connsiteX18-48989" fmla="*/ 501 w 2254"/>
                  <a:gd name="connsiteY18-48990" fmla="*/ 1994 h 4213"/>
                  <a:gd name="connsiteX19-48991" fmla="*/ 320 w 2254"/>
                  <a:gd name="connsiteY19-48992" fmla="*/ 1941 h 4213"/>
                  <a:gd name="connsiteX20-48993" fmla="*/ 237 w 2254"/>
                  <a:gd name="connsiteY20-48994" fmla="*/ 1939 h 4213"/>
                  <a:gd name="connsiteX21-48995" fmla="*/ 112 w 2254"/>
                  <a:gd name="connsiteY21-48996" fmla="*/ 2014 h 4213"/>
                  <a:gd name="connsiteX22-48997" fmla="*/ 0 w 2254"/>
                  <a:gd name="connsiteY22-48998" fmla="*/ 1890 h 4213"/>
                  <a:gd name="connsiteX23-48999" fmla="*/ 94 w 2254"/>
                  <a:gd name="connsiteY23-49000" fmla="*/ 1804 h 4213"/>
                  <a:gd name="connsiteX24-49001" fmla="*/ 98 w 2254"/>
                  <a:gd name="connsiteY24-49002" fmla="*/ 1634 h 4213"/>
                  <a:gd name="connsiteX25-49003" fmla="*/ 153 w 2254"/>
                  <a:gd name="connsiteY25-49004" fmla="*/ 1514 h 4213"/>
                  <a:gd name="connsiteX26-49005" fmla="*/ 196 w 2254"/>
                  <a:gd name="connsiteY26-49006" fmla="*/ 1306 h 4213"/>
                  <a:gd name="connsiteX27-49007" fmla="*/ 256 w 2254"/>
                  <a:gd name="connsiteY27-49008" fmla="*/ 1307 h 4213"/>
                  <a:gd name="connsiteX28-49009" fmla="*/ 579 w 2254"/>
                  <a:gd name="connsiteY28-49010" fmla="*/ 1286 h 4213"/>
                  <a:gd name="connsiteX29-49011" fmla="*/ 753 w 2254"/>
                  <a:gd name="connsiteY29-49012" fmla="*/ 1117 h 4213"/>
                  <a:gd name="connsiteX30-49013" fmla="*/ 822 w 2254"/>
                  <a:gd name="connsiteY30-49014" fmla="*/ 748 h 4213"/>
                  <a:gd name="connsiteX31-49015" fmla="*/ 932 w 2254"/>
                  <a:gd name="connsiteY31-49016" fmla="*/ 486 h 4213"/>
                  <a:gd name="connsiteX32-49017" fmla="*/ 930 w 2254"/>
                  <a:gd name="connsiteY32-49018" fmla="*/ 358 h 4213"/>
                  <a:gd name="connsiteX33-49019" fmla="*/ 917 w 2254"/>
                  <a:gd name="connsiteY33-49020" fmla="*/ 328 h 4213"/>
                  <a:gd name="connsiteX34-49021" fmla="*/ 850 w 2254"/>
                  <a:gd name="connsiteY34-49022" fmla="*/ 251 h 4213"/>
                  <a:gd name="connsiteX35-49023" fmla="*/ 790 w 2254"/>
                  <a:gd name="connsiteY35-49024" fmla="*/ 217 h 4213"/>
                  <a:gd name="connsiteX36-49025" fmla="*/ 915 w 2254"/>
                  <a:gd name="connsiteY36-49026" fmla="*/ 56 h 4213"/>
                  <a:gd name="connsiteX37-49027" fmla="*/ 1088 w 2254"/>
                  <a:gd name="connsiteY37-49028" fmla="*/ 2 h 4213"/>
                  <a:gd name="connsiteX38-49029" fmla="*/ 1120 w 2254"/>
                  <a:gd name="connsiteY38-49030" fmla="*/ 49 h 4213"/>
                  <a:gd name="connsiteX39-49031" fmla="*/ 1110 w 2254"/>
                  <a:gd name="connsiteY39-49032" fmla="*/ 133 h 4213"/>
                  <a:gd name="connsiteX40-49033" fmla="*/ 1049 w 2254"/>
                  <a:gd name="connsiteY40-49034" fmla="*/ 243 h 4213"/>
                  <a:gd name="connsiteX41-49035" fmla="*/ 1119 w 2254"/>
                  <a:gd name="connsiteY41-49036" fmla="*/ 301 h 4213"/>
                  <a:gd name="connsiteX42-49037" fmla="*/ 1233 w 2254"/>
                  <a:gd name="connsiteY42-49038" fmla="*/ 366 h 4213"/>
                  <a:gd name="connsiteX43-49039" fmla="*/ 1253 w 2254"/>
                  <a:gd name="connsiteY43-49040" fmla="*/ 255 h 4213"/>
                  <a:gd name="connsiteX44-49041" fmla="*/ 1387 w 2254"/>
                  <a:gd name="connsiteY44-49042" fmla="*/ 291 h 4213"/>
                  <a:gd name="connsiteX45-49043" fmla="*/ 1412 w 2254"/>
                  <a:gd name="connsiteY45-49044" fmla="*/ 331 h 4213"/>
                  <a:gd name="connsiteX46-49045" fmla="*/ 1488 w 2254"/>
                  <a:gd name="connsiteY46-49046" fmla="*/ 562 h 4213"/>
                  <a:gd name="connsiteX47-49047" fmla="*/ 1523 w 2254"/>
                  <a:gd name="connsiteY47-49048" fmla="*/ 586 h 4213"/>
                  <a:gd name="connsiteX48-49049" fmla="*/ 1615 w 2254"/>
                  <a:gd name="connsiteY48-49050" fmla="*/ 578 h 4213"/>
                  <a:gd name="connsiteX49-49051" fmla="*/ 1875 w 2254"/>
                  <a:gd name="connsiteY49-49052" fmla="*/ 490 h 4213"/>
                  <a:gd name="connsiteX50-49053" fmla="*/ 2095 w 2254"/>
                  <a:gd name="connsiteY50-49054" fmla="*/ 479 h 4213"/>
                  <a:gd name="connsiteX51-49055" fmla="*/ 2155 w 2254"/>
                  <a:gd name="connsiteY51-49056" fmla="*/ 648 h 4213"/>
                  <a:gd name="connsiteX52-49057" fmla="*/ 2073 w 2254"/>
                  <a:gd name="connsiteY52-49058" fmla="*/ 944 h 4213"/>
                  <a:gd name="connsiteX53-49059" fmla="*/ 2073 w 2254"/>
                  <a:gd name="connsiteY53-49060" fmla="*/ 1022 h 4213"/>
                  <a:gd name="connsiteX54-49061" fmla="*/ 2142 w 2254"/>
                  <a:gd name="connsiteY54-49062" fmla="*/ 1168 h 4213"/>
                  <a:gd name="connsiteX55-49063" fmla="*/ 2157 w 2254"/>
                  <a:gd name="connsiteY55-49064" fmla="*/ 1427 h 4213"/>
                  <a:gd name="connsiteX56-49065" fmla="*/ 2159 w 2254"/>
                  <a:gd name="connsiteY56-49066" fmla="*/ 1617 h 4213"/>
                  <a:gd name="connsiteX57-49067" fmla="*/ 2092 w 2254"/>
                  <a:gd name="connsiteY57-49068" fmla="*/ 1625 h 4213"/>
                  <a:gd name="connsiteX58-49069" fmla="*/ 2070 w 2254"/>
                  <a:gd name="connsiteY58-49070" fmla="*/ 1507 h 4213"/>
                  <a:gd name="connsiteX59-49071" fmla="*/ 2035 w 2254"/>
                  <a:gd name="connsiteY59-49072" fmla="*/ 1450 h 4213"/>
                  <a:gd name="connsiteX60-49073" fmla="*/ 1945 w 2254"/>
                  <a:gd name="connsiteY60-49074" fmla="*/ 1582 h 4213"/>
                  <a:gd name="connsiteX61-49075" fmla="*/ 1832 w 2254"/>
                  <a:gd name="connsiteY61-49076" fmla="*/ 1776 h 4213"/>
                  <a:gd name="connsiteX62-49077" fmla="*/ 1713 w 2254"/>
                  <a:gd name="connsiteY62-49078" fmla="*/ 1904 h 4213"/>
                  <a:gd name="connsiteX63-49079" fmla="*/ 1706 w 2254"/>
                  <a:gd name="connsiteY63-49080" fmla="*/ 2018 h 4213"/>
                  <a:gd name="connsiteX64-49081" fmla="*/ 1766 w 2254"/>
                  <a:gd name="connsiteY64-49082" fmla="*/ 2115 h 4213"/>
                  <a:gd name="connsiteX65-49083" fmla="*/ 1868 w 2254"/>
                  <a:gd name="connsiteY65-49084" fmla="*/ 2183 h 4213"/>
                  <a:gd name="connsiteX66-49085" fmla="*/ 1945 w 2254"/>
                  <a:gd name="connsiteY66-49086" fmla="*/ 2178 h 4213"/>
                  <a:gd name="connsiteX67-49087" fmla="*/ 1990 w 2254"/>
                  <a:gd name="connsiteY67-49088" fmla="*/ 2104 h 4213"/>
                  <a:gd name="connsiteX68-49089" fmla="*/ 2024 w 2254"/>
                  <a:gd name="connsiteY68-49090" fmla="*/ 2210 h 4213"/>
                  <a:gd name="connsiteX69-49091" fmla="*/ 1912 w 2254"/>
                  <a:gd name="connsiteY69-49092" fmla="*/ 2249 h 4213"/>
                  <a:gd name="connsiteX70-49093" fmla="*/ 1959 w 2254"/>
                  <a:gd name="connsiteY70-49094" fmla="*/ 2362 h 4213"/>
                  <a:gd name="connsiteX71-49095" fmla="*/ 1824 w 2254"/>
                  <a:gd name="connsiteY71-49096" fmla="*/ 2509 h 4213"/>
                  <a:gd name="connsiteX72-49097" fmla="*/ 1783 w 2254"/>
                  <a:gd name="connsiteY72-49098" fmla="*/ 2498 h 4213"/>
                  <a:gd name="connsiteX73-49099" fmla="*/ 1659 w 2254"/>
                  <a:gd name="connsiteY73-49100" fmla="*/ 2413 h 4213"/>
                  <a:gd name="connsiteX74-49101" fmla="*/ 1604 w 2254"/>
                  <a:gd name="connsiteY74-49102" fmla="*/ 2412 h 4213"/>
                  <a:gd name="connsiteX75-49103" fmla="*/ 1569 w 2254"/>
                  <a:gd name="connsiteY75-49104" fmla="*/ 2480 h 4213"/>
                  <a:gd name="connsiteX76-49105" fmla="*/ 1572 w 2254"/>
                  <a:gd name="connsiteY76-49106" fmla="*/ 2562 h 4213"/>
                  <a:gd name="connsiteX77-49107" fmla="*/ 1750 w 2254"/>
                  <a:gd name="connsiteY77-49108" fmla="*/ 2730 h 4213"/>
                  <a:gd name="connsiteX78-49109" fmla="*/ 1749 w 2254"/>
                  <a:gd name="connsiteY78-49110" fmla="*/ 2844 h 4213"/>
                  <a:gd name="connsiteX79-49111" fmla="*/ 1840 w 2254"/>
                  <a:gd name="connsiteY79-49112" fmla="*/ 3060 h 4213"/>
                  <a:gd name="connsiteX80-49113" fmla="*/ 1866 w 2254"/>
                  <a:gd name="connsiteY80-49114" fmla="*/ 3090 h 4213"/>
                  <a:gd name="connsiteX81-49115" fmla="*/ 1910 w 2254"/>
                  <a:gd name="connsiteY81-49116" fmla="*/ 3094 h 4213"/>
                  <a:gd name="connsiteX82-49117" fmla="*/ 1956 w 2254"/>
                  <a:gd name="connsiteY82-49118" fmla="*/ 3010 h 4213"/>
                  <a:gd name="connsiteX83-49119" fmla="*/ 2036 w 2254"/>
                  <a:gd name="connsiteY83-49120" fmla="*/ 2950 h 4213"/>
                  <a:gd name="connsiteX84-49121" fmla="*/ 2131 w 2254"/>
                  <a:gd name="connsiteY84-49122" fmla="*/ 3126 h 4213"/>
                  <a:gd name="connsiteX85-49123" fmla="*/ 2241 w 2254"/>
                  <a:gd name="connsiteY85-49124" fmla="*/ 3312 h 4213"/>
                  <a:gd name="connsiteX86-49125" fmla="*/ 2254 w 2254"/>
                  <a:gd name="connsiteY86-49126" fmla="*/ 3342 h 4213"/>
                  <a:gd name="connsiteX87-49127" fmla="*/ 2243 w 2254"/>
                  <a:gd name="connsiteY87-49128" fmla="*/ 3518 h 4213"/>
                  <a:gd name="connsiteX88-49129" fmla="*/ 2208 w 2254"/>
                  <a:gd name="connsiteY88-49130" fmla="*/ 3554 h 4213"/>
                  <a:gd name="connsiteX89-49131" fmla="*/ 2119 w 2254"/>
                  <a:gd name="connsiteY89-49132" fmla="*/ 3515 h 4213"/>
                  <a:gd name="connsiteX90-49133" fmla="*/ 1885 w 2254"/>
                  <a:gd name="connsiteY90-49134" fmla="*/ 3644 h 4213"/>
                  <a:gd name="connsiteX91-49135" fmla="*/ 1859 w 2254"/>
                  <a:gd name="connsiteY91-49136" fmla="*/ 3666 h 4213"/>
                  <a:gd name="connsiteX92-49137" fmla="*/ 1679 w 2254"/>
                  <a:gd name="connsiteY92-49138" fmla="*/ 3812 h 4213"/>
                  <a:gd name="connsiteX93-49139" fmla="*/ 1538 w 2254"/>
                  <a:gd name="connsiteY93-49140" fmla="*/ 3926 h 4213"/>
                  <a:gd name="connsiteX94-49141" fmla="*/ 1503 w 2254"/>
                  <a:gd name="connsiteY94-49142" fmla="*/ 3965 h 4213"/>
                  <a:gd name="connsiteX95-49143" fmla="*/ 1451 w 2254"/>
                  <a:gd name="connsiteY95-49144" fmla="*/ 3973 h 4213"/>
                  <a:gd name="connsiteX96-49145" fmla="*/ 1394 w 2254"/>
                  <a:gd name="connsiteY96-49146" fmla="*/ 3916 h 4213"/>
                  <a:gd name="connsiteX97-49147" fmla="*/ 1270 w 2254"/>
                  <a:gd name="connsiteY97-49148" fmla="*/ 3808 h 4213"/>
                  <a:gd name="connsiteX98-49149" fmla="*/ 1294 w 2254"/>
                  <a:gd name="connsiteY98-49150" fmla="*/ 4064 h 4213"/>
                  <a:gd name="connsiteX99-49151" fmla="*/ 1303 w 2254"/>
                  <a:gd name="connsiteY99-49152" fmla="*/ 4192 h 4213"/>
                  <a:gd name="connsiteX100-49153" fmla="*/ 1041 w 2254"/>
                  <a:gd name="connsiteY100-49154" fmla="*/ 4166 h 4213"/>
                  <a:gd name="connsiteX101-49155" fmla="*/ 959 w 2254"/>
                  <a:gd name="connsiteY101-49156" fmla="*/ 3987 h 4213"/>
                  <a:gd name="connsiteX102-49157" fmla="*/ 877 w 2254"/>
                  <a:gd name="connsiteY102-49158" fmla="*/ 3802 h 4213"/>
                  <a:gd name="connsiteX103-49159" fmla="*/ 798 w 2254"/>
                  <a:gd name="connsiteY103-49160" fmla="*/ 3734 h 4213"/>
                  <a:gd name="connsiteX0-49161" fmla="*/ 798 w 2254"/>
                  <a:gd name="connsiteY0-49162" fmla="*/ 3734 h 4213"/>
                  <a:gd name="connsiteX1-49163" fmla="*/ 679 w 2254"/>
                  <a:gd name="connsiteY1-49164" fmla="*/ 3800 h 4213"/>
                  <a:gd name="connsiteX2-49165" fmla="*/ 695 w 2254"/>
                  <a:gd name="connsiteY2-49166" fmla="*/ 3662 h 4213"/>
                  <a:gd name="connsiteX3-49167" fmla="*/ 633 w 2254"/>
                  <a:gd name="connsiteY3-49168" fmla="*/ 3500 h 4213"/>
                  <a:gd name="connsiteX4-49169" fmla="*/ 742 w 2254"/>
                  <a:gd name="connsiteY4-49170" fmla="*/ 3280 h 4213"/>
                  <a:gd name="connsiteX5-49171" fmla="*/ 932 w 2254"/>
                  <a:gd name="connsiteY5-49172" fmla="*/ 3195 h 4213"/>
                  <a:gd name="connsiteX6-49173" fmla="*/ 1107 w 2254"/>
                  <a:gd name="connsiteY6-49174" fmla="*/ 3058 h 4213"/>
                  <a:gd name="connsiteX7-49175" fmla="*/ 1112 w 2254"/>
                  <a:gd name="connsiteY7-49176" fmla="*/ 2878 h 4213"/>
                  <a:gd name="connsiteX8-49177" fmla="*/ 1215 w 2254"/>
                  <a:gd name="connsiteY8-49178" fmla="*/ 2615 h 4213"/>
                  <a:gd name="connsiteX9-49179" fmla="*/ 1184 w 2254"/>
                  <a:gd name="connsiteY9-49180" fmla="*/ 2346 h 4213"/>
                  <a:gd name="connsiteX10-49181" fmla="*/ 1068 w 2254"/>
                  <a:gd name="connsiteY10-49182" fmla="*/ 2333 h 4213"/>
                  <a:gd name="connsiteX11-49183" fmla="*/ 1066 w 2254"/>
                  <a:gd name="connsiteY11-49184" fmla="*/ 2117 h 4213"/>
                  <a:gd name="connsiteX12-49185" fmla="*/ 990 w 2254"/>
                  <a:gd name="connsiteY12-49186" fmla="*/ 2039 h 4213"/>
                  <a:gd name="connsiteX13-49187" fmla="*/ 847 w 2254"/>
                  <a:gd name="connsiteY13-49188" fmla="*/ 1951 h 4213"/>
                  <a:gd name="connsiteX14-49189" fmla="*/ 755 w 2254"/>
                  <a:gd name="connsiteY14-49190" fmla="*/ 1827 h 4213"/>
                  <a:gd name="connsiteX15-49191" fmla="*/ 659 w 2254"/>
                  <a:gd name="connsiteY15-49192" fmla="*/ 1828 h 4213"/>
                  <a:gd name="connsiteX16-49193" fmla="*/ 614 w 2254"/>
                  <a:gd name="connsiteY16-49194" fmla="*/ 1883 h 4213"/>
                  <a:gd name="connsiteX17-49195" fmla="*/ 521 w 2254"/>
                  <a:gd name="connsiteY17-49196" fmla="*/ 1877 h 4213"/>
                  <a:gd name="connsiteX18-49197" fmla="*/ 501 w 2254"/>
                  <a:gd name="connsiteY18-49198" fmla="*/ 1994 h 4213"/>
                  <a:gd name="connsiteX19-49199" fmla="*/ 320 w 2254"/>
                  <a:gd name="connsiteY19-49200" fmla="*/ 1941 h 4213"/>
                  <a:gd name="connsiteX20-49201" fmla="*/ 237 w 2254"/>
                  <a:gd name="connsiteY20-49202" fmla="*/ 1939 h 4213"/>
                  <a:gd name="connsiteX21-49203" fmla="*/ 112 w 2254"/>
                  <a:gd name="connsiteY21-49204" fmla="*/ 2014 h 4213"/>
                  <a:gd name="connsiteX22-49205" fmla="*/ 0 w 2254"/>
                  <a:gd name="connsiteY22-49206" fmla="*/ 1890 h 4213"/>
                  <a:gd name="connsiteX23-49207" fmla="*/ 94 w 2254"/>
                  <a:gd name="connsiteY23-49208" fmla="*/ 1804 h 4213"/>
                  <a:gd name="connsiteX24-49209" fmla="*/ 98 w 2254"/>
                  <a:gd name="connsiteY24-49210" fmla="*/ 1634 h 4213"/>
                  <a:gd name="connsiteX25-49211" fmla="*/ 153 w 2254"/>
                  <a:gd name="connsiteY25-49212" fmla="*/ 1514 h 4213"/>
                  <a:gd name="connsiteX26-49213" fmla="*/ 196 w 2254"/>
                  <a:gd name="connsiteY26-49214" fmla="*/ 1306 h 4213"/>
                  <a:gd name="connsiteX27-49215" fmla="*/ 256 w 2254"/>
                  <a:gd name="connsiteY27-49216" fmla="*/ 1307 h 4213"/>
                  <a:gd name="connsiteX28-49217" fmla="*/ 579 w 2254"/>
                  <a:gd name="connsiteY28-49218" fmla="*/ 1286 h 4213"/>
                  <a:gd name="connsiteX29-49219" fmla="*/ 753 w 2254"/>
                  <a:gd name="connsiteY29-49220" fmla="*/ 1117 h 4213"/>
                  <a:gd name="connsiteX30-49221" fmla="*/ 822 w 2254"/>
                  <a:gd name="connsiteY30-49222" fmla="*/ 748 h 4213"/>
                  <a:gd name="connsiteX31-49223" fmla="*/ 932 w 2254"/>
                  <a:gd name="connsiteY31-49224" fmla="*/ 486 h 4213"/>
                  <a:gd name="connsiteX32-49225" fmla="*/ 930 w 2254"/>
                  <a:gd name="connsiteY32-49226" fmla="*/ 358 h 4213"/>
                  <a:gd name="connsiteX33-49227" fmla="*/ 917 w 2254"/>
                  <a:gd name="connsiteY33-49228" fmla="*/ 328 h 4213"/>
                  <a:gd name="connsiteX34-49229" fmla="*/ 850 w 2254"/>
                  <a:gd name="connsiteY34-49230" fmla="*/ 251 h 4213"/>
                  <a:gd name="connsiteX35-49231" fmla="*/ 790 w 2254"/>
                  <a:gd name="connsiteY35-49232" fmla="*/ 217 h 4213"/>
                  <a:gd name="connsiteX36-49233" fmla="*/ 915 w 2254"/>
                  <a:gd name="connsiteY36-49234" fmla="*/ 56 h 4213"/>
                  <a:gd name="connsiteX37-49235" fmla="*/ 1088 w 2254"/>
                  <a:gd name="connsiteY37-49236" fmla="*/ 2 h 4213"/>
                  <a:gd name="connsiteX38-49237" fmla="*/ 1120 w 2254"/>
                  <a:gd name="connsiteY38-49238" fmla="*/ 49 h 4213"/>
                  <a:gd name="connsiteX39-49239" fmla="*/ 1110 w 2254"/>
                  <a:gd name="connsiteY39-49240" fmla="*/ 133 h 4213"/>
                  <a:gd name="connsiteX40-49241" fmla="*/ 1049 w 2254"/>
                  <a:gd name="connsiteY40-49242" fmla="*/ 243 h 4213"/>
                  <a:gd name="connsiteX41-49243" fmla="*/ 1119 w 2254"/>
                  <a:gd name="connsiteY41-49244" fmla="*/ 301 h 4213"/>
                  <a:gd name="connsiteX42-49245" fmla="*/ 1233 w 2254"/>
                  <a:gd name="connsiteY42-49246" fmla="*/ 366 h 4213"/>
                  <a:gd name="connsiteX43-49247" fmla="*/ 1253 w 2254"/>
                  <a:gd name="connsiteY43-49248" fmla="*/ 255 h 4213"/>
                  <a:gd name="connsiteX44-49249" fmla="*/ 1387 w 2254"/>
                  <a:gd name="connsiteY44-49250" fmla="*/ 291 h 4213"/>
                  <a:gd name="connsiteX45-49251" fmla="*/ 1412 w 2254"/>
                  <a:gd name="connsiteY45-49252" fmla="*/ 331 h 4213"/>
                  <a:gd name="connsiteX46-49253" fmla="*/ 1488 w 2254"/>
                  <a:gd name="connsiteY46-49254" fmla="*/ 562 h 4213"/>
                  <a:gd name="connsiteX47-49255" fmla="*/ 1523 w 2254"/>
                  <a:gd name="connsiteY47-49256" fmla="*/ 586 h 4213"/>
                  <a:gd name="connsiteX48-49257" fmla="*/ 1615 w 2254"/>
                  <a:gd name="connsiteY48-49258" fmla="*/ 578 h 4213"/>
                  <a:gd name="connsiteX49-49259" fmla="*/ 1875 w 2254"/>
                  <a:gd name="connsiteY49-49260" fmla="*/ 490 h 4213"/>
                  <a:gd name="connsiteX50-49261" fmla="*/ 2095 w 2254"/>
                  <a:gd name="connsiteY50-49262" fmla="*/ 479 h 4213"/>
                  <a:gd name="connsiteX51-49263" fmla="*/ 2155 w 2254"/>
                  <a:gd name="connsiteY51-49264" fmla="*/ 648 h 4213"/>
                  <a:gd name="connsiteX52-49265" fmla="*/ 2073 w 2254"/>
                  <a:gd name="connsiteY52-49266" fmla="*/ 944 h 4213"/>
                  <a:gd name="connsiteX53-49267" fmla="*/ 2073 w 2254"/>
                  <a:gd name="connsiteY53-49268" fmla="*/ 1022 h 4213"/>
                  <a:gd name="connsiteX54-49269" fmla="*/ 2142 w 2254"/>
                  <a:gd name="connsiteY54-49270" fmla="*/ 1168 h 4213"/>
                  <a:gd name="connsiteX55-49271" fmla="*/ 2157 w 2254"/>
                  <a:gd name="connsiteY55-49272" fmla="*/ 1427 h 4213"/>
                  <a:gd name="connsiteX56-49273" fmla="*/ 2159 w 2254"/>
                  <a:gd name="connsiteY56-49274" fmla="*/ 1617 h 4213"/>
                  <a:gd name="connsiteX57-49275" fmla="*/ 2092 w 2254"/>
                  <a:gd name="connsiteY57-49276" fmla="*/ 1625 h 4213"/>
                  <a:gd name="connsiteX58-49277" fmla="*/ 2070 w 2254"/>
                  <a:gd name="connsiteY58-49278" fmla="*/ 1507 h 4213"/>
                  <a:gd name="connsiteX59-49279" fmla="*/ 2035 w 2254"/>
                  <a:gd name="connsiteY59-49280" fmla="*/ 1450 h 4213"/>
                  <a:gd name="connsiteX60-49281" fmla="*/ 1945 w 2254"/>
                  <a:gd name="connsiteY60-49282" fmla="*/ 1582 h 4213"/>
                  <a:gd name="connsiteX61-49283" fmla="*/ 1832 w 2254"/>
                  <a:gd name="connsiteY61-49284" fmla="*/ 1776 h 4213"/>
                  <a:gd name="connsiteX62-49285" fmla="*/ 1713 w 2254"/>
                  <a:gd name="connsiteY62-49286" fmla="*/ 1904 h 4213"/>
                  <a:gd name="connsiteX63-49287" fmla="*/ 1706 w 2254"/>
                  <a:gd name="connsiteY63-49288" fmla="*/ 2018 h 4213"/>
                  <a:gd name="connsiteX64-49289" fmla="*/ 1766 w 2254"/>
                  <a:gd name="connsiteY64-49290" fmla="*/ 2115 h 4213"/>
                  <a:gd name="connsiteX65-49291" fmla="*/ 1868 w 2254"/>
                  <a:gd name="connsiteY65-49292" fmla="*/ 2183 h 4213"/>
                  <a:gd name="connsiteX66-49293" fmla="*/ 1945 w 2254"/>
                  <a:gd name="connsiteY66-49294" fmla="*/ 2178 h 4213"/>
                  <a:gd name="connsiteX67-49295" fmla="*/ 1990 w 2254"/>
                  <a:gd name="connsiteY67-49296" fmla="*/ 2104 h 4213"/>
                  <a:gd name="connsiteX68-49297" fmla="*/ 2024 w 2254"/>
                  <a:gd name="connsiteY68-49298" fmla="*/ 2210 h 4213"/>
                  <a:gd name="connsiteX69-49299" fmla="*/ 1912 w 2254"/>
                  <a:gd name="connsiteY69-49300" fmla="*/ 2249 h 4213"/>
                  <a:gd name="connsiteX70-49301" fmla="*/ 1959 w 2254"/>
                  <a:gd name="connsiteY70-49302" fmla="*/ 2362 h 4213"/>
                  <a:gd name="connsiteX71-49303" fmla="*/ 1824 w 2254"/>
                  <a:gd name="connsiteY71-49304" fmla="*/ 2509 h 4213"/>
                  <a:gd name="connsiteX72-49305" fmla="*/ 1783 w 2254"/>
                  <a:gd name="connsiteY72-49306" fmla="*/ 2498 h 4213"/>
                  <a:gd name="connsiteX73-49307" fmla="*/ 1659 w 2254"/>
                  <a:gd name="connsiteY73-49308" fmla="*/ 2413 h 4213"/>
                  <a:gd name="connsiteX74-49309" fmla="*/ 1604 w 2254"/>
                  <a:gd name="connsiteY74-49310" fmla="*/ 2412 h 4213"/>
                  <a:gd name="connsiteX75-49311" fmla="*/ 1569 w 2254"/>
                  <a:gd name="connsiteY75-49312" fmla="*/ 2480 h 4213"/>
                  <a:gd name="connsiteX76-49313" fmla="*/ 1572 w 2254"/>
                  <a:gd name="connsiteY76-49314" fmla="*/ 2562 h 4213"/>
                  <a:gd name="connsiteX77-49315" fmla="*/ 1750 w 2254"/>
                  <a:gd name="connsiteY77-49316" fmla="*/ 2730 h 4213"/>
                  <a:gd name="connsiteX78-49317" fmla="*/ 1749 w 2254"/>
                  <a:gd name="connsiteY78-49318" fmla="*/ 2844 h 4213"/>
                  <a:gd name="connsiteX79-49319" fmla="*/ 1840 w 2254"/>
                  <a:gd name="connsiteY79-49320" fmla="*/ 3060 h 4213"/>
                  <a:gd name="connsiteX80-49321" fmla="*/ 1866 w 2254"/>
                  <a:gd name="connsiteY80-49322" fmla="*/ 3090 h 4213"/>
                  <a:gd name="connsiteX81-49323" fmla="*/ 1910 w 2254"/>
                  <a:gd name="connsiteY81-49324" fmla="*/ 3094 h 4213"/>
                  <a:gd name="connsiteX82-49325" fmla="*/ 1956 w 2254"/>
                  <a:gd name="connsiteY82-49326" fmla="*/ 3010 h 4213"/>
                  <a:gd name="connsiteX83-49327" fmla="*/ 2036 w 2254"/>
                  <a:gd name="connsiteY83-49328" fmla="*/ 2950 h 4213"/>
                  <a:gd name="connsiteX84-49329" fmla="*/ 2131 w 2254"/>
                  <a:gd name="connsiteY84-49330" fmla="*/ 3126 h 4213"/>
                  <a:gd name="connsiteX85-49331" fmla="*/ 2241 w 2254"/>
                  <a:gd name="connsiteY85-49332" fmla="*/ 3312 h 4213"/>
                  <a:gd name="connsiteX86-49333" fmla="*/ 2254 w 2254"/>
                  <a:gd name="connsiteY86-49334" fmla="*/ 3342 h 4213"/>
                  <a:gd name="connsiteX87-49335" fmla="*/ 2243 w 2254"/>
                  <a:gd name="connsiteY87-49336" fmla="*/ 3518 h 4213"/>
                  <a:gd name="connsiteX88-49337" fmla="*/ 2208 w 2254"/>
                  <a:gd name="connsiteY88-49338" fmla="*/ 3554 h 4213"/>
                  <a:gd name="connsiteX89-49339" fmla="*/ 2119 w 2254"/>
                  <a:gd name="connsiteY89-49340" fmla="*/ 3515 h 4213"/>
                  <a:gd name="connsiteX90-49341" fmla="*/ 1885 w 2254"/>
                  <a:gd name="connsiteY90-49342" fmla="*/ 3644 h 4213"/>
                  <a:gd name="connsiteX91-49343" fmla="*/ 1859 w 2254"/>
                  <a:gd name="connsiteY91-49344" fmla="*/ 3666 h 4213"/>
                  <a:gd name="connsiteX92-49345" fmla="*/ 1679 w 2254"/>
                  <a:gd name="connsiteY92-49346" fmla="*/ 3812 h 4213"/>
                  <a:gd name="connsiteX93-49347" fmla="*/ 1538 w 2254"/>
                  <a:gd name="connsiteY93-49348" fmla="*/ 3926 h 4213"/>
                  <a:gd name="connsiteX94-49349" fmla="*/ 1503 w 2254"/>
                  <a:gd name="connsiteY94-49350" fmla="*/ 3965 h 4213"/>
                  <a:gd name="connsiteX95-49351" fmla="*/ 1451 w 2254"/>
                  <a:gd name="connsiteY95-49352" fmla="*/ 3973 h 4213"/>
                  <a:gd name="connsiteX96-49353" fmla="*/ 1394 w 2254"/>
                  <a:gd name="connsiteY96-49354" fmla="*/ 3916 h 4213"/>
                  <a:gd name="connsiteX97-49355" fmla="*/ 1270 w 2254"/>
                  <a:gd name="connsiteY97-49356" fmla="*/ 3808 h 4213"/>
                  <a:gd name="connsiteX98-49357" fmla="*/ 1294 w 2254"/>
                  <a:gd name="connsiteY98-49358" fmla="*/ 4064 h 4213"/>
                  <a:gd name="connsiteX99-49359" fmla="*/ 1303 w 2254"/>
                  <a:gd name="connsiteY99-49360" fmla="*/ 4192 h 4213"/>
                  <a:gd name="connsiteX100-49361" fmla="*/ 1041 w 2254"/>
                  <a:gd name="connsiteY100-49362" fmla="*/ 4166 h 4213"/>
                  <a:gd name="connsiteX101-49363" fmla="*/ 959 w 2254"/>
                  <a:gd name="connsiteY101-49364" fmla="*/ 3987 h 4213"/>
                  <a:gd name="connsiteX102-49365" fmla="*/ 877 w 2254"/>
                  <a:gd name="connsiteY102-49366" fmla="*/ 3802 h 4213"/>
                  <a:gd name="connsiteX103-49367" fmla="*/ 798 w 2254"/>
                  <a:gd name="connsiteY103-49368" fmla="*/ 3734 h 4213"/>
                  <a:gd name="connsiteX0-49369" fmla="*/ 798 w 2254"/>
                  <a:gd name="connsiteY0-49370" fmla="*/ 3734 h 4213"/>
                  <a:gd name="connsiteX1-49371" fmla="*/ 679 w 2254"/>
                  <a:gd name="connsiteY1-49372" fmla="*/ 3800 h 4213"/>
                  <a:gd name="connsiteX2-49373" fmla="*/ 695 w 2254"/>
                  <a:gd name="connsiteY2-49374" fmla="*/ 3662 h 4213"/>
                  <a:gd name="connsiteX3-49375" fmla="*/ 633 w 2254"/>
                  <a:gd name="connsiteY3-49376" fmla="*/ 3500 h 4213"/>
                  <a:gd name="connsiteX4-49377" fmla="*/ 742 w 2254"/>
                  <a:gd name="connsiteY4-49378" fmla="*/ 3280 h 4213"/>
                  <a:gd name="connsiteX5-49379" fmla="*/ 932 w 2254"/>
                  <a:gd name="connsiteY5-49380" fmla="*/ 3195 h 4213"/>
                  <a:gd name="connsiteX6-49381" fmla="*/ 1107 w 2254"/>
                  <a:gd name="connsiteY6-49382" fmla="*/ 3058 h 4213"/>
                  <a:gd name="connsiteX7-49383" fmla="*/ 1112 w 2254"/>
                  <a:gd name="connsiteY7-49384" fmla="*/ 2878 h 4213"/>
                  <a:gd name="connsiteX8-49385" fmla="*/ 1215 w 2254"/>
                  <a:gd name="connsiteY8-49386" fmla="*/ 2615 h 4213"/>
                  <a:gd name="connsiteX9-49387" fmla="*/ 1184 w 2254"/>
                  <a:gd name="connsiteY9-49388" fmla="*/ 2346 h 4213"/>
                  <a:gd name="connsiteX10-49389" fmla="*/ 1068 w 2254"/>
                  <a:gd name="connsiteY10-49390" fmla="*/ 2333 h 4213"/>
                  <a:gd name="connsiteX11-49391" fmla="*/ 1066 w 2254"/>
                  <a:gd name="connsiteY11-49392" fmla="*/ 2117 h 4213"/>
                  <a:gd name="connsiteX12-49393" fmla="*/ 990 w 2254"/>
                  <a:gd name="connsiteY12-49394" fmla="*/ 2039 h 4213"/>
                  <a:gd name="connsiteX13-49395" fmla="*/ 847 w 2254"/>
                  <a:gd name="connsiteY13-49396" fmla="*/ 1951 h 4213"/>
                  <a:gd name="connsiteX14-49397" fmla="*/ 755 w 2254"/>
                  <a:gd name="connsiteY14-49398" fmla="*/ 1827 h 4213"/>
                  <a:gd name="connsiteX15-49399" fmla="*/ 659 w 2254"/>
                  <a:gd name="connsiteY15-49400" fmla="*/ 1828 h 4213"/>
                  <a:gd name="connsiteX16-49401" fmla="*/ 614 w 2254"/>
                  <a:gd name="connsiteY16-49402" fmla="*/ 1883 h 4213"/>
                  <a:gd name="connsiteX17-49403" fmla="*/ 521 w 2254"/>
                  <a:gd name="connsiteY17-49404" fmla="*/ 1877 h 4213"/>
                  <a:gd name="connsiteX18-49405" fmla="*/ 501 w 2254"/>
                  <a:gd name="connsiteY18-49406" fmla="*/ 1994 h 4213"/>
                  <a:gd name="connsiteX19-49407" fmla="*/ 320 w 2254"/>
                  <a:gd name="connsiteY19-49408" fmla="*/ 1941 h 4213"/>
                  <a:gd name="connsiteX20-49409" fmla="*/ 237 w 2254"/>
                  <a:gd name="connsiteY20-49410" fmla="*/ 1939 h 4213"/>
                  <a:gd name="connsiteX21-49411" fmla="*/ 112 w 2254"/>
                  <a:gd name="connsiteY21-49412" fmla="*/ 2014 h 4213"/>
                  <a:gd name="connsiteX22-49413" fmla="*/ 0 w 2254"/>
                  <a:gd name="connsiteY22-49414" fmla="*/ 1890 h 4213"/>
                  <a:gd name="connsiteX23-49415" fmla="*/ 94 w 2254"/>
                  <a:gd name="connsiteY23-49416" fmla="*/ 1804 h 4213"/>
                  <a:gd name="connsiteX24-49417" fmla="*/ 98 w 2254"/>
                  <a:gd name="connsiteY24-49418" fmla="*/ 1634 h 4213"/>
                  <a:gd name="connsiteX25-49419" fmla="*/ 153 w 2254"/>
                  <a:gd name="connsiteY25-49420" fmla="*/ 1514 h 4213"/>
                  <a:gd name="connsiteX26-49421" fmla="*/ 196 w 2254"/>
                  <a:gd name="connsiteY26-49422" fmla="*/ 1306 h 4213"/>
                  <a:gd name="connsiteX27-49423" fmla="*/ 256 w 2254"/>
                  <a:gd name="connsiteY27-49424" fmla="*/ 1307 h 4213"/>
                  <a:gd name="connsiteX28-49425" fmla="*/ 579 w 2254"/>
                  <a:gd name="connsiteY28-49426" fmla="*/ 1286 h 4213"/>
                  <a:gd name="connsiteX29-49427" fmla="*/ 753 w 2254"/>
                  <a:gd name="connsiteY29-49428" fmla="*/ 1117 h 4213"/>
                  <a:gd name="connsiteX30-49429" fmla="*/ 822 w 2254"/>
                  <a:gd name="connsiteY30-49430" fmla="*/ 748 h 4213"/>
                  <a:gd name="connsiteX31-49431" fmla="*/ 932 w 2254"/>
                  <a:gd name="connsiteY31-49432" fmla="*/ 486 h 4213"/>
                  <a:gd name="connsiteX32-49433" fmla="*/ 930 w 2254"/>
                  <a:gd name="connsiteY32-49434" fmla="*/ 358 h 4213"/>
                  <a:gd name="connsiteX33-49435" fmla="*/ 917 w 2254"/>
                  <a:gd name="connsiteY33-49436" fmla="*/ 328 h 4213"/>
                  <a:gd name="connsiteX34-49437" fmla="*/ 850 w 2254"/>
                  <a:gd name="connsiteY34-49438" fmla="*/ 251 h 4213"/>
                  <a:gd name="connsiteX35-49439" fmla="*/ 790 w 2254"/>
                  <a:gd name="connsiteY35-49440" fmla="*/ 217 h 4213"/>
                  <a:gd name="connsiteX36-49441" fmla="*/ 915 w 2254"/>
                  <a:gd name="connsiteY36-49442" fmla="*/ 56 h 4213"/>
                  <a:gd name="connsiteX37-49443" fmla="*/ 1088 w 2254"/>
                  <a:gd name="connsiteY37-49444" fmla="*/ 2 h 4213"/>
                  <a:gd name="connsiteX38-49445" fmla="*/ 1120 w 2254"/>
                  <a:gd name="connsiteY38-49446" fmla="*/ 49 h 4213"/>
                  <a:gd name="connsiteX39-49447" fmla="*/ 1110 w 2254"/>
                  <a:gd name="connsiteY39-49448" fmla="*/ 133 h 4213"/>
                  <a:gd name="connsiteX40-49449" fmla="*/ 1049 w 2254"/>
                  <a:gd name="connsiteY40-49450" fmla="*/ 243 h 4213"/>
                  <a:gd name="connsiteX41-49451" fmla="*/ 1119 w 2254"/>
                  <a:gd name="connsiteY41-49452" fmla="*/ 301 h 4213"/>
                  <a:gd name="connsiteX42-49453" fmla="*/ 1233 w 2254"/>
                  <a:gd name="connsiteY42-49454" fmla="*/ 366 h 4213"/>
                  <a:gd name="connsiteX43-49455" fmla="*/ 1253 w 2254"/>
                  <a:gd name="connsiteY43-49456" fmla="*/ 255 h 4213"/>
                  <a:gd name="connsiteX44-49457" fmla="*/ 1387 w 2254"/>
                  <a:gd name="connsiteY44-49458" fmla="*/ 291 h 4213"/>
                  <a:gd name="connsiteX45-49459" fmla="*/ 1412 w 2254"/>
                  <a:gd name="connsiteY45-49460" fmla="*/ 331 h 4213"/>
                  <a:gd name="connsiteX46-49461" fmla="*/ 1488 w 2254"/>
                  <a:gd name="connsiteY46-49462" fmla="*/ 562 h 4213"/>
                  <a:gd name="connsiteX47-49463" fmla="*/ 1523 w 2254"/>
                  <a:gd name="connsiteY47-49464" fmla="*/ 586 h 4213"/>
                  <a:gd name="connsiteX48-49465" fmla="*/ 1615 w 2254"/>
                  <a:gd name="connsiteY48-49466" fmla="*/ 578 h 4213"/>
                  <a:gd name="connsiteX49-49467" fmla="*/ 1875 w 2254"/>
                  <a:gd name="connsiteY49-49468" fmla="*/ 490 h 4213"/>
                  <a:gd name="connsiteX50-49469" fmla="*/ 2095 w 2254"/>
                  <a:gd name="connsiteY50-49470" fmla="*/ 479 h 4213"/>
                  <a:gd name="connsiteX51-49471" fmla="*/ 2155 w 2254"/>
                  <a:gd name="connsiteY51-49472" fmla="*/ 648 h 4213"/>
                  <a:gd name="connsiteX52-49473" fmla="*/ 2073 w 2254"/>
                  <a:gd name="connsiteY52-49474" fmla="*/ 944 h 4213"/>
                  <a:gd name="connsiteX53-49475" fmla="*/ 2073 w 2254"/>
                  <a:gd name="connsiteY53-49476" fmla="*/ 1022 h 4213"/>
                  <a:gd name="connsiteX54-49477" fmla="*/ 2142 w 2254"/>
                  <a:gd name="connsiteY54-49478" fmla="*/ 1168 h 4213"/>
                  <a:gd name="connsiteX55-49479" fmla="*/ 2157 w 2254"/>
                  <a:gd name="connsiteY55-49480" fmla="*/ 1427 h 4213"/>
                  <a:gd name="connsiteX56-49481" fmla="*/ 2159 w 2254"/>
                  <a:gd name="connsiteY56-49482" fmla="*/ 1617 h 4213"/>
                  <a:gd name="connsiteX57-49483" fmla="*/ 2092 w 2254"/>
                  <a:gd name="connsiteY57-49484" fmla="*/ 1625 h 4213"/>
                  <a:gd name="connsiteX58-49485" fmla="*/ 2070 w 2254"/>
                  <a:gd name="connsiteY58-49486" fmla="*/ 1507 h 4213"/>
                  <a:gd name="connsiteX59-49487" fmla="*/ 2035 w 2254"/>
                  <a:gd name="connsiteY59-49488" fmla="*/ 1450 h 4213"/>
                  <a:gd name="connsiteX60-49489" fmla="*/ 1945 w 2254"/>
                  <a:gd name="connsiteY60-49490" fmla="*/ 1582 h 4213"/>
                  <a:gd name="connsiteX61-49491" fmla="*/ 1832 w 2254"/>
                  <a:gd name="connsiteY61-49492" fmla="*/ 1776 h 4213"/>
                  <a:gd name="connsiteX62-49493" fmla="*/ 1713 w 2254"/>
                  <a:gd name="connsiteY62-49494" fmla="*/ 1904 h 4213"/>
                  <a:gd name="connsiteX63-49495" fmla="*/ 1706 w 2254"/>
                  <a:gd name="connsiteY63-49496" fmla="*/ 2018 h 4213"/>
                  <a:gd name="connsiteX64-49497" fmla="*/ 1766 w 2254"/>
                  <a:gd name="connsiteY64-49498" fmla="*/ 2115 h 4213"/>
                  <a:gd name="connsiteX65-49499" fmla="*/ 1868 w 2254"/>
                  <a:gd name="connsiteY65-49500" fmla="*/ 2183 h 4213"/>
                  <a:gd name="connsiteX66-49501" fmla="*/ 1945 w 2254"/>
                  <a:gd name="connsiteY66-49502" fmla="*/ 2178 h 4213"/>
                  <a:gd name="connsiteX67-49503" fmla="*/ 1990 w 2254"/>
                  <a:gd name="connsiteY67-49504" fmla="*/ 2104 h 4213"/>
                  <a:gd name="connsiteX68-49505" fmla="*/ 2024 w 2254"/>
                  <a:gd name="connsiteY68-49506" fmla="*/ 2210 h 4213"/>
                  <a:gd name="connsiteX69-49507" fmla="*/ 1912 w 2254"/>
                  <a:gd name="connsiteY69-49508" fmla="*/ 2249 h 4213"/>
                  <a:gd name="connsiteX70-49509" fmla="*/ 1959 w 2254"/>
                  <a:gd name="connsiteY70-49510" fmla="*/ 2362 h 4213"/>
                  <a:gd name="connsiteX71-49511" fmla="*/ 1824 w 2254"/>
                  <a:gd name="connsiteY71-49512" fmla="*/ 2509 h 4213"/>
                  <a:gd name="connsiteX72-49513" fmla="*/ 1783 w 2254"/>
                  <a:gd name="connsiteY72-49514" fmla="*/ 2498 h 4213"/>
                  <a:gd name="connsiteX73-49515" fmla="*/ 1659 w 2254"/>
                  <a:gd name="connsiteY73-49516" fmla="*/ 2413 h 4213"/>
                  <a:gd name="connsiteX74-49517" fmla="*/ 1604 w 2254"/>
                  <a:gd name="connsiteY74-49518" fmla="*/ 2412 h 4213"/>
                  <a:gd name="connsiteX75-49519" fmla="*/ 1569 w 2254"/>
                  <a:gd name="connsiteY75-49520" fmla="*/ 2480 h 4213"/>
                  <a:gd name="connsiteX76-49521" fmla="*/ 1572 w 2254"/>
                  <a:gd name="connsiteY76-49522" fmla="*/ 2562 h 4213"/>
                  <a:gd name="connsiteX77-49523" fmla="*/ 1750 w 2254"/>
                  <a:gd name="connsiteY77-49524" fmla="*/ 2730 h 4213"/>
                  <a:gd name="connsiteX78-49525" fmla="*/ 1749 w 2254"/>
                  <a:gd name="connsiteY78-49526" fmla="*/ 2844 h 4213"/>
                  <a:gd name="connsiteX79-49527" fmla="*/ 1840 w 2254"/>
                  <a:gd name="connsiteY79-49528" fmla="*/ 3060 h 4213"/>
                  <a:gd name="connsiteX80-49529" fmla="*/ 1866 w 2254"/>
                  <a:gd name="connsiteY80-49530" fmla="*/ 3090 h 4213"/>
                  <a:gd name="connsiteX81-49531" fmla="*/ 1910 w 2254"/>
                  <a:gd name="connsiteY81-49532" fmla="*/ 3094 h 4213"/>
                  <a:gd name="connsiteX82-49533" fmla="*/ 1956 w 2254"/>
                  <a:gd name="connsiteY82-49534" fmla="*/ 3010 h 4213"/>
                  <a:gd name="connsiteX83-49535" fmla="*/ 2036 w 2254"/>
                  <a:gd name="connsiteY83-49536" fmla="*/ 2950 h 4213"/>
                  <a:gd name="connsiteX84-49537" fmla="*/ 2131 w 2254"/>
                  <a:gd name="connsiteY84-49538" fmla="*/ 3126 h 4213"/>
                  <a:gd name="connsiteX85-49539" fmla="*/ 2241 w 2254"/>
                  <a:gd name="connsiteY85-49540" fmla="*/ 3312 h 4213"/>
                  <a:gd name="connsiteX86-49541" fmla="*/ 2254 w 2254"/>
                  <a:gd name="connsiteY86-49542" fmla="*/ 3342 h 4213"/>
                  <a:gd name="connsiteX87-49543" fmla="*/ 2243 w 2254"/>
                  <a:gd name="connsiteY87-49544" fmla="*/ 3518 h 4213"/>
                  <a:gd name="connsiteX88-49545" fmla="*/ 2208 w 2254"/>
                  <a:gd name="connsiteY88-49546" fmla="*/ 3554 h 4213"/>
                  <a:gd name="connsiteX89-49547" fmla="*/ 2119 w 2254"/>
                  <a:gd name="connsiteY89-49548" fmla="*/ 3515 h 4213"/>
                  <a:gd name="connsiteX90-49549" fmla="*/ 1885 w 2254"/>
                  <a:gd name="connsiteY90-49550" fmla="*/ 3644 h 4213"/>
                  <a:gd name="connsiteX91-49551" fmla="*/ 1859 w 2254"/>
                  <a:gd name="connsiteY91-49552" fmla="*/ 3666 h 4213"/>
                  <a:gd name="connsiteX92-49553" fmla="*/ 1679 w 2254"/>
                  <a:gd name="connsiteY92-49554" fmla="*/ 3812 h 4213"/>
                  <a:gd name="connsiteX93-49555" fmla="*/ 1538 w 2254"/>
                  <a:gd name="connsiteY93-49556" fmla="*/ 3926 h 4213"/>
                  <a:gd name="connsiteX94-49557" fmla="*/ 1503 w 2254"/>
                  <a:gd name="connsiteY94-49558" fmla="*/ 3965 h 4213"/>
                  <a:gd name="connsiteX95-49559" fmla="*/ 1451 w 2254"/>
                  <a:gd name="connsiteY95-49560" fmla="*/ 3973 h 4213"/>
                  <a:gd name="connsiteX96-49561" fmla="*/ 1394 w 2254"/>
                  <a:gd name="connsiteY96-49562" fmla="*/ 3916 h 4213"/>
                  <a:gd name="connsiteX97-49563" fmla="*/ 1270 w 2254"/>
                  <a:gd name="connsiteY97-49564" fmla="*/ 3808 h 4213"/>
                  <a:gd name="connsiteX98-49565" fmla="*/ 1294 w 2254"/>
                  <a:gd name="connsiteY98-49566" fmla="*/ 4064 h 4213"/>
                  <a:gd name="connsiteX99-49567" fmla="*/ 1303 w 2254"/>
                  <a:gd name="connsiteY99-49568" fmla="*/ 4192 h 4213"/>
                  <a:gd name="connsiteX100-49569" fmla="*/ 1041 w 2254"/>
                  <a:gd name="connsiteY100-49570" fmla="*/ 4166 h 4213"/>
                  <a:gd name="connsiteX101-49571" fmla="*/ 959 w 2254"/>
                  <a:gd name="connsiteY101-49572" fmla="*/ 3987 h 4213"/>
                  <a:gd name="connsiteX102-49573" fmla="*/ 877 w 2254"/>
                  <a:gd name="connsiteY102-49574" fmla="*/ 3802 h 4213"/>
                  <a:gd name="connsiteX103-49575" fmla="*/ 798 w 2254"/>
                  <a:gd name="connsiteY103-49576" fmla="*/ 3734 h 4213"/>
                  <a:gd name="connsiteX0-49577" fmla="*/ 798 w 2254"/>
                  <a:gd name="connsiteY0-49578" fmla="*/ 3734 h 4213"/>
                  <a:gd name="connsiteX1-49579" fmla="*/ 679 w 2254"/>
                  <a:gd name="connsiteY1-49580" fmla="*/ 3800 h 4213"/>
                  <a:gd name="connsiteX2-49581" fmla="*/ 695 w 2254"/>
                  <a:gd name="connsiteY2-49582" fmla="*/ 3662 h 4213"/>
                  <a:gd name="connsiteX3-49583" fmla="*/ 633 w 2254"/>
                  <a:gd name="connsiteY3-49584" fmla="*/ 3500 h 4213"/>
                  <a:gd name="connsiteX4-49585" fmla="*/ 742 w 2254"/>
                  <a:gd name="connsiteY4-49586" fmla="*/ 3280 h 4213"/>
                  <a:gd name="connsiteX5-49587" fmla="*/ 932 w 2254"/>
                  <a:gd name="connsiteY5-49588" fmla="*/ 3195 h 4213"/>
                  <a:gd name="connsiteX6-49589" fmla="*/ 1107 w 2254"/>
                  <a:gd name="connsiteY6-49590" fmla="*/ 3058 h 4213"/>
                  <a:gd name="connsiteX7-49591" fmla="*/ 1112 w 2254"/>
                  <a:gd name="connsiteY7-49592" fmla="*/ 2878 h 4213"/>
                  <a:gd name="connsiteX8-49593" fmla="*/ 1215 w 2254"/>
                  <a:gd name="connsiteY8-49594" fmla="*/ 2615 h 4213"/>
                  <a:gd name="connsiteX9-49595" fmla="*/ 1184 w 2254"/>
                  <a:gd name="connsiteY9-49596" fmla="*/ 2346 h 4213"/>
                  <a:gd name="connsiteX10-49597" fmla="*/ 1068 w 2254"/>
                  <a:gd name="connsiteY10-49598" fmla="*/ 2333 h 4213"/>
                  <a:gd name="connsiteX11-49599" fmla="*/ 1066 w 2254"/>
                  <a:gd name="connsiteY11-49600" fmla="*/ 2117 h 4213"/>
                  <a:gd name="connsiteX12-49601" fmla="*/ 990 w 2254"/>
                  <a:gd name="connsiteY12-49602" fmla="*/ 2039 h 4213"/>
                  <a:gd name="connsiteX13-49603" fmla="*/ 847 w 2254"/>
                  <a:gd name="connsiteY13-49604" fmla="*/ 1951 h 4213"/>
                  <a:gd name="connsiteX14-49605" fmla="*/ 755 w 2254"/>
                  <a:gd name="connsiteY14-49606" fmla="*/ 1827 h 4213"/>
                  <a:gd name="connsiteX15-49607" fmla="*/ 659 w 2254"/>
                  <a:gd name="connsiteY15-49608" fmla="*/ 1828 h 4213"/>
                  <a:gd name="connsiteX16-49609" fmla="*/ 614 w 2254"/>
                  <a:gd name="connsiteY16-49610" fmla="*/ 1883 h 4213"/>
                  <a:gd name="connsiteX17-49611" fmla="*/ 521 w 2254"/>
                  <a:gd name="connsiteY17-49612" fmla="*/ 1877 h 4213"/>
                  <a:gd name="connsiteX18-49613" fmla="*/ 501 w 2254"/>
                  <a:gd name="connsiteY18-49614" fmla="*/ 1994 h 4213"/>
                  <a:gd name="connsiteX19-49615" fmla="*/ 320 w 2254"/>
                  <a:gd name="connsiteY19-49616" fmla="*/ 1941 h 4213"/>
                  <a:gd name="connsiteX20-49617" fmla="*/ 237 w 2254"/>
                  <a:gd name="connsiteY20-49618" fmla="*/ 1939 h 4213"/>
                  <a:gd name="connsiteX21-49619" fmla="*/ 112 w 2254"/>
                  <a:gd name="connsiteY21-49620" fmla="*/ 2014 h 4213"/>
                  <a:gd name="connsiteX22-49621" fmla="*/ 0 w 2254"/>
                  <a:gd name="connsiteY22-49622" fmla="*/ 1890 h 4213"/>
                  <a:gd name="connsiteX23-49623" fmla="*/ 94 w 2254"/>
                  <a:gd name="connsiteY23-49624" fmla="*/ 1804 h 4213"/>
                  <a:gd name="connsiteX24-49625" fmla="*/ 98 w 2254"/>
                  <a:gd name="connsiteY24-49626" fmla="*/ 1634 h 4213"/>
                  <a:gd name="connsiteX25-49627" fmla="*/ 153 w 2254"/>
                  <a:gd name="connsiteY25-49628" fmla="*/ 1514 h 4213"/>
                  <a:gd name="connsiteX26-49629" fmla="*/ 196 w 2254"/>
                  <a:gd name="connsiteY26-49630" fmla="*/ 1306 h 4213"/>
                  <a:gd name="connsiteX27-49631" fmla="*/ 256 w 2254"/>
                  <a:gd name="connsiteY27-49632" fmla="*/ 1307 h 4213"/>
                  <a:gd name="connsiteX28-49633" fmla="*/ 579 w 2254"/>
                  <a:gd name="connsiteY28-49634" fmla="*/ 1286 h 4213"/>
                  <a:gd name="connsiteX29-49635" fmla="*/ 753 w 2254"/>
                  <a:gd name="connsiteY29-49636" fmla="*/ 1117 h 4213"/>
                  <a:gd name="connsiteX30-49637" fmla="*/ 822 w 2254"/>
                  <a:gd name="connsiteY30-49638" fmla="*/ 748 h 4213"/>
                  <a:gd name="connsiteX31-49639" fmla="*/ 932 w 2254"/>
                  <a:gd name="connsiteY31-49640" fmla="*/ 486 h 4213"/>
                  <a:gd name="connsiteX32-49641" fmla="*/ 930 w 2254"/>
                  <a:gd name="connsiteY32-49642" fmla="*/ 358 h 4213"/>
                  <a:gd name="connsiteX33-49643" fmla="*/ 917 w 2254"/>
                  <a:gd name="connsiteY33-49644" fmla="*/ 328 h 4213"/>
                  <a:gd name="connsiteX34-49645" fmla="*/ 850 w 2254"/>
                  <a:gd name="connsiteY34-49646" fmla="*/ 251 h 4213"/>
                  <a:gd name="connsiteX35-49647" fmla="*/ 790 w 2254"/>
                  <a:gd name="connsiteY35-49648" fmla="*/ 217 h 4213"/>
                  <a:gd name="connsiteX36-49649" fmla="*/ 915 w 2254"/>
                  <a:gd name="connsiteY36-49650" fmla="*/ 56 h 4213"/>
                  <a:gd name="connsiteX37-49651" fmla="*/ 1088 w 2254"/>
                  <a:gd name="connsiteY37-49652" fmla="*/ 2 h 4213"/>
                  <a:gd name="connsiteX38-49653" fmla="*/ 1120 w 2254"/>
                  <a:gd name="connsiteY38-49654" fmla="*/ 49 h 4213"/>
                  <a:gd name="connsiteX39-49655" fmla="*/ 1110 w 2254"/>
                  <a:gd name="connsiteY39-49656" fmla="*/ 133 h 4213"/>
                  <a:gd name="connsiteX40-49657" fmla="*/ 1049 w 2254"/>
                  <a:gd name="connsiteY40-49658" fmla="*/ 243 h 4213"/>
                  <a:gd name="connsiteX41-49659" fmla="*/ 1119 w 2254"/>
                  <a:gd name="connsiteY41-49660" fmla="*/ 301 h 4213"/>
                  <a:gd name="connsiteX42-49661" fmla="*/ 1233 w 2254"/>
                  <a:gd name="connsiteY42-49662" fmla="*/ 366 h 4213"/>
                  <a:gd name="connsiteX43-49663" fmla="*/ 1253 w 2254"/>
                  <a:gd name="connsiteY43-49664" fmla="*/ 255 h 4213"/>
                  <a:gd name="connsiteX44-49665" fmla="*/ 1387 w 2254"/>
                  <a:gd name="connsiteY44-49666" fmla="*/ 291 h 4213"/>
                  <a:gd name="connsiteX45-49667" fmla="*/ 1412 w 2254"/>
                  <a:gd name="connsiteY45-49668" fmla="*/ 331 h 4213"/>
                  <a:gd name="connsiteX46-49669" fmla="*/ 1488 w 2254"/>
                  <a:gd name="connsiteY46-49670" fmla="*/ 562 h 4213"/>
                  <a:gd name="connsiteX47-49671" fmla="*/ 1523 w 2254"/>
                  <a:gd name="connsiteY47-49672" fmla="*/ 586 h 4213"/>
                  <a:gd name="connsiteX48-49673" fmla="*/ 1615 w 2254"/>
                  <a:gd name="connsiteY48-49674" fmla="*/ 578 h 4213"/>
                  <a:gd name="connsiteX49-49675" fmla="*/ 1875 w 2254"/>
                  <a:gd name="connsiteY49-49676" fmla="*/ 490 h 4213"/>
                  <a:gd name="connsiteX50-49677" fmla="*/ 2095 w 2254"/>
                  <a:gd name="connsiteY50-49678" fmla="*/ 479 h 4213"/>
                  <a:gd name="connsiteX51-49679" fmla="*/ 2155 w 2254"/>
                  <a:gd name="connsiteY51-49680" fmla="*/ 648 h 4213"/>
                  <a:gd name="connsiteX52-49681" fmla="*/ 2073 w 2254"/>
                  <a:gd name="connsiteY52-49682" fmla="*/ 944 h 4213"/>
                  <a:gd name="connsiteX53-49683" fmla="*/ 2073 w 2254"/>
                  <a:gd name="connsiteY53-49684" fmla="*/ 1022 h 4213"/>
                  <a:gd name="connsiteX54-49685" fmla="*/ 2142 w 2254"/>
                  <a:gd name="connsiteY54-49686" fmla="*/ 1168 h 4213"/>
                  <a:gd name="connsiteX55-49687" fmla="*/ 2157 w 2254"/>
                  <a:gd name="connsiteY55-49688" fmla="*/ 1427 h 4213"/>
                  <a:gd name="connsiteX56-49689" fmla="*/ 2159 w 2254"/>
                  <a:gd name="connsiteY56-49690" fmla="*/ 1617 h 4213"/>
                  <a:gd name="connsiteX57-49691" fmla="*/ 2092 w 2254"/>
                  <a:gd name="connsiteY57-49692" fmla="*/ 1625 h 4213"/>
                  <a:gd name="connsiteX58-49693" fmla="*/ 2070 w 2254"/>
                  <a:gd name="connsiteY58-49694" fmla="*/ 1507 h 4213"/>
                  <a:gd name="connsiteX59-49695" fmla="*/ 2035 w 2254"/>
                  <a:gd name="connsiteY59-49696" fmla="*/ 1450 h 4213"/>
                  <a:gd name="connsiteX60-49697" fmla="*/ 1945 w 2254"/>
                  <a:gd name="connsiteY60-49698" fmla="*/ 1582 h 4213"/>
                  <a:gd name="connsiteX61-49699" fmla="*/ 1832 w 2254"/>
                  <a:gd name="connsiteY61-49700" fmla="*/ 1776 h 4213"/>
                  <a:gd name="connsiteX62-49701" fmla="*/ 1713 w 2254"/>
                  <a:gd name="connsiteY62-49702" fmla="*/ 1904 h 4213"/>
                  <a:gd name="connsiteX63-49703" fmla="*/ 1706 w 2254"/>
                  <a:gd name="connsiteY63-49704" fmla="*/ 2018 h 4213"/>
                  <a:gd name="connsiteX64-49705" fmla="*/ 1766 w 2254"/>
                  <a:gd name="connsiteY64-49706" fmla="*/ 2115 h 4213"/>
                  <a:gd name="connsiteX65-49707" fmla="*/ 1868 w 2254"/>
                  <a:gd name="connsiteY65-49708" fmla="*/ 2183 h 4213"/>
                  <a:gd name="connsiteX66-49709" fmla="*/ 1945 w 2254"/>
                  <a:gd name="connsiteY66-49710" fmla="*/ 2178 h 4213"/>
                  <a:gd name="connsiteX67-49711" fmla="*/ 1990 w 2254"/>
                  <a:gd name="connsiteY67-49712" fmla="*/ 2104 h 4213"/>
                  <a:gd name="connsiteX68-49713" fmla="*/ 2024 w 2254"/>
                  <a:gd name="connsiteY68-49714" fmla="*/ 2210 h 4213"/>
                  <a:gd name="connsiteX69-49715" fmla="*/ 1912 w 2254"/>
                  <a:gd name="connsiteY69-49716" fmla="*/ 2249 h 4213"/>
                  <a:gd name="connsiteX70-49717" fmla="*/ 1959 w 2254"/>
                  <a:gd name="connsiteY70-49718" fmla="*/ 2362 h 4213"/>
                  <a:gd name="connsiteX71-49719" fmla="*/ 1824 w 2254"/>
                  <a:gd name="connsiteY71-49720" fmla="*/ 2509 h 4213"/>
                  <a:gd name="connsiteX72-49721" fmla="*/ 1783 w 2254"/>
                  <a:gd name="connsiteY72-49722" fmla="*/ 2498 h 4213"/>
                  <a:gd name="connsiteX73-49723" fmla="*/ 1659 w 2254"/>
                  <a:gd name="connsiteY73-49724" fmla="*/ 2413 h 4213"/>
                  <a:gd name="connsiteX74-49725" fmla="*/ 1604 w 2254"/>
                  <a:gd name="connsiteY74-49726" fmla="*/ 2412 h 4213"/>
                  <a:gd name="connsiteX75-49727" fmla="*/ 1569 w 2254"/>
                  <a:gd name="connsiteY75-49728" fmla="*/ 2480 h 4213"/>
                  <a:gd name="connsiteX76-49729" fmla="*/ 1572 w 2254"/>
                  <a:gd name="connsiteY76-49730" fmla="*/ 2562 h 4213"/>
                  <a:gd name="connsiteX77-49731" fmla="*/ 1750 w 2254"/>
                  <a:gd name="connsiteY77-49732" fmla="*/ 2730 h 4213"/>
                  <a:gd name="connsiteX78-49733" fmla="*/ 1749 w 2254"/>
                  <a:gd name="connsiteY78-49734" fmla="*/ 2844 h 4213"/>
                  <a:gd name="connsiteX79-49735" fmla="*/ 1840 w 2254"/>
                  <a:gd name="connsiteY79-49736" fmla="*/ 3060 h 4213"/>
                  <a:gd name="connsiteX80-49737" fmla="*/ 1866 w 2254"/>
                  <a:gd name="connsiteY80-49738" fmla="*/ 3090 h 4213"/>
                  <a:gd name="connsiteX81-49739" fmla="*/ 1910 w 2254"/>
                  <a:gd name="connsiteY81-49740" fmla="*/ 3094 h 4213"/>
                  <a:gd name="connsiteX82-49741" fmla="*/ 1956 w 2254"/>
                  <a:gd name="connsiteY82-49742" fmla="*/ 3010 h 4213"/>
                  <a:gd name="connsiteX83-49743" fmla="*/ 2036 w 2254"/>
                  <a:gd name="connsiteY83-49744" fmla="*/ 2950 h 4213"/>
                  <a:gd name="connsiteX84-49745" fmla="*/ 2131 w 2254"/>
                  <a:gd name="connsiteY84-49746" fmla="*/ 3126 h 4213"/>
                  <a:gd name="connsiteX85-49747" fmla="*/ 2241 w 2254"/>
                  <a:gd name="connsiteY85-49748" fmla="*/ 3312 h 4213"/>
                  <a:gd name="connsiteX86-49749" fmla="*/ 2254 w 2254"/>
                  <a:gd name="connsiteY86-49750" fmla="*/ 3342 h 4213"/>
                  <a:gd name="connsiteX87-49751" fmla="*/ 2243 w 2254"/>
                  <a:gd name="connsiteY87-49752" fmla="*/ 3518 h 4213"/>
                  <a:gd name="connsiteX88-49753" fmla="*/ 2208 w 2254"/>
                  <a:gd name="connsiteY88-49754" fmla="*/ 3554 h 4213"/>
                  <a:gd name="connsiteX89-49755" fmla="*/ 2119 w 2254"/>
                  <a:gd name="connsiteY89-49756" fmla="*/ 3515 h 4213"/>
                  <a:gd name="connsiteX90-49757" fmla="*/ 1885 w 2254"/>
                  <a:gd name="connsiteY90-49758" fmla="*/ 3644 h 4213"/>
                  <a:gd name="connsiteX91-49759" fmla="*/ 1859 w 2254"/>
                  <a:gd name="connsiteY91-49760" fmla="*/ 3666 h 4213"/>
                  <a:gd name="connsiteX92-49761" fmla="*/ 1679 w 2254"/>
                  <a:gd name="connsiteY92-49762" fmla="*/ 3812 h 4213"/>
                  <a:gd name="connsiteX93-49763" fmla="*/ 1538 w 2254"/>
                  <a:gd name="connsiteY93-49764" fmla="*/ 3926 h 4213"/>
                  <a:gd name="connsiteX94-49765" fmla="*/ 1503 w 2254"/>
                  <a:gd name="connsiteY94-49766" fmla="*/ 3965 h 4213"/>
                  <a:gd name="connsiteX95-49767" fmla="*/ 1451 w 2254"/>
                  <a:gd name="connsiteY95-49768" fmla="*/ 3973 h 4213"/>
                  <a:gd name="connsiteX96-49769" fmla="*/ 1394 w 2254"/>
                  <a:gd name="connsiteY96-49770" fmla="*/ 3916 h 4213"/>
                  <a:gd name="connsiteX97-49771" fmla="*/ 1270 w 2254"/>
                  <a:gd name="connsiteY97-49772" fmla="*/ 3808 h 4213"/>
                  <a:gd name="connsiteX98-49773" fmla="*/ 1294 w 2254"/>
                  <a:gd name="connsiteY98-49774" fmla="*/ 4064 h 4213"/>
                  <a:gd name="connsiteX99-49775" fmla="*/ 1303 w 2254"/>
                  <a:gd name="connsiteY99-49776" fmla="*/ 4192 h 4213"/>
                  <a:gd name="connsiteX100-49777" fmla="*/ 1041 w 2254"/>
                  <a:gd name="connsiteY100-49778" fmla="*/ 4166 h 4213"/>
                  <a:gd name="connsiteX101-49779" fmla="*/ 959 w 2254"/>
                  <a:gd name="connsiteY101-49780" fmla="*/ 3987 h 4213"/>
                  <a:gd name="connsiteX102-49781" fmla="*/ 877 w 2254"/>
                  <a:gd name="connsiteY102-49782" fmla="*/ 3802 h 4213"/>
                  <a:gd name="connsiteX103-49783" fmla="*/ 798 w 2254"/>
                  <a:gd name="connsiteY103-49784" fmla="*/ 3734 h 4213"/>
                  <a:gd name="connsiteX0-49785" fmla="*/ 798 w 2254"/>
                  <a:gd name="connsiteY0-49786" fmla="*/ 3734 h 4213"/>
                  <a:gd name="connsiteX1-49787" fmla="*/ 679 w 2254"/>
                  <a:gd name="connsiteY1-49788" fmla="*/ 3800 h 4213"/>
                  <a:gd name="connsiteX2-49789" fmla="*/ 695 w 2254"/>
                  <a:gd name="connsiteY2-49790" fmla="*/ 3662 h 4213"/>
                  <a:gd name="connsiteX3-49791" fmla="*/ 633 w 2254"/>
                  <a:gd name="connsiteY3-49792" fmla="*/ 3500 h 4213"/>
                  <a:gd name="connsiteX4-49793" fmla="*/ 742 w 2254"/>
                  <a:gd name="connsiteY4-49794" fmla="*/ 3280 h 4213"/>
                  <a:gd name="connsiteX5-49795" fmla="*/ 932 w 2254"/>
                  <a:gd name="connsiteY5-49796" fmla="*/ 3195 h 4213"/>
                  <a:gd name="connsiteX6-49797" fmla="*/ 1107 w 2254"/>
                  <a:gd name="connsiteY6-49798" fmla="*/ 3058 h 4213"/>
                  <a:gd name="connsiteX7-49799" fmla="*/ 1112 w 2254"/>
                  <a:gd name="connsiteY7-49800" fmla="*/ 2878 h 4213"/>
                  <a:gd name="connsiteX8-49801" fmla="*/ 1215 w 2254"/>
                  <a:gd name="connsiteY8-49802" fmla="*/ 2615 h 4213"/>
                  <a:gd name="connsiteX9-49803" fmla="*/ 1184 w 2254"/>
                  <a:gd name="connsiteY9-49804" fmla="*/ 2346 h 4213"/>
                  <a:gd name="connsiteX10-49805" fmla="*/ 1068 w 2254"/>
                  <a:gd name="connsiteY10-49806" fmla="*/ 2333 h 4213"/>
                  <a:gd name="connsiteX11-49807" fmla="*/ 1066 w 2254"/>
                  <a:gd name="connsiteY11-49808" fmla="*/ 2117 h 4213"/>
                  <a:gd name="connsiteX12-49809" fmla="*/ 990 w 2254"/>
                  <a:gd name="connsiteY12-49810" fmla="*/ 2039 h 4213"/>
                  <a:gd name="connsiteX13-49811" fmla="*/ 847 w 2254"/>
                  <a:gd name="connsiteY13-49812" fmla="*/ 1951 h 4213"/>
                  <a:gd name="connsiteX14-49813" fmla="*/ 755 w 2254"/>
                  <a:gd name="connsiteY14-49814" fmla="*/ 1827 h 4213"/>
                  <a:gd name="connsiteX15-49815" fmla="*/ 659 w 2254"/>
                  <a:gd name="connsiteY15-49816" fmla="*/ 1828 h 4213"/>
                  <a:gd name="connsiteX16-49817" fmla="*/ 614 w 2254"/>
                  <a:gd name="connsiteY16-49818" fmla="*/ 1883 h 4213"/>
                  <a:gd name="connsiteX17-49819" fmla="*/ 521 w 2254"/>
                  <a:gd name="connsiteY17-49820" fmla="*/ 1877 h 4213"/>
                  <a:gd name="connsiteX18-49821" fmla="*/ 501 w 2254"/>
                  <a:gd name="connsiteY18-49822" fmla="*/ 1994 h 4213"/>
                  <a:gd name="connsiteX19-49823" fmla="*/ 320 w 2254"/>
                  <a:gd name="connsiteY19-49824" fmla="*/ 1941 h 4213"/>
                  <a:gd name="connsiteX20-49825" fmla="*/ 237 w 2254"/>
                  <a:gd name="connsiteY20-49826" fmla="*/ 1939 h 4213"/>
                  <a:gd name="connsiteX21-49827" fmla="*/ 112 w 2254"/>
                  <a:gd name="connsiteY21-49828" fmla="*/ 2014 h 4213"/>
                  <a:gd name="connsiteX22-49829" fmla="*/ 0 w 2254"/>
                  <a:gd name="connsiteY22-49830" fmla="*/ 1890 h 4213"/>
                  <a:gd name="connsiteX23-49831" fmla="*/ 94 w 2254"/>
                  <a:gd name="connsiteY23-49832" fmla="*/ 1804 h 4213"/>
                  <a:gd name="connsiteX24-49833" fmla="*/ 98 w 2254"/>
                  <a:gd name="connsiteY24-49834" fmla="*/ 1634 h 4213"/>
                  <a:gd name="connsiteX25-49835" fmla="*/ 153 w 2254"/>
                  <a:gd name="connsiteY25-49836" fmla="*/ 1514 h 4213"/>
                  <a:gd name="connsiteX26-49837" fmla="*/ 196 w 2254"/>
                  <a:gd name="connsiteY26-49838" fmla="*/ 1306 h 4213"/>
                  <a:gd name="connsiteX27-49839" fmla="*/ 256 w 2254"/>
                  <a:gd name="connsiteY27-49840" fmla="*/ 1307 h 4213"/>
                  <a:gd name="connsiteX28-49841" fmla="*/ 579 w 2254"/>
                  <a:gd name="connsiteY28-49842" fmla="*/ 1286 h 4213"/>
                  <a:gd name="connsiteX29-49843" fmla="*/ 753 w 2254"/>
                  <a:gd name="connsiteY29-49844" fmla="*/ 1117 h 4213"/>
                  <a:gd name="connsiteX30-49845" fmla="*/ 822 w 2254"/>
                  <a:gd name="connsiteY30-49846" fmla="*/ 748 h 4213"/>
                  <a:gd name="connsiteX31-49847" fmla="*/ 932 w 2254"/>
                  <a:gd name="connsiteY31-49848" fmla="*/ 486 h 4213"/>
                  <a:gd name="connsiteX32-49849" fmla="*/ 930 w 2254"/>
                  <a:gd name="connsiteY32-49850" fmla="*/ 358 h 4213"/>
                  <a:gd name="connsiteX33-49851" fmla="*/ 917 w 2254"/>
                  <a:gd name="connsiteY33-49852" fmla="*/ 328 h 4213"/>
                  <a:gd name="connsiteX34-49853" fmla="*/ 850 w 2254"/>
                  <a:gd name="connsiteY34-49854" fmla="*/ 251 h 4213"/>
                  <a:gd name="connsiteX35-49855" fmla="*/ 790 w 2254"/>
                  <a:gd name="connsiteY35-49856" fmla="*/ 217 h 4213"/>
                  <a:gd name="connsiteX36-49857" fmla="*/ 915 w 2254"/>
                  <a:gd name="connsiteY36-49858" fmla="*/ 56 h 4213"/>
                  <a:gd name="connsiteX37-49859" fmla="*/ 1088 w 2254"/>
                  <a:gd name="connsiteY37-49860" fmla="*/ 2 h 4213"/>
                  <a:gd name="connsiteX38-49861" fmla="*/ 1120 w 2254"/>
                  <a:gd name="connsiteY38-49862" fmla="*/ 49 h 4213"/>
                  <a:gd name="connsiteX39-49863" fmla="*/ 1110 w 2254"/>
                  <a:gd name="connsiteY39-49864" fmla="*/ 133 h 4213"/>
                  <a:gd name="connsiteX40-49865" fmla="*/ 1049 w 2254"/>
                  <a:gd name="connsiteY40-49866" fmla="*/ 243 h 4213"/>
                  <a:gd name="connsiteX41-49867" fmla="*/ 1119 w 2254"/>
                  <a:gd name="connsiteY41-49868" fmla="*/ 301 h 4213"/>
                  <a:gd name="connsiteX42-49869" fmla="*/ 1233 w 2254"/>
                  <a:gd name="connsiteY42-49870" fmla="*/ 366 h 4213"/>
                  <a:gd name="connsiteX43-49871" fmla="*/ 1253 w 2254"/>
                  <a:gd name="connsiteY43-49872" fmla="*/ 255 h 4213"/>
                  <a:gd name="connsiteX44-49873" fmla="*/ 1387 w 2254"/>
                  <a:gd name="connsiteY44-49874" fmla="*/ 291 h 4213"/>
                  <a:gd name="connsiteX45-49875" fmla="*/ 1412 w 2254"/>
                  <a:gd name="connsiteY45-49876" fmla="*/ 331 h 4213"/>
                  <a:gd name="connsiteX46-49877" fmla="*/ 1488 w 2254"/>
                  <a:gd name="connsiteY46-49878" fmla="*/ 562 h 4213"/>
                  <a:gd name="connsiteX47-49879" fmla="*/ 1523 w 2254"/>
                  <a:gd name="connsiteY47-49880" fmla="*/ 586 h 4213"/>
                  <a:gd name="connsiteX48-49881" fmla="*/ 1615 w 2254"/>
                  <a:gd name="connsiteY48-49882" fmla="*/ 578 h 4213"/>
                  <a:gd name="connsiteX49-49883" fmla="*/ 1875 w 2254"/>
                  <a:gd name="connsiteY49-49884" fmla="*/ 490 h 4213"/>
                  <a:gd name="connsiteX50-49885" fmla="*/ 2095 w 2254"/>
                  <a:gd name="connsiteY50-49886" fmla="*/ 479 h 4213"/>
                  <a:gd name="connsiteX51-49887" fmla="*/ 2155 w 2254"/>
                  <a:gd name="connsiteY51-49888" fmla="*/ 648 h 4213"/>
                  <a:gd name="connsiteX52-49889" fmla="*/ 2073 w 2254"/>
                  <a:gd name="connsiteY52-49890" fmla="*/ 944 h 4213"/>
                  <a:gd name="connsiteX53-49891" fmla="*/ 2073 w 2254"/>
                  <a:gd name="connsiteY53-49892" fmla="*/ 1022 h 4213"/>
                  <a:gd name="connsiteX54-49893" fmla="*/ 2142 w 2254"/>
                  <a:gd name="connsiteY54-49894" fmla="*/ 1168 h 4213"/>
                  <a:gd name="connsiteX55-49895" fmla="*/ 2157 w 2254"/>
                  <a:gd name="connsiteY55-49896" fmla="*/ 1427 h 4213"/>
                  <a:gd name="connsiteX56-49897" fmla="*/ 2159 w 2254"/>
                  <a:gd name="connsiteY56-49898" fmla="*/ 1617 h 4213"/>
                  <a:gd name="connsiteX57-49899" fmla="*/ 2092 w 2254"/>
                  <a:gd name="connsiteY57-49900" fmla="*/ 1625 h 4213"/>
                  <a:gd name="connsiteX58-49901" fmla="*/ 2070 w 2254"/>
                  <a:gd name="connsiteY58-49902" fmla="*/ 1507 h 4213"/>
                  <a:gd name="connsiteX59-49903" fmla="*/ 2035 w 2254"/>
                  <a:gd name="connsiteY59-49904" fmla="*/ 1450 h 4213"/>
                  <a:gd name="connsiteX60-49905" fmla="*/ 1945 w 2254"/>
                  <a:gd name="connsiteY60-49906" fmla="*/ 1582 h 4213"/>
                  <a:gd name="connsiteX61-49907" fmla="*/ 1832 w 2254"/>
                  <a:gd name="connsiteY61-49908" fmla="*/ 1776 h 4213"/>
                  <a:gd name="connsiteX62-49909" fmla="*/ 1713 w 2254"/>
                  <a:gd name="connsiteY62-49910" fmla="*/ 1904 h 4213"/>
                  <a:gd name="connsiteX63-49911" fmla="*/ 1706 w 2254"/>
                  <a:gd name="connsiteY63-49912" fmla="*/ 2018 h 4213"/>
                  <a:gd name="connsiteX64-49913" fmla="*/ 1766 w 2254"/>
                  <a:gd name="connsiteY64-49914" fmla="*/ 2115 h 4213"/>
                  <a:gd name="connsiteX65-49915" fmla="*/ 1868 w 2254"/>
                  <a:gd name="connsiteY65-49916" fmla="*/ 2183 h 4213"/>
                  <a:gd name="connsiteX66-49917" fmla="*/ 1945 w 2254"/>
                  <a:gd name="connsiteY66-49918" fmla="*/ 2178 h 4213"/>
                  <a:gd name="connsiteX67-49919" fmla="*/ 1990 w 2254"/>
                  <a:gd name="connsiteY67-49920" fmla="*/ 2104 h 4213"/>
                  <a:gd name="connsiteX68-49921" fmla="*/ 2024 w 2254"/>
                  <a:gd name="connsiteY68-49922" fmla="*/ 2210 h 4213"/>
                  <a:gd name="connsiteX69-49923" fmla="*/ 1912 w 2254"/>
                  <a:gd name="connsiteY69-49924" fmla="*/ 2249 h 4213"/>
                  <a:gd name="connsiteX70-49925" fmla="*/ 1959 w 2254"/>
                  <a:gd name="connsiteY70-49926" fmla="*/ 2362 h 4213"/>
                  <a:gd name="connsiteX71-49927" fmla="*/ 1824 w 2254"/>
                  <a:gd name="connsiteY71-49928" fmla="*/ 2509 h 4213"/>
                  <a:gd name="connsiteX72-49929" fmla="*/ 1783 w 2254"/>
                  <a:gd name="connsiteY72-49930" fmla="*/ 2498 h 4213"/>
                  <a:gd name="connsiteX73-49931" fmla="*/ 1659 w 2254"/>
                  <a:gd name="connsiteY73-49932" fmla="*/ 2413 h 4213"/>
                  <a:gd name="connsiteX74-49933" fmla="*/ 1604 w 2254"/>
                  <a:gd name="connsiteY74-49934" fmla="*/ 2412 h 4213"/>
                  <a:gd name="connsiteX75-49935" fmla="*/ 1569 w 2254"/>
                  <a:gd name="connsiteY75-49936" fmla="*/ 2480 h 4213"/>
                  <a:gd name="connsiteX76-49937" fmla="*/ 1572 w 2254"/>
                  <a:gd name="connsiteY76-49938" fmla="*/ 2562 h 4213"/>
                  <a:gd name="connsiteX77-49939" fmla="*/ 1750 w 2254"/>
                  <a:gd name="connsiteY77-49940" fmla="*/ 2730 h 4213"/>
                  <a:gd name="connsiteX78-49941" fmla="*/ 1749 w 2254"/>
                  <a:gd name="connsiteY78-49942" fmla="*/ 2844 h 4213"/>
                  <a:gd name="connsiteX79-49943" fmla="*/ 1840 w 2254"/>
                  <a:gd name="connsiteY79-49944" fmla="*/ 3060 h 4213"/>
                  <a:gd name="connsiteX80-49945" fmla="*/ 1866 w 2254"/>
                  <a:gd name="connsiteY80-49946" fmla="*/ 3090 h 4213"/>
                  <a:gd name="connsiteX81-49947" fmla="*/ 1910 w 2254"/>
                  <a:gd name="connsiteY81-49948" fmla="*/ 3094 h 4213"/>
                  <a:gd name="connsiteX82-49949" fmla="*/ 1956 w 2254"/>
                  <a:gd name="connsiteY82-49950" fmla="*/ 3010 h 4213"/>
                  <a:gd name="connsiteX83-49951" fmla="*/ 2036 w 2254"/>
                  <a:gd name="connsiteY83-49952" fmla="*/ 2950 h 4213"/>
                  <a:gd name="connsiteX84-49953" fmla="*/ 2131 w 2254"/>
                  <a:gd name="connsiteY84-49954" fmla="*/ 3126 h 4213"/>
                  <a:gd name="connsiteX85-49955" fmla="*/ 2241 w 2254"/>
                  <a:gd name="connsiteY85-49956" fmla="*/ 3312 h 4213"/>
                  <a:gd name="connsiteX86-49957" fmla="*/ 2254 w 2254"/>
                  <a:gd name="connsiteY86-49958" fmla="*/ 3342 h 4213"/>
                  <a:gd name="connsiteX87-49959" fmla="*/ 2243 w 2254"/>
                  <a:gd name="connsiteY87-49960" fmla="*/ 3518 h 4213"/>
                  <a:gd name="connsiteX88-49961" fmla="*/ 2208 w 2254"/>
                  <a:gd name="connsiteY88-49962" fmla="*/ 3554 h 4213"/>
                  <a:gd name="connsiteX89-49963" fmla="*/ 2119 w 2254"/>
                  <a:gd name="connsiteY89-49964" fmla="*/ 3515 h 4213"/>
                  <a:gd name="connsiteX90-49965" fmla="*/ 1885 w 2254"/>
                  <a:gd name="connsiteY90-49966" fmla="*/ 3644 h 4213"/>
                  <a:gd name="connsiteX91-49967" fmla="*/ 1859 w 2254"/>
                  <a:gd name="connsiteY91-49968" fmla="*/ 3666 h 4213"/>
                  <a:gd name="connsiteX92-49969" fmla="*/ 1679 w 2254"/>
                  <a:gd name="connsiteY92-49970" fmla="*/ 3812 h 4213"/>
                  <a:gd name="connsiteX93-49971" fmla="*/ 1538 w 2254"/>
                  <a:gd name="connsiteY93-49972" fmla="*/ 3926 h 4213"/>
                  <a:gd name="connsiteX94-49973" fmla="*/ 1503 w 2254"/>
                  <a:gd name="connsiteY94-49974" fmla="*/ 3965 h 4213"/>
                  <a:gd name="connsiteX95-49975" fmla="*/ 1451 w 2254"/>
                  <a:gd name="connsiteY95-49976" fmla="*/ 3973 h 4213"/>
                  <a:gd name="connsiteX96-49977" fmla="*/ 1394 w 2254"/>
                  <a:gd name="connsiteY96-49978" fmla="*/ 3916 h 4213"/>
                  <a:gd name="connsiteX97-49979" fmla="*/ 1270 w 2254"/>
                  <a:gd name="connsiteY97-49980" fmla="*/ 3808 h 4213"/>
                  <a:gd name="connsiteX98-49981" fmla="*/ 1294 w 2254"/>
                  <a:gd name="connsiteY98-49982" fmla="*/ 4064 h 4213"/>
                  <a:gd name="connsiteX99-49983" fmla="*/ 1303 w 2254"/>
                  <a:gd name="connsiteY99-49984" fmla="*/ 4192 h 4213"/>
                  <a:gd name="connsiteX100-49985" fmla="*/ 1041 w 2254"/>
                  <a:gd name="connsiteY100-49986" fmla="*/ 4166 h 4213"/>
                  <a:gd name="connsiteX101-49987" fmla="*/ 959 w 2254"/>
                  <a:gd name="connsiteY101-49988" fmla="*/ 3987 h 4213"/>
                  <a:gd name="connsiteX102-49989" fmla="*/ 877 w 2254"/>
                  <a:gd name="connsiteY102-49990" fmla="*/ 3802 h 4213"/>
                  <a:gd name="connsiteX103-49991" fmla="*/ 798 w 2254"/>
                  <a:gd name="connsiteY103-49992" fmla="*/ 3734 h 4213"/>
                  <a:gd name="connsiteX0-49993" fmla="*/ 798 w 2254"/>
                  <a:gd name="connsiteY0-49994" fmla="*/ 3734 h 4213"/>
                  <a:gd name="connsiteX1-49995" fmla="*/ 679 w 2254"/>
                  <a:gd name="connsiteY1-49996" fmla="*/ 3800 h 4213"/>
                  <a:gd name="connsiteX2-49997" fmla="*/ 695 w 2254"/>
                  <a:gd name="connsiteY2-49998" fmla="*/ 3662 h 4213"/>
                  <a:gd name="connsiteX3-49999" fmla="*/ 633 w 2254"/>
                  <a:gd name="connsiteY3-50000" fmla="*/ 3500 h 4213"/>
                  <a:gd name="connsiteX4-50001" fmla="*/ 742 w 2254"/>
                  <a:gd name="connsiteY4-50002" fmla="*/ 3280 h 4213"/>
                  <a:gd name="connsiteX5-50003" fmla="*/ 932 w 2254"/>
                  <a:gd name="connsiteY5-50004" fmla="*/ 3195 h 4213"/>
                  <a:gd name="connsiteX6-50005" fmla="*/ 1107 w 2254"/>
                  <a:gd name="connsiteY6-50006" fmla="*/ 3058 h 4213"/>
                  <a:gd name="connsiteX7-50007" fmla="*/ 1112 w 2254"/>
                  <a:gd name="connsiteY7-50008" fmla="*/ 2878 h 4213"/>
                  <a:gd name="connsiteX8-50009" fmla="*/ 1215 w 2254"/>
                  <a:gd name="connsiteY8-50010" fmla="*/ 2615 h 4213"/>
                  <a:gd name="connsiteX9-50011" fmla="*/ 1184 w 2254"/>
                  <a:gd name="connsiteY9-50012" fmla="*/ 2346 h 4213"/>
                  <a:gd name="connsiteX10-50013" fmla="*/ 1068 w 2254"/>
                  <a:gd name="connsiteY10-50014" fmla="*/ 2333 h 4213"/>
                  <a:gd name="connsiteX11-50015" fmla="*/ 1066 w 2254"/>
                  <a:gd name="connsiteY11-50016" fmla="*/ 2117 h 4213"/>
                  <a:gd name="connsiteX12-50017" fmla="*/ 990 w 2254"/>
                  <a:gd name="connsiteY12-50018" fmla="*/ 2039 h 4213"/>
                  <a:gd name="connsiteX13-50019" fmla="*/ 847 w 2254"/>
                  <a:gd name="connsiteY13-50020" fmla="*/ 1951 h 4213"/>
                  <a:gd name="connsiteX14-50021" fmla="*/ 755 w 2254"/>
                  <a:gd name="connsiteY14-50022" fmla="*/ 1827 h 4213"/>
                  <a:gd name="connsiteX15-50023" fmla="*/ 659 w 2254"/>
                  <a:gd name="connsiteY15-50024" fmla="*/ 1828 h 4213"/>
                  <a:gd name="connsiteX16-50025" fmla="*/ 614 w 2254"/>
                  <a:gd name="connsiteY16-50026" fmla="*/ 1883 h 4213"/>
                  <a:gd name="connsiteX17-50027" fmla="*/ 521 w 2254"/>
                  <a:gd name="connsiteY17-50028" fmla="*/ 1877 h 4213"/>
                  <a:gd name="connsiteX18-50029" fmla="*/ 501 w 2254"/>
                  <a:gd name="connsiteY18-50030" fmla="*/ 1994 h 4213"/>
                  <a:gd name="connsiteX19-50031" fmla="*/ 320 w 2254"/>
                  <a:gd name="connsiteY19-50032" fmla="*/ 1941 h 4213"/>
                  <a:gd name="connsiteX20-50033" fmla="*/ 237 w 2254"/>
                  <a:gd name="connsiteY20-50034" fmla="*/ 1939 h 4213"/>
                  <a:gd name="connsiteX21-50035" fmla="*/ 112 w 2254"/>
                  <a:gd name="connsiteY21-50036" fmla="*/ 2014 h 4213"/>
                  <a:gd name="connsiteX22-50037" fmla="*/ 0 w 2254"/>
                  <a:gd name="connsiteY22-50038" fmla="*/ 1890 h 4213"/>
                  <a:gd name="connsiteX23-50039" fmla="*/ 94 w 2254"/>
                  <a:gd name="connsiteY23-50040" fmla="*/ 1804 h 4213"/>
                  <a:gd name="connsiteX24-50041" fmla="*/ 98 w 2254"/>
                  <a:gd name="connsiteY24-50042" fmla="*/ 1634 h 4213"/>
                  <a:gd name="connsiteX25-50043" fmla="*/ 153 w 2254"/>
                  <a:gd name="connsiteY25-50044" fmla="*/ 1514 h 4213"/>
                  <a:gd name="connsiteX26-50045" fmla="*/ 196 w 2254"/>
                  <a:gd name="connsiteY26-50046" fmla="*/ 1306 h 4213"/>
                  <a:gd name="connsiteX27-50047" fmla="*/ 256 w 2254"/>
                  <a:gd name="connsiteY27-50048" fmla="*/ 1307 h 4213"/>
                  <a:gd name="connsiteX28-50049" fmla="*/ 579 w 2254"/>
                  <a:gd name="connsiteY28-50050" fmla="*/ 1286 h 4213"/>
                  <a:gd name="connsiteX29-50051" fmla="*/ 753 w 2254"/>
                  <a:gd name="connsiteY29-50052" fmla="*/ 1117 h 4213"/>
                  <a:gd name="connsiteX30-50053" fmla="*/ 822 w 2254"/>
                  <a:gd name="connsiteY30-50054" fmla="*/ 748 h 4213"/>
                  <a:gd name="connsiteX31-50055" fmla="*/ 932 w 2254"/>
                  <a:gd name="connsiteY31-50056" fmla="*/ 486 h 4213"/>
                  <a:gd name="connsiteX32-50057" fmla="*/ 930 w 2254"/>
                  <a:gd name="connsiteY32-50058" fmla="*/ 358 h 4213"/>
                  <a:gd name="connsiteX33-50059" fmla="*/ 917 w 2254"/>
                  <a:gd name="connsiteY33-50060" fmla="*/ 328 h 4213"/>
                  <a:gd name="connsiteX34-50061" fmla="*/ 850 w 2254"/>
                  <a:gd name="connsiteY34-50062" fmla="*/ 251 h 4213"/>
                  <a:gd name="connsiteX35-50063" fmla="*/ 790 w 2254"/>
                  <a:gd name="connsiteY35-50064" fmla="*/ 217 h 4213"/>
                  <a:gd name="connsiteX36-50065" fmla="*/ 915 w 2254"/>
                  <a:gd name="connsiteY36-50066" fmla="*/ 56 h 4213"/>
                  <a:gd name="connsiteX37-50067" fmla="*/ 1088 w 2254"/>
                  <a:gd name="connsiteY37-50068" fmla="*/ 2 h 4213"/>
                  <a:gd name="connsiteX38-50069" fmla="*/ 1120 w 2254"/>
                  <a:gd name="connsiteY38-50070" fmla="*/ 49 h 4213"/>
                  <a:gd name="connsiteX39-50071" fmla="*/ 1110 w 2254"/>
                  <a:gd name="connsiteY39-50072" fmla="*/ 133 h 4213"/>
                  <a:gd name="connsiteX40-50073" fmla="*/ 1049 w 2254"/>
                  <a:gd name="connsiteY40-50074" fmla="*/ 243 h 4213"/>
                  <a:gd name="connsiteX41-50075" fmla="*/ 1119 w 2254"/>
                  <a:gd name="connsiteY41-50076" fmla="*/ 301 h 4213"/>
                  <a:gd name="connsiteX42-50077" fmla="*/ 1233 w 2254"/>
                  <a:gd name="connsiteY42-50078" fmla="*/ 366 h 4213"/>
                  <a:gd name="connsiteX43-50079" fmla="*/ 1253 w 2254"/>
                  <a:gd name="connsiteY43-50080" fmla="*/ 255 h 4213"/>
                  <a:gd name="connsiteX44-50081" fmla="*/ 1387 w 2254"/>
                  <a:gd name="connsiteY44-50082" fmla="*/ 291 h 4213"/>
                  <a:gd name="connsiteX45-50083" fmla="*/ 1412 w 2254"/>
                  <a:gd name="connsiteY45-50084" fmla="*/ 331 h 4213"/>
                  <a:gd name="connsiteX46-50085" fmla="*/ 1488 w 2254"/>
                  <a:gd name="connsiteY46-50086" fmla="*/ 562 h 4213"/>
                  <a:gd name="connsiteX47-50087" fmla="*/ 1523 w 2254"/>
                  <a:gd name="connsiteY47-50088" fmla="*/ 586 h 4213"/>
                  <a:gd name="connsiteX48-50089" fmla="*/ 1615 w 2254"/>
                  <a:gd name="connsiteY48-50090" fmla="*/ 578 h 4213"/>
                  <a:gd name="connsiteX49-50091" fmla="*/ 1875 w 2254"/>
                  <a:gd name="connsiteY49-50092" fmla="*/ 490 h 4213"/>
                  <a:gd name="connsiteX50-50093" fmla="*/ 2095 w 2254"/>
                  <a:gd name="connsiteY50-50094" fmla="*/ 479 h 4213"/>
                  <a:gd name="connsiteX51-50095" fmla="*/ 2155 w 2254"/>
                  <a:gd name="connsiteY51-50096" fmla="*/ 648 h 4213"/>
                  <a:gd name="connsiteX52-50097" fmla="*/ 2073 w 2254"/>
                  <a:gd name="connsiteY52-50098" fmla="*/ 944 h 4213"/>
                  <a:gd name="connsiteX53-50099" fmla="*/ 2073 w 2254"/>
                  <a:gd name="connsiteY53-50100" fmla="*/ 1022 h 4213"/>
                  <a:gd name="connsiteX54-50101" fmla="*/ 2142 w 2254"/>
                  <a:gd name="connsiteY54-50102" fmla="*/ 1168 h 4213"/>
                  <a:gd name="connsiteX55-50103" fmla="*/ 2157 w 2254"/>
                  <a:gd name="connsiteY55-50104" fmla="*/ 1427 h 4213"/>
                  <a:gd name="connsiteX56-50105" fmla="*/ 2159 w 2254"/>
                  <a:gd name="connsiteY56-50106" fmla="*/ 1617 h 4213"/>
                  <a:gd name="connsiteX57-50107" fmla="*/ 2092 w 2254"/>
                  <a:gd name="connsiteY57-50108" fmla="*/ 1625 h 4213"/>
                  <a:gd name="connsiteX58-50109" fmla="*/ 2070 w 2254"/>
                  <a:gd name="connsiteY58-50110" fmla="*/ 1507 h 4213"/>
                  <a:gd name="connsiteX59-50111" fmla="*/ 2035 w 2254"/>
                  <a:gd name="connsiteY59-50112" fmla="*/ 1450 h 4213"/>
                  <a:gd name="connsiteX60-50113" fmla="*/ 1945 w 2254"/>
                  <a:gd name="connsiteY60-50114" fmla="*/ 1582 h 4213"/>
                  <a:gd name="connsiteX61-50115" fmla="*/ 1832 w 2254"/>
                  <a:gd name="connsiteY61-50116" fmla="*/ 1776 h 4213"/>
                  <a:gd name="connsiteX62-50117" fmla="*/ 1713 w 2254"/>
                  <a:gd name="connsiteY62-50118" fmla="*/ 1904 h 4213"/>
                  <a:gd name="connsiteX63-50119" fmla="*/ 1706 w 2254"/>
                  <a:gd name="connsiteY63-50120" fmla="*/ 2018 h 4213"/>
                  <a:gd name="connsiteX64-50121" fmla="*/ 1766 w 2254"/>
                  <a:gd name="connsiteY64-50122" fmla="*/ 2115 h 4213"/>
                  <a:gd name="connsiteX65-50123" fmla="*/ 1868 w 2254"/>
                  <a:gd name="connsiteY65-50124" fmla="*/ 2183 h 4213"/>
                  <a:gd name="connsiteX66-50125" fmla="*/ 1945 w 2254"/>
                  <a:gd name="connsiteY66-50126" fmla="*/ 2178 h 4213"/>
                  <a:gd name="connsiteX67-50127" fmla="*/ 1990 w 2254"/>
                  <a:gd name="connsiteY67-50128" fmla="*/ 2104 h 4213"/>
                  <a:gd name="connsiteX68-50129" fmla="*/ 2024 w 2254"/>
                  <a:gd name="connsiteY68-50130" fmla="*/ 2210 h 4213"/>
                  <a:gd name="connsiteX69-50131" fmla="*/ 1912 w 2254"/>
                  <a:gd name="connsiteY69-50132" fmla="*/ 2249 h 4213"/>
                  <a:gd name="connsiteX70-50133" fmla="*/ 1959 w 2254"/>
                  <a:gd name="connsiteY70-50134" fmla="*/ 2362 h 4213"/>
                  <a:gd name="connsiteX71-50135" fmla="*/ 1824 w 2254"/>
                  <a:gd name="connsiteY71-50136" fmla="*/ 2509 h 4213"/>
                  <a:gd name="connsiteX72-50137" fmla="*/ 1783 w 2254"/>
                  <a:gd name="connsiteY72-50138" fmla="*/ 2498 h 4213"/>
                  <a:gd name="connsiteX73-50139" fmla="*/ 1659 w 2254"/>
                  <a:gd name="connsiteY73-50140" fmla="*/ 2413 h 4213"/>
                  <a:gd name="connsiteX74-50141" fmla="*/ 1604 w 2254"/>
                  <a:gd name="connsiteY74-50142" fmla="*/ 2412 h 4213"/>
                  <a:gd name="connsiteX75-50143" fmla="*/ 1569 w 2254"/>
                  <a:gd name="connsiteY75-50144" fmla="*/ 2480 h 4213"/>
                  <a:gd name="connsiteX76-50145" fmla="*/ 1572 w 2254"/>
                  <a:gd name="connsiteY76-50146" fmla="*/ 2562 h 4213"/>
                  <a:gd name="connsiteX77-50147" fmla="*/ 1750 w 2254"/>
                  <a:gd name="connsiteY77-50148" fmla="*/ 2730 h 4213"/>
                  <a:gd name="connsiteX78-50149" fmla="*/ 1749 w 2254"/>
                  <a:gd name="connsiteY78-50150" fmla="*/ 2844 h 4213"/>
                  <a:gd name="connsiteX79-50151" fmla="*/ 1840 w 2254"/>
                  <a:gd name="connsiteY79-50152" fmla="*/ 3060 h 4213"/>
                  <a:gd name="connsiteX80-50153" fmla="*/ 1866 w 2254"/>
                  <a:gd name="connsiteY80-50154" fmla="*/ 3090 h 4213"/>
                  <a:gd name="connsiteX81-50155" fmla="*/ 1910 w 2254"/>
                  <a:gd name="connsiteY81-50156" fmla="*/ 3094 h 4213"/>
                  <a:gd name="connsiteX82-50157" fmla="*/ 1956 w 2254"/>
                  <a:gd name="connsiteY82-50158" fmla="*/ 3010 h 4213"/>
                  <a:gd name="connsiteX83-50159" fmla="*/ 2036 w 2254"/>
                  <a:gd name="connsiteY83-50160" fmla="*/ 2950 h 4213"/>
                  <a:gd name="connsiteX84-50161" fmla="*/ 2131 w 2254"/>
                  <a:gd name="connsiteY84-50162" fmla="*/ 3126 h 4213"/>
                  <a:gd name="connsiteX85-50163" fmla="*/ 2241 w 2254"/>
                  <a:gd name="connsiteY85-50164" fmla="*/ 3312 h 4213"/>
                  <a:gd name="connsiteX86-50165" fmla="*/ 2254 w 2254"/>
                  <a:gd name="connsiteY86-50166" fmla="*/ 3342 h 4213"/>
                  <a:gd name="connsiteX87-50167" fmla="*/ 2243 w 2254"/>
                  <a:gd name="connsiteY87-50168" fmla="*/ 3518 h 4213"/>
                  <a:gd name="connsiteX88-50169" fmla="*/ 2208 w 2254"/>
                  <a:gd name="connsiteY88-50170" fmla="*/ 3554 h 4213"/>
                  <a:gd name="connsiteX89-50171" fmla="*/ 2119 w 2254"/>
                  <a:gd name="connsiteY89-50172" fmla="*/ 3515 h 4213"/>
                  <a:gd name="connsiteX90-50173" fmla="*/ 1885 w 2254"/>
                  <a:gd name="connsiteY90-50174" fmla="*/ 3644 h 4213"/>
                  <a:gd name="connsiteX91-50175" fmla="*/ 1859 w 2254"/>
                  <a:gd name="connsiteY91-50176" fmla="*/ 3666 h 4213"/>
                  <a:gd name="connsiteX92-50177" fmla="*/ 1679 w 2254"/>
                  <a:gd name="connsiteY92-50178" fmla="*/ 3812 h 4213"/>
                  <a:gd name="connsiteX93-50179" fmla="*/ 1538 w 2254"/>
                  <a:gd name="connsiteY93-50180" fmla="*/ 3926 h 4213"/>
                  <a:gd name="connsiteX94-50181" fmla="*/ 1503 w 2254"/>
                  <a:gd name="connsiteY94-50182" fmla="*/ 3965 h 4213"/>
                  <a:gd name="connsiteX95-50183" fmla="*/ 1451 w 2254"/>
                  <a:gd name="connsiteY95-50184" fmla="*/ 3973 h 4213"/>
                  <a:gd name="connsiteX96-50185" fmla="*/ 1394 w 2254"/>
                  <a:gd name="connsiteY96-50186" fmla="*/ 3916 h 4213"/>
                  <a:gd name="connsiteX97-50187" fmla="*/ 1270 w 2254"/>
                  <a:gd name="connsiteY97-50188" fmla="*/ 3808 h 4213"/>
                  <a:gd name="connsiteX98-50189" fmla="*/ 1294 w 2254"/>
                  <a:gd name="connsiteY98-50190" fmla="*/ 4064 h 4213"/>
                  <a:gd name="connsiteX99-50191" fmla="*/ 1303 w 2254"/>
                  <a:gd name="connsiteY99-50192" fmla="*/ 4192 h 4213"/>
                  <a:gd name="connsiteX100-50193" fmla="*/ 1041 w 2254"/>
                  <a:gd name="connsiteY100-50194" fmla="*/ 4166 h 4213"/>
                  <a:gd name="connsiteX101-50195" fmla="*/ 959 w 2254"/>
                  <a:gd name="connsiteY101-50196" fmla="*/ 3987 h 4213"/>
                  <a:gd name="connsiteX102-50197" fmla="*/ 877 w 2254"/>
                  <a:gd name="connsiteY102-50198" fmla="*/ 3802 h 4213"/>
                  <a:gd name="connsiteX103-50199" fmla="*/ 798 w 2254"/>
                  <a:gd name="connsiteY103-50200" fmla="*/ 3734 h 4213"/>
                  <a:gd name="connsiteX0-50201" fmla="*/ 798 w 2254"/>
                  <a:gd name="connsiteY0-50202" fmla="*/ 3734 h 4213"/>
                  <a:gd name="connsiteX1-50203" fmla="*/ 679 w 2254"/>
                  <a:gd name="connsiteY1-50204" fmla="*/ 3800 h 4213"/>
                  <a:gd name="connsiteX2-50205" fmla="*/ 695 w 2254"/>
                  <a:gd name="connsiteY2-50206" fmla="*/ 3662 h 4213"/>
                  <a:gd name="connsiteX3-50207" fmla="*/ 633 w 2254"/>
                  <a:gd name="connsiteY3-50208" fmla="*/ 3500 h 4213"/>
                  <a:gd name="connsiteX4-50209" fmla="*/ 742 w 2254"/>
                  <a:gd name="connsiteY4-50210" fmla="*/ 3280 h 4213"/>
                  <a:gd name="connsiteX5-50211" fmla="*/ 932 w 2254"/>
                  <a:gd name="connsiteY5-50212" fmla="*/ 3195 h 4213"/>
                  <a:gd name="connsiteX6-50213" fmla="*/ 1107 w 2254"/>
                  <a:gd name="connsiteY6-50214" fmla="*/ 3058 h 4213"/>
                  <a:gd name="connsiteX7-50215" fmla="*/ 1112 w 2254"/>
                  <a:gd name="connsiteY7-50216" fmla="*/ 2878 h 4213"/>
                  <a:gd name="connsiteX8-50217" fmla="*/ 1215 w 2254"/>
                  <a:gd name="connsiteY8-50218" fmla="*/ 2615 h 4213"/>
                  <a:gd name="connsiteX9-50219" fmla="*/ 1184 w 2254"/>
                  <a:gd name="connsiteY9-50220" fmla="*/ 2346 h 4213"/>
                  <a:gd name="connsiteX10-50221" fmla="*/ 1068 w 2254"/>
                  <a:gd name="connsiteY10-50222" fmla="*/ 2333 h 4213"/>
                  <a:gd name="connsiteX11-50223" fmla="*/ 1066 w 2254"/>
                  <a:gd name="connsiteY11-50224" fmla="*/ 2117 h 4213"/>
                  <a:gd name="connsiteX12-50225" fmla="*/ 990 w 2254"/>
                  <a:gd name="connsiteY12-50226" fmla="*/ 2039 h 4213"/>
                  <a:gd name="connsiteX13-50227" fmla="*/ 847 w 2254"/>
                  <a:gd name="connsiteY13-50228" fmla="*/ 1951 h 4213"/>
                  <a:gd name="connsiteX14-50229" fmla="*/ 755 w 2254"/>
                  <a:gd name="connsiteY14-50230" fmla="*/ 1827 h 4213"/>
                  <a:gd name="connsiteX15-50231" fmla="*/ 659 w 2254"/>
                  <a:gd name="connsiteY15-50232" fmla="*/ 1828 h 4213"/>
                  <a:gd name="connsiteX16-50233" fmla="*/ 614 w 2254"/>
                  <a:gd name="connsiteY16-50234" fmla="*/ 1883 h 4213"/>
                  <a:gd name="connsiteX17-50235" fmla="*/ 521 w 2254"/>
                  <a:gd name="connsiteY17-50236" fmla="*/ 1877 h 4213"/>
                  <a:gd name="connsiteX18-50237" fmla="*/ 501 w 2254"/>
                  <a:gd name="connsiteY18-50238" fmla="*/ 1994 h 4213"/>
                  <a:gd name="connsiteX19-50239" fmla="*/ 320 w 2254"/>
                  <a:gd name="connsiteY19-50240" fmla="*/ 1941 h 4213"/>
                  <a:gd name="connsiteX20-50241" fmla="*/ 237 w 2254"/>
                  <a:gd name="connsiteY20-50242" fmla="*/ 1939 h 4213"/>
                  <a:gd name="connsiteX21-50243" fmla="*/ 112 w 2254"/>
                  <a:gd name="connsiteY21-50244" fmla="*/ 2014 h 4213"/>
                  <a:gd name="connsiteX22-50245" fmla="*/ 0 w 2254"/>
                  <a:gd name="connsiteY22-50246" fmla="*/ 1890 h 4213"/>
                  <a:gd name="connsiteX23-50247" fmla="*/ 94 w 2254"/>
                  <a:gd name="connsiteY23-50248" fmla="*/ 1804 h 4213"/>
                  <a:gd name="connsiteX24-50249" fmla="*/ 98 w 2254"/>
                  <a:gd name="connsiteY24-50250" fmla="*/ 1634 h 4213"/>
                  <a:gd name="connsiteX25-50251" fmla="*/ 153 w 2254"/>
                  <a:gd name="connsiteY25-50252" fmla="*/ 1514 h 4213"/>
                  <a:gd name="connsiteX26-50253" fmla="*/ 196 w 2254"/>
                  <a:gd name="connsiteY26-50254" fmla="*/ 1306 h 4213"/>
                  <a:gd name="connsiteX27-50255" fmla="*/ 256 w 2254"/>
                  <a:gd name="connsiteY27-50256" fmla="*/ 1307 h 4213"/>
                  <a:gd name="connsiteX28-50257" fmla="*/ 579 w 2254"/>
                  <a:gd name="connsiteY28-50258" fmla="*/ 1286 h 4213"/>
                  <a:gd name="connsiteX29-50259" fmla="*/ 753 w 2254"/>
                  <a:gd name="connsiteY29-50260" fmla="*/ 1117 h 4213"/>
                  <a:gd name="connsiteX30-50261" fmla="*/ 822 w 2254"/>
                  <a:gd name="connsiteY30-50262" fmla="*/ 748 h 4213"/>
                  <a:gd name="connsiteX31-50263" fmla="*/ 932 w 2254"/>
                  <a:gd name="connsiteY31-50264" fmla="*/ 486 h 4213"/>
                  <a:gd name="connsiteX32-50265" fmla="*/ 930 w 2254"/>
                  <a:gd name="connsiteY32-50266" fmla="*/ 358 h 4213"/>
                  <a:gd name="connsiteX33-50267" fmla="*/ 917 w 2254"/>
                  <a:gd name="connsiteY33-50268" fmla="*/ 328 h 4213"/>
                  <a:gd name="connsiteX34-50269" fmla="*/ 850 w 2254"/>
                  <a:gd name="connsiteY34-50270" fmla="*/ 251 h 4213"/>
                  <a:gd name="connsiteX35-50271" fmla="*/ 790 w 2254"/>
                  <a:gd name="connsiteY35-50272" fmla="*/ 217 h 4213"/>
                  <a:gd name="connsiteX36-50273" fmla="*/ 915 w 2254"/>
                  <a:gd name="connsiteY36-50274" fmla="*/ 56 h 4213"/>
                  <a:gd name="connsiteX37-50275" fmla="*/ 1088 w 2254"/>
                  <a:gd name="connsiteY37-50276" fmla="*/ 2 h 4213"/>
                  <a:gd name="connsiteX38-50277" fmla="*/ 1120 w 2254"/>
                  <a:gd name="connsiteY38-50278" fmla="*/ 49 h 4213"/>
                  <a:gd name="connsiteX39-50279" fmla="*/ 1110 w 2254"/>
                  <a:gd name="connsiteY39-50280" fmla="*/ 133 h 4213"/>
                  <a:gd name="connsiteX40-50281" fmla="*/ 1049 w 2254"/>
                  <a:gd name="connsiteY40-50282" fmla="*/ 243 h 4213"/>
                  <a:gd name="connsiteX41-50283" fmla="*/ 1119 w 2254"/>
                  <a:gd name="connsiteY41-50284" fmla="*/ 301 h 4213"/>
                  <a:gd name="connsiteX42-50285" fmla="*/ 1233 w 2254"/>
                  <a:gd name="connsiteY42-50286" fmla="*/ 366 h 4213"/>
                  <a:gd name="connsiteX43-50287" fmla="*/ 1253 w 2254"/>
                  <a:gd name="connsiteY43-50288" fmla="*/ 255 h 4213"/>
                  <a:gd name="connsiteX44-50289" fmla="*/ 1387 w 2254"/>
                  <a:gd name="connsiteY44-50290" fmla="*/ 291 h 4213"/>
                  <a:gd name="connsiteX45-50291" fmla="*/ 1412 w 2254"/>
                  <a:gd name="connsiteY45-50292" fmla="*/ 331 h 4213"/>
                  <a:gd name="connsiteX46-50293" fmla="*/ 1488 w 2254"/>
                  <a:gd name="connsiteY46-50294" fmla="*/ 562 h 4213"/>
                  <a:gd name="connsiteX47-50295" fmla="*/ 1523 w 2254"/>
                  <a:gd name="connsiteY47-50296" fmla="*/ 586 h 4213"/>
                  <a:gd name="connsiteX48-50297" fmla="*/ 1615 w 2254"/>
                  <a:gd name="connsiteY48-50298" fmla="*/ 578 h 4213"/>
                  <a:gd name="connsiteX49-50299" fmla="*/ 1875 w 2254"/>
                  <a:gd name="connsiteY49-50300" fmla="*/ 490 h 4213"/>
                  <a:gd name="connsiteX50-50301" fmla="*/ 2095 w 2254"/>
                  <a:gd name="connsiteY50-50302" fmla="*/ 479 h 4213"/>
                  <a:gd name="connsiteX51-50303" fmla="*/ 2155 w 2254"/>
                  <a:gd name="connsiteY51-50304" fmla="*/ 648 h 4213"/>
                  <a:gd name="connsiteX52-50305" fmla="*/ 2073 w 2254"/>
                  <a:gd name="connsiteY52-50306" fmla="*/ 944 h 4213"/>
                  <a:gd name="connsiteX53-50307" fmla="*/ 2073 w 2254"/>
                  <a:gd name="connsiteY53-50308" fmla="*/ 1022 h 4213"/>
                  <a:gd name="connsiteX54-50309" fmla="*/ 2142 w 2254"/>
                  <a:gd name="connsiteY54-50310" fmla="*/ 1168 h 4213"/>
                  <a:gd name="connsiteX55-50311" fmla="*/ 2157 w 2254"/>
                  <a:gd name="connsiteY55-50312" fmla="*/ 1427 h 4213"/>
                  <a:gd name="connsiteX56-50313" fmla="*/ 2159 w 2254"/>
                  <a:gd name="connsiteY56-50314" fmla="*/ 1617 h 4213"/>
                  <a:gd name="connsiteX57-50315" fmla="*/ 2092 w 2254"/>
                  <a:gd name="connsiteY57-50316" fmla="*/ 1625 h 4213"/>
                  <a:gd name="connsiteX58-50317" fmla="*/ 2070 w 2254"/>
                  <a:gd name="connsiteY58-50318" fmla="*/ 1507 h 4213"/>
                  <a:gd name="connsiteX59-50319" fmla="*/ 2035 w 2254"/>
                  <a:gd name="connsiteY59-50320" fmla="*/ 1450 h 4213"/>
                  <a:gd name="connsiteX60-50321" fmla="*/ 1945 w 2254"/>
                  <a:gd name="connsiteY60-50322" fmla="*/ 1582 h 4213"/>
                  <a:gd name="connsiteX61-50323" fmla="*/ 1832 w 2254"/>
                  <a:gd name="connsiteY61-50324" fmla="*/ 1776 h 4213"/>
                  <a:gd name="connsiteX62-50325" fmla="*/ 1713 w 2254"/>
                  <a:gd name="connsiteY62-50326" fmla="*/ 1904 h 4213"/>
                  <a:gd name="connsiteX63-50327" fmla="*/ 1706 w 2254"/>
                  <a:gd name="connsiteY63-50328" fmla="*/ 2018 h 4213"/>
                  <a:gd name="connsiteX64-50329" fmla="*/ 1766 w 2254"/>
                  <a:gd name="connsiteY64-50330" fmla="*/ 2115 h 4213"/>
                  <a:gd name="connsiteX65-50331" fmla="*/ 1868 w 2254"/>
                  <a:gd name="connsiteY65-50332" fmla="*/ 2183 h 4213"/>
                  <a:gd name="connsiteX66-50333" fmla="*/ 1945 w 2254"/>
                  <a:gd name="connsiteY66-50334" fmla="*/ 2178 h 4213"/>
                  <a:gd name="connsiteX67-50335" fmla="*/ 1990 w 2254"/>
                  <a:gd name="connsiteY67-50336" fmla="*/ 2104 h 4213"/>
                  <a:gd name="connsiteX68-50337" fmla="*/ 2024 w 2254"/>
                  <a:gd name="connsiteY68-50338" fmla="*/ 2210 h 4213"/>
                  <a:gd name="connsiteX69-50339" fmla="*/ 1912 w 2254"/>
                  <a:gd name="connsiteY69-50340" fmla="*/ 2249 h 4213"/>
                  <a:gd name="connsiteX70-50341" fmla="*/ 1959 w 2254"/>
                  <a:gd name="connsiteY70-50342" fmla="*/ 2362 h 4213"/>
                  <a:gd name="connsiteX71-50343" fmla="*/ 1824 w 2254"/>
                  <a:gd name="connsiteY71-50344" fmla="*/ 2509 h 4213"/>
                  <a:gd name="connsiteX72-50345" fmla="*/ 1783 w 2254"/>
                  <a:gd name="connsiteY72-50346" fmla="*/ 2498 h 4213"/>
                  <a:gd name="connsiteX73-50347" fmla="*/ 1659 w 2254"/>
                  <a:gd name="connsiteY73-50348" fmla="*/ 2413 h 4213"/>
                  <a:gd name="connsiteX74-50349" fmla="*/ 1604 w 2254"/>
                  <a:gd name="connsiteY74-50350" fmla="*/ 2412 h 4213"/>
                  <a:gd name="connsiteX75-50351" fmla="*/ 1569 w 2254"/>
                  <a:gd name="connsiteY75-50352" fmla="*/ 2480 h 4213"/>
                  <a:gd name="connsiteX76-50353" fmla="*/ 1572 w 2254"/>
                  <a:gd name="connsiteY76-50354" fmla="*/ 2562 h 4213"/>
                  <a:gd name="connsiteX77-50355" fmla="*/ 1750 w 2254"/>
                  <a:gd name="connsiteY77-50356" fmla="*/ 2730 h 4213"/>
                  <a:gd name="connsiteX78-50357" fmla="*/ 1749 w 2254"/>
                  <a:gd name="connsiteY78-50358" fmla="*/ 2844 h 4213"/>
                  <a:gd name="connsiteX79-50359" fmla="*/ 1840 w 2254"/>
                  <a:gd name="connsiteY79-50360" fmla="*/ 3060 h 4213"/>
                  <a:gd name="connsiteX80-50361" fmla="*/ 1866 w 2254"/>
                  <a:gd name="connsiteY80-50362" fmla="*/ 3090 h 4213"/>
                  <a:gd name="connsiteX81-50363" fmla="*/ 1910 w 2254"/>
                  <a:gd name="connsiteY81-50364" fmla="*/ 3094 h 4213"/>
                  <a:gd name="connsiteX82-50365" fmla="*/ 1956 w 2254"/>
                  <a:gd name="connsiteY82-50366" fmla="*/ 3010 h 4213"/>
                  <a:gd name="connsiteX83-50367" fmla="*/ 2036 w 2254"/>
                  <a:gd name="connsiteY83-50368" fmla="*/ 2950 h 4213"/>
                  <a:gd name="connsiteX84-50369" fmla="*/ 2131 w 2254"/>
                  <a:gd name="connsiteY84-50370" fmla="*/ 3126 h 4213"/>
                  <a:gd name="connsiteX85-50371" fmla="*/ 2241 w 2254"/>
                  <a:gd name="connsiteY85-50372" fmla="*/ 3312 h 4213"/>
                  <a:gd name="connsiteX86-50373" fmla="*/ 2254 w 2254"/>
                  <a:gd name="connsiteY86-50374" fmla="*/ 3342 h 4213"/>
                  <a:gd name="connsiteX87-50375" fmla="*/ 2243 w 2254"/>
                  <a:gd name="connsiteY87-50376" fmla="*/ 3518 h 4213"/>
                  <a:gd name="connsiteX88-50377" fmla="*/ 2208 w 2254"/>
                  <a:gd name="connsiteY88-50378" fmla="*/ 3554 h 4213"/>
                  <a:gd name="connsiteX89-50379" fmla="*/ 2119 w 2254"/>
                  <a:gd name="connsiteY89-50380" fmla="*/ 3515 h 4213"/>
                  <a:gd name="connsiteX90-50381" fmla="*/ 1885 w 2254"/>
                  <a:gd name="connsiteY90-50382" fmla="*/ 3644 h 4213"/>
                  <a:gd name="connsiteX91-50383" fmla="*/ 1859 w 2254"/>
                  <a:gd name="connsiteY91-50384" fmla="*/ 3666 h 4213"/>
                  <a:gd name="connsiteX92-50385" fmla="*/ 1679 w 2254"/>
                  <a:gd name="connsiteY92-50386" fmla="*/ 3812 h 4213"/>
                  <a:gd name="connsiteX93-50387" fmla="*/ 1538 w 2254"/>
                  <a:gd name="connsiteY93-50388" fmla="*/ 3926 h 4213"/>
                  <a:gd name="connsiteX94-50389" fmla="*/ 1503 w 2254"/>
                  <a:gd name="connsiteY94-50390" fmla="*/ 3965 h 4213"/>
                  <a:gd name="connsiteX95-50391" fmla="*/ 1451 w 2254"/>
                  <a:gd name="connsiteY95-50392" fmla="*/ 3973 h 4213"/>
                  <a:gd name="connsiteX96-50393" fmla="*/ 1394 w 2254"/>
                  <a:gd name="connsiteY96-50394" fmla="*/ 3916 h 4213"/>
                  <a:gd name="connsiteX97-50395" fmla="*/ 1270 w 2254"/>
                  <a:gd name="connsiteY97-50396" fmla="*/ 3808 h 4213"/>
                  <a:gd name="connsiteX98-50397" fmla="*/ 1294 w 2254"/>
                  <a:gd name="connsiteY98-50398" fmla="*/ 4064 h 4213"/>
                  <a:gd name="connsiteX99-50399" fmla="*/ 1303 w 2254"/>
                  <a:gd name="connsiteY99-50400" fmla="*/ 4192 h 4213"/>
                  <a:gd name="connsiteX100-50401" fmla="*/ 1041 w 2254"/>
                  <a:gd name="connsiteY100-50402" fmla="*/ 4166 h 4213"/>
                  <a:gd name="connsiteX101-50403" fmla="*/ 959 w 2254"/>
                  <a:gd name="connsiteY101-50404" fmla="*/ 3987 h 4213"/>
                  <a:gd name="connsiteX102-50405" fmla="*/ 877 w 2254"/>
                  <a:gd name="connsiteY102-50406" fmla="*/ 3802 h 4213"/>
                  <a:gd name="connsiteX103-50407" fmla="*/ 798 w 2254"/>
                  <a:gd name="connsiteY103-50408" fmla="*/ 3734 h 4213"/>
                  <a:gd name="connsiteX0-50409" fmla="*/ 798 w 2254"/>
                  <a:gd name="connsiteY0-50410" fmla="*/ 3734 h 4213"/>
                  <a:gd name="connsiteX1-50411" fmla="*/ 679 w 2254"/>
                  <a:gd name="connsiteY1-50412" fmla="*/ 3800 h 4213"/>
                  <a:gd name="connsiteX2-50413" fmla="*/ 695 w 2254"/>
                  <a:gd name="connsiteY2-50414" fmla="*/ 3662 h 4213"/>
                  <a:gd name="connsiteX3-50415" fmla="*/ 633 w 2254"/>
                  <a:gd name="connsiteY3-50416" fmla="*/ 3500 h 4213"/>
                  <a:gd name="connsiteX4-50417" fmla="*/ 742 w 2254"/>
                  <a:gd name="connsiteY4-50418" fmla="*/ 3280 h 4213"/>
                  <a:gd name="connsiteX5-50419" fmla="*/ 932 w 2254"/>
                  <a:gd name="connsiteY5-50420" fmla="*/ 3195 h 4213"/>
                  <a:gd name="connsiteX6-50421" fmla="*/ 1107 w 2254"/>
                  <a:gd name="connsiteY6-50422" fmla="*/ 3058 h 4213"/>
                  <a:gd name="connsiteX7-50423" fmla="*/ 1112 w 2254"/>
                  <a:gd name="connsiteY7-50424" fmla="*/ 2878 h 4213"/>
                  <a:gd name="connsiteX8-50425" fmla="*/ 1215 w 2254"/>
                  <a:gd name="connsiteY8-50426" fmla="*/ 2615 h 4213"/>
                  <a:gd name="connsiteX9-50427" fmla="*/ 1184 w 2254"/>
                  <a:gd name="connsiteY9-50428" fmla="*/ 2346 h 4213"/>
                  <a:gd name="connsiteX10-50429" fmla="*/ 1068 w 2254"/>
                  <a:gd name="connsiteY10-50430" fmla="*/ 2333 h 4213"/>
                  <a:gd name="connsiteX11-50431" fmla="*/ 1066 w 2254"/>
                  <a:gd name="connsiteY11-50432" fmla="*/ 2117 h 4213"/>
                  <a:gd name="connsiteX12-50433" fmla="*/ 990 w 2254"/>
                  <a:gd name="connsiteY12-50434" fmla="*/ 2039 h 4213"/>
                  <a:gd name="connsiteX13-50435" fmla="*/ 847 w 2254"/>
                  <a:gd name="connsiteY13-50436" fmla="*/ 1951 h 4213"/>
                  <a:gd name="connsiteX14-50437" fmla="*/ 755 w 2254"/>
                  <a:gd name="connsiteY14-50438" fmla="*/ 1827 h 4213"/>
                  <a:gd name="connsiteX15-50439" fmla="*/ 659 w 2254"/>
                  <a:gd name="connsiteY15-50440" fmla="*/ 1828 h 4213"/>
                  <a:gd name="connsiteX16-50441" fmla="*/ 614 w 2254"/>
                  <a:gd name="connsiteY16-50442" fmla="*/ 1883 h 4213"/>
                  <a:gd name="connsiteX17-50443" fmla="*/ 521 w 2254"/>
                  <a:gd name="connsiteY17-50444" fmla="*/ 1877 h 4213"/>
                  <a:gd name="connsiteX18-50445" fmla="*/ 501 w 2254"/>
                  <a:gd name="connsiteY18-50446" fmla="*/ 1994 h 4213"/>
                  <a:gd name="connsiteX19-50447" fmla="*/ 320 w 2254"/>
                  <a:gd name="connsiteY19-50448" fmla="*/ 1941 h 4213"/>
                  <a:gd name="connsiteX20-50449" fmla="*/ 237 w 2254"/>
                  <a:gd name="connsiteY20-50450" fmla="*/ 1939 h 4213"/>
                  <a:gd name="connsiteX21-50451" fmla="*/ 112 w 2254"/>
                  <a:gd name="connsiteY21-50452" fmla="*/ 2014 h 4213"/>
                  <a:gd name="connsiteX22-50453" fmla="*/ 0 w 2254"/>
                  <a:gd name="connsiteY22-50454" fmla="*/ 1890 h 4213"/>
                  <a:gd name="connsiteX23-50455" fmla="*/ 94 w 2254"/>
                  <a:gd name="connsiteY23-50456" fmla="*/ 1804 h 4213"/>
                  <a:gd name="connsiteX24-50457" fmla="*/ 98 w 2254"/>
                  <a:gd name="connsiteY24-50458" fmla="*/ 1634 h 4213"/>
                  <a:gd name="connsiteX25-50459" fmla="*/ 153 w 2254"/>
                  <a:gd name="connsiteY25-50460" fmla="*/ 1514 h 4213"/>
                  <a:gd name="connsiteX26-50461" fmla="*/ 196 w 2254"/>
                  <a:gd name="connsiteY26-50462" fmla="*/ 1306 h 4213"/>
                  <a:gd name="connsiteX27-50463" fmla="*/ 256 w 2254"/>
                  <a:gd name="connsiteY27-50464" fmla="*/ 1307 h 4213"/>
                  <a:gd name="connsiteX28-50465" fmla="*/ 579 w 2254"/>
                  <a:gd name="connsiteY28-50466" fmla="*/ 1286 h 4213"/>
                  <a:gd name="connsiteX29-50467" fmla="*/ 753 w 2254"/>
                  <a:gd name="connsiteY29-50468" fmla="*/ 1117 h 4213"/>
                  <a:gd name="connsiteX30-50469" fmla="*/ 822 w 2254"/>
                  <a:gd name="connsiteY30-50470" fmla="*/ 748 h 4213"/>
                  <a:gd name="connsiteX31-50471" fmla="*/ 932 w 2254"/>
                  <a:gd name="connsiteY31-50472" fmla="*/ 486 h 4213"/>
                  <a:gd name="connsiteX32-50473" fmla="*/ 930 w 2254"/>
                  <a:gd name="connsiteY32-50474" fmla="*/ 358 h 4213"/>
                  <a:gd name="connsiteX33-50475" fmla="*/ 917 w 2254"/>
                  <a:gd name="connsiteY33-50476" fmla="*/ 328 h 4213"/>
                  <a:gd name="connsiteX34-50477" fmla="*/ 850 w 2254"/>
                  <a:gd name="connsiteY34-50478" fmla="*/ 251 h 4213"/>
                  <a:gd name="connsiteX35-50479" fmla="*/ 790 w 2254"/>
                  <a:gd name="connsiteY35-50480" fmla="*/ 217 h 4213"/>
                  <a:gd name="connsiteX36-50481" fmla="*/ 915 w 2254"/>
                  <a:gd name="connsiteY36-50482" fmla="*/ 56 h 4213"/>
                  <a:gd name="connsiteX37-50483" fmla="*/ 1088 w 2254"/>
                  <a:gd name="connsiteY37-50484" fmla="*/ 2 h 4213"/>
                  <a:gd name="connsiteX38-50485" fmla="*/ 1120 w 2254"/>
                  <a:gd name="connsiteY38-50486" fmla="*/ 49 h 4213"/>
                  <a:gd name="connsiteX39-50487" fmla="*/ 1110 w 2254"/>
                  <a:gd name="connsiteY39-50488" fmla="*/ 133 h 4213"/>
                  <a:gd name="connsiteX40-50489" fmla="*/ 1049 w 2254"/>
                  <a:gd name="connsiteY40-50490" fmla="*/ 243 h 4213"/>
                  <a:gd name="connsiteX41-50491" fmla="*/ 1119 w 2254"/>
                  <a:gd name="connsiteY41-50492" fmla="*/ 301 h 4213"/>
                  <a:gd name="connsiteX42-50493" fmla="*/ 1233 w 2254"/>
                  <a:gd name="connsiteY42-50494" fmla="*/ 366 h 4213"/>
                  <a:gd name="connsiteX43-50495" fmla="*/ 1253 w 2254"/>
                  <a:gd name="connsiteY43-50496" fmla="*/ 255 h 4213"/>
                  <a:gd name="connsiteX44-50497" fmla="*/ 1387 w 2254"/>
                  <a:gd name="connsiteY44-50498" fmla="*/ 291 h 4213"/>
                  <a:gd name="connsiteX45-50499" fmla="*/ 1412 w 2254"/>
                  <a:gd name="connsiteY45-50500" fmla="*/ 331 h 4213"/>
                  <a:gd name="connsiteX46-50501" fmla="*/ 1488 w 2254"/>
                  <a:gd name="connsiteY46-50502" fmla="*/ 562 h 4213"/>
                  <a:gd name="connsiteX47-50503" fmla="*/ 1523 w 2254"/>
                  <a:gd name="connsiteY47-50504" fmla="*/ 586 h 4213"/>
                  <a:gd name="connsiteX48-50505" fmla="*/ 1615 w 2254"/>
                  <a:gd name="connsiteY48-50506" fmla="*/ 578 h 4213"/>
                  <a:gd name="connsiteX49-50507" fmla="*/ 1875 w 2254"/>
                  <a:gd name="connsiteY49-50508" fmla="*/ 490 h 4213"/>
                  <a:gd name="connsiteX50-50509" fmla="*/ 2095 w 2254"/>
                  <a:gd name="connsiteY50-50510" fmla="*/ 479 h 4213"/>
                  <a:gd name="connsiteX51-50511" fmla="*/ 2155 w 2254"/>
                  <a:gd name="connsiteY51-50512" fmla="*/ 648 h 4213"/>
                  <a:gd name="connsiteX52-50513" fmla="*/ 2073 w 2254"/>
                  <a:gd name="connsiteY52-50514" fmla="*/ 944 h 4213"/>
                  <a:gd name="connsiteX53-50515" fmla="*/ 2073 w 2254"/>
                  <a:gd name="connsiteY53-50516" fmla="*/ 1022 h 4213"/>
                  <a:gd name="connsiteX54-50517" fmla="*/ 2142 w 2254"/>
                  <a:gd name="connsiteY54-50518" fmla="*/ 1168 h 4213"/>
                  <a:gd name="connsiteX55-50519" fmla="*/ 2157 w 2254"/>
                  <a:gd name="connsiteY55-50520" fmla="*/ 1427 h 4213"/>
                  <a:gd name="connsiteX56-50521" fmla="*/ 2159 w 2254"/>
                  <a:gd name="connsiteY56-50522" fmla="*/ 1617 h 4213"/>
                  <a:gd name="connsiteX57-50523" fmla="*/ 2092 w 2254"/>
                  <a:gd name="connsiteY57-50524" fmla="*/ 1625 h 4213"/>
                  <a:gd name="connsiteX58-50525" fmla="*/ 2070 w 2254"/>
                  <a:gd name="connsiteY58-50526" fmla="*/ 1507 h 4213"/>
                  <a:gd name="connsiteX59-50527" fmla="*/ 2035 w 2254"/>
                  <a:gd name="connsiteY59-50528" fmla="*/ 1450 h 4213"/>
                  <a:gd name="connsiteX60-50529" fmla="*/ 1945 w 2254"/>
                  <a:gd name="connsiteY60-50530" fmla="*/ 1582 h 4213"/>
                  <a:gd name="connsiteX61-50531" fmla="*/ 1832 w 2254"/>
                  <a:gd name="connsiteY61-50532" fmla="*/ 1776 h 4213"/>
                  <a:gd name="connsiteX62-50533" fmla="*/ 1713 w 2254"/>
                  <a:gd name="connsiteY62-50534" fmla="*/ 1904 h 4213"/>
                  <a:gd name="connsiteX63-50535" fmla="*/ 1706 w 2254"/>
                  <a:gd name="connsiteY63-50536" fmla="*/ 2018 h 4213"/>
                  <a:gd name="connsiteX64-50537" fmla="*/ 1766 w 2254"/>
                  <a:gd name="connsiteY64-50538" fmla="*/ 2115 h 4213"/>
                  <a:gd name="connsiteX65-50539" fmla="*/ 1868 w 2254"/>
                  <a:gd name="connsiteY65-50540" fmla="*/ 2183 h 4213"/>
                  <a:gd name="connsiteX66-50541" fmla="*/ 1945 w 2254"/>
                  <a:gd name="connsiteY66-50542" fmla="*/ 2178 h 4213"/>
                  <a:gd name="connsiteX67-50543" fmla="*/ 1990 w 2254"/>
                  <a:gd name="connsiteY67-50544" fmla="*/ 2104 h 4213"/>
                  <a:gd name="connsiteX68-50545" fmla="*/ 2024 w 2254"/>
                  <a:gd name="connsiteY68-50546" fmla="*/ 2210 h 4213"/>
                  <a:gd name="connsiteX69-50547" fmla="*/ 1912 w 2254"/>
                  <a:gd name="connsiteY69-50548" fmla="*/ 2249 h 4213"/>
                  <a:gd name="connsiteX70-50549" fmla="*/ 1959 w 2254"/>
                  <a:gd name="connsiteY70-50550" fmla="*/ 2362 h 4213"/>
                  <a:gd name="connsiteX71-50551" fmla="*/ 1824 w 2254"/>
                  <a:gd name="connsiteY71-50552" fmla="*/ 2509 h 4213"/>
                  <a:gd name="connsiteX72-50553" fmla="*/ 1783 w 2254"/>
                  <a:gd name="connsiteY72-50554" fmla="*/ 2498 h 4213"/>
                  <a:gd name="connsiteX73-50555" fmla="*/ 1659 w 2254"/>
                  <a:gd name="connsiteY73-50556" fmla="*/ 2413 h 4213"/>
                  <a:gd name="connsiteX74-50557" fmla="*/ 1604 w 2254"/>
                  <a:gd name="connsiteY74-50558" fmla="*/ 2412 h 4213"/>
                  <a:gd name="connsiteX75-50559" fmla="*/ 1569 w 2254"/>
                  <a:gd name="connsiteY75-50560" fmla="*/ 2480 h 4213"/>
                  <a:gd name="connsiteX76-50561" fmla="*/ 1572 w 2254"/>
                  <a:gd name="connsiteY76-50562" fmla="*/ 2562 h 4213"/>
                  <a:gd name="connsiteX77-50563" fmla="*/ 1750 w 2254"/>
                  <a:gd name="connsiteY77-50564" fmla="*/ 2730 h 4213"/>
                  <a:gd name="connsiteX78-50565" fmla="*/ 1749 w 2254"/>
                  <a:gd name="connsiteY78-50566" fmla="*/ 2844 h 4213"/>
                  <a:gd name="connsiteX79-50567" fmla="*/ 1840 w 2254"/>
                  <a:gd name="connsiteY79-50568" fmla="*/ 3060 h 4213"/>
                  <a:gd name="connsiteX80-50569" fmla="*/ 1866 w 2254"/>
                  <a:gd name="connsiteY80-50570" fmla="*/ 3090 h 4213"/>
                  <a:gd name="connsiteX81-50571" fmla="*/ 1910 w 2254"/>
                  <a:gd name="connsiteY81-50572" fmla="*/ 3094 h 4213"/>
                  <a:gd name="connsiteX82-50573" fmla="*/ 1956 w 2254"/>
                  <a:gd name="connsiteY82-50574" fmla="*/ 3010 h 4213"/>
                  <a:gd name="connsiteX83-50575" fmla="*/ 2036 w 2254"/>
                  <a:gd name="connsiteY83-50576" fmla="*/ 2950 h 4213"/>
                  <a:gd name="connsiteX84-50577" fmla="*/ 2131 w 2254"/>
                  <a:gd name="connsiteY84-50578" fmla="*/ 3126 h 4213"/>
                  <a:gd name="connsiteX85-50579" fmla="*/ 2241 w 2254"/>
                  <a:gd name="connsiteY85-50580" fmla="*/ 3312 h 4213"/>
                  <a:gd name="connsiteX86-50581" fmla="*/ 2254 w 2254"/>
                  <a:gd name="connsiteY86-50582" fmla="*/ 3342 h 4213"/>
                  <a:gd name="connsiteX87-50583" fmla="*/ 2243 w 2254"/>
                  <a:gd name="connsiteY87-50584" fmla="*/ 3518 h 4213"/>
                  <a:gd name="connsiteX88-50585" fmla="*/ 2208 w 2254"/>
                  <a:gd name="connsiteY88-50586" fmla="*/ 3554 h 4213"/>
                  <a:gd name="connsiteX89-50587" fmla="*/ 2119 w 2254"/>
                  <a:gd name="connsiteY89-50588" fmla="*/ 3515 h 4213"/>
                  <a:gd name="connsiteX90-50589" fmla="*/ 1885 w 2254"/>
                  <a:gd name="connsiteY90-50590" fmla="*/ 3644 h 4213"/>
                  <a:gd name="connsiteX91-50591" fmla="*/ 1859 w 2254"/>
                  <a:gd name="connsiteY91-50592" fmla="*/ 3666 h 4213"/>
                  <a:gd name="connsiteX92-50593" fmla="*/ 1679 w 2254"/>
                  <a:gd name="connsiteY92-50594" fmla="*/ 3812 h 4213"/>
                  <a:gd name="connsiteX93-50595" fmla="*/ 1538 w 2254"/>
                  <a:gd name="connsiteY93-50596" fmla="*/ 3926 h 4213"/>
                  <a:gd name="connsiteX94-50597" fmla="*/ 1503 w 2254"/>
                  <a:gd name="connsiteY94-50598" fmla="*/ 3965 h 4213"/>
                  <a:gd name="connsiteX95-50599" fmla="*/ 1451 w 2254"/>
                  <a:gd name="connsiteY95-50600" fmla="*/ 3973 h 4213"/>
                  <a:gd name="connsiteX96-50601" fmla="*/ 1394 w 2254"/>
                  <a:gd name="connsiteY96-50602" fmla="*/ 3916 h 4213"/>
                  <a:gd name="connsiteX97-50603" fmla="*/ 1270 w 2254"/>
                  <a:gd name="connsiteY97-50604" fmla="*/ 3808 h 4213"/>
                  <a:gd name="connsiteX98-50605" fmla="*/ 1294 w 2254"/>
                  <a:gd name="connsiteY98-50606" fmla="*/ 4064 h 4213"/>
                  <a:gd name="connsiteX99-50607" fmla="*/ 1303 w 2254"/>
                  <a:gd name="connsiteY99-50608" fmla="*/ 4192 h 4213"/>
                  <a:gd name="connsiteX100-50609" fmla="*/ 1041 w 2254"/>
                  <a:gd name="connsiteY100-50610" fmla="*/ 4166 h 4213"/>
                  <a:gd name="connsiteX101-50611" fmla="*/ 959 w 2254"/>
                  <a:gd name="connsiteY101-50612" fmla="*/ 3987 h 4213"/>
                  <a:gd name="connsiteX102-50613" fmla="*/ 877 w 2254"/>
                  <a:gd name="connsiteY102-50614" fmla="*/ 3802 h 4213"/>
                  <a:gd name="connsiteX103-50615" fmla="*/ 798 w 2254"/>
                  <a:gd name="connsiteY103-50616" fmla="*/ 3734 h 4213"/>
                  <a:gd name="connsiteX0-50617" fmla="*/ 798 w 2254"/>
                  <a:gd name="connsiteY0-50618" fmla="*/ 3734 h 4213"/>
                  <a:gd name="connsiteX1-50619" fmla="*/ 679 w 2254"/>
                  <a:gd name="connsiteY1-50620" fmla="*/ 3800 h 4213"/>
                  <a:gd name="connsiteX2-50621" fmla="*/ 695 w 2254"/>
                  <a:gd name="connsiteY2-50622" fmla="*/ 3662 h 4213"/>
                  <a:gd name="connsiteX3-50623" fmla="*/ 633 w 2254"/>
                  <a:gd name="connsiteY3-50624" fmla="*/ 3500 h 4213"/>
                  <a:gd name="connsiteX4-50625" fmla="*/ 742 w 2254"/>
                  <a:gd name="connsiteY4-50626" fmla="*/ 3280 h 4213"/>
                  <a:gd name="connsiteX5-50627" fmla="*/ 932 w 2254"/>
                  <a:gd name="connsiteY5-50628" fmla="*/ 3195 h 4213"/>
                  <a:gd name="connsiteX6-50629" fmla="*/ 1107 w 2254"/>
                  <a:gd name="connsiteY6-50630" fmla="*/ 3058 h 4213"/>
                  <a:gd name="connsiteX7-50631" fmla="*/ 1112 w 2254"/>
                  <a:gd name="connsiteY7-50632" fmla="*/ 2878 h 4213"/>
                  <a:gd name="connsiteX8-50633" fmla="*/ 1215 w 2254"/>
                  <a:gd name="connsiteY8-50634" fmla="*/ 2615 h 4213"/>
                  <a:gd name="connsiteX9-50635" fmla="*/ 1184 w 2254"/>
                  <a:gd name="connsiteY9-50636" fmla="*/ 2346 h 4213"/>
                  <a:gd name="connsiteX10-50637" fmla="*/ 1068 w 2254"/>
                  <a:gd name="connsiteY10-50638" fmla="*/ 2333 h 4213"/>
                  <a:gd name="connsiteX11-50639" fmla="*/ 1066 w 2254"/>
                  <a:gd name="connsiteY11-50640" fmla="*/ 2117 h 4213"/>
                  <a:gd name="connsiteX12-50641" fmla="*/ 990 w 2254"/>
                  <a:gd name="connsiteY12-50642" fmla="*/ 2039 h 4213"/>
                  <a:gd name="connsiteX13-50643" fmla="*/ 847 w 2254"/>
                  <a:gd name="connsiteY13-50644" fmla="*/ 1951 h 4213"/>
                  <a:gd name="connsiteX14-50645" fmla="*/ 755 w 2254"/>
                  <a:gd name="connsiteY14-50646" fmla="*/ 1827 h 4213"/>
                  <a:gd name="connsiteX15-50647" fmla="*/ 659 w 2254"/>
                  <a:gd name="connsiteY15-50648" fmla="*/ 1828 h 4213"/>
                  <a:gd name="connsiteX16-50649" fmla="*/ 614 w 2254"/>
                  <a:gd name="connsiteY16-50650" fmla="*/ 1883 h 4213"/>
                  <a:gd name="connsiteX17-50651" fmla="*/ 521 w 2254"/>
                  <a:gd name="connsiteY17-50652" fmla="*/ 1877 h 4213"/>
                  <a:gd name="connsiteX18-50653" fmla="*/ 501 w 2254"/>
                  <a:gd name="connsiteY18-50654" fmla="*/ 1994 h 4213"/>
                  <a:gd name="connsiteX19-50655" fmla="*/ 320 w 2254"/>
                  <a:gd name="connsiteY19-50656" fmla="*/ 1941 h 4213"/>
                  <a:gd name="connsiteX20-50657" fmla="*/ 237 w 2254"/>
                  <a:gd name="connsiteY20-50658" fmla="*/ 1939 h 4213"/>
                  <a:gd name="connsiteX21-50659" fmla="*/ 112 w 2254"/>
                  <a:gd name="connsiteY21-50660" fmla="*/ 2014 h 4213"/>
                  <a:gd name="connsiteX22-50661" fmla="*/ 0 w 2254"/>
                  <a:gd name="connsiteY22-50662" fmla="*/ 1890 h 4213"/>
                  <a:gd name="connsiteX23-50663" fmla="*/ 94 w 2254"/>
                  <a:gd name="connsiteY23-50664" fmla="*/ 1804 h 4213"/>
                  <a:gd name="connsiteX24-50665" fmla="*/ 98 w 2254"/>
                  <a:gd name="connsiteY24-50666" fmla="*/ 1634 h 4213"/>
                  <a:gd name="connsiteX25-50667" fmla="*/ 153 w 2254"/>
                  <a:gd name="connsiteY25-50668" fmla="*/ 1514 h 4213"/>
                  <a:gd name="connsiteX26-50669" fmla="*/ 196 w 2254"/>
                  <a:gd name="connsiteY26-50670" fmla="*/ 1306 h 4213"/>
                  <a:gd name="connsiteX27-50671" fmla="*/ 256 w 2254"/>
                  <a:gd name="connsiteY27-50672" fmla="*/ 1307 h 4213"/>
                  <a:gd name="connsiteX28-50673" fmla="*/ 579 w 2254"/>
                  <a:gd name="connsiteY28-50674" fmla="*/ 1286 h 4213"/>
                  <a:gd name="connsiteX29-50675" fmla="*/ 753 w 2254"/>
                  <a:gd name="connsiteY29-50676" fmla="*/ 1117 h 4213"/>
                  <a:gd name="connsiteX30-50677" fmla="*/ 822 w 2254"/>
                  <a:gd name="connsiteY30-50678" fmla="*/ 748 h 4213"/>
                  <a:gd name="connsiteX31-50679" fmla="*/ 932 w 2254"/>
                  <a:gd name="connsiteY31-50680" fmla="*/ 486 h 4213"/>
                  <a:gd name="connsiteX32-50681" fmla="*/ 930 w 2254"/>
                  <a:gd name="connsiteY32-50682" fmla="*/ 358 h 4213"/>
                  <a:gd name="connsiteX33-50683" fmla="*/ 917 w 2254"/>
                  <a:gd name="connsiteY33-50684" fmla="*/ 328 h 4213"/>
                  <a:gd name="connsiteX34-50685" fmla="*/ 850 w 2254"/>
                  <a:gd name="connsiteY34-50686" fmla="*/ 251 h 4213"/>
                  <a:gd name="connsiteX35-50687" fmla="*/ 790 w 2254"/>
                  <a:gd name="connsiteY35-50688" fmla="*/ 217 h 4213"/>
                  <a:gd name="connsiteX36-50689" fmla="*/ 915 w 2254"/>
                  <a:gd name="connsiteY36-50690" fmla="*/ 56 h 4213"/>
                  <a:gd name="connsiteX37-50691" fmla="*/ 1088 w 2254"/>
                  <a:gd name="connsiteY37-50692" fmla="*/ 2 h 4213"/>
                  <a:gd name="connsiteX38-50693" fmla="*/ 1120 w 2254"/>
                  <a:gd name="connsiteY38-50694" fmla="*/ 49 h 4213"/>
                  <a:gd name="connsiteX39-50695" fmla="*/ 1110 w 2254"/>
                  <a:gd name="connsiteY39-50696" fmla="*/ 133 h 4213"/>
                  <a:gd name="connsiteX40-50697" fmla="*/ 1049 w 2254"/>
                  <a:gd name="connsiteY40-50698" fmla="*/ 243 h 4213"/>
                  <a:gd name="connsiteX41-50699" fmla="*/ 1119 w 2254"/>
                  <a:gd name="connsiteY41-50700" fmla="*/ 301 h 4213"/>
                  <a:gd name="connsiteX42-50701" fmla="*/ 1233 w 2254"/>
                  <a:gd name="connsiteY42-50702" fmla="*/ 366 h 4213"/>
                  <a:gd name="connsiteX43-50703" fmla="*/ 1253 w 2254"/>
                  <a:gd name="connsiteY43-50704" fmla="*/ 255 h 4213"/>
                  <a:gd name="connsiteX44-50705" fmla="*/ 1387 w 2254"/>
                  <a:gd name="connsiteY44-50706" fmla="*/ 291 h 4213"/>
                  <a:gd name="connsiteX45-50707" fmla="*/ 1412 w 2254"/>
                  <a:gd name="connsiteY45-50708" fmla="*/ 331 h 4213"/>
                  <a:gd name="connsiteX46-50709" fmla="*/ 1488 w 2254"/>
                  <a:gd name="connsiteY46-50710" fmla="*/ 562 h 4213"/>
                  <a:gd name="connsiteX47-50711" fmla="*/ 1523 w 2254"/>
                  <a:gd name="connsiteY47-50712" fmla="*/ 586 h 4213"/>
                  <a:gd name="connsiteX48-50713" fmla="*/ 1615 w 2254"/>
                  <a:gd name="connsiteY48-50714" fmla="*/ 578 h 4213"/>
                  <a:gd name="connsiteX49-50715" fmla="*/ 1875 w 2254"/>
                  <a:gd name="connsiteY49-50716" fmla="*/ 490 h 4213"/>
                  <a:gd name="connsiteX50-50717" fmla="*/ 2095 w 2254"/>
                  <a:gd name="connsiteY50-50718" fmla="*/ 479 h 4213"/>
                  <a:gd name="connsiteX51-50719" fmla="*/ 2155 w 2254"/>
                  <a:gd name="connsiteY51-50720" fmla="*/ 648 h 4213"/>
                  <a:gd name="connsiteX52-50721" fmla="*/ 2073 w 2254"/>
                  <a:gd name="connsiteY52-50722" fmla="*/ 944 h 4213"/>
                  <a:gd name="connsiteX53-50723" fmla="*/ 2073 w 2254"/>
                  <a:gd name="connsiteY53-50724" fmla="*/ 1022 h 4213"/>
                  <a:gd name="connsiteX54-50725" fmla="*/ 2142 w 2254"/>
                  <a:gd name="connsiteY54-50726" fmla="*/ 1168 h 4213"/>
                  <a:gd name="connsiteX55-50727" fmla="*/ 2157 w 2254"/>
                  <a:gd name="connsiteY55-50728" fmla="*/ 1427 h 4213"/>
                  <a:gd name="connsiteX56-50729" fmla="*/ 2159 w 2254"/>
                  <a:gd name="connsiteY56-50730" fmla="*/ 1617 h 4213"/>
                  <a:gd name="connsiteX57-50731" fmla="*/ 2092 w 2254"/>
                  <a:gd name="connsiteY57-50732" fmla="*/ 1625 h 4213"/>
                  <a:gd name="connsiteX58-50733" fmla="*/ 2070 w 2254"/>
                  <a:gd name="connsiteY58-50734" fmla="*/ 1507 h 4213"/>
                  <a:gd name="connsiteX59-50735" fmla="*/ 2035 w 2254"/>
                  <a:gd name="connsiteY59-50736" fmla="*/ 1450 h 4213"/>
                  <a:gd name="connsiteX60-50737" fmla="*/ 1945 w 2254"/>
                  <a:gd name="connsiteY60-50738" fmla="*/ 1582 h 4213"/>
                  <a:gd name="connsiteX61-50739" fmla="*/ 1832 w 2254"/>
                  <a:gd name="connsiteY61-50740" fmla="*/ 1776 h 4213"/>
                  <a:gd name="connsiteX62-50741" fmla="*/ 1713 w 2254"/>
                  <a:gd name="connsiteY62-50742" fmla="*/ 1904 h 4213"/>
                  <a:gd name="connsiteX63-50743" fmla="*/ 1706 w 2254"/>
                  <a:gd name="connsiteY63-50744" fmla="*/ 2018 h 4213"/>
                  <a:gd name="connsiteX64-50745" fmla="*/ 1766 w 2254"/>
                  <a:gd name="connsiteY64-50746" fmla="*/ 2115 h 4213"/>
                  <a:gd name="connsiteX65-50747" fmla="*/ 1868 w 2254"/>
                  <a:gd name="connsiteY65-50748" fmla="*/ 2183 h 4213"/>
                  <a:gd name="connsiteX66-50749" fmla="*/ 1945 w 2254"/>
                  <a:gd name="connsiteY66-50750" fmla="*/ 2178 h 4213"/>
                  <a:gd name="connsiteX67-50751" fmla="*/ 1990 w 2254"/>
                  <a:gd name="connsiteY67-50752" fmla="*/ 2104 h 4213"/>
                  <a:gd name="connsiteX68-50753" fmla="*/ 2024 w 2254"/>
                  <a:gd name="connsiteY68-50754" fmla="*/ 2210 h 4213"/>
                  <a:gd name="connsiteX69-50755" fmla="*/ 1912 w 2254"/>
                  <a:gd name="connsiteY69-50756" fmla="*/ 2249 h 4213"/>
                  <a:gd name="connsiteX70-50757" fmla="*/ 1959 w 2254"/>
                  <a:gd name="connsiteY70-50758" fmla="*/ 2362 h 4213"/>
                  <a:gd name="connsiteX71-50759" fmla="*/ 1824 w 2254"/>
                  <a:gd name="connsiteY71-50760" fmla="*/ 2509 h 4213"/>
                  <a:gd name="connsiteX72-50761" fmla="*/ 1783 w 2254"/>
                  <a:gd name="connsiteY72-50762" fmla="*/ 2498 h 4213"/>
                  <a:gd name="connsiteX73-50763" fmla="*/ 1659 w 2254"/>
                  <a:gd name="connsiteY73-50764" fmla="*/ 2413 h 4213"/>
                  <a:gd name="connsiteX74-50765" fmla="*/ 1604 w 2254"/>
                  <a:gd name="connsiteY74-50766" fmla="*/ 2412 h 4213"/>
                  <a:gd name="connsiteX75-50767" fmla="*/ 1569 w 2254"/>
                  <a:gd name="connsiteY75-50768" fmla="*/ 2480 h 4213"/>
                  <a:gd name="connsiteX76-50769" fmla="*/ 1572 w 2254"/>
                  <a:gd name="connsiteY76-50770" fmla="*/ 2562 h 4213"/>
                  <a:gd name="connsiteX77-50771" fmla="*/ 1750 w 2254"/>
                  <a:gd name="connsiteY77-50772" fmla="*/ 2730 h 4213"/>
                  <a:gd name="connsiteX78-50773" fmla="*/ 1749 w 2254"/>
                  <a:gd name="connsiteY78-50774" fmla="*/ 2844 h 4213"/>
                  <a:gd name="connsiteX79-50775" fmla="*/ 1840 w 2254"/>
                  <a:gd name="connsiteY79-50776" fmla="*/ 3060 h 4213"/>
                  <a:gd name="connsiteX80-50777" fmla="*/ 1866 w 2254"/>
                  <a:gd name="connsiteY80-50778" fmla="*/ 3090 h 4213"/>
                  <a:gd name="connsiteX81-50779" fmla="*/ 1910 w 2254"/>
                  <a:gd name="connsiteY81-50780" fmla="*/ 3094 h 4213"/>
                  <a:gd name="connsiteX82-50781" fmla="*/ 1956 w 2254"/>
                  <a:gd name="connsiteY82-50782" fmla="*/ 3010 h 4213"/>
                  <a:gd name="connsiteX83-50783" fmla="*/ 2036 w 2254"/>
                  <a:gd name="connsiteY83-50784" fmla="*/ 2950 h 4213"/>
                  <a:gd name="connsiteX84-50785" fmla="*/ 2131 w 2254"/>
                  <a:gd name="connsiteY84-50786" fmla="*/ 3126 h 4213"/>
                  <a:gd name="connsiteX85-50787" fmla="*/ 2241 w 2254"/>
                  <a:gd name="connsiteY85-50788" fmla="*/ 3312 h 4213"/>
                  <a:gd name="connsiteX86-50789" fmla="*/ 2254 w 2254"/>
                  <a:gd name="connsiteY86-50790" fmla="*/ 3342 h 4213"/>
                  <a:gd name="connsiteX87-50791" fmla="*/ 2243 w 2254"/>
                  <a:gd name="connsiteY87-50792" fmla="*/ 3518 h 4213"/>
                  <a:gd name="connsiteX88-50793" fmla="*/ 2208 w 2254"/>
                  <a:gd name="connsiteY88-50794" fmla="*/ 3554 h 4213"/>
                  <a:gd name="connsiteX89-50795" fmla="*/ 2119 w 2254"/>
                  <a:gd name="connsiteY89-50796" fmla="*/ 3515 h 4213"/>
                  <a:gd name="connsiteX90-50797" fmla="*/ 1885 w 2254"/>
                  <a:gd name="connsiteY90-50798" fmla="*/ 3644 h 4213"/>
                  <a:gd name="connsiteX91-50799" fmla="*/ 1859 w 2254"/>
                  <a:gd name="connsiteY91-50800" fmla="*/ 3666 h 4213"/>
                  <a:gd name="connsiteX92-50801" fmla="*/ 1679 w 2254"/>
                  <a:gd name="connsiteY92-50802" fmla="*/ 3812 h 4213"/>
                  <a:gd name="connsiteX93-50803" fmla="*/ 1538 w 2254"/>
                  <a:gd name="connsiteY93-50804" fmla="*/ 3926 h 4213"/>
                  <a:gd name="connsiteX94-50805" fmla="*/ 1503 w 2254"/>
                  <a:gd name="connsiteY94-50806" fmla="*/ 3965 h 4213"/>
                  <a:gd name="connsiteX95-50807" fmla="*/ 1451 w 2254"/>
                  <a:gd name="connsiteY95-50808" fmla="*/ 3973 h 4213"/>
                  <a:gd name="connsiteX96-50809" fmla="*/ 1394 w 2254"/>
                  <a:gd name="connsiteY96-50810" fmla="*/ 3916 h 4213"/>
                  <a:gd name="connsiteX97-50811" fmla="*/ 1270 w 2254"/>
                  <a:gd name="connsiteY97-50812" fmla="*/ 3808 h 4213"/>
                  <a:gd name="connsiteX98-50813" fmla="*/ 1294 w 2254"/>
                  <a:gd name="connsiteY98-50814" fmla="*/ 4064 h 4213"/>
                  <a:gd name="connsiteX99-50815" fmla="*/ 1303 w 2254"/>
                  <a:gd name="connsiteY99-50816" fmla="*/ 4192 h 4213"/>
                  <a:gd name="connsiteX100-50817" fmla="*/ 1041 w 2254"/>
                  <a:gd name="connsiteY100-50818" fmla="*/ 4166 h 4213"/>
                  <a:gd name="connsiteX101-50819" fmla="*/ 959 w 2254"/>
                  <a:gd name="connsiteY101-50820" fmla="*/ 3987 h 4213"/>
                  <a:gd name="connsiteX102-50821" fmla="*/ 877 w 2254"/>
                  <a:gd name="connsiteY102-50822" fmla="*/ 3802 h 4213"/>
                  <a:gd name="connsiteX103-50823" fmla="*/ 798 w 2254"/>
                  <a:gd name="connsiteY103-50824" fmla="*/ 3734 h 4213"/>
                  <a:gd name="connsiteX0-50825" fmla="*/ 798 w 2254"/>
                  <a:gd name="connsiteY0-50826" fmla="*/ 3734 h 4213"/>
                  <a:gd name="connsiteX1-50827" fmla="*/ 679 w 2254"/>
                  <a:gd name="connsiteY1-50828" fmla="*/ 3800 h 4213"/>
                  <a:gd name="connsiteX2-50829" fmla="*/ 695 w 2254"/>
                  <a:gd name="connsiteY2-50830" fmla="*/ 3662 h 4213"/>
                  <a:gd name="connsiteX3-50831" fmla="*/ 633 w 2254"/>
                  <a:gd name="connsiteY3-50832" fmla="*/ 3500 h 4213"/>
                  <a:gd name="connsiteX4-50833" fmla="*/ 742 w 2254"/>
                  <a:gd name="connsiteY4-50834" fmla="*/ 3280 h 4213"/>
                  <a:gd name="connsiteX5-50835" fmla="*/ 932 w 2254"/>
                  <a:gd name="connsiteY5-50836" fmla="*/ 3195 h 4213"/>
                  <a:gd name="connsiteX6-50837" fmla="*/ 1107 w 2254"/>
                  <a:gd name="connsiteY6-50838" fmla="*/ 3058 h 4213"/>
                  <a:gd name="connsiteX7-50839" fmla="*/ 1184 w 2254"/>
                  <a:gd name="connsiteY7-50840" fmla="*/ 2878 h 4213"/>
                  <a:gd name="connsiteX8-50841" fmla="*/ 1215 w 2254"/>
                  <a:gd name="connsiteY8-50842" fmla="*/ 2615 h 4213"/>
                  <a:gd name="connsiteX9-50843" fmla="*/ 1184 w 2254"/>
                  <a:gd name="connsiteY9-50844" fmla="*/ 2346 h 4213"/>
                  <a:gd name="connsiteX10-50845" fmla="*/ 1068 w 2254"/>
                  <a:gd name="connsiteY10-50846" fmla="*/ 2333 h 4213"/>
                  <a:gd name="connsiteX11-50847" fmla="*/ 1066 w 2254"/>
                  <a:gd name="connsiteY11-50848" fmla="*/ 2117 h 4213"/>
                  <a:gd name="connsiteX12-50849" fmla="*/ 990 w 2254"/>
                  <a:gd name="connsiteY12-50850" fmla="*/ 2039 h 4213"/>
                  <a:gd name="connsiteX13-50851" fmla="*/ 847 w 2254"/>
                  <a:gd name="connsiteY13-50852" fmla="*/ 1951 h 4213"/>
                  <a:gd name="connsiteX14-50853" fmla="*/ 755 w 2254"/>
                  <a:gd name="connsiteY14-50854" fmla="*/ 1827 h 4213"/>
                  <a:gd name="connsiteX15-50855" fmla="*/ 659 w 2254"/>
                  <a:gd name="connsiteY15-50856" fmla="*/ 1828 h 4213"/>
                  <a:gd name="connsiteX16-50857" fmla="*/ 614 w 2254"/>
                  <a:gd name="connsiteY16-50858" fmla="*/ 1883 h 4213"/>
                  <a:gd name="connsiteX17-50859" fmla="*/ 521 w 2254"/>
                  <a:gd name="connsiteY17-50860" fmla="*/ 1877 h 4213"/>
                  <a:gd name="connsiteX18-50861" fmla="*/ 501 w 2254"/>
                  <a:gd name="connsiteY18-50862" fmla="*/ 1994 h 4213"/>
                  <a:gd name="connsiteX19-50863" fmla="*/ 320 w 2254"/>
                  <a:gd name="connsiteY19-50864" fmla="*/ 1941 h 4213"/>
                  <a:gd name="connsiteX20-50865" fmla="*/ 237 w 2254"/>
                  <a:gd name="connsiteY20-50866" fmla="*/ 1939 h 4213"/>
                  <a:gd name="connsiteX21-50867" fmla="*/ 112 w 2254"/>
                  <a:gd name="connsiteY21-50868" fmla="*/ 2014 h 4213"/>
                  <a:gd name="connsiteX22-50869" fmla="*/ 0 w 2254"/>
                  <a:gd name="connsiteY22-50870" fmla="*/ 1890 h 4213"/>
                  <a:gd name="connsiteX23-50871" fmla="*/ 94 w 2254"/>
                  <a:gd name="connsiteY23-50872" fmla="*/ 1804 h 4213"/>
                  <a:gd name="connsiteX24-50873" fmla="*/ 98 w 2254"/>
                  <a:gd name="connsiteY24-50874" fmla="*/ 1634 h 4213"/>
                  <a:gd name="connsiteX25-50875" fmla="*/ 153 w 2254"/>
                  <a:gd name="connsiteY25-50876" fmla="*/ 1514 h 4213"/>
                  <a:gd name="connsiteX26-50877" fmla="*/ 196 w 2254"/>
                  <a:gd name="connsiteY26-50878" fmla="*/ 1306 h 4213"/>
                  <a:gd name="connsiteX27-50879" fmla="*/ 256 w 2254"/>
                  <a:gd name="connsiteY27-50880" fmla="*/ 1307 h 4213"/>
                  <a:gd name="connsiteX28-50881" fmla="*/ 579 w 2254"/>
                  <a:gd name="connsiteY28-50882" fmla="*/ 1286 h 4213"/>
                  <a:gd name="connsiteX29-50883" fmla="*/ 753 w 2254"/>
                  <a:gd name="connsiteY29-50884" fmla="*/ 1117 h 4213"/>
                  <a:gd name="connsiteX30-50885" fmla="*/ 822 w 2254"/>
                  <a:gd name="connsiteY30-50886" fmla="*/ 748 h 4213"/>
                  <a:gd name="connsiteX31-50887" fmla="*/ 932 w 2254"/>
                  <a:gd name="connsiteY31-50888" fmla="*/ 486 h 4213"/>
                  <a:gd name="connsiteX32-50889" fmla="*/ 930 w 2254"/>
                  <a:gd name="connsiteY32-50890" fmla="*/ 358 h 4213"/>
                  <a:gd name="connsiteX33-50891" fmla="*/ 917 w 2254"/>
                  <a:gd name="connsiteY33-50892" fmla="*/ 328 h 4213"/>
                  <a:gd name="connsiteX34-50893" fmla="*/ 850 w 2254"/>
                  <a:gd name="connsiteY34-50894" fmla="*/ 251 h 4213"/>
                  <a:gd name="connsiteX35-50895" fmla="*/ 790 w 2254"/>
                  <a:gd name="connsiteY35-50896" fmla="*/ 217 h 4213"/>
                  <a:gd name="connsiteX36-50897" fmla="*/ 915 w 2254"/>
                  <a:gd name="connsiteY36-50898" fmla="*/ 56 h 4213"/>
                  <a:gd name="connsiteX37-50899" fmla="*/ 1088 w 2254"/>
                  <a:gd name="connsiteY37-50900" fmla="*/ 2 h 4213"/>
                  <a:gd name="connsiteX38-50901" fmla="*/ 1120 w 2254"/>
                  <a:gd name="connsiteY38-50902" fmla="*/ 49 h 4213"/>
                  <a:gd name="connsiteX39-50903" fmla="*/ 1110 w 2254"/>
                  <a:gd name="connsiteY39-50904" fmla="*/ 133 h 4213"/>
                  <a:gd name="connsiteX40-50905" fmla="*/ 1049 w 2254"/>
                  <a:gd name="connsiteY40-50906" fmla="*/ 243 h 4213"/>
                  <a:gd name="connsiteX41-50907" fmla="*/ 1119 w 2254"/>
                  <a:gd name="connsiteY41-50908" fmla="*/ 301 h 4213"/>
                  <a:gd name="connsiteX42-50909" fmla="*/ 1233 w 2254"/>
                  <a:gd name="connsiteY42-50910" fmla="*/ 366 h 4213"/>
                  <a:gd name="connsiteX43-50911" fmla="*/ 1253 w 2254"/>
                  <a:gd name="connsiteY43-50912" fmla="*/ 255 h 4213"/>
                  <a:gd name="connsiteX44-50913" fmla="*/ 1387 w 2254"/>
                  <a:gd name="connsiteY44-50914" fmla="*/ 291 h 4213"/>
                  <a:gd name="connsiteX45-50915" fmla="*/ 1412 w 2254"/>
                  <a:gd name="connsiteY45-50916" fmla="*/ 331 h 4213"/>
                  <a:gd name="connsiteX46-50917" fmla="*/ 1488 w 2254"/>
                  <a:gd name="connsiteY46-50918" fmla="*/ 562 h 4213"/>
                  <a:gd name="connsiteX47-50919" fmla="*/ 1523 w 2254"/>
                  <a:gd name="connsiteY47-50920" fmla="*/ 586 h 4213"/>
                  <a:gd name="connsiteX48-50921" fmla="*/ 1615 w 2254"/>
                  <a:gd name="connsiteY48-50922" fmla="*/ 578 h 4213"/>
                  <a:gd name="connsiteX49-50923" fmla="*/ 1875 w 2254"/>
                  <a:gd name="connsiteY49-50924" fmla="*/ 490 h 4213"/>
                  <a:gd name="connsiteX50-50925" fmla="*/ 2095 w 2254"/>
                  <a:gd name="connsiteY50-50926" fmla="*/ 479 h 4213"/>
                  <a:gd name="connsiteX51-50927" fmla="*/ 2155 w 2254"/>
                  <a:gd name="connsiteY51-50928" fmla="*/ 648 h 4213"/>
                  <a:gd name="connsiteX52-50929" fmla="*/ 2073 w 2254"/>
                  <a:gd name="connsiteY52-50930" fmla="*/ 944 h 4213"/>
                  <a:gd name="connsiteX53-50931" fmla="*/ 2073 w 2254"/>
                  <a:gd name="connsiteY53-50932" fmla="*/ 1022 h 4213"/>
                  <a:gd name="connsiteX54-50933" fmla="*/ 2142 w 2254"/>
                  <a:gd name="connsiteY54-50934" fmla="*/ 1168 h 4213"/>
                  <a:gd name="connsiteX55-50935" fmla="*/ 2157 w 2254"/>
                  <a:gd name="connsiteY55-50936" fmla="*/ 1427 h 4213"/>
                  <a:gd name="connsiteX56-50937" fmla="*/ 2159 w 2254"/>
                  <a:gd name="connsiteY56-50938" fmla="*/ 1617 h 4213"/>
                  <a:gd name="connsiteX57-50939" fmla="*/ 2092 w 2254"/>
                  <a:gd name="connsiteY57-50940" fmla="*/ 1625 h 4213"/>
                  <a:gd name="connsiteX58-50941" fmla="*/ 2070 w 2254"/>
                  <a:gd name="connsiteY58-50942" fmla="*/ 1507 h 4213"/>
                  <a:gd name="connsiteX59-50943" fmla="*/ 2035 w 2254"/>
                  <a:gd name="connsiteY59-50944" fmla="*/ 1450 h 4213"/>
                  <a:gd name="connsiteX60-50945" fmla="*/ 1945 w 2254"/>
                  <a:gd name="connsiteY60-50946" fmla="*/ 1582 h 4213"/>
                  <a:gd name="connsiteX61-50947" fmla="*/ 1832 w 2254"/>
                  <a:gd name="connsiteY61-50948" fmla="*/ 1776 h 4213"/>
                  <a:gd name="connsiteX62-50949" fmla="*/ 1713 w 2254"/>
                  <a:gd name="connsiteY62-50950" fmla="*/ 1904 h 4213"/>
                  <a:gd name="connsiteX63-50951" fmla="*/ 1706 w 2254"/>
                  <a:gd name="connsiteY63-50952" fmla="*/ 2018 h 4213"/>
                  <a:gd name="connsiteX64-50953" fmla="*/ 1766 w 2254"/>
                  <a:gd name="connsiteY64-50954" fmla="*/ 2115 h 4213"/>
                  <a:gd name="connsiteX65-50955" fmla="*/ 1868 w 2254"/>
                  <a:gd name="connsiteY65-50956" fmla="*/ 2183 h 4213"/>
                  <a:gd name="connsiteX66-50957" fmla="*/ 1945 w 2254"/>
                  <a:gd name="connsiteY66-50958" fmla="*/ 2178 h 4213"/>
                  <a:gd name="connsiteX67-50959" fmla="*/ 1990 w 2254"/>
                  <a:gd name="connsiteY67-50960" fmla="*/ 2104 h 4213"/>
                  <a:gd name="connsiteX68-50961" fmla="*/ 2024 w 2254"/>
                  <a:gd name="connsiteY68-50962" fmla="*/ 2210 h 4213"/>
                  <a:gd name="connsiteX69-50963" fmla="*/ 1912 w 2254"/>
                  <a:gd name="connsiteY69-50964" fmla="*/ 2249 h 4213"/>
                  <a:gd name="connsiteX70-50965" fmla="*/ 1959 w 2254"/>
                  <a:gd name="connsiteY70-50966" fmla="*/ 2362 h 4213"/>
                  <a:gd name="connsiteX71-50967" fmla="*/ 1824 w 2254"/>
                  <a:gd name="connsiteY71-50968" fmla="*/ 2509 h 4213"/>
                  <a:gd name="connsiteX72-50969" fmla="*/ 1783 w 2254"/>
                  <a:gd name="connsiteY72-50970" fmla="*/ 2498 h 4213"/>
                  <a:gd name="connsiteX73-50971" fmla="*/ 1659 w 2254"/>
                  <a:gd name="connsiteY73-50972" fmla="*/ 2413 h 4213"/>
                  <a:gd name="connsiteX74-50973" fmla="*/ 1604 w 2254"/>
                  <a:gd name="connsiteY74-50974" fmla="*/ 2412 h 4213"/>
                  <a:gd name="connsiteX75-50975" fmla="*/ 1569 w 2254"/>
                  <a:gd name="connsiteY75-50976" fmla="*/ 2480 h 4213"/>
                  <a:gd name="connsiteX76-50977" fmla="*/ 1572 w 2254"/>
                  <a:gd name="connsiteY76-50978" fmla="*/ 2562 h 4213"/>
                  <a:gd name="connsiteX77-50979" fmla="*/ 1750 w 2254"/>
                  <a:gd name="connsiteY77-50980" fmla="*/ 2730 h 4213"/>
                  <a:gd name="connsiteX78-50981" fmla="*/ 1749 w 2254"/>
                  <a:gd name="connsiteY78-50982" fmla="*/ 2844 h 4213"/>
                  <a:gd name="connsiteX79-50983" fmla="*/ 1840 w 2254"/>
                  <a:gd name="connsiteY79-50984" fmla="*/ 3060 h 4213"/>
                  <a:gd name="connsiteX80-50985" fmla="*/ 1866 w 2254"/>
                  <a:gd name="connsiteY80-50986" fmla="*/ 3090 h 4213"/>
                  <a:gd name="connsiteX81-50987" fmla="*/ 1910 w 2254"/>
                  <a:gd name="connsiteY81-50988" fmla="*/ 3094 h 4213"/>
                  <a:gd name="connsiteX82-50989" fmla="*/ 1956 w 2254"/>
                  <a:gd name="connsiteY82-50990" fmla="*/ 3010 h 4213"/>
                  <a:gd name="connsiteX83-50991" fmla="*/ 2036 w 2254"/>
                  <a:gd name="connsiteY83-50992" fmla="*/ 2950 h 4213"/>
                  <a:gd name="connsiteX84-50993" fmla="*/ 2131 w 2254"/>
                  <a:gd name="connsiteY84-50994" fmla="*/ 3126 h 4213"/>
                  <a:gd name="connsiteX85-50995" fmla="*/ 2241 w 2254"/>
                  <a:gd name="connsiteY85-50996" fmla="*/ 3312 h 4213"/>
                  <a:gd name="connsiteX86-50997" fmla="*/ 2254 w 2254"/>
                  <a:gd name="connsiteY86-50998" fmla="*/ 3342 h 4213"/>
                  <a:gd name="connsiteX87-50999" fmla="*/ 2243 w 2254"/>
                  <a:gd name="connsiteY87-51000" fmla="*/ 3518 h 4213"/>
                  <a:gd name="connsiteX88-51001" fmla="*/ 2208 w 2254"/>
                  <a:gd name="connsiteY88-51002" fmla="*/ 3554 h 4213"/>
                  <a:gd name="connsiteX89-51003" fmla="*/ 2119 w 2254"/>
                  <a:gd name="connsiteY89-51004" fmla="*/ 3515 h 4213"/>
                  <a:gd name="connsiteX90-51005" fmla="*/ 1885 w 2254"/>
                  <a:gd name="connsiteY90-51006" fmla="*/ 3644 h 4213"/>
                  <a:gd name="connsiteX91-51007" fmla="*/ 1859 w 2254"/>
                  <a:gd name="connsiteY91-51008" fmla="*/ 3666 h 4213"/>
                  <a:gd name="connsiteX92-51009" fmla="*/ 1679 w 2254"/>
                  <a:gd name="connsiteY92-51010" fmla="*/ 3812 h 4213"/>
                  <a:gd name="connsiteX93-51011" fmla="*/ 1538 w 2254"/>
                  <a:gd name="connsiteY93-51012" fmla="*/ 3926 h 4213"/>
                  <a:gd name="connsiteX94-51013" fmla="*/ 1503 w 2254"/>
                  <a:gd name="connsiteY94-51014" fmla="*/ 3965 h 4213"/>
                  <a:gd name="connsiteX95-51015" fmla="*/ 1451 w 2254"/>
                  <a:gd name="connsiteY95-51016" fmla="*/ 3973 h 4213"/>
                  <a:gd name="connsiteX96-51017" fmla="*/ 1394 w 2254"/>
                  <a:gd name="connsiteY96-51018" fmla="*/ 3916 h 4213"/>
                  <a:gd name="connsiteX97-51019" fmla="*/ 1270 w 2254"/>
                  <a:gd name="connsiteY97-51020" fmla="*/ 3808 h 4213"/>
                  <a:gd name="connsiteX98-51021" fmla="*/ 1294 w 2254"/>
                  <a:gd name="connsiteY98-51022" fmla="*/ 4064 h 4213"/>
                  <a:gd name="connsiteX99-51023" fmla="*/ 1303 w 2254"/>
                  <a:gd name="connsiteY99-51024" fmla="*/ 4192 h 4213"/>
                  <a:gd name="connsiteX100-51025" fmla="*/ 1041 w 2254"/>
                  <a:gd name="connsiteY100-51026" fmla="*/ 4166 h 4213"/>
                  <a:gd name="connsiteX101-51027" fmla="*/ 959 w 2254"/>
                  <a:gd name="connsiteY101-51028" fmla="*/ 3987 h 4213"/>
                  <a:gd name="connsiteX102-51029" fmla="*/ 877 w 2254"/>
                  <a:gd name="connsiteY102-51030" fmla="*/ 3802 h 4213"/>
                  <a:gd name="connsiteX103-51031" fmla="*/ 798 w 2254"/>
                  <a:gd name="connsiteY103-51032" fmla="*/ 3734 h 4213"/>
                  <a:gd name="connsiteX0-51033" fmla="*/ 798 w 2254"/>
                  <a:gd name="connsiteY0-51034" fmla="*/ 3734 h 4213"/>
                  <a:gd name="connsiteX1-51035" fmla="*/ 679 w 2254"/>
                  <a:gd name="connsiteY1-51036" fmla="*/ 3800 h 4213"/>
                  <a:gd name="connsiteX2-51037" fmla="*/ 695 w 2254"/>
                  <a:gd name="connsiteY2-51038" fmla="*/ 3662 h 4213"/>
                  <a:gd name="connsiteX3-51039" fmla="*/ 633 w 2254"/>
                  <a:gd name="connsiteY3-51040" fmla="*/ 3500 h 4213"/>
                  <a:gd name="connsiteX4-51041" fmla="*/ 742 w 2254"/>
                  <a:gd name="connsiteY4-51042" fmla="*/ 3280 h 4213"/>
                  <a:gd name="connsiteX5-51043" fmla="*/ 932 w 2254"/>
                  <a:gd name="connsiteY5-51044" fmla="*/ 3195 h 4213"/>
                  <a:gd name="connsiteX6-51045" fmla="*/ 1107 w 2254"/>
                  <a:gd name="connsiteY6-51046" fmla="*/ 3058 h 4213"/>
                  <a:gd name="connsiteX7-51047" fmla="*/ 1215 w 2254"/>
                  <a:gd name="connsiteY7-51048" fmla="*/ 2615 h 4213"/>
                  <a:gd name="connsiteX8-51049" fmla="*/ 1184 w 2254"/>
                  <a:gd name="connsiteY8-51050" fmla="*/ 2346 h 4213"/>
                  <a:gd name="connsiteX9-51051" fmla="*/ 1068 w 2254"/>
                  <a:gd name="connsiteY9-51052" fmla="*/ 2333 h 4213"/>
                  <a:gd name="connsiteX10-51053" fmla="*/ 1066 w 2254"/>
                  <a:gd name="connsiteY10-51054" fmla="*/ 2117 h 4213"/>
                  <a:gd name="connsiteX11-51055" fmla="*/ 990 w 2254"/>
                  <a:gd name="connsiteY11-51056" fmla="*/ 2039 h 4213"/>
                  <a:gd name="connsiteX12-51057" fmla="*/ 847 w 2254"/>
                  <a:gd name="connsiteY12-51058" fmla="*/ 1951 h 4213"/>
                  <a:gd name="connsiteX13-51059" fmla="*/ 755 w 2254"/>
                  <a:gd name="connsiteY13-51060" fmla="*/ 1827 h 4213"/>
                  <a:gd name="connsiteX14-51061" fmla="*/ 659 w 2254"/>
                  <a:gd name="connsiteY14-51062" fmla="*/ 1828 h 4213"/>
                  <a:gd name="connsiteX15-51063" fmla="*/ 614 w 2254"/>
                  <a:gd name="connsiteY15-51064" fmla="*/ 1883 h 4213"/>
                  <a:gd name="connsiteX16-51065" fmla="*/ 521 w 2254"/>
                  <a:gd name="connsiteY16-51066" fmla="*/ 1877 h 4213"/>
                  <a:gd name="connsiteX17-51067" fmla="*/ 501 w 2254"/>
                  <a:gd name="connsiteY17-51068" fmla="*/ 1994 h 4213"/>
                  <a:gd name="connsiteX18-51069" fmla="*/ 320 w 2254"/>
                  <a:gd name="connsiteY18-51070" fmla="*/ 1941 h 4213"/>
                  <a:gd name="connsiteX19-51071" fmla="*/ 237 w 2254"/>
                  <a:gd name="connsiteY19-51072" fmla="*/ 1939 h 4213"/>
                  <a:gd name="connsiteX20-51073" fmla="*/ 112 w 2254"/>
                  <a:gd name="connsiteY20-51074" fmla="*/ 2014 h 4213"/>
                  <a:gd name="connsiteX21-51075" fmla="*/ 0 w 2254"/>
                  <a:gd name="connsiteY21-51076" fmla="*/ 1890 h 4213"/>
                  <a:gd name="connsiteX22-51077" fmla="*/ 94 w 2254"/>
                  <a:gd name="connsiteY22-51078" fmla="*/ 1804 h 4213"/>
                  <a:gd name="connsiteX23-51079" fmla="*/ 98 w 2254"/>
                  <a:gd name="connsiteY23-51080" fmla="*/ 1634 h 4213"/>
                  <a:gd name="connsiteX24-51081" fmla="*/ 153 w 2254"/>
                  <a:gd name="connsiteY24-51082" fmla="*/ 1514 h 4213"/>
                  <a:gd name="connsiteX25-51083" fmla="*/ 196 w 2254"/>
                  <a:gd name="connsiteY25-51084" fmla="*/ 1306 h 4213"/>
                  <a:gd name="connsiteX26-51085" fmla="*/ 256 w 2254"/>
                  <a:gd name="connsiteY26-51086" fmla="*/ 1307 h 4213"/>
                  <a:gd name="connsiteX27-51087" fmla="*/ 579 w 2254"/>
                  <a:gd name="connsiteY27-51088" fmla="*/ 1286 h 4213"/>
                  <a:gd name="connsiteX28-51089" fmla="*/ 753 w 2254"/>
                  <a:gd name="connsiteY28-51090" fmla="*/ 1117 h 4213"/>
                  <a:gd name="connsiteX29-51091" fmla="*/ 822 w 2254"/>
                  <a:gd name="connsiteY29-51092" fmla="*/ 748 h 4213"/>
                  <a:gd name="connsiteX30-51093" fmla="*/ 932 w 2254"/>
                  <a:gd name="connsiteY30-51094" fmla="*/ 486 h 4213"/>
                  <a:gd name="connsiteX31-51095" fmla="*/ 930 w 2254"/>
                  <a:gd name="connsiteY31-51096" fmla="*/ 358 h 4213"/>
                  <a:gd name="connsiteX32-51097" fmla="*/ 917 w 2254"/>
                  <a:gd name="connsiteY32-51098" fmla="*/ 328 h 4213"/>
                  <a:gd name="connsiteX33-51099" fmla="*/ 850 w 2254"/>
                  <a:gd name="connsiteY33-51100" fmla="*/ 251 h 4213"/>
                  <a:gd name="connsiteX34-51101" fmla="*/ 790 w 2254"/>
                  <a:gd name="connsiteY34-51102" fmla="*/ 217 h 4213"/>
                  <a:gd name="connsiteX35-51103" fmla="*/ 915 w 2254"/>
                  <a:gd name="connsiteY35-51104" fmla="*/ 56 h 4213"/>
                  <a:gd name="connsiteX36-51105" fmla="*/ 1088 w 2254"/>
                  <a:gd name="connsiteY36-51106" fmla="*/ 2 h 4213"/>
                  <a:gd name="connsiteX37-51107" fmla="*/ 1120 w 2254"/>
                  <a:gd name="connsiteY37-51108" fmla="*/ 49 h 4213"/>
                  <a:gd name="connsiteX38-51109" fmla="*/ 1110 w 2254"/>
                  <a:gd name="connsiteY38-51110" fmla="*/ 133 h 4213"/>
                  <a:gd name="connsiteX39-51111" fmla="*/ 1049 w 2254"/>
                  <a:gd name="connsiteY39-51112" fmla="*/ 243 h 4213"/>
                  <a:gd name="connsiteX40-51113" fmla="*/ 1119 w 2254"/>
                  <a:gd name="connsiteY40-51114" fmla="*/ 301 h 4213"/>
                  <a:gd name="connsiteX41-51115" fmla="*/ 1233 w 2254"/>
                  <a:gd name="connsiteY41-51116" fmla="*/ 366 h 4213"/>
                  <a:gd name="connsiteX42-51117" fmla="*/ 1253 w 2254"/>
                  <a:gd name="connsiteY42-51118" fmla="*/ 255 h 4213"/>
                  <a:gd name="connsiteX43-51119" fmla="*/ 1387 w 2254"/>
                  <a:gd name="connsiteY43-51120" fmla="*/ 291 h 4213"/>
                  <a:gd name="connsiteX44-51121" fmla="*/ 1412 w 2254"/>
                  <a:gd name="connsiteY44-51122" fmla="*/ 331 h 4213"/>
                  <a:gd name="connsiteX45-51123" fmla="*/ 1488 w 2254"/>
                  <a:gd name="connsiteY45-51124" fmla="*/ 562 h 4213"/>
                  <a:gd name="connsiteX46-51125" fmla="*/ 1523 w 2254"/>
                  <a:gd name="connsiteY46-51126" fmla="*/ 586 h 4213"/>
                  <a:gd name="connsiteX47-51127" fmla="*/ 1615 w 2254"/>
                  <a:gd name="connsiteY47-51128" fmla="*/ 578 h 4213"/>
                  <a:gd name="connsiteX48-51129" fmla="*/ 1875 w 2254"/>
                  <a:gd name="connsiteY48-51130" fmla="*/ 490 h 4213"/>
                  <a:gd name="connsiteX49-51131" fmla="*/ 2095 w 2254"/>
                  <a:gd name="connsiteY49-51132" fmla="*/ 479 h 4213"/>
                  <a:gd name="connsiteX50-51133" fmla="*/ 2155 w 2254"/>
                  <a:gd name="connsiteY50-51134" fmla="*/ 648 h 4213"/>
                  <a:gd name="connsiteX51-51135" fmla="*/ 2073 w 2254"/>
                  <a:gd name="connsiteY51-51136" fmla="*/ 944 h 4213"/>
                  <a:gd name="connsiteX52-51137" fmla="*/ 2073 w 2254"/>
                  <a:gd name="connsiteY52-51138" fmla="*/ 1022 h 4213"/>
                  <a:gd name="connsiteX53-51139" fmla="*/ 2142 w 2254"/>
                  <a:gd name="connsiteY53-51140" fmla="*/ 1168 h 4213"/>
                  <a:gd name="connsiteX54-51141" fmla="*/ 2157 w 2254"/>
                  <a:gd name="connsiteY54-51142" fmla="*/ 1427 h 4213"/>
                  <a:gd name="connsiteX55-51143" fmla="*/ 2159 w 2254"/>
                  <a:gd name="connsiteY55-51144" fmla="*/ 1617 h 4213"/>
                  <a:gd name="connsiteX56-51145" fmla="*/ 2092 w 2254"/>
                  <a:gd name="connsiteY56-51146" fmla="*/ 1625 h 4213"/>
                  <a:gd name="connsiteX57-51147" fmla="*/ 2070 w 2254"/>
                  <a:gd name="connsiteY57-51148" fmla="*/ 1507 h 4213"/>
                  <a:gd name="connsiteX58-51149" fmla="*/ 2035 w 2254"/>
                  <a:gd name="connsiteY58-51150" fmla="*/ 1450 h 4213"/>
                  <a:gd name="connsiteX59-51151" fmla="*/ 1945 w 2254"/>
                  <a:gd name="connsiteY59-51152" fmla="*/ 1582 h 4213"/>
                  <a:gd name="connsiteX60-51153" fmla="*/ 1832 w 2254"/>
                  <a:gd name="connsiteY60-51154" fmla="*/ 1776 h 4213"/>
                  <a:gd name="connsiteX61-51155" fmla="*/ 1713 w 2254"/>
                  <a:gd name="connsiteY61-51156" fmla="*/ 1904 h 4213"/>
                  <a:gd name="connsiteX62-51157" fmla="*/ 1706 w 2254"/>
                  <a:gd name="connsiteY62-51158" fmla="*/ 2018 h 4213"/>
                  <a:gd name="connsiteX63-51159" fmla="*/ 1766 w 2254"/>
                  <a:gd name="connsiteY63-51160" fmla="*/ 2115 h 4213"/>
                  <a:gd name="connsiteX64-51161" fmla="*/ 1868 w 2254"/>
                  <a:gd name="connsiteY64-51162" fmla="*/ 2183 h 4213"/>
                  <a:gd name="connsiteX65-51163" fmla="*/ 1945 w 2254"/>
                  <a:gd name="connsiteY65-51164" fmla="*/ 2178 h 4213"/>
                  <a:gd name="connsiteX66-51165" fmla="*/ 1990 w 2254"/>
                  <a:gd name="connsiteY66-51166" fmla="*/ 2104 h 4213"/>
                  <a:gd name="connsiteX67-51167" fmla="*/ 2024 w 2254"/>
                  <a:gd name="connsiteY67-51168" fmla="*/ 2210 h 4213"/>
                  <a:gd name="connsiteX68-51169" fmla="*/ 1912 w 2254"/>
                  <a:gd name="connsiteY68-51170" fmla="*/ 2249 h 4213"/>
                  <a:gd name="connsiteX69-51171" fmla="*/ 1959 w 2254"/>
                  <a:gd name="connsiteY69-51172" fmla="*/ 2362 h 4213"/>
                  <a:gd name="connsiteX70-51173" fmla="*/ 1824 w 2254"/>
                  <a:gd name="connsiteY70-51174" fmla="*/ 2509 h 4213"/>
                  <a:gd name="connsiteX71-51175" fmla="*/ 1783 w 2254"/>
                  <a:gd name="connsiteY71-51176" fmla="*/ 2498 h 4213"/>
                  <a:gd name="connsiteX72-51177" fmla="*/ 1659 w 2254"/>
                  <a:gd name="connsiteY72-51178" fmla="*/ 2413 h 4213"/>
                  <a:gd name="connsiteX73-51179" fmla="*/ 1604 w 2254"/>
                  <a:gd name="connsiteY73-51180" fmla="*/ 2412 h 4213"/>
                  <a:gd name="connsiteX74-51181" fmla="*/ 1569 w 2254"/>
                  <a:gd name="connsiteY74-51182" fmla="*/ 2480 h 4213"/>
                  <a:gd name="connsiteX75-51183" fmla="*/ 1572 w 2254"/>
                  <a:gd name="connsiteY75-51184" fmla="*/ 2562 h 4213"/>
                  <a:gd name="connsiteX76-51185" fmla="*/ 1750 w 2254"/>
                  <a:gd name="connsiteY76-51186" fmla="*/ 2730 h 4213"/>
                  <a:gd name="connsiteX77-51187" fmla="*/ 1749 w 2254"/>
                  <a:gd name="connsiteY77-51188" fmla="*/ 2844 h 4213"/>
                  <a:gd name="connsiteX78-51189" fmla="*/ 1840 w 2254"/>
                  <a:gd name="connsiteY78-51190" fmla="*/ 3060 h 4213"/>
                  <a:gd name="connsiteX79-51191" fmla="*/ 1866 w 2254"/>
                  <a:gd name="connsiteY79-51192" fmla="*/ 3090 h 4213"/>
                  <a:gd name="connsiteX80-51193" fmla="*/ 1910 w 2254"/>
                  <a:gd name="connsiteY80-51194" fmla="*/ 3094 h 4213"/>
                  <a:gd name="connsiteX81-51195" fmla="*/ 1956 w 2254"/>
                  <a:gd name="connsiteY81-51196" fmla="*/ 3010 h 4213"/>
                  <a:gd name="connsiteX82-51197" fmla="*/ 2036 w 2254"/>
                  <a:gd name="connsiteY82-51198" fmla="*/ 2950 h 4213"/>
                  <a:gd name="connsiteX83-51199" fmla="*/ 2131 w 2254"/>
                  <a:gd name="connsiteY83-51200" fmla="*/ 3126 h 4213"/>
                  <a:gd name="connsiteX84-51201" fmla="*/ 2241 w 2254"/>
                  <a:gd name="connsiteY84-51202" fmla="*/ 3312 h 4213"/>
                  <a:gd name="connsiteX85-51203" fmla="*/ 2254 w 2254"/>
                  <a:gd name="connsiteY85-51204" fmla="*/ 3342 h 4213"/>
                  <a:gd name="connsiteX86-51205" fmla="*/ 2243 w 2254"/>
                  <a:gd name="connsiteY86-51206" fmla="*/ 3518 h 4213"/>
                  <a:gd name="connsiteX87-51207" fmla="*/ 2208 w 2254"/>
                  <a:gd name="connsiteY87-51208" fmla="*/ 3554 h 4213"/>
                  <a:gd name="connsiteX88-51209" fmla="*/ 2119 w 2254"/>
                  <a:gd name="connsiteY88-51210" fmla="*/ 3515 h 4213"/>
                  <a:gd name="connsiteX89-51211" fmla="*/ 1885 w 2254"/>
                  <a:gd name="connsiteY89-51212" fmla="*/ 3644 h 4213"/>
                  <a:gd name="connsiteX90-51213" fmla="*/ 1859 w 2254"/>
                  <a:gd name="connsiteY90-51214" fmla="*/ 3666 h 4213"/>
                  <a:gd name="connsiteX91-51215" fmla="*/ 1679 w 2254"/>
                  <a:gd name="connsiteY91-51216" fmla="*/ 3812 h 4213"/>
                  <a:gd name="connsiteX92-51217" fmla="*/ 1538 w 2254"/>
                  <a:gd name="connsiteY92-51218" fmla="*/ 3926 h 4213"/>
                  <a:gd name="connsiteX93-51219" fmla="*/ 1503 w 2254"/>
                  <a:gd name="connsiteY93-51220" fmla="*/ 3965 h 4213"/>
                  <a:gd name="connsiteX94-51221" fmla="*/ 1451 w 2254"/>
                  <a:gd name="connsiteY94-51222" fmla="*/ 3973 h 4213"/>
                  <a:gd name="connsiteX95-51223" fmla="*/ 1394 w 2254"/>
                  <a:gd name="connsiteY95-51224" fmla="*/ 3916 h 4213"/>
                  <a:gd name="connsiteX96-51225" fmla="*/ 1270 w 2254"/>
                  <a:gd name="connsiteY96-51226" fmla="*/ 3808 h 4213"/>
                  <a:gd name="connsiteX97-51227" fmla="*/ 1294 w 2254"/>
                  <a:gd name="connsiteY97-51228" fmla="*/ 4064 h 4213"/>
                  <a:gd name="connsiteX98-51229" fmla="*/ 1303 w 2254"/>
                  <a:gd name="connsiteY98-51230" fmla="*/ 4192 h 4213"/>
                  <a:gd name="connsiteX99-51231" fmla="*/ 1041 w 2254"/>
                  <a:gd name="connsiteY99-51232" fmla="*/ 4166 h 4213"/>
                  <a:gd name="connsiteX100-51233" fmla="*/ 959 w 2254"/>
                  <a:gd name="connsiteY100-51234" fmla="*/ 3987 h 4213"/>
                  <a:gd name="connsiteX101-51235" fmla="*/ 877 w 2254"/>
                  <a:gd name="connsiteY101-51236" fmla="*/ 3802 h 4213"/>
                  <a:gd name="connsiteX102-51237" fmla="*/ 798 w 2254"/>
                  <a:gd name="connsiteY102-51238" fmla="*/ 3734 h 4213"/>
                  <a:gd name="connsiteX0-51239" fmla="*/ 798 w 2254"/>
                  <a:gd name="connsiteY0-51240" fmla="*/ 3734 h 4213"/>
                  <a:gd name="connsiteX1-51241" fmla="*/ 679 w 2254"/>
                  <a:gd name="connsiteY1-51242" fmla="*/ 3800 h 4213"/>
                  <a:gd name="connsiteX2-51243" fmla="*/ 695 w 2254"/>
                  <a:gd name="connsiteY2-51244" fmla="*/ 3662 h 4213"/>
                  <a:gd name="connsiteX3-51245" fmla="*/ 633 w 2254"/>
                  <a:gd name="connsiteY3-51246" fmla="*/ 3500 h 4213"/>
                  <a:gd name="connsiteX4-51247" fmla="*/ 742 w 2254"/>
                  <a:gd name="connsiteY4-51248" fmla="*/ 3280 h 4213"/>
                  <a:gd name="connsiteX5-51249" fmla="*/ 932 w 2254"/>
                  <a:gd name="connsiteY5-51250" fmla="*/ 3195 h 4213"/>
                  <a:gd name="connsiteX6-51251" fmla="*/ 1107 w 2254"/>
                  <a:gd name="connsiteY6-51252" fmla="*/ 3058 h 4213"/>
                  <a:gd name="connsiteX7-51253" fmla="*/ 1159 w 2254"/>
                  <a:gd name="connsiteY7-51254" fmla="*/ 2932 h 4213"/>
                  <a:gd name="connsiteX8-51255" fmla="*/ 1215 w 2254"/>
                  <a:gd name="connsiteY8-51256" fmla="*/ 2615 h 4213"/>
                  <a:gd name="connsiteX9-51257" fmla="*/ 1184 w 2254"/>
                  <a:gd name="connsiteY9-51258" fmla="*/ 2346 h 4213"/>
                  <a:gd name="connsiteX10-51259" fmla="*/ 1068 w 2254"/>
                  <a:gd name="connsiteY10-51260" fmla="*/ 2333 h 4213"/>
                  <a:gd name="connsiteX11-51261" fmla="*/ 1066 w 2254"/>
                  <a:gd name="connsiteY11-51262" fmla="*/ 2117 h 4213"/>
                  <a:gd name="connsiteX12-51263" fmla="*/ 990 w 2254"/>
                  <a:gd name="connsiteY12-51264" fmla="*/ 2039 h 4213"/>
                  <a:gd name="connsiteX13-51265" fmla="*/ 847 w 2254"/>
                  <a:gd name="connsiteY13-51266" fmla="*/ 1951 h 4213"/>
                  <a:gd name="connsiteX14-51267" fmla="*/ 755 w 2254"/>
                  <a:gd name="connsiteY14-51268" fmla="*/ 1827 h 4213"/>
                  <a:gd name="connsiteX15-51269" fmla="*/ 659 w 2254"/>
                  <a:gd name="connsiteY15-51270" fmla="*/ 1828 h 4213"/>
                  <a:gd name="connsiteX16-51271" fmla="*/ 614 w 2254"/>
                  <a:gd name="connsiteY16-51272" fmla="*/ 1883 h 4213"/>
                  <a:gd name="connsiteX17-51273" fmla="*/ 521 w 2254"/>
                  <a:gd name="connsiteY17-51274" fmla="*/ 1877 h 4213"/>
                  <a:gd name="connsiteX18-51275" fmla="*/ 501 w 2254"/>
                  <a:gd name="connsiteY18-51276" fmla="*/ 1994 h 4213"/>
                  <a:gd name="connsiteX19-51277" fmla="*/ 320 w 2254"/>
                  <a:gd name="connsiteY19-51278" fmla="*/ 1941 h 4213"/>
                  <a:gd name="connsiteX20-51279" fmla="*/ 237 w 2254"/>
                  <a:gd name="connsiteY20-51280" fmla="*/ 1939 h 4213"/>
                  <a:gd name="connsiteX21-51281" fmla="*/ 112 w 2254"/>
                  <a:gd name="connsiteY21-51282" fmla="*/ 2014 h 4213"/>
                  <a:gd name="connsiteX22-51283" fmla="*/ 0 w 2254"/>
                  <a:gd name="connsiteY22-51284" fmla="*/ 1890 h 4213"/>
                  <a:gd name="connsiteX23-51285" fmla="*/ 94 w 2254"/>
                  <a:gd name="connsiteY23-51286" fmla="*/ 1804 h 4213"/>
                  <a:gd name="connsiteX24-51287" fmla="*/ 98 w 2254"/>
                  <a:gd name="connsiteY24-51288" fmla="*/ 1634 h 4213"/>
                  <a:gd name="connsiteX25-51289" fmla="*/ 153 w 2254"/>
                  <a:gd name="connsiteY25-51290" fmla="*/ 1514 h 4213"/>
                  <a:gd name="connsiteX26-51291" fmla="*/ 196 w 2254"/>
                  <a:gd name="connsiteY26-51292" fmla="*/ 1306 h 4213"/>
                  <a:gd name="connsiteX27-51293" fmla="*/ 256 w 2254"/>
                  <a:gd name="connsiteY27-51294" fmla="*/ 1307 h 4213"/>
                  <a:gd name="connsiteX28-51295" fmla="*/ 579 w 2254"/>
                  <a:gd name="connsiteY28-51296" fmla="*/ 1286 h 4213"/>
                  <a:gd name="connsiteX29-51297" fmla="*/ 753 w 2254"/>
                  <a:gd name="connsiteY29-51298" fmla="*/ 1117 h 4213"/>
                  <a:gd name="connsiteX30-51299" fmla="*/ 822 w 2254"/>
                  <a:gd name="connsiteY30-51300" fmla="*/ 748 h 4213"/>
                  <a:gd name="connsiteX31-51301" fmla="*/ 932 w 2254"/>
                  <a:gd name="connsiteY31-51302" fmla="*/ 486 h 4213"/>
                  <a:gd name="connsiteX32-51303" fmla="*/ 930 w 2254"/>
                  <a:gd name="connsiteY32-51304" fmla="*/ 358 h 4213"/>
                  <a:gd name="connsiteX33-51305" fmla="*/ 917 w 2254"/>
                  <a:gd name="connsiteY33-51306" fmla="*/ 328 h 4213"/>
                  <a:gd name="connsiteX34-51307" fmla="*/ 850 w 2254"/>
                  <a:gd name="connsiteY34-51308" fmla="*/ 251 h 4213"/>
                  <a:gd name="connsiteX35-51309" fmla="*/ 790 w 2254"/>
                  <a:gd name="connsiteY35-51310" fmla="*/ 217 h 4213"/>
                  <a:gd name="connsiteX36-51311" fmla="*/ 915 w 2254"/>
                  <a:gd name="connsiteY36-51312" fmla="*/ 56 h 4213"/>
                  <a:gd name="connsiteX37-51313" fmla="*/ 1088 w 2254"/>
                  <a:gd name="connsiteY37-51314" fmla="*/ 2 h 4213"/>
                  <a:gd name="connsiteX38-51315" fmla="*/ 1120 w 2254"/>
                  <a:gd name="connsiteY38-51316" fmla="*/ 49 h 4213"/>
                  <a:gd name="connsiteX39-51317" fmla="*/ 1110 w 2254"/>
                  <a:gd name="connsiteY39-51318" fmla="*/ 133 h 4213"/>
                  <a:gd name="connsiteX40-51319" fmla="*/ 1049 w 2254"/>
                  <a:gd name="connsiteY40-51320" fmla="*/ 243 h 4213"/>
                  <a:gd name="connsiteX41-51321" fmla="*/ 1119 w 2254"/>
                  <a:gd name="connsiteY41-51322" fmla="*/ 301 h 4213"/>
                  <a:gd name="connsiteX42-51323" fmla="*/ 1233 w 2254"/>
                  <a:gd name="connsiteY42-51324" fmla="*/ 366 h 4213"/>
                  <a:gd name="connsiteX43-51325" fmla="*/ 1253 w 2254"/>
                  <a:gd name="connsiteY43-51326" fmla="*/ 255 h 4213"/>
                  <a:gd name="connsiteX44-51327" fmla="*/ 1387 w 2254"/>
                  <a:gd name="connsiteY44-51328" fmla="*/ 291 h 4213"/>
                  <a:gd name="connsiteX45-51329" fmla="*/ 1412 w 2254"/>
                  <a:gd name="connsiteY45-51330" fmla="*/ 331 h 4213"/>
                  <a:gd name="connsiteX46-51331" fmla="*/ 1488 w 2254"/>
                  <a:gd name="connsiteY46-51332" fmla="*/ 562 h 4213"/>
                  <a:gd name="connsiteX47-51333" fmla="*/ 1523 w 2254"/>
                  <a:gd name="connsiteY47-51334" fmla="*/ 586 h 4213"/>
                  <a:gd name="connsiteX48-51335" fmla="*/ 1615 w 2254"/>
                  <a:gd name="connsiteY48-51336" fmla="*/ 578 h 4213"/>
                  <a:gd name="connsiteX49-51337" fmla="*/ 1875 w 2254"/>
                  <a:gd name="connsiteY49-51338" fmla="*/ 490 h 4213"/>
                  <a:gd name="connsiteX50-51339" fmla="*/ 2095 w 2254"/>
                  <a:gd name="connsiteY50-51340" fmla="*/ 479 h 4213"/>
                  <a:gd name="connsiteX51-51341" fmla="*/ 2155 w 2254"/>
                  <a:gd name="connsiteY51-51342" fmla="*/ 648 h 4213"/>
                  <a:gd name="connsiteX52-51343" fmla="*/ 2073 w 2254"/>
                  <a:gd name="connsiteY52-51344" fmla="*/ 944 h 4213"/>
                  <a:gd name="connsiteX53-51345" fmla="*/ 2073 w 2254"/>
                  <a:gd name="connsiteY53-51346" fmla="*/ 1022 h 4213"/>
                  <a:gd name="connsiteX54-51347" fmla="*/ 2142 w 2254"/>
                  <a:gd name="connsiteY54-51348" fmla="*/ 1168 h 4213"/>
                  <a:gd name="connsiteX55-51349" fmla="*/ 2157 w 2254"/>
                  <a:gd name="connsiteY55-51350" fmla="*/ 1427 h 4213"/>
                  <a:gd name="connsiteX56-51351" fmla="*/ 2159 w 2254"/>
                  <a:gd name="connsiteY56-51352" fmla="*/ 1617 h 4213"/>
                  <a:gd name="connsiteX57-51353" fmla="*/ 2092 w 2254"/>
                  <a:gd name="connsiteY57-51354" fmla="*/ 1625 h 4213"/>
                  <a:gd name="connsiteX58-51355" fmla="*/ 2070 w 2254"/>
                  <a:gd name="connsiteY58-51356" fmla="*/ 1507 h 4213"/>
                  <a:gd name="connsiteX59-51357" fmla="*/ 2035 w 2254"/>
                  <a:gd name="connsiteY59-51358" fmla="*/ 1450 h 4213"/>
                  <a:gd name="connsiteX60-51359" fmla="*/ 1945 w 2254"/>
                  <a:gd name="connsiteY60-51360" fmla="*/ 1582 h 4213"/>
                  <a:gd name="connsiteX61-51361" fmla="*/ 1832 w 2254"/>
                  <a:gd name="connsiteY61-51362" fmla="*/ 1776 h 4213"/>
                  <a:gd name="connsiteX62-51363" fmla="*/ 1713 w 2254"/>
                  <a:gd name="connsiteY62-51364" fmla="*/ 1904 h 4213"/>
                  <a:gd name="connsiteX63-51365" fmla="*/ 1706 w 2254"/>
                  <a:gd name="connsiteY63-51366" fmla="*/ 2018 h 4213"/>
                  <a:gd name="connsiteX64-51367" fmla="*/ 1766 w 2254"/>
                  <a:gd name="connsiteY64-51368" fmla="*/ 2115 h 4213"/>
                  <a:gd name="connsiteX65-51369" fmla="*/ 1868 w 2254"/>
                  <a:gd name="connsiteY65-51370" fmla="*/ 2183 h 4213"/>
                  <a:gd name="connsiteX66-51371" fmla="*/ 1945 w 2254"/>
                  <a:gd name="connsiteY66-51372" fmla="*/ 2178 h 4213"/>
                  <a:gd name="connsiteX67-51373" fmla="*/ 1990 w 2254"/>
                  <a:gd name="connsiteY67-51374" fmla="*/ 2104 h 4213"/>
                  <a:gd name="connsiteX68-51375" fmla="*/ 2024 w 2254"/>
                  <a:gd name="connsiteY68-51376" fmla="*/ 2210 h 4213"/>
                  <a:gd name="connsiteX69-51377" fmla="*/ 1912 w 2254"/>
                  <a:gd name="connsiteY69-51378" fmla="*/ 2249 h 4213"/>
                  <a:gd name="connsiteX70-51379" fmla="*/ 1959 w 2254"/>
                  <a:gd name="connsiteY70-51380" fmla="*/ 2362 h 4213"/>
                  <a:gd name="connsiteX71-51381" fmla="*/ 1824 w 2254"/>
                  <a:gd name="connsiteY71-51382" fmla="*/ 2509 h 4213"/>
                  <a:gd name="connsiteX72-51383" fmla="*/ 1783 w 2254"/>
                  <a:gd name="connsiteY72-51384" fmla="*/ 2498 h 4213"/>
                  <a:gd name="connsiteX73-51385" fmla="*/ 1659 w 2254"/>
                  <a:gd name="connsiteY73-51386" fmla="*/ 2413 h 4213"/>
                  <a:gd name="connsiteX74-51387" fmla="*/ 1604 w 2254"/>
                  <a:gd name="connsiteY74-51388" fmla="*/ 2412 h 4213"/>
                  <a:gd name="connsiteX75-51389" fmla="*/ 1569 w 2254"/>
                  <a:gd name="connsiteY75-51390" fmla="*/ 2480 h 4213"/>
                  <a:gd name="connsiteX76-51391" fmla="*/ 1572 w 2254"/>
                  <a:gd name="connsiteY76-51392" fmla="*/ 2562 h 4213"/>
                  <a:gd name="connsiteX77-51393" fmla="*/ 1750 w 2254"/>
                  <a:gd name="connsiteY77-51394" fmla="*/ 2730 h 4213"/>
                  <a:gd name="connsiteX78-51395" fmla="*/ 1749 w 2254"/>
                  <a:gd name="connsiteY78-51396" fmla="*/ 2844 h 4213"/>
                  <a:gd name="connsiteX79-51397" fmla="*/ 1840 w 2254"/>
                  <a:gd name="connsiteY79-51398" fmla="*/ 3060 h 4213"/>
                  <a:gd name="connsiteX80-51399" fmla="*/ 1866 w 2254"/>
                  <a:gd name="connsiteY80-51400" fmla="*/ 3090 h 4213"/>
                  <a:gd name="connsiteX81-51401" fmla="*/ 1910 w 2254"/>
                  <a:gd name="connsiteY81-51402" fmla="*/ 3094 h 4213"/>
                  <a:gd name="connsiteX82-51403" fmla="*/ 1956 w 2254"/>
                  <a:gd name="connsiteY82-51404" fmla="*/ 3010 h 4213"/>
                  <a:gd name="connsiteX83-51405" fmla="*/ 2036 w 2254"/>
                  <a:gd name="connsiteY83-51406" fmla="*/ 2950 h 4213"/>
                  <a:gd name="connsiteX84-51407" fmla="*/ 2131 w 2254"/>
                  <a:gd name="connsiteY84-51408" fmla="*/ 3126 h 4213"/>
                  <a:gd name="connsiteX85-51409" fmla="*/ 2241 w 2254"/>
                  <a:gd name="connsiteY85-51410" fmla="*/ 3312 h 4213"/>
                  <a:gd name="connsiteX86-51411" fmla="*/ 2254 w 2254"/>
                  <a:gd name="connsiteY86-51412" fmla="*/ 3342 h 4213"/>
                  <a:gd name="connsiteX87-51413" fmla="*/ 2243 w 2254"/>
                  <a:gd name="connsiteY87-51414" fmla="*/ 3518 h 4213"/>
                  <a:gd name="connsiteX88-51415" fmla="*/ 2208 w 2254"/>
                  <a:gd name="connsiteY88-51416" fmla="*/ 3554 h 4213"/>
                  <a:gd name="connsiteX89-51417" fmla="*/ 2119 w 2254"/>
                  <a:gd name="connsiteY89-51418" fmla="*/ 3515 h 4213"/>
                  <a:gd name="connsiteX90-51419" fmla="*/ 1885 w 2254"/>
                  <a:gd name="connsiteY90-51420" fmla="*/ 3644 h 4213"/>
                  <a:gd name="connsiteX91-51421" fmla="*/ 1859 w 2254"/>
                  <a:gd name="connsiteY91-51422" fmla="*/ 3666 h 4213"/>
                  <a:gd name="connsiteX92-51423" fmla="*/ 1679 w 2254"/>
                  <a:gd name="connsiteY92-51424" fmla="*/ 3812 h 4213"/>
                  <a:gd name="connsiteX93-51425" fmla="*/ 1538 w 2254"/>
                  <a:gd name="connsiteY93-51426" fmla="*/ 3926 h 4213"/>
                  <a:gd name="connsiteX94-51427" fmla="*/ 1503 w 2254"/>
                  <a:gd name="connsiteY94-51428" fmla="*/ 3965 h 4213"/>
                  <a:gd name="connsiteX95-51429" fmla="*/ 1451 w 2254"/>
                  <a:gd name="connsiteY95-51430" fmla="*/ 3973 h 4213"/>
                  <a:gd name="connsiteX96-51431" fmla="*/ 1394 w 2254"/>
                  <a:gd name="connsiteY96-51432" fmla="*/ 3916 h 4213"/>
                  <a:gd name="connsiteX97-51433" fmla="*/ 1270 w 2254"/>
                  <a:gd name="connsiteY97-51434" fmla="*/ 3808 h 4213"/>
                  <a:gd name="connsiteX98-51435" fmla="*/ 1294 w 2254"/>
                  <a:gd name="connsiteY98-51436" fmla="*/ 4064 h 4213"/>
                  <a:gd name="connsiteX99-51437" fmla="*/ 1303 w 2254"/>
                  <a:gd name="connsiteY99-51438" fmla="*/ 4192 h 4213"/>
                  <a:gd name="connsiteX100-51439" fmla="*/ 1041 w 2254"/>
                  <a:gd name="connsiteY100-51440" fmla="*/ 4166 h 4213"/>
                  <a:gd name="connsiteX101-51441" fmla="*/ 959 w 2254"/>
                  <a:gd name="connsiteY101-51442" fmla="*/ 3987 h 4213"/>
                  <a:gd name="connsiteX102-51443" fmla="*/ 877 w 2254"/>
                  <a:gd name="connsiteY102-51444" fmla="*/ 3802 h 4213"/>
                  <a:gd name="connsiteX103-51445" fmla="*/ 798 w 2254"/>
                  <a:gd name="connsiteY103-51446" fmla="*/ 3734 h 4213"/>
                  <a:gd name="connsiteX0-51447" fmla="*/ 798 w 2254"/>
                  <a:gd name="connsiteY0-51448" fmla="*/ 3734 h 4213"/>
                  <a:gd name="connsiteX1-51449" fmla="*/ 679 w 2254"/>
                  <a:gd name="connsiteY1-51450" fmla="*/ 3800 h 4213"/>
                  <a:gd name="connsiteX2-51451" fmla="*/ 695 w 2254"/>
                  <a:gd name="connsiteY2-51452" fmla="*/ 3662 h 4213"/>
                  <a:gd name="connsiteX3-51453" fmla="*/ 633 w 2254"/>
                  <a:gd name="connsiteY3-51454" fmla="*/ 3500 h 4213"/>
                  <a:gd name="connsiteX4-51455" fmla="*/ 742 w 2254"/>
                  <a:gd name="connsiteY4-51456" fmla="*/ 3280 h 4213"/>
                  <a:gd name="connsiteX5-51457" fmla="*/ 932 w 2254"/>
                  <a:gd name="connsiteY5-51458" fmla="*/ 3195 h 4213"/>
                  <a:gd name="connsiteX6-51459" fmla="*/ 1107 w 2254"/>
                  <a:gd name="connsiteY6-51460" fmla="*/ 3058 h 4213"/>
                  <a:gd name="connsiteX7-51461" fmla="*/ 1159 w 2254"/>
                  <a:gd name="connsiteY7-51462" fmla="*/ 2932 h 4213"/>
                  <a:gd name="connsiteX8-51463" fmla="*/ 1169 w 2254"/>
                  <a:gd name="connsiteY8-51464" fmla="*/ 2932 h 4213"/>
                  <a:gd name="connsiteX9-51465" fmla="*/ 1215 w 2254"/>
                  <a:gd name="connsiteY9-51466" fmla="*/ 2615 h 4213"/>
                  <a:gd name="connsiteX10-51467" fmla="*/ 1184 w 2254"/>
                  <a:gd name="connsiteY10-51468" fmla="*/ 2346 h 4213"/>
                  <a:gd name="connsiteX11-51469" fmla="*/ 1068 w 2254"/>
                  <a:gd name="connsiteY11-51470" fmla="*/ 2333 h 4213"/>
                  <a:gd name="connsiteX12-51471" fmla="*/ 1066 w 2254"/>
                  <a:gd name="connsiteY12-51472" fmla="*/ 2117 h 4213"/>
                  <a:gd name="connsiteX13-51473" fmla="*/ 990 w 2254"/>
                  <a:gd name="connsiteY13-51474" fmla="*/ 2039 h 4213"/>
                  <a:gd name="connsiteX14-51475" fmla="*/ 847 w 2254"/>
                  <a:gd name="connsiteY14-51476" fmla="*/ 1951 h 4213"/>
                  <a:gd name="connsiteX15-51477" fmla="*/ 755 w 2254"/>
                  <a:gd name="connsiteY15-51478" fmla="*/ 1827 h 4213"/>
                  <a:gd name="connsiteX16-51479" fmla="*/ 659 w 2254"/>
                  <a:gd name="connsiteY16-51480" fmla="*/ 1828 h 4213"/>
                  <a:gd name="connsiteX17-51481" fmla="*/ 614 w 2254"/>
                  <a:gd name="connsiteY17-51482" fmla="*/ 1883 h 4213"/>
                  <a:gd name="connsiteX18-51483" fmla="*/ 521 w 2254"/>
                  <a:gd name="connsiteY18-51484" fmla="*/ 1877 h 4213"/>
                  <a:gd name="connsiteX19-51485" fmla="*/ 501 w 2254"/>
                  <a:gd name="connsiteY19-51486" fmla="*/ 1994 h 4213"/>
                  <a:gd name="connsiteX20-51487" fmla="*/ 320 w 2254"/>
                  <a:gd name="connsiteY20-51488" fmla="*/ 1941 h 4213"/>
                  <a:gd name="connsiteX21-51489" fmla="*/ 237 w 2254"/>
                  <a:gd name="connsiteY21-51490" fmla="*/ 1939 h 4213"/>
                  <a:gd name="connsiteX22-51491" fmla="*/ 112 w 2254"/>
                  <a:gd name="connsiteY22-51492" fmla="*/ 2014 h 4213"/>
                  <a:gd name="connsiteX23-51493" fmla="*/ 0 w 2254"/>
                  <a:gd name="connsiteY23-51494" fmla="*/ 1890 h 4213"/>
                  <a:gd name="connsiteX24-51495" fmla="*/ 94 w 2254"/>
                  <a:gd name="connsiteY24-51496" fmla="*/ 1804 h 4213"/>
                  <a:gd name="connsiteX25-51497" fmla="*/ 98 w 2254"/>
                  <a:gd name="connsiteY25-51498" fmla="*/ 1634 h 4213"/>
                  <a:gd name="connsiteX26-51499" fmla="*/ 153 w 2254"/>
                  <a:gd name="connsiteY26-51500" fmla="*/ 1514 h 4213"/>
                  <a:gd name="connsiteX27-51501" fmla="*/ 196 w 2254"/>
                  <a:gd name="connsiteY27-51502" fmla="*/ 1306 h 4213"/>
                  <a:gd name="connsiteX28-51503" fmla="*/ 256 w 2254"/>
                  <a:gd name="connsiteY28-51504" fmla="*/ 1307 h 4213"/>
                  <a:gd name="connsiteX29-51505" fmla="*/ 579 w 2254"/>
                  <a:gd name="connsiteY29-51506" fmla="*/ 1286 h 4213"/>
                  <a:gd name="connsiteX30-51507" fmla="*/ 753 w 2254"/>
                  <a:gd name="connsiteY30-51508" fmla="*/ 1117 h 4213"/>
                  <a:gd name="connsiteX31-51509" fmla="*/ 822 w 2254"/>
                  <a:gd name="connsiteY31-51510" fmla="*/ 748 h 4213"/>
                  <a:gd name="connsiteX32-51511" fmla="*/ 932 w 2254"/>
                  <a:gd name="connsiteY32-51512" fmla="*/ 486 h 4213"/>
                  <a:gd name="connsiteX33-51513" fmla="*/ 930 w 2254"/>
                  <a:gd name="connsiteY33-51514" fmla="*/ 358 h 4213"/>
                  <a:gd name="connsiteX34-51515" fmla="*/ 917 w 2254"/>
                  <a:gd name="connsiteY34-51516" fmla="*/ 328 h 4213"/>
                  <a:gd name="connsiteX35-51517" fmla="*/ 850 w 2254"/>
                  <a:gd name="connsiteY35-51518" fmla="*/ 251 h 4213"/>
                  <a:gd name="connsiteX36-51519" fmla="*/ 790 w 2254"/>
                  <a:gd name="connsiteY36-51520" fmla="*/ 217 h 4213"/>
                  <a:gd name="connsiteX37-51521" fmla="*/ 915 w 2254"/>
                  <a:gd name="connsiteY37-51522" fmla="*/ 56 h 4213"/>
                  <a:gd name="connsiteX38-51523" fmla="*/ 1088 w 2254"/>
                  <a:gd name="connsiteY38-51524" fmla="*/ 2 h 4213"/>
                  <a:gd name="connsiteX39-51525" fmla="*/ 1120 w 2254"/>
                  <a:gd name="connsiteY39-51526" fmla="*/ 49 h 4213"/>
                  <a:gd name="connsiteX40-51527" fmla="*/ 1110 w 2254"/>
                  <a:gd name="connsiteY40-51528" fmla="*/ 133 h 4213"/>
                  <a:gd name="connsiteX41-51529" fmla="*/ 1049 w 2254"/>
                  <a:gd name="connsiteY41-51530" fmla="*/ 243 h 4213"/>
                  <a:gd name="connsiteX42-51531" fmla="*/ 1119 w 2254"/>
                  <a:gd name="connsiteY42-51532" fmla="*/ 301 h 4213"/>
                  <a:gd name="connsiteX43-51533" fmla="*/ 1233 w 2254"/>
                  <a:gd name="connsiteY43-51534" fmla="*/ 366 h 4213"/>
                  <a:gd name="connsiteX44-51535" fmla="*/ 1253 w 2254"/>
                  <a:gd name="connsiteY44-51536" fmla="*/ 255 h 4213"/>
                  <a:gd name="connsiteX45-51537" fmla="*/ 1387 w 2254"/>
                  <a:gd name="connsiteY45-51538" fmla="*/ 291 h 4213"/>
                  <a:gd name="connsiteX46-51539" fmla="*/ 1412 w 2254"/>
                  <a:gd name="connsiteY46-51540" fmla="*/ 331 h 4213"/>
                  <a:gd name="connsiteX47-51541" fmla="*/ 1488 w 2254"/>
                  <a:gd name="connsiteY47-51542" fmla="*/ 562 h 4213"/>
                  <a:gd name="connsiteX48-51543" fmla="*/ 1523 w 2254"/>
                  <a:gd name="connsiteY48-51544" fmla="*/ 586 h 4213"/>
                  <a:gd name="connsiteX49-51545" fmla="*/ 1615 w 2254"/>
                  <a:gd name="connsiteY49-51546" fmla="*/ 578 h 4213"/>
                  <a:gd name="connsiteX50-51547" fmla="*/ 1875 w 2254"/>
                  <a:gd name="connsiteY50-51548" fmla="*/ 490 h 4213"/>
                  <a:gd name="connsiteX51-51549" fmla="*/ 2095 w 2254"/>
                  <a:gd name="connsiteY51-51550" fmla="*/ 479 h 4213"/>
                  <a:gd name="connsiteX52-51551" fmla="*/ 2155 w 2254"/>
                  <a:gd name="connsiteY52-51552" fmla="*/ 648 h 4213"/>
                  <a:gd name="connsiteX53-51553" fmla="*/ 2073 w 2254"/>
                  <a:gd name="connsiteY53-51554" fmla="*/ 944 h 4213"/>
                  <a:gd name="connsiteX54-51555" fmla="*/ 2073 w 2254"/>
                  <a:gd name="connsiteY54-51556" fmla="*/ 1022 h 4213"/>
                  <a:gd name="connsiteX55-51557" fmla="*/ 2142 w 2254"/>
                  <a:gd name="connsiteY55-51558" fmla="*/ 1168 h 4213"/>
                  <a:gd name="connsiteX56-51559" fmla="*/ 2157 w 2254"/>
                  <a:gd name="connsiteY56-51560" fmla="*/ 1427 h 4213"/>
                  <a:gd name="connsiteX57-51561" fmla="*/ 2159 w 2254"/>
                  <a:gd name="connsiteY57-51562" fmla="*/ 1617 h 4213"/>
                  <a:gd name="connsiteX58-51563" fmla="*/ 2092 w 2254"/>
                  <a:gd name="connsiteY58-51564" fmla="*/ 1625 h 4213"/>
                  <a:gd name="connsiteX59-51565" fmla="*/ 2070 w 2254"/>
                  <a:gd name="connsiteY59-51566" fmla="*/ 1507 h 4213"/>
                  <a:gd name="connsiteX60-51567" fmla="*/ 2035 w 2254"/>
                  <a:gd name="connsiteY60-51568" fmla="*/ 1450 h 4213"/>
                  <a:gd name="connsiteX61-51569" fmla="*/ 1945 w 2254"/>
                  <a:gd name="connsiteY61-51570" fmla="*/ 1582 h 4213"/>
                  <a:gd name="connsiteX62-51571" fmla="*/ 1832 w 2254"/>
                  <a:gd name="connsiteY62-51572" fmla="*/ 1776 h 4213"/>
                  <a:gd name="connsiteX63-51573" fmla="*/ 1713 w 2254"/>
                  <a:gd name="connsiteY63-51574" fmla="*/ 1904 h 4213"/>
                  <a:gd name="connsiteX64-51575" fmla="*/ 1706 w 2254"/>
                  <a:gd name="connsiteY64-51576" fmla="*/ 2018 h 4213"/>
                  <a:gd name="connsiteX65-51577" fmla="*/ 1766 w 2254"/>
                  <a:gd name="connsiteY65-51578" fmla="*/ 2115 h 4213"/>
                  <a:gd name="connsiteX66-51579" fmla="*/ 1868 w 2254"/>
                  <a:gd name="connsiteY66-51580" fmla="*/ 2183 h 4213"/>
                  <a:gd name="connsiteX67-51581" fmla="*/ 1945 w 2254"/>
                  <a:gd name="connsiteY67-51582" fmla="*/ 2178 h 4213"/>
                  <a:gd name="connsiteX68-51583" fmla="*/ 1990 w 2254"/>
                  <a:gd name="connsiteY68-51584" fmla="*/ 2104 h 4213"/>
                  <a:gd name="connsiteX69-51585" fmla="*/ 2024 w 2254"/>
                  <a:gd name="connsiteY69-51586" fmla="*/ 2210 h 4213"/>
                  <a:gd name="connsiteX70-51587" fmla="*/ 1912 w 2254"/>
                  <a:gd name="connsiteY70-51588" fmla="*/ 2249 h 4213"/>
                  <a:gd name="connsiteX71-51589" fmla="*/ 1959 w 2254"/>
                  <a:gd name="connsiteY71-51590" fmla="*/ 2362 h 4213"/>
                  <a:gd name="connsiteX72-51591" fmla="*/ 1824 w 2254"/>
                  <a:gd name="connsiteY72-51592" fmla="*/ 2509 h 4213"/>
                  <a:gd name="connsiteX73-51593" fmla="*/ 1783 w 2254"/>
                  <a:gd name="connsiteY73-51594" fmla="*/ 2498 h 4213"/>
                  <a:gd name="connsiteX74-51595" fmla="*/ 1659 w 2254"/>
                  <a:gd name="connsiteY74-51596" fmla="*/ 2413 h 4213"/>
                  <a:gd name="connsiteX75-51597" fmla="*/ 1604 w 2254"/>
                  <a:gd name="connsiteY75-51598" fmla="*/ 2412 h 4213"/>
                  <a:gd name="connsiteX76-51599" fmla="*/ 1569 w 2254"/>
                  <a:gd name="connsiteY76-51600" fmla="*/ 2480 h 4213"/>
                  <a:gd name="connsiteX77-51601" fmla="*/ 1572 w 2254"/>
                  <a:gd name="connsiteY77-51602" fmla="*/ 2562 h 4213"/>
                  <a:gd name="connsiteX78-51603" fmla="*/ 1750 w 2254"/>
                  <a:gd name="connsiteY78-51604" fmla="*/ 2730 h 4213"/>
                  <a:gd name="connsiteX79-51605" fmla="*/ 1749 w 2254"/>
                  <a:gd name="connsiteY79-51606" fmla="*/ 2844 h 4213"/>
                  <a:gd name="connsiteX80-51607" fmla="*/ 1840 w 2254"/>
                  <a:gd name="connsiteY80-51608" fmla="*/ 3060 h 4213"/>
                  <a:gd name="connsiteX81-51609" fmla="*/ 1866 w 2254"/>
                  <a:gd name="connsiteY81-51610" fmla="*/ 3090 h 4213"/>
                  <a:gd name="connsiteX82-51611" fmla="*/ 1910 w 2254"/>
                  <a:gd name="connsiteY82-51612" fmla="*/ 3094 h 4213"/>
                  <a:gd name="connsiteX83-51613" fmla="*/ 1956 w 2254"/>
                  <a:gd name="connsiteY83-51614" fmla="*/ 3010 h 4213"/>
                  <a:gd name="connsiteX84-51615" fmla="*/ 2036 w 2254"/>
                  <a:gd name="connsiteY84-51616" fmla="*/ 2950 h 4213"/>
                  <a:gd name="connsiteX85-51617" fmla="*/ 2131 w 2254"/>
                  <a:gd name="connsiteY85-51618" fmla="*/ 3126 h 4213"/>
                  <a:gd name="connsiteX86-51619" fmla="*/ 2241 w 2254"/>
                  <a:gd name="connsiteY86-51620" fmla="*/ 3312 h 4213"/>
                  <a:gd name="connsiteX87-51621" fmla="*/ 2254 w 2254"/>
                  <a:gd name="connsiteY87-51622" fmla="*/ 3342 h 4213"/>
                  <a:gd name="connsiteX88-51623" fmla="*/ 2243 w 2254"/>
                  <a:gd name="connsiteY88-51624" fmla="*/ 3518 h 4213"/>
                  <a:gd name="connsiteX89-51625" fmla="*/ 2208 w 2254"/>
                  <a:gd name="connsiteY89-51626" fmla="*/ 3554 h 4213"/>
                  <a:gd name="connsiteX90-51627" fmla="*/ 2119 w 2254"/>
                  <a:gd name="connsiteY90-51628" fmla="*/ 3515 h 4213"/>
                  <a:gd name="connsiteX91-51629" fmla="*/ 1885 w 2254"/>
                  <a:gd name="connsiteY91-51630" fmla="*/ 3644 h 4213"/>
                  <a:gd name="connsiteX92-51631" fmla="*/ 1859 w 2254"/>
                  <a:gd name="connsiteY92-51632" fmla="*/ 3666 h 4213"/>
                  <a:gd name="connsiteX93-51633" fmla="*/ 1679 w 2254"/>
                  <a:gd name="connsiteY93-51634" fmla="*/ 3812 h 4213"/>
                  <a:gd name="connsiteX94-51635" fmla="*/ 1538 w 2254"/>
                  <a:gd name="connsiteY94-51636" fmla="*/ 3926 h 4213"/>
                  <a:gd name="connsiteX95-51637" fmla="*/ 1503 w 2254"/>
                  <a:gd name="connsiteY95-51638" fmla="*/ 3965 h 4213"/>
                  <a:gd name="connsiteX96-51639" fmla="*/ 1451 w 2254"/>
                  <a:gd name="connsiteY96-51640" fmla="*/ 3973 h 4213"/>
                  <a:gd name="connsiteX97-51641" fmla="*/ 1394 w 2254"/>
                  <a:gd name="connsiteY97-51642" fmla="*/ 3916 h 4213"/>
                  <a:gd name="connsiteX98-51643" fmla="*/ 1270 w 2254"/>
                  <a:gd name="connsiteY98-51644" fmla="*/ 3808 h 4213"/>
                  <a:gd name="connsiteX99-51645" fmla="*/ 1294 w 2254"/>
                  <a:gd name="connsiteY99-51646" fmla="*/ 4064 h 4213"/>
                  <a:gd name="connsiteX100-51647" fmla="*/ 1303 w 2254"/>
                  <a:gd name="connsiteY100-51648" fmla="*/ 4192 h 4213"/>
                  <a:gd name="connsiteX101-51649" fmla="*/ 1041 w 2254"/>
                  <a:gd name="connsiteY101-51650" fmla="*/ 4166 h 4213"/>
                  <a:gd name="connsiteX102-51651" fmla="*/ 959 w 2254"/>
                  <a:gd name="connsiteY102-51652" fmla="*/ 3987 h 4213"/>
                  <a:gd name="connsiteX103-51653" fmla="*/ 877 w 2254"/>
                  <a:gd name="connsiteY103-51654" fmla="*/ 3802 h 4213"/>
                  <a:gd name="connsiteX104-51655" fmla="*/ 798 w 2254"/>
                  <a:gd name="connsiteY104-51656" fmla="*/ 3734 h 4213"/>
                  <a:gd name="connsiteX0-51657" fmla="*/ 798 w 2254"/>
                  <a:gd name="connsiteY0-51658" fmla="*/ 3734 h 4213"/>
                  <a:gd name="connsiteX1-51659" fmla="*/ 679 w 2254"/>
                  <a:gd name="connsiteY1-51660" fmla="*/ 3800 h 4213"/>
                  <a:gd name="connsiteX2-51661" fmla="*/ 695 w 2254"/>
                  <a:gd name="connsiteY2-51662" fmla="*/ 3662 h 4213"/>
                  <a:gd name="connsiteX3-51663" fmla="*/ 633 w 2254"/>
                  <a:gd name="connsiteY3-51664" fmla="*/ 3500 h 4213"/>
                  <a:gd name="connsiteX4-51665" fmla="*/ 742 w 2254"/>
                  <a:gd name="connsiteY4-51666" fmla="*/ 3280 h 4213"/>
                  <a:gd name="connsiteX5-51667" fmla="*/ 932 w 2254"/>
                  <a:gd name="connsiteY5-51668" fmla="*/ 3195 h 4213"/>
                  <a:gd name="connsiteX6-51669" fmla="*/ 1107 w 2254"/>
                  <a:gd name="connsiteY6-51670" fmla="*/ 3058 h 4213"/>
                  <a:gd name="connsiteX7-51671" fmla="*/ 1159 w 2254"/>
                  <a:gd name="connsiteY7-51672" fmla="*/ 2932 h 4213"/>
                  <a:gd name="connsiteX8-51673" fmla="*/ 1169 w 2254"/>
                  <a:gd name="connsiteY8-51674" fmla="*/ 2932 h 4213"/>
                  <a:gd name="connsiteX9-51675" fmla="*/ 1215 w 2254"/>
                  <a:gd name="connsiteY9-51676" fmla="*/ 2615 h 4213"/>
                  <a:gd name="connsiteX10-51677" fmla="*/ 1184 w 2254"/>
                  <a:gd name="connsiteY10-51678" fmla="*/ 2346 h 4213"/>
                  <a:gd name="connsiteX11-51679" fmla="*/ 1068 w 2254"/>
                  <a:gd name="connsiteY11-51680" fmla="*/ 2333 h 4213"/>
                  <a:gd name="connsiteX12-51681" fmla="*/ 1066 w 2254"/>
                  <a:gd name="connsiteY12-51682" fmla="*/ 2117 h 4213"/>
                  <a:gd name="connsiteX13-51683" fmla="*/ 990 w 2254"/>
                  <a:gd name="connsiteY13-51684" fmla="*/ 2039 h 4213"/>
                  <a:gd name="connsiteX14-51685" fmla="*/ 847 w 2254"/>
                  <a:gd name="connsiteY14-51686" fmla="*/ 1951 h 4213"/>
                  <a:gd name="connsiteX15-51687" fmla="*/ 755 w 2254"/>
                  <a:gd name="connsiteY15-51688" fmla="*/ 1827 h 4213"/>
                  <a:gd name="connsiteX16-51689" fmla="*/ 659 w 2254"/>
                  <a:gd name="connsiteY16-51690" fmla="*/ 1828 h 4213"/>
                  <a:gd name="connsiteX17-51691" fmla="*/ 614 w 2254"/>
                  <a:gd name="connsiteY17-51692" fmla="*/ 1883 h 4213"/>
                  <a:gd name="connsiteX18-51693" fmla="*/ 521 w 2254"/>
                  <a:gd name="connsiteY18-51694" fmla="*/ 1877 h 4213"/>
                  <a:gd name="connsiteX19-51695" fmla="*/ 501 w 2254"/>
                  <a:gd name="connsiteY19-51696" fmla="*/ 1994 h 4213"/>
                  <a:gd name="connsiteX20-51697" fmla="*/ 320 w 2254"/>
                  <a:gd name="connsiteY20-51698" fmla="*/ 1941 h 4213"/>
                  <a:gd name="connsiteX21-51699" fmla="*/ 237 w 2254"/>
                  <a:gd name="connsiteY21-51700" fmla="*/ 1939 h 4213"/>
                  <a:gd name="connsiteX22-51701" fmla="*/ 112 w 2254"/>
                  <a:gd name="connsiteY22-51702" fmla="*/ 2014 h 4213"/>
                  <a:gd name="connsiteX23-51703" fmla="*/ 0 w 2254"/>
                  <a:gd name="connsiteY23-51704" fmla="*/ 1890 h 4213"/>
                  <a:gd name="connsiteX24-51705" fmla="*/ 94 w 2254"/>
                  <a:gd name="connsiteY24-51706" fmla="*/ 1804 h 4213"/>
                  <a:gd name="connsiteX25-51707" fmla="*/ 98 w 2254"/>
                  <a:gd name="connsiteY25-51708" fmla="*/ 1634 h 4213"/>
                  <a:gd name="connsiteX26-51709" fmla="*/ 153 w 2254"/>
                  <a:gd name="connsiteY26-51710" fmla="*/ 1514 h 4213"/>
                  <a:gd name="connsiteX27-51711" fmla="*/ 196 w 2254"/>
                  <a:gd name="connsiteY27-51712" fmla="*/ 1306 h 4213"/>
                  <a:gd name="connsiteX28-51713" fmla="*/ 256 w 2254"/>
                  <a:gd name="connsiteY28-51714" fmla="*/ 1307 h 4213"/>
                  <a:gd name="connsiteX29-51715" fmla="*/ 579 w 2254"/>
                  <a:gd name="connsiteY29-51716" fmla="*/ 1286 h 4213"/>
                  <a:gd name="connsiteX30-51717" fmla="*/ 753 w 2254"/>
                  <a:gd name="connsiteY30-51718" fmla="*/ 1117 h 4213"/>
                  <a:gd name="connsiteX31-51719" fmla="*/ 822 w 2254"/>
                  <a:gd name="connsiteY31-51720" fmla="*/ 748 h 4213"/>
                  <a:gd name="connsiteX32-51721" fmla="*/ 932 w 2254"/>
                  <a:gd name="connsiteY32-51722" fmla="*/ 486 h 4213"/>
                  <a:gd name="connsiteX33-51723" fmla="*/ 930 w 2254"/>
                  <a:gd name="connsiteY33-51724" fmla="*/ 358 h 4213"/>
                  <a:gd name="connsiteX34-51725" fmla="*/ 917 w 2254"/>
                  <a:gd name="connsiteY34-51726" fmla="*/ 328 h 4213"/>
                  <a:gd name="connsiteX35-51727" fmla="*/ 850 w 2254"/>
                  <a:gd name="connsiteY35-51728" fmla="*/ 251 h 4213"/>
                  <a:gd name="connsiteX36-51729" fmla="*/ 790 w 2254"/>
                  <a:gd name="connsiteY36-51730" fmla="*/ 217 h 4213"/>
                  <a:gd name="connsiteX37-51731" fmla="*/ 915 w 2254"/>
                  <a:gd name="connsiteY37-51732" fmla="*/ 56 h 4213"/>
                  <a:gd name="connsiteX38-51733" fmla="*/ 1088 w 2254"/>
                  <a:gd name="connsiteY38-51734" fmla="*/ 2 h 4213"/>
                  <a:gd name="connsiteX39-51735" fmla="*/ 1120 w 2254"/>
                  <a:gd name="connsiteY39-51736" fmla="*/ 49 h 4213"/>
                  <a:gd name="connsiteX40-51737" fmla="*/ 1110 w 2254"/>
                  <a:gd name="connsiteY40-51738" fmla="*/ 133 h 4213"/>
                  <a:gd name="connsiteX41-51739" fmla="*/ 1049 w 2254"/>
                  <a:gd name="connsiteY41-51740" fmla="*/ 243 h 4213"/>
                  <a:gd name="connsiteX42-51741" fmla="*/ 1119 w 2254"/>
                  <a:gd name="connsiteY42-51742" fmla="*/ 301 h 4213"/>
                  <a:gd name="connsiteX43-51743" fmla="*/ 1233 w 2254"/>
                  <a:gd name="connsiteY43-51744" fmla="*/ 366 h 4213"/>
                  <a:gd name="connsiteX44-51745" fmla="*/ 1253 w 2254"/>
                  <a:gd name="connsiteY44-51746" fmla="*/ 255 h 4213"/>
                  <a:gd name="connsiteX45-51747" fmla="*/ 1387 w 2254"/>
                  <a:gd name="connsiteY45-51748" fmla="*/ 291 h 4213"/>
                  <a:gd name="connsiteX46-51749" fmla="*/ 1412 w 2254"/>
                  <a:gd name="connsiteY46-51750" fmla="*/ 331 h 4213"/>
                  <a:gd name="connsiteX47-51751" fmla="*/ 1488 w 2254"/>
                  <a:gd name="connsiteY47-51752" fmla="*/ 562 h 4213"/>
                  <a:gd name="connsiteX48-51753" fmla="*/ 1523 w 2254"/>
                  <a:gd name="connsiteY48-51754" fmla="*/ 586 h 4213"/>
                  <a:gd name="connsiteX49-51755" fmla="*/ 1615 w 2254"/>
                  <a:gd name="connsiteY49-51756" fmla="*/ 578 h 4213"/>
                  <a:gd name="connsiteX50-51757" fmla="*/ 1875 w 2254"/>
                  <a:gd name="connsiteY50-51758" fmla="*/ 490 h 4213"/>
                  <a:gd name="connsiteX51-51759" fmla="*/ 2095 w 2254"/>
                  <a:gd name="connsiteY51-51760" fmla="*/ 479 h 4213"/>
                  <a:gd name="connsiteX52-51761" fmla="*/ 2155 w 2254"/>
                  <a:gd name="connsiteY52-51762" fmla="*/ 648 h 4213"/>
                  <a:gd name="connsiteX53-51763" fmla="*/ 2073 w 2254"/>
                  <a:gd name="connsiteY53-51764" fmla="*/ 944 h 4213"/>
                  <a:gd name="connsiteX54-51765" fmla="*/ 2073 w 2254"/>
                  <a:gd name="connsiteY54-51766" fmla="*/ 1022 h 4213"/>
                  <a:gd name="connsiteX55-51767" fmla="*/ 2142 w 2254"/>
                  <a:gd name="connsiteY55-51768" fmla="*/ 1168 h 4213"/>
                  <a:gd name="connsiteX56-51769" fmla="*/ 2157 w 2254"/>
                  <a:gd name="connsiteY56-51770" fmla="*/ 1427 h 4213"/>
                  <a:gd name="connsiteX57-51771" fmla="*/ 2159 w 2254"/>
                  <a:gd name="connsiteY57-51772" fmla="*/ 1617 h 4213"/>
                  <a:gd name="connsiteX58-51773" fmla="*/ 2092 w 2254"/>
                  <a:gd name="connsiteY58-51774" fmla="*/ 1625 h 4213"/>
                  <a:gd name="connsiteX59-51775" fmla="*/ 2070 w 2254"/>
                  <a:gd name="connsiteY59-51776" fmla="*/ 1507 h 4213"/>
                  <a:gd name="connsiteX60-51777" fmla="*/ 2035 w 2254"/>
                  <a:gd name="connsiteY60-51778" fmla="*/ 1450 h 4213"/>
                  <a:gd name="connsiteX61-51779" fmla="*/ 1945 w 2254"/>
                  <a:gd name="connsiteY61-51780" fmla="*/ 1582 h 4213"/>
                  <a:gd name="connsiteX62-51781" fmla="*/ 1832 w 2254"/>
                  <a:gd name="connsiteY62-51782" fmla="*/ 1776 h 4213"/>
                  <a:gd name="connsiteX63-51783" fmla="*/ 1713 w 2254"/>
                  <a:gd name="connsiteY63-51784" fmla="*/ 1904 h 4213"/>
                  <a:gd name="connsiteX64-51785" fmla="*/ 1706 w 2254"/>
                  <a:gd name="connsiteY64-51786" fmla="*/ 2018 h 4213"/>
                  <a:gd name="connsiteX65-51787" fmla="*/ 1766 w 2254"/>
                  <a:gd name="connsiteY65-51788" fmla="*/ 2115 h 4213"/>
                  <a:gd name="connsiteX66-51789" fmla="*/ 1868 w 2254"/>
                  <a:gd name="connsiteY66-51790" fmla="*/ 2183 h 4213"/>
                  <a:gd name="connsiteX67-51791" fmla="*/ 1945 w 2254"/>
                  <a:gd name="connsiteY67-51792" fmla="*/ 2178 h 4213"/>
                  <a:gd name="connsiteX68-51793" fmla="*/ 1990 w 2254"/>
                  <a:gd name="connsiteY68-51794" fmla="*/ 2104 h 4213"/>
                  <a:gd name="connsiteX69-51795" fmla="*/ 2024 w 2254"/>
                  <a:gd name="connsiteY69-51796" fmla="*/ 2210 h 4213"/>
                  <a:gd name="connsiteX70-51797" fmla="*/ 1912 w 2254"/>
                  <a:gd name="connsiteY70-51798" fmla="*/ 2249 h 4213"/>
                  <a:gd name="connsiteX71-51799" fmla="*/ 1959 w 2254"/>
                  <a:gd name="connsiteY71-51800" fmla="*/ 2362 h 4213"/>
                  <a:gd name="connsiteX72-51801" fmla="*/ 1824 w 2254"/>
                  <a:gd name="connsiteY72-51802" fmla="*/ 2509 h 4213"/>
                  <a:gd name="connsiteX73-51803" fmla="*/ 1783 w 2254"/>
                  <a:gd name="connsiteY73-51804" fmla="*/ 2498 h 4213"/>
                  <a:gd name="connsiteX74-51805" fmla="*/ 1659 w 2254"/>
                  <a:gd name="connsiteY74-51806" fmla="*/ 2413 h 4213"/>
                  <a:gd name="connsiteX75-51807" fmla="*/ 1604 w 2254"/>
                  <a:gd name="connsiteY75-51808" fmla="*/ 2412 h 4213"/>
                  <a:gd name="connsiteX76-51809" fmla="*/ 1569 w 2254"/>
                  <a:gd name="connsiteY76-51810" fmla="*/ 2480 h 4213"/>
                  <a:gd name="connsiteX77-51811" fmla="*/ 1572 w 2254"/>
                  <a:gd name="connsiteY77-51812" fmla="*/ 2562 h 4213"/>
                  <a:gd name="connsiteX78-51813" fmla="*/ 1750 w 2254"/>
                  <a:gd name="connsiteY78-51814" fmla="*/ 2730 h 4213"/>
                  <a:gd name="connsiteX79-51815" fmla="*/ 1749 w 2254"/>
                  <a:gd name="connsiteY79-51816" fmla="*/ 2844 h 4213"/>
                  <a:gd name="connsiteX80-51817" fmla="*/ 1840 w 2254"/>
                  <a:gd name="connsiteY80-51818" fmla="*/ 3060 h 4213"/>
                  <a:gd name="connsiteX81-51819" fmla="*/ 1866 w 2254"/>
                  <a:gd name="connsiteY81-51820" fmla="*/ 3090 h 4213"/>
                  <a:gd name="connsiteX82-51821" fmla="*/ 1910 w 2254"/>
                  <a:gd name="connsiteY82-51822" fmla="*/ 3094 h 4213"/>
                  <a:gd name="connsiteX83-51823" fmla="*/ 1956 w 2254"/>
                  <a:gd name="connsiteY83-51824" fmla="*/ 3010 h 4213"/>
                  <a:gd name="connsiteX84-51825" fmla="*/ 2036 w 2254"/>
                  <a:gd name="connsiteY84-51826" fmla="*/ 2950 h 4213"/>
                  <a:gd name="connsiteX85-51827" fmla="*/ 2131 w 2254"/>
                  <a:gd name="connsiteY85-51828" fmla="*/ 3126 h 4213"/>
                  <a:gd name="connsiteX86-51829" fmla="*/ 2241 w 2254"/>
                  <a:gd name="connsiteY86-51830" fmla="*/ 3312 h 4213"/>
                  <a:gd name="connsiteX87-51831" fmla="*/ 2254 w 2254"/>
                  <a:gd name="connsiteY87-51832" fmla="*/ 3342 h 4213"/>
                  <a:gd name="connsiteX88-51833" fmla="*/ 2243 w 2254"/>
                  <a:gd name="connsiteY88-51834" fmla="*/ 3518 h 4213"/>
                  <a:gd name="connsiteX89-51835" fmla="*/ 2208 w 2254"/>
                  <a:gd name="connsiteY89-51836" fmla="*/ 3554 h 4213"/>
                  <a:gd name="connsiteX90-51837" fmla="*/ 2119 w 2254"/>
                  <a:gd name="connsiteY90-51838" fmla="*/ 3515 h 4213"/>
                  <a:gd name="connsiteX91-51839" fmla="*/ 1885 w 2254"/>
                  <a:gd name="connsiteY91-51840" fmla="*/ 3644 h 4213"/>
                  <a:gd name="connsiteX92-51841" fmla="*/ 1859 w 2254"/>
                  <a:gd name="connsiteY92-51842" fmla="*/ 3666 h 4213"/>
                  <a:gd name="connsiteX93-51843" fmla="*/ 1679 w 2254"/>
                  <a:gd name="connsiteY93-51844" fmla="*/ 3812 h 4213"/>
                  <a:gd name="connsiteX94-51845" fmla="*/ 1538 w 2254"/>
                  <a:gd name="connsiteY94-51846" fmla="*/ 3926 h 4213"/>
                  <a:gd name="connsiteX95-51847" fmla="*/ 1503 w 2254"/>
                  <a:gd name="connsiteY95-51848" fmla="*/ 3965 h 4213"/>
                  <a:gd name="connsiteX96-51849" fmla="*/ 1451 w 2254"/>
                  <a:gd name="connsiteY96-51850" fmla="*/ 3973 h 4213"/>
                  <a:gd name="connsiteX97-51851" fmla="*/ 1394 w 2254"/>
                  <a:gd name="connsiteY97-51852" fmla="*/ 3916 h 4213"/>
                  <a:gd name="connsiteX98-51853" fmla="*/ 1270 w 2254"/>
                  <a:gd name="connsiteY98-51854" fmla="*/ 3808 h 4213"/>
                  <a:gd name="connsiteX99-51855" fmla="*/ 1294 w 2254"/>
                  <a:gd name="connsiteY99-51856" fmla="*/ 4064 h 4213"/>
                  <a:gd name="connsiteX100-51857" fmla="*/ 1303 w 2254"/>
                  <a:gd name="connsiteY100-51858" fmla="*/ 4192 h 4213"/>
                  <a:gd name="connsiteX101-51859" fmla="*/ 1041 w 2254"/>
                  <a:gd name="connsiteY101-51860" fmla="*/ 4166 h 4213"/>
                  <a:gd name="connsiteX102-51861" fmla="*/ 959 w 2254"/>
                  <a:gd name="connsiteY102-51862" fmla="*/ 3987 h 4213"/>
                  <a:gd name="connsiteX103-51863" fmla="*/ 877 w 2254"/>
                  <a:gd name="connsiteY103-51864" fmla="*/ 3802 h 4213"/>
                  <a:gd name="connsiteX104-51865" fmla="*/ 798 w 2254"/>
                  <a:gd name="connsiteY104-51866" fmla="*/ 3734 h 4213"/>
                  <a:gd name="connsiteX0-51867" fmla="*/ 798 w 2254"/>
                  <a:gd name="connsiteY0-51868" fmla="*/ 3734 h 4213"/>
                  <a:gd name="connsiteX1-51869" fmla="*/ 679 w 2254"/>
                  <a:gd name="connsiteY1-51870" fmla="*/ 3800 h 4213"/>
                  <a:gd name="connsiteX2-51871" fmla="*/ 695 w 2254"/>
                  <a:gd name="connsiteY2-51872" fmla="*/ 3662 h 4213"/>
                  <a:gd name="connsiteX3-51873" fmla="*/ 633 w 2254"/>
                  <a:gd name="connsiteY3-51874" fmla="*/ 3500 h 4213"/>
                  <a:gd name="connsiteX4-51875" fmla="*/ 742 w 2254"/>
                  <a:gd name="connsiteY4-51876" fmla="*/ 3280 h 4213"/>
                  <a:gd name="connsiteX5-51877" fmla="*/ 932 w 2254"/>
                  <a:gd name="connsiteY5-51878" fmla="*/ 3195 h 4213"/>
                  <a:gd name="connsiteX6-51879" fmla="*/ 1107 w 2254"/>
                  <a:gd name="connsiteY6-51880" fmla="*/ 3058 h 4213"/>
                  <a:gd name="connsiteX7-51881" fmla="*/ 1159 w 2254"/>
                  <a:gd name="connsiteY7-51882" fmla="*/ 2932 h 4213"/>
                  <a:gd name="connsiteX8-51883" fmla="*/ 1169 w 2254"/>
                  <a:gd name="connsiteY8-51884" fmla="*/ 2932 h 4213"/>
                  <a:gd name="connsiteX9-51885" fmla="*/ 1215 w 2254"/>
                  <a:gd name="connsiteY9-51886" fmla="*/ 2615 h 4213"/>
                  <a:gd name="connsiteX10-51887" fmla="*/ 1184 w 2254"/>
                  <a:gd name="connsiteY10-51888" fmla="*/ 2346 h 4213"/>
                  <a:gd name="connsiteX11-51889" fmla="*/ 1068 w 2254"/>
                  <a:gd name="connsiteY11-51890" fmla="*/ 2333 h 4213"/>
                  <a:gd name="connsiteX12-51891" fmla="*/ 1066 w 2254"/>
                  <a:gd name="connsiteY12-51892" fmla="*/ 2117 h 4213"/>
                  <a:gd name="connsiteX13-51893" fmla="*/ 990 w 2254"/>
                  <a:gd name="connsiteY13-51894" fmla="*/ 2039 h 4213"/>
                  <a:gd name="connsiteX14-51895" fmla="*/ 847 w 2254"/>
                  <a:gd name="connsiteY14-51896" fmla="*/ 1951 h 4213"/>
                  <a:gd name="connsiteX15-51897" fmla="*/ 755 w 2254"/>
                  <a:gd name="connsiteY15-51898" fmla="*/ 1827 h 4213"/>
                  <a:gd name="connsiteX16-51899" fmla="*/ 659 w 2254"/>
                  <a:gd name="connsiteY16-51900" fmla="*/ 1828 h 4213"/>
                  <a:gd name="connsiteX17-51901" fmla="*/ 614 w 2254"/>
                  <a:gd name="connsiteY17-51902" fmla="*/ 1883 h 4213"/>
                  <a:gd name="connsiteX18-51903" fmla="*/ 521 w 2254"/>
                  <a:gd name="connsiteY18-51904" fmla="*/ 1877 h 4213"/>
                  <a:gd name="connsiteX19-51905" fmla="*/ 501 w 2254"/>
                  <a:gd name="connsiteY19-51906" fmla="*/ 1994 h 4213"/>
                  <a:gd name="connsiteX20-51907" fmla="*/ 320 w 2254"/>
                  <a:gd name="connsiteY20-51908" fmla="*/ 1941 h 4213"/>
                  <a:gd name="connsiteX21-51909" fmla="*/ 237 w 2254"/>
                  <a:gd name="connsiteY21-51910" fmla="*/ 1939 h 4213"/>
                  <a:gd name="connsiteX22-51911" fmla="*/ 112 w 2254"/>
                  <a:gd name="connsiteY22-51912" fmla="*/ 2014 h 4213"/>
                  <a:gd name="connsiteX23-51913" fmla="*/ 0 w 2254"/>
                  <a:gd name="connsiteY23-51914" fmla="*/ 1890 h 4213"/>
                  <a:gd name="connsiteX24-51915" fmla="*/ 94 w 2254"/>
                  <a:gd name="connsiteY24-51916" fmla="*/ 1804 h 4213"/>
                  <a:gd name="connsiteX25-51917" fmla="*/ 98 w 2254"/>
                  <a:gd name="connsiteY25-51918" fmla="*/ 1634 h 4213"/>
                  <a:gd name="connsiteX26-51919" fmla="*/ 153 w 2254"/>
                  <a:gd name="connsiteY26-51920" fmla="*/ 1514 h 4213"/>
                  <a:gd name="connsiteX27-51921" fmla="*/ 196 w 2254"/>
                  <a:gd name="connsiteY27-51922" fmla="*/ 1306 h 4213"/>
                  <a:gd name="connsiteX28-51923" fmla="*/ 256 w 2254"/>
                  <a:gd name="connsiteY28-51924" fmla="*/ 1307 h 4213"/>
                  <a:gd name="connsiteX29-51925" fmla="*/ 579 w 2254"/>
                  <a:gd name="connsiteY29-51926" fmla="*/ 1286 h 4213"/>
                  <a:gd name="connsiteX30-51927" fmla="*/ 753 w 2254"/>
                  <a:gd name="connsiteY30-51928" fmla="*/ 1117 h 4213"/>
                  <a:gd name="connsiteX31-51929" fmla="*/ 822 w 2254"/>
                  <a:gd name="connsiteY31-51930" fmla="*/ 748 h 4213"/>
                  <a:gd name="connsiteX32-51931" fmla="*/ 932 w 2254"/>
                  <a:gd name="connsiteY32-51932" fmla="*/ 486 h 4213"/>
                  <a:gd name="connsiteX33-51933" fmla="*/ 930 w 2254"/>
                  <a:gd name="connsiteY33-51934" fmla="*/ 358 h 4213"/>
                  <a:gd name="connsiteX34-51935" fmla="*/ 917 w 2254"/>
                  <a:gd name="connsiteY34-51936" fmla="*/ 328 h 4213"/>
                  <a:gd name="connsiteX35-51937" fmla="*/ 850 w 2254"/>
                  <a:gd name="connsiteY35-51938" fmla="*/ 251 h 4213"/>
                  <a:gd name="connsiteX36-51939" fmla="*/ 790 w 2254"/>
                  <a:gd name="connsiteY36-51940" fmla="*/ 217 h 4213"/>
                  <a:gd name="connsiteX37-51941" fmla="*/ 915 w 2254"/>
                  <a:gd name="connsiteY37-51942" fmla="*/ 56 h 4213"/>
                  <a:gd name="connsiteX38-51943" fmla="*/ 1088 w 2254"/>
                  <a:gd name="connsiteY38-51944" fmla="*/ 2 h 4213"/>
                  <a:gd name="connsiteX39-51945" fmla="*/ 1120 w 2254"/>
                  <a:gd name="connsiteY39-51946" fmla="*/ 49 h 4213"/>
                  <a:gd name="connsiteX40-51947" fmla="*/ 1110 w 2254"/>
                  <a:gd name="connsiteY40-51948" fmla="*/ 133 h 4213"/>
                  <a:gd name="connsiteX41-51949" fmla="*/ 1049 w 2254"/>
                  <a:gd name="connsiteY41-51950" fmla="*/ 243 h 4213"/>
                  <a:gd name="connsiteX42-51951" fmla="*/ 1119 w 2254"/>
                  <a:gd name="connsiteY42-51952" fmla="*/ 301 h 4213"/>
                  <a:gd name="connsiteX43-51953" fmla="*/ 1233 w 2254"/>
                  <a:gd name="connsiteY43-51954" fmla="*/ 366 h 4213"/>
                  <a:gd name="connsiteX44-51955" fmla="*/ 1253 w 2254"/>
                  <a:gd name="connsiteY44-51956" fmla="*/ 255 h 4213"/>
                  <a:gd name="connsiteX45-51957" fmla="*/ 1387 w 2254"/>
                  <a:gd name="connsiteY45-51958" fmla="*/ 291 h 4213"/>
                  <a:gd name="connsiteX46-51959" fmla="*/ 1412 w 2254"/>
                  <a:gd name="connsiteY46-51960" fmla="*/ 331 h 4213"/>
                  <a:gd name="connsiteX47-51961" fmla="*/ 1488 w 2254"/>
                  <a:gd name="connsiteY47-51962" fmla="*/ 562 h 4213"/>
                  <a:gd name="connsiteX48-51963" fmla="*/ 1523 w 2254"/>
                  <a:gd name="connsiteY48-51964" fmla="*/ 586 h 4213"/>
                  <a:gd name="connsiteX49-51965" fmla="*/ 1615 w 2254"/>
                  <a:gd name="connsiteY49-51966" fmla="*/ 578 h 4213"/>
                  <a:gd name="connsiteX50-51967" fmla="*/ 1875 w 2254"/>
                  <a:gd name="connsiteY50-51968" fmla="*/ 490 h 4213"/>
                  <a:gd name="connsiteX51-51969" fmla="*/ 2095 w 2254"/>
                  <a:gd name="connsiteY51-51970" fmla="*/ 479 h 4213"/>
                  <a:gd name="connsiteX52-51971" fmla="*/ 2155 w 2254"/>
                  <a:gd name="connsiteY52-51972" fmla="*/ 648 h 4213"/>
                  <a:gd name="connsiteX53-51973" fmla="*/ 2073 w 2254"/>
                  <a:gd name="connsiteY53-51974" fmla="*/ 944 h 4213"/>
                  <a:gd name="connsiteX54-51975" fmla="*/ 2073 w 2254"/>
                  <a:gd name="connsiteY54-51976" fmla="*/ 1022 h 4213"/>
                  <a:gd name="connsiteX55-51977" fmla="*/ 2142 w 2254"/>
                  <a:gd name="connsiteY55-51978" fmla="*/ 1168 h 4213"/>
                  <a:gd name="connsiteX56-51979" fmla="*/ 2157 w 2254"/>
                  <a:gd name="connsiteY56-51980" fmla="*/ 1427 h 4213"/>
                  <a:gd name="connsiteX57-51981" fmla="*/ 2159 w 2254"/>
                  <a:gd name="connsiteY57-51982" fmla="*/ 1617 h 4213"/>
                  <a:gd name="connsiteX58-51983" fmla="*/ 2092 w 2254"/>
                  <a:gd name="connsiteY58-51984" fmla="*/ 1625 h 4213"/>
                  <a:gd name="connsiteX59-51985" fmla="*/ 2070 w 2254"/>
                  <a:gd name="connsiteY59-51986" fmla="*/ 1507 h 4213"/>
                  <a:gd name="connsiteX60-51987" fmla="*/ 2035 w 2254"/>
                  <a:gd name="connsiteY60-51988" fmla="*/ 1450 h 4213"/>
                  <a:gd name="connsiteX61-51989" fmla="*/ 1945 w 2254"/>
                  <a:gd name="connsiteY61-51990" fmla="*/ 1582 h 4213"/>
                  <a:gd name="connsiteX62-51991" fmla="*/ 1832 w 2254"/>
                  <a:gd name="connsiteY62-51992" fmla="*/ 1776 h 4213"/>
                  <a:gd name="connsiteX63-51993" fmla="*/ 1713 w 2254"/>
                  <a:gd name="connsiteY63-51994" fmla="*/ 1904 h 4213"/>
                  <a:gd name="connsiteX64-51995" fmla="*/ 1706 w 2254"/>
                  <a:gd name="connsiteY64-51996" fmla="*/ 2018 h 4213"/>
                  <a:gd name="connsiteX65-51997" fmla="*/ 1766 w 2254"/>
                  <a:gd name="connsiteY65-51998" fmla="*/ 2115 h 4213"/>
                  <a:gd name="connsiteX66-51999" fmla="*/ 1868 w 2254"/>
                  <a:gd name="connsiteY66-52000" fmla="*/ 2183 h 4213"/>
                  <a:gd name="connsiteX67-52001" fmla="*/ 1945 w 2254"/>
                  <a:gd name="connsiteY67-52002" fmla="*/ 2178 h 4213"/>
                  <a:gd name="connsiteX68-52003" fmla="*/ 1990 w 2254"/>
                  <a:gd name="connsiteY68-52004" fmla="*/ 2104 h 4213"/>
                  <a:gd name="connsiteX69-52005" fmla="*/ 2024 w 2254"/>
                  <a:gd name="connsiteY69-52006" fmla="*/ 2210 h 4213"/>
                  <a:gd name="connsiteX70-52007" fmla="*/ 1912 w 2254"/>
                  <a:gd name="connsiteY70-52008" fmla="*/ 2249 h 4213"/>
                  <a:gd name="connsiteX71-52009" fmla="*/ 1959 w 2254"/>
                  <a:gd name="connsiteY71-52010" fmla="*/ 2362 h 4213"/>
                  <a:gd name="connsiteX72-52011" fmla="*/ 1824 w 2254"/>
                  <a:gd name="connsiteY72-52012" fmla="*/ 2509 h 4213"/>
                  <a:gd name="connsiteX73-52013" fmla="*/ 1783 w 2254"/>
                  <a:gd name="connsiteY73-52014" fmla="*/ 2498 h 4213"/>
                  <a:gd name="connsiteX74-52015" fmla="*/ 1659 w 2254"/>
                  <a:gd name="connsiteY74-52016" fmla="*/ 2413 h 4213"/>
                  <a:gd name="connsiteX75-52017" fmla="*/ 1604 w 2254"/>
                  <a:gd name="connsiteY75-52018" fmla="*/ 2412 h 4213"/>
                  <a:gd name="connsiteX76-52019" fmla="*/ 1569 w 2254"/>
                  <a:gd name="connsiteY76-52020" fmla="*/ 2480 h 4213"/>
                  <a:gd name="connsiteX77-52021" fmla="*/ 1572 w 2254"/>
                  <a:gd name="connsiteY77-52022" fmla="*/ 2562 h 4213"/>
                  <a:gd name="connsiteX78-52023" fmla="*/ 1750 w 2254"/>
                  <a:gd name="connsiteY78-52024" fmla="*/ 2730 h 4213"/>
                  <a:gd name="connsiteX79-52025" fmla="*/ 1749 w 2254"/>
                  <a:gd name="connsiteY79-52026" fmla="*/ 2844 h 4213"/>
                  <a:gd name="connsiteX80-52027" fmla="*/ 1840 w 2254"/>
                  <a:gd name="connsiteY80-52028" fmla="*/ 3060 h 4213"/>
                  <a:gd name="connsiteX81-52029" fmla="*/ 1866 w 2254"/>
                  <a:gd name="connsiteY81-52030" fmla="*/ 3090 h 4213"/>
                  <a:gd name="connsiteX82-52031" fmla="*/ 1910 w 2254"/>
                  <a:gd name="connsiteY82-52032" fmla="*/ 3094 h 4213"/>
                  <a:gd name="connsiteX83-52033" fmla="*/ 1956 w 2254"/>
                  <a:gd name="connsiteY83-52034" fmla="*/ 3010 h 4213"/>
                  <a:gd name="connsiteX84-52035" fmla="*/ 2036 w 2254"/>
                  <a:gd name="connsiteY84-52036" fmla="*/ 2950 h 4213"/>
                  <a:gd name="connsiteX85-52037" fmla="*/ 2131 w 2254"/>
                  <a:gd name="connsiteY85-52038" fmla="*/ 3126 h 4213"/>
                  <a:gd name="connsiteX86-52039" fmla="*/ 2241 w 2254"/>
                  <a:gd name="connsiteY86-52040" fmla="*/ 3312 h 4213"/>
                  <a:gd name="connsiteX87-52041" fmla="*/ 2254 w 2254"/>
                  <a:gd name="connsiteY87-52042" fmla="*/ 3342 h 4213"/>
                  <a:gd name="connsiteX88-52043" fmla="*/ 2243 w 2254"/>
                  <a:gd name="connsiteY88-52044" fmla="*/ 3518 h 4213"/>
                  <a:gd name="connsiteX89-52045" fmla="*/ 2208 w 2254"/>
                  <a:gd name="connsiteY89-52046" fmla="*/ 3554 h 4213"/>
                  <a:gd name="connsiteX90-52047" fmla="*/ 2119 w 2254"/>
                  <a:gd name="connsiteY90-52048" fmla="*/ 3515 h 4213"/>
                  <a:gd name="connsiteX91-52049" fmla="*/ 1885 w 2254"/>
                  <a:gd name="connsiteY91-52050" fmla="*/ 3644 h 4213"/>
                  <a:gd name="connsiteX92-52051" fmla="*/ 1859 w 2254"/>
                  <a:gd name="connsiteY92-52052" fmla="*/ 3666 h 4213"/>
                  <a:gd name="connsiteX93-52053" fmla="*/ 1679 w 2254"/>
                  <a:gd name="connsiteY93-52054" fmla="*/ 3812 h 4213"/>
                  <a:gd name="connsiteX94-52055" fmla="*/ 1538 w 2254"/>
                  <a:gd name="connsiteY94-52056" fmla="*/ 3926 h 4213"/>
                  <a:gd name="connsiteX95-52057" fmla="*/ 1503 w 2254"/>
                  <a:gd name="connsiteY95-52058" fmla="*/ 3965 h 4213"/>
                  <a:gd name="connsiteX96-52059" fmla="*/ 1451 w 2254"/>
                  <a:gd name="connsiteY96-52060" fmla="*/ 3973 h 4213"/>
                  <a:gd name="connsiteX97-52061" fmla="*/ 1394 w 2254"/>
                  <a:gd name="connsiteY97-52062" fmla="*/ 3916 h 4213"/>
                  <a:gd name="connsiteX98-52063" fmla="*/ 1270 w 2254"/>
                  <a:gd name="connsiteY98-52064" fmla="*/ 3808 h 4213"/>
                  <a:gd name="connsiteX99-52065" fmla="*/ 1294 w 2254"/>
                  <a:gd name="connsiteY99-52066" fmla="*/ 4064 h 4213"/>
                  <a:gd name="connsiteX100-52067" fmla="*/ 1303 w 2254"/>
                  <a:gd name="connsiteY100-52068" fmla="*/ 4192 h 4213"/>
                  <a:gd name="connsiteX101-52069" fmla="*/ 1041 w 2254"/>
                  <a:gd name="connsiteY101-52070" fmla="*/ 4166 h 4213"/>
                  <a:gd name="connsiteX102-52071" fmla="*/ 959 w 2254"/>
                  <a:gd name="connsiteY102-52072" fmla="*/ 3987 h 4213"/>
                  <a:gd name="connsiteX103-52073" fmla="*/ 877 w 2254"/>
                  <a:gd name="connsiteY103-52074" fmla="*/ 3802 h 4213"/>
                  <a:gd name="connsiteX104-52075" fmla="*/ 798 w 2254"/>
                  <a:gd name="connsiteY104-52076" fmla="*/ 3734 h 4213"/>
                  <a:gd name="connsiteX0-52077" fmla="*/ 798 w 2254"/>
                  <a:gd name="connsiteY0-52078" fmla="*/ 3734 h 4213"/>
                  <a:gd name="connsiteX1-52079" fmla="*/ 679 w 2254"/>
                  <a:gd name="connsiteY1-52080" fmla="*/ 3800 h 4213"/>
                  <a:gd name="connsiteX2-52081" fmla="*/ 695 w 2254"/>
                  <a:gd name="connsiteY2-52082" fmla="*/ 3662 h 4213"/>
                  <a:gd name="connsiteX3-52083" fmla="*/ 633 w 2254"/>
                  <a:gd name="connsiteY3-52084" fmla="*/ 3500 h 4213"/>
                  <a:gd name="connsiteX4-52085" fmla="*/ 742 w 2254"/>
                  <a:gd name="connsiteY4-52086" fmla="*/ 3280 h 4213"/>
                  <a:gd name="connsiteX5-52087" fmla="*/ 932 w 2254"/>
                  <a:gd name="connsiteY5-52088" fmla="*/ 3195 h 4213"/>
                  <a:gd name="connsiteX6-52089" fmla="*/ 1107 w 2254"/>
                  <a:gd name="connsiteY6-52090" fmla="*/ 3058 h 4213"/>
                  <a:gd name="connsiteX7-52091" fmla="*/ 1159 w 2254"/>
                  <a:gd name="connsiteY7-52092" fmla="*/ 2932 h 4213"/>
                  <a:gd name="connsiteX8-52093" fmla="*/ 1215 w 2254"/>
                  <a:gd name="connsiteY8-52094" fmla="*/ 2615 h 4213"/>
                  <a:gd name="connsiteX9-52095" fmla="*/ 1184 w 2254"/>
                  <a:gd name="connsiteY9-52096" fmla="*/ 2346 h 4213"/>
                  <a:gd name="connsiteX10-52097" fmla="*/ 1068 w 2254"/>
                  <a:gd name="connsiteY10-52098" fmla="*/ 2333 h 4213"/>
                  <a:gd name="connsiteX11-52099" fmla="*/ 1066 w 2254"/>
                  <a:gd name="connsiteY11-52100" fmla="*/ 2117 h 4213"/>
                  <a:gd name="connsiteX12-52101" fmla="*/ 990 w 2254"/>
                  <a:gd name="connsiteY12-52102" fmla="*/ 2039 h 4213"/>
                  <a:gd name="connsiteX13-52103" fmla="*/ 847 w 2254"/>
                  <a:gd name="connsiteY13-52104" fmla="*/ 1951 h 4213"/>
                  <a:gd name="connsiteX14-52105" fmla="*/ 755 w 2254"/>
                  <a:gd name="connsiteY14-52106" fmla="*/ 1827 h 4213"/>
                  <a:gd name="connsiteX15-52107" fmla="*/ 659 w 2254"/>
                  <a:gd name="connsiteY15-52108" fmla="*/ 1828 h 4213"/>
                  <a:gd name="connsiteX16-52109" fmla="*/ 614 w 2254"/>
                  <a:gd name="connsiteY16-52110" fmla="*/ 1883 h 4213"/>
                  <a:gd name="connsiteX17-52111" fmla="*/ 521 w 2254"/>
                  <a:gd name="connsiteY17-52112" fmla="*/ 1877 h 4213"/>
                  <a:gd name="connsiteX18-52113" fmla="*/ 501 w 2254"/>
                  <a:gd name="connsiteY18-52114" fmla="*/ 1994 h 4213"/>
                  <a:gd name="connsiteX19-52115" fmla="*/ 320 w 2254"/>
                  <a:gd name="connsiteY19-52116" fmla="*/ 1941 h 4213"/>
                  <a:gd name="connsiteX20-52117" fmla="*/ 237 w 2254"/>
                  <a:gd name="connsiteY20-52118" fmla="*/ 1939 h 4213"/>
                  <a:gd name="connsiteX21-52119" fmla="*/ 112 w 2254"/>
                  <a:gd name="connsiteY21-52120" fmla="*/ 2014 h 4213"/>
                  <a:gd name="connsiteX22-52121" fmla="*/ 0 w 2254"/>
                  <a:gd name="connsiteY22-52122" fmla="*/ 1890 h 4213"/>
                  <a:gd name="connsiteX23-52123" fmla="*/ 94 w 2254"/>
                  <a:gd name="connsiteY23-52124" fmla="*/ 1804 h 4213"/>
                  <a:gd name="connsiteX24-52125" fmla="*/ 98 w 2254"/>
                  <a:gd name="connsiteY24-52126" fmla="*/ 1634 h 4213"/>
                  <a:gd name="connsiteX25-52127" fmla="*/ 153 w 2254"/>
                  <a:gd name="connsiteY25-52128" fmla="*/ 1514 h 4213"/>
                  <a:gd name="connsiteX26-52129" fmla="*/ 196 w 2254"/>
                  <a:gd name="connsiteY26-52130" fmla="*/ 1306 h 4213"/>
                  <a:gd name="connsiteX27-52131" fmla="*/ 256 w 2254"/>
                  <a:gd name="connsiteY27-52132" fmla="*/ 1307 h 4213"/>
                  <a:gd name="connsiteX28-52133" fmla="*/ 579 w 2254"/>
                  <a:gd name="connsiteY28-52134" fmla="*/ 1286 h 4213"/>
                  <a:gd name="connsiteX29-52135" fmla="*/ 753 w 2254"/>
                  <a:gd name="connsiteY29-52136" fmla="*/ 1117 h 4213"/>
                  <a:gd name="connsiteX30-52137" fmla="*/ 822 w 2254"/>
                  <a:gd name="connsiteY30-52138" fmla="*/ 748 h 4213"/>
                  <a:gd name="connsiteX31-52139" fmla="*/ 932 w 2254"/>
                  <a:gd name="connsiteY31-52140" fmla="*/ 486 h 4213"/>
                  <a:gd name="connsiteX32-52141" fmla="*/ 930 w 2254"/>
                  <a:gd name="connsiteY32-52142" fmla="*/ 358 h 4213"/>
                  <a:gd name="connsiteX33-52143" fmla="*/ 917 w 2254"/>
                  <a:gd name="connsiteY33-52144" fmla="*/ 328 h 4213"/>
                  <a:gd name="connsiteX34-52145" fmla="*/ 850 w 2254"/>
                  <a:gd name="connsiteY34-52146" fmla="*/ 251 h 4213"/>
                  <a:gd name="connsiteX35-52147" fmla="*/ 790 w 2254"/>
                  <a:gd name="connsiteY35-52148" fmla="*/ 217 h 4213"/>
                  <a:gd name="connsiteX36-52149" fmla="*/ 915 w 2254"/>
                  <a:gd name="connsiteY36-52150" fmla="*/ 56 h 4213"/>
                  <a:gd name="connsiteX37-52151" fmla="*/ 1088 w 2254"/>
                  <a:gd name="connsiteY37-52152" fmla="*/ 2 h 4213"/>
                  <a:gd name="connsiteX38-52153" fmla="*/ 1120 w 2254"/>
                  <a:gd name="connsiteY38-52154" fmla="*/ 49 h 4213"/>
                  <a:gd name="connsiteX39-52155" fmla="*/ 1110 w 2254"/>
                  <a:gd name="connsiteY39-52156" fmla="*/ 133 h 4213"/>
                  <a:gd name="connsiteX40-52157" fmla="*/ 1049 w 2254"/>
                  <a:gd name="connsiteY40-52158" fmla="*/ 243 h 4213"/>
                  <a:gd name="connsiteX41-52159" fmla="*/ 1119 w 2254"/>
                  <a:gd name="connsiteY41-52160" fmla="*/ 301 h 4213"/>
                  <a:gd name="connsiteX42-52161" fmla="*/ 1233 w 2254"/>
                  <a:gd name="connsiteY42-52162" fmla="*/ 366 h 4213"/>
                  <a:gd name="connsiteX43-52163" fmla="*/ 1253 w 2254"/>
                  <a:gd name="connsiteY43-52164" fmla="*/ 255 h 4213"/>
                  <a:gd name="connsiteX44-52165" fmla="*/ 1387 w 2254"/>
                  <a:gd name="connsiteY44-52166" fmla="*/ 291 h 4213"/>
                  <a:gd name="connsiteX45-52167" fmla="*/ 1412 w 2254"/>
                  <a:gd name="connsiteY45-52168" fmla="*/ 331 h 4213"/>
                  <a:gd name="connsiteX46-52169" fmla="*/ 1488 w 2254"/>
                  <a:gd name="connsiteY46-52170" fmla="*/ 562 h 4213"/>
                  <a:gd name="connsiteX47-52171" fmla="*/ 1523 w 2254"/>
                  <a:gd name="connsiteY47-52172" fmla="*/ 586 h 4213"/>
                  <a:gd name="connsiteX48-52173" fmla="*/ 1615 w 2254"/>
                  <a:gd name="connsiteY48-52174" fmla="*/ 578 h 4213"/>
                  <a:gd name="connsiteX49-52175" fmla="*/ 1875 w 2254"/>
                  <a:gd name="connsiteY49-52176" fmla="*/ 490 h 4213"/>
                  <a:gd name="connsiteX50-52177" fmla="*/ 2095 w 2254"/>
                  <a:gd name="connsiteY50-52178" fmla="*/ 479 h 4213"/>
                  <a:gd name="connsiteX51-52179" fmla="*/ 2155 w 2254"/>
                  <a:gd name="connsiteY51-52180" fmla="*/ 648 h 4213"/>
                  <a:gd name="connsiteX52-52181" fmla="*/ 2073 w 2254"/>
                  <a:gd name="connsiteY52-52182" fmla="*/ 944 h 4213"/>
                  <a:gd name="connsiteX53-52183" fmla="*/ 2073 w 2254"/>
                  <a:gd name="connsiteY53-52184" fmla="*/ 1022 h 4213"/>
                  <a:gd name="connsiteX54-52185" fmla="*/ 2142 w 2254"/>
                  <a:gd name="connsiteY54-52186" fmla="*/ 1168 h 4213"/>
                  <a:gd name="connsiteX55-52187" fmla="*/ 2157 w 2254"/>
                  <a:gd name="connsiteY55-52188" fmla="*/ 1427 h 4213"/>
                  <a:gd name="connsiteX56-52189" fmla="*/ 2159 w 2254"/>
                  <a:gd name="connsiteY56-52190" fmla="*/ 1617 h 4213"/>
                  <a:gd name="connsiteX57-52191" fmla="*/ 2092 w 2254"/>
                  <a:gd name="connsiteY57-52192" fmla="*/ 1625 h 4213"/>
                  <a:gd name="connsiteX58-52193" fmla="*/ 2070 w 2254"/>
                  <a:gd name="connsiteY58-52194" fmla="*/ 1507 h 4213"/>
                  <a:gd name="connsiteX59-52195" fmla="*/ 2035 w 2254"/>
                  <a:gd name="connsiteY59-52196" fmla="*/ 1450 h 4213"/>
                  <a:gd name="connsiteX60-52197" fmla="*/ 1945 w 2254"/>
                  <a:gd name="connsiteY60-52198" fmla="*/ 1582 h 4213"/>
                  <a:gd name="connsiteX61-52199" fmla="*/ 1832 w 2254"/>
                  <a:gd name="connsiteY61-52200" fmla="*/ 1776 h 4213"/>
                  <a:gd name="connsiteX62-52201" fmla="*/ 1713 w 2254"/>
                  <a:gd name="connsiteY62-52202" fmla="*/ 1904 h 4213"/>
                  <a:gd name="connsiteX63-52203" fmla="*/ 1706 w 2254"/>
                  <a:gd name="connsiteY63-52204" fmla="*/ 2018 h 4213"/>
                  <a:gd name="connsiteX64-52205" fmla="*/ 1766 w 2254"/>
                  <a:gd name="connsiteY64-52206" fmla="*/ 2115 h 4213"/>
                  <a:gd name="connsiteX65-52207" fmla="*/ 1868 w 2254"/>
                  <a:gd name="connsiteY65-52208" fmla="*/ 2183 h 4213"/>
                  <a:gd name="connsiteX66-52209" fmla="*/ 1945 w 2254"/>
                  <a:gd name="connsiteY66-52210" fmla="*/ 2178 h 4213"/>
                  <a:gd name="connsiteX67-52211" fmla="*/ 1990 w 2254"/>
                  <a:gd name="connsiteY67-52212" fmla="*/ 2104 h 4213"/>
                  <a:gd name="connsiteX68-52213" fmla="*/ 2024 w 2254"/>
                  <a:gd name="connsiteY68-52214" fmla="*/ 2210 h 4213"/>
                  <a:gd name="connsiteX69-52215" fmla="*/ 1912 w 2254"/>
                  <a:gd name="connsiteY69-52216" fmla="*/ 2249 h 4213"/>
                  <a:gd name="connsiteX70-52217" fmla="*/ 1959 w 2254"/>
                  <a:gd name="connsiteY70-52218" fmla="*/ 2362 h 4213"/>
                  <a:gd name="connsiteX71-52219" fmla="*/ 1824 w 2254"/>
                  <a:gd name="connsiteY71-52220" fmla="*/ 2509 h 4213"/>
                  <a:gd name="connsiteX72-52221" fmla="*/ 1783 w 2254"/>
                  <a:gd name="connsiteY72-52222" fmla="*/ 2498 h 4213"/>
                  <a:gd name="connsiteX73-52223" fmla="*/ 1659 w 2254"/>
                  <a:gd name="connsiteY73-52224" fmla="*/ 2413 h 4213"/>
                  <a:gd name="connsiteX74-52225" fmla="*/ 1604 w 2254"/>
                  <a:gd name="connsiteY74-52226" fmla="*/ 2412 h 4213"/>
                  <a:gd name="connsiteX75-52227" fmla="*/ 1569 w 2254"/>
                  <a:gd name="connsiteY75-52228" fmla="*/ 2480 h 4213"/>
                  <a:gd name="connsiteX76-52229" fmla="*/ 1572 w 2254"/>
                  <a:gd name="connsiteY76-52230" fmla="*/ 2562 h 4213"/>
                  <a:gd name="connsiteX77-52231" fmla="*/ 1750 w 2254"/>
                  <a:gd name="connsiteY77-52232" fmla="*/ 2730 h 4213"/>
                  <a:gd name="connsiteX78-52233" fmla="*/ 1749 w 2254"/>
                  <a:gd name="connsiteY78-52234" fmla="*/ 2844 h 4213"/>
                  <a:gd name="connsiteX79-52235" fmla="*/ 1840 w 2254"/>
                  <a:gd name="connsiteY79-52236" fmla="*/ 3060 h 4213"/>
                  <a:gd name="connsiteX80-52237" fmla="*/ 1866 w 2254"/>
                  <a:gd name="connsiteY80-52238" fmla="*/ 3090 h 4213"/>
                  <a:gd name="connsiteX81-52239" fmla="*/ 1910 w 2254"/>
                  <a:gd name="connsiteY81-52240" fmla="*/ 3094 h 4213"/>
                  <a:gd name="connsiteX82-52241" fmla="*/ 1956 w 2254"/>
                  <a:gd name="connsiteY82-52242" fmla="*/ 3010 h 4213"/>
                  <a:gd name="connsiteX83-52243" fmla="*/ 2036 w 2254"/>
                  <a:gd name="connsiteY83-52244" fmla="*/ 2950 h 4213"/>
                  <a:gd name="connsiteX84-52245" fmla="*/ 2131 w 2254"/>
                  <a:gd name="connsiteY84-52246" fmla="*/ 3126 h 4213"/>
                  <a:gd name="connsiteX85-52247" fmla="*/ 2241 w 2254"/>
                  <a:gd name="connsiteY85-52248" fmla="*/ 3312 h 4213"/>
                  <a:gd name="connsiteX86-52249" fmla="*/ 2254 w 2254"/>
                  <a:gd name="connsiteY86-52250" fmla="*/ 3342 h 4213"/>
                  <a:gd name="connsiteX87-52251" fmla="*/ 2243 w 2254"/>
                  <a:gd name="connsiteY87-52252" fmla="*/ 3518 h 4213"/>
                  <a:gd name="connsiteX88-52253" fmla="*/ 2208 w 2254"/>
                  <a:gd name="connsiteY88-52254" fmla="*/ 3554 h 4213"/>
                  <a:gd name="connsiteX89-52255" fmla="*/ 2119 w 2254"/>
                  <a:gd name="connsiteY89-52256" fmla="*/ 3515 h 4213"/>
                  <a:gd name="connsiteX90-52257" fmla="*/ 1885 w 2254"/>
                  <a:gd name="connsiteY90-52258" fmla="*/ 3644 h 4213"/>
                  <a:gd name="connsiteX91-52259" fmla="*/ 1859 w 2254"/>
                  <a:gd name="connsiteY91-52260" fmla="*/ 3666 h 4213"/>
                  <a:gd name="connsiteX92-52261" fmla="*/ 1679 w 2254"/>
                  <a:gd name="connsiteY92-52262" fmla="*/ 3812 h 4213"/>
                  <a:gd name="connsiteX93-52263" fmla="*/ 1538 w 2254"/>
                  <a:gd name="connsiteY93-52264" fmla="*/ 3926 h 4213"/>
                  <a:gd name="connsiteX94-52265" fmla="*/ 1503 w 2254"/>
                  <a:gd name="connsiteY94-52266" fmla="*/ 3965 h 4213"/>
                  <a:gd name="connsiteX95-52267" fmla="*/ 1451 w 2254"/>
                  <a:gd name="connsiteY95-52268" fmla="*/ 3973 h 4213"/>
                  <a:gd name="connsiteX96-52269" fmla="*/ 1394 w 2254"/>
                  <a:gd name="connsiteY96-52270" fmla="*/ 3916 h 4213"/>
                  <a:gd name="connsiteX97-52271" fmla="*/ 1270 w 2254"/>
                  <a:gd name="connsiteY97-52272" fmla="*/ 3808 h 4213"/>
                  <a:gd name="connsiteX98-52273" fmla="*/ 1294 w 2254"/>
                  <a:gd name="connsiteY98-52274" fmla="*/ 4064 h 4213"/>
                  <a:gd name="connsiteX99-52275" fmla="*/ 1303 w 2254"/>
                  <a:gd name="connsiteY99-52276" fmla="*/ 4192 h 4213"/>
                  <a:gd name="connsiteX100-52277" fmla="*/ 1041 w 2254"/>
                  <a:gd name="connsiteY100-52278" fmla="*/ 4166 h 4213"/>
                  <a:gd name="connsiteX101-52279" fmla="*/ 959 w 2254"/>
                  <a:gd name="connsiteY101-52280" fmla="*/ 3987 h 4213"/>
                  <a:gd name="connsiteX102-52281" fmla="*/ 877 w 2254"/>
                  <a:gd name="connsiteY102-52282" fmla="*/ 3802 h 4213"/>
                  <a:gd name="connsiteX103-52283" fmla="*/ 798 w 2254"/>
                  <a:gd name="connsiteY103-52284" fmla="*/ 3734 h 4213"/>
                  <a:gd name="connsiteX0-52285" fmla="*/ 798 w 2254"/>
                  <a:gd name="connsiteY0-52286" fmla="*/ 3734 h 4213"/>
                  <a:gd name="connsiteX1-52287" fmla="*/ 679 w 2254"/>
                  <a:gd name="connsiteY1-52288" fmla="*/ 3800 h 4213"/>
                  <a:gd name="connsiteX2-52289" fmla="*/ 695 w 2254"/>
                  <a:gd name="connsiteY2-52290" fmla="*/ 3662 h 4213"/>
                  <a:gd name="connsiteX3-52291" fmla="*/ 633 w 2254"/>
                  <a:gd name="connsiteY3-52292" fmla="*/ 3500 h 4213"/>
                  <a:gd name="connsiteX4-52293" fmla="*/ 742 w 2254"/>
                  <a:gd name="connsiteY4-52294" fmla="*/ 3280 h 4213"/>
                  <a:gd name="connsiteX5-52295" fmla="*/ 932 w 2254"/>
                  <a:gd name="connsiteY5-52296" fmla="*/ 3195 h 4213"/>
                  <a:gd name="connsiteX6-52297" fmla="*/ 1107 w 2254"/>
                  <a:gd name="connsiteY6-52298" fmla="*/ 3058 h 4213"/>
                  <a:gd name="connsiteX7-52299" fmla="*/ 1159 w 2254"/>
                  <a:gd name="connsiteY7-52300" fmla="*/ 2932 h 4213"/>
                  <a:gd name="connsiteX8-52301" fmla="*/ 1215 w 2254"/>
                  <a:gd name="connsiteY8-52302" fmla="*/ 2615 h 4213"/>
                  <a:gd name="connsiteX9-52303" fmla="*/ 1184 w 2254"/>
                  <a:gd name="connsiteY9-52304" fmla="*/ 2346 h 4213"/>
                  <a:gd name="connsiteX10-52305" fmla="*/ 1068 w 2254"/>
                  <a:gd name="connsiteY10-52306" fmla="*/ 2333 h 4213"/>
                  <a:gd name="connsiteX11-52307" fmla="*/ 1066 w 2254"/>
                  <a:gd name="connsiteY11-52308" fmla="*/ 2117 h 4213"/>
                  <a:gd name="connsiteX12-52309" fmla="*/ 990 w 2254"/>
                  <a:gd name="connsiteY12-52310" fmla="*/ 2039 h 4213"/>
                  <a:gd name="connsiteX13-52311" fmla="*/ 847 w 2254"/>
                  <a:gd name="connsiteY13-52312" fmla="*/ 1951 h 4213"/>
                  <a:gd name="connsiteX14-52313" fmla="*/ 755 w 2254"/>
                  <a:gd name="connsiteY14-52314" fmla="*/ 1827 h 4213"/>
                  <a:gd name="connsiteX15-52315" fmla="*/ 659 w 2254"/>
                  <a:gd name="connsiteY15-52316" fmla="*/ 1828 h 4213"/>
                  <a:gd name="connsiteX16-52317" fmla="*/ 614 w 2254"/>
                  <a:gd name="connsiteY16-52318" fmla="*/ 1883 h 4213"/>
                  <a:gd name="connsiteX17-52319" fmla="*/ 521 w 2254"/>
                  <a:gd name="connsiteY17-52320" fmla="*/ 1877 h 4213"/>
                  <a:gd name="connsiteX18-52321" fmla="*/ 501 w 2254"/>
                  <a:gd name="connsiteY18-52322" fmla="*/ 1994 h 4213"/>
                  <a:gd name="connsiteX19-52323" fmla="*/ 320 w 2254"/>
                  <a:gd name="connsiteY19-52324" fmla="*/ 1941 h 4213"/>
                  <a:gd name="connsiteX20-52325" fmla="*/ 237 w 2254"/>
                  <a:gd name="connsiteY20-52326" fmla="*/ 1939 h 4213"/>
                  <a:gd name="connsiteX21-52327" fmla="*/ 112 w 2254"/>
                  <a:gd name="connsiteY21-52328" fmla="*/ 2014 h 4213"/>
                  <a:gd name="connsiteX22-52329" fmla="*/ 0 w 2254"/>
                  <a:gd name="connsiteY22-52330" fmla="*/ 1890 h 4213"/>
                  <a:gd name="connsiteX23-52331" fmla="*/ 94 w 2254"/>
                  <a:gd name="connsiteY23-52332" fmla="*/ 1804 h 4213"/>
                  <a:gd name="connsiteX24-52333" fmla="*/ 98 w 2254"/>
                  <a:gd name="connsiteY24-52334" fmla="*/ 1634 h 4213"/>
                  <a:gd name="connsiteX25-52335" fmla="*/ 153 w 2254"/>
                  <a:gd name="connsiteY25-52336" fmla="*/ 1514 h 4213"/>
                  <a:gd name="connsiteX26-52337" fmla="*/ 196 w 2254"/>
                  <a:gd name="connsiteY26-52338" fmla="*/ 1306 h 4213"/>
                  <a:gd name="connsiteX27-52339" fmla="*/ 256 w 2254"/>
                  <a:gd name="connsiteY27-52340" fmla="*/ 1307 h 4213"/>
                  <a:gd name="connsiteX28-52341" fmla="*/ 579 w 2254"/>
                  <a:gd name="connsiteY28-52342" fmla="*/ 1286 h 4213"/>
                  <a:gd name="connsiteX29-52343" fmla="*/ 753 w 2254"/>
                  <a:gd name="connsiteY29-52344" fmla="*/ 1117 h 4213"/>
                  <a:gd name="connsiteX30-52345" fmla="*/ 822 w 2254"/>
                  <a:gd name="connsiteY30-52346" fmla="*/ 748 h 4213"/>
                  <a:gd name="connsiteX31-52347" fmla="*/ 932 w 2254"/>
                  <a:gd name="connsiteY31-52348" fmla="*/ 486 h 4213"/>
                  <a:gd name="connsiteX32-52349" fmla="*/ 930 w 2254"/>
                  <a:gd name="connsiteY32-52350" fmla="*/ 358 h 4213"/>
                  <a:gd name="connsiteX33-52351" fmla="*/ 917 w 2254"/>
                  <a:gd name="connsiteY33-52352" fmla="*/ 328 h 4213"/>
                  <a:gd name="connsiteX34-52353" fmla="*/ 850 w 2254"/>
                  <a:gd name="connsiteY34-52354" fmla="*/ 251 h 4213"/>
                  <a:gd name="connsiteX35-52355" fmla="*/ 790 w 2254"/>
                  <a:gd name="connsiteY35-52356" fmla="*/ 217 h 4213"/>
                  <a:gd name="connsiteX36-52357" fmla="*/ 915 w 2254"/>
                  <a:gd name="connsiteY36-52358" fmla="*/ 56 h 4213"/>
                  <a:gd name="connsiteX37-52359" fmla="*/ 1088 w 2254"/>
                  <a:gd name="connsiteY37-52360" fmla="*/ 2 h 4213"/>
                  <a:gd name="connsiteX38-52361" fmla="*/ 1120 w 2254"/>
                  <a:gd name="connsiteY38-52362" fmla="*/ 49 h 4213"/>
                  <a:gd name="connsiteX39-52363" fmla="*/ 1110 w 2254"/>
                  <a:gd name="connsiteY39-52364" fmla="*/ 133 h 4213"/>
                  <a:gd name="connsiteX40-52365" fmla="*/ 1049 w 2254"/>
                  <a:gd name="connsiteY40-52366" fmla="*/ 243 h 4213"/>
                  <a:gd name="connsiteX41-52367" fmla="*/ 1119 w 2254"/>
                  <a:gd name="connsiteY41-52368" fmla="*/ 301 h 4213"/>
                  <a:gd name="connsiteX42-52369" fmla="*/ 1233 w 2254"/>
                  <a:gd name="connsiteY42-52370" fmla="*/ 366 h 4213"/>
                  <a:gd name="connsiteX43-52371" fmla="*/ 1253 w 2254"/>
                  <a:gd name="connsiteY43-52372" fmla="*/ 255 h 4213"/>
                  <a:gd name="connsiteX44-52373" fmla="*/ 1387 w 2254"/>
                  <a:gd name="connsiteY44-52374" fmla="*/ 291 h 4213"/>
                  <a:gd name="connsiteX45-52375" fmla="*/ 1412 w 2254"/>
                  <a:gd name="connsiteY45-52376" fmla="*/ 331 h 4213"/>
                  <a:gd name="connsiteX46-52377" fmla="*/ 1488 w 2254"/>
                  <a:gd name="connsiteY46-52378" fmla="*/ 562 h 4213"/>
                  <a:gd name="connsiteX47-52379" fmla="*/ 1523 w 2254"/>
                  <a:gd name="connsiteY47-52380" fmla="*/ 586 h 4213"/>
                  <a:gd name="connsiteX48-52381" fmla="*/ 1615 w 2254"/>
                  <a:gd name="connsiteY48-52382" fmla="*/ 578 h 4213"/>
                  <a:gd name="connsiteX49-52383" fmla="*/ 1875 w 2254"/>
                  <a:gd name="connsiteY49-52384" fmla="*/ 490 h 4213"/>
                  <a:gd name="connsiteX50-52385" fmla="*/ 2095 w 2254"/>
                  <a:gd name="connsiteY50-52386" fmla="*/ 479 h 4213"/>
                  <a:gd name="connsiteX51-52387" fmla="*/ 2155 w 2254"/>
                  <a:gd name="connsiteY51-52388" fmla="*/ 648 h 4213"/>
                  <a:gd name="connsiteX52-52389" fmla="*/ 2073 w 2254"/>
                  <a:gd name="connsiteY52-52390" fmla="*/ 944 h 4213"/>
                  <a:gd name="connsiteX53-52391" fmla="*/ 2073 w 2254"/>
                  <a:gd name="connsiteY53-52392" fmla="*/ 1022 h 4213"/>
                  <a:gd name="connsiteX54-52393" fmla="*/ 2142 w 2254"/>
                  <a:gd name="connsiteY54-52394" fmla="*/ 1168 h 4213"/>
                  <a:gd name="connsiteX55-52395" fmla="*/ 2157 w 2254"/>
                  <a:gd name="connsiteY55-52396" fmla="*/ 1427 h 4213"/>
                  <a:gd name="connsiteX56-52397" fmla="*/ 2159 w 2254"/>
                  <a:gd name="connsiteY56-52398" fmla="*/ 1617 h 4213"/>
                  <a:gd name="connsiteX57-52399" fmla="*/ 2092 w 2254"/>
                  <a:gd name="connsiteY57-52400" fmla="*/ 1625 h 4213"/>
                  <a:gd name="connsiteX58-52401" fmla="*/ 2070 w 2254"/>
                  <a:gd name="connsiteY58-52402" fmla="*/ 1507 h 4213"/>
                  <a:gd name="connsiteX59-52403" fmla="*/ 2035 w 2254"/>
                  <a:gd name="connsiteY59-52404" fmla="*/ 1450 h 4213"/>
                  <a:gd name="connsiteX60-52405" fmla="*/ 1945 w 2254"/>
                  <a:gd name="connsiteY60-52406" fmla="*/ 1582 h 4213"/>
                  <a:gd name="connsiteX61-52407" fmla="*/ 1832 w 2254"/>
                  <a:gd name="connsiteY61-52408" fmla="*/ 1776 h 4213"/>
                  <a:gd name="connsiteX62-52409" fmla="*/ 1713 w 2254"/>
                  <a:gd name="connsiteY62-52410" fmla="*/ 1904 h 4213"/>
                  <a:gd name="connsiteX63-52411" fmla="*/ 1706 w 2254"/>
                  <a:gd name="connsiteY63-52412" fmla="*/ 2018 h 4213"/>
                  <a:gd name="connsiteX64-52413" fmla="*/ 1766 w 2254"/>
                  <a:gd name="connsiteY64-52414" fmla="*/ 2115 h 4213"/>
                  <a:gd name="connsiteX65-52415" fmla="*/ 1868 w 2254"/>
                  <a:gd name="connsiteY65-52416" fmla="*/ 2183 h 4213"/>
                  <a:gd name="connsiteX66-52417" fmla="*/ 1945 w 2254"/>
                  <a:gd name="connsiteY66-52418" fmla="*/ 2178 h 4213"/>
                  <a:gd name="connsiteX67-52419" fmla="*/ 1990 w 2254"/>
                  <a:gd name="connsiteY67-52420" fmla="*/ 2104 h 4213"/>
                  <a:gd name="connsiteX68-52421" fmla="*/ 2024 w 2254"/>
                  <a:gd name="connsiteY68-52422" fmla="*/ 2210 h 4213"/>
                  <a:gd name="connsiteX69-52423" fmla="*/ 1912 w 2254"/>
                  <a:gd name="connsiteY69-52424" fmla="*/ 2249 h 4213"/>
                  <a:gd name="connsiteX70-52425" fmla="*/ 1959 w 2254"/>
                  <a:gd name="connsiteY70-52426" fmla="*/ 2362 h 4213"/>
                  <a:gd name="connsiteX71-52427" fmla="*/ 1824 w 2254"/>
                  <a:gd name="connsiteY71-52428" fmla="*/ 2509 h 4213"/>
                  <a:gd name="connsiteX72-52429" fmla="*/ 1783 w 2254"/>
                  <a:gd name="connsiteY72-52430" fmla="*/ 2498 h 4213"/>
                  <a:gd name="connsiteX73-52431" fmla="*/ 1659 w 2254"/>
                  <a:gd name="connsiteY73-52432" fmla="*/ 2413 h 4213"/>
                  <a:gd name="connsiteX74-52433" fmla="*/ 1604 w 2254"/>
                  <a:gd name="connsiteY74-52434" fmla="*/ 2412 h 4213"/>
                  <a:gd name="connsiteX75-52435" fmla="*/ 1569 w 2254"/>
                  <a:gd name="connsiteY75-52436" fmla="*/ 2480 h 4213"/>
                  <a:gd name="connsiteX76-52437" fmla="*/ 1572 w 2254"/>
                  <a:gd name="connsiteY76-52438" fmla="*/ 2562 h 4213"/>
                  <a:gd name="connsiteX77-52439" fmla="*/ 1750 w 2254"/>
                  <a:gd name="connsiteY77-52440" fmla="*/ 2730 h 4213"/>
                  <a:gd name="connsiteX78-52441" fmla="*/ 1749 w 2254"/>
                  <a:gd name="connsiteY78-52442" fmla="*/ 2844 h 4213"/>
                  <a:gd name="connsiteX79-52443" fmla="*/ 1840 w 2254"/>
                  <a:gd name="connsiteY79-52444" fmla="*/ 3060 h 4213"/>
                  <a:gd name="connsiteX80-52445" fmla="*/ 1866 w 2254"/>
                  <a:gd name="connsiteY80-52446" fmla="*/ 3090 h 4213"/>
                  <a:gd name="connsiteX81-52447" fmla="*/ 1910 w 2254"/>
                  <a:gd name="connsiteY81-52448" fmla="*/ 3094 h 4213"/>
                  <a:gd name="connsiteX82-52449" fmla="*/ 1956 w 2254"/>
                  <a:gd name="connsiteY82-52450" fmla="*/ 3010 h 4213"/>
                  <a:gd name="connsiteX83-52451" fmla="*/ 2036 w 2254"/>
                  <a:gd name="connsiteY83-52452" fmla="*/ 2950 h 4213"/>
                  <a:gd name="connsiteX84-52453" fmla="*/ 2131 w 2254"/>
                  <a:gd name="connsiteY84-52454" fmla="*/ 3126 h 4213"/>
                  <a:gd name="connsiteX85-52455" fmla="*/ 2241 w 2254"/>
                  <a:gd name="connsiteY85-52456" fmla="*/ 3312 h 4213"/>
                  <a:gd name="connsiteX86-52457" fmla="*/ 2254 w 2254"/>
                  <a:gd name="connsiteY86-52458" fmla="*/ 3342 h 4213"/>
                  <a:gd name="connsiteX87-52459" fmla="*/ 2243 w 2254"/>
                  <a:gd name="connsiteY87-52460" fmla="*/ 3518 h 4213"/>
                  <a:gd name="connsiteX88-52461" fmla="*/ 2208 w 2254"/>
                  <a:gd name="connsiteY88-52462" fmla="*/ 3554 h 4213"/>
                  <a:gd name="connsiteX89-52463" fmla="*/ 2119 w 2254"/>
                  <a:gd name="connsiteY89-52464" fmla="*/ 3515 h 4213"/>
                  <a:gd name="connsiteX90-52465" fmla="*/ 1885 w 2254"/>
                  <a:gd name="connsiteY90-52466" fmla="*/ 3644 h 4213"/>
                  <a:gd name="connsiteX91-52467" fmla="*/ 1859 w 2254"/>
                  <a:gd name="connsiteY91-52468" fmla="*/ 3666 h 4213"/>
                  <a:gd name="connsiteX92-52469" fmla="*/ 1679 w 2254"/>
                  <a:gd name="connsiteY92-52470" fmla="*/ 3812 h 4213"/>
                  <a:gd name="connsiteX93-52471" fmla="*/ 1538 w 2254"/>
                  <a:gd name="connsiteY93-52472" fmla="*/ 3926 h 4213"/>
                  <a:gd name="connsiteX94-52473" fmla="*/ 1503 w 2254"/>
                  <a:gd name="connsiteY94-52474" fmla="*/ 3965 h 4213"/>
                  <a:gd name="connsiteX95-52475" fmla="*/ 1451 w 2254"/>
                  <a:gd name="connsiteY95-52476" fmla="*/ 3973 h 4213"/>
                  <a:gd name="connsiteX96-52477" fmla="*/ 1394 w 2254"/>
                  <a:gd name="connsiteY96-52478" fmla="*/ 3916 h 4213"/>
                  <a:gd name="connsiteX97-52479" fmla="*/ 1270 w 2254"/>
                  <a:gd name="connsiteY97-52480" fmla="*/ 3808 h 4213"/>
                  <a:gd name="connsiteX98-52481" fmla="*/ 1294 w 2254"/>
                  <a:gd name="connsiteY98-52482" fmla="*/ 4064 h 4213"/>
                  <a:gd name="connsiteX99-52483" fmla="*/ 1303 w 2254"/>
                  <a:gd name="connsiteY99-52484" fmla="*/ 4192 h 4213"/>
                  <a:gd name="connsiteX100-52485" fmla="*/ 1041 w 2254"/>
                  <a:gd name="connsiteY100-52486" fmla="*/ 4166 h 4213"/>
                  <a:gd name="connsiteX101-52487" fmla="*/ 959 w 2254"/>
                  <a:gd name="connsiteY101-52488" fmla="*/ 3987 h 4213"/>
                  <a:gd name="connsiteX102-52489" fmla="*/ 877 w 2254"/>
                  <a:gd name="connsiteY102-52490" fmla="*/ 3802 h 4213"/>
                  <a:gd name="connsiteX103-52491" fmla="*/ 798 w 2254"/>
                  <a:gd name="connsiteY103-52492" fmla="*/ 3734 h 4213"/>
                  <a:gd name="connsiteX0-52493" fmla="*/ 798 w 2254"/>
                  <a:gd name="connsiteY0-52494" fmla="*/ 3734 h 4213"/>
                  <a:gd name="connsiteX1-52495" fmla="*/ 679 w 2254"/>
                  <a:gd name="connsiteY1-52496" fmla="*/ 3800 h 4213"/>
                  <a:gd name="connsiteX2-52497" fmla="*/ 695 w 2254"/>
                  <a:gd name="connsiteY2-52498" fmla="*/ 3662 h 4213"/>
                  <a:gd name="connsiteX3-52499" fmla="*/ 633 w 2254"/>
                  <a:gd name="connsiteY3-52500" fmla="*/ 3500 h 4213"/>
                  <a:gd name="connsiteX4-52501" fmla="*/ 742 w 2254"/>
                  <a:gd name="connsiteY4-52502" fmla="*/ 3280 h 4213"/>
                  <a:gd name="connsiteX5-52503" fmla="*/ 932 w 2254"/>
                  <a:gd name="connsiteY5-52504" fmla="*/ 3195 h 4213"/>
                  <a:gd name="connsiteX6-52505" fmla="*/ 1107 w 2254"/>
                  <a:gd name="connsiteY6-52506" fmla="*/ 3058 h 4213"/>
                  <a:gd name="connsiteX7-52507" fmla="*/ 1159 w 2254"/>
                  <a:gd name="connsiteY7-52508" fmla="*/ 2932 h 4213"/>
                  <a:gd name="connsiteX8-52509" fmla="*/ 1215 w 2254"/>
                  <a:gd name="connsiteY8-52510" fmla="*/ 2615 h 4213"/>
                  <a:gd name="connsiteX9-52511" fmla="*/ 1303 w 2254"/>
                  <a:gd name="connsiteY9-52512" fmla="*/ 2615 h 4213"/>
                  <a:gd name="connsiteX10-52513" fmla="*/ 1184 w 2254"/>
                  <a:gd name="connsiteY10-52514" fmla="*/ 2346 h 4213"/>
                  <a:gd name="connsiteX11-52515" fmla="*/ 1068 w 2254"/>
                  <a:gd name="connsiteY11-52516" fmla="*/ 2333 h 4213"/>
                  <a:gd name="connsiteX12-52517" fmla="*/ 1066 w 2254"/>
                  <a:gd name="connsiteY12-52518" fmla="*/ 2117 h 4213"/>
                  <a:gd name="connsiteX13-52519" fmla="*/ 990 w 2254"/>
                  <a:gd name="connsiteY13-52520" fmla="*/ 2039 h 4213"/>
                  <a:gd name="connsiteX14-52521" fmla="*/ 847 w 2254"/>
                  <a:gd name="connsiteY14-52522" fmla="*/ 1951 h 4213"/>
                  <a:gd name="connsiteX15-52523" fmla="*/ 755 w 2254"/>
                  <a:gd name="connsiteY15-52524" fmla="*/ 1827 h 4213"/>
                  <a:gd name="connsiteX16-52525" fmla="*/ 659 w 2254"/>
                  <a:gd name="connsiteY16-52526" fmla="*/ 1828 h 4213"/>
                  <a:gd name="connsiteX17-52527" fmla="*/ 614 w 2254"/>
                  <a:gd name="connsiteY17-52528" fmla="*/ 1883 h 4213"/>
                  <a:gd name="connsiteX18-52529" fmla="*/ 521 w 2254"/>
                  <a:gd name="connsiteY18-52530" fmla="*/ 1877 h 4213"/>
                  <a:gd name="connsiteX19-52531" fmla="*/ 501 w 2254"/>
                  <a:gd name="connsiteY19-52532" fmla="*/ 1994 h 4213"/>
                  <a:gd name="connsiteX20-52533" fmla="*/ 320 w 2254"/>
                  <a:gd name="connsiteY20-52534" fmla="*/ 1941 h 4213"/>
                  <a:gd name="connsiteX21-52535" fmla="*/ 237 w 2254"/>
                  <a:gd name="connsiteY21-52536" fmla="*/ 1939 h 4213"/>
                  <a:gd name="connsiteX22-52537" fmla="*/ 112 w 2254"/>
                  <a:gd name="connsiteY22-52538" fmla="*/ 2014 h 4213"/>
                  <a:gd name="connsiteX23-52539" fmla="*/ 0 w 2254"/>
                  <a:gd name="connsiteY23-52540" fmla="*/ 1890 h 4213"/>
                  <a:gd name="connsiteX24-52541" fmla="*/ 94 w 2254"/>
                  <a:gd name="connsiteY24-52542" fmla="*/ 1804 h 4213"/>
                  <a:gd name="connsiteX25-52543" fmla="*/ 98 w 2254"/>
                  <a:gd name="connsiteY25-52544" fmla="*/ 1634 h 4213"/>
                  <a:gd name="connsiteX26-52545" fmla="*/ 153 w 2254"/>
                  <a:gd name="connsiteY26-52546" fmla="*/ 1514 h 4213"/>
                  <a:gd name="connsiteX27-52547" fmla="*/ 196 w 2254"/>
                  <a:gd name="connsiteY27-52548" fmla="*/ 1306 h 4213"/>
                  <a:gd name="connsiteX28-52549" fmla="*/ 256 w 2254"/>
                  <a:gd name="connsiteY28-52550" fmla="*/ 1307 h 4213"/>
                  <a:gd name="connsiteX29-52551" fmla="*/ 579 w 2254"/>
                  <a:gd name="connsiteY29-52552" fmla="*/ 1286 h 4213"/>
                  <a:gd name="connsiteX30-52553" fmla="*/ 753 w 2254"/>
                  <a:gd name="connsiteY30-52554" fmla="*/ 1117 h 4213"/>
                  <a:gd name="connsiteX31-52555" fmla="*/ 822 w 2254"/>
                  <a:gd name="connsiteY31-52556" fmla="*/ 748 h 4213"/>
                  <a:gd name="connsiteX32-52557" fmla="*/ 932 w 2254"/>
                  <a:gd name="connsiteY32-52558" fmla="*/ 486 h 4213"/>
                  <a:gd name="connsiteX33-52559" fmla="*/ 930 w 2254"/>
                  <a:gd name="connsiteY33-52560" fmla="*/ 358 h 4213"/>
                  <a:gd name="connsiteX34-52561" fmla="*/ 917 w 2254"/>
                  <a:gd name="connsiteY34-52562" fmla="*/ 328 h 4213"/>
                  <a:gd name="connsiteX35-52563" fmla="*/ 850 w 2254"/>
                  <a:gd name="connsiteY35-52564" fmla="*/ 251 h 4213"/>
                  <a:gd name="connsiteX36-52565" fmla="*/ 790 w 2254"/>
                  <a:gd name="connsiteY36-52566" fmla="*/ 217 h 4213"/>
                  <a:gd name="connsiteX37-52567" fmla="*/ 915 w 2254"/>
                  <a:gd name="connsiteY37-52568" fmla="*/ 56 h 4213"/>
                  <a:gd name="connsiteX38-52569" fmla="*/ 1088 w 2254"/>
                  <a:gd name="connsiteY38-52570" fmla="*/ 2 h 4213"/>
                  <a:gd name="connsiteX39-52571" fmla="*/ 1120 w 2254"/>
                  <a:gd name="connsiteY39-52572" fmla="*/ 49 h 4213"/>
                  <a:gd name="connsiteX40-52573" fmla="*/ 1110 w 2254"/>
                  <a:gd name="connsiteY40-52574" fmla="*/ 133 h 4213"/>
                  <a:gd name="connsiteX41-52575" fmla="*/ 1049 w 2254"/>
                  <a:gd name="connsiteY41-52576" fmla="*/ 243 h 4213"/>
                  <a:gd name="connsiteX42-52577" fmla="*/ 1119 w 2254"/>
                  <a:gd name="connsiteY42-52578" fmla="*/ 301 h 4213"/>
                  <a:gd name="connsiteX43-52579" fmla="*/ 1233 w 2254"/>
                  <a:gd name="connsiteY43-52580" fmla="*/ 366 h 4213"/>
                  <a:gd name="connsiteX44-52581" fmla="*/ 1253 w 2254"/>
                  <a:gd name="connsiteY44-52582" fmla="*/ 255 h 4213"/>
                  <a:gd name="connsiteX45-52583" fmla="*/ 1387 w 2254"/>
                  <a:gd name="connsiteY45-52584" fmla="*/ 291 h 4213"/>
                  <a:gd name="connsiteX46-52585" fmla="*/ 1412 w 2254"/>
                  <a:gd name="connsiteY46-52586" fmla="*/ 331 h 4213"/>
                  <a:gd name="connsiteX47-52587" fmla="*/ 1488 w 2254"/>
                  <a:gd name="connsiteY47-52588" fmla="*/ 562 h 4213"/>
                  <a:gd name="connsiteX48-52589" fmla="*/ 1523 w 2254"/>
                  <a:gd name="connsiteY48-52590" fmla="*/ 586 h 4213"/>
                  <a:gd name="connsiteX49-52591" fmla="*/ 1615 w 2254"/>
                  <a:gd name="connsiteY49-52592" fmla="*/ 578 h 4213"/>
                  <a:gd name="connsiteX50-52593" fmla="*/ 1875 w 2254"/>
                  <a:gd name="connsiteY50-52594" fmla="*/ 490 h 4213"/>
                  <a:gd name="connsiteX51-52595" fmla="*/ 2095 w 2254"/>
                  <a:gd name="connsiteY51-52596" fmla="*/ 479 h 4213"/>
                  <a:gd name="connsiteX52-52597" fmla="*/ 2155 w 2254"/>
                  <a:gd name="connsiteY52-52598" fmla="*/ 648 h 4213"/>
                  <a:gd name="connsiteX53-52599" fmla="*/ 2073 w 2254"/>
                  <a:gd name="connsiteY53-52600" fmla="*/ 944 h 4213"/>
                  <a:gd name="connsiteX54-52601" fmla="*/ 2073 w 2254"/>
                  <a:gd name="connsiteY54-52602" fmla="*/ 1022 h 4213"/>
                  <a:gd name="connsiteX55-52603" fmla="*/ 2142 w 2254"/>
                  <a:gd name="connsiteY55-52604" fmla="*/ 1168 h 4213"/>
                  <a:gd name="connsiteX56-52605" fmla="*/ 2157 w 2254"/>
                  <a:gd name="connsiteY56-52606" fmla="*/ 1427 h 4213"/>
                  <a:gd name="connsiteX57-52607" fmla="*/ 2159 w 2254"/>
                  <a:gd name="connsiteY57-52608" fmla="*/ 1617 h 4213"/>
                  <a:gd name="connsiteX58-52609" fmla="*/ 2092 w 2254"/>
                  <a:gd name="connsiteY58-52610" fmla="*/ 1625 h 4213"/>
                  <a:gd name="connsiteX59-52611" fmla="*/ 2070 w 2254"/>
                  <a:gd name="connsiteY59-52612" fmla="*/ 1507 h 4213"/>
                  <a:gd name="connsiteX60-52613" fmla="*/ 2035 w 2254"/>
                  <a:gd name="connsiteY60-52614" fmla="*/ 1450 h 4213"/>
                  <a:gd name="connsiteX61-52615" fmla="*/ 1945 w 2254"/>
                  <a:gd name="connsiteY61-52616" fmla="*/ 1582 h 4213"/>
                  <a:gd name="connsiteX62-52617" fmla="*/ 1832 w 2254"/>
                  <a:gd name="connsiteY62-52618" fmla="*/ 1776 h 4213"/>
                  <a:gd name="connsiteX63-52619" fmla="*/ 1713 w 2254"/>
                  <a:gd name="connsiteY63-52620" fmla="*/ 1904 h 4213"/>
                  <a:gd name="connsiteX64-52621" fmla="*/ 1706 w 2254"/>
                  <a:gd name="connsiteY64-52622" fmla="*/ 2018 h 4213"/>
                  <a:gd name="connsiteX65-52623" fmla="*/ 1766 w 2254"/>
                  <a:gd name="connsiteY65-52624" fmla="*/ 2115 h 4213"/>
                  <a:gd name="connsiteX66-52625" fmla="*/ 1868 w 2254"/>
                  <a:gd name="connsiteY66-52626" fmla="*/ 2183 h 4213"/>
                  <a:gd name="connsiteX67-52627" fmla="*/ 1945 w 2254"/>
                  <a:gd name="connsiteY67-52628" fmla="*/ 2178 h 4213"/>
                  <a:gd name="connsiteX68-52629" fmla="*/ 1990 w 2254"/>
                  <a:gd name="connsiteY68-52630" fmla="*/ 2104 h 4213"/>
                  <a:gd name="connsiteX69-52631" fmla="*/ 2024 w 2254"/>
                  <a:gd name="connsiteY69-52632" fmla="*/ 2210 h 4213"/>
                  <a:gd name="connsiteX70-52633" fmla="*/ 1912 w 2254"/>
                  <a:gd name="connsiteY70-52634" fmla="*/ 2249 h 4213"/>
                  <a:gd name="connsiteX71-52635" fmla="*/ 1959 w 2254"/>
                  <a:gd name="connsiteY71-52636" fmla="*/ 2362 h 4213"/>
                  <a:gd name="connsiteX72-52637" fmla="*/ 1824 w 2254"/>
                  <a:gd name="connsiteY72-52638" fmla="*/ 2509 h 4213"/>
                  <a:gd name="connsiteX73-52639" fmla="*/ 1783 w 2254"/>
                  <a:gd name="connsiteY73-52640" fmla="*/ 2498 h 4213"/>
                  <a:gd name="connsiteX74-52641" fmla="*/ 1659 w 2254"/>
                  <a:gd name="connsiteY74-52642" fmla="*/ 2413 h 4213"/>
                  <a:gd name="connsiteX75-52643" fmla="*/ 1604 w 2254"/>
                  <a:gd name="connsiteY75-52644" fmla="*/ 2412 h 4213"/>
                  <a:gd name="connsiteX76-52645" fmla="*/ 1569 w 2254"/>
                  <a:gd name="connsiteY76-52646" fmla="*/ 2480 h 4213"/>
                  <a:gd name="connsiteX77-52647" fmla="*/ 1572 w 2254"/>
                  <a:gd name="connsiteY77-52648" fmla="*/ 2562 h 4213"/>
                  <a:gd name="connsiteX78-52649" fmla="*/ 1750 w 2254"/>
                  <a:gd name="connsiteY78-52650" fmla="*/ 2730 h 4213"/>
                  <a:gd name="connsiteX79-52651" fmla="*/ 1749 w 2254"/>
                  <a:gd name="connsiteY79-52652" fmla="*/ 2844 h 4213"/>
                  <a:gd name="connsiteX80-52653" fmla="*/ 1840 w 2254"/>
                  <a:gd name="connsiteY80-52654" fmla="*/ 3060 h 4213"/>
                  <a:gd name="connsiteX81-52655" fmla="*/ 1866 w 2254"/>
                  <a:gd name="connsiteY81-52656" fmla="*/ 3090 h 4213"/>
                  <a:gd name="connsiteX82-52657" fmla="*/ 1910 w 2254"/>
                  <a:gd name="connsiteY82-52658" fmla="*/ 3094 h 4213"/>
                  <a:gd name="connsiteX83-52659" fmla="*/ 1956 w 2254"/>
                  <a:gd name="connsiteY83-52660" fmla="*/ 3010 h 4213"/>
                  <a:gd name="connsiteX84-52661" fmla="*/ 2036 w 2254"/>
                  <a:gd name="connsiteY84-52662" fmla="*/ 2950 h 4213"/>
                  <a:gd name="connsiteX85-52663" fmla="*/ 2131 w 2254"/>
                  <a:gd name="connsiteY85-52664" fmla="*/ 3126 h 4213"/>
                  <a:gd name="connsiteX86-52665" fmla="*/ 2241 w 2254"/>
                  <a:gd name="connsiteY86-52666" fmla="*/ 3312 h 4213"/>
                  <a:gd name="connsiteX87-52667" fmla="*/ 2254 w 2254"/>
                  <a:gd name="connsiteY87-52668" fmla="*/ 3342 h 4213"/>
                  <a:gd name="connsiteX88-52669" fmla="*/ 2243 w 2254"/>
                  <a:gd name="connsiteY88-52670" fmla="*/ 3518 h 4213"/>
                  <a:gd name="connsiteX89-52671" fmla="*/ 2208 w 2254"/>
                  <a:gd name="connsiteY89-52672" fmla="*/ 3554 h 4213"/>
                  <a:gd name="connsiteX90-52673" fmla="*/ 2119 w 2254"/>
                  <a:gd name="connsiteY90-52674" fmla="*/ 3515 h 4213"/>
                  <a:gd name="connsiteX91-52675" fmla="*/ 1885 w 2254"/>
                  <a:gd name="connsiteY91-52676" fmla="*/ 3644 h 4213"/>
                  <a:gd name="connsiteX92-52677" fmla="*/ 1859 w 2254"/>
                  <a:gd name="connsiteY92-52678" fmla="*/ 3666 h 4213"/>
                  <a:gd name="connsiteX93-52679" fmla="*/ 1679 w 2254"/>
                  <a:gd name="connsiteY93-52680" fmla="*/ 3812 h 4213"/>
                  <a:gd name="connsiteX94-52681" fmla="*/ 1538 w 2254"/>
                  <a:gd name="connsiteY94-52682" fmla="*/ 3926 h 4213"/>
                  <a:gd name="connsiteX95-52683" fmla="*/ 1503 w 2254"/>
                  <a:gd name="connsiteY95-52684" fmla="*/ 3965 h 4213"/>
                  <a:gd name="connsiteX96-52685" fmla="*/ 1451 w 2254"/>
                  <a:gd name="connsiteY96-52686" fmla="*/ 3973 h 4213"/>
                  <a:gd name="connsiteX97-52687" fmla="*/ 1394 w 2254"/>
                  <a:gd name="connsiteY97-52688" fmla="*/ 3916 h 4213"/>
                  <a:gd name="connsiteX98-52689" fmla="*/ 1270 w 2254"/>
                  <a:gd name="connsiteY98-52690" fmla="*/ 3808 h 4213"/>
                  <a:gd name="connsiteX99-52691" fmla="*/ 1294 w 2254"/>
                  <a:gd name="connsiteY99-52692" fmla="*/ 4064 h 4213"/>
                  <a:gd name="connsiteX100-52693" fmla="*/ 1303 w 2254"/>
                  <a:gd name="connsiteY100-52694" fmla="*/ 4192 h 4213"/>
                  <a:gd name="connsiteX101-52695" fmla="*/ 1041 w 2254"/>
                  <a:gd name="connsiteY101-52696" fmla="*/ 4166 h 4213"/>
                  <a:gd name="connsiteX102-52697" fmla="*/ 959 w 2254"/>
                  <a:gd name="connsiteY102-52698" fmla="*/ 3987 h 4213"/>
                  <a:gd name="connsiteX103-52699" fmla="*/ 877 w 2254"/>
                  <a:gd name="connsiteY103-52700" fmla="*/ 3802 h 4213"/>
                  <a:gd name="connsiteX104-52701" fmla="*/ 798 w 2254"/>
                  <a:gd name="connsiteY104-52702" fmla="*/ 3734 h 4213"/>
                  <a:gd name="connsiteX0-52703" fmla="*/ 798 w 2254"/>
                  <a:gd name="connsiteY0-52704" fmla="*/ 3734 h 4213"/>
                  <a:gd name="connsiteX1-52705" fmla="*/ 679 w 2254"/>
                  <a:gd name="connsiteY1-52706" fmla="*/ 3800 h 4213"/>
                  <a:gd name="connsiteX2-52707" fmla="*/ 695 w 2254"/>
                  <a:gd name="connsiteY2-52708" fmla="*/ 3662 h 4213"/>
                  <a:gd name="connsiteX3-52709" fmla="*/ 633 w 2254"/>
                  <a:gd name="connsiteY3-52710" fmla="*/ 3500 h 4213"/>
                  <a:gd name="connsiteX4-52711" fmla="*/ 742 w 2254"/>
                  <a:gd name="connsiteY4-52712" fmla="*/ 3280 h 4213"/>
                  <a:gd name="connsiteX5-52713" fmla="*/ 932 w 2254"/>
                  <a:gd name="connsiteY5-52714" fmla="*/ 3195 h 4213"/>
                  <a:gd name="connsiteX6-52715" fmla="*/ 1107 w 2254"/>
                  <a:gd name="connsiteY6-52716" fmla="*/ 3058 h 4213"/>
                  <a:gd name="connsiteX7-52717" fmla="*/ 1159 w 2254"/>
                  <a:gd name="connsiteY7-52718" fmla="*/ 2932 h 4213"/>
                  <a:gd name="connsiteX8-52719" fmla="*/ 1215 w 2254"/>
                  <a:gd name="connsiteY8-52720" fmla="*/ 2615 h 4213"/>
                  <a:gd name="connsiteX9-52721" fmla="*/ 1303 w 2254"/>
                  <a:gd name="connsiteY9-52722" fmla="*/ 2615 h 4213"/>
                  <a:gd name="connsiteX10-52723" fmla="*/ 1184 w 2254"/>
                  <a:gd name="connsiteY10-52724" fmla="*/ 2346 h 4213"/>
                  <a:gd name="connsiteX11-52725" fmla="*/ 1068 w 2254"/>
                  <a:gd name="connsiteY11-52726" fmla="*/ 2333 h 4213"/>
                  <a:gd name="connsiteX12-52727" fmla="*/ 1066 w 2254"/>
                  <a:gd name="connsiteY12-52728" fmla="*/ 2117 h 4213"/>
                  <a:gd name="connsiteX13-52729" fmla="*/ 990 w 2254"/>
                  <a:gd name="connsiteY13-52730" fmla="*/ 2039 h 4213"/>
                  <a:gd name="connsiteX14-52731" fmla="*/ 847 w 2254"/>
                  <a:gd name="connsiteY14-52732" fmla="*/ 1951 h 4213"/>
                  <a:gd name="connsiteX15-52733" fmla="*/ 755 w 2254"/>
                  <a:gd name="connsiteY15-52734" fmla="*/ 1827 h 4213"/>
                  <a:gd name="connsiteX16-52735" fmla="*/ 659 w 2254"/>
                  <a:gd name="connsiteY16-52736" fmla="*/ 1828 h 4213"/>
                  <a:gd name="connsiteX17-52737" fmla="*/ 614 w 2254"/>
                  <a:gd name="connsiteY17-52738" fmla="*/ 1883 h 4213"/>
                  <a:gd name="connsiteX18-52739" fmla="*/ 521 w 2254"/>
                  <a:gd name="connsiteY18-52740" fmla="*/ 1877 h 4213"/>
                  <a:gd name="connsiteX19-52741" fmla="*/ 501 w 2254"/>
                  <a:gd name="connsiteY19-52742" fmla="*/ 1994 h 4213"/>
                  <a:gd name="connsiteX20-52743" fmla="*/ 320 w 2254"/>
                  <a:gd name="connsiteY20-52744" fmla="*/ 1941 h 4213"/>
                  <a:gd name="connsiteX21-52745" fmla="*/ 237 w 2254"/>
                  <a:gd name="connsiteY21-52746" fmla="*/ 1939 h 4213"/>
                  <a:gd name="connsiteX22-52747" fmla="*/ 112 w 2254"/>
                  <a:gd name="connsiteY22-52748" fmla="*/ 2014 h 4213"/>
                  <a:gd name="connsiteX23-52749" fmla="*/ 0 w 2254"/>
                  <a:gd name="connsiteY23-52750" fmla="*/ 1890 h 4213"/>
                  <a:gd name="connsiteX24-52751" fmla="*/ 94 w 2254"/>
                  <a:gd name="connsiteY24-52752" fmla="*/ 1804 h 4213"/>
                  <a:gd name="connsiteX25-52753" fmla="*/ 98 w 2254"/>
                  <a:gd name="connsiteY25-52754" fmla="*/ 1634 h 4213"/>
                  <a:gd name="connsiteX26-52755" fmla="*/ 153 w 2254"/>
                  <a:gd name="connsiteY26-52756" fmla="*/ 1514 h 4213"/>
                  <a:gd name="connsiteX27-52757" fmla="*/ 196 w 2254"/>
                  <a:gd name="connsiteY27-52758" fmla="*/ 1306 h 4213"/>
                  <a:gd name="connsiteX28-52759" fmla="*/ 256 w 2254"/>
                  <a:gd name="connsiteY28-52760" fmla="*/ 1307 h 4213"/>
                  <a:gd name="connsiteX29-52761" fmla="*/ 579 w 2254"/>
                  <a:gd name="connsiteY29-52762" fmla="*/ 1286 h 4213"/>
                  <a:gd name="connsiteX30-52763" fmla="*/ 753 w 2254"/>
                  <a:gd name="connsiteY30-52764" fmla="*/ 1117 h 4213"/>
                  <a:gd name="connsiteX31-52765" fmla="*/ 822 w 2254"/>
                  <a:gd name="connsiteY31-52766" fmla="*/ 748 h 4213"/>
                  <a:gd name="connsiteX32-52767" fmla="*/ 932 w 2254"/>
                  <a:gd name="connsiteY32-52768" fmla="*/ 486 h 4213"/>
                  <a:gd name="connsiteX33-52769" fmla="*/ 930 w 2254"/>
                  <a:gd name="connsiteY33-52770" fmla="*/ 358 h 4213"/>
                  <a:gd name="connsiteX34-52771" fmla="*/ 917 w 2254"/>
                  <a:gd name="connsiteY34-52772" fmla="*/ 328 h 4213"/>
                  <a:gd name="connsiteX35-52773" fmla="*/ 850 w 2254"/>
                  <a:gd name="connsiteY35-52774" fmla="*/ 251 h 4213"/>
                  <a:gd name="connsiteX36-52775" fmla="*/ 790 w 2254"/>
                  <a:gd name="connsiteY36-52776" fmla="*/ 217 h 4213"/>
                  <a:gd name="connsiteX37-52777" fmla="*/ 915 w 2254"/>
                  <a:gd name="connsiteY37-52778" fmla="*/ 56 h 4213"/>
                  <a:gd name="connsiteX38-52779" fmla="*/ 1088 w 2254"/>
                  <a:gd name="connsiteY38-52780" fmla="*/ 2 h 4213"/>
                  <a:gd name="connsiteX39-52781" fmla="*/ 1120 w 2254"/>
                  <a:gd name="connsiteY39-52782" fmla="*/ 49 h 4213"/>
                  <a:gd name="connsiteX40-52783" fmla="*/ 1110 w 2254"/>
                  <a:gd name="connsiteY40-52784" fmla="*/ 133 h 4213"/>
                  <a:gd name="connsiteX41-52785" fmla="*/ 1049 w 2254"/>
                  <a:gd name="connsiteY41-52786" fmla="*/ 243 h 4213"/>
                  <a:gd name="connsiteX42-52787" fmla="*/ 1119 w 2254"/>
                  <a:gd name="connsiteY42-52788" fmla="*/ 301 h 4213"/>
                  <a:gd name="connsiteX43-52789" fmla="*/ 1233 w 2254"/>
                  <a:gd name="connsiteY43-52790" fmla="*/ 366 h 4213"/>
                  <a:gd name="connsiteX44-52791" fmla="*/ 1253 w 2254"/>
                  <a:gd name="connsiteY44-52792" fmla="*/ 255 h 4213"/>
                  <a:gd name="connsiteX45-52793" fmla="*/ 1387 w 2254"/>
                  <a:gd name="connsiteY45-52794" fmla="*/ 291 h 4213"/>
                  <a:gd name="connsiteX46-52795" fmla="*/ 1412 w 2254"/>
                  <a:gd name="connsiteY46-52796" fmla="*/ 331 h 4213"/>
                  <a:gd name="connsiteX47-52797" fmla="*/ 1488 w 2254"/>
                  <a:gd name="connsiteY47-52798" fmla="*/ 562 h 4213"/>
                  <a:gd name="connsiteX48-52799" fmla="*/ 1523 w 2254"/>
                  <a:gd name="connsiteY48-52800" fmla="*/ 586 h 4213"/>
                  <a:gd name="connsiteX49-52801" fmla="*/ 1615 w 2254"/>
                  <a:gd name="connsiteY49-52802" fmla="*/ 578 h 4213"/>
                  <a:gd name="connsiteX50-52803" fmla="*/ 1875 w 2254"/>
                  <a:gd name="connsiteY50-52804" fmla="*/ 490 h 4213"/>
                  <a:gd name="connsiteX51-52805" fmla="*/ 2095 w 2254"/>
                  <a:gd name="connsiteY51-52806" fmla="*/ 479 h 4213"/>
                  <a:gd name="connsiteX52-52807" fmla="*/ 2155 w 2254"/>
                  <a:gd name="connsiteY52-52808" fmla="*/ 648 h 4213"/>
                  <a:gd name="connsiteX53-52809" fmla="*/ 2073 w 2254"/>
                  <a:gd name="connsiteY53-52810" fmla="*/ 944 h 4213"/>
                  <a:gd name="connsiteX54-52811" fmla="*/ 2073 w 2254"/>
                  <a:gd name="connsiteY54-52812" fmla="*/ 1022 h 4213"/>
                  <a:gd name="connsiteX55-52813" fmla="*/ 2142 w 2254"/>
                  <a:gd name="connsiteY55-52814" fmla="*/ 1168 h 4213"/>
                  <a:gd name="connsiteX56-52815" fmla="*/ 2157 w 2254"/>
                  <a:gd name="connsiteY56-52816" fmla="*/ 1427 h 4213"/>
                  <a:gd name="connsiteX57-52817" fmla="*/ 2159 w 2254"/>
                  <a:gd name="connsiteY57-52818" fmla="*/ 1617 h 4213"/>
                  <a:gd name="connsiteX58-52819" fmla="*/ 2092 w 2254"/>
                  <a:gd name="connsiteY58-52820" fmla="*/ 1625 h 4213"/>
                  <a:gd name="connsiteX59-52821" fmla="*/ 2070 w 2254"/>
                  <a:gd name="connsiteY59-52822" fmla="*/ 1507 h 4213"/>
                  <a:gd name="connsiteX60-52823" fmla="*/ 2035 w 2254"/>
                  <a:gd name="connsiteY60-52824" fmla="*/ 1450 h 4213"/>
                  <a:gd name="connsiteX61-52825" fmla="*/ 1945 w 2254"/>
                  <a:gd name="connsiteY61-52826" fmla="*/ 1582 h 4213"/>
                  <a:gd name="connsiteX62-52827" fmla="*/ 1832 w 2254"/>
                  <a:gd name="connsiteY62-52828" fmla="*/ 1776 h 4213"/>
                  <a:gd name="connsiteX63-52829" fmla="*/ 1713 w 2254"/>
                  <a:gd name="connsiteY63-52830" fmla="*/ 1904 h 4213"/>
                  <a:gd name="connsiteX64-52831" fmla="*/ 1706 w 2254"/>
                  <a:gd name="connsiteY64-52832" fmla="*/ 2018 h 4213"/>
                  <a:gd name="connsiteX65-52833" fmla="*/ 1766 w 2254"/>
                  <a:gd name="connsiteY65-52834" fmla="*/ 2115 h 4213"/>
                  <a:gd name="connsiteX66-52835" fmla="*/ 1868 w 2254"/>
                  <a:gd name="connsiteY66-52836" fmla="*/ 2183 h 4213"/>
                  <a:gd name="connsiteX67-52837" fmla="*/ 1945 w 2254"/>
                  <a:gd name="connsiteY67-52838" fmla="*/ 2178 h 4213"/>
                  <a:gd name="connsiteX68-52839" fmla="*/ 1990 w 2254"/>
                  <a:gd name="connsiteY68-52840" fmla="*/ 2104 h 4213"/>
                  <a:gd name="connsiteX69-52841" fmla="*/ 2024 w 2254"/>
                  <a:gd name="connsiteY69-52842" fmla="*/ 2210 h 4213"/>
                  <a:gd name="connsiteX70-52843" fmla="*/ 1912 w 2254"/>
                  <a:gd name="connsiteY70-52844" fmla="*/ 2249 h 4213"/>
                  <a:gd name="connsiteX71-52845" fmla="*/ 1959 w 2254"/>
                  <a:gd name="connsiteY71-52846" fmla="*/ 2362 h 4213"/>
                  <a:gd name="connsiteX72-52847" fmla="*/ 1824 w 2254"/>
                  <a:gd name="connsiteY72-52848" fmla="*/ 2509 h 4213"/>
                  <a:gd name="connsiteX73-52849" fmla="*/ 1783 w 2254"/>
                  <a:gd name="connsiteY73-52850" fmla="*/ 2498 h 4213"/>
                  <a:gd name="connsiteX74-52851" fmla="*/ 1659 w 2254"/>
                  <a:gd name="connsiteY74-52852" fmla="*/ 2413 h 4213"/>
                  <a:gd name="connsiteX75-52853" fmla="*/ 1604 w 2254"/>
                  <a:gd name="connsiteY75-52854" fmla="*/ 2412 h 4213"/>
                  <a:gd name="connsiteX76-52855" fmla="*/ 1569 w 2254"/>
                  <a:gd name="connsiteY76-52856" fmla="*/ 2480 h 4213"/>
                  <a:gd name="connsiteX77-52857" fmla="*/ 1572 w 2254"/>
                  <a:gd name="connsiteY77-52858" fmla="*/ 2562 h 4213"/>
                  <a:gd name="connsiteX78-52859" fmla="*/ 1750 w 2254"/>
                  <a:gd name="connsiteY78-52860" fmla="*/ 2730 h 4213"/>
                  <a:gd name="connsiteX79-52861" fmla="*/ 1749 w 2254"/>
                  <a:gd name="connsiteY79-52862" fmla="*/ 2844 h 4213"/>
                  <a:gd name="connsiteX80-52863" fmla="*/ 1840 w 2254"/>
                  <a:gd name="connsiteY80-52864" fmla="*/ 3060 h 4213"/>
                  <a:gd name="connsiteX81-52865" fmla="*/ 1866 w 2254"/>
                  <a:gd name="connsiteY81-52866" fmla="*/ 3090 h 4213"/>
                  <a:gd name="connsiteX82-52867" fmla="*/ 1910 w 2254"/>
                  <a:gd name="connsiteY82-52868" fmla="*/ 3094 h 4213"/>
                  <a:gd name="connsiteX83-52869" fmla="*/ 1956 w 2254"/>
                  <a:gd name="connsiteY83-52870" fmla="*/ 3010 h 4213"/>
                  <a:gd name="connsiteX84-52871" fmla="*/ 2036 w 2254"/>
                  <a:gd name="connsiteY84-52872" fmla="*/ 2950 h 4213"/>
                  <a:gd name="connsiteX85-52873" fmla="*/ 2131 w 2254"/>
                  <a:gd name="connsiteY85-52874" fmla="*/ 3126 h 4213"/>
                  <a:gd name="connsiteX86-52875" fmla="*/ 2241 w 2254"/>
                  <a:gd name="connsiteY86-52876" fmla="*/ 3312 h 4213"/>
                  <a:gd name="connsiteX87-52877" fmla="*/ 2254 w 2254"/>
                  <a:gd name="connsiteY87-52878" fmla="*/ 3342 h 4213"/>
                  <a:gd name="connsiteX88-52879" fmla="*/ 2243 w 2254"/>
                  <a:gd name="connsiteY88-52880" fmla="*/ 3518 h 4213"/>
                  <a:gd name="connsiteX89-52881" fmla="*/ 2208 w 2254"/>
                  <a:gd name="connsiteY89-52882" fmla="*/ 3554 h 4213"/>
                  <a:gd name="connsiteX90-52883" fmla="*/ 2119 w 2254"/>
                  <a:gd name="connsiteY90-52884" fmla="*/ 3515 h 4213"/>
                  <a:gd name="connsiteX91-52885" fmla="*/ 1885 w 2254"/>
                  <a:gd name="connsiteY91-52886" fmla="*/ 3644 h 4213"/>
                  <a:gd name="connsiteX92-52887" fmla="*/ 1859 w 2254"/>
                  <a:gd name="connsiteY92-52888" fmla="*/ 3666 h 4213"/>
                  <a:gd name="connsiteX93-52889" fmla="*/ 1679 w 2254"/>
                  <a:gd name="connsiteY93-52890" fmla="*/ 3812 h 4213"/>
                  <a:gd name="connsiteX94-52891" fmla="*/ 1538 w 2254"/>
                  <a:gd name="connsiteY94-52892" fmla="*/ 3926 h 4213"/>
                  <a:gd name="connsiteX95-52893" fmla="*/ 1503 w 2254"/>
                  <a:gd name="connsiteY95-52894" fmla="*/ 3965 h 4213"/>
                  <a:gd name="connsiteX96-52895" fmla="*/ 1451 w 2254"/>
                  <a:gd name="connsiteY96-52896" fmla="*/ 3973 h 4213"/>
                  <a:gd name="connsiteX97-52897" fmla="*/ 1394 w 2254"/>
                  <a:gd name="connsiteY97-52898" fmla="*/ 3916 h 4213"/>
                  <a:gd name="connsiteX98-52899" fmla="*/ 1270 w 2254"/>
                  <a:gd name="connsiteY98-52900" fmla="*/ 3808 h 4213"/>
                  <a:gd name="connsiteX99-52901" fmla="*/ 1294 w 2254"/>
                  <a:gd name="connsiteY99-52902" fmla="*/ 4064 h 4213"/>
                  <a:gd name="connsiteX100-52903" fmla="*/ 1303 w 2254"/>
                  <a:gd name="connsiteY100-52904" fmla="*/ 4192 h 4213"/>
                  <a:gd name="connsiteX101-52905" fmla="*/ 1041 w 2254"/>
                  <a:gd name="connsiteY101-52906" fmla="*/ 4166 h 4213"/>
                  <a:gd name="connsiteX102-52907" fmla="*/ 959 w 2254"/>
                  <a:gd name="connsiteY102-52908" fmla="*/ 3987 h 4213"/>
                  <a:gd name="connsiteX103-52909" fmla="*/ 877 w 2254"/>
                  <a:gd name="connsiteY103-52910" fmla="*/ 3802 h 4213"/>
                  <a:gd name="connsiteX104-52911" fmla="*/ 798 w 2254"/>
                  <a:gd name="connsiteY104-52912" fmla="*/ 3734 h 4213"/>
                  <a:gd name="connsiteX0-52913" fmla="*/ 798 w 2254"/>
                  <a:gd name="connsiteY0-52914" fmla="*/ 3734 h 4213"/>
                  <a:gd name="connsiteX1-52915" fmla="*/ 679 w 2254"/>
                  <a:gd name="connsiteY1-52916" fmla="*/ 3800 h 4213"/>
                  <a:gd name="connsiteX2-52917" fmla="*/ 695 w 2254"/>
                  <a:gd name="connsiteY2-52918" fmla="*/ 3662 h 4213"/>
                  <a:gd name="connsiteX3-52919" fmla="*/ 633 w 2254"/>
                  <a:gd name="connsiteY3-52920" fmla="*/ 3500 h 4213"/>
                  <a:gd name="connsiteX4-52921" fmla="*/ 742 w 2254"/>
                  <a:gd name="connsiteY4-52922" fmla="*/ 3280 h 4213"/>
                  <a:gd name="connsiteX5-52923" fmla="*/ 932 w 2254"/>
                  <a:gd name="connsiteY5-52924" fmla="*/ 3195 h 4213"/>
                  <a:gd name="connsiteX6-52925" fmla="*/ 1107 w 2254"/>
                  <a:gd name="connsiteY6-52926" fmla="*/ 3058 h 4213"/>
                  <a:gd name="connsiteX7-52927" fmla="*/ 1159 w 2254"/>
                  <a:gd name="connsiteY7-52928" fmla="*/ 2932 h 4213"/>
                  <a:gd name="connsiteX8-52929" fmla="*/ 1215 w 2254"/>
                  <a:gd name="connsiteY8-52930" fmla="*/ 2615 h 4213"/>
                  <a:gd name="connsiteX9-52931" fmla="*/ 1184 w 2254"/>
                  <a:gd name="connsiteY9-52932" fmla="*/ 2346 h 4213"/>
                  <a:gd name="connsiteX10-52933" fmla="*/ 1068 w 2254"/>
                  <a:gd name="connsiteY10-52934" fmla="*/ 2333 h 4213"/>
                  <a:gd name="connsiteX11-52935" fmla="*/ 1066 w 2254"/>
                  <a:gd name="connsiteY11-52936" fmla="*/ 2117 h 4213"/>
                  <a:gd name="connsiteX12-52937" fmla="*/ 990 w 2254"/>
                  <a:gd name="connsiteY12-52938" fmla="*/ 2039 h 4213"/>
                  <a:gd name="connsiteX13-52939" fmla="*/ 847 w 2254"/>
                  <a:gd name="connsiteY13-52940" fmla="*/ 1951 h 4213"/>
                  <a:gd name="connsiteX14-52941" fmla="*/ 755 w 2254"/>
                  <a:gd name="connsiteY14-52942" fmla="*/ 1827 h 4213"/>
                  <a:gd name="connsiteX15-52943" fmla="*/ 659 w 2254"/>
                  <a:gd name="connsiteY15-52944" fmla="*/ 1828 h 4213"/>
                  <a:gd name="connsiteX16-52945" fmla="*/ 614 w 2254"/>
                  <a:gd name="connsiteY16-52946" fmla="*/ 1883 h 4213"/>
                  <a:gd name="connsiteX17-52947" fmla="*/ 521 w 2254"/>
                  <a:gd name="connsiteY17-52948" fmla="*/ 1877 h 4213"/>
                  <a:gd name="connsiteX18-52949" fmla="*/ 501 w 2254"/>
                  <a:gd name="connsiteY18-52950" fmla="*/ 1994 h 4213"/>
                  <a:gd name="connsiteX19-52951" fmla="*/ 320 w 2254"/>
                  <a:gd name="connsiteY19-52952" fmla="*/ 1941 h 4213"/>
                  <a:gd name="connsiteX20-52953" fmla="*/ 237 w 2254"/>
                  <a:gd name="connsiteY20-52954" fmla="*/ 1939 h 4213"/>
                  <a:gd name="connsiteX21-52955" fmla="*/ 112 w 2254"/>
                  <a:gd name="connsiteY21-52956" fmla="*/ 2014 h 4213"/>
                  <a:gd name="connsiteX22-52957" fmla="*/ 0 w 2254"/>
                  <a:gd name="connsiteY22-52958" fmla="*/ 1890 h 4213"/>
                  <a:gd name="connsiteX23-52959" fmla="*/ 94 w 2254"/>
                  <a:gd name="connsiteY23-52960" fmla="*/ 1804 h 4213"/>
                  <a:gd name="connsiteX24-52961" fmla="*/ 98 w 2254"/>
                  <a:gd name="connsiteY24-52962" fmla="*/ 1634 h 4213"/>
                  <a:gd name="connsiteX25-52963" fmla="*/ 153 w 2254"/>
                  <a:gd name="connsiteY25-52964" fmla="*/ 1514 h 4213"/>
                  <a:gd name="connsiteX26-52965" fmla="*/ 196 w 2254"/>
                  <a:gd name="connsiteY26-52966" fmla="*/ 1306 h 4213"/>
                  <a:gd name="connsiteX27-52967" fmla="*/ 256 w 2254"/>
                  <a:gd name="connsiteY27-52968" fmla="*/ 1307 h 4213"/>
                  <a:gd name="connsiteX28-52969" fmla="*/ 579 w 2254"/>
                  <a:gd name="connsiteY28-52970" fmla="*/ 1286 h 4213"/>
                  <a:gd name="connsiteX29-52971" fmla="*/ 753 w 2254"/>
                  <a:gd name="connsiteY29-52972" fmla="*/ 1117 h 4213"/>
                  <a:gd name="connsiteX30-52973" fmla="*/ 822 w 2254"/>
                  <a:gd name="connsiteY30-52974" fmla="*/ 748 h 4213"/>
                  <a:gd name="connsiteX31-52975" fmla="*/ 932 w 2254"/>
                  <a:gd name="connsiteY31-52976" fmla="*/ 486 h 4213"/>
                  <a:gd name="connsiteX32-52977" fmla="*/ 930 w 2254"/>
                  <a:gd name="connsiteY32-52978" fmla="*/ 358 h 4213"/>
                  <a:gd name="connsiteX33-52979" fmla="*/ 917 w 2254"/>
                  <a:gd name="connsiteY33-52980" fmla="*/ 328 h 4213"/>
                  <a:gd name="connsiteX34-52981" fmla="*/ 850 w 2254"/>
                  <a:gd name="connsiteY34-52982" fmla="*/ 251 h 4213"/>
                  <a:gd name="connsiteX35-52983" fmla="*/ 790 w 2254"/>
                  <a:gd name="connsiteY35-52984" fmla="*/ 217 h 4213"/>
                  <a:gd name="connsiteX36-52985" fmla="*/ 915 w 2254"/>
                  <a:gd name="connsiteY36-52986" fmla="*/ 56 h 4213"/>
                  <a:gd name="connsiteX37-52987" fmla="*/ 1088 w 2254"/>
                  <a:gd name="connsiteY37-52988" fmla="*/ 2 h 4213"/>
                  <a:gd name="connsiteX38-52989" fmla="*/ 1120 w 2254"/>
                  <a:gd name="connsiteY38-52990" fmla="*/ 49 h 4213"/>
                  <a:gd name="connsiteX39-52991" fmla="*/ 1110 w 2254"/>
                  <a:gd name="connsiteY39-52992" fmla="*/ 133 h 4213"/>
                  <a:gd name="connsiteX40-52993" fmla="*/ 1049 w 2254"/>
                  <a:gd name="connsiteY40-52994" fmla="*/ 243 h 4213"/>
                  <a:gd name="connsiteX41-52995" fmla="*/ 1119 w 2254"/>
                  <a:gd name="connsiteY41-52996" fmla="*/ 301 h 4213"/>
                  <a:gd name="connsiteX42-52997" fmla="*/ 1233 w 2254"/>
                  <a:gd name="connsiteY42-52998" fmla="*/ 366 h 4213"/>
                  <a:gd name="connsiteX43-52999" fmla="*/ 1253 w 2254"/>
                  <a:gd name="connsiteY43-53000" fmla="*/ 255 h 4213"/>
                  <a:gd name="connsiteX44-53001" fmla="*/ 1387 w 2254"/>
                  <a:gd name="connsiteY44-53002" fmla="*/ 291 h 4213"/>
                  <a:gd name="connsiteX45-53003" fmla="*/ 1412 w 2254"/>
                  <a:gd name="connsiteY45-53004" fmla="*/ 331 h 4213"/>
                  <a:gd name="connsiteX46-53005" fmla="*/ 1488 w 2254"/>
                  <a:gd name="connsiteY46-53006" fmla="*/ 562 h 4213"/>
                  <a:gd name="connsiteX47-53007" fmla="*/ 1523 w 2254"/>
                  <a:gd name="connsiteY47-53008" fmla="*/ 586 h 4213"/>
                  <a:gd name="connsiteX48-53009" fmla="*/ 1615 w 2254"/>
                  <a:gd name="connsiteY48-53010" fmla="*/ 578 h 4213"/>
                  <a:gd name="connsiteX49-53011" fmla="*/ 1875 w 2254"/>
                  <a:gd name="connsiteY49-53012" fmla="*/ 490 h 4213"/>
                  <a:gd name="connsiteX50-53013" fmla="*/ 2095 w 2254"/>
                  <a:gd name="connsiteY50-53014" fmla="*/ 479 h 4213"/>
                  <a:gd name="connsiteX51-53015" fmla="*/ 2155 w 2254"/>
                  <a:gd name="connsiteY51-53016" fmla="*/ 648 h 4213"/>
                  <a:gd name="connsiteX52-53017" fmla="*/ 2073 w 2254"/>
                  <a:gd name="connsiteY52-53018" fmla="*/ 944 h 4213"/>
                  <a:gd name="connsiteX53-53019" fmla="*/ 2073 w 2254"/>
                  <a:gd name="connsiteY53-53020" fmla="*/ 1022 h 4213"/>
                  <a:gd name="connsiteX54-53021" fmla="*/ 2142 w 2254"/>
                  <a:gd name="connsiteY54-53022" fmla="*/ 1168 h 4213"/>
                  <a:gd name="connsiteX55-53023" fmla="*/ 2157 w 2254"/>
                  <a:gd name="connsiteY55-53024" fmla="*/ 1427 h 4213"/>
                  <a:gd name="connsiteX56-53025" fmla="*/ 2159 w 2254"/>
                  <a:gd name="connsiteY56-53026" fmla="*/ 1617 h 4213"/>
                  <a:gd name="connsiteX57-53027" fmla="*/ 2092 w 2254"/>
                  <a:gd name="connsiteY57-53028" fmla="*/ 1625 h 4213"/>
                  <a:gd name="connsiteX58-53029" fmla="*/ 2070 w 2254"/>
                  <a:gd name="connsiteY58-53030" fmla="*/ 1507 h 4213"/>
                  <a:gd name="connsiteX59-53031" fmla="*/ 2035 w 2254"/>
                  <a:gd name="connsiteY59-53032" fmla="*/ 1450 h 4213"/>
                  <a:gd name="connsiteX60-53033" fmla="*/ 1945 w 2254"/>
                  <a:gd name="connsiteY60-53034" fmla="*/ 1582 h 4213"/>
                  <a:gd name="connsiteX61-53035" fmla="*/ 1832 w 2254"/>
                  <a:gd name="connsiteY61-53036" fmla="*/ 1776 h 4213"/>
                  <a:gd name="connsiteX62-53037" fmla="*/ 1713 w 2254"/>
                  <a:gd name="connsiteY62-53038" fmla="*/ 1904 h 4213"/>
                  <a:gd name="connsiteX63-53039" fmla="*/ 1706 w 2254"/>
                  <a:gd name="connsiteY63-53040" fmla="*/ 2018 h 4213"/>
                  <a:gd name="connsiteX64-53041" fmla="*/ 1766 w 2254"/>
                  <a:gd name="connsiteY64-53042" fmla="*/ 2115 h 4213"/>
                  <a:gd name="connsiteX65-53043" fmla="*/ 1868 w 2254"/>
                  <a:gd name="connsiteY65-53044" fmla="*/ 2183 h 4213"/>
                  <a:gd name="connsiteX66-53045" fmla="*/ 1945 w 2254"/>
                  <a:gd name="connsiteY66-53046" fmla="*/ 2178 h 4213"/>
                  <a:gd name="connsiteX67-53047" fmla="*/ 1990 w 2254"/>
                  <a:gd name="connsiteY67-53048" fmla="*/ 2104 h 4213"/>
                  <a:gd name="connsiteX68-53049" fmla="*/ 2024 w 2254"/>
                  <a:gd name="connsiteY68-53050" fmla="*/ 2210 h 4213"/>
                  <a:gd name="connsiteX69-53051" fmla="*/ 1912 w 2254"/>
                  <a:gd name="connsiteY69-53052" fmla="*/ 2249 h 4213"/>
                  <a:gd name="connsiteX70-53053" fmla="*/ 1959 w 2254"/>
                  <a:gd name="connsiteY70-53054" fmla="*/ 2362 h 4213"/>
                  <a:gd name="connsiteX71-53055" fmla="*/ 1824 w 2254"/>
                  <a:gd name="connsiteY71-53056" fmla="*/ 2509 h 4213"/>
                  <a:gd name="connsiteX72-53057" fmla="*/ 1783 w 2254"/>
                  <a:gd name="connsiteY72-53058" fmla="*/ 2498 h 4213"/>
                  <a:gd name="connsiteX73-53059" fmla="*/ 1659 w 2254"/>
                  <a:gd name="connsiteY73-53060" fmla="*/ 2413 h 4213"/>
                  <a:gd name="connsiteX74-53061" fmla="*/ 1604 w 2254"/>
                  <a:gd name="connsiteY74-53062" fmla="*/ 2412 h 4213"/>
                  <a:gd name="connsiteX75-53063" fmla="*/ 1569 w 2254"/>
                  <a:gd name="connsiteY75-53064" fmla="*/ 2480 h 4213"/>
                  <a:gd name="connsiteX76-53065" fmla="*/ 1572 w 2254"/>
                  <a:gd name="connsiteY76-53066" fmla="*/ 2562 h 4213"/>
                  <a:gd name="connsiteX77-53067" fmla="*/ 1750 w 2254"/>
                  <a:gd name="connsiteY77-53068" fmla="*/ 2730 h 4213"/>
                  <a:gd name="connsiteX78-53069" fmla="*/ 1749 w 2254"/>
                  <a:gd name="connsiteY78-53070" fmla="*/ 2844 h 4213"/>
                  <a:gd name="connsiteX79-53071" fmla="*/ 1840 w 2254"/>
                  <a:gd name="connsiteY79-53072" fmla="*/ 3060 h 4213"/>
                  <a:gd name="connsiteX80-53073" fmla="*/ 1866 w 2254"/>
                  <a:gd name="connsiteY80-53074" fmla="*/ 3090 h 4213"/>
                  <a:gd name="connsiteX81-53075" fmla="*/ 1910 w 2254"/>
                  <a:gd name="connsiteY81-53076" fmla="*/ 3094 h 4213"/>
                  <a:gd name="connsiteX82-53077" fmla="*/ 1956 w 2254"/>
                  <a:gd name="connsiteY82-53078" fmla="*/ 3010 h 4213"/>
                  <a:gd name="connsiteX83-53079" fmla="*/ 2036 w 2254"/>
                  <a:gd name="connsiteY83-53080" fmla="*/ 2950 h 4213"/>
                  <a:gd name="connsiteX84-53081" fmla="*/ 2131 w 2254"/>
                  <a:gd name="connsiteY84-53082" fmla="*/ 3126 h 4213"/>
                  <a:gd name="connsiteX85-53083" fmla="*/ 2241 w 2254"/>
                  <a:gd name="connsiteY85-53084" fmla="*/ 3312 h 4213"/>
                  <a:gd name="connsiteX86-53085" fmla="*/ 2254 w 2254"/>
                  <a:gd name="connsiteY86-53086" fmla="*/ 3342 h 4213"/>
                  <a:gd name="connsiteX87-53087" fmla="*/ 2243 w 2254"/>
                  <a:gd name="connsiteY87-53088" fmla="*/ 3518 h 4213"/>
                  <a:gd name="connsiteX88-53089" fmla="*/ 2208 w 2254"/>
                  <a:gd name="connsiteY88-53090" fmla="*/ 3554 h 4213"/>
                  <a:gd name="connsiteX89-53091" fmla="*/ 2119 w 2254"/>
                  <a:gd name="connsiteY89-53092" fmla="*/ 3515 h 4213"/>
                  <a:gd name="connsiteX90-53093" fmla="*/ 1885 w 2254"/>
                  <a:gd name="connsiteY90-53094" fmla="*/ 3644 h 4213"/>
                  <a:gd name="connsiteX91-53095" fmla="*/ 1859 w 2254"/>
                  <a:gd name="connsiteY91-53096" fmla="*/ 3666 h 4213"/>
                  <a:gd name="connsiteX92-53097" fmla="*/ 1679 w 2254"/>
                  <a:gd name="connsiteY92-53098" fmla="*/ 3812 h 4213"/>
                  <a:gd name="connsiteX93-53099" fmla="*/ 1538 w 2254"/>
                  <a:gd name="connsiteY93-53100" fmla="*/ 3926 h 4213"/>
                  <a:gd name="connsiteX94-53101" fmla="*/ 1503 w 2254"/>
                  <a:gd name="connsiteY94-53102" fmla="*/ 3965 h 4213"/>
                  <a:gd name="connsiteX95-53103" fmla="*/ 1451 w 2254"/>
                  <a:gd name="connsiteY95-53104" fmla="*/ 3973 h 4213"/>
                  <a:gd name="connsiteX96-53105" fmla="*/ 1394 w 2254"/>
                  <a:gd name="connsiteY96-53106" fmla="*/ 3916 h 4213"/>
                  <a:gd name="connsiteX97-53107" fmla="*/ 1270 w 2254"/>
                  <a:gd name="connsiteY97-53108" fmla="*/ 3808 h 4213"/>
                  <a:gd name="connsiteX98-53109" fmla="*/ 1294 w 2254"/>
                  <a:gd name="connsiteY98-53110" fmla="*/ 4064 h 4213"/>
                  <a:gd name="connsiteX99-53111" fmla="*/ 1303 w 2254"/>
                  <a:gd name="connsiteY99-53112" fmla="*/ 4192 h 4213"/>
                  <a:gd name="connsiteX100-53113" fmla="*/ 1041 w 2254"/>
                  <a:gd name="connsiteY100-53114" fmla="*/ 4166 h 4213"/>
                  <a:gd name="connsiteX101-53115" fmla="*/ 959 w 2254"/>
                  <a:gd name="connsiteY101-53116" fmla="*/ 3987 h 4213"/>
                  <a:gd name="connsiteX102-53117" fmla="*/ 877 w 2254"/>
                  <a:gd name="connsiteY102-53118" fmla="*/ 3802 h 4213"/>
                  <a:gd name="connsiteX103-53119" fmla="*/ 798 w 2254"/>
                  <a:gd name="connsiteY103-53120" fmla="*/ 3734 h 4213"/>
                  <a:gd name="connsiteX0-53121" fmla="*/ 798 w 2254"/>
                  <a:gd name="connsiteY0-53122" fmla="*/ 3734 h 4213"/>
                  <a:gd name="connsiteX1-53123" fmla="*/ 679 w 2254"/>
                  <a:gd name="connsiteY1-53124" fmla="*/ 3800 h 4213"/>
                  <a:gd name="connsiteX2-53125" fmla="*/ 695 w 2254"/>
                  <a:gd name="connsiteY2-53126" fmla="*/ 3662 h 4213"/>
                  <a:gd name="connsiteX3-53127" fmla="*/ 633 w 2254"/>
                  <a:gd name="connsiteY3-53128" fmla="*/ 3500 h 4213"/>
                  <a:gd name="connsiteX4-53129" fmla="*/ 742 w 2254"/>
                  <a:gd name="connsiteY4-53130" fmla="*/ 3280 h 4213"/>
                  <a:gd name="connsiteX5-53131" fmla="*/ 932 w 2254"/>
                  <a:gd name="connsiteY5-53132" fmla="*/ 3195 h 4213"/>
                  <a:gd name="connsiteX6-53133" fmla="*/ 1107 w 2254"/>
                  <a:gd name="connsiteY6-53134" fmla="*/ 3058 h 4213"/>
                  <a:gd name="connsiteX7-53135" fmla="*/ 1159 w 2254"/>
                  <a:gd name="connsiteY7-53136" fmla="*/ 2932 h 4213"/>
                  <a:gd name="connsiteX8-53137" fmla="*/ 1169 w 2254"/>
                  <a:gd name="connsiteY8-53138" fmla="*/ 2932 h 4213"/>
                  <a:gd name="connsiteX9-53139" fmla="*/ 1215 w 2254"/>
                  <a:gd name="connsiteY9-53140" fmla="*/ 2615 h 4213"/>
                  <a:gd name="connsiteX10-53141" fmla="*/ 1184 w 2254"/>
                  <a:gd name="connsiteY10-53142" fmla="*/ 2346 h 4213"/>
                  <a:gd name="connsiteX11-53143" fmla="*/ 1068 w 2254"/>
                  <a:gd name="connsiteY11-53144" fmla="*/ 2333 h 4213"/>
                  <a:gd name="connsiteX12-53145" fmla="*/ 1066 w 2254"/>
                  <a:gd name="connsiteY12-53146" fmla="*/ 2117 h 4213"/>
                  <a:gd name="connsiteX13-53147" fmla="*/ 990 w 2254"/>
                  <a:gd name="connsiteY13-53148" fmla="*/ 2039 h 4213"/>
                  <a:gd name="connsiteX14-53149" fmla="*/ 847 w 2254"/>
                  <a:gd name="connsiteY14-53150" fmla="*/ 1951 h 4213"/>
                  <a:gd name="connsiteX15-53151" fmla="*/ 755 w 2254"/>
                  <a:gd name="connsiteY15-53152" fmla="*/ 1827 h 4213"/>
                  <a:gd name="connsiteX16-53153" fmla="*/ 659 w 2254"/>
                  <a:gd name="connsiteY16-53154" fmla="*/ 1828 h 4213"/>
                  <a:gd name="connsiteX17-53155" fmla="*/ 614 w 2254"/>
                  <a:gd name="connsiteY17-53156" fmla="*/ 1883 h 4213"/>
                  <a:gd name="connsiteX18-53157" fmla="*/ 521 w 2254"/>
                  <a:gd name="connsiteY18-53158" fmla="*/ 1877 h 4213"/>
                  <a:gd name="connsiteX19-53159" fmla="*/ 501 w 2254"/>
                  <a:gd name="connsiteY19-53160" fmla="*/ 1994 h 4213"/>
                  <a:gd name="connsiteX20-53161" fmla="*/ 320 w 2254"/>
                  <a:gd name="connsiteY20-53162" fmla="*/ 1941 h 4213"/>
                  <a:gd name="connsiteX21-53163" fmla="*/ 237 w 2254"/>
                  <a:gd name="connsiteY21-53164" fmla="*/ 1939 h 4213"/>
                  <a:gd name="connsiteX22-53165" fmla="*/ 112 w 2254"/>
                  <a:gd name="connsiteY22-53166" fmla="*/ 2014 h 4213"/>
                  <a:gd name="connsiteX23-53167" fmla="*/ 0 w 2254"/>
                  <a:gd name="connsiteY23-53168" fmla="*/ 1890 h 4213"/>
                  <a:gd name="connsiteX24-53169" fmla="*/ 94 w 2254"/>
                  <a:gd name="connsiteY24-53170" fmla="*/ 1804 h 4213"/>
                  <a:gd name="connsiteX25-53171" fmla="*/ 98 w 2254"/>
                  <a:gd name="connsiteY25-53172" fmla="*/ 1634 h 4213"/>
                  <a:gd name="connsiteX26-53173" fmla="*/ 153 w 2254"/>
                  <a:gd name="connsiteY26-53174" fmla="*/ 1514 h 4213"/>
                  <a:gd name="connsiteX27-53175" fmla="*/ 196 w 2254"/>
                  <a:gd name="connsiteY27-53176" fmla="*/ 1306 h 4213"/>
                  <a:gd name="connsiteX28-53177" fmla="*/ 256 w 2254"/>
                  <a:gd name="connsiteY28-53178" fmla="*/ 1307 h 4213"/>
                  <a:gd name="connsiteX29-53179" fmla="*/ 579 w 2254"/>
                  <a:gd name="connsiteY29-53180" fmla="*/ 1286 h 4213"/>
                  <a:gd name="connsiteX30-53181" fmla="*/ 753 w 2254"/>
                  <a:gd name="connsiteY30-53182" fmla="*/ 1117 h 4213"/>
                  <a:gd name="connsiteX31-53183" fmla="*/ 822 w 2254"/>
                  <a:gd name="connsiteY31-53184" fmla="*/ 748 h 4213"/>
                  <a:gd name="connsiteX32-53185" fmla="*/ 932 w 2254"/>
                  <a:gd name="connsiteY32-53186" fmla="*/ 486 h 4213"/>
                  <a:gd name="connsiteX33-53187" fmla="*/ 930 w 2254"/>
                  <a:gd name="connsiteY33-53188" fmla="*/ 358 h 4213"/>
                  <a:gd name="connsiteX34-53189" fmla="*/ 917 w 2254"/>
                  <a:gd name="connsiteY34-53190" fmla="*/ 328 h 4213"/>
                  <a:gd name="connsiteX35-53191" fmla="*/ 850 w 2254"/>
                  <a:gd name="connsiteY35-53192" fmla="*/ 251 h 4213"/>
                  <a:gd name="connsiteX36-53193" fmla="*/ 790 w 2254"/>
                  <a:gd name="connsiteY36-53194" fmla="*/ 217 h 4213"/>
                  <a:gd name="connsiteX37-53195" fmla="*/ 915 w 2254"/>
                  <a:gd name="connsiteY37-53196" fmla="*/ 56 h 4213"/>
                  <a:gd name="connsiteX38-53197" fmla="*/ 1088 w 2254"/>
                  <a:gd name="connsiteY38-53198" fmla="*/ 2 h 4213"/>
                  <a:gd name="connsiteX39-53199" fmla="*/ 1120 w 2254"/>
                  <a:gd name="connsiteY39-53200" fmla="*/ 49 h 4213"/>
                  <a:gd name="connsiteX40-53201" fmla="*/ 1110 w 2254"/>
                  <a:gd name="connsiteY40-53202" fmla="*/ 133 h 4213"/>
                  <a:gd name="connsiteX41-53203" fmla="*/ 1049 w 2254"/>
                  <a:gd name="connsiteY41-53204" fmla="*/ 243 h 4213"/>
                  <a:gd name="connsiteX42-53205" fmla="*/ 1119 w 2254"/>
                  <a:gd name="connsiteY42-53206" fmla="*/ 301 h 4213"/>
                  <a:gd name="connsiteX43-53207" fmla="*/ 1233 w 2254"/>
                  <a:gd name="connsiteY43-53208" fmla="*/ 366 h 4213"/>
                  <a:gd name="connsiteX44-53209" fmla="*/ 1253 w 2254"/>
                  <a:gd name="connsiteY44-53210" fmla="*/ 255 h 4213"/>
                  <a:gd name="connsiteX45-53211" fmla="*/ 1387 w 2254"/>
                  <a:gd name="connsiteY45-53212" fmla="*/ 291 h 4213"/>
                  <a:gd name="connsiteX46-53213" fmla="*/ 1412 w 2254"/>
                  <a:gd name="connsiteY46-53214" fmla="*/ 331 h 4213"/>
                  <a:gd name="connsiteX47-53215" fmla="*/ 1488 w 2254"/>
                  <a:gd name="connsiteY47-53216" fmla="*/ 562 h 4213"/>
                  <a:gd name="connsiteX48-53217" fmla="*/ 1523 w 2254"/>
                  <a:gd name="connsiteY48-53218" fmla="*/ 586 h 4213"/>
                  <a:gd name="connsiteX49-53219" fmla="*/ 1615 w 2254"/>
                  <a:gd name="connsiteY49-53220" fmla="*/ 578 h 4213"/>
                  <a:gd name="connsiteX50-53221" fmla="*/ 1875 w 2254"/>
                  <a:gd name="connsiteY50-53222" fmla="*/ 490 h 4213"/>
                  <a:gd name="connsiteX51-53223" fmla="*/ 2095 w 2254"/>
                  <a:gd name="connsiteY51-53224" fmla="*/ 479 h 4213"/>
                  <a:gd name="connsiteX52-53225" fmla="*/ 2155 w 2254"/>
                  <a:gd name="connsiteY52-53226" fmla="*/ 648 h 4213"/>
                  <a:gd name="connsiteX53-53227" fmla="*/ 2073 w 2254"/>
                  <a:gd name="connsiteY53-53228" fmla="*/ 944 h 4213"/>
                  <a:gd name="connsiteX54-53229" fmla="*/ 2073 w 2254"/>
                  <a:gd name="connsiteY54-53230" fmla="*/ 1022 h 4213"/>
                  <a:gd name="connsiteX55-53231" fmla="*/ 2142 w 2254"/>
                  <a:gd name="connsiteY55-53232" fmla="*/ 1168 h 4213"/>
                  <a:gd name="connsiteX56-53233" fmla="*/ 2157 w 2254"/>
                  <a:gd name="connsiteY56-53234" fmla="*/ 1427 h 4213"/>
                  <a:gd name="connsiteX57-53235" fmla="*/ 2159 w 2254"/>
                  <a:gd name="connsiteY57-53236" fmla="*/ 1617 h 4213"/>
                  <a:gd name="connsiteX58-53237" fmla="*/ 2092 w 2254"/>
                  <a:gd name="connsiteY58-53238" fmla="*/ 1625 h 4213"/>
                  <a:gd name="connsiteX59-53239" fmla="*/ 2070 w 2254"/>
                  <a:gd name="connsiteY59-53240" fmla="*/ 1507 h 4213"/>
                  <a:gd name="connsiteX60-53241" fmla="*/ 2035 w 2254"/>
                  <a:gd name="connsiteY60-53242" fmla="*/ 1450 h 4213"/>
                  <a:gd name="connsiteX61-53243" fmla="*/ 1945 w 2254"/>
                  <a:gd name="connsiteY61-53244" fmla="*/ 1582 h 4213"/>
                  <a:gd name="connsiteX62-53245" fmla="*/ 1832 w 2254"/>
                  <a:gd name="connsiteY62-53246" fmla="*/ 1776 h 4213"/>
                  <a:gd name="connsiteX63-53247" fmla="*/ 1713 w 2254"/>
                  <a:gd name="connsiteY63-53248" fmla="*/ 1904 h 4213"/>
                  <a:gd name="connsiteX64-53249" fmla="*/ 1706 w 2254"/>
                  <a:gd name="connsiteY64-53250" fmla="*/ 2018 h 4213"/>
                  <a:gd name="connsiteX65-53251" fmla="*/ 1766 w 2254"/>
                  <a:gd name="connsiteY65-53252" fmla="*/ 2115 h 4213"/>
                  <a:gd name="connsiteX66-53253" fmla="*/ 1868 w 2254"/>
                  <a:gd name="connsiteY66-53254" fmla="*/ 2183 h 4213"/>
                  <a:gd name="connsiteX67-53255" fmla="*/ 1945 w 2254"/>
                  <a:gd name="connsiteY67-53256" fmla="*/ 2178 h 4213"/>
                  <a:gd name="connsiteX68-53257" fmla="*/ 1990 w 2254"/>
                  <a:gd name="connsiteY68-53258" fmla="*/ 2104 h 4213"/>
                  <a:gd name="connsiteX69-53259" fmla="*/ 2024 w 2254"/>
                  <a:gd name="connsiteY69-53260" fmla="*/ 2210 h 4213"/>
                  <a:gd name="connsiteX70-53261" fmla="*/ 1912 w 2254"/>
                  <a:gd name="connsiteY70-53262" fmla="*/ 2249 h 4213"/>
                  <a:gd name="connsiteX71-53263" fmla="*/ 1959 w 2254"/>
                  <a:gd name="connsiteY71-53264" fmla="*/ 2362 h 4213"/>
                  <a:gd name="connsiteX72-53265" fmla="*/ 1824 w 2254"/>
                  <a:gd name="connsiteY72-53266" fmla="*/ 2509 h 4213"/>
                  <a:gd name="connsiteX73-53267" fmla="*/ 1783 w 2254"/>
                  <a:gd name="connsiteY73-53268" fmla="*/ 2498 h 4213"/>
                  <a:gd name="connsiteX74-53269" fmla="*/ 1659 w 2254"/>
                  <a:gd name="connsiteY74-53270" fmla="*/ 2413 h 4213"/>
                  <a:gd name="connsiteX75-53271" fmla="*/ 1604 w 2254"/>
                  <a:gd name="connsiteY75-53272" fmla="*/ 2412 h 4213"/>
                  <a:gd name="connsiteX76-53273" fmla="*/ 1569 w 2254"/>
                  <a:gd name="connsiteY76-53274" fmla="*/ 2480 h 4213"/>
                  <a:gd name="connsiteX77-53275" fmla="*/ 1572 w 2254"/>
                  <a:gd name="connsiteY77-53276" fmla="*/ 2562 h 4213"/>
                  <a:gd name="connsiteX78-53277" fmla="*/ 1750 w 2254"/>
                  <a:gd name="connsiteY78-53278" fmla="*/ 2730 h 4213"/>
                  <a:gd name="connsiteX79-53279" fmla="*/ 1749 w 2254"/>
                  <a:gd name="connsiteY79-53280" fmla="*/ 2844 h 4213"/>
                  <a:gd name="connsiteX80-53281" fmla="*/ 1840 w 2254"/>
                  <a:gd name="connsiteY80-53282" fmla="*/ 3060 h 4213"/>
                  <a:gd name="connsiteX81-53283" fmla="*/ 1866 w 2254"/>
                  <a:gd name="connsiteY81-53284" fmla="*/ 3090 h 4213"/>
                  <a:gd name="connsiteX82-53285" fmla="*/ 1910 w 2254"/>
                  <a:gd name="connsiteY82-53286" fmla="*/ 3094 h 4213"/>
                  <a:gd name="connsiteX83-53287" fmla="*/ 1956 w 2254"/>
                  <a:gd name="connsiteY83-53288" fmla="*/ 3010 h 4213"/>
                  <a:gd name="connsiteX84-53289" fmla="*/ 2036 w 2254"/>
                  <a:gd name="connsiteY84-53290" fmla="*/ 2950 h 4213"/>
                  <a:gd name="connsiteX85-53291" fmla="*/ 2131 w 2254"/>
                  <a:gd name="connsiteY85-53292" fmla="*/ 3126 h 4213"/>
                  <a:gd name="connsiteX86-53293" fmla="*/ 2241 w 2254"/>
                  <a:gd name="connsiteY86-53294" fmla="*/ 3312 h 4213"/>
                  <a:gd name="connsiteX87-53295" fmla="*/ 2254 w 2254"/>
                  <a:gd name="connsiteY87-53296" fmla="*/ 3342 h 4213"/>
                  <a:gd name="connsiteX88-53297" fmla="*/ 2243 w 2254"/>
                  <a:gd name="connsiteY88-53298" fmla="*/ 3518 h 4213"/>
                  <a:gd name="connsiteX89-53299" fmla="*/ 2208 w 2254"/>
                  <a:gd name="connsiteY89-53300" fmla="*/ 3554 h 4213"/>
                  <a:gd name="connsiteX90-53301" fmla="*/ 2119 w 2254"/>
                  <a:gd name="connsiteY90-53302" fmla="*/ 3515 h 4213"/>
                  <a:gd name="connsiteX91-53303" fmla="*/ 1885 w 2254"/>
                  <a:gd name="connsiteY91-53304" fmla="*/ 3644 h 4213"/>
                  <a:gd name="connsiteX92-53305" fmla="*/ 1859 w 2254"/>
                  <a:gd name="connsiteY92-53306" fmla="*/ 3666 h 4213"/>
                  <a:gd name="connsiteX93-53307" fmla="*/ 1679 w 2254"/>
                  <a:gd name="connsiteY93-53308" fmla="*/ 3812 h 4213"/>
                  <a:gd name="connsiteX94-53309" fmla="*/ 1538 w 2254"/>
                  <a:gd name="connsiteY94-53310" fmla="*/ 3926 h 4213"/>
                  <a:gd name="connsiteX95-53311" fmla="*/ 1503 w 2254"/>
                  <a:gd name="connsiteY95-53312" fmla="*/ 3965 h 4213"/>
                  <a:gd name="connsiteX96-53313" fmla="*/ 1451 w 2254"/>
                  <a:gd name="connsiteY96-53314" fmla="*/ 3973 h 4213"/>
                  <a:gd name="connsiteX97-53315" fmla="*/ 1394 w 2254"/>
                  <a:gd name="connsiteY97-53316" fmla="*/ 3916 h 4213"/>
                  <a:gd name="connsiteX98-53317" fmla="*/ 1270 w 2254"/>
                  <a:gd name="connsiteY98-53318" fmla="*/ 3808 h 4213"/>
                  <a:gd name="connsiteX99-53319" fmla="*/ 1294 w 2254"/>
                  <a:gd name="connsiteY99-53320" fmla="*/ 4064 h 4213"/>
                  <a:gd name="connsiteX100-53321" fmla="*/ 1303 w 2254"/>
                  <a:gd name="connsiteY100-53322" fmla="*/ 4192 h 4213"/>
                  <a:gd name="connsiteX101-53323" fmla="*/ 1041 w 2254"/>
                  <a:gd name="connsiteY101-53324" fmla="*/ 4166 h 4213"/>
                  <a:gd name="connsiteX102-53325" fmla="*/ 959 w 2254"/>
                  <a:gd name="connsiteY102-53326" fmla="*/ 3987 h 4213"/>
                  <a:gd name="connsiteX103-53327" fmla="*/ 877 w 2254"/>
                  <a:gd name="connsiteY103-53328" fmla="*/ 3802 h 4213"/>
                  <a:gd name="connsiteX104-53329" fmla="*/ 798 w 2254"/>
                  <a:gd name="connsiteY104-53330" fmla="*/ 3734 h 4213"/>
                  <a:gd name="connsiteX0-53331" fmla="*/ 798 w 2254"/>
                  <a:gd name="connsiteY0-53332" fmla="*/ 3734 h 4213"/>
                  <a:gd name="connsiteX1-53333" fmla="*/ 679 w 2254"/>
                  <a:gd name="connsiteY1-53334" fmla="*/ 3800 h 4213"/>
                  <a:gd name="connsiteX2-53335" fmla="*/ 695 w 2254"/>
                  <a:gd name="connsiteY2-53336" fmla="*/ 3662 h 4213"/>
                  <a:gd name="connsiteX3-53337" fmla="*/ 633 w 2254"/>
                  <a:gd name="connsiteY3-53338" fmla="*/ 3500 h 4213"/>
                  <a:gd name="connsiteX4-53339" fmla="*/ 742 w 2254"/>
                  <a:gd name="connsiteY4-53340" fmla="*/ 3280 h 4213"/>
                  <a:gd name="connsiteX5-53341" fmla="*/ 932 w 2254"/>
                  <a:gd name="connsiteY5-53342" fmla="*/ 3195 h 4213"/>
                  <a:gd name="connsiteX6-53343" fmla="*/ 1107 w 2254"/>
                  <a:gd name="connsiteY6-53344" fmla="*/ 3058 h 4213"/>
                  <a:gd name="connsiteX7-53345" fmla="*/ 1159 w 2254"/>
                  <a:gd name="connsiteY7-53346" fmla="*/ 2932 h 4213"/>
                  <a:gd name="connsiteX8-53347" fmla="*/ 1169 w 2254"/>
                  <a:gd name="connsiteY8-53348" fmla="*/ 2932 h 4213"/>
                  <a:gd name="connsiteX9-53349" fmla="*/ 1107 w 2254"/>
                  <a:gd name="connsiteY9-53350" fmla="*/ 2860 h 4213"/>
                  <a:gd name="connsiteX10-53351" fmla="*/ 1215 w 2254"/>
                  <a:gd name="connsiteY10-53352" fmla="*/ 2615 h 4213"/>
                  <a:gd name="connsiteX11-53353" fmla="*/ 1184 w 2254"/>
                  <a:gd name="connsiteY11-53354" fmla="*/ 2346 h 4213"/>
                  <a:gd name="connsiteX12-53355" fmla="*/ 1068 w 2254"/>
                  <a:gd name="connsiteY12-53356" fmla="*/ 2333 h 4213"/>
                  <a:gd name="connsiteX13-53357" fmla="*/ 1066 w 2254"/>
                  <a:gd name="connsiteY13-53358" fmla="*/ 2117 h 4213"/>
                  <a:gd name="connsiteX14-53359" fmla="*/ 990 w 2254"/>
                  <a:gd name="connsiteY14-53360" fmla="*/ 2039 h 4213"/>
                  <a:gd name="connsiteX15-53361" fmla="*/ 847 w 2254"/>
                  <a:gd name="connsiteY15-53362" fmla="*/ 1951 h 4213"/>
                  <a:gd name="connsiteX16-53363" fmla="*/ 755 w 2254"/>
                  <a:gd name="connsiteY16-53364" fmla="*/ 1827 h 4213"/>
                  <a:gd name="connsiteX17-53365" fmla="*/ 659 w 2254"/>
                  <a:gd name="connsiteY17-53366" fmla="*/ 1828 h 4213"/>
                  <a:gd name="connsiteX18-53367" fmla="*/ 614 w 2254"/>
                  <a:gd name="connsiteY18-53368" fmla="*/ 1883 h 4213"/>
                  <a:gd name="connsiteX19-53369" fmla="*/ 521 w 2254"/>
                  <a:gd name="connsiteY19-53370" fmla="*/ 1877 h 4213"/>
                  <a:gd name="connsiteX20-53371" fmla="*/ 501 w 2254"/>
                  <a:gd name="connsiteY20-53372" fmla="*/ 1994 h 4213"/>
                  <a:gd name="connsiteX21-53373" fmla="*/ 320 w 2254"/>
                  <a:gd name="connsiteY21-53374" fmla="*/ 1941 h 4213"/>
                  <a:gd name="connsiteX22-53375" fmla="*/ 237 w 2254"/>
                  <a:gd name="connsiteY22-53376" fmla="*/ 1939 h 4213"/>
                  <a:gd name="connsiteX23-53377" fmla="*/ 112 w 2254"/>
                  <a:gd name="connsiteY23-53378" fmla="*/ 2014 h 4213"/>
                  <a:gd name="connsiteX24-53379" fmla="*/ 0 w 2254"/>
                  <a:gd name="connsiteY24-53380" fmla="*/ 1890 h 4213"/>
                  <a:gd name="connsiteX25-53381" fmla="*/ 94 w 2254"/>
                  <a:gd name="connsiteY25-53382" fmla="*/ 1804 h 4213"/>
                  <a:gd name="connsiteX26-53383" fmla="*/ 98 w 2254"/>
                  <a:gd name="connsiteY26-53384" fmla="*/ 1634 h 4213"/>
                  <a:gd name="connsiteX27-53385" fmla="*/ 153 w 2254"/>
                  <a:gd name="connsiteY27-53386" fmla="*/ 1514 h 4213"/>
                  <a:gd name="connsiteX28-53387" fmla="*/ 196 w 2254"/>
                  <a:gd name="connsiteY28-53388" fmla="*/ 1306 h 4213"/>
                  <a:gd name="connsiteX29-53389" fmla="*/ 256 w 2254"/>
                  <a:gd name="connsiteY29-53390" fmla="*/ 1307 h 4213"/>
                  <a:gd name="connsiteX30-53391" fmla="*/ 579 w 2254"/>
                  <a:gd name="connsiteY30-53392" fmla="*/ 1286 h 4213"/>
                  <a:gd name="connsiteX31-53393" fmla="*/ 753 w 2254"/>
                  <a:gd name="connsiteY31-53394" fmla="*/ 1117 h 4213"/>
                  <a:gd name="connsiteX32-53395" fmla="*/ 822 w 2254"/>
                  <a:gd name="connsiteY32-53396" fmla="*/ 748 h 4213"/>
                  <a:gd name="connsiteX33-53397" fmla="*/ 932 w 2254"/>
                  <a:gd name="connsiteY33-53398" fmla="*/ 486 h 4213"/>
                  <a:gd name="connsiteX34-53399" fmla="*/ 930 w 2254"/>
                  <a:gd name="connsiteY34-53400" fmla="*/ 358 h 4213"/>
                  <a:gd name="connsiteX35-53401" fmla="*/ 917 w 2254"/>
                  <a:gd name="connsiteY35-53402" fmla="*/ 328 h 4213"/>
                  <a:gd name="connsiteX36-53403" fmla="*/ 850 w 2254"/>
                  <a:gd name="connsiteY36-53404" fmla="*/ 251 h 4213"/>
                  <a:gd name="connsiteX37-53405" fmla="*/ 790 w 2254"/>
                  <a:gd name="connsiteY37-53406" fmla="*/ 217 h 4213"/>
                  <a:gd name="connsiteX38-53407" fmla="*/ 915 w 2254"/>
                  <a:gd name="connsiteY38-53408" fmla="*/ 56 h 4213"/>
                  <a:gd name="connsiteX39-53409" fmla="*/ 1088 w 2254"/>
                  <a:gd name="connsiteY39-53410" fmla="*/ 2 h 4213"/>
                  <a:gd name="connsiteX40-53411" fmla="*/ 1120 w 2254"/>
                  <a:gd name="connsiteY40-53412" fmla="*/ 49 h 4213"/>
                  <a:gd name="connsiteX41-53413" fmla="*/ 1110 w 2254"/>
                  <a:gd name="connsiteY41-53414" fmla="*/ 133 h 4213"/>
                  <a:gd name="connsiteX42-53415" fmla="*/ 1049 w 2254"/>
                  <a:gd name="connsiteY42-53416" fmla="*/ 243 h 4213"/>
                  <a:gd name="connsiteX43-53417" fmla="*/ 1119 w 2254"/>
                  <a:gd name="connsiteY43-53418" fmla="*/ 301 h 4213"/>
                  <a:gd name="connsiteX44-53419" fmla="*/ 1233 w 2254"/>
                  <a:gd name="connsiteY44-53420" fmla="*/ 366 h 4213"/>
                  <a:gd name="connsiteX45-53421" fmla="*/ 1253 w 2254"/>
                  <a:gd name="connsiteY45-53422" fmla="*/ 255 h 4213"/>
                  <a:gd name="connsiteX46-53423" fmla="*/ 1387 w 2254"/>
                  <a:gd name="connsiteY46-53424" fmla="*/ 291 h 4213"/>
                  <a:gd name="connsiteX47-53425" fmla="*/ 1412 w 2254"/>
                  <a:gd name="connsiteY47-53426" fmla="*/ 331 h 4213"/>
                  <a:gd name="connsiteX48-53427" fmla="*/ 1488 w 2254"/>
                  <a:gd name="connsiteY48-53428" fmla="*/ 562 h 4213"/>
                  <a:gd name="connsiteX49-53429" fmla="*/ 1523 w 2254"/>
                  <a:gd name="connsiteY49-53430" fmla="*/ 586 h 4213"/>
                  <a:gd name="connsiteX50-53431" fmla="*/ 1615 w 2254"/>
                  <a:gd name="connsiteY50-53432" fmla="*/ 578 h 4213"/>
                  <a:gd name="connsiteX51-53433" fmla="*/ 1875 w 2254"/>
                  <a:gd name="connsiteY51-53434" fmla="*/ 490 h 4213"/>
                  <a:gd name="connsiteX52-53435" fmla="*/ 2095 w 2254"/>
                  <a:gd name="connsiteY52-53436" fmla="*/ 479 h 4213"/>
                  <a:gd name="connsiteX53-53437" fmla="*/ 2155 w 2254"/>
                  <a:gd name="connsiteY53-53438" fmla="*/ 648 h 4213"/>
                  <a:gd name="connsiteX54-53439" fmla="*/ 2073 w 2254"/>
                  <a:gd name="connsiteY54-53440" fmla="*/ 944 h 4213"/>
                  <a:gd name="connsiteX55-53441" fmla="*/ 2073 w 2254"/>
                  <a:gd name="connsiteY55-53442" fmla="*/ 1022 h 4213"/>
                  <a:gd name="connsiteX56-53443" fmla="*/ 2142 w 2254"/>
                  <a:gd name="connsiteY56-53444" fmla="*/ 1168 h 4213"/>
                  <a:gd name="connsiteX57-53445" fmla="*/ 2157 w 2254"/>
                  <a:gd name="connsiteY57-53446" fmla="*/ 1427 h 4213"/>
                  <a:gd name="connsiteX58-53447" fmla="*/ 2159 w 2254"/>
                  <a:gd name="connsiteY58-53448" fmla="*/ 1617 h 4213"/>
                  <a:gd name="connsiteX59-53449" fmla="*/ 2092 w 2254"/>
                  <a:gd name="connsiteY59-53450" fmla="*/ 1625 h 4213"/>
                  <a:gd name="connsiteX60-53451" fmla="*/ 2070 w 2254"/>
                  <a:gd name="connsiteY60-53452" fmla="*/ 1507 h 4213"/>
                  <a:gd name="connsiteX61-53453" fmla="*/ 2035 w 2254"/>
                  <a:gd name="connsiteY61-53454" fmla="*/ 1450 h 4213"/>
                  <a:gd name="connsiteX62-53455" fmla="*/ 1945 w 2254"/>
                  <a:gd name="connsiteY62-53456" fmla="*/ 1582 h 4213"/>
                  <a:gd name="connsiteX63-53457" fmla="*/ 1832 w 2254"/>
                  <a:gd name="connsiteY63-53458" fmla="*/ 1776 h 4213"/>
                  <a:gd name="connsiteX64-53459" fmla="*/ 1713 w 2254"/>
                  <a:gd name="connsiteY64-53460" fmla="*/ 1904 h 4213"/>
                  <a:gd name="connsiteX65-53461" fmla="*/ 1706 w 2254"/>
                  <a:gd name="connsiteY65-53462" fmla="*/ 2018 h 4213"/>
                  <a:gd name="connsiteX66-53463" fmla="*/ 1766 w 2254"/>
                  <a:gd name="connsiteY66-53464" fmla="*/ 2115 h 4213"/>
                  <a:gd name="connsiteX67-53465" fmla="*/ 1868 w 2254"/>
                  <a:gd name="connsiteY67-53466" fmla="*/ 2183 h 4213"/>
                  <a:gd name="connsiteX68-53467" fmla="*/ 1945 w 2254"/>
                  <a:gd name="connsiteY68-53468" fmla="*/ 2178 h 4213"/>
                  <a:gd name="connsiteX69-53469" fmla="*/ 1990 w 2254"/>
                  <a:gd name="connsiteY69-53470" fmla="*/ 2104 h 4213"/>
                  <a:gd name="connsiteX70-53471" fmla="*/ 2024 w 2254"/>
                  <a:gd name="connsiteY70-53472" fmla="*/ 2210 h 4213"/>
                  <a:gd name="connsiteX71-53473" fmla="*/ 1912 w 2254"/>
                  <a:gd name="connsiteY71-53474" fmla="*/ 2249 h 4213"/>
                  <a:gd name="connsiteX72-53475" fmla="*/ 1959 w 2254"/>
                  <a:gd name="connsiteY72-53476" fmla="*/ 2362 h 4213"/>
                  <a:gd name="connsiteX73-53477" fmla="*/ 1824 w 2254"/>
                  <a:gd name="connsiteY73-53478" fmla="*/ 2509 h 4213"/>
                  <a:gd name="connsiteX74-53479" fmla="*/ 1783 w 2254"/>
                  <a:gd name="connsiteY74-53480" fmla="*/ 2498 h 4213"/>
                  <a:gd name="connsiteX75-53481" fmla="*/ 1659 w 2254"/>
                  <a:gd name="connsiteY75-53482" fmla="*/ 2413 h 4213"/>
                  <a:gd name="connsiteX76-53483" fmla="*/ 1604 w 2254"/>
                  <a:gd name="connsiteY76-53484" fmla="*/ 2412 h 4213"/>
                  <a:gd name="connsiteX77-53485" fmla="*/ 1569 w 2254"/>
                  <a:gd name="connsiteY77-53486" fmla="*/ 2480 h 4213"/>
                  <a:gd name="connsiteX78-53487" fmla="*/ 1572 w 2254"/>
                  <a:gd name="connsiteY78-53488" fmla="*/ 2562 h 4213"/>
                  <a:gd name="connsiteX79-53489" fmla="*/ 1750 w 2254"/>
                  <a:gd name="connsiteY79-53490" fmla="*/ 2730 h 4213"/>
                  <a:gd name="connsiteX80-53491" fmla="*/ 1749 w 2254"/>
                  <a:gd name="connsiteY80-53492" fmla="*/ 2844 h 4213"/>
                  <a:gd name="connsiteX81-53493" fmla="*/ 1840 w 2254"/>
                  <a:gd name="connsiteY81-53494" fmla="*/ 3060 h 4213"/>
                  <a:gd name="connsiteX82-53495" fmla="*/ 1866 w 2254"/>
                  <a:gd name="connsiteY82-53496" fmla="*/ 3090 h 4213"/>
                  <a:gd name="connsiteX83-53497" fmla="*/ 1910 w 2254"/>
                  <a:gd name="connsiteY83-53498" fmla="*/ 3094 h 4213"/>
                  <a:gd name="connsiteX84-53499" fmla="*/ 1956 w 2254"/>
                  <a:gd name="connsiteY84-53500" fmla="*/ 3010 h 4213"/>
                  <a:gd name="connsiteX85-53501" fmla="*/ 2036 w 2254"/>
                  <a:gd name="connsiteY85-53502" fmla="*/ 2950 h 4213"/>
                  <a:gd name="connsiteX86-53503" fmla="*/ 2131 w 2254"/>
                  <a:gd name="connsiteY86-53504" fmla="*/ 3126 h 4213"/>
                  <a:gd name="connsiteX87-53505" fmla="*/ 2241 w 2254"/>
                  <a:gd name="connsiteY87-53506" fmla="*/ 3312 h 4213"/>
                  <a:gd name="connsiteX88-53507" fmla="*/ 2254 w 2254"/>
                  <a:gd name="connsiteY88-53508" fmla="*/ 3342 h 4213"/>
                  <a:gd name="connsiteX89-53509" fmla="*/ 2243 w 2254"/>
                  <a:gd name="connsiteY89-53510" fmla="*/ 3518 h 4213"/>
                  <a:gd name="connsiteX90-53511" fmla="*/ 2208 w 2254"/>
                  <a:gd name="connsiteY90-53512" fmla="*/ 3554 h 4213"/>
                  <a:gd name="connsiteX91-53513" fmla="*/ 2119 w 2254"/>
                  <a:gd name="connsiteY91-53514" fmla="*/ 3515 h 4213"/>
                  <a:gd name="connsiteX92-53515" fmla="*/ 1885 w 2254"/>
                  <a:gd name="connsiteY92-53516" fmla="*/ 3644 h 4213"/>
                  <a:gd name="connsiteX93-53517" fmla="*/ 1859 w 2254"/>
                  <a:gd name="connsiteY93-53518" fmla="*/ 3666 h 4213"/>
                  <a:gd name="connsiteX94-53519" fmla="*/ 1679 w 2254"/>
                  <a:gd name="connsiteY94-53520" fmla="*/ 3812 h 4213"/>
                  <a:gd name="connsiteX95-53521" fmla="*/ 1538 w 2254"/>
                  <a:gd name="connsiteY95-53522" fmla="*/ 3926 h 4213"/>
                  <a:gd name="connsiteX96-53523" fmla="*/ 1503 w 2254"/>
                  <a:gd name="connsiteY96-53524" fmla="*/ 3965 h 4213"/>
                  <a:gd name="connsiteX97-53525" fmla="*/ 1451 w 2254"/>
                  <a:gd name="connsiteY97-53526" fmla="*/ 3973 h 4213"/>
                  <a:gd name="connsiteX98-53527" fmla="*/ 1394 w 2254"/>
                  <a:gd name="connsiteY98-53528" fmla="*/ 3916 h 4213"/>
                  <a:gd name="connsiteX99-53529" fmla="*/ 1270 w 2254"/>
                  <a:gd name="connsiteY99-53530" fmla="*/ 3808 h 4213"/>
                  <a:gd name="connsiteX100-53531" fmla="*/ 1294 w 2254"/>
                  <a:gd name="connsiteY100-53532" fmla="*/ 4064 h 4213"/>
                  <a:gd name="connsiteX101-53533" fmla="*/ 1303 w 2254"/>
                  <a:gd name="connsiteY101-53534" fmla="*/ 4192 h 4213"/>
                  <a:gd name="connsiteX102-53535" fmla="*/ 1041 w 2254"/>
                  <a:gd name="connsiteY102-53536" fmla="*/ 4166 h 4213"/>
                  <a:gd name="connsiteX103-53537" fmla="*/ 959 w 2254"/>
                  <a:gd name="connsiteY103-53538" fmla="*/ 3987 h 4213"/>
                  <a:gd name="connsiteX104-53539" fmla="*/ 877 w 2254"/>
                  <a:gd name="connsiteY104-53540" fmla="*/ 3802 h 4213"/>
                  <a:gd name="connsiteX105-53541" fmla="*/ 798 w 2254"/>
                  <a:gd name="connsiteY105-53542" fmla="*/ 3734 h 4213"/>
                  <a:gd name="connsiteX0-53543" fmla="*/ 798 w 2254"/>
                  <a:gd name="connsiteY0-53544" fmla="*/ 3734 h 4213"/>
                  <a:gd name="connsiteX1-53545" fmla="*/ 679 w 2254"/>
                  <a:gd name="connsiteY1-53546" fmla="*/ 3800 h 4213"/>
                  <a:gd name="connsiteX2-53547" fmla="*/ 695 w 2254"/>
                  <a:gd name="connsiteY2-53548" fmla="*/ 3662 h 4213"/>
                  <a:gd name="connsiteX3-53549" fmla="*/ 633 w 2254"/>
                  <a:gd name="connsiteY3-53550" fmla="*/ 3500 h 4213"/>
                  <a:gd name="connsiteX4-53551" fmla="*/ 742 w 2254"/>
                  <a:gd name="connsiteY4-53552" fmla="*/ 3280 h 4213"/>
                  <a:gd name="connsiteX5-53553" fmla="*/ 932 w 2254"/>
                  <a:gd name="connsiteY5-53554" fmla="*/ 3195 h 4213"/>
                  <a:gd name="connsiteX6-53555" fmla="*/ 1107 w 2254"/>
                  <a:gd name="connsiteY6-53556" fmla="*/ 3058 h 4213"/>
                  <a:gd name="connsiteX7-53557" fmla="*/ 1159 w 2254"/>
                  <a:gd name="connsiteY7-53558" fmla="*/ 2932 h 4213"/>
                  <a:gd name="connsiteX8-53559" fmla="*/ 1169 w 2254"/>
                  <a:gd name="connsiteY8-53560" fmla="*/ 2932 h 4213"/>
                  <a:gd name="connsiteX9-53561" fmla="*/ 1107 w 2254"/>
                  <a:gd name="connsiteY9-53562" fmla="*/ 2860 h 4213"/>
                  <a:gd name="connsiteX10-53563" fmla="*/ 1215 w 2254"/>
                  <a:gd name="connsiteY10-53564" fmla="*/ 2615 h 4213"/>
                  <a:gd name="connsiteX11-53565" fmla="*/ 1184 w 2254"/>
                  <a:gd name="connsiteY11-53566" fmla="*/ 2346 h 4213"/>
                  <a:gd name="connsiteX12-53567" fmla="*/ 1068 w 2254"/>
                  <a:gd name="connsiteY12-53568" fmla="*/ 2333 h 4213"/>
                  <a:gd name="connsiteX13-53569" fmla="*/ 1066 w 2254"/>
                  <a:gd name="connsiteY13-53570" fmla="*/ 2117 h 4213"/>
                  <a:gd name="connsiteX14-53571" fmla="*/ 990 w 2254"/>
                  <a:gd name="connsiteY14-53572" fmla="*/ 2039 h 4213"/>
                  <a:gd name="connsiteX15-53573" fmla="*/ 847 w 2254"/>
                  <a:gd name="connsiteY15-53574" fmla="*/ 1951 h 4213"/>
                  <a:gd name="connsiteX16-53575" fmla="*/ 755 w 2254"/>
                  <a:gd name="connsiteY16-53576" fmla="*/ 1827 h 4213"/>
                  <a:gd name="connsiteX17-53577" fmla="*/ 659 w 2254"/>
                  <a:gd name="connsiteY17-53578" fmla="*/ 1828 h 4213"/>
                  <a:gd name="connsiteX18-53579" fmla="*/ 614 w 2254"/>
                  <a:gd name="connsiteY18-53580" fmla="*/ 1883 h 4213"/>
                  <a:gd name="connsiteX19-53581" fmla="*/ 521 w 2254"/>
                  <a:gd name="connsiteY19-53582" fmla="*/ 1877 h 4213"/>
                  <a:gd name="connsiteX20-53583" fmla="*/ 501 w 2254"/>
                  <a:gd name="connsiteY20-53584" fmla="*/ 1994 h 4213"/>
                  <a:gd name="connsiteX21-53585" fmla="*/ 320 w 2254"/>
                  <a:gd name="connsiteY21-53586" fmla="*/ 1941 h 4213"/>
                  <a:gd name="connsiteX22-53587" fmla="*/ 237 w 2254"/>
                  <a:gd name="connsiteY22-53588" fmla="*/ 1939 h 4213"/>
                  <a:gd name="connsiteX23-53589" fmla="*/ 112 w 2254"/>
                  <a:gd name="connsiteY23-53590" fmla="*/ 2014 h 4213"/>
                  <a:gd name="connsiteX24-53591" fmla="*/ 0 w 2254"/>
                  <a:gd name="connsiteY24-53592" fmla="*/ 1890 h 4213"/>
                  <a:gd name="connsiteX25-53593" fmla="*/ 94 w 2254"/>
                  <a:gd name="connsiteY25-53594" fmla="*/ 1804 h 4213"/>
                  <a:gd name="connsiteX26-53595" fmla="*/ 98 w 2254"/>
                  <a:gd name="connsiteY26-53596" fmla="*/ 1634 h 4213"/>
                  <a:gd name="connsiteX27-53597" fmla="*/ 153 w 2254"/>
                  <a:gd name="connsiteY27-53598" fmla="*/ 1514 h 4213"/>
                  <a:gd name="connsiteX28-53599" fmla="*/ 196 w 2254"/>
                  <a:gd name="connsiteY28-53600" fmla="*/ 1306 h 4213"/>
                  <a:gd name="connsiteX29-53601" fmla="*/ 256 w 2254"/>
                  <a:gd name="connsiteY29-53602" fmla="*/ 1307 h 4213"/>
                  <a:gd name="connsiteX30-53603" fmla="*/ 579 w 2254"/>
                  <a:gd name="connsiteY30-53604" fmla="*/ 1286 h 4213"/>
                  <a:gd name="connsiteX31-53605" fmla="*/ 753 w 2254"/>
                  <a:gd name="connsiteY31-53606" fmla="*/ 1117 h 4213"/>
                  <a:gd name="connsiteX32-53607" fmla="*/ 822 w 2254"/>
                  <a:gd name="connsiteY32-53608" fmla="*/ 748 h 4213"/>
                  <a:gd name="connsiteX33-53609" fmla="*/ 932 w 2254"/>
                  <a:gd name="connsiteY33-53610" fmla="*/ 486 h 4213"/>
                  <a:gd name="connsiteX34-53611" fmla="*/ 930 w 2254"/>
                  <a:gd name="connsiteY34-53612" fmla="*/ 358 h 4213"/>
                  <a:gd name="connsiteX35-53613" fmla="*/ 917 w 2254"/>
                  <a:gd name="connsiteY35-53614" fmla="*/ 328 h 4213"/>
                  <a:gd name="connsiteX36-53615" fmla="*/ 850 w 2254"/>
                  <a:gd name="connsiteY36-53616" fmla="*/ 251 h 4213"/>
                  <a:gd name="connsiteX37-53617" fmla="*/ 790 w 2254"/>
                  <a:gd name="connsiteY37-53618" fmla="*/ 217 h 4213"/>
                  <a:gd name="connsiteX38-53619" fmla="*/ 915 w 2254"/>
                  <a:gd name="connsiteY38-53620" fmla="*/ 56 h 4213"/>
                  <a:gd name="connsiteX39-53621" fmla="*/ 1088 w 2254"/>
                  <a:gd name="connsiteY39-53622" fmla="*/ 2 h 4213"/>
                  <a:gd name="connsiteX40-53623" fmla="*/ 1120 w 2254"/>
                  <a:gd name="connsiteY40-53624" fmla="*/ 49 h 4213"/>
                  <a:gd name="connsiteX41-53625" fmla="*/ 1110 w 2254"/>
                  <a:gd name="connsiteY41-53626" fmla="*/ 133 h 4213"/>
                  <a:gd name="connsiteX42-53627" fmla="*/ 1049 w 2254"/>
                  <a:gd name="connsiteY42-53628" fmla="*/ 243 h 4213"/>
                  <a:gd name="connsiteX43-53629" fmla="*/ 1119 w 2254"/>
                  <a:gd name="connsiteY43-53630" fmla="*/ 301 h 4213"/>
                  <a:gd name="connsiteX44-53631" fmla="*/ 1233 w 2254"/>
                  <a:gd name="connsiteY44-53632" fmla="*/ 366 h 4213"/>
                  <a:gd name="connsiteX45-53633" fmla="*/ 1253 w 2254"/>
                  <a:gd name="connsiteY45-53634" fmla="*/ 255 h 4213"/>
                  <a:gd name="connsiteX46-53635" fmla="*/ 1387 w 2254"/>
                  <a:gd name="connsiteY46-53636" fmla="*/ 291 h 4213"/>
                  <a:gd name="connsiteX47-53637" fmla="*/ 1412 w 2254"/>
                  <a:gd name="connsiteY47-53638" fmla="*/ 331 h 4213"/>
                  <a:gd name="connsiteX48-53639" fmla="*/ 1488 w 2254"/>
                  <a:gd name="connsiteY48-53640" fmla="*/ 562 h 4213"/>
                  <a:gd name="connsiteX49-53641" fmla="*/ 1523 w 2254"/>
                  <a:gd name="connsiteY49-53642" fmla="*/ 586 h 4213"/>
                  <a:gd name="connsiteX50-53643" fmla="*/ 1615 w 2254"/>
                  <a:gd name="connsiteY50-53644" fmla="*/ 578 h 4213"/>
                  <a:gd name="connsiteX51-53645" fmla="*/ 1875 w 2254"/>
                  <a:gd name="connsiteY51-53646" fmla="*/ 490 h 4213"/>
                  <a:gd name="connsiteX52-53647" fmla="*/ 2095 w 2254"/>
                  <a:gd name="connsiteY52-53648" fmla="*/ 479 h 4213"/>
                  <a:gd name="connsiteX53-53649" fmla="*/ 2155 w 2254"/>
                  <a:gd name="connsiteY53-53650" fmla="*/ 648 h 4213"/>
                  <a:gd name="connsiteX54-53651" fmla="*/ 2073 w 2254"/>
                  <a:gd name="connsiteY54-53652" fmla="*/ 944 h 4213"/>
                  <a:gd name="connsiteX55-53653" fmla="*/ 2073 w 2254"/>
                  <a:gd name="connsiteY55-53654" fmla="*/ 1022 h 4213"/>
                  <a:gd name="connsiteX56-53655" fmla="*/ 2142 w 2254"/>
                  <a:gd name="connsiteY56-53656" fmla="*/ 1168 h 4213"/>
                  <a:gd name="connsiteX57-53657" fmla="*/ 2157 w 2254"/>
                  <a:gd name="connsiteY57-53658" fmla="*/ 1427 h 4213"/>
                  <a:gd name="connsiteX58-53659" fmla="*/ 2159 w 2254"/>
                  <a:gd name="connsiteY58-53660" fmla="*/ 1617 h 4213"/>
                  <a:gd name="connsiteX59-53661" fmla="*/ 2092 w 2254"/>
                  <a:gd name="connsiteY59-53662" fmla="*/ 1625 h 4213"/>
                  <a:gd name="connsiteX60-53663" fmla="*/ 2070 w 2254"/>
                  <a:gd name="connsiteY60-53664" fmla="*/ 1507 h 4213"/>
                  <a:gd name="connsiteX61-53665" fmla="*/ 2035 w 2254"/>
                  <a:gd name="connsiteY61-53666" fmla="*/ 1450 h 4213"/>
                  <a:gd name="connsiteX62-53667" fmla="*/ 1945 w 2254"/>
                  <a:gd name="connsiteY62-53668" fmla="*/ 1582 h 4213"/>
                  <a:gd name="connsiteX63-53669" fmla="*/ 1832 w 2254"/>
                  <a:gd name="connsiteY63-53670" fmla="*/ 1776 h 4213"/>
                  <a:gd name="connsiteX64-53671" fmla="*/ 1713 w 2254"/>
                  <a:gd name="connsiteY64-53672" fmla="*/ 1904 h 4213"/>
                  <a:gd name="connsiteX65-53673" fmla="*/ 1706 w 2254"/>
                  <a:gd name="connsiteY65-53674" fmla="*/ 2018 h 4213"/>
                  <a:gd name="connsiteX66-53675" fmla="*/ 1766 w 2254"/>
                  <a:gd name="connsiteY66-53676" fmla="*/ 2115 h 4213"/>
                  <a:gd name="connsiteX67-53677" fmla="*/ 1868 w 2254"/>
                  <a:gd name="connsiteY67-53678" fmla="*/ 2183 h 4213"/>
                  <a:gd name="connsiteX68-53679" fmla="*/ 1945 w 2254"/>
                  <a:gd name="connsiteY68-53680" fmla="*/ 2178 h 4213"/>
                  <a:gd name="connsiteX69-53681" fmla="*/ 1990 w 2254"/>
                  <a:gd name="connsiteY69-53682" fmla="*/ 2104 h 4213"/>
                  <a:gd name="connsiteX70-53683" fmla="*/ 2024 w 2254"/>
                  <a:gd name="connsiteY70-53684" fmla="*/ 2210 h 4213"/>
                  <a:gd name="connsiteX71-53685" fmla="*/ 1912 w 2254"/>
                  <a:gd name="connsiteY71-53686" fmla="*/ 2249 h 4213"/>
                  <a:gd name="connsiteX72-53687" fmla="*/ 1959 w 2254"/>
                  <a:gd name="connsiteY72-53688" fmla="*/ 2362 h 4213"/>
                  <a:gd name="connsiteX73-53689" fmla="*/ 1824 w 2254"/>
                  <a:gd name="connsiteY73-53690" fmla="*/ 2509 h 4213"/>
                  <a:gd name="connsiteX74-53691" fmla="*/ 1783 w 2254"/>
                  <a:gd name="connsiteY74-53692" fmla="*/ 2498 h 4213"/>
                  <a:gd name="connsiteX75-53693" fmla="*/ 1659 w 2254"/>
                  <a:gd name="connsiteY75-53694" fmla="*/ 2413 h 4213"/>
                  <a:gd name="connsiteX76-53695" fmla="*/ 1604 w 2254"/>
                  <a:gd name="connsiteY76-53696" fmla="*/ 2412 h 4213"/>
                  <a:gd name="connsiteX77-53697" fmla="*/ 1569 w 2254"/>
                  <a:gd name="connsiteY77-53698" fmla="*/ 2480 h 4213"/>
                  <a:gd name="connsiteX78-53699" fmla="*/ 1572 w 2254"/>
                  <a:gd name="connsiteY78-53700" fmla="*/ 2562 h 4213"/>
                  <a:gd name="connsiteX79-53701" fmla="*/ 1750 w 2254"/>
                  <a:gd name="connsiteY79-53702" fmla="*/ 2730 h 4213"/>
                  <a:gd name="connsiteX80-53703" fmla="*/ 1749 w 2254"/>
                  <a:gd name="connsiteY80-53704" fmla="*/ 2844 h 4213"/>
                  <a:gd name="connsiteX81-53705" fmla="*/ 1840 w 2254"/>
                  <a:gd name="connsiteY81-53706" fmla="*/ 3060 h 4213"/>
                  <a:gd name="connsiteX82-53707" fmla="*/ 1866 w 2254"/>
                  <a:gd name="connsiteY82-53708" fmla="*/ 3090 h 4213"/>
                  <a:gd name="connsiteX83-53709" fmla="*/ 1910 w 2254"/>
                  <a:gd name="connsiteY83-53710" fmla="*/ 3094 h 4213"/>
                  <a:gd name="connsiteX84-53711" fmla="*/ 1956 w 2254"/>
                  <a:gd name="connsiteY84-53712" fmla="*/ 3010 h 4213"/>
                  <a:gd name="connsiteX85-53713" fmla="*/ 2036 w 2254"/>
                  <a:gd name="connsiteY85-53714" fmla="*/ 2950 h 4213"/>
                  <a:gd name="connsiteX86-53715" fmla="*/ 2131 w 2254"/>
                  <a:gd name="connsiteY86-53716" fmla="*/ 3126 h 4213"/>
                  <a:gd name="connsiteX87-53717" fmla="*/ 2241 w 2254"/>
                  <a:gd name="connsiteY87-53718" fmla="*/ 3312 h 4213"/>
                  <a:gd name="connsiteX88-53719" fmla="*/ 2254 w 2254"/>
                  <a:gd name="connsiteY88-53720" fmla="*/ 3342 h 4213"/>
                  <a:gd name="connsiteX89-53721" fmla="*/ 2243 w 2254"/>
                  <a:gd name="connsiteY89-53722" fmla="*/ 3518 h 4213"/>
                  <a:gd name="connsiteX90-53723" fmla="*/ 2208 w 2254"/>
                  <a:gd name="connsiteY90-53724" fmla="*/ 3554 h 4213"/>
                  <a:gd name="connsiteX91-53725" fmla="*/ 2119 w 2254"/>
                  <a:gd name="connsiteY91-53726" fmla="*/ 3515 h 4213"/>
                  <a:gd name="connsiteX92-53727" fmla="*/ 1885 w 2254"/>
                  <a:gd name="connsiteY92-53728" fmla="*/ 3644 h 4213"/>
                  <a:gd name="connsiteX93-53729" fmla="*/ 1859 w 2254"/>
                  <a:gd name="connsiteY93-53730" fmla="*/ 3666 h 4213"/>
                  <a:gd name="connsiteX94-53731" fmla="*/ 1679 w 2254"/>
                  <a:gd name="connsiteY94-53732" fmla="*/ 3812 h 4213"/>
                  <a:gd name="connsiteX95-53733" fmla="*/ 1538 w 2254"/>
                  <a:gd name="connsiteY95-53734" fmla="*/ 3926 h 4213"/>
                  <a:gd name="connsiteX96-53735" fmla="*/ 1503 w 2254"/>
                  <a:gd name="connsiteY96-53736" fmla="*/ 3965 h 4213"/>
                  <a:gd name="connsiteX97-53737" fmla="*/ 1451 w 2254"/>
                  <a:gd name="connsiteY97-53738" fmla="*/ 3973 h 4213"/>
                  <a:gd name="connsiteX98-53739" fmla="*/ 1394 w 2254"/>
                  <a:gd name="connsiteY98-53740" fmla="*/ 3916 h 4213"/>
                  <a:gd name="connsiteX99-53741" fmla="*/ 1270 w 2254"/>
                  <a:gd name="connsiteY99-53742" fmla="*/ 3808 h 4213"/>
                  <a:gd name="connsiteX100-53743" fmla="*/ 1294 w 2254"/>
                  <a:gd name="connsiteY100-53744" fmla="*/ 4064 h 4213"/>
                  <a:gd name="connsiteX101-53745" fmla="*/ 1303 w 2254"/>
                  <a:gd name="connsiteY101-53746" fmla="*/ 4192 h 4213"/>
                  <a:gd name="connsiteX102-53747" fmla="*/ 1041 w 2254"/>
                  <a:gd name="connsiteY102-53748" fmla="*/ 4166 h 4213"/>
                  <a:gd name="connsiteX103-53749" fmla="*/ 959 w 2254"/>
                  <a:gd name="connsiteY103-53750" fmla="*/ 3987 h 4213"/>
                  <a:gd name="connsiteX104-53751" fmla="*/ 877 w 2254"/>
                  <a:gd name="connsiteY104-53752" fmla="*/ 3802 h 4213"/>
                  <a:gd name="connsiteX105-53753" fmla="*/ 798 w 2254"/>
                  <a:gd name="connsiteY105-53754" fmla="*/ 3734 h 4213"/>
                  <a:gd name="connsiteX0-53755" fmla="*/ 798 w 2254"/>
                  <a:gd name="connsiteY0-53756" fmla="*/ 3734 h 4213"/>
                  <a:gd name="connsiteX1-53757" fmla="*/ 679 w 2254"/>
                  <a:gd name="connsiteY1-53758" fmla="*/ 3800 h 4213"/>
                  <a:gd name="connsiteX2-53759" fmla="*/ 695 w 2254"/>
                  <a:gd name="connsiteY2-53760" fmla="*/ 3662 h 4213"/>
                  <a:gd name="connsiteX3-53761" fmla="*/ 633 w 2254"/>
                  <a:gd name="connsiteY3-53762" fmla="*/ 3500 h 4213"/>
                  <a:gd name="connsiteX4-53763" fmla="*/ 742 w 2254"/>
                  <a:gd name="connsiteY4-53764" fmla="*/ 3280 h 4213"/>
                  <a:gd name="connsiteX5-53765" fmla="*/ 932 w 2254"/>
                  <a:gd name="connsiteY5-53766" fmla="*/ 3195 h 4213"/>
                  <a:gd name="connsiteX6-53767" fmla="*/ 1107 w 2254"/>
                  <a:gd name="connsiteY6-53768" fmla="*/ 3058 h 4213"/>
                  <a:gd name="connsiteX7-53769" fmla="*/ 1159 w 2254"/>
                  <a:gd name="connsiteY7-53770" fmla="*/ 2932 h 4213"/>
                  <a:gd name="connsiteX8-53771" fmla="*/ 1169 w 2254"/>
                  <a:gd name="connsiteY8-53772" fmla="*/ 2932 h 4213"/>
                  <a:gd name="connsiteX9-53773" fmla="*/ 1215 w 2254"/>
                  <a:gd name="connsiteY9-53774" fmla="*/ 2615 h 4213"/>
                  <a:gd name="connsiteX10-53775" fmla="*/ 1184 w 2254"/>
                  <a:gd name="connsiteY10-53776" fmla="*/ 2346 h 4213"/>
                  <a:gd name="connsiteX11-53777" fmla="*/ 1068 w 2254"/>
                  <a:gd name="connsiteY11-53778" fmla="*/ 2333 h 4213"/>
                  <a:gd name="connsiteX12-53779" fmla="*/ 1066 w 2254"/>
                  <a:gd name="connsiteY12-53780" fmla="*/ 2117 h 4213"/>
                  <a:gd name="connsiteX13-53781" fmla="*/ 990 w 2254"/>
                  <a:gd name="connsiteY13-53782" fmla="*/ 2039 h 4213"/>
                  <a:gd name="connsiteX14-53783" fmla="*/ 847 w 2254"/>
                  <a:gd name="connsiteY14-53784" fmla="*/ 1951 h 4213"/>
                  <a:gd name="connsiteX15-53785" fmla="*/ 755 w 2254"/>
                  <a:gd name="connsiteY15-53786" fmla="*/ 1827 h 4213"/>
                  <a:gd name="connsiteX16-53787" fmla="*/ 659 w 2254"/>
                  <a:gd name="connsiteY16-53788" fmla="*/ 1828 h 4213"/>
                  <a:gd name="connsiteX17-53789" fmla="*/ 614 w 2254"/>
                  <a:gd name="connsiteY17-53790" fmla="*/ 1883 h 4213"/>
                  <a:gd name="connsiteX18-53791" fmla="*/ 521 w 2254"/>
                  <a:gd name="connsiteY18-53792" fmla="*/ 1877 h 4213"/>
                  <a:gd name="connsiteX19-53793" fmla="*/ 501 w 2254"/>
                  <a:gd name="connsiteY19-53794" fmla="*/ 1994 h 4213"/>
                  <a:gd name="connsiteX20-53795" fmla="*/ 320 w 2254"/>
                  <a:gd name="connsiteY20-53796" fmla="*/ 1941 h 4213"/>
                  <a:gd name="connsiteX21-53797" fmla="*/ 237 w 2254"/>
                  <a:gd name="connsiteY21-53798" fmla="*/ 1939 h 4213"/>
                  <a:gd name="connsiteX22-53799" fmla="*/ 112 w 2254"/>
                  <a:gd name="connsiteY22-53800" fmla="*/ 2014 h 4213"/>
                  <a:gd name="connsiteX23-53801" fmla="*/ 0 w 2254"/>
                  <a:gd name="connsiteY23-53802" fmla="*/ 1890 h 4213"/>
                  <a:gd name="connsiteX24-53803" fmla="*/ 94 w 2254"/>
                  <a:gd name="connsiteY24-53804" fmla="*/ 1804 h 4213"/>
                  <a:gd name="connsiteX25-53805" fmla="*/ 98 w 2254"/>
                  <a:gd name="connsiteY25-53806" fmla="*/ 1634 h 4213"/>
                  <a:gd name="connsiteX26-53807" fmla="*/ 153 w 2254"/>
                  <a:gd name="connsiteY26-53808" fmla="*/ 1514 h 4213"/>
                  <a:gd name="connsiteX27-53809" fmla="*/ 196 w 2254"/>
                  <a:gd name="connsiteY27-53810" fmla="*/ 1306 h 4213"/>
                  <a:gd name="connsiteX28-53811" fmla="*/ 256 w 2254"/>
                  <a:gd name="connsiteY28-53812" fmla="*/ 1307 h 4213"/>
                  <a:gd name="connsiteX29-53813" fmla="*/ 579 w 2254"/>
                  <a:gd name="connsiteY29-53814" fmla="*/ 1286 h 4213"/>
                  <a:gd name="connsiteX30-53815" fmla="*/ 753 w 2254"/>
                  <a:gd name="connsiteY30-53816" fmla="*/ 1117 h 4213"/>
                  <a:gd name="connsiteX31-53817" fmla="*/ 822 w 2254"/>
                  <a:gd name="connsiteY31-53818" fmla="*/ 748 h 4213"/>
                  <a:gd name="connsiteX32-53819" fmla="*/ 932 w 2254"/>
                  <a:gd name="connsiteY32-53820" fmla="*/ 486 h 4213"/>
                  <a:gd name="connsiteX33-53821" fmla="*/ 930 w 2254"/>
                  <a:gd name="connsiteY33-53822" fmla="*/ 358 h 4213"/>
                  <a:gd name="connsiteX34-53823" fmla="*/ 917 w 2254"/>
                  <a:gd name="connsiteY34-53824" fmla="*/ 328 h 4213"/>
                  <a:gd name="connsiteX35-53825" fmla="*/ 850 w 2254"/>
                  <a:gd name="connsiteY35-53826" fmla="*/ 251 h 4213"/>
                  <a:gd name="connsiteX36-53827" fmla="*/ 790 w 2254"/>
                  <a:gd name="connsiteY36-53828" fmla="*/ 217 h 4213"/>
                  <a:gd name="connsiteX37-53829" fmla="*/ 915 w 2254"/>
                  <a:gd name="connsiteY37-53830" fmla="*/ 56 h 4213"/>
                  <a:gd name="connsiteX38-53831" fmla="*/ 1088 w 2254"/>
                  <a:gd name="connsiteY38-53832" fmla="*/ 2 h 4213"/>
                  <a:gd name="connsiteX39-53833" fmla="*/ 1120 w 2254"/>
                  <a:gd name="connsiteY39-53834" fmla="*/ 49 h 4213"/>
                  <a:gd name="connsiteX40-53835" fmla="*/ 1110 w 2254"/>
                  <a:gd name="connsiteY40-53836" fmla="*/ 133 h 4213"/>
                  <a:gd name="connsiteX41-53837" fmla="*/ 1049 w 2254"/>
                  <a:gd name="connsiteY41-53838" fmla="*/ 243 h 4213"/>
                  <a:gd name="connsiteX42-53839" fmla="*/ 1119 w 2254"/>
                  <a:gd name="connsiteY42-53840" fmla="*/ 301 h 4213"/>
                  <a:gd name="connsiteX43-53841" fmla="*/ 1233 w 2254"/>
                  <a:gd name="connsiteY43-53842" fmla="*/ 366 h 4213"/>
                  <a:gd name="connsiteX44-53843" fmla="*/ 1253 w 2254"/>
                  <a:gd name="connsiteY44-53844" fmla="*/ 255 h 4213"/>
                  <a:gd name="connsiteX45-53845" fmla="*/ 1387 w 2254"/>
                  <a:gd name="connsiteY45-53846" fmla="*/ 291 h 4213"/>
                  <a:gd name="connsiteX46-53847" fmla="*/ 1412 w 2254"/>
                  <a:gd name="connsiteY46-53848" fmla="*/ 331 h 4213"/>
                  <a:gd name="connsiteX47-53849" fmla="*/ 1488 w 2254"/>
                  <a:gd name="connsiteY47-53850" fmla="*/ 562 h 4213"/>
                  <a:gd name="connsiteX48-53851" fmla="*/ 1523 w 2254"/>
                  <a:gd name="connsiteY48-53852" fmla="*/ 586 h 4213"/>
                  <a:gd name="connsiteX49-53853" fmla="*/ 1615 w 2254"/>
                  <a:gd name="connsiteY49-53854" fmla="*/ 578 h 4213"/>
                  <a:gd name="connsiteX50-53855" fmla="*/ 1875 w 2254"/>
                  <a:gd name="connsiteY50-53856" fmla="*/ 490 h 4213"/>
                  <a:gd name="connsiteX51-53857" fmla="*/ 2095 w 2254"/>
                  <a:gd name="connsiteY51-53858" fmla="*/ 479 h 4213"/>
                  <a:gd name="connsiteX52-53859" fmla="*/ 2155 w 2254"/>
                  <a:gd name="connsiteY52-53860" fmla="*/ 648 h 4213"/>
                  <a:gd name="connsiteX53-53861" fmla="*/ 2073 w 2254"/>
                  <a:gd name="connsiteY53-53862" fmla="*/ 944 h 4213"/>
                  <a:gd name="connsiteX54-53863" fmla="*/ 2073 w 2254"/>
                  <a:gd name="connsiteY54-53864" fmla="*/ 1022 h 4213"/>
                  <a:gd name="connsiteX55-53865" fmla="*/ 2142 w 2254"/>
                  <a:gd name="connsiteY55-53866" fmla="*/ 1168 h 4213"/>
                  <a:gd name="connsiteX56-53867" fmla="*/ 2157 w 2254"/>
                  <a:gd name="connsiteY56-53868" fmla="*/ 1427 h 4213"/>
                  <a:gd name="connsiteX57-53869" fmla="*/ 2159 w 2254"/>
                  <a:gd name="connsiteY57-53870" fmla="*/ 1617 h 4213"/>
                  <a:gd name="connsiteX58-53871" fmla="*/ 2092 w 2254"/>
                  <a:gd name="connsiteY58-53872" fmla="*/ 1625 h 4213"/>
                  <a:gd name="connsiteX59-53873" fmla="*/ 2070 w 2254"/>
                  <a:gd name="connsiteY59-53874" fmla="*/ 1507 h 4213"/>
                  <a:gd name="connsiteX60-53875" fmla="*/ 2035 w 2254"/>
                  <a:gd name="connsiteY60-53876" fmla="*/ 1450 h 4213"/>
                  <a:gd name="connsiteX61-53877" fmla="*/ 1945 w 2254"/>
                  <a:gd name="connsiteY61-53878" fmla="*/ 1582 h 4213"/>
                  <a:gd name="connsiteX62-53879" fmla="*/ 1832 w 2254"/>
                  <a:gd name="connsiteY62-53880" fmla="*/ 1776 h 4213"/>
                  <a:gd name="connsiteX63-53881" fmla="*/ 1713 w 2254"/>
                  <a:gd name="connsiteY63-53882" fmla="*/ 1904 h 4213"/>
                  <a:gd name="connsiteX64-53883" fmla="*/ 1706 w 2254"/>
                  <a:gd name="connsiteY64-53884" fmla="*/ 2018 h 4213"/>
                  <a:gd name="connsiteX65-53885" fmla="*/ 1766 w 2254"/>
                  <a:gd name="connsiteY65-53886" fmla="*/ 2115 h 4213"/>
                  <a:gd name="connsiteX66-53887" fmla="*/ 1868 w 2254"/>
                  <a:gd name="connsiteY66-53888" fmla="*/ 2183 h 4213"/>
                  <a:gd name="connsiteX67-53889" fmla="*/ 1945 w 2254"/>
                  <a:gd name="connsiteY67-53890" fmla="*/ 2178 h 4213"/>
                  <a:gd name="connsiteX68-53891" fmla="*/ 1990 w 2254"/>
                  <a:gd name="connsiteY68-53892" fmla="*/ 2104 h 4213"/>
                  <a:gd name="connsiteX69-53893" fmla="*/ 2024 w 2254"/>
                  <a:gd name="connsiteY69-53894" fmla="*/ 2210 h 4213"/>
                  <a:gd name="connsiteX70-53895" fmla="*/ 1912 w 2254"/>
                  <a:gd name="connsiteY70-53896" fmla="*/ 2249 h 4213"/>
                  <a:gd name="connsiteX71-53897" fmla="*/ 1959 w 2254"/>
                  <a:gd name="connsiteY71-53898" fmla="*/ 2362 h 4213"/>
                  <a:gd name="connsiteX72-53899" fmla="*/ 1824 w 2254"/>
                  <a:gd name="connsiteY72-53900" fmla="*/ 2509 h 4213"/>
                  <a:gd name="connsiteX73-53901" fmla="*/ 1783 w 2254"/>
                  <a:gd name="connsiteY73-53902" fmla="*/ 2498 h 4213"/>
                  <a:gd name="connsiteX74-53903" fmla="*/ 1659 w 2254"/>
                  <a:gd name="connsiteY74-53904" fmla="*/ 2413 h 4213"/>
                  <a:gd name="connsiteX75-53905" fmla="*/ 1604 w 2254"/>
                  <a:gd name="connsiteY75-53906" fmla="*/ 2412 h 4213"/>
                  <a:gd name="connsiteX76-53907" fmla="*/ 1569 w 2254"/>
                  <a:gd name="connsiteY76-53908" fmla="*/ 2480 h 4213"/>
                  <a:gd name="connsiteX77-53909" fmla="*/ 1572 w 2254"/>
                  <a:gd name="connsiteY77-53910" fmla="*/ 2562 h 4213"/>
                  <a:gd name="connsiteX78-53911" fmla="*/ 1750 w 2254"/>
                  <a:gd name="connsiteY78-53912" fmla="*/ 2730 h 4213"/>
                  <a:gd name="connsiteX79-53913" fmla="*/ 1749 w 2254"/>
                  <a:gd name="connsiteY79-53914" fmla="*/ 2844 h 4213"/>
                  <a:gd name="connsiteX80-53915" fmla="*/ 1840 w 2254"/>
                  <a:gd name="connsiteY80-53916" fmla="*/ 3060 h 4213"/>
                  <a:gd name="connsiteX81-53917" fmla="*/ 1866 w 2254"/>
                  <a:gd name="connsiteY81-53918" fmla="*/ 3090 h 4213"/>
                  <a:gd name="connsiteX82-53919" fmla="*/ 1910 w 2254"/>
                  <a:gd name="connsiteY82-53920" fmla="*/ 3094 h 4213"/>
                  <a:gd name="connsiteX83-53921" fmla="*/ 1956 w 2254"/>
                  <a:gd name="connsiteY83-53922" fmla="*/ 3010 h 4213"/>
                  <a:gd name="connsiteX84-53923" fmla="*/ 2036 w 2254"/>
                  <a:gd name="connsiteY84-53924" fmla="*/ 2950 h 4213"/>
                  <a:gd name="connsiteX85-53925" fmla="*/ 2131 w 2254"/>
                  <a:gd name="connsiteY85-53926" fmla="*/ 3126 h 4213"/>
                  <a:gd name="connsiteX86-53927" fmla="*/ 2241 w 2254"/>
                  <a:gd name="connsiteY86-53928" fmla="*/ 3312 h 4213"/>
                  <a:gd name="connsiteX87-53929" fmla="*/ 2254 w 2254"/>
                  <a:gd name="connsiteY87-53930" fmla="*/ 3342 h 4213"/>
                  <a:gd name="connsiteX88-53931" fmla="*/ 2243 w 2254"/>
                  <a:gd name="connsiteY88-53932" fmla="*/ 3518 h 4213"/>
                  <a:gd name="connsiteX89-53933" fmla="*/ 2208 w 2254"/>
                  <a:gd name="connsiteY89-53934" fmla="*/ 3554 h 4213"/>
                  <a:gd name="connsiteX90-53935" fmla="*/ 2119 w 2254"/>
                  <a:gd name="connsiteY90-53936" fmla="*/ 3515 h 4213"/>
                  <a:gd name="connsiteX91-53937" fmla="*/ 1885 w 2254"/>
                  <a:gd name="connsiteY91-53938" fmla="*/ 3644 h 4213"/>
                  <a:gd name="connsiteX92-53939" fmla="*/ 1859 w 2254"/>
                  <a:gd name="connsiteY92-53940" fmla="*/ 3666 h 4213"/>
                  <a:gd name="connsiteX93-53941" fmla="*/ 1679 w 2254"/>
                  <a:gd name="connsiteY93-53942" fmla="*/ 3812 h 4213"/>
                  <a:gd name="connsiteX94-53943" fmla="*/ 1538 w 2254"/>
                  <a:gd name="connsiteY94-53944" fmla="*/ 3926 h 4213"/>
                  <a:gd name="connsiteX95-53945" fmla="*/ 1503 w 2254"/>
                  <a:gd name="connsiteY95-53946" fmla="*/ 3965 h 4213"/>
                  <a:gd name="connsiteX96-53947" fmla="*/ 1451 w 2254"/>
                  <a:gd name="connsiteY96-53948" fmla="*/ 3973 h 4213"/>
                  <a:gd name="connsiteX97-53949" fmla="*/ 1394 w 2254"/>
                  <a:gd name="connsiteY97-53950" fmla="*/ 3916 h 4213"/>
                  <a:gd name="connsiteX98-53951" fmla="*/ 1270 w 2254"/>
                  <a:gd name="connsiteY98-53952" fmla="*/ 3808 h 4213"/>
                  <a:gd name="connsiteX99-53953" fmla="*/ 1294 w 2254"/>
                  <a:gd name="connsiteY99-53954" fmla="*/ 4064 h 4213"/>
                  <a:gd name="connsiteX100-53955" fmla="*/ 1303 w 2254"/>
                  <a:gd name="connsiteY100-53956" fmla="*/ 4192 h 4213"/>
                  <a:gd name="connsiteX101-53957" fmla="*/ 1041 w 2254"/>
                  <a:gd name="connsiteY101-53958" fmla="*/ 4166 h 4213"/>
                  <a:gd name="connsiteX102-53959" fmla="*/ 959 w 2254"/>
                  <a:gd name="connsiteY102-53960" fmla="*/ 3987 h 4213"/>
                  <a:gd name="connsiteX103-53961" fmla="*/ 877 w 2254"/>
                  <a:gd name="connsiteY103-53962" fmla="*/ 3802 h 4213"/>
                  <a:gd name="connsiteX104-53963" fmla="*/ 798 w 2254"/>
                  <a:gd name="connsiteY104-53964" fmla="*/ 3734 h 4213"/>
                  <a:gd name="connsiteX0-53965" fmla="*/ 798 w 2254"/>
                  <a:gd name="connsiteY0-53966" fmla="*/ 3734 h 4213"/>
                  <a:gd name="connsiteX1-53967" fmla="*/ 679 w 2254"/>
                  <a:gd name="connsiteY1-53968" fmla="*/ 3800 h 4213"/>
                  <a:gd name="connsiteX2-53969" fmla="*/ 695 w 2254"/>
                  <a:gd name="connsiteY2-53970" fmla="*/ 3662 h 4213"/>
                  <a:gd name="connsiteX3-53971" fmla="*/ 633 w 2254"/>
                  <a:gd name="connsiteY3-53972" fmla="*/ 3500 h 4213"/>
                  <a:gd name="connsiteX4-53973" fmla="*/ 742 w 2254"/>
                  <a:gd name="connsiteY4-53974" fmla="*/ 3280 h 4213"/>
                  <a:gd name="connsiteX5-53975" fmla="*/ 932 w 2254"/>
                  <a:gd name="connsiteY5-53976" fmla="*/ 3195 h 4213"/>
                  <a:gd name="connsiteX6-53977" fmla="*/ 1107 w 2254"/>
                  <a:gd name="connsiteY6-53978" fmla="*/ 3058 h 4213"/>
                  <a:gd name="connsiteX7-53979" fmla="*/ 1159 w 2254"/>
                  <a:gd name="connsiteY7-53980" fmla="*/ 2932 h 4213"/>
                  <a:gd name="connsiteX8-53981" fmla="*/ 1102 w 2254"/>
                  <a:gd name="connsiteY8-53982" fmla="*/ 2932 h 4213"/>
                  <a:gd name="connsiteX9-53983" fmla="*/ 1215 w 2254"/>
                  <a:gd name="connsiteY9-53984" fmla="*/ 2615 h 4213"/>
                  <a:gd name="connsiteX10-53985" fmla="*/ 1184 w 2254"/>
                  <a:gd name="connsiteY10-53986" fmla="*/ 2346 h 4213"/>
                  <a:gd name="connsiteX11-53987" fmla="*/ 1068 w 2254"/>
                  <a:gd name="connsiteY11-53988" fmla="*/ 2333 h 4213"/>
                  <a:gd name="connsiteX12-53989" fmla="*/ 1066 w 2254"/>
                  <a:gd name="connsiteY12-53990" fmla="*/ 2117 h 4213"/>
                  <a:gd name="connsiteX13-53991" fmla="*/ 990 w 2254"/>
                  <a:gd name="connsiteY13-53992" fmla="*/ 2039 h 4213"/>
                  <a:gd name="connsiteX14-53993" fmla="*/ 847 w 2254"/>
                  <a:gd name="connsiteY14-53994" fmla="*/ 1951 h 4213"/>
                  <a:gd name="connsiteX15-53995" fmla="*/ 755 w 2254"/>
                  <a:gd name="connsiteY15-53996" fmla="*/ 1827 h 4213"/>
                  <a:gd name="connsiteX16-53997" fmla="*/ 659 w 2254"/>
                  <a:gd name="connsiteY16-53998" fmla="*/ 1828 h 4213"/>
                  <a:gd name="connsiteX17-53999" fmla="*/ 614 w 2254"/>
                  <a:gd name="connsiteY17-54000" fmla="*/ 1883 h 4213"/>
                  <a:gd name="connsiteX18-54001" fmla="*/ 521 w 2254"/>
                  <a:gd name="connsiteY18-54002" fmla="*/ 1877 h 4213"/>
                  <a:gd name="connsiteX19-54003" fmla="*/ 501 w 2254"/>
                  <a:gd name="connsiteY19-54004" fmla="*/ 1994 h 4213"/>
                  <a:gd name="connsiteX20-54005" fmla="*/ 320 w 2254"/>
                  <a:gd name="connsiteY20-54006" fmla="*/ 1941 h 4213"/>
                  <a:gd name="connsiteX21-54007" fmla="*/ 237 w 2254"/>
                  <a:gd name="connsiteY21-54008" fmla="*/ 1939 h 4213"/>
                  <a:gd name="connsiteX22-54009" fmla="*/ 112 w 2254"/>
                  <a:gd name="connsiteY22-54010" fmla="*/ 2014 h 4213"/>
                  <a:gd name="connsiteX23-54011" fmla="*/ 0 w 2254"/>
                  <a:gd name="connsiteY23-54012" fmla="*/ 1890 h 4213"/>
                  <a:gd name="connsiteX24-54013" fmla="*/ 94 w 2254"/>
                  <a:gd name="connsiteY24-54014" fmla="*/ 1804 h 4213"/>
                  <a:gd name="connsiteX25-54015" fmla="*/ 98 w 2254"/>
                  <a:gd name="connsiteY25-54016" fmla="*/ 1634 h 4213"/>
                  <a:gd name="connsiteX26-54017" fmla="*/ 153 w 2254"/>
                  <a:gd name="connsiteY26-54018" fmla="*/ 1514 h 4213"/>
                  <a:gd name="connsiteX27-54019" fmla="*/ 196 w 2254"/>
                  <a:gd name="connsiteY27-54020" fmla="*/ 1306 h 4213"/>
                  <a:gd name="connsiteX28-54021" fmla="*/ 256 w 2254"/>
                  <a:gd name="connsiteY28-54022" fmla="*/ 1307 h 4213"/>
                  <a:gd name="connsiteX29-54023" fmla="*/ 579 w 2254"/>
                  <a:gd name="connsiteY29-54024" fmla="*/ 1286 h 4213"/>
                  <a:gd name="connsiteX30-54025" fmla="*/ 753 w 2254"/>
                  <a:gd name="connsiteY30-54026" fmla="*/ 1117 h 4213"/>
                  <a:gd name="connsiteX31-54027" fmla="*/ 822 w 2254"/>
                  <a:gd name="connsiteY31-54028" fmla="*/ 748 h 4213"/>
                  <a:gd name="connsiteX32-54029" fmla="*/ 932 w 2254"/>
                  <a:gd name="connsiteY32-54030" fmla="*/ 486 h 4213"/>
                  <a:gd name="connsiteX33-54031" fmla="*/ 930 w 2254"/>
                  <a:gd name="connsiteY33-54032" fmla="*/ 358 h 4213"/>
                  <a:gd name="connsiteX34-54033" fmla="*/ 917 w 2254"/>
                  <a:gd name="connsiteY34-54034" fmla="*/ 328 h 4213"/>
                  <a:gd name="connsiteX35-54035" fmla="*/ 850 w 2254"/>
                  <a:gd name="connsiteY35-54036" fmla="*/ 251 h 4213"/>
                  <a:gd name="connsiteX36-54037" fmla="*/ 790 w 2254"/>
                  <a:gd name="connsiteY36-54038" fmla="*/ 217 h 4213"/>
                  <a:gd name="connsiteX37-54039" fmla="*/ 915 w 2254"/>
                  <a:gd name="connsiteY37-54040" fmla="*/ 56 h 4213"/>
                  <a:gd name="connsiteX38-54041" fmla="*/ 1088 w 2254"/>
                  <a:gd name="connsiteY38-54042" fmla="*/ 2 h 4213"/>
                  <a:gd name="connsiteX39-54043" fmla="*/ 1120 w 2254"/>
                  <a:gd name="connsiteY39-54044" fmla="*/ 49 h 4213"/>
                  <a:gd name="connsiteX40-54045" fmla="*/ 1110 w 2254"/>
                  <a:gd name="connsiteY40-54046" fmla="*/ 133 h 4213"/>
                  <a:gd name="connsiteX41-54047" fmla="*/ 1049 w 2254"/>
                  <a:gd name="connsiteY41-54048" fmla="*/ 243 h 4213"/>
                  <a:gd name="connsiteX42-54049" fmla="*/ 1119 w 2254"/>
                  <a:gd name="connsiteY42-54050" fmla="*/ 301 h 4213"/>
                  <a:gd name="connsiteX43-54051" fmla="*/ 1233 w 2254"/>
                  <a:gd name="connsiteY43-54052" fmla="*/ 366 h 4213"/>
                  <a:gd name="connsiteX44-54053" fmla="*/ 1253 w 2254"/>
                  <a:gd name="connsiteY44-54054" fmla="*/ 255 h 4213"/>
                  <a:gd name="connsiteX45-54055" fmla="*/ 1387 w 2254"/>
                  <a:gd name="connsiteY45-54056" fmla="*/ 291 h 4213"/>
                  <a:gd name="connsiteX46-54057" fmla="*/ 1412 w 2254"/>
                  <a:gd name="connsiteY46-54058" fmla="*/ 331 h 4213"/>
                  <a:gd name="connsiteX47-54059" fmla="*/ 1488 w 2254"/>
                  <a:gd name="connsiteY47-54060" fmla="*/ 562 h 4213"/>
                  <a:gd name="connsiteX48-54061" fmla="*/ 1523 w 2254"/>
                  <a:gd name="connsiteY48-54062" fmla="*/ 586 h 4213"/>
                  <a:gd name="connsiteX49-54063" fmla="*/ 1615 w 2254"/>
                  <a:gd name="connsiteY49-54064" fmla="*/ 578 h 4213"/>
                  <a:gd name="connsiteX50-54065" fmla="*/ 1875 w 2254"/>
                  <a:gd name="connsiteY50-54066" fmla="*/ 490 h 4213"/>
                  <a:gd name="connsiteX51-54067" fmla="*/ 2095 w 2254"/>
                  <a:gd name="connsiteY51-54068" fmla="*/ 479 h 4213"/>
                  <a:gd name="connsiteX52-54069" fmla="*/ 2155 w 2254"/>
                  <a:gd name="connsiteY52-54070" fmla="*/ 648 h 4213"/>
                  <a:gd name="connsiteX53-54071" fmla="*/ 2073 w 2254"/>
                  <a:gd name="connsiteY53-54072" fmla="*/ 944 h 4213"/>
                  <a:gd name="connsiteX54-54073" fmla="*/ 2073 w 2254"/>
                  <a:gd name="connsiteY54-54074" fmla="*/ 1022 h 4213"/>
                  <a:gd name="connsiteX55-54075" fmla="*/ 2142 w 2254"/>
                  <a:gd name="connsiteY55-54076" fmla="*/ 1168 h 4213"/>
                  <a:gd name="connsiteX56-54077" fmla="*/ 2157 w 2254"/>
                  <a:gd name="connsiteY56-54078" fmla="*/ 1427 h 4213"/>
                  <a:gd name="connsiteX57-54079" fmla="*/ 2159 w 2254"/>
                  <a:gd name="connsiteY57-54080" fmla="*/ 1617 h 4213"/>
                  <a:gd name="connsiteX58-54081" fmla="*/ 2092 w 2254"/>
                  <a:gd name="connsiteY58-54082" fmla="*/ 1625 h 4213"/>
                  <a:gd name="connsiteX59-54083" fmla="*/ 2070 w 2254"/>
                  <a:gd name="connsiteY59-54084" fmla="*/ 1507 h 4213"/>
                  <a:gd name="connsiteX60-54085" fmla="*/ 2035 w 2254"/>
                  <a:gd name="connsiteY60-54086" fmla="*/ 1450 h 4213"/>
                  <a:gd name="connsiteX61-54087" fmla="*/ 1945 w 2254"/>
                  <a:gd name="connsiteY61-54088" fmla="*/ 1582 h 4213"/>
                  <a:gd name="connsiteX62-54089" fmla="*/ 1832 w 2254"/>
                  <a:gd name="connsiteY62-54090" fmla="*/ 1776 h 4213"/>
                  <a:gd name="connsiteX63-54091" fmla="*/ 1713 w 2254"/>
                  <a:gd name="connsiteY63-54092" fmla="*/ 1904 h 4213"/>
                  <a:gd name="connsiteX64-54093" fmla="*/ 1706 w 2254"/>
                  <a:gd name="connsiteY64-54094" fmla="*/ 2018 h 4213"/>
                  <a:gd name="connsiteX65-54095" fmla="*/ 1766 w 2254"/>
                  <a:gd name="connsiteY65-54096" fmla="*/ 2115 h 4213"/>
                  <a:gd name="connsiteX66-54097" fmla="*/ 1868 w 2254"/>
                  <a:gd name="connsiteY66-54098" fmla="*/ 2183 h 4213"/>
                  <a:gd name="connsiteX67-54099" fmla="*/ 1945 w 2254"/>
                  <a:gd name="connsiteY67-54100" fmla="*/ 2178 h 4213"/>
                  <a:gd name="connsiteX68-54101" fmla="*/ 1990 w 2254"/>
                  <a:gd name="connsiteY68-54102" fmla="*/ 2104 h 4213"/>
                  <a:gd name="connsiteX69-54103" fmla="*/ 2024 w 2254"/>
                  <a:gd name="connsiteY69-54104" fmla="*/ 2210 h 4213"/>
                  <a:gd name="connsiteX70-54105" fmla="*/ 1912 w 2254"/>
                  <a:gd name="connsiteY70-54106" fmla="*/ 2249 h 4213"/>
                  <a:gd name="connsiteX71-54107" fmla="*/ 1959 w 2254"/>
                  <a:gd name="connsiteY71-54108" fmla="*/ 2362 h 4213"/>
                  <a:gd name="connsiteX72-54109" fmla="*/ 1824 w 2254"/>
                  <a:gd name="connsiteY72-54110" fmla="*/ 2509 h 4213"/>
                  <a:gd name="connsiteX73-54111" fmla="*/ 1783 w 2254"/>
                  <a:gd name="connsiteY73-54112" fmla="*/ 2498 h 4213"/>
                  <a:gd name="connsiteX74-54113" fmla="*/ 1659 w 2254"/>
                  <a:gd name="connsiteY74-54114" fmla="*/ 2413 h 4213"/>
                  <a:gd name="connsiteX75-54115" fmla="*/ 1604 w 2254"/>
                  <a:gd name="connsiteY75-54116" fmla="*/ 2412 h 4213"/>
                  <a:gd name="connsiteX76-54117" fmla="*/ 1569 w 2254"/>
                  <a:gd name="connsiteY76-54118" fmla="*/ 2480 h 4213"/>
                  <a:gd name="connsiteX77-54119" fmla="*/ 1572 w 2254"/>
                  <a:gd name="connsiteY77-54120" fmla="*/ 2562 h 4213"/>
                  <a:gd name="connsiteX78-54121" fmla="*/ 1750 w 2254"/>
                  <a:gd name="connsiteY78-54122" fmla="*/ 2730 h 4213"/>
                  <a:gd name="connsiteX79-54123" fmla="*/ 1749 w 2254"/>
                  <a:gd name="connsiteY79-54124" fmla="*/ 2844 h 4213"/>
                  <a:gd name="connsiteX80-54125" fmla="*/ 1840 w 2254"/>
                  <a:gd name="connsiteY80-54126" fmla="*/ 3060 h 4213"/>
                  <a:gd name="connsiteX81-54127" fmla="*/ 1866 w 2254"/>
                  <a:gd name="connsiteY81-54128" fmla="*/ 3090 h 4213"/>
                  <a:gd name="connsiteX82-54129" fmla="*/ 1910 w 2254"/>
                  <a:gd name="connsiteY82-54130" fmla="*/ 3094 h 4213"/>
                  <a:gd name="connsiteX83-54131" fmla="*/ 1956 w 2254"/>
                  <a:gd name="connsiteY83-54132" fmla="*/ 3010 h 4213"/>
                  <a:gd name="connsiteX84-54133" fmla="*/ 2036 w 2254"/>
                  <a:gd name="connsiteY84-54134" fmla="*/ 2950 h 4213"/>
                  <a:gd name="connsiteX85-54135" fmla="*/ 2131 w 2254"/>
                  <a:gd name="connsiteY85-54136" fmla="*/ 3126 h 4213"/>
                  <a:gd name="connsiteX86-54137" fmla="*/ 2241 w 2254"/>
                  <a:gd name="connsiteY86-54138" fmla="*/ 3312 h 4213"/>
                  <a:gd name="connsiteX87-54139" fmla="*/ 2254 w 2254"/>
                  <a:gd name="connsiteY87-54140" fmla="*/ 3342 h 4213"/>
                  <a:gd name="connsiteX88-54141" fmla="*/ 2243 w 2254"/>
                  <a:gd name="connsiteY88-54142" fmla="*/ 3518 h 4213"/>
                  <a:gd name="connsiteX89-54143" fmla="*/ 2208 w 2254"/>
                  <a:gd name="connsiteY89-54144" fmla="*/ 3554 h 4213"/>
                  <a:gd name="connsiteX90-54145" fmla="*/ 2119 w 2254"/>
                  <a:gd name="connsiteY90-54146" fmla="*/ 3515 h 4213"/>
                  <a:gd name="connsiteX91-54147" fmla="*/ 1885 w 2254"/>
                  <a:gd name="connsiteY91-54148" fmla="*/ 3644 h 4213"/>
                  <a:gd name="connsiteX92-54149" fmla="*/ 1859 w 2254"/>
                  <a:gd name="connsiteY92-54150" fmla="*/ 3666 h 4213"/>
                  <a:gd name="connsiteX93-54151" fmla="*/ 1679 w 2254"/>
                  <a:gd name="connsiteY93-54152" fmla="*/ 3812 h 4213"/>
                  <a:gd name="connsiteX94-54153" fmla="*/ 1538 w 2254"/>
                  <a:gd name="connsiteY94-54154" fmla="*/ 3926 h 4213"/>
                  <a:gd name="connsiteX95-54155" fmla="*/ 1503 w 2254"/>
                  <a:gd name="connsiteY95-54156" fmla="*/ 3965 h 4213"/>
                  <a:gd name="connsiteX96-54157" fmla="*/ 1451 w 2254"/>
                  <a:gd name="connsiteY96-54158" fmla="*/ 3973 h 4213"/>
                  <a:gd name="connsiteX97-54159" fmla="*/ 1394 w 2254"/>
                  <a:gd name="connsiteY97-54160" fmla="*/ 3916 h 4213"/>
                  <a:gd name="connsiteX98-54161" fmla="*/ 1270 w 2254"/>
                  <a:gd name="connsiteY98-54162" fmla="*/ 3808 h 4213"/>
                  <a:gd name="connsiteX99-54163" fmla="*/ 1294 w 2254"/>
                  <a:gd name="connsiteY99-54164" fmla="*/ 4064 h 4213"/>
                  <a:gd name="connsiteX100-54165" fmla="*/ 1303 w 2254"/>
                  <a:gd name="connsiteY100-54166" fmla="*/ 4192 h 4213"/>
                  <a:gd name="connsiteX101-54167" fmla="*/ 1041 w 2254"/>
                  <a:gd name="connsiteY101-54168" fmla="*/ 4166 h 4213"/>
                  <a:gd name="connsiteX102-54169" fmla="*/ 959 w 2254"/>
                  <a:gd name="connsiteY102-54170" fmla="*/ 3987 h 4213"/>
                  <a:gd name="connsiteX103-54171" fmla="*/ 877 w 2254"/>
                  <a:gd name="connsiteY103-54172" fmla="*/ 3802 h 4213"/>
                  <a:gd name="connsiteX104-54173" fmla="*/ 798 w 2254"/>
                  <a:gd name="connsiteY104-54174" fmla="*/ 3734 h 4213"/>
                  <a:gd name="connsiteX0-54175" fmla="*/ 798 w 2254"/>
                  <a:gd name="connsiteY0-54176" fmla="*/ 3734 h 4213"/>
                  <a:gd name="connsiteX1-54177" fmla="*/ 679 w 2254"/>
                  <a:gd name="connsiteY1-54178" fmla="*/ 3800 h 4213"/>
                  <a:gd name="connsiteX2-54179" fmla="*/ 695 w 2254"/>
                  <a:gd name="connsiteY2-54180" fmla="*/ 3662 h 4213"/>
                  <a:gd name="connsiteX3-54181" fmla="*/ 633 w 2254"/>
                  <a:gd name="connsiteY3-54182" fmla="*/ 3500 h 4213"/>
                  <a:gd name="connsiteX4-54183" fmla="*/ 742 w 2254"/>
                  <a:gd name="connsiteY4-54184" fmla="*/ 3280 h 4213"/>
                  <a:gd name="connsiteX5-54185" fmla="*/ 932 w 2254"/>
                  <a:gd name="connsiteY5-54186" fmla="*/ 3195 h 4213"/>
                  <a:gd name="connsiteX6-54187" fmla="*/ 1107 w 2254"/>
                  <a:gd name="connsiteY6-54188" fmla="*/ 3058 h 4213"/>
                  <a:gd name="connsiteX7-54189" fmla="*/ 1159 w 2254"/>
                  <a:gd name="connsiteY7-54190" fmla="*/ 2932 h 4213"/>
                  <a:gd name="connsiteX8-54191" fmla="*/ 1102 w 2254"/>
                  <a:gd name="connsiteY8-54192" fmla="*/ 2932 h 4213"/>
                  <a:gd name="connsiteX9-54193" fmla="*/ 1215 w 2254"/>
                  <a:gd name="connsiteY9-54194" fmla="*/ 2615 h 4213"/>
                  <a:gd name="connsiteX10-54195" fmla="*/ 1184 w 2254"/>
                  <a:gd name="connsiteY10-54196" fmla="*/ 2346 h 4213"/>
                  <a:gd name="connsiteX11-54197" fmla="*/ 1068 w 2254"/>
                  <a:gd name="connsiteY11-54198" fmla="*/ 2333 h 4213"/>
                  <a:gd name="connsiteX12-54199" fmla="*/ 1066 w 2254"/>
                  <a:gd name="connsiteY12-54200" fmla="*/ 2117 h 4213"/>
                  <a:gd name="connsiteX13-54201" fmla="*/ 990 w 2254"/>
                  <a:gd name="connsiteY13-54202" fmla="*/ 2039 h 4213"/>
                  <a:gd name="connsiteX14-54203" fmla="*/ 847 w 2254"/>
                  <a:gd name="connsiteY14-54204" fmla="*/ 1951 h 4213"/>
                  <a:gd name="connsiteX15-54205" fmla="*/ 755 w 2254"/>
                  <a:gd name="connsiteY15-54206" fmla="*/ 1827 h 4213"/>
                  <a:gd name="connsiteX16-54207" fmla="*/ 659 w 2254"/>
                  <a:gd name="connsiteY16-54208" fmla="*/ 1828 h 4213"/>
                  <a:gd name="connsiteX17-54209" fmla="*/ 614 w 2254"/>
                  <a:gd name="connsiteY17-54210" fmla="*/ 1883 h 4213"/>
                  <a:gd name="connsiteX18-54211" fmla="*/ 521 w 2254"/>
                  <a:gd name="connsiteY18-54212" fmla="*/ 1877 h 4213"/>
                  <a:gd name="connsiteX19-54213" fmla="*/ 501 w 2254"/>
                  <a:gd name="connsiteY19-54214" fmla="*/ 1994 h 4213"/>
                  <a:gd name="connsiteX20-54215" fmla="*/ 320 w 2254"/>
                  <a:gd name="connsiteY20-54216" fmla="*/ 1941 h 4213"/>
                  <a:gd name="connsiteX21-54217" fmla="*/ 237 w 2254"/>
                  <a:gd name="connsiteY21-54218" fmla="*/ 1939 h 4213"/>
                  <a:gd name="connsiteX22-54219" fmla="*/ 112 w 2254"/>
                  <a:gd name="connsiteY22-54220" fmla="*/ 2014 h 4213"/>
                  <a:gd name="connsiteX23-54221" fmla="*/ 0 w 2254"/>
                  <a:gd name="connsiteY23-54222" fmla="*/ 1890 h 4213"/>
                  <a:gd name="connsiteX24-54223" fmla="*/ 94 w 2254"/>
                  <a:gd name="connsiteY24-54224" fmla="*/ 1804 h 4213"/>
                  <a:gd name="connsiteX25-54225" fmla="*/ 98 w 2254"/>
                  <a:gd name="connsiteY25-54226" fmla="*/ 1634 h 4213"/>
                  <a:gd name="connsiteX26-54227" fmla="*/ 153 w 2254"/>
                  <a:gd name="connsiteY26-54228" fmla="*/ 1514 h 4213"/>
                  <a:gd name="connsiteX27-54229" fmla="*/ 196 w 2254"/>
                  <a:gd name="connsiteY27-54230" fmla="*/ 1306 h 4213"/>
                  <a:gd name="connsiteX28-54231" fmla="*/ 256 w 2254"/>
                  <a:gd name="connsiteY28-54232" fmla="*/ 1307 h 4213"/>
                  <a:gd name="connsiteX29-54233" fmla="*/ 579 w 2254"/>
                  <a:gd name="connsiteY29-54234" fmla="*/ 1286 h 4213"/>
                  <a:gd name="connsiteX30-54235" fmla="*/ 753 w 2254"/>
                  <a:gd name="connsiteY30-54236" fmla="*/ 1117 h 4213"/>
                  <a:gd name="connsiteX31-54237" fmla="*/ 822 w 2254"/>
                  <a:gd name="connsiteY31-54238" fmla="*/ 748 h 4213"/>
                  <a:gd name="connsiteX32-54239" fmla="*/ 932 w 2254"/>
                  <a:gd name="connsiteY32-54240" fmla="*/ 486 h 4213"/>
                  <a:gd name="connsiteX33-54241" fmla="*/ 930 w 2254"/>
                  <a:gd name="connsiteY33-54242" fmla="*/ 358 h 4213"/>
                  <a:gd name="connsiteX34-54243" fmla="*/ 917 w 2254"/>
                  <a:gd name="connsiteY34-54244" fmla="*/ 328 h 4213"/>
                  <a:gd name="connsiteX35-54245" fmla="*/ 850 w 2254"/>
                  <a:gd name="connsiteY35-54246" fmla="*/ 251 h 4213"/>
                  <a:gd name="connsiteX36-54247" fmla="*/ 790 w 2254"/>
                  <a:gd name="connsiteY36-54248" fmla="*/ 217 h 4213"/>
                  <a:gd name="connsiteX37-54249" fmla="*/ 915 w 2254"/>
                  <a:gd name="connsiteY37-54250" fmla="*/ 56 h 4213"/>
                  <a:gd name="connsiteX38-54251" fmla="*/ 1088 w 2254"/>
                  <a:gd name="connsiteY38-54252" fmla="*/ 2 h 4213"/>
                  <a:gd name="connsiteX39-54253" fmla="*/ 1120 w 2254"/>
                  <a:gd name="connsiteY39-54254" fmla="*/ 49 h 4213"/>
                  <a:gd name="connsiteX40-54255" fmla="*/ 1110 w 2254"/>
                  <a:gd name="connsiteY40-54256" fmla="*/ 133 h 4213"/>
                  <a:gd name="connsiteX41-54257" fmla="*/ 1049 w 2254"/>
                  <a:gd name="connsiteY41-54258" fmla="*/ 243 h 4213"/>
                  <a:gd name="connsiteX42-54259" fmla="*/ 1119 w 2254"/>
                  <a:gd name="connsiteY42-54260" fmla="*/ 301 h 4213"/>
                  <a:gd name="connsiteX43-54261" fmla="*/ 1233 w 2254"/>
                  <a:gd name="connsiteY43-54262" fmla="*/ 366 h 4213"/>
                  <a:gd name="connsiteX44-54263" fmla="*/ 1253 w 2254"/>
                  <a:gd name="connsiteY44-54264" fmla="*/ 255 h 4213"/>
                  <a:gd name="connsiteX45-54265" fmla="*/ 1387 w 2254"/>
                  <a:gd name="connsiteY45-54266" fmla="*/ 291 h 4213"/>
                  <a:gd name="connsiteX46-54267" fmla="*/ 1412 w 2254"/>
                  <a:gd name="connsiteY46-54268" fmla="*/ 331 h 4213"/>
                  <a:gd name="connsiteX47-54269" fmla="*/ 1488 w 2254"/>
                  <a:gd name="connsiteY47-54270" fmla="*/ 562 h 4213"/>
                  <a:gd name="connsiteX48-54271" fmla="*/ 1523 w 2254"/>
                  <a:gd name="connsiteY48-54272" fmla="*/ 586 h 4213"/>
                  <a:gd name="connsiteX49-54273" fmla="*/ 1615 w 2254"/>
                  <a:gd name="connsiteY49-54274" fmla="*/ 578 h 4213"/>
                  <a:gd name="connsiteX50-54275" fmla="*/ 1875 w 2254"/>
                  <a:gd name="connsiteY50-54276" fmla="*/ 490 h 4213"/>
                  <a:gd name="connsiteX51-54277" fmla="*/ 2095 w 2254"/>
                  <a:gd name="connsiteY51-54278" fmla="*/ 479 h 4213"/>
                  <a:gd name="connsiteX52-54279" fmla="*/ 2155 w 2254"/>
                  <a:gd name="connsiteY52-54280" fmla="*/ 648 h 4213"/>
                  <a:gd name="connsiteX53-54281" fmla="*/ 2073 w 2254"/>
                  <a:gd name="connsiteY53-54282" fmla="*/ 944 h 4213"/>
                  <a:gd name="connsiteX54-54283" fmla="*/ 2073 w 2254"/>
                  <a:gd name="connsiteY54-54284" fmla="*/ 1022 h 4213"/>
                  <a:gd name="connsiteX55-54285" fmla="*/ 2142 w 2254"/>
                  <a:gd name="connsiteY55-54286" fmla="*/ 1168 h 4213"/>
                  <a:gd name="connsiteX56-54287" fmla="*/ 2157 w 2254"/>
                  <a:gd name="connsiteY56-54288" fmla="*/ 1427 h 4213"/>
                  <a:gd name="connsiteX57-54289" fmla="*/ 2159 w 2254"/>
                  <a:gd name="connsiteY57-54290" fmla="*/ 1617 h 4213"/>
                  <a:gd name="connsiteX58-54291" fmla="*/ 2092 w 2254"/>
                  <a:gd name="connsiteY58-54292" fmla="*/ 1625 h 4213"/>
                  <a:gd name="connsiteX59-54293" fmla="*/ 2070 w 2254"/>
                  <a:gd name="connsiteY59-54294" fmla="*/ 1507 h 4213"/>
                  <a:gd name="connsiteX60-54295" fmla="*/ 2035 w 2254"/>
                  <a:gd name="connsiteY60-54296" fmla="*/ 1450 h 4213"/>
                  <a:gd name="connsiteX61-54297" fmla="*/ 1945 w 2254"/>
                  <a:gd name="connsiteY61-54298" fmla="*/ 1582 h 4213"/>
                  <a:gd name="connsiteX62-54299" fmla="*/ 1832 w 2254"/>
                  <a:gd name="connsiteY62-54300" fmla="*/ 1776 h 4213"/>
                  <a:gd name="connsiteX63-54301" fmla="*/ 1713 w 2254"/>
                  <a:gd name="connsiteY63-54302" fmla="*/ 1904 h 4213"/>
                  <a:gd name="connsiteX64-54303" fmla="*/ 1706 w 2254"/>
                  <a:gd name="connsiteY64-54304" fmla="*/ 2018 h 4213"/>
                  <a:gd name="connsiteX65-54305" fmla="*/ 1766 w 2254"/>
                  <a:gd name="connsiteY65-54306" fmla="*/ 2115 h 4213"/>
                  <a:gd name="connsiteX66-54307" fmla="*/ 1868 w 2254"/>
                  <a:gd name="connsiteY66-54308" fmla="*/ 2183 h 4213"/>
                  <a:gd name="connsiteX67-54309" fmla="*/ 1945 w 2254"/>
                  <a:gd name="connsiteY67-54310" fmla="*/ 2178 h 4213"/>
                  <a:gd name="connsiteX68-54311" fmla="*/ 1990 w 2254"/>
                  <a:gd name="connsiteY68-54312" fmla="*/ 2104 h 4213"/>
                  <a:gd name="connsiteX69-54313" fmla="*/ 2024 w 2254"/>
                  <a:gd name="connsiteY69-54314" fmla="*/ 2210 h 4213"/>
                  <a:gd name="connsiteX70-54315" fmla="*/ 1912 w 2254"/>
                  <a:gd name="connsiteY70-54316" fmla="*/ 2249 h 4213"/>
                  <a:gd name="connsiteX71-54317" fmla="*/ 1959 w 2254"/>
                  <a:gd name="connsiteY71-54318" fmla="*/ 2362 h 4213"/>
                  <a:gd name="connsiteX72-54319" fmla="*/ 1824 w 2254"/>
                  <a:gd name="connsiteY72-54320" fmla="*/ 2509 h 4213"/>
                  <a:gd name="connsiteX73-54321" fmla="*/ 1783 w 2254"/>
                  <a:gd name="connsiteY73-54322" fmla="*/ 2498 h 4213"/>
                  <a:gd name="connsiteX74-54323" fmla="*/ 1659 w 2254"/>
                  <a:gd name="connsiteY74-54324" fmla="*/ 2413 h 4213"/>
                  <a:gd name="connsiteX75-54325" fmla="*/ 1604 w 2254"/>
                  <a:gd name="connsiteY75-54326" fmla="*/ 2412 h 4213"/>
                  <a:gd name="connsiteX76-54327" fmla="*/ 1569 w 2254"/>
                  <a:gd name="connsiteY76-54328" fmla="*/ 2480 h 4213"/>
                  <a:gd name="connsiteX77-54329" fmla="*/ 1572 w 2254"/>
                  <a:gd name="connsiteY77-54330" fmla="*/ 2562 h 4213"/>
                  <a:gd name="connsiteX78-54331" fmla="*/ 1750 w 2254"/>
                  <a:gd name="connsiteY78-54332" fmla="*/ 2730 h 4213"/>
                  <a:gd name="connsiteX79-54333" fmla="*/ 1749 w 2254"/>
                  <a:gd name="connsiteY79-54334" fmla="*/ 2844 h 4213"/>
                  <a:gd name="connsiteX80-54335" fmla="*/ 1840 w 2254"/>
                  <a:gd name="connsiteY80-54336" fmla="*/ 3060 h 4213"/>
                  <a:gd name="connsiteX81-54337" fmla="*/ 1866 w 2254"/>
                  <a:gd name="connsiteY81-54338" fmla="*/ 3090 h 4213"/>
                  <a:gd name="connsiteX82-54339" fmla="*/ 1910 w 2254"/>
                  <a:gd name="connsiteY82-54340" fmla="*/ 3094 h 4213"/>
                  <a:gd name="connsiteX83-54341" fmla="*/ 1956 w 2254"/>
                  <a:gd name="connsiteY83-54342" fmla="*/ 3010 h 4213"/>
                  <a:gd name="connsiteX84-54343" fmla="*/ 2036 w 2254"/>
                  <a:gd name="connsiteY84-54344" fmla="*/ 2950 h 4213"/>
                  <a:gd name="connsiteX85-54345" fmla="*/ 2131 w 2254"/>
                  <a:gd name="connsiteY85-54346" fmla="*/ 3126 h 4213"/>
                  <a:gd name="connsiteX86-54347" fmla="*/ 2241 w 2254"/>
                  <a:gd name="connsiteY86-54348" fmla="*/ 3312 h 4213"/>
                  <a:gd name="connsiteX87-54349" fmla="*/ 2254 w 2254"/>
                  <a:gd name="connsiteY87-54350" fmla="*/ 3342 h 4213"/>
                  <a:gd name="connsiteX88-54351" fmla="*/ 2243 w 2254"/>
                  <a:gd name="connsiteY88-54352" fmla="*/ 3518 h 4213"/>
                  <a:gd name="connsiteX89-54353" fmla="*/ 2208 w 2254"/>
                  <a:gd name="connsiteY89-54354" fmla="*/ 3554 h 4213"/>
                  <a:gd name="connsiteX90-54355" fmla="*/ 2119 w 2254"/>
                  <a:gd name="connsiteY90-54356" fmla="*/ 3515 h 4213"/>
                  <a:gd name="connsiteX91-54357" fmla="*/ 1885 w 2254"/>
                  <a:gd name="connsiteY91-54358" fmla="*/ 3644 h 4213"/>
                  <a:gd name="connsiteX92-54359" fmla="*/ 1859 w 2254"/>
                  <a:gd name="connsiteY92-54360" fmla="*/ 3666 h 4213"/>
                  <a:gd name="connsiteX93-54361" fmla="*/ 1679 w 2254"/>
                  <a:gd name="connsiteY93-54362" fmla="*/ 3812 h 4213"/>
                  <a:gd name="connsiteX94-54363" fmla="*/ 1538 w 2254"/>
                  <a:gd name="connsiteY94-54364" fmla="*/ 3926 h 4213"/>
                  <a:gd name="connsiteX95-54365" fmla="*/ 1503 w 2254"/>
                  <a:gd name="connsiteY95-54366" fmla="*/ 3965 h 4213"/>
                  <a:gd name="connsiteX96-54367" fmla="*/ 1451 w 2254"/>
                  <a:gd name="connsiteY96-54368" fmla="*/ 3973 h 4213"/>
                  <a:gd name="connsiteX97-54369" fmla="*/ 1394 w 2254"/>
                  <a:gd name="connsiteY97-54370" fmla="*/ 3916 h 4213"/>
                  <a:gd name="connsiteX98-54371" fmla="*/ 1270 w 2254"/>
                  <a:gd name="connsiteY98-54372" fmla="*/ 3808 h 4213"/>
                  <a:gd name="connsiteX99-54373" fmla="*/ 1294 w 2254"/>
                  <a:gd name="connsiteY99-54374" fmla="*/ 4064 h 4213"/>
                  <a:gd name="connsiteX100-54375" fmla="*/ 1303 w 2254"/>
                  <a:gd name="connsiteY100-54376" fmla="*/ 4192 h 4213"/>
                  <a:gd name="connsiteX101-54377" fmla="*/ 1041 w 2254"/>
                  <a:gd name="connsiteY101-54378" fmla="*/ 4166 h 4213"/>
                  <a:gd name="connsiteX102-54379" fmla="*/ 959 w 2254"/>
                  <a:gd name="connsiteY102-54380" fmla="*/ 3987 h 4213"/>
                  <a:gd name="connsiteX103-54381" fmla="*/ 877 w 2254"/>
                  <a:gd name="connsiteY103-54382" fmla="*/ 3802 h 4213"/>
                  <a:gd name="connsiteX104-54383" fmla="*/ 798 w 2254"/>
                  <a:gd name="connsiteY104-54384" fmla="*/ 3734 h 4213"/>
                  <a:gd name="connsiteX0-54385" fmla="*/ 798 w 2254"/>
                  <a:gd name="connsiteY0-54386" fmla="*/ 3734 h 4213"/>
                  <a:gd name="connsiteX1-54387" fmla="*/ 679 w 2254"/>
                  <a:gd name="connsiteY1-54388" fmla="*/ 3800 h 4213"/>
                  <a:gd name="connsiteX2-54389" fmla="*/ 695 w 2254"/>
                  <a:gd name="connsiteY2-54390" fmla="*/ 3662 h 4213"/>
                  <a:gd name="connsiteX3-54391" fmla="*/ 633 w 2254"/>
                  <a:gd name="connsiteY3-54392" fmla="*/ 3500 h 4213"/>
                  <a:gd name="connsiteX4-54393" fmla="*/ 742 w 2254"/>
                  <a:gd name="connsiteY4-54394" fmla="*/ 3280 h 4213"/>
                  <a:gd name="connsiteX5-54395" fmla="*/ 932 w 2254"/>
                  <a:gd name="connsiteY5-54396" fmla="*/ 3195 h 4213"/>
                  <a:gd name="connsiteX6-54397" fmla="*/ 1107 w 2254"/>
                  <a:gd name="connsiteY6-54398" fmla="*/ 3058 h 4213"/>
                  <a:gd name="connsiteX7-54399" fmla="*/ 1092 w 2254"/>
                  <a:gd name="connsiteY7-54400" fmla="*/ 2932 h 4213"/>
                  <a:gd name="connsiteX8-54401" fmla="*/ 1102 w 2254"/>
                  <a:gd name="connsiteY8-54402" fmla="*/ 2932 h 4213"/>
                  <a:gd name="connsiteX9-54403" fmla="*/ 1215 w 2254"/>
                  <a:gd name="connsiteY9-54404" fmla="*/ 2615 h 4213"/>
                  <a:gd name="connsiteX10-54405" fmla="*/ 1184 w 2254"/>
                  <a:gd name="connsiteY10-54406" fmla="*/ 2346 h 4213"/>
                  <a:gd name="connsiteX11-54407" fmla="*/ 1068 w 2254"/>
                  <a:gd name="connsiteY11-54408" fmla="*/ 2333 h 4213"/>
                  <a:gd name="connsiteX12-54409" fmla="*/ 1066 w 2254"/>
                  <a:gd name="connsiteY12-54410" fmla="*/ 2117 h 4213"/>
                  <a:gd name="connsiteX13-54411" fmla="*/ 990 w 2254"/>
                  <a:gd name="connsiteY13-54412" fmla="*/ 2039 h 4213"/>
                  <a:gd name="connsiteX14-54413" fmla="*/ 847 w 2254"/>
                  <a:gd name="connsiteY14-54414" fmla="*/ 1951 h 4213"/>
                  <a:gd name="connsiteX15-54415" fmla="*/ 755 w 2254"/>
                  <a:gd name="connsiteY15-54416" fmla="*/ 1827 h 4213"/>
                  <a:gd name="connsiteX16-54417" fmla="*/ 659 w 2254"/>
                  <a:gd name="connsiteY16-54418" fmla="*/ 1828 h 4213"/>
                  <a:gd name="connsiteX17-54419" fmla="*/ 614 w 2254"/>
                  <a:gd name="connsiteY17-54420" fmla="*/ 1883 h 4213"/>
                  <a:gd name="connsiteX18-54421" fmla="*/ 521 w 2254"/>
                  <a:gd name="connsiteY18-54422" fmla="*/ 1877 h 4213"/>
                  <a:gd name="connsiteX19-54423" fmla="*/ 501 w 2254"/>
                  <a:gd name="connsiteY19-54424" fmla="*/ 1994 h 4213"/>
                  <a:gd name="connsiteX20-54425" fmla="*/ 320 w 2254"/>
                  <a:gd name="connsiteY20-54426" fmla="*/ 1941 h 4213"/>
                  <a:gd name="connsiteX21-54427" fmla="*/ 237 w 2254"/>
                  <a:gd name="connsiteY21-54428" fmla="*/ 1939 h 4213"/>
                  <a:gd name="connsiteX22-54429" fmla="*/ 112 w 2254"/>
                  <a:gd name="connsiteY22-54430" fmla="*/ 2014 h 4213"/>
                  <a:gd name="connsiteX23-54431" fmla="*/ 0 w 2254"/>
                  <a:gd name="connsiteY23-54432" fmla="*/ 1890 h 4213"/>
                  <a:gd name="connsiteX24-54433" fmla="*/ 94 w 2254"/>
                  <a:gd name="connsiteY24-54434" fmla="*/ 1804 h 4213"/>
                  <a:gd name="connsiteX25-54435" fmla="*/ 98 w 2254"/>
                  <a:gd name="connsiteY25-54436" fmla="*/ 1634 h 4213"/>
                  <a:gd name="connsiteX26-54437" fmla="*/ 153 w 2254"/>
                  <a:gd name="connsiteY26-54438" fmla="*/ 1514 h 4213"/>
                  <a:gd name="connsiteX27-54439" fmla="*/ 196 w 2254"/>
                  <a:gd name="connsiteY27-54440" fmla="*/ 1306 h 4213"/>
                  <a:gd name="connsiteX28-54441" fmla="*/ 256 w 2254"/>
                  <a:gd name="connsiteY28-54442" fmla="*/ 1307 h 4213"/>
                  <a:gd name="connsiteX29-54443" fmla="*/ 579 w 2254"/>
                  <a:gd name="connsiteY29-54444" fmla="*/ 1286 h 4213"/>
                  <a:gd name="connsiteX30-54445" fmla="*/ 753 w 2254"/>
                  <a:gd name="connsiteY30-54446" fmla="*/ 1117 h 4213"/>
                  <a:gd name="connsiteX31-54447" fmla="*/ 822 w 2254"/>
                  <a:gd name="connsiteY31-54448" fmla="*/ 748 h 4213"/>
                  <a:gd name="connsiteX32-54449" fmla="*/ 932 w 2254"/>
                  <a:gd name="connsiteY32-54450" fmla="*/ 486 h 4213"/>
                  <a:gd name="connsiteX33-54451" fmla="*/ 930 w 2254"/>
                  <a:gd name="connsiteY33-54452" fmla="*/ 358 h 4213"/>
                  <a:gd name="connsiteX34-54453" fmla="*/ 917 w 2254"/>
                  <a:gd name="connsiteY34-54454" fmla="*/ 328 h 4213"/>
                  <a:gd name="connsiteX35-54455" fmla="*/ 850 w 2254"/>
                  <a:gd name="connsiteY35-54456" fmla="*/ 251 h 4213"/>
                  <a:gd name="connsiteX36-54457" fmla="*/ 790 w 2254"/>
                  <a:gd name="connsiteY36-54458" fmla="*/ 217 h 4213"/>
                  <a:gd name="connsiteX37-54459" fmla="*/ 915 w 2254"/>
                  <a:gd name="connsiteY37-54460" fmla="*/ 56 h 4213"/>
                  <a:gd name="connsiteX38-54461" fmla="*/ 1088 w 2254"/>
                  <a:gd name="connsiteY38-54462" fmla="*/ 2 h 4213"/>
                  <a:gd name="connsiteX39-54463" fmla="*/ 1120 w 2254"/>
                  <a:gd name="connsiteY39-54464" fmla="*/ 49 h 4213"/>
                  <a:gd name="connsiteX40-54465" fmla="*/ 1110 w 2254"/>
                  <a:gd name="connsiteY40-54466" fmla="*/ 133 h 4213"/>
                  <a:gd name="connsiteX41-54467" fmla="*/ 1049 w 2254"/>
                  <a:gd name="connsiteY41-54468" fmla="*/ 243 h 4213"/>
                  <a:gd name="connsiteX42-54469" fmla="*/ 1119 w 2254"/>
                  <a:gd name="connsiteY42-54470" fmla="*/ 301 h 4213"/>
                  <a:gd name="connsiteX43-54471" fmla="*/ 1233 w 2254"/>
                  <a:gd name="connsiteY43-54472" fmla="*/ 366 h 4213"/>
                  <a:gd name="connsiteX44-54473" fmla="*/ 1253 w 2254"/>
                  <a:gd name="connsiteY44-54474" fmla="*/ 255 h 4213"/>
                  <a:gd name="connsiteX45-54475" fmla="*/ 1387 w 2254"/>
                  <a:gd name="connsiteY45-54476" fmla="*/ 291 h 4213"/>
                  <a:gd name="connsiteX46-54477" fmla="*/ 1412 w 2254"/>
                  <a:gd name="connsiteY46-54478" fmla="*/ 331 h 4213"/>
                  <a:gd name="connsiteX47-54479" fmla="*/ 1488 w 2254"/>
                  <a:gd name="connsiteY47-54480" fmla="*/ 562 h 4213"/>
                  <a:gd name="connsiteX48-54481" fmla="*/ 1523 w 2254"/>
                  <a:gd name="connsiteY48-54482" fmla="*/ 586 h 4213"/>
                  <a:gd name="connsiteX49-54483" fmla="*/ 1615 w 2254"/>
                  <a:gd name="connsiteY49-54484" fmla="*/ 578 h 4213"/>
                  <a:gd name="connsiteX50-54485" fmla="*/ 1875 w 2254"/>
                  <a:gd name="connsiteY50-54486" fmla="*/ 490 h 4213"/>
                  <a:gd name="connsiteX51-54487" fmla="*/ 2095 w 2254"/>
                  <a:gd name="connsiteY51-54488" fmla="*/ 479 h 4213"/>
                  <a:gd name="connsiteX52-54489" fmla="*/ 2155 w 2254"/>
                  <a:gd name="connsiteY52-54490" fmla="*/ 648 h 4213"/>
                  <a:gd name="connsiteX53-54491" fmla="*/ 2073 w 2254"/>
                  <a:gd name="connsiteY53-54492" fmla="*/ 944 h 4213"/>
                  <a:gd name="connsiteX54-54493" fmla="*/ 2073 w 2254"/>
                  <a:gd name="connsiteY54-54494" fmla="*/ 1022 h 4213"/>
                  <a:gd name="connsiteX55-54495" fmla="*/ 2142 w 2254"/>
                  <a:gd name="connsiteY55-54496" fmla="*/ 1168 h 4213"/>
                  <a:gd name="connsiteX56-54497" fmla="*/ 2157 w 2254"/>
                  <a:gd name="connsiteY56-54498" fmla="*/ 1427 h 4213"/>
                  <a:gd name="connsiteX57-54499" fmla="*/ 2159 w 2254"/>
                  <a:gd name="connsiteY57-54500" fmla="*/ 1617 h 4213"/>
                  <a:gd name="connsiteX58-54501" fmla="*/ 2092 w 2254"/>
                  <a:gd name="connsiteY58-54502" fmla="*/ 1625 h 4213"/>
                  <a:gd name="connsiteX59-54503" fmla="*/ 2070 w 2254"/>
                  <a:gd name="connsiteY59-54504" fmla="*/ 1507 h 4213"/>
                  <a:gd name="connsiteX60-54505" fmla="*/ 2035 w 2254"/>
                  <a:gd name="connsiteY60-54506" fmla="*/ 1450 h 4213"/>
                  <a:gd name="connsiteX61-54507" fmla="*/ 1945 w 2254"/>
                  <a:gd name="connsiteY61-54508" fmla="*/ 1582 h 4213"/>
                  <a:gd name="connsiteX62-54509" fmla="*/ 1832 w 2254"/>
                  <a:gd name="connsiteY62-54510" fmla="*/ 1776 h 4213"/>
                  <a:gd name="connsiteX63-54511" fmla="*/ 1713 w 2254"/>
                  <a:gd name="connsiteY63-54512" fmla="*/ 1904 h 4213"/>
                  <a:gd name="connsiteX64-54513" fmla="*/ 1706 w 2254"/>
                  <a:gd name="connsiteY64-54514" fmla="*/ 2018 h 4213"/>
                  <a:gd name="connsiteX65-54515" fmla="*/ 1766 w 2254"/>
                  <a:gd name="connsiteY65-54516" fmla="*/ 2115 h 4213"/>
                  <a:gd name="connsiteX66-54517" fmla="*/ 1868 w 2254"/>
                  <a:gd name="connsiteY66-54518" fmla="*/ 2183 h 4213"/>
                  <a:gd name="connsiteX67-54519" fmla="*/ 1945 w 2254"/>
                  <a:gd name="connsiteY67-54520" fmla="*/ 2178 h 4213"/>
                  <a:gd name="connsiteX68-54521" fmla="*/ 1990 w 2254"/>
                  <a:gd name="connsiteY68-54522" fmla="*/ 2104 h 4213"/>
                  <a:gd name="connsiteX69-54523" fmla="*/ 2024 w 2254"/>
                  <a:gd name="connsiteY69-54524" fmla="*/ 2210 h 4213"/>
                  <a:gd name="connsiteX70-54525" fmla="*/ 1912 w 2254"/>
                  <a:gd name="connsiteY70-54526" fmla="*/ 2249 h 4213"/>
                  <a:gd name="connsiteX71-54527" fmla="*/ 1959 w 2254"/>
                  <a:gd name="connsiteY71-54528" fmla="*/ 2362 h 4213"/>
                  <a:gd name="connsiteX72-54529" fmla="*/ 1824 w 2254"/>
                  <a:gd name="connsiteY72-54530" fmla="*/ 2509 h 4213"/>
                  <a:gd name="connsiteX73-54531" fmla="*/ 1783 w 2254"/>
                  <a:gd name="connsiteY73-54532" fmla="*/ 2498 h 4213"/>
                  <a:gd name="connsiteX74-54533" fmla="*/ 1659 w 2254"/>
                  <a:gd name="connsiteY74-54534" fmla="*/ 2413 h 4213"/>
                  <a:gd name="connsiteX75-54535" fmla="*/ 1604 w 2254"/>
                  <a:gd name="connsiteY75-54536" fmla="*/ 2412 h 4213"/>
                  <a:gd name="connsiteX76-54537" fmla="*/ 1569 w 2254"/>
                  <a:gd name="connsiteY76-54538" fmla="*/ 2480 h 4213"/>
                  <a:gd name="connsiteX77-54539" fmla="*/ 1572 w 2254"/>
                  <a:gd name="connsiteY77-54540" fmla="*/ 2562 h 4213"/>
                  <a:gd name="connsiteX78-54541" fmla="*/ 1750 w 2254"/>
                  <a:gd name="connsiteY78-54542" fmla="*/ 2730 h 4213"/>
                  <a:gd name="connsiteX79-54543" fmla="*/ 1749 w 2254"/>
                  <a:gd name="connsiteY79-54544" fmla="*/ 2844 h 4213"/>
                  <a:gd name="connsiteX80-54545" fmla="*/ 1840 w 2254"/>
                  <a:gd name="connsiteY80-54546" fmla="*/ 3060 h 4213"/>
                  <a:gd name="connsiteX81-54547" fmla="*/ 1866 w 2254"/>
                  <a:gd name="connsiteY81-54548" fmla="*/ 3090 h 4213"/>
                  <a:gd name="connsiteX82-54549" fmla="*/ 1910 w 2254"/>
                  <a:gd name="connsiteY82-54550" fmla="*/ 3094 h 4213"/>
                  <a:gd name="connsiteX83-54551" fmla="*/ 1956 w 2254"/>
                  <a:gd name="connsiteY83-54552" fmla="*/ 3010 h 4213"/>
                  <a:gd name="connsiteX84-54553" fmla="*/ 2036 w 2254"/>
                  <a:gd name="connsiteY84-54554" fmla="*/ 2950 h 4213"/>
                  <a:gd name="connsiteX85-54555" fmla="*/ 2131 w 2254"/>
                  <a:gd name="connsiteY85-54556" fmla="*/ 3126 h 4213"/>
                  <a:gd name="connsiteX86-54557" fmla="*/ 2241 w 2254"/>
                  <a:gd name="connsiteY86-54558" fmla="*/ 3312 h 4213"/>
                  <a:gd name="connsiteX87-54559" fmla="*/ 2254 w 2254"/>
                  <a:gd name="connsiteY87-54560" fmla="*/ 3342 h 4213"/>
                  <a:gd name="connsiteX88-54561" fmla="*/ 2243 w 2254"/>
                  <a:gd name="connsiteY88-54562" fmla="*/ 3518 h 4213"/>
                  <a:gd name="connsiteX89-54563" fmla="*/ 2208 w 2254"/>
                  <a:gd name="connsiteY89-54564" fmla="*/ 3554 h 4213"/>
                  <a:gd name="connsiteX90-54565" fmla="*/ 2119 w 2254"/>
                  <a:gd name="connsiteY90-54566" fmla="*/ 3515 h 4213"/>
                  <a:gd name="connsiteX91-54567" fmla="*/ 1885 w 2254"/>
                  <a:gd name="connsiteY91-54568" fmla="*/ 3644 h 4213"/>
                  <a:gd name="connsiteX92-54569" fmla="*/ 1859 w 2254"/>
                  <a:gd name="connsiteY92-54570" fmla="*/ 3666 h 4213"/>
                  <a:gd name="connsiteX93-54571" fmla="*/ 1679 w 2254"/>
                  <a:gd name="connsiteY93-54572" fmla="*/ 3812 h 4213"/>
                  <a:gd name="connsiteX94-54573" fmla="*/ 1538 w 2254"/>
                  <a:gd name="connsiteY94-54574" fmla="*/ 3926 h 4213"/>
                  <a:gd name="connsiteX95-54575" fmla="*/ 1503 w 2254"/>
                  <a:gd name="connsiteY95-54576" fmla="*/ 3965 h 4213"/>
                  <a:gd name="connsiteX96-54577" fmla="*/ 1451 w 2254"/>
                  <a:gd name="connsiteY96-54578" fmla="*/ 3973 h 4213"/>
                  <a:gd name="connsiteX97-54579" fmla="*/ 1394 w 2254"/>
                  <a:gd name="connsiteY97-54580" fmla="*/ 3916 h 4213"/>
                  <a:gd name="connsiteX98-54581" fmla="*/ 1270 w 2254"/>
                  <a:gd name="connsiteY98-54582" fmla="*/ 3808 h 4213"/>
                  <a:gd name="connsiteX99-54583" fmla="*/ 1294 w 2254"/>
                  <a:gd name="connsiteY99-54584" fmla="*/ 4064 h 4213"/>
                  <a:gd name="connsiteX100-54585" fmla="*/ 1303 w 2254"/>
                  <a:gd name="connsiteY100-54586" fmla="*/ 4192 h 4213"/>
                  <a:gd name="connsiteX101-54587" fmla="*/ 1041 w 2254"/>
                  <a:gd name="connsiteY101-54588" fmla="*/ 4166 h 4213"/>
                  <a:gd name="connsiteX102-54589" fmla="*/ 959 w 2254"/>
                  <a:gd name="connsiteY102-54590" fmla="*/ 3987 h 4213"/>
                  <a:gd name="connsiteX103-54591" fmla="*/ 877 w 2254"/>
                  <a:gd name="connsiteY103-54592" fmla="*/ 3802 h 4213"/>
                  <a:gd name="connsiteX104-54593" fmla="*/ 798 w 2254"/>
                  <a:gd name="connsiteY104-54594" fmla="*/ 3734 h 4213"/>
                  <a:gd name="connsiteX0-54595" fmla="*/ 1215 w 2254"/>
                  <a:gd name="connsiteY0-54596" fmla="*/ 2615 h 4213"/>
                  <a:gd name="connsiteX1-54597" fmla="*/ 1184 w 2254"/>
                  <a:gd name="connsiteY1-54598" fmla="*/ 2346 h 4213"/>
                  <a:gd name="connsiteX2-54599" fmla="*/ 1068 w 2254"/>
                  <a:gd name="connsiteY2-54600" fmla="*/ 2333 h 4213"/>
                  <a:gd name="connsiteX3-54601" fmla="*/ 1066 w 2254"/>
                  <a:gd name="connsiteY3-54602" fmla="*/ 2117 h 4213"/>
                  <a:gd name="connsiteX4-54603" fmla="*/ 990 w 2254"/>
                  <a:gd name="connsiteY4-54604" fmla="*/ 2039 h 4213"/>
                  <a:gd name="connsiteX5-54605" fmla="*/ 847 w 2254"/>
                  <a:gd name="connsiteY5-54606" fmla="*/ 1951 h 4213"/>
                  <a:gd name="connsiteX6-54607" fmla="*/ 755 w 2254"/>
                  <a:gd name="connsiteY6-54608" fmla="*/ 1827 h 4213"/>
                  <a:gd name="connsiteX7-54609" fmla="*/ 659 w 2254"/>
                  <a:gd name="connsiteY7-54610" fmla="*/ 1828 h 4213"/>
                  <a:gd name="connsiteX8-54611" fmla="*/ 614 w 2254"/>
                  <a:gd name="connsiteY8-54612" fmla="*/ 1883 h 4213"/>
                  <a:gd name="connsiteX9-54613" fmla="*/ 521 w 2254"/>
                  <a:gd name="connsiteY9-54614" fmla="*/ 1877 h 4213"/>
                  <a:gd name="connsiteX10-54615" fmla="*/ 501 w 2254"/>
                  <a:gd name="connsiteY10-54616" fmla="*/ 1994 h 4213"/>
                  <a:gd name="connsiteX11-54617" fmla="*/ 320 w 2254"/>
                  <a:gd name="connsiteY11-54618" fmla="*/ 1941 h 4213"/>
                  <a:gd name="connsiteX12-54619" fmla="*/ 237 w 2254"/>
                  <a:gd name="connsiteY12-54620" fmla="*/ 1939 h 4213"/>
                  <a:gd name="connsiteX13-54621" fmla="*/ 112 w 2254"/>
                  <a:gd name="connsiteY13-54622" fmla="*/ 2014 h 4213"/>
                  <a:gd name="connsiteX14-54623" fmla="*/ 0 w 2254"/>
                  <a:gd name="connsiteY14-54624" fmla="*/ 1890 h 4213"/>
                  <a:gd name="connsiteX15-54625" fmla="*/ 94 w 2254"/>
                  <a:gd name="connsiteY15-54626" fmla="*/ 1804 h 4213"/>
                  <a:gd name="connsiteX16-54627" fmla="*/ 98 w 2254"/>
                  <a:gd name="connsiteY16-54628" fmla="*/ 1634 h 4213"/>
                  <a:gd name="connsiteX17-54629" fmla="*/ 153 w 2254"/>
                  <a:gd name="connsiteY17-54630" fmla="*/ 1514 h 4213"/>
                  <a:gd name="connsiteX18-54631" fmla="*/ 196 w 2254"/>
                  <a:gd name="connsiteY18-54632" fmla="*/ 1306 h 4213"/>
                  <a:gd name="connsiteX19-54633" fmla="*/ 256 w 2254"/>
                  <a:gd name="connsiteY19-54634" fmla="*/ 1307 h 4213"/>
                  <a:gd name="connsiteX20-54635" fmla="*/ 579 w 2254"/>
                  <a:gd name="connsiteY20-54636" fmla="*/ 1286 h 4213"/>
                  <a:gd name="connsiteX21-54637" fmla="*/ 753 w 2254"/>
                  <a:gd name="connsiteY21-54638" fmla="*/ 1117 h 4213"/>
                  <a:gd name="connsiteX22-54639" fmla="*/ 822 w 2254"/>
                  <a:gd name="connsiteY22-54640" fmla="*/ 748 h 4213"/>
                  <a:gd name="connsiteX23-54641" fmla="*/ 932 w 2254"/>
                  <a:gd name="connsiteY23-54642" fmla="*/ 486 h 4213"/>
                  <a:gd name="connsiteX24-54643" fmla="*/ 930 w 2254"/>
                  <a:gd name="connsiteY24-54644" fmla="*/ 358 h 4213"/>
                  <a:gd name="connsiteX25-54645" fmla="*/ 917 w 2254"/>
                  <a:gd name="connsiteY25-54646" fmla="*/ 328 h 4213"/>
                  <a:gd name="connsiteX26-54647" fmla="*/ 850 w 2254"/>
                  <a:gd name="connsiteY26-54648" fmla="*/ 251 h 4213"/>
                  <a:gd name="connsiteX27-54649" fmla="*/ 790 w 2254"/>
                  <a:gd name="connsiteY27-54650" fmla="*/ 217 h 4213"/>
                  <a:gd name="connsiteX28-54651" fmla="*/ 915 w 2254"/>
                  <a:gd name="connsiteY28-54652" fmla="*/ 56 h 4213"/>
                  <a:gd name="connsiteX29-54653" fmla="*/ 1088 w 2254"/>
                  <a:gd name="connsiteY29-54654" fmla="*/ 2 h 4213"/>
                  <a:gd name="connsiteX30-54655" fmla="*/ 1120 w 2254"/>
                  <a:gd name="connsiteY30-54656" fmla="*/ 49 h 4213"/>
                  <a:gd name="connsiteX31-54657" fmla="*/ 1110 w 2254"/>
                  <a:gd name="connsiteY31-54658" fmla="*/ 133 h 4213"/>
                  <a:gd name="connsiteX32-54659" fmla="*/ 1049 w 2254"/>
                  <a:gd name="connsiteY32-54660" fmla="*/ 243 h 4213"/>
                  <a:gd name="connsiteX33-54661" fmla="*/ 1119 w 2254"/>
                  <a:gd name="connsiteY33-54662" fmla="*/ 301 h 4213"/>
                  <a:gd name="connsiteX34-54663" fmla="*/ 1233 w 2254"/>
                  <a:gd name="connsiteY34-54664" fmla="*/ 366 h 4213"/>
                  <a:gd name="connsiteX35-54665" fmla="*/ 1253 w 2254"/>
                  <a:gd name="connsiteY35-54666" fmla="*/ 255 h 4213"/>
                  <a:gd name="connsiteX36-54667" fmla="*/ 1387 w 2254"/>
                  <a:gd name="connsiteY36-54668" fmla="*/ 291 h 4213"/>
                  <a:gd name="connsiteX37-54669" fmla="*/ 1412 w 2254"/>
                  <a:gd name="connsiteY37-54670" fmla="*/ 331 h 4213"/>
                  <a:gd name="connsiteX38-54671" fmla="*/ 1488 w 2254"/>
                  <a:gd name="connsiteY38-54672" fmla="*/ 562 h 4213"/>
                  <a:gd name="connsiteX39-54673" fmla="*/ 1523 w 2254"/>
                  <a:gd name="connsiteY39-54674" fmla="*/ 586 h 4213"/>
                  <a:gd name="connsiteX40-54675" fmla="*/ 1615 w 2254"/>
                  <a:gd name="connsiteY40-54676" fmla="*/ 578 h 4213"/>
                  <a:gd name="connsiteX41-54677" fmla="*/ 1875 w 2254"/>
                  <a:gd name="connsiteY41-54678" fmla="*/ 490 h 4213"/>
                  <a:gd name="connsiteX42-54679" fmla="*/ 2095 w 2254"/>
                  <a:gd name="connsiteY42-54680" fmla="*/ 479 h 4213"/>
                  <a:gd name="connsiteX43-54681" fmla="*/ 2155 w 2254"/>
                  <a:gd name="connsiteY43-54682" fmla="*/ 648 h 4213"/>
                  <a:gd name="connsiteX44-54683" fmla="*/ 2073 w 2254"/>
                  <a:gd name="connsiteY44-54684" fmla="*/ 944 h 4213"/>
                  <a:gd name="connsiteX45-54685" fmla="*/ 2073 w 2254"/>
                  <a:gd name="connsiteY45-54686" fmla="*/ 1022 h 4213"/>
                  <a:gd name="connsiteX46-54687" fmla="*/ 2142 w 2254"/>
                  <a:gd name="connsiteY46-54688" fmla="*/ 1168 h 4213"/>
                  <a:gd name="connsiteX47-54689" fmla="*/ 2157 w 2254"/>
                  <a:gd name="connsiteY47-54690" fmla="*/ 1427 h 4213"/>
                  <a:gd name="connsiteX48-54691" fmla="*/ 2159 w 2254"/>
                  <a:gd name="connsiteY48-54692" fmla="*/ 1617 h 4213"/>
                  <a:gd name="connsiteX49-54693" fmla="*/ 2092 w 2254"/>
                  <a:gd name="connsiteY49-54694" fmla="*/ 1625 h 4213"/>
                  <a:gd name="connsiteX50-54695" fmla="*/ 2070 w 2254"/>
                  <a:gd name="connsiteY50-54696" fmla="*/ 1507 h 4213"/>
                  <a:gd name="connsiteX51-54697" fmla="*/ 2035 w 2254"/>
                  <a:gd name="connsiteY51-54698" fmla="*/ 1450 h 4213"/>
                  <a:gd name="connsiteX52-54699" fmla="*/ 1945 w 2254"/>
                  <a:gd name="connsiteY52-54700" fmla="*/ 1582 h 4213"/>
                  <a:gd name="connsiteX53-54701" fmla="*/ 1832 w 2254"/>
                  <a:gd name="connsiteY53-54702" fmla="*/ 1776 h 4213"/>
                  <a:gd name="connsiteX54-54703" fmla="*/ 1713 w 2254"/>
                  <a:gd name="connsiteY54-54704" fmla="*/ 1904 h 4213"/>
                  <a:gd name="connsiteX55-54705" fmla="*/ 1706 w 2254"/>
                  <a:gd name="connsiteY55-54706" fmla="*/ 2018 h 4213"/>
                  <a:gd name="connsiteX56-54707" fmla="*/ 1766 w 2254"/>
                  <a:gd name="connsiteY56-54708" fmla="*/ 2115 h 4213"/>
                  <a:gd name="connsiteX57-54709" fmla="*/ 1868 w 2254"/>
                  <a:gd name="connsiteY57-54710" fmla="*/ 2183 h 4213"/>
                  <a:gd name="connsiteX58-54711" fmla="*/ 1945 w 2254"/>
                  <a:gd name="connsiteY58-54712" fmla="*/ 2178 h 4213"/>
                  <a:gd name="connsiteX59-54713" fmla="*/ 1990 w 2254"/>
                  <a:gd name="connsiteY59-54714" fmla="*/ 2104 h 4213"/>
                  <a:gd name="connsiteX60-54715" fmla="*/ 2024 w 2254"/>
                  <a:gd name="connsiteY60-54716" fmla="*/ 2210 h 4213"/>
                  <a:gd name="connsiteX61-54717" fmla="*/ 1912 w 2254"/>
                  <a:gd name="connsiteY61-54718" fmla="*/ 2249 h 4213"/>
                  <a:gd name="connsiteX62-54719" fmla="*/ 1959 w 2254"/>
                  <a:gd name="connsiteY62-54720" fmla="*/ 2362 h 4213"/>
                  <a:gd name="connsiteX63-54721" fmla="*/ 1824 w 2254"/>
                  <a:gd name="connsiteY63-54722" fmla="*/ 2509 h 4213"/>
                  <a:gd name="connsiteX64-54723" fmla="*/ 1783 w 2254"/>
                  <a:gd name="connsiteY64-54724" fmla="*/ 2498 h 4213"/>
                  <a:gd name="connsiteX65-54725" fmla="*/ 1659 w 2254"/>
                  <a:gd name="connsiteY65-54726" fmla="*/ 2413 h 4213"/>
                  <a:gd name="connsiteX66-54727" fmla="*/ 1604 w 2254"/>
                  <a:gd name="connsiteY66-54728" fmla="*/ 2412 h 4213"/>
                  <a:gd name="connsiteX67-54729" fmla="*/ 1569 w 2254"/>
                  <a:gd name="connsiteY67-54730" fmla="*/ 2480 h 4213"/>
                  <a:gd name="connsiteX68-54731" fmla="*/ 1572 w 2254"/>
                  <a:gd name="connsiteY68-54732" fmla="*/ 2562 h 4213"/>
                  <a:gd name="connsiteX69-54733" fmla="*/ 1750 w 2254"/>
                  <a:gd name="connsiteY69-54734" fmla="*/ 2730 h 4213"/>
                  <a:gd name="connsiteX70-54735" fmla="*/ 1749 w 2254"/>
                  <a:gd name="connsiteY70-54736" fmla="*/ 2844 h 4213"/>
                  <a:gd name="connsiteX71-54737" fmla="*/ 1840 w 2254"/>
                  <a:gd name="connsiteY71-54738" fmla="*/ 3060 h 4213"/>
                  <a:gd name="connsiteX72-54739" fmla="*/ 1866 w 2254"/>
                  <a:gd name="connsiteY72-54740" fmla="*/ 3090 h 4213"/>
                  <a:gd name="connsiteX73-54741" fmla="*/ 1910 w 2254"/>
                  <a:gd name="connsiteY73-54742" fmla="*/ 3094 h 4213"/>
                  <a:gd name="connsiteX74-54743" fmla="*/ 1956 w 2254"/>
                  <a:gd name="connsiteY74-54744" fmla="*/ 3010 h 4213"/>
                  <a:gd name="connsiteX75-54745" fmla="*/ 2036 w 2254"/>
                  <a:gd name="connsiteY75-54746" fmla="*/ 2950 h 4213"/>
                  <a:gd name="connsiteX76-54747" fmla="*/ 2131 w 2254"/>
                  <a:gd name="connsiteY76-54748" fmla="*/ 3126 h 4213"/>
                  <a:gd name="connsiteX77-54749" fmla="*/ 2241 w 2254"/>
                  <a:gd name="connsiteY77-54750" fmla="*/ 3312 h 4213"/>
                  <a:gd name="connsiteX78-54751" fmla="*/ 2254 w 2254"/>
                  <a:gd name="connsiteY78-54752" fmla="*/ 3342 h 4213"/>
                  <a:gd name="connsiteX79-54753" fmla="*/ 2243 w 2254"/>
                  <a:gd name="connsiteY79-54754" fmla="*/ 3518 h 4213"/>
                  <a:gd name="connsiteX80-54755" fmla="*/ 2208 w 2254"/>
                  <a:gd name="connsiteY80-54756" fmla="*/ 3554 h 4213"/>
                  <a:gd name="connsiteX81-54757" fmla="*/ 2119 w 2254"/>
                  <a:gd name="connsiteY81-54758" fmla="*/ 3515 h 4213"/>
                  <a:gd name="connsiteX82-54759" fmla="*/ 1885 w 2254"/>
                  <a:gd name="connsiteY82-54760" fmla="*/ 3644 h 4213"/>
                  <a:gd name="connsiteX83-54761" fmla="*/ 1859 w 2254"/>
                  <a:gd name="connsiteY83-54762" fmla="*/ 3666 h 4213"/>
                  <a:gd name="connsiteX84-54763" fmla="*/ 1679 w 2254"/>
                  <a:gd name="connsiteY84-54764" fmla="*/ 3812 h 4213"/>
                  <a:gd name="connsiteX85-54765" fmla="*/ 1538 w 2254"/>
                  <a:gd name="connsiteY85-54766" fmla="*/ 3926 h 4213"/>
                  <a:gd name="connsiteX86-54767" fmla="*/ 1503 w 2254"/>
                  <a:gd name="connsiteY86-54768" fmla="*/ 3965 h 4213"/>
                  <a:gd name="connsiteX87-54769" fmla="*/ 1451 w 2254"/>
                  <a:gd name="connsiteY87-54770" fmla="*/ 3973 h 4213"/>
                  <a:gd name="connsiteX88-54771" fmla="*/ 1394 w 2254"/>
                  <a:gd name="connsiteY88-54772" fmla="*/ 3916 h 4213"/>
                  <a:gd name="connsiteX89-54773" fmla="*/ 1270 w 2254"/>
                  <a:gd name="connsiteY89-54774" fmla="*/ 3808 h 4213"/>
                  <a:gd name="connsiteX90-54775" fmla="*/ 1294 w 2254"/>
                  <a:gd name="connsiteY90-54776" fmla="*/ 4064 h 4213"/>
                  <a:gd name="connsiteX91-54777" fmla="*/ 1303 w 2254"/>
                  <a:gd name="connsiteY91-54778" fmla="*/ 4192 h 4213"/>
                  <a:gd name="connsiteX92-54779" fmla="*/ 1041 w 2254"/>
                  <a:gd name="connsiteY92-54780" fmla="*/ 4166 h 4213"/>
                  <a:gd name="connsiteX93-54781" fmla="*/ 959 w 2254"/>
                  <a:gd name="connsiteY93-54782" fmla="*/ 3987 h 4213"/>
                  <a:gd name="connsiteX94-54783" fmla="*/ 877 w 2254"/>
                  <a:gd name="connsiteY94-54784" fmla="*/ 3802 h 4213"/>
                  <a:gd name="connsiteX95-54785" fmla="*/ 798 w 2254"/>
                  <a:gd name="connsiteY95-54786" fmla="*/ 3734 h 4213"/>
                  <a:gd name="connsiteX96-54787" fmla="*/ 679 w 2254"/>
                  <a:gd name="connsiteY96-54788" fmla="*/ 3800 h 4213"/>
                  <a:gd name="connsiteX97-54789" fmla="*/ 695 w 2254"/>
                  <a:gd name="connsiteY97-54790" fmla="*/ 3662 h 4213"/>
                  <a:gd name="connsiteX98-54791" fmla="*/ 633 w 2254"/>
                  <a:gd name="connsiteY98-54792" fmla="*/ 3500 h 4213"/>
                  <a:gd name="connsiteX99-54793" fmla="*/ 742 w 2254"/>
                  <a:gd name="connsiteY99-54794" fmla="*/ 3280 h 4213"/>
                  <a:gd name="connsiteX100-54795" fmla="*/ 932 w 2254"/>
                  <a:gd name="connsiteY100-54796" fmla="*/ 3195 h 4213"/>
                  <a:gd name="connsiteX101-54797" fmla="*/ 1107 w 2254"/>
                  <a:gd name="connsiteY101-54798" fmla="*/ 3058 h 4213"/>
                  <a:gd name="connsiteX102-54799" fmla="*/ 1092 w 2254"/>
                  <a:gd name="connsiteY102-54800" fmla="*/ 2932 h 4213"/>
                  <a:gd name="connsiteX103-54801" fmla="*/ 1300 w 2254"/>
                  <a:gd name="connsiteY103-54802" fmla="*/ 3162 h 4213"/>
                  <a:gd name="connsiteX0-54803" fmla="*/ 1215 w 2254"/>
                  <a:gd name="connsiteY0-54804" fmla="*/ 2615 h 4213"/>
                  <a:gd name="connsiteX1-54805" fmla="*/ 1184 w 2254"/>
                  <a:gd name="connsiteY1-54806" fmla="*/ 2346 h 4213"/>
                  <a:gd name="connsiteX2-54807" fmla="*/ 1068 w 2254"/>
                  <a:gd name="connsiteY2-54808" fmla="*/ 2333 h 4213"/>
                  <a:gd name="connsiteX3-54809" fmla="*/ 1066 w 2254"/>
                  <a:gd name="connsiteY3-54810" fmla="*/ 2117 h 4213"/>
                  <a:gd name="connsiteX4-54811" fmla="*/ 990 w 2254"/>
                  <a:gd name="connsiteY4-54812" fmla="*/ 2039 h 4213"/>
                  <a:gd name="connsiteX5-54813" fmla="*/ 847 w 2254"/>
                  <a:gd name="connsiteY5-54814" fmla="*/ 1951 h 4213"/>
                  <a:gd name="connsiteX6-54815" fmla="*/ 755 w 2254"/>
                  <a:gd name="connsiteY6-54816" fmla="*/ 1827 h 4213"/>
                  <a:gd name="connsiteX7-54817" fmla="*/ 659 w 2254"/>
                  <a:gd name="connsiteY7-54818" fmla="*/ 1828 h 4213"/>
                  <a:gd name="connsiteX8-54819" fmla="*/ 614 w 2254"/>
                  <a:gd name="connsiteY8-54820" fmla="*/ 1883 h 4213"/>
                  <a:gd name="connsiteX9-54821" fmla="*/ 521 w 2254"/>
                  <a:gd name="connsiteY9-54822" fmla="*/ 1877 h 4213"/>
                  <a:gd name="connsiteX10-54823" fmla="*/ 501 w 2254"/>
                  <a:gd name="connsiteY10-54824" fmla="*/ 1994 h 4213"/>
                  <a:gd name="connsiteX11-54825" fmla="*/ 320 w 2254"/>
                  <a:gd name="connsiteY11-54826" fmla="*/ 1941 h 4213"/>
                  <a:gd name="connsiteX12-54827" fmla="*/ 237 w 2254"/>
                  <a:gd name="connsiteY12-54828" fmla="*/ 1939 h 4213"/>
                  <a:gd name="connsiteX13-54829" fmla="*/ 112 w 2254"/>
                  <a:gd name="connsiteY13-54830" fmla="*/ 2014 h 4213"/>
                  <a:gd name="connsiteX14-54831" fmla="*/ 0 w 2254"/>
                  <a:gd name="connsiteY14-54832" fmla="*/ 1890 h 4213"/>
                  <a:gd name="connsiteX15-54833" fmla="*/ 94 w 2254"/>
                  <a:gd name="connsiteY15-54834" fmla="*/ 1804 h 4213"/>
                  <a:gd name="connsiteX16-54835" fmla="*/ 98 w 2254"/>
                  <a:gd name="connsiteY16-54836" fmla="*/ 1634 h 4213"/>
                  <a:gd name="connsiteX17-54837" fmla="*/ 153 w 2254"/>
                  <a:gd name="connsiteY17-54838" fmla="*/ 1514 h 4213"/>
                  <a:gd name="connsiteX18-54839" fmla="*/ 196 w 2254"/>
                  <a:gd name="connsiteY18-54840" fmla="*/ 1306 h 4213"/>
                  <a:gd name="connsiteX19-54841" fmla="*/ 256 w 2254"/>
                  <a:gd name="connsiteY19-54842" fmla="*/ 1307 h 4213"/>
                  <a:gd name="connsiteX20-54843" fmla="*/ 579 w 2254"/>
                  <a:gd name="connsiteY20-54844" fmla="*/ 1286 h 4213"/>
                  <a:gd name="connsiteX21-54845" fmla="*/ 753 w 2254"/>
                  <a:gd name="connsiteY21-54846" fmla="*/ 1117 h 4213"/>
                  <a:gd name="connsiteX22-54847" fmla="*/ 822 w 2254"/>
                  <a:gd name="connsiteY22-54848" fmla="*/ 748 h 4213"/>
                  <a:gd name="connsiteX23-54849" fmla="*/ 932 w 2254"/>
                  <a:gd name="connsiteY23-54850" fmla="*/ 486 h 4213"/>
                  <a:gd name="connsiteX24-54851" fmla="*/ 930 w 2254"/>
                  <a:gd name="connsiteY24-54852" fmla="*/ 358 h 4213"/>
                  <a:gd name="connsiteX25-54853" fmla="*/ 917 w 2254"/>
                  <a:gd name="connsiteY25-54854" fmla="*/ 328 h 4213"/>
                  <a:gd name="connsiteX26-54855" fmla="*/ 850 w 2254"/>
                  <a:gd name="connsiteY26-54856" fmla="*/ 251 h 4213"/>
                  <a:gd name="connsiteX27-54857" fmla="*/ 790 w 2254"/>
                  <a:gd name="connsiteY27-54858" fmla="*/ 217 h 4213"/>
                  <a:gd name="connsiteX28-54859" fmla="*/ 915 w 2254"/>
                  <a:gd name="connsiteY28-54860" fmla="*/ 56 h 4213"/>
                  <a:gd name="connsiteX29-54861" fmla="*/ 1088 w 2254"/>
                  <a:gd name="connsiteY29-54862" fmla="*/ 2 h 4213"/>
                  <a:gd name="connsiteX30-54863" fmla="*/ 1120 w 2254"/>
                  <a:gd name="connsiteY30-54864" fmla="*/ 49 h 4213"/>
                  <a:gd name="connsiteX31-54865" fmla="*/ 1110 w 2254"/>
                  <a:gd name="connsiteY31-54866" fmla="*/ 133 h 4213"/>
                  <a:gd name="connsiteX32-54867" fmla="*/ 1049 w 2254"/>
                  <a:gd name="connsiteY32-54868" fmla="*/ 243 h 4213"/>
                  <a:gd name="connsiteX33-54869" fmla="*/ 1119 w 2254"/>
                  <a:gd name="connsiteY33-54870" fmla="*/ 301 h 4213"/>
                  <a:gd name="connsiteX34-54871" fmla="*/ 1233 w 2254"/>
                  <a:gd name="connsiteY34-54872" fmla="*/ 366 h 4213"/>
                  <a:gd name="connsiteX35-54873" fmla="*/ 1253 w 2254"/>
                  <a:gd name="connsiteY35-54874" fmla="*/ 255 h 4213"/>
                  <a:gd name="connsiteX36-54875" fmla="*/ 1387 w 2254"/>
                  <a:gd name="connsiteY36-54876" fmla="*/ 291 h 4213"/>
                  <a:gd name="connsiteX37-54877" fmla="*/ 1412 w 2254"/>
                  <a:gd name="connsiteY37-54878" fmla="*/ 331 h 4213"/>
                  <a:gd name="connsiteX38-54879" fmla="*/ 1488 w 2254"/>
                  <a:gd name="connsiteY38-54880" fmla="*/ 562 h 4213"/>
                  <a:gd name="connsiteX39-54881" fmla="*/ 1523 w 2254"/>
                  <a:gd name="connsiteY39-54882" fmla="*/ 586 h 4213"/>
                  <a:gd name="connsiteX40-54883" fmla="*/ 1615 w 2254"/>
                  <a:gd name="connsiteY40-54884" fmla="*/ 578 h 4213"/>
                  <a:gd name="connsiteX41-54885" fmla="*/ 1875 w 2254"/>
                  <a:gd name="connsiteY41-54886" fmla="*/ 490 h 4213"/>
                  <a:gd name="connsiteX42-54887" fmla="*/ 2095 w 2254"/>
                  <a:gd name="connsiteY42-54888" fmla="*/ 479 h 4213"/>
                  <a:gd name="connsiteX43-54889" fmla="*/ 2155 w 2254"/>
                  <a:gd name="connsiteY43-54890" fmla="*/ 648 h 4213"/>
                  <a:gd name="connsiteX44-54891" fmla="*/ 2073 w 2254"/>
                  <a:gd name="connsiteY44-54892" fmla="*/ 944 h 4213"/>
                  <a:gd name="connsiteX45-54893" fmla="*/ 2073 w 2254"/>
                  <a:gd name="connsiteY45-54894" fmla="*/ 1022 h 4213"/>
                  <a:gd name="connsiteX46-54895" fmla="*/ 2142 w 2254"/>
                  <a:gd name="connsiteY46-54896" fmla="*/ 1168 h 4213"/>
                  <a:gd name="connsiteX47-54897" fmla="*/ 2157 w 2254"/>
                  <a:gd name="connsiteY47-54898" fmla="*/ 1427 h 4213"/>
                  <a:gd name="connsiteX48-54899" fmla="*/ 2159 w 2254"/>
                  <a:gd name="connsiteY48-54900" fmla="*/ 1617 h 4213"/>
                  <a:gd name="connsiteX49-54901" fmla="*/ 2092 w 2254"/>
                  <a:gd name="connsiteY49-54902" fmla="*/ 1625 h 4213"/>
                  <a:gd name="connsiteX50-54903" fmla="*/ 2070 w 2254"/>
                  <a:gd name="connsiteY50-54904" fmla="*/ 1507 h 4213"/>
                  <a:gd name="connsiteX51-54905" fmla="*/ 2035 w 2254"/>
                  <a:gd name="connsiteY51-54906" fmla="*/ 1450 h 4213"/>
                  <a:gd name="connsiteX52-54907" fmla="*/ 1945 w 2254"/>
                  <a:gd name="connsiteY52-54908" fmla="*/ 1582 h 4213"/>
                  <a:gd name="connsiteX53-54909" fmla="*/ 1832 w 2254"/>
                  <a:gd name="connsiteY53-54910" fmla="*/ 1776 h 4213"/>
                  <a:gd name="connsiteX54-54911" fmla="*/ 1713 w 2254"/>
                  <a:gd name="connsiteY54-54912" fmla="*/ 1904 h 4213"/>
                  <a:gd name="connsiteX55-54913" fmla="*/ 1706 w 2254"/>
                  <a:gd name="connsiteY55-54914" fmla="*/ 2018 h 4213"/>
                  <a:gd name="connsiteX56-54915" fmla="*/ 1766 w 2254"/>
                  <a:gd name="connsiteY56-54916" fmla="*/ 2115 h 4213"/>
                  <a:gd name="connsiteX57-54917" fmla="*/ 1868 w 2254"/>
                  <a:gd name="connsiteY57-54918" fmla="*/ 2183 h 4213"/>
                  <a:gd name="connsiteX58-54919" fmla="*/ 1945 w 2254"/>
                  <a:gd name="connsiteY58-54920" fmla="*/ 2178 h 4213"/>
                  <a:gd name="connsiteX59-54921" fmla="*/ 1990 w 2254"/>
                  <a:gd name="connsiteY59-54922" fmla="*/ 2104 h 4213"/>
                  <a:gd name="connsiteX60-54923" fmla="*/ 2024 w 2254"/>
                  <a:gd name="connsiteY60-54924" fmla="*/ 2210 h 4213"/>
                  <a:gd name="connsiteX61-54925" fmla="*/ 1912 w 2254"/>
                  <a:gd name="connsiteY61-54926" fmla="*/ 2249 h 4213"/>
                  <a:gd name="connsiteX62-54927" fmla="*/ 1959 w 2254"/>
                  <a:gd name="connsiteY62-54928" fmla="*/ 2362 h 4213"/>
                  <a:gd name="connsiteX63-54929" fmla="*/ 1824 w 2254"/>
                  <a:gd name="connsiteY63-54930" fmla="*/ 2509 h 4213"/>
                  <a:gd name="connsiteX64-54931" fmla="*/ 1783 w 2254"/>
                  <a:gd name="connsiteY64-54932" fmla="*/ 2498 h 4213"/>
                  <a:gd name="connsiteX65-54933" fmla="*/ 1659 w 2254"/>
                  <a:gd name="connsiteY65-54934" fmla="*/ 2413 h 4213"/>
                  <a:gd name="connsiteX66-54935" fmla="*/ 1604 w 2254"/>
                  <a:gd name="connsiteY66-54936" fmla="*/ 2412 h 4213"/>
                  <a:gd name="connsiteX67-54937" fmla="*/ 1569 w 2254"/>
                  <a:gd name="connsiteY67-54938" fmla="*/ 2480 h 4213"/>
                  <a:gd name="connsiteX68-54939" fmla="*/ 1572 w 2254"/>
                  <a:gd name="connsiteY68-54940" fmla="*/ 2562 h 4213"/>
                  <a:gd name="connsiteX69-54941" fmla="*/ 1750 w 2254"/>
                  <a:gd name="connsiteY69-54942" fmla="*/ 2730 h 4213"/>
                  <a:gd name="connsiteX70-54943" fmla="*/ 1749 w 2254"/>
                  <a:gd name="connsiteY70-54944" fmla="*/ 2844 h 4213"/>
                  <a:gd name="connsiteX71-54945" fmla="*/ 1840 w 2254"/>
                  <a:gd name="connsiteY71-54946" fmla="*/ 3060 h 4213"/>
                  <a:gd name="connsiteX72-54947" fmla="*/ 1866 w 2254"/>
                  <a:gd name="connsiteY72-54948" fmla="*/ 3090 h 4213"/>
                  <a:gd name="connsiteX73-54949" fmla="*/ 1910 w 2254"/>
                  <a:gd name="connsiteY73-54950" fmla="*/ 3094 h 4213"/>
                  <a:gd name="connsiteX74-54951" fmla="*/ 1956 w 2254"/>
                  <a:gd name="connsiteY74-54952" fmla="*/ 3010 h 4213"/>
                  <a:gd name="connsiteX75-54953" fmla="*/ 2036 w 2254"/>
                  <a:gd name="connsiteY75-54954" fmla="*/ 2950 h 4213"/>
                  <a:gd name="connsiteX76-54955" fmla="*/ 2131 w 2254"/>
                  <a:gd name="connsiteY76-54956" fmla="*/ 3126 h 4213"/>
                  <a:gd name="connsiteX77-54957" fmla="*/ 2241 w 2254"/>
                  <a:gd name="connsiteY77-54958" fmla="*/ 3312 h 4213"/>
                  <a:gd name="connsiteX78-54959" fmla="*/ 2254 w 2254"/>
                  <a:gd name="connsiteY78-54960" fmla="*/ 3342 h 4213"/>
                  <a:gd name="connsiteX79-54961" fmla="*/ 2243 w 2254"/>
                  <a:gd name="connsiteY79-54962" fmla="*/ 3518 h 4213"/>
                  <a:gd name="connsiteX80-54963" fmla="*/ 2208 w 2254"/>
                  <a:gd name="connsiteY80-54964" fmla="*/ 3554 h 4213"/>
                  <a:gd name="connsiteX81-54965" fmla="*/ 2119 w 2254"/>
                  <a:gd name="connsiteY81-54966" fmla="*/ 3515 h 4213"/>
                  <a:gd name="connsiteX82-54967" fmla="*/ 1885 w 2254"/>
                  <a:gd name="connsiteY82-54968" fmla="*/ 3644 h 4213"/>
                  <a:gd name="connsiteX83-54969" fmla="*/ 1859 w 2254"/>
                  <a:gd name="connsiteY83-54970" fmla="*/ 3666 h 4213"/>
                  <a:gd name="connsiteX84-54971" fmla="*/ 1679 w 2254"/>
                  <a:gd name="connsiteY84-54972" fmla="*/ 3812 h 4213"/>
                  <a:gd name="connsiteX85-54973" fmla="*/ 1538 w 2254"/>
                  <a:gd name="connsiteY85-54974" fmla="*/ 3926 h 4213"/>
                  <a:gd name="connsiteX86-54975" fmla="*/ 1503 w 2254"/>
                  <a:gd name="connsiteY86-54976" fmla="*/ 3965 h 4213"/>
                  <a:gd name="connsiteX87-54977" fmla="*/ 1451 w 2254"/>
                  <a:gd name="connsiteY87-54978" fmla="*/ 3973 h 4213"/>
                  <a:gd name="connsiteX88-54979" fmla="*/ 1394 w 2254"/>
                  <a:gd name="connsiteY88-54980" fmla="*/ 3916 h 4213"/>
                  <a:gd name="connsiteX89-54981" fmla="*/ 1270 w 2254"/>
                  <a:gd name="connsiteY89-54982" fmla="*/ 3808 h 4213"/>
                  <a:gd name="connsiteX90-54983" fmla="*/ 1294 w 2254"/>
                  <a:gd name="connsiteY90-54984" fmla="*/ 4064 h 4213"/>
                  <a:gd name="connsiteX91-54985" fmla="*/ 1303 w 2254"/>
                  <a:gd name="connsiteY91-54986" fmla="*/ 4192 h 4213"/>
                  <a:gd name="connsiteX92-54987" fmla="*/ 1041 w 2254"/>
                  <a:gd name="connsiteY92-54988" fmla="*/ 4166 h 4213"/>
                  <a:gd name="connsiteX93-54989" fmla="*/ 959 w 2254"/>
                  <a:gd name="connsiteY93-54990" fmla="*/ 3987 h 4213"/>
                  <a:gd name="connsiteX94-54991" fmla="*/ 877 w 2254"/>
                  <a:gd name="connsiteY94-54992" fmla="*/ 3802 h 4213"/>
                  <a:gd name="connsiteX95-54993" fmla="*/ 798 w 2254"/>
                  <a:gd name="connsiteY95-54994" fmla="*/ 3734 h 4213"/>
                  <a:gd name="connsiteX96-54995" fmla="*/ 679 w 2254"/>
                  <a:gd name="connsiteY96-54996" fmla="*/ 3800 h 4213"/>
                  <a:gd name="connsiteX97-54997" fmla="*/ 695 w 2254"/>
                  <a:gd name="connsiteY97-54998" fmla="*/ 3662 h 4213"/>
                  <a:gd name="connsiteX98-54999" fmla="*/ 633 w 2254"/>
                  <a:gd name="connsiteY98-55000" fmla="*/ 3500 h 4213"/>
                  <a:gd name="connsiteX99-55001" fmla="*/ 742 w 2254"/>
                  <a:gd name="connsiteY99-55002" fmla="*/ 3280 h 4213"/>
                  <a:gd name="connsiteX100-55003" fmla="*/ 932 w 2254"/>
                  <a:gd name="connsiteY100-55004" fmla="*/ 3195 h 4213"/>
                  <a:gd name="connsiteX101-55005" fmla="*/ 1107 w 2254"/>
                  <a:gd name="connsiteY101-55006" fmla="*/ 3058 h 4213"/>
                  <a:gd name="connsiteX102-55007" fmla="*/ 1092 w 2254"/>
                  <a:gd name="connsiteY102-55008" fmla="*/ 2932 h 4213"/>
                  <a:gd name="connsiteX0-55009" fmla="*/ 1215 w 2254"/>
                  <a:gd name="connsiteY0-55010" fmla="*/ 2615 h 4213"/>
                  <a:gd name="connsiteX1-55011" fmla="*/ 1184 w 2254"/>
                  <a:gd name="connsiteY1-55012" fmla="*/ 2346 h 4213"/>
                  <a:gd name="connsiteX2-55013" fmla="*/ 1068 w 2254"/>
                  <a:gd name="connsiteY2-55014" fmla="*/ 2333 h 4213"/>
                  <a:gd name="connsiteX3-55015" fmla="*/ 1066 w 2254"/>
                  <a:gd name="connsiteY3-55016" fmla="*/ 2117 h 4213"/>
                  <a:gd name="connsiteX4-55017" fmla="*/ 990 w 2254"/>
                  <a:gd name="connsiteY4-55018" fmla="*/ 2039 h 4213"/>
                  <a:gd name="connsiteX5-55019" fmla="*/ 847 w 2254"/>
                  <a:gd name="connsiteY5-55020" fmla="*/ 1951 h 4213"/>
                  <a:gd name="connsiteX6-55021" fmla="*/ 755 w 2254"/>
                  <a:gd name="connsiteY6-55022" fmla="*/ 1827 h 4213"/>
                  <a:gd name="connsiteX7-55023" fmla="*/ 659 w 2254"/>
                  <a:gd name="connsiteY7-55024" fmla="*/ 1828 h 4213"/>
                  <a:gd name="connsiteX8-55025" fmla="*/ 614 w 2254"/>
                  <a:gd name="connsiteY8-55026" fmla="*/ 1883 h 4213"/>
                  <a:gd name="connsiteX9-55027" fmla="*/ 521 w 2254"/>
                  <a:gd name="connsiteY9-55028" fmla="*/ 1877 h 4213"/>
                  <a:gd name="connsiteX10-55029" fmla="*/ 501 w 2254"/>
                  <a:gd name="connsiteY10-55030" fmla="*/ 1994 h 4213"/>
                  <a:gd name="connsiteX11-55031" fmla="*/ 320 w 2254"/>
                  <a:gd name="connsiteY11-55032" fmla="*/ 1941 h 4213"/>
                  <a:gd name="connsiteX12-55033" fmla="*/ 237 w 2254"/>
                  <a:gd name="connsiteY12-55034" fmla="*/ 1939 h 4213"/>
                  <a:gd name="connsiteX13-55035" fmla="*/ 112 w 2254"/>
                  <a:gd name="connsiteY13-55036" fmla="*/ 2014 h 4213"/>
                  <a:gd name="connsiteX14-55037" fmla="*/ 0 w 2254"/>
                  <a:gd name="connsiteY14-55038" fmla="*/ 1890 h 4213"/>
                  <a:gd name="connsiteX15-55039" fmla="*/ 94 w 2254"/>
                  <a:gd name="connsiteY15-55040" fmla="*/ 1804 h 4213"/>
                  <a:gd name="connsiteX16-55041" fmla="*/ 98 w 2254"/>
                  <a:gd name="connsiteY16-55042" fmla="*/ 1634 h 4213"/>
                  <a:gd name="connsiteX17-55043" fmla="*/ 153 w 2254"/>
                  <a:gd name="connsiteY17-55044" fmla="*/ 1514 h 4213"/>
                  <a:gd name="connsiteX18-55045" fmla="*/ 196 w 2254"/>
                  <a:gd name="connsiteY18-55046" fmla="*/ 1306 h 4213"/>
                  <a:gd name="connsiteX19-55047" fmla="*/ 256 w 2254"/>
                  <a:gd name="connsiteY19-55048" fmla="*/ 1307 h 4213"/>
                  <a:gd name="connsiteX20-55049" fmla="*/ 579 w 2254"/>
                  <a:gd name="connsiteY20-55050" fmla="*/ 1286 h 4213"/>
                  <a:gd name="connsiteX21-55051" fmla="*/ 753 w 2254"/>
                  <a:gd name="connsiteY21-55052" fmla="*/ 1117 h 4213"/>
                  <a:gd name="connsiteX22-55053" fmla="*/ 822 w 2254"/>
                  <a:gd name="connsiteY22-55054" fmla="*/ 748 h 4213"/>
                  <a:gd name="connsiteX23-55055" fmla="*/ 932 w 2254"/>
                  <a:gd name="connsiteY23-55056" fmla="*/ 486 h 4213"/>
                  <a:gd name="connsiteX24-55057" fmla="*/ 930 w 2254"/>
                  <a:gd name="connsiteY24-55058" fmla="*/ 358 h 4213"/>
                  <a:gd name="connsiteX25-55059" fmla="*/ 917 w 2254"/>
                  <a:gd name="connsiteY25-55060" fmla="*/ 328 h 4213"/>
                  <a:gd name="connsiteX26-55061" fmla="*/ 850 w 2254"/>
                  <a:gd name="connsiteY26-55062" fmla="*/ 251 h 4213"/>
                  <a:gd name="connsiteX27-55063" fmla="*/ 790 w 2254"/>
                  <a:gd name="connsiteY27-55064" fmla="*/ 217 h 4213"/>
                  <a:gd name="connsiteX28-55065" fmla="*/ 915 w 2254"/>
                  <a:gd name="connsiteY28-55066" fmla="*/ 56 h 4213"/>
                  <a:gd name="connsiteX29-55067" fmla="*/ 1088 w 2254"/>
                  <a:gd name="connsiteY29-55068" fmla="*/ 2 h 4213"/>
                  <a:gd name="connsiteX30-55069" fmla="*/ 1120 w 2254"/>
                  <a:gd name="connsiteY30-55070" fmla="*/ 49 h 4213"/>
                  <a:gd name="connsiteX31-55071" fmla="*/ 1110 w 2254"/>
                  <a:gd name="connsiteY31-55072" fmla="*/ 133 h 4213"/>
                  <a:gd name="connsiteX32-55073" fmla="*/ 1049 w 2254"/>
                  <a:gd name="connsiteY32-55074" fmla="*/ 243 h 4213"/>
                  <a:gd name="connsiteX33-55075" fmla="*/ 1119 w 2254"/>
                  <a:gd name="connsiteY33-55076" fmla="*/ 301 h 4213"/>
                  <a:gd name="connsiteX34-55077" fmla="*/ 1233 w 2254"/>
                  <a:gd name="connsiteY34-55078" fmla="*/ 366 h 4213"/>
                  <a:gd name="connsiteX35-55079" fmla="*/ 1253 w 2254"/>
                  <a:gd name="connsiteY35-55080" fmla="*/ 255 h 4213"/>
                  <a:gd name="connsiteX36-55081" fmla="*/ 1387 w 2254"/>
                  <a:gd name="connsiteY36-55082" fmla="*/ 291 h 4213"/>
                  <a:gd name="connsiteX37-55083" fmla="*/ 1412 w 2254"/>
                  <a:gd name="connsiteY37-55084" fmla="*/ 331 h 4213"/>
                  <a:gd name="connsiteX38-55085" fmla="*/ 1488 w 2254"/>
                  <a:gd name="connsiteY38-55086" fmla="*/ 562 h 4213"/>
                  <a:gd name="connsiteX39-55087" fmla="*/ 1523 w 2254"/>
                  <a:gd name="connsiteY39-55088" fmla="*/ 586 h 4213"/>
                  <a:gd name="connsiteX40-55089" fmla="*/ 1615 w 2254"/>
                  <a:gd name="connsiteY40-55090" fmla="*/ 578 h 4213"/>
                  <a:gd name="connsiteX41-55091" fmla="*/ 1875 w 2254"/>
                  <a:gd name="connsiteY41-55092" fmla="*/ 490 h 4213"/>
                  <a:gd name="connsiteX42-55093" fmla="*/ 2095 w 2254"/>
                  <a:gd name="connsiteY42-55094" fmla="*/ 479 h 4213"/>
                  <a:gd name="connsiteX43-55095" fmla="*/ 2155 w 2254"/>
                  <a:gd name="connsiteY43-55096" fmla="*/ 648 h 4213"/>
                  <a:gd name="connsiteX44-55097" fmla="*/ 2073 w 2254"/>
                  <a:gd name="connsiteY44-55098" fmla="*/ 944 h 4213"/>
                  <a:gd name="connsiteX45-55099" fmla="*/ 2073 w 2254"/>
                  <a:gd name="connsiteY45-55100" fmla="*/ 1022 h 4213"/>
                  <a:gd name="connsiteX46-55101" fmla="*/ 2142 w 2254"/>
                  <a:gd name="connsiteY46-55102" fmla="*/ 1168 h 4213"/>
                  <a:gd name="connsiteX47-55103" fmla="*/ 2157 w 2254"/>
                  <a:gd name="connsiteY47-55104" fmla="*/ 1427 h 4213"/>
                  <a:gd name="connsiteX48-55105" fmla="*/ 2159 w 2254"/>
                  <a:gd name="connsiteY48-55106" fmla="*/ 1617 h 4213"/>
                  <a:gd name="connsiteX49-55107" fmla="*/ 2092 w 2254"/>
                  <a:gd name="connsiteY49-55108" fmla="*/ 1625 h 4213"/>
                  <a:gd name="connsiteX50-55109" fmla="*/ 2070 w 2254"/>
                  <a:gd name="connsiteY50-55110" fmla="*/ 1507 h 4213"/>
                  <a:gd name="connsiteX51-55111" fmla="*/ 2035 w 2254"/>
                  <a:gd name="connsiteY51-55112" fmla="*/ 1450 h 4213"/>
                  <a:gd name="connsiteX52-55113" fmla="*/ 1945 w 2254"/>
                  <a:gd name="connsiteY52-55114" fmla="*/ 1582 h 4213"/>
                  <a:gd name="connsiteX53-55115" fmla="*/ 1832 w 2254"/>
                  <a:gd name="connsiteY53-55116" fmla="*/ 1776 h 4213"/>
                  <a:gd name="connsiteX54-55117" fmla="*/ 1713 w 2254"/>
                  <a:gd name="connsiteY54-55118" fmla="*/ 1904 h 4213"/>
                  <a:gd name="connsiteX55-55119" fmla="*/ 1706 w 2254"/>
                  <a:gd name="connsiteY55-55120" fmla="*/ 2018 h 4213"/>
                  <a:gd name="connsiteX56-55121" fmla="*/ 1766 w 2254"/>
                  <a:gd name="connsiteY56-55122" fmla="*/ 2115 h 4213"/>
                  <a:gd name="connsiteX57-55123" fmla="*/ 1868 w 2254"/>
                  <a:gd name="connsiteY57-55124" fmla="*/ 2183 h 4213"/>
                  <a:gd name="connsiteX58-55125" fmla="*/ 1945 w 2254"/>
                  <a:gd name="connsiteY58-55126" fmla="*/ 2178 h 4213"/>
                  <a:gd name="connsiteX59-55127" fmla="*/ 1990 w 2254"/>
                  <a:gd name="connsiteY59-55128" fmla="*/ 2104 h 4213"/>
                  <a:gd name="connsiteX60-55129" fmla="*/ 2024 w 2254"/>
                  <a:gd name="connsiteY60-55130" fmla="*/ 2210 h 4213"/>
                  <a:gd name="connsiteX61-55131" fmla="*/ 1912 w 2254"/>
                  <a:gd name="connsiteY61-55132" fmla="*/ 2249 h 4213"/>
                  <a:gd name="connsiteX62-55133" fmla="*/ 1959 w 2254"/>
                  <a:gd name="connsiteY62-55134" fmla="*/ 2362 h 4213"/>
                  <a:gd name="connsiteX63-55135" fmla="*/ 1824 w 2254"/>
                  <a:gd name="connsiteY63-55136" fmla="*/ 2509 h 4213"/>
                  <a:gd name="connsiteX64-55137" fmla="*/ 1783 w 2254"/>
                  <a:gd name="connsiteY64-55138" fmla="*/ 2498 h 4213"/>
                  <a:gd name="connsiteX65-55139" fmla="*/ 1659 w 2254"/>
                  <a:gd name="connsiteY65-55140" fmla="*/ 2413 h 4213"/>
                  <a:gd name="connsiteX66-55141" fmla="*/ 1604 w 2254"/>
                  <a:gd name="connsiteY66-55142" fmla="*/ 2412 h 4213"/>
                  <a:gd name="connsiteX67-55143" fmla="*/ 1569 w 2254"/>
                  <a:gd name="connsiteY67-55144" fmla="*/ 2480 h 4213"/>
                  <a:gd name="connsiteX68-55145" fmla="*/ 1572 w 2254"/>
                  <a:gd name="connsiteY68-55146" fmla="*/ 2562 h 4213"/>
                  <a:gd name="connsiteX69-55147" fmla="*/ 1750 w 2254"/>
                  <a:gd name="connsiteY69-55148" fmla="*/ 2730 h 4213"/>
                  <a:gd name="connsiteX70-55149" fmla="*/ 1749 w 2254"/>
                  <a:gd name="connsiteY70-55150" fmla="*/ 2844 h 4213"/>
                  <a:gd name="connsiteX71-55151" fmla="*/ 1840 w 2254"/>
                  <a:gd name="connsiteY71-55152" fmla="*/ 3060 h 4213"/>
                  <a:gd name="connsiteX72-55153" fmla="*/ 1866 w 2254"/>
                  <a:gd name="connsiteY72-55154" fmla="*/ 3090 h 4213"/>
                  <a:gd name="connsiteX73-55155" fmla="*/ 1910 w 2254"/>
                  <a:gd name="connsiteY73-55156" fmla="*/ 3094 h 4213"/>
                  <a:gd name="connsiteX74-55157" fmla="*/ 1956 w 2254"/>
                  <a:gd name="connsiteY74-55158" fmla="*/ 3010 h 4213"/>
                  <a:gd name="connsiteX75-55159" fmla="*/ 2036 w 2254"/>
                  <a:gd name="connsiteY75-55160" fmla="*/ 2950 h 4213"/>
                  <a:gd name="connsiteX76-55161" fmla="*/ 2131 w 2254"/>
                  <a:gd name="connsiteY76-55162" fmla="*/ 3126 h 4213"/>
                  <a:gd name="connsiteX77-55163" fmla="*/ 2241 w 2254"/>
                  <a:gd name="connsiteY77-55164" fmla="*/ 3312 h 4213"/>
                  <a:gd name="connsiteX78-55165" fmla="*/ 2254 w 2254"/>
                  <a:gd name="connsiteY78-55166" fmla="*/ 3342 h 4213"/>
                  <a:gd name="connsiteX79-55167" fmla="*/ 2243 w 2254"/>
                  <a:gd name="connsiteY79-55168" fmla="*/ 3518 h 4213"/>
                  <a:gd name="connsiteX80-55169" fmla="*/ 2208 w 2254"/>
                  <a:gd name="connsiteY80-55170" fmla="*/ 3554 h 4213"/>
                  <a:gd name="connsiteX81-55171" fmla="*/ 2119 w 2254"/>
                  <a:gd name="connsiteY81-55172" fmla="*/ 3515 h 4213"/>
                  <a:gd name="connsiteX82-55173" fmla="*/ 1885 w 2254"/>
                  <a:gd name="connsiteY82-55174" fmla="*/ 3644 h 4213"/>
                  <a:gd name="connsiteX83-55175" fmla="*/ 1859 w 2254"/>
                  <a:gd name="connsiteY83-55176" fmla="*/ 3666 h 4213"/>
                  <a:gd name="connsiteX84-55177" fmla="*/ 1679 w 2254"/>
                  <a:gd name="connsiteY84-55178" fmla="*/ 3812 h 4213"/>
                  <a:gd name="connsiteX85-55179" fmla="*/ 1538 w 2254"/>
                  <a:gd name="connsiteY85-55180" fmla="*/ 3926 h 4213"/>
                  <a:gd name="connsiteX86-55181" fmla="*/ 1503 w 2254"/>
                  <a:gd name="connsiteY86-55182" fmla="*/ 3965 h 4213"/>
                  <a:gd name="connsiteX87-55183" fmla="*/ 1451 w 2254"/>
                  <a:gd name="connsiteY87-55184" fmla="*/ 3973 h 4213"/>
                  <a:gd name="connsiteX88-55185" fmla="*/ 1394 w 2254"/>
                  <a:gd name="connsiteY88-55186" fmla="*/ 3916 h 4213"/>
                  <a:gd name="connsiteX89-55187" fmla="*/ 1270 w 2254"/>
                  <a:gd name="connsiteY89-55188" fmla="*/ 3808 h 4213"/>
                  <a:gd name="connsiteX90-55189" fmla="*/ 1294 w 2254"/>
                  <a:gd name="connsiteY90-55190" fmla="*/ 4064 h 4213"/>
                  <a:gd name="connsiteX91-55191" fmla="*/ 1303 w 2254"/>
                  <a:gd name="connsiteY91-55192" fmla="*/ 4192 h 4213"/>
                  <a:gd name="connsiteX92-55193" fmla="*/ 1041 w 2254"/>
                  <a:gd name="connsiteY92-55194" fmla="*/ 4166 h 4213"/>
                  <a:gd name="connsiteX93-55195" fmla="*/ 959 w 2254"/>
                  <a:gd name="connsiteY93-55196" fmla="*/ 3987 h 4213"/>
                  <a:gd name="connsiteX94-55197" fmla="*/ 877 w 2254"/>
                  <a:gd name="connsiteY94-55198" fmla="*/ 3802 h 4213"/>
                  <a:gd name="connsiteX95-55199" fmla="*/ 798 w 2254"/>
                  <a:gd name="connsiteY95-55200" fmla="*/ 3734 h 4213"/>
                  <a:gd name="connsiteX96-55201" fmla="*/ 679 w 2254"/>
                  <a:gd name="connsiteY96-55202" fmla="*/ 3800 h 4213"/>
                  <a:gd name="connsiteX97-55203" fmla="*/ 695 w 2254"/>
                  <a:gd name="connsiteY97-55204" fmla="*/ 3662 h 4213"/>
                  <a:gd name="connsiteX98-55205" fmla="*/ 633 w 2254"/>
                  <a:gd name="connsiteY98-55206" fmla="*/ 3500 h 4213"/>
                  <a:gd name="connsiteX99-55207" fmla="*/ 742 w 2254"/>
                  <a:gd name="connsiteY99-55208" fmla="*/ 3280 h 4213"/>
                  <a:gd name="connsiteX100-55209" fmla="*/ 932 w 2254"/>
                  <a:gd name="connsiteY100-55210" fmla="*/ 3195 h 4213"/>
                  <a:gd name="connsiteX101-55211" fmla="*/ 1107 w 2254"/>
                  <a:gd name="connsiteY101-55212" fmla="*/ 3058 h 4213"/>
                  <a:gd name="connsiteX102-55213" fmla="*/ 1092 w 2254"/>
                  <a:gd name="connsiteY102-55214" fmla="*/ 2932 h 4213"/>
                  <a:gd name="connsiteX0-55215" fmla="*/ 1215 w 2254"/>
                  <a:gd name="connsiteY0-55216" fmla="*/ 2615 h 4213"/>
                  <a:gd name="connsiteX1-55217" fmla="*/ 1184 w 2254"/>
                  <a:gd name="connsiteY1-55218" fmla="*/ 2346 h 4213"/>
                  <a:gd name="connsiteX2-55219" fmla="*/ 1068 w 2254"/>
                  <a:gd name="connsiteY2-55220" fmla="*/ 2333 h 4213"/>
                  <a:gd name="connsiteX3-55221" fmla="*/ 1066 w 2254"/>
                  <a:gd name="connsiteY3-55222" fmla="*/ 2117 h 4213"/>
                  <a:gd name="connsiteX4-55223" fmla="*/ 990 w 2254"/>
                  <a:gd name="connsiteY4-55224" fmla="*/ 2039 h 4213"/>
                  <a:gd name="connsiteX5-55225" fmla="*/ 847 w 2254"/>
                  <a:gd name="connsiteY5-55226" fmla="*/ 1951 h 4213"/>
                  <a:gd name="connsiteX6-55227" fmla="*/ 755 w 2254"/>
                  <a:gd name="connsiteY6-55228" fmla="*/ 1827 h 4213"/>
                  <a:gd name="connsiteX7-55229" fmla="*/ 659 w 2254"/>
                  <a:gd name="connsiteY7-55230" fmla="*/ 1828 h 4213"/>
                  <a:gd name="connsiteX8-55231" fmla="*/ 614 w 2254"/>
                  <a:gd name="connsiteY8-55232" fmla="*/ 1883 h 4213"/>
                  <a:gd name="connsiteX9-55233" fmla="*/ 521 w 2254"/>
                  <a:gd name="connsiteY9-55234" fmla="*/ 1877 h 4213"/>
                  <a:gd name="connsiteX10-55235" fmla="*/ 501 w 2254"/>
                  <a:gd name="connsiteY10-55236" fmla="*/ 1994 h 4213"/>
                  <a:gd name="connsiteX11-55237" fmla="*/ 320 w 2254"/>
                  <a:gd name="connsiteY11-55238" fmla="*/ 1941 h 4213"/>
                  <a:gd name="connsiteX12-55239" fmla="*/ 237 w 2254"/>
                  <a:gd name="connsiteY12-55240" fmla="*/ 1939 h 4213"/>
                  <a:gd name="connsiteX13-55241" fmla="*/ 112 w 2254"/>
                  <a:gd name="connsiteY13-55242" fmla="*/ 2014 h 4213"/>
                  <a:gd name="connsiteX14-55243" fmla="*/ 0 w 2254"/>
                  <a:gd name="connsiteY14-55244" fmla="*/ 1890 h 4213"/>
                  <a:gd name="connsiteX15-55245" fmla="*/ 94 w 2254"/>
                  <a:gd name="connsiteY15-55246" fmla="*/ 1804 h 4213"/>
                  <a:gd name="connsiteX16-55247" fmla="*/ 98 w 2254"/>
                  <a:gd name="connsiteY16-55248" fmla="*/ 1634 h 4213"/>
                  <a:gd name="connsiteX17-55249" fmla="*/ 153 w 2254"/>
                  <a:gd name="connsiteY17-55250" fmla="*/ 1514 h 4213"/>
                  <a:gd name="connsiteX18-55251" fmla="*/ 196 w 2254"/>
                  <a:gd name="connsiteY18-55252" fmla="*/ 1306 h 4213"/>
                  <a:gd name="connsiteX19-55253" fmla="*/ 256 w 2254"/>
                  <a:gd name="connsiteY19-55254" fmla="*/ 1307 h 4213"/>
                  <a:gd name="connsiteX20-55255" fmla="*/ 579 w 2254"/>
                  <a:gd name="connsiteY20-55256" fmla="*/ 1286 h 4213"/>
                  <a:gd name="connsiteX21-55257" fmla="*/ 753 w 2254"/>
                  <a:gd name="connsiteY21-55258" fmla="*/ 1117 h 4213"/>
                  <a:gd name="connsiteX22-55259" fmla="*/ 822 w 2254"/>
                  <a:gd name="connsiteY22-55260" fmla="*/ 748 h 4213"/>
                  <a:gd name="connsiteX23-55261" fmla="*/ 932 w 2254"/>
                  <a:gd name="connsiteY23-55262" fmla="*/ 486 h 4213"/>
                  <a:gd name="connsiteX24-55263" fmla="*/ 930 w 2254"/>
                  <a:gd name="connsiteY24-55264" fmla="*/ 358 h 4213"/>
                  <a:gd name="connsiteX25-55265" fmla="*/ 917 w 2254"/>
                  <a:gd name="connsiteY25-55266" fmla="*/ 328 h 4213"/>
                  <a:gd name="connsiteX26-55267" fmla="*/ 850 w 2254"/>
                  <a:gd name="connsiteY26-55268" fmla="*/ 251 h 4213"/>
                  <a:gd name="connsiteX27-55269" fmla="*/ 790 w 2254"/>
                  <a:gd name="connsiteY27-55270" fmla="*/ 217 h 4213"/>
                  <a:gd name="connsiteX28-55271" fmla="*/ 915 w 2254"/>
                  <a:gd name="connsiteY28-55272" fmla="*/ 56 h 4213"/>
                  <a:gd name="connsiteX29-55273" fmla="*/ 1088 w 2254"/>
                  <a:gd name="connsiteY29-55274" fmla="*/ 2 h 4213"/>
                  <a:gd name="connsiteX30-55275" fmla="*/ 1120 w 2254"/>
                  <a:gd name="connsiteY30-55276" fmla="*/ 49 h 4213"/>
                  <a:gd name="connsiteX31-55277" fmla="*/ 1110 w 2254"/>
                  <a:gd name="connsiteY31-55278" fmla="*/ 133 h 4213"/>
                  <a:gd name="connsiteX32-55279" fmla="*/ 1049 w 2254"/>
                  <a:gd name="connsiteY32-55280" fmla="*/ 243 h 4213"/>
                  <a:gd name="connsiteX33-55281" fmla="*/ 1119 w 2254"/>
                  <a:gd name="connsiteY33-55282" fmla="*/ 301 h 4213"/>
                  <a:gd name="connsiteX34-55283" fmla="*/ 1233 w 2254"/>
                  <a:gd name="connsiteY34-55284" fmla="*/ 366 h 4213"/>
                  <a:gd name="connsiteX35-55285" fmla="*/ 1253 w 2254"/>
                  <a:gd name="connsiteY35-55286" fmla="*/ 255 h 4213"/>
                  <a:gd name="connsiteX36-55287" fmla="*/ 1387 w 2254"/>
                  <a:gd name="connsiteY36-55288" fmla="*/ 291 h 4213"/>
                  <a:gd name="connsiteX37-55289" fmla="*/ 1412 w 2254"/>
                  <a:gd name="connsiteY37-55290" fmla="*/ 331 h 4213"/>
                  <a:gd name="connsiteX38-55291" fmla="*/ 1488 w 2254"/>
                  <a:gd name="connsiteY38-55292" fmla="*/ 562 h 4213"/>
                  <a:gd name="connsiteX39-55293" fmla="*/ 1523 w 2254"/>
                  <a:gd name="connsiteY39-55294" fmla="*/ 586 h 4213"/>
                  <a:gd name="connsiteX40-55295" fmla="*/ 1615 w 2254"/>
                  <a:gd name="connsiteY40-55296" fmla="*/ 578 h 4213"/>
                  <a:gd name="connsiteX41-55297" fmla="*/ 1875 w 2254"/>
                  <a:gd name="connsiteY41-55298" fmla="*/ 490 h 4213"/>
                  <a:gd name="connsiteX42-55299" fmla="*/ 2095 w 2254"/>
                  <a:gd name="connsiteY42-55300" fmla="*/ 479 h 4213"/>
                  <a:gd name="connsiteX43-55301" fmla="*/ 2155 w 2254"/>
                  <a:gd name="connsiteY43-55302" fmla="*/ 648 h 4213"/>
                  <a:gd name="connsiteX44-55303" fmla="*/ 2073 w 2254"/>
                  <a:gd name="connsiteY44-55304" fmla="*/ 944 h 4213"/>
                  <a:gd name="connsiteX45-55305" fmla="*/ 2073 w 2254"/>
                  <a:gd name="connsiteY45-55306" fmla="*/ 1022 h 4213"/>
                  <a:gd name="connsiteX46-55307" fmla="*/ 2142 w 2254"/>
                  <a:gd name="connsiteY46-55308" fmla="*/ 1168 h 4213"/>
                  <a:gd name="connsiteX47-55309" fmla="*/ 2157 w 2254"/>
                  <a:gd name="connsiteY47-55310" fmla="*/ 1427 h 4213"/>
                  <a:gd name="connsiteX48-55311" fmla="*/ 2159 w 2254"/>
                  <a:gd name="connsiteY48-55312" fmla="*/ 1617 h 4213"/>
                  <a:gd name="connsiteX49-55313" fmla="*/ 2092 w 2254"/>
                  <a:gd name="connsiteY49-55314" fmla="*/ 1625 h 4213"/>
                  <a:gd name="connsiteX50-55315" fmla="*/ 2070 w 2254"/>
                  <a:gd name="connsiteY50-55316" fmla="*/ 1507 h 4213"/>
                  <a:gd name="connsiteX51-55317" fmla="*/ 2035 w 2254"/>
                  <a:gd name="connsiteY51-55318" fmla="*/ 1450 h 4213"/>
                  <a:gd name="connsiteX52-55319" fmla="*/ 1945 w 2254"/>
                  <a:gd name="connsiteY52-55320" fmla="*/ 1582 h 4213"/>
                  <a:gd name="connsiteX53-55321" fmla="*/ 1832 w 2254"/>
                  <a:gd name="connsiteY53-55322" fmla="*/ 1776 h 4213"/>
                  <a:gd name="connsiteX54-55323" fmla="*/ 1713 w 2254"/>
                  <a:gd name="connsiteY54-55324" fmla="*/ 1904 h 4213"/>
                  <a:gd name="connsiteX55-55325" fmla="*/ 1706 w 2254"/>
                  <a:gd name="connsiteY55-55326" fmla="*/ 2018 h 4213"/>
                  <a:gd name="connsiteX56-55327" fmla="*/ 1766 w 2254"/>
                  <a:gd name="connsiteY56-55328" fmla="*/ 2115 h 4213"/>
                  <a:gd name="connsiteX57-55329" fmla="*/ 1868 w 2254"/>
                  <a:gd name="connsiteY57-55330" fmla="*/ 2183 h 4213"/>
                  <a:gd name="connsiteX58-55331" fmla="*/ 1945 w 2254"/>
                  <a:gd name="connsiteY58-55332" fmla="*/ 2178 h 4213"/>
                  <a:gd name="connsiteX59-55333" fmla="*/ 1990 w 2254"/>
                  <a:gd name="connsiteY59-55334" fmla="*/ 2104 h 4213"/>
                  <a:gd name="connsiteX60-55335" fmla="*/ 2024 w 2254"/>
                  <a:gd name="connsiteY60-55336" fmla="*/ 2210 h 4213"/>
                  <a:gd name="connsiteX61-55337" fmla="*/ 1912 w 2254"/>
                  <a:gd name="connsiteY61-55338" fmla="*/ 2249 h 4213"/>
                  <a:gd name="connsiteX62-55339" fmla="*/ 1959 w 2254"/>
                  <a:gd name="connsiteY62-55340" fmla="*/ 2362 h 4213"/>
                  <a:gd name="connsiteX63-55341" fmla="*/ 1824 w 2254"/>
                  <a:gd name="connsiteY63-55342" fmla="*/ 2509 h 4213"/>
                  <a:gd name="connsiteX64-55343" fmla="*/ 1783 w 2254"/>
                  <a:gd name="connsiteY64-55344" fmla="*/ 2498 h 4213"/>
                  <a:gd name="connsiteX65-55345" fmla="*/ 1659 w 2254"/>
                  <a:gd name="connsiteY65-55346" fmla="*/ 2413 h 4213"/>
                  <a:gd name="connsiteX66-55347" fmla="*/ 1604 w 2254"/>
                  <a:gd name="connsiteY66-55348" fmla="*/ 2412 h 4213"/>
                  <a:gd name="connsiteX67-55349" fmla="*/ 1569 w 2254"/>
                  <a:gd name="connsiteY67-55350" fmla="*/ 2480 h 4213"/>
                  <a:gd name="connsiteX68-55351" fmla="*/ 1572 w 2254"/>
                  <a:gd name="connsiteY68-55352" fmla="*/ 2562 h 4213"/>
                  <a:gd name="connsiteX69-55353" fmla="*/ 1750 w 2254"/>
                  <a:gd name="connsiteY69-55354" fmla="*/ 2730 h 4213"/>
                  <a:gd name="connsiteX70-55355" fmla="*/ 1749 w 2254"/>
                  <a:gd name="connsiteY70-55356" fmla="*/ 2844 h 4213"/>
                  <a:gd name="connsiteX71-55357" fmla="*/ 1840 w 2254"/>
                  <a:gd name="connsiteY71-55358" fmla="*/ 3060 h 4213"/>
                  <a:gd name="connsiteX72-55359" fmla="*/ 1866 w 2254"/>
                  <a:gd name="connsiteY72-55360" fmla="*/ 3090 h 4213"/>
                  <a:gd name="connsiteX73-55361" fmla="*/ 1910 w 2254"/>
                  <a:gd name="connsiteY73-55362" fmla="*/ 3094 h 4213"/>
                  <a:gd name="connsiteX74-55363" fmla="*/ 1956 w 2254"/>
                  <a:gd name="connsiteY74-55364" fmla="*/ 3010 h 4213"/>
                  <a:gd name="connsiteX75-55365" fmla="*/ 2036 w 2254"/>
                  <a:gd name="connsiteY75-55366" fmla="*/ 2950 h 4213"/>
                  <a:gd name="connsiteX76-55367" fmla="*/ 2131 w 2254"/>
                  <a:gd name="connsiteY76-55368" fmla="*/ 3126 h 4213"/>
                  <a:gd name="connsiteX77-55369" fmla="*/ 2241 w 2254"/>
                  <a:gd name="connsiteY77-55370" fmla="*/ 3312 h 4213"/>
                  <a:gd name="connsiteX78-55371" fmla="*/ 2254 w 2254"/>
                  <a:gd name="connsiteY78-55372" fmla="*/ 3342 h 4213"/>
                  <a:gd name="connsiteX79-55373" fmla="*/ 2243 w 2254"/>
                  <a:gd name="connsiteY79-55374" fmla="*/ 3518 h 4213"/>
                  <a:gd name="connsiteX80-55375" fmla="*/ 2208 w 2254"/>
                  <a:gd name="connsiteY80-55376" fmla="*/ 3554 h 4213"/>
                  <a:gd name="connsiteX81-55377" fmla="*/ 2119 w 2254"/>
                  <a:gd name="connsiteY81-55378" fmla="*/ 3515 h 4213"/>
                  <a:gd name="connsiteX82-55379" fmla="*/ 1885 w 2254"/>
                  <a:gd name="connsiteY82-55380" fmla="*/ 3644 h 4213"/>
                  <a:gd name="connsiteX83-55381" fmla="*/ 1859 w 2254"/>
                  <a:gd name="connsiteY83-55382" fmla="*/ 3666 h 4213"/>
                  <a:gd name="connsiteX84-55383" fmla="*/ 1679 w 2254"/>
                  <a:gd name="connsiteY84-55384" fmla="*/ 3812 h 4213"/>
                  <a:gd name="connsiteX85-55385" fmla="*/ 1538 w 2254"/>
                  <a:gd name="connsiteY85-55386" fmla="*/ 3926 h 4213"/>
                  <a:gd name="connsiteX86-55387" fmla="*/ 1503 w 2254"/>
                  <a:gd name="connsiteY86-55388" fmla="*/ 3965 h 4213"/>
                  <a:gd name="connsiteX87-55389" fmla="*/ 1451 w 2254"/>
                  <a:gd name="connsiteY87-55390" fmla="*/ 3973 h 4213"/>
                  <a:gd name="connsiteX88-55391" fmla="*/ 1394 w 2254"/>
                  <a:gd name="connsiteY88-55392" fmla="*/ 3916 h 4213"/>
                  <a:gd name="connsiteX89-55393" fmla="*/ 1270 w 2254"/>
                  <a:gd name="connsiteY89-55394" fmla="*/ 3808 h 4213"/>
                  <a:gd name="connsiteX90-55395" fmla="*/ 1294 w 2254"/>
                  <a:gd name="connsiteY90-55396" fmla="*/ 4064 h 4213"/>
                  <a:gd name="connsiteX91-55397" fmla="*/ 1303 w 2254"/>
                  <a:gd name="connsiteY91-55398" fmla="*/ 4192 h 4213"/>
                  <a:gd name="connsiteX92-55399" fmla="*/ 1041 w 2254"/>
                  <a:gd name="connsiteY92-55400" fmla="*/ 4166 h 4213"/>
                  <a:gd name="connsiteX93-55401" fmla="*/ 959 w 2254"/>
                  <a:gd name="connsiteY93-55402" fmla="*/ 3987 h 4213"/>
                  <a:gd name="connsiteX94-55403" fmla="*/ 877 w 2254"/>
                  <a:gd name="connsiteY94-55404" fmla="*/ 3802 h 4213"/>
                  <a:gd name="connsiteX95-55405" fmla="*/ 798 w 2254"/>
                  <a:gd name="connsiteY95-55406" fmla="*/ 3734 h 4213"/>
                  <a:gd name="connsiteX96-55407" fmla="*/ 679 w 2254"/>
                  <a:gd name="connsiteY96-55408" fmla="*/ 3800 h 4213"/>
                  <a:gd name="connsiteX97-55409" fmla="*/ 695 w 2254"/>
                  <a:gd name="connsiteY97-55410" fmla="*/ 3662 h 4213"/>
                  <a:gd name="connsiteX98-55411" fmla="*/ 633 w 2254"/>
                  <a:gd name="connsiteY98-55412" fmla="*/ 3500 h 4213"/>
                  <a:gd name="connsiteX99-55413" fmla="*/ 742 w 2254"/>
                  <a:gd name="connsiteY99-55414" fmla="*/ 3280 h 4213"/>
                  <a:gd name="connsiteX100-55415" fmla="*/ 932 w 2254"/>
                  <a:gd name="connsiteY100-55416" fmla="*/ 3195 h 4213"/>
                  <a:gd name="connsiteX101-55417" fmla="*/ 1107 w 2254"/>
                  <a:gd name="connsiteY101-55418" fmla="*/ 3058 h 4213"/>
                  <a:gd name="connsiteX102-55419" fmla="*/ 1092 w 2254"/>
                  <a:gd name="connsiteY102-55420" fmla="*/ 2932 h 4213"/>
                  <a:gd name="connsiteX0-55421" fmla="*/ 1215 w 2254"/>
                  <a:gd name="connsiteY0-55422" fmla="*/ 2615 h 4213"/>
                  <a:gd name="connsiteX1-55423" fmla="*/ 1184 w 2254"/>
                  <a:gd name="connsiteY1-55424" fmla="*/ 2346 h 4213"/>
                  <a:gd name="connsiteX2-55425" fmla="*/ 1068 w 2254"/>
                  <a:gd name="connsiteY2-55426" fmla="*/ 2333 h 4213"/>
                  <a:gd name="connsiteX3-55427" fmla="*/ 1066 w 2254"/>
                  <a:gd name="connsiteY3-55428" fmla="*/ 2117 h 4213"/>
                  <a:gd name="connsiteX4-55429" fmla="*/ 990 w 2254"/>
                  <a:gd name="connsiteY4-55430" fmla="*/ 2039 h 4213"/>
                  <a:gd name="connsiteX5-55431" fmla="*/ 847 w 2254"/>
                  <a:gd name="connsiteY5-55432" fmla="*/ 1951 h 4213"/>
                  <a:gd name="connsiteX6-55433" fmla="*/ 755 w 2254"/>
                  <a:gd name="connsiteY6-55434" fmla="*/ 1827 h 4213"/>
                  <a:gd name="connsiteX7-55435" fmla="*/ 659 w 2254"/>
                  <a:gd name="connsiteY7-55436" fmla="*/ 1828 h 4213"/>
                  <a:gd name="connsiteX8-55437" fmla="*/ 614 w 2254"/>
                  <a:gd name="connsiteY8-55438" fmla="*/ 1883 h 4213"/>
                  <a:gd name="connsiteX9-55439" fmla="*/ 521 w 2254"/>
                  <a:gd name="connsiteY9-55440" fmla="*/ 1877 h 4213"/>
                  <a:gd name="connsiteX10-55441" fmla="*/ 501 w 2254"/>
                  <a:gd name="connsiteY10-55442" fmla="*/ 1994 h 4213"/>
                  <a:gd name="connsiteX11-55443" fmla="*/ 320 w 2254"/>
                  <a:gd name="connsiteY11-55444" fmla="*/ 1941 h 4213"/>
                  <a:gd name="connsiteX12-55445" fmla="*/ 237 w 2254"/>
                  <a:gd name="connsiteY12-55446" fmla="*/ 1939 h 4213"/>
                  <a:gd name="connsiteX13-55447" fmla="*/ 112 w 2254"/>
                  <a:gd name="connsiteY13-55448" fmla="*/ 2014 h 4213"/>
                  <a:gd name="connsiteX14-55449" fmla="*/ 0 w 2254"/>
                  <a:gd name="connsiteY14-55450" fmla="*/ 1890 h 4213"/>
                  <a:gd name="connsiteX15-55451" fmla="*/ 94 w 2254"/>
                  <a:gd name="connsiteY15-55452" fmla="*/ 1804 h 4213"/>
                  <a:gd name="connsiteX16-55453" fmla="*/ 98 w 2254"/>
                  <a:gd name="connsiteY16-55454" fmla="*/ 1634 h 4213"/>
                  <a:gd name="connsiteX17-55455" fmla="*/ 153 w 2254"/>
                  <a:gd name="connsiteY17-55456" fmla="*/ 1514 h 4213"/>
                  <a:gd name="connsiteX18-55457" fmla="*/ 196 w 2254"/>
                  <a:gd name="connsiteY18-55458" fmla="*/ 1306 h 4213"/>
                  <a:gd name="connsiteX19-55459" fmla="*/ 256 w 2254"/>
                  <a:gd name="connsiteY19-55460" fmla="*/ 1307 h 4213"/>
                  <a:gd name="connsiteX20-55461" fmla="*/ 579 w 2254"/>
                  <a:gd name="connsiteY20-55462" fmla="*/ 1286 h 4213"/>
                  <a:gd name="connsiteX21-55463" fmla="*/ 753 w 2254"/>
                  <a:gd name="connsiteY21-55464" fmla="*/ 1117 h 4213"/>
                  <a:gd name="connsiteX22-55465" fmla="*/ 822 w 2254"/>
                  <a:gd name="connsiteY22-55466" fmla="*/ 748 h 4213"/>
                  <a:gd name="connsiteX23-55467" fmla="*/ 932 w 2254"/>
                  <a:gd name="connsiteY23-55468" fmla="*/ 486 h 4213"/>
                  <a:gd name="connsiteX24-55469" fmla="*/ 930 w 2254"/>
                  <a:gd name="connsiteY24-55470" fmla="*/ 358 h 4213"/>
                  <a:gd name="connsiteX25-55471" fmla="*/ 917 w 2254"/>
                  <a:gd name="connsiteY25-55472" fmla="*/ 328 h 4213"/>
                  <a:gd name="connsiteX26-55473" fmla="*/ 850 w 2254"/>
                  <a:gd name="connsiteY26-55474" fmla="*/ 251 h 4213"/>
                  <a:gd name="connsiteX27-55475" fmla="*/ 790 w 2254"/>
                  <a:gd name="connsiteY27-55476" fmla="*/ 217 h 4213"/>
                  <a:gd name="connsiteX28-55477" fmla="*/ 915 w 2254"/>
                  <a:gd name="connsiteY28-55478" fmla="*/ 56 h 4213"/>
                  <a:gd name="connsiteX29-55479" fmla="*/ 1088 w 2254"/>
                  <a:gd name="connsiteY29-55480" fmla="*/ 2 h 4213"/>
                  <a:gd name="connsiteX30-55481" fmla="*/ 1120 w 2254"/>
                  <a:gd name="connsiteY30-55482" fmla="*/ 49 h 4213"/>
                  <a:gd name="connsiteX31-55483" fmla="*/ 1110 w 2254"/>
                  <a:gd name="connsiteY31-55484" fmla="*/ 133 h 4213"/>
                  <a:gd name="connsiteX32-55485" fmla="*/ 1049 w 2254"/>
                  <a:gd name="connsiteY32-55486" fmla="*/ 243 h 4213"/>
                  <a:gd name="connsiteX33-55487" fmla="*/ 1119 w 2254"/>
                  <a:gd name="connsiteY33-55488" fmla="*/ 301 h 4213"/>
                  <a:gd name="connsiteX34-55489" fmla="*/ 1233 w 2254"/>
                  <a:gd name="connsiteY34-55490" fmla="*/ 366 h 4213"/>
                  <a:gd name="connsiteX35-55491" fmla="*/ 1253 w 2254"/>
                  <a:gd name="connsiteY35-55492" fmla="*/ 255 h 4213"/>
                  <a:gd name="connsiteX36-55493" fmla="*/ 1387 w 2254"/>
                  <a:gd name="connsiteY36-55494" fmla="*/ 291 h 4213"/>
                  <a:gd name="connsiteX37-55495" fmla="*/ 1412 w 2254"/>
                  <a:gd name="connsiteY37-55496" fmla="*/ 331 h 4213"/>
                  <a:gd name="connsiteX38-55497" fmla="*/ 1488 w 2254"/>
                  <a:gd name="connsiteY38-55498" fmla="*/ 562 h 4213"/>
                  <a:gd name="connsiteX39-55499" fmla="*/ 1523 w 2254"/>
                  <a:gd name="connsiteY39-55500" fmla="*/ 586 h 4213"/>
                  <a:gd name="connsiteX40-55501" fmla="*/ 1615 w 2254"/>
                  <a:gd name="connsiteY40-55502" fmla="*/ 578 h 4213"/>
                  <a:gd name="connsiteX41-55503" fmla="*/ 1875 w 2254"/>
                  <a:gd name="connsiteY41-55504" fmla="*/ 490 h 4213"/>
                  <a:gd name="connsiteX42-55505" fmla="*/ 2095 w 2254"/>
                  <a:gd name="connsiteY42-55506" fmla="*/ 479 h 4213"/>
                  <a:gd name="connsiteX43-55507" fmla="*/ 2155 w 2254"/>
                  <a:gd name="connsiteY43-55508" fmla="*/ 648 h 4213"/>
                  <a:gd name="connsiteX44-55509" fmla="*/ 2073 w 2254"/>
                  <a:gd name="connsiteY44-55510" fmla="*/ 944 h 4213"/>
                  <a:gd name="connsiteX45-55511" fmla="*/ 2073 w 2254"/>
                  <a:gd name="connsiteY45-55512" fmla="*/ 1022 h 4213"/>
                  <a:gd name="connsiteX46-55513" fmla="*/ 2142 w 2254"/>
                  <a:gd name="connsiteY46-55514" fmla="*/ 1168 h 4213"/>
                  <a:gd name="connsiteX47-55515" fmla="*/ 2157 w 2254"/>
                  <a:gd name="connsiteY47-55516" fmla="*/ 1427 h 4213"/>
                  <a:gd name="connsiteX48-55517" fmla="*/ 2159 w 2254"/>
                  <a:gd name="connsiteY48-55518" fmla="*/ 1617 h 4213"/>
                  <a:gd name="connsiteX49-55519" fmla="*/ 2092 w 2254"/>
                  <a:gd name="connsiteY49-55520" fmla="*/ 1625 h 4213"/>
                  <a:gd name="connsiteX50-55521" fmla="*/ 2070 w 2254"/>
                  <a:gd name="connsiteY50-55522" fmla="*/ 1507 h 4213"/>
                  <a:gd name="connsiteX51-55523" fmla="*/ 2035 w 2254"/>
                  <a:gd name="connsiteY51-55524" fmla="*/ 1450 h 4213"/>
                  <a:gd name="connsiteX52-55525" fmla="*/ 1945 w 2254"/>
                  <a:gd name="connsiteY52-55526" fmla="*/ 1582 h 4213"/>
                  <a:gd name="connsiteX53-55527" fmla="*/ 1832 w 2254"/>
                  <a:gd name="connsiteY53-55528" fmla="*/ 1776 h 4213"/>
                  <a:gd name="connsiteX54-55529" fmla="*/ 1713 w 2254"/>
                  <a:gd name="connsiteY54-55530" fmla="*/ 1904 h 4213"/>
                  <a:gd name="connsiteX55-55531" fmla="*/ 1706 w 2254"/>
                  <a:gd name="connsiteY55-55532" fmla="*/ 2018 h 4213"/>
                  <a:gd name="connsiteX56-55533" fmla="*/ 1766 w 2254"/>
                  <a:gd name="connsiteY56-55534" fmla="*/ 2115 h 4213"/>
                  <a:gd name="connsiteX57-55535" fmla="*/ 1868 w 2254"/>
                  <a:gd name="connsiteY57-55536" fmla="*/ 2183 h 4213"/>
                  <a:gd name="connsiteX58-55537" fmla="*/ 1945 w 2254"/>
                  <a:gd name="connsiteY58-55538" fmla="*/ 2178 h 4213"/>
                  <a:gd name="connsiteX59-55539" fmla="*/ 1990 w 2254"/>
                  <a:gd name="connsiteY59-55540" fmla="*/ 2104 h 4213"/>
                  <a:gd name="connsiteX60-55541" fmla="*/ 2024 w 2254"/>
                  <a:gd name="connsiteY60-55542" fmla="*/ 2210 h 4213"/>
                  <a:gd name="connsiteX61-55543" fmla="*/ 1912 w 2254"/>
                  <a:gd name="connsiteY61-55544" fmla="*/ 2249 h 4213"/>
                  <a:gd name="connsiteX62-55545" fmla="*/ 1959 w 2254"/>
                  <a:gd name="connsiteY62-55546" fmla="*/ 2362 h 4213"/>
                  <a:gd name="connsiteX63-55547" fmla="*/ 1824 w 2254"/>
                  <a:gd name="connsiteY63-55548" fmla="*/ 2509 h 4213"/>
                  <a:gd name="connsiteX64-55549" fmla="*/ 1783 w 2254"/>
                  <a:gd name="connsiteY64-55550" fmla="*/ 2498 h 4213"/>
                  <a:gd name="connsiteX65-55551" fmla="*/ 1659 w 2254"/>
                  <a:gd name="connsiteY65-55552" fmla="*/ 2413 h 4213"/>
                  <a:gd name="connsiteX66-55553" fmla="*/ 1604 w 2254"/>
                  <a:gd name="connsiteY66-55554" fmla="*/ 2412 h 4213"/>
                  <a:gd name="connsiteX67-55555" fmla="*/ 1569 w 2254"/>
                  <a:gd name="connsiteY67-55556" fmla="*/ 2480 h 4213"/>
                  <a:gd name="connsiteX68-55557" fmla="*/ 1572 w 2254"/>
                  <a:gd name="connsiteY68-55558" fmla="*/ 2562 h 4213"/>
                  <a:gd name="connsiteX69-55559" fmla="*/ 1750 w 2254"/>
                  <a:gd name="connsiteY69-55560" fmla="*/ 2730 h 4213"/>
                  <a:gd name="connsiteX70-55561" fmla="*/ 1749 w 2254"/>
                  <a:gd name="connsiteY70-55562" fmla="*/ 2844 h 4213"/>
                  <a:gd name="connsiteX71-55563" fmla="*/ 1840 w 2254"/>
                  <a:gd name="connsiteY71-55564" fmla="*/ 3060 h 4213"/>
                  <a:gd name="connsiteX72-55565" fmla="*/ 1866 w 2254"/>
                  <a:gd name="connsiteY72-55566" fmla="*/ 3090 h 4213"/>
                  <a:gd name="connsiteX73-55567" fmla="*/ 1910 w 2254"/>
                  <a:gd name="connsiteY73-55568" fmla="*/ 3094 h 4213"/>
                  <a:gd name="connsiteX74-55569" fmla="*/ 1956 w 2254"/>
                  <a:gd name="connsiteY74-55570" fmla="*/ 3010 h 4213"/>
                  <a:gd name="connsiteX75-55571" fmla="*/ 2036 w 2254"/>
                  <a:gd name="connsiteY75-55572" fmla="*/ 2950 h 4213"/>
                  <a:gd name="connsiteX76-55573" fmla="*/ 2131 w 2254"/>
                  <a:gd name="connsiteY76-55574" fmla="*/ 3126 h 4213"/>
                  <a:gd name="connsiteX77-55575" fmla="*/ 2241 w 2254"/>
                  <a:gd name="connsiteY77-55576" fmla="*/ 3312 h 4213"/>
                  <a:gd name="connsiteX78-55577" fmla="*/ 2254 w 2254"/>
                  <a:gd name="connsiteY78-55578" fmla="*/ 3342 h 4213"/>
                  <a:gd name="connsiteX79-55579" fmla="*/ 2243 w 2254"/>
                  <a:gd name="connsiteY79-55580" fmla="*/ 3518 h 4213"/>
                  <a:gd name="connsiteX80-55581" fmla="*/ 2208 w 2254"/>
                  <a:gd name="connsiteY80-55582" fmla="*/ 3554 h 4213"/>
                  <a:gd name="connsiteX81-55583" fmla="*/ 2119 w 2254"/>
                  <a:gd name="connsiteY81-55584" fmla="*/ 3515 h 4213"/>
                  <a:gd name="connsiteX82-55585" fmla="*/ 1885 w 2254"/>
                  <a:gd name="connsiteY82-55586" fmla="*/ 3644 h 4213"/>
                  <a:gd name="connsiteX83-55587" fmla="*/ 1859 w 2254"/>
                  <a:gd name="connsiteY83-55588" fmla="*/ 3666 h 4213"/>
                  <a:gd name="connsiteX84-55589" fmla="*/ 1679 w 2254"/>
                  <a:gd name="connsiteY84-55590" fmla="*/ 3812 h 4213"/>
                  <a:gd name="connsiteX85-55591" fmla="*/ 1538 w 2254"/>
                  <a:gd name="connsiteY85-55592" fmla="*/ 3926 h 4213"/>
                  <a:gd name="connsiteX86-55593" fmla="*/ 1503 w 2254"/>
                  <a:gd name="connsiteY86-55594" fmla="*/ 3965 h 4213"/>
                  <a:gd name="connsiteX87-55595" fmla="*/ 1451 w 2254"/>
                  <a:gd name="connsiteY87-55596" fmla="*/ 3973 h 4213"/>
                  <a:gd name="connsiteX88-55597" fmla="*/ 1394 w 2254"/>
                  <a:gd name="connsiteY88-55598" fmla="*/ 3916 h 4213"/>
                  <a:gd name="connsiteX89-55599" fmla="*/ 1270 w 2254"/>
                  <a:gd name="connsiteY89-55600" fmla="*/ 3808 h 4213"/>
                  <a:gd name="connsiteX90-55601" fmla="*/ 1294 w 2254"/>
                  <a:gd name="connsiteY90-55602" fmla="*/ 4064 h 4213"/>
                  <a:gd name="connsiteX91-55603" fmla="*/ 1303 w 2254"/>
                  <a:gd name="connsiteY91-55604" fmla="*/ 4192 h 4213"/>
                  <a:gd name="connsiteX92-55605" fmla="*/ 1041 w 2254"/>
                  <a:gd name="connsiteY92-55606" fmla="*/ 4166 h 4213"/>
                  <a:gd name="connsiteX93-55607" fmla="*/ 959 w 2254"/>
                  <a:gd name="connsiteY93-55608" fmla="*/ 3987 h 4213"/>
                  <a:gd name="connsiteX94-55609" fmla="*/ 877 w 2254"/>
                  <a:gd name="connsiteY94-55610" fmla="*/ 3802 h 4213"/>
                  <a:gd name="connsiteX95-55611" fmla="*/ 798 w 2254"/>
                  <a:gd name="connsiteY95-55612" fmla="*/ 3734 h 4213"/>
                  <a:gd name="connsiteX96-55613" fmla="*/ 679 w 2254"/>
                  <a:gd name="connsiteY96-55614" fmla="*/ 3800 h 4213"/>
                  <a:gd name="connsiteX97-55615" fmla="*/ 695 w 2254"/>
                  <a:gd name="connsiteY97-55616" fmla="*/ 3662 h 4213"/>
                  <a:gd name="connsiteX98-55617" fmla="*/ 633 w 2254"/>
                  <a:gd name="connsiteY98-55618" fmla="*/ 3500 h 4213"/>
                  <a:gd name="connsiteX99-55619" fmla="*/ 742 w 2254"/>
                  <a:gd name="connsiteY99-55620" fmla="*/ 3280 h 4213"/>
                  <a:gd name="connsiteX100-55621" fmla="*/ 932 w 2254"/>
                  <a:gd name="connsiteY100-55622" fmla="*/ 3195 h 4213"/>
                  <a:gd name="connsiteX101-55623" fmla="*/ 1107 w 2254"/>
                  <a:gd name="connsiteY101-55624" fmla="*/ 3058 h 4213"/>
                  <a:gd name="connsiteX102-55625" fmla="*/ 1092 w 2254"/>
                  <a:gd name="connsiteY102-55626" fmla="*/ 2932 h 4213"/>
                  <a:gd name="connsiteX0-55627" fmla="*/ 1215 w 2254"/>
                  <a:gd name="connsiteY0-55628" fmla="*/ 2615 h 4213"/>
                  <a:gd name="connsiteX1-55629" fmla="*/ 1184 w 2254"/>
                  <a:gd name="connsiteY1-55630" fmla="*/ 2346 h 4213"/>
                  <a:gd name="connsiteX2-55631" fmla="*/ 1068 w 2254"/>
                  <a:gd name="connsiteY2-55632" fmla="*/ 2333 h 4213"/>
                  <a:gd name="connsiteX3-55633" fmla="*/ 1066 w 2254"/>
                  <a:gd name="connsiteY3-55634" fmla="*/ 2117 h 4213"/>
                  <a:gd name="connsiteX4-55635" fmla="*/ 990 w 2254"/>
                  <a:gd name="connsiteY4-55636" fmla="*/ 2039 h 4213"/>
                  <a:gd name="connsiteX5-55637" fmla="*/ 847 w 2254"/>
                  <a:gd name="connsiteY5-55638" fmla="*/ 1951 h 4213"/>
                  <a:gd name="connsiteX6-55639" fmla="*/ 755 w 2254"/>
                  <a:gd name="connsiteY6-55640" fmla="*/ 1827 h 4213"/>
                  <a:gd name="connsiteX7-55641" fmla="*/ 659 w 2254"/>
                  <a:gd name="connsiteY7-55642" fmla="*/ 1828 h 4213"/>
                  <a:gd name="connsiteX8-55643" fmla="*/ 614 w 2254"/>
                  <a:gd name="connsiteY8-55644" fmla="*/ 1883 h 4213"/>
                  <a:gd name="connsiteX9-55645" fmla="*/ 521 w 2254"/>
                  <a:gd name="connsiteY9-55646" fmla="*/ 1877 h 4213"/>
                  <a:gd name="connsiteX10-55647" fmla="*/ 501 w 2254"/>
                  <a:gd name="connsiteY10-55648" fmla="*/ 1994 h 4213"/>
                  <a:gd name="connsiteX11-55649" fmla="*/ 320 w 2254"/>
                  <a:gd name="connsiteY11-55650" fmla="*/ 1941 h 4213"/>
                  <a:gd name="connsiteX12-55651" fmla="*/ 237 w 2254"/>
                  <a:gd name="connsiteY12-55652" fmla="*/ 1939 h 4213"/>
                  <a:gd name="connsiteX13-55653" fmla="*/ 112 w 2254"/>
                  <a:gd name="connsiteY13-55654" fmla="*/ 2014 h 4213"/>
                  <a:gd name="connsiteX14-55655" fmla="*/ 0 w 2254"/>
                  <a:gd name="connsiteY14-55656" fmla="*/ 1890 h 4213"/>
                  <a:gd name="connsiteX15-55657" fmla="*/ 94 w 2254"/>
                  <a:gd name="connsiteY15-55658" fmla="*/ 1804 h 4213"/>
                  <a:gd name="connsiteX16-55659" fmla="*/ 98 w 2254"/>
                  <a:gd name="connsiteY16-55660" fmla="*/ 1634 h 4213"/>
                  <a:gd name="connsiteX17-55661" fmla="*/ 153 w 2254"/>
                  <a:gd name="connsiteY17-55662" fmla="*/ 1514 h 4213"/>
                  <a:gd name="connsiteX18-55663" fmla="*/ 196 w 2254"/>
                  <a:gd name="connsiteY18-55664" fmla="*/ 1306 h 4213"/>
                  <a:gd name="connsiteX19-55665" fmla="*/ 256 w 2254"/>
                  <a:gd name="connsiteY19-55666" fmla="*/ 1307 h 4213"/>
                  <a:gd name="connsiteX20-55667" fmla="*/ 579 w 2254"/>
                  <a:gd name="connsiteY20-55668" fmla="*/ 1286 h 4213"/>
                  <a:gd name="connsiteX21-55669" fmla="*/ 753 w 2254"/>
                  <a:gd name="connsiteY21-55670" fmla="*/ 1117 h 4213"/>
                  <a:gd name="connsiteX22-55671" fmla="*/ 822 w 2254"/>
                  <a:gd name="connsiteY22-55672" fmla="*/ 748 h 4213"/>
                  <a:gd name="connsiteX23-55673" fmla="*/ 932 w 2254"/>
                  <a:gd name="connsiteY23-55674" fmla="*/ 486 h 4213"/>
                  <a:gd name="connsiteX24-55675" fmla="*/ 930 w 2254"/>
                  <a:gd name="connsiteY24-55676" fmla="*/ 358 h 4213"/>
                  <a:gd name="connsiteX25-55677" fmla="*/ 917 w 2254"/>
                  <a:gd name="connsiteY25-55678" fmla="*/ 328 h 4213"/>
                  <a:gd name="connsiteX26-55679" fmla="*/ 850 w 2254"/>
                  <a:gd name="connsiteY26-55680" fmla="*/ 251 h 4213"/>
                  <a:gd name="connsiteX27-55681" fmla="*/ 790 w 2254"/>
                  <a:gd name="connsiteY27-55682" fmla="*/ 217 h 4213"/>
                  <a:gd name="connsiteX28-55683" fmla="*/ 915 w 2254"/>
                  <a:gd name="connsiteY28-55684" fmla="*/ 56 h 4213"/>
                  <a:gd name="connsiteX29-55685" fmla="*/ 1088 w 2254"/>
                  <a:gd name="connsiteY29-55686" fmla="*/ 2 h 4213"/>
                  <a:gd name="connsiteX30-55687" fmla="*/ 1120 w 2254"/>
                  <a:gd name="connsiteY30-55688" fmla="*/ 49 h 4213"/>
                  <a:gd name="connsiteX31-55689" fmla="*/ 1110 w 2254"/>
                  <a:gd name="connsiteY31-55690" fmla="*/ 133 h 4213"/>
                  <a:gd name="connsiteX32-55691" fmla="*/ 1049 w 2254"/>
                  <a:gd name="connsiteY32-55692" fmla="*/ 243 h 4213"/>
                  <a:gd name="connsiteX33-55693" fmla="*/ 1119 w 2254"/>
                  <a:gd name="connsiteY33-55694" fmla="*/ 301 h 4213"/>
                  <a:gd name="connsiteX34-55695" fmla="*/ 1233 w 2254"/>
                  <a:gd name="connsiteY34-55696" fmla="*/ 366 h 4213"/>
                  <a:gd name="connsiteX35-55697" fmla="*/ 1253 w 2254"/>
                  <a:gd name="connsiteY35-55698" fmla="*/ 255 h 4213"/>
                  <a:gd name="connsiteX36-55699" fmla="*/ 1387 w 2254"/>
                  <a:gd name="connsiteY36-55700" fmla="*/ 291 h 4213"/>
                  <a:gd name="connsiteX37-55701" fmla="*/ 1412 w 2254"/>
                  <a:gd name="connsiteY37-55702" fmla="*/ 331 h 4213"/>
                  <a:gd name="connsiteX38-55703" fmla="*/ 1488 w 2254"/>
                  <a:gd name="connsiteY38-55704" fmla="*/ 562 h 4213"/>
                  <a:gd name="connsiteX39-55705" fmla="*/ 1523 w 2254"/>
                  <a:gd name="connsiteY39-55706" fmla="*/ 586 h 4213"/>
                  <a:gd name="connsiteX40-55707" fmla="*/ 1615 w 2254"/>
                  <a:gd name="connsiteY40-55708" fmla="*/ 578 h 4213"/>
                  <a:gd name="connsiteX41-55709" fmla="*/ 1875 w 2254"/>
                  <a:gd name="connsiteY41-55710" fmla="*/ 490 h 4213"/>
                  <a:gd name="connsiteX42-55711" fmla="*/ 2095 w 2254"/>
                  <a:gd name="connsiteY42-55712" fmla="*/ 479 h 4213"/>
                  <a:gd name="connsiteX43-55713" fmla="*/ 2155 w 2254"/>
                  <a:gd name="connsiteY43-55714" fmla="*/ 648 h 4213"/>
                  <a:gd name="connsiteX44-55715" fmla="*/ 2073 w 2254"/>
                  <a:gd name="connsiteY44-55716" fmla="*/ 944 h 4213"/>
                  <a:gd name="connsiteX45-55717" fmla="*/ 2073 w 2254"/>
                  <a:gd name="connsiteY45-55718" fmla="*/ 1022 h 4213"/>
                  <a:gd name="connsiteX46-55719" fmla="*/ 2142 w 2254"/>
                  <a:gd name="connsiteY46-55720" fmla="*/ 1168 h 4213"/>
                  <a:gd name="connsiteX47-55721" fmla="*/ 2157 w 2254"/>
                  <a:gd name="connsiteY47-55722" fmla="*/ 1427 h 4213"/>
                  <a:gd name="connsiteX48-55723" fmla="*/ 2159 w 2254"/>
                  <a:gd name="connsiteY48-55724" fmla="*/ 1617 h 4213"/>
                  <a:gd name="connsiteX49-55725" fmla="*/ 2092 w 2254"/>
                  <a:gd name="connsiteY49-55726" fmla="*/ 1625 h 4213"/>
                  <a:gd name="connsiteX50-55727" fmla="*/ 2070 w 2254"/>
                  <a:gd name="connsiteY50-55728" fmla="*/ 1507 h 4213"/>
                  <a:gd name="connsiteX51-55729" fmla="*/ 2035 w 2254"/>
                  <a:gd name="connsiteY51-55730" fmla="*/ 1450 h 4213"/>
                  <a:gd name="connsiteX52-55731" fmla="*/ 1945 w 2254"/>
                  <a:gd name="connsiteY52-55732" fmla="*/ 1582 h 4213"/>
                  <a:gd name="connsiteX53-55733" fmla="*/ 1832 w 2254"/>
                  <a:gd name="connsiteY53-55734" fmla="*/ 1776 h 4213"/>
                  <a:gd name="connsiteX54-55735" fmla="*/ 1713 w 2254"/>
                  <a:gd name="connsiteY54-55736" fmla="*/ 1904 h 4213"/>
                  <a:gd name="connsiteX55-55737" fmla="*/ 1706 w 2254"/>
                  <a:gd name="connsiteY55-55738" fmla="*/ 2018 h 4213"/>
                  <a:gd name="connsiteX56-55739" fmla="*/ 1766 w 2254"/>
                  <a:gd name="connsiteY56-55740" fmla="*/ 2115 h 4213"/>
                  <a:gd name="connsiteX57-55741" fmla="*/ 1868 w 2254"/>
                  <a:gd name="connsiteY57-55742" fmla="*/ 2183 h 4213"/>
                  <a:gd name="connsiteX58-55743" fmla="*/ 1945 w 2254"/>
                  <a:gd name="connsiteY58-55744" fmla="*/ 2178 h 4213"/>
                  <a:gd name="connsiteX59-55745" fmla="*/ 1990 w 2254"/>
                  <a:gd name="connsiteY59-55746" fmla="*/ 2104 h 4213"/>
                  <a:gd name="connsiteX60-55747" fmla="*/ 2024 w 2254"/>
                  <a:gd name="connsiteY60-55748" fmla="*/ 2210 h 4213"/>
                  <a:gd name="connsiteX61-55749" fmla="*/ 1912 w 2254"/>
                  <a:gd name="connsiteY61-55750" fmla="*/ 2249 h 4213"/>
                  <a:gd name="connsiteX62-55751" fmla="*/ 1959 w 2254"/>
                  <a:gd name="connsiteY62-55752" fmla="*/ 2362 h 4213"/>
                  <a:gd name="connsiteX63-55753" fmla="*/ 1824 w 2254"/>
                  <a:gd name="connsiteY63-55754" fmla="*/ 2509 h 4213"/>
                  <a:gd name="connsiteX64-55755" fmla="*/ 1783 w 2254"/>
                  <a:gd name="connsiteY64-55756" fmla="*/ 2498 h 4213"/>
                  <a:gd name="connsiteX65-55757" fmla="*/ 1659 w 2254"/>
                  <a:gd name="connsiteY65-55758" fmla="*/ 2413 h 4213"/>
                  <a:gd name="connsiteX66-55759" fmla="*/ 1604 w 2254"/>
                  <a:gd name="connsiteY66-55760" fmla="*/ 2412 h 4213"/>
                  <a:gd name="connsiteX67-55761" fmla="*/ 1569 w 2254"/>
                  <a:gd name="connsiteY67-55762" fmla="*/ 2480 h 4213"/>
                  <a:gd name="connsiteX68-55763" fmla="*/ 1572 w 2254"/>
                  <a:gd name="connsiteY68-55764" fmla="*/ 2562 h 4213"/>
                  <a:gd name="connsiteX69-55765" fmla="*/ 1750 w 2254"/>
                  <a:gd name="connsiteY69-55766" fmla="*/ 2730 h 4213"/>
                  <a:gd name="connsiteX70-55767" fmla="*/ 1749 w 2254"/>
                  <a:gd name="connsiteY70-55768" fmla="*/ 2844 h 4213"/>
                  <a:gd name="connsiteX71-55769" fmla="*/ 1840 w 2254"/>
                  <a:gd name="connsiteY71-55770" fmla="*/ 3060 h 4213"/>
                  <a:gd name="connsiteX72-55771" fmla="*/ 1866 w 2254"/>
                  <a:gd name="connsiteY72-55772" fmla="*/ 3090 h 4213"/>
                  <a:gd name="connsiteX73-55773" fmla="*/ 1910 w 2254"/>
                  <a:gd name="connsiteY73-55774" fmla="*/ 3094 h 4213"/>
                  <a:gd name="connsiteX74-55775" fmla="*/ 1956 w 2254"/>
                  <a:gd name="connsiteY74-55776" fmla="*/ 3010 h 4213"/>
                  <a:gd name="connsiteX75-55777" fmla="*/ 2036 w 2254"/>
                  <a:gd name="connsiteY75-55778" fmla="*/ 2950 h 4213"/>
                  <a:gd name="connsiteX76-55779" fmla="*/ 2131 w 2254"/>
                  <a:gd name="connsiteY76-55780" fmla="*/ 3126 h 4213"/>
                  <a:gd name="connsiteX77-55781" fmla="*/ 2241 w 2254"/>
                  <a:gd name="connsiteY77-55782" fmla="*/ 3312 h 4213"/>
                  <a:gd name="connsiteX78-55783" fmla="*/ 2254 w 2254"/>
                  <a:gd name="connsiteY78-55784" fmla="*/ 3342 h 4213"/>
                  <a:gd name="connsiteX79-55785" fmla="*/ 2243 w 2254"/>
                  <a:gd name="connsiteY79-55786" fmla="*/ 3518 h 4213"/>
                  <a:gd name="connsiteX80-55787" fmla="*/ 2208 w 2254"/>
                  <a:gd name="connsiteY80-55788" fmla="*/ 3554 h 4213"/>
                  <a:gd name="connsiteX81-55789" fmla="*/ 2119 w 2254"/>
                  <a:gd name="connsiteY81-55790" fmla="*/ 3515 h 4213"/>
                  <a:gd name="connsiteX82-55791" fmla="*/ 1885 w 2254"/>
                  <a:gd name="connsiteY82-55792" fmla="*/ 3644 h 4213"/>
                  <a:gd name="connsiteX83-55793" fmla="*/ 1859 w 2254"/>
                  <a:gd name="connsiteY83-55794" fmla="*/ 3666 h 4213"/>
                  <a:gd name="connsiteX84-55795" fmla="*/ 1679 w 2254"/>
                  <a:gd name="connsiteY84-55796" fmla="*/ 3812 h 4213"/>
                  <a:gd name="connsiteX85-55797" fmla="*/ 1538 w 2254"/>
                  <a:gd name="connsiteY85-55798" fmla="*/ 3926 h 4213"/>
                  <a:gd name="connsiteX86-55799" fmla="*/ 1503 w 2254"/>
                  <a:gd name="connsiteY86-55800" fmla="*/ 3965 h 4213"/>
                  <a:gd name="connsiteX87-55801" fmla="*/ 1451 w 2254"/>
                  <a:gd name="connsiteY87-55802" fmla="*/ 3973 h 4213"/>
                  <a:gd name="connsiteX88-55803" fmla="*/ 1394 w 2254"/>
                  <a:gd name="connsiteY88-55804" fmla="*/ 3916 h 4213"/>
                  <a:gd name="connsiteX89-55805" fmla="*/ 1270 w 2254"/>
                  <a:gd name="connsiteY89-55806" fmla="*/ 3808 h 4213"/>
                  <a:gd name="connsiteX90-55807" fmla="*/ 1294 w 2254"/>
                  <a:gd name="connsiteY90-55808" fmla="*/ 4064 h 4213"/>
                  <a:gd name="connsiteX91-55809" fmla="*/ 1303 w 2254"/>
                  <a:gd name="connsiteY91-55810" fmla="*/ 4192 h 4213"/>
                  <a:gd name="connsiteX92-55811" fmla="*/ 1041 w 2254"/>
                  <a:gd name="connsiteY92-55812" fmla="*/ 4166 h 4213"/>
                  <a:gd name="connsiteX93-55813" fmla="*/ 959 w 2254"/>
                  <a:gd name="connsiteY93-55814" fmla="*/ 3987 h 4213"/>
                  <a:gd name="connsiteX94-55815" fmla="*/ 877 w 2254"/>
                  <a:gd name="connsiteY94-55816" fmla="*/ 3802 h 4213"/>
                  <a:gd name="connsiteX95-55817" fmla="*/ 798 w 2254"/>
                  <a:gd name="connsiteY95-55818" fmla="*/ 3734 h 4213"/>
                  <a:gd name="connsiteX96-55819" fmla="*/ 679 w 2254"/>
                  <a:gd name="connsiteY96-55820" fmla="*/ 3800 h 4213"/>
                  <a:gd name="connsiteX97-55821" fmla="*/ 695 w 2254"/>
                  <a:gd name="connsiteY97-55822" fmla="*/ 3662 h 4213"/>
                  <a:gd name="connsiteX98-55823" fmla="*/ 633 w 2254"/>
                  <a:gd name="connsiteY98-55824" fmla="*/ 3500 h 4213"/>
                  <a:gd name="connsiteX99-55825" fmla="*/ 742 w 2254"/>
                  <a:gd name="connsiteY99-55826" fmla="*/ 3280 h 4213"/>
                  <a:gd name="connsiteX100-55827" fmla="*/ 932 w 2254"/>
                  <a:gd name="connsiteY100-55828" fmla="*/ 3195 h 4213"/>
                  <a:gd name="connsiteX101-55829" fmla="*/ 1107 w 2254"/>
                  <a:gd name="connsiteY101-55830" fmla="*/ 3058 h 4213"/>
                  <a:gd name="connsiteX0-55831" fmla="*/ 1215 w 2254"/>
                  <a:gd name="connsiteY0-55832" fmla="*/ 2615 h 4213"/>
                  <a:gd name="connsiteX1-55833" fmla="*/ 1184 w 2254"/>
                  <a:gd name="connsiteY1-55834" fmla="*/ 2346 h 4213"/>
                  <a:gd name="connsiteX2-55835" fmla="*/ 1068 w 2254"/>
                  <a:gd name="connsiteY2-55836" fmla="*/ 2333 h 4213"/>
                  <a:gd name="connsiteX3-55837" fmla="*/ 1066 w 2254"/>
                  <a:gd name="connsiteY3-55838" fmla="*/ 2117 h 4213"/>
                  <a:gd name="connsiteX4-55839" fmla="*/ 990 w 2254"/>
                  <a:gd name="connsiteY4-55840" fmla="*/ 2039 h 4213"/>
                  <a:gd name="connsiteX5-55841" fmla="*/ 847 w 2254"/>
                  <a:gd name="connsiteY5-55842" fmla="*/ 1951 h 4213"/>
                  <a:gd name="connsiteX6-55843" fmla="*/ 755 w 2254"/>
                  <a:gd name="connsiteY6-55844" fmla="*/ 1827 h 4213"/>
                  <a:gd name="connsiteX7-55845" fmla="*/ 659 w 2254"/>
                  <a:gd name="connsiteY7-55846" fmla="*/ 1828 h 4213"/>
                  <a:gd name="connsiteX8-55847" fmla="*/ 614 w 2254"/>
                  <a:gd name="connsiteY8-55848" fmla="*/ 1883 h 4213"/>
                  <a:gd name="connsiteX9-55849" fmla="*/ 521 w 2254"/>
                  <a:gd name="connsiteY9-55850" fmla="*/ 1877 h 4213"/>
                  <a:gd name="connsiteX10-55851" fmla="*/ 501 w 2254"/>
                  <a:gd name="connsiteY10-55852" fmla="*/ 1994 h 4213"/>
                  <a:gd name="connsiteX11-55853" fmla="*/ 320 w 2254"/>
                  <a:gd name="connsiteY11-55854" fmla="*/ 1941 h 4213"/>
                  <a:gd name="connsiteX12-55855" fmla="*/ 237 w 2254"/>
                  <a:gd name="connsiteY12-55856" fmla="*/ 1939 h 4213"/>
                  <a:gd name="connsiteX13-55857" fmla="*/ 112 w 2254"/>
                  <a:gd name="connsiteY13-55858" fmla="*/ 2014 h 4213"/>
                  <a:gd name="connsiteX14-55859" fmla="*/ 0 w 2254"/>
                  <a:gd name="connsiteY14-55860" fmla="*/ 1890 h 4213"/>
                  <a:gd name="connsiteX15-55861" fmla="*/ 94 w 2254"/>
                  <a:gd name="connsiteY15-55862" fmla="*/ 1804 h 4213"/>
                  <a:gd name="connsiteX16-55863" fmla="*/ 98 w 2254"/>
                  <a:gd name="connsiteY16-55864" fmla="*/ 1634 h 4213"/>
                  <a:gd name="connsiteX17-55865" fmla="*/ 153 w 2254"/>
                  <a:gd name="connsiteY17-55866" fmla="*/ 1514 h 4213"/>
                  <a:gd name="connsiteX18-55867" fmla="*/ 196 w 2254"/>
                  <a:gd name="connsiteY18-55868" fmla="*/ 1306 h 4213"/>
                  <a:gd name="connsiteX19-55869" fmla="*/ 256 w 2254"/>
                  <a:gd name="connsiteY19-55870" fmla="*/ 1307 h 4213"/>
                  <a:gd name="connsiteX20-55871" fmla="*/ 579 w 2254"/>
                  <a:gd name="connsiteY20-55872" fmla="*/ 1286 h 4213"/>
                  <a:gd name="connsiteX21-55873" fmla="*/ 753 w 2254"/>
                  <a:gd name="connsiteY21-55874" fmla="*/ 1117 h 4213"/>
                  <a:gd name="connsiteX22-55875" fmla="*/ 822 w 2254"/>
                  <a:gd name="connsiteY22-55876" fmla="*/ 748 h 4213"/>
                  <a:gd name="connsiteX23-55877" fmla="*/ 932 w 2254"/>
                  <a:gd name="connsiteY23-55878" fmla="*/ 486 h 4213"/>
                  <a:gd name="connsiteX24-55879" fmla="*/ 930 w 2254"/>
                  <a:gd name="connsiteY24-55880" fmla="*/ 358 h 4213"/>
                  <a:gd name="connsiteX25-55881" fmla="*/ 917 w 2254"/>
                  <a:gd name="connsiteY25-55882" fmla="*/ 328 h 4213"/>
                  <a:gd name="connsiteX26-55883" fmla="*/ 850 w 2254"/>
                  <a:gd name="connsiteY26-55884" fmla="*/ 251 h 4213"/>
                  <a:gd name="connsiteX27-55885" fmla="*/ 790 w 2254"/>
                  <a:gd name="connsiteY27-55886" fmla="*/ 217 h 4213"/>
                  <a:gd name="connsiteX28-55887" fmla="*/ 915 w 2254"/>
                  <a:gd name="connsiteY28-55888" fmla="*/ 56 h 4213"/>
                  <a:gd name="connsiteX29-55889" fmla="*/ 1088 w 2254"/>
                  <a:gd name="connsiteY29-55890" fmla="*/ 2 h 4213"/>
                  <a:gd name="connsiteX30-55891" fmla="*/ 1120 w 2254"/>
                  <a:gd name="connsiteY30-55892" fmla="*/ 49 h 4213"/>
                  <a:gd name="connsiteX31-55893" fmla="*/ 1110 w 2254"/>
                  <a:gd name="connsiteY31-55894" fmla="*/ 133 h 4213"/>
                  <a:gd name="connsiteX32-55895" fmla="*/ 1049 w 2254"/>
                  <a:gd name="connsiteY32-55896" fmla="*/ 243 h 4213"/>
                  <a:gd name="connsiteX33-55897" fmla="*/ 1119 w 2254"/>
                  <a:gd name="connsiteY33-55898" fmla="*/ 301 h 4213"/>
                  <a:gd name="connsiteX34-55899" fmla="*/ 1233 w 2254"/>
                  <a:gd name="connsiteY34-55900" fmla="*/ 366 h 4213"/>
                  <a:gd name="connsiteX35-55901" fmla="*/ 1253 w 2254"/>
                  <a:gd name="connsiteY35-55902" fmla="*/ 255 h 4213"/>
                  <a:gd name="connsiteX36-55903" fmla="*/ 1387 w 2254"/>
                  <a:gd name="connsiteY36-55904" fmla="*/ 291 h 4213"/>
                  <a:gd name="connsiteX37-55905" fmla="*/ 1412 w 2254"/>
                  <a:gd name="connsiteY37-55906" fmla="*/ 331 h 4213"/>
                  <a:gd name="connsiteX38-55907" fmla="*/ 1488 w 2254"/>
                  <a:gd name="connsiteY38-55908" fmla="*/ 562 h 4213"/>
                  <a:gd name="connsiteX39-55909" fmla="*/ 1523 w 2254"/>
                  <a:gd name="connsiteY39-55910" fmla="*/ 586 h 4213"/>
                  <a:gd name="connsiteX40-55911" fmla="*/ 1615 w 2254"/>
                  <a:gd name="connsiteY40-55912" fmla="*/ 578 h 4213"/>
                  <a:gd name="connsiteX41-55913" fmla="*/ 1875 w 2254"/>
                  <a:gd name="connsiteY41-55914" fmla="*/ 490 h 4213"/>
                  <a:gd name="connsiteX42-55915" fmla="*/ 2095 w 2254"/>
                  <a:gd name="connsiteY42-55916" fmla="*/ 479 h 4213"/>
                  <a:gd name="connsiteX43-55917" fmla="*/ 2155 w 2254"/>
                  <a:gd name="connsiteY43-55918" fmla="*/ 648 h 4213"/>
                  <a:gd name="connsiteX44-55919" fmla="*/ 2073 w 2254"/>
                  <a:gd name="connsiteY44-55920" fmla="*/ 944 h 4213"/>
                  <a:gd name="connsiteX45-55921" fmla="*/ 2073 w 2254"/>
                  <a:gd name="connsiteY45-55922" fmla="*/ 1022 h 4213"/>
                  <a:gd name="connsiteX46-55923" fmla="*/ 2142 w 2254"/>
                  <a:gd name="connsiteY46-55924" fmla="*/ 1168 h 4213"/>
                  <a:gd name="connsiteX47-55925" fmla="*/ 2157 w 2254"/>
                  <a:gd name="connsiteY47-55926" fmla="*/ 1427 h 4213"/>
                  <a:gd name="connsiteX48-55927" fmla="*/ 2159 w 2254"/>
                  <a:gd name="connsiteY48-55928" fmla="*/ 1617 h 4213"/>
                  <a:gd name="connsiteX49-55929" fmla="*/ 2092 w 2254"/>
                  <a:gd name="connsiteY49-55930" fmla="*/ 1625 h 4213"/>
                  <a:gd name="connsiteX50-55931" fmla="*/ 2070 w 2254"/>
                  <a:gd name="connsiteY50-55932" fmla="*/ 1507 h 4213"/>
                  <a:gd name="connsiteX51-55933" fmla="*/ 2035 w 2254"/>
                  <a:gd name="connsiteY51-55934" fmla="*/ 1450 h 4213"/>
                  <a:gd name="connsiteX52-55935" fmla="*/ 1945 w 2254"/>
                  <a:gd name="connsiteY52-55936" fmla="*/ 1582 h 4213"/>
                  <a:gd name="connsiteX53-55937" fmla="*/ 1832 w 2254"/>
                  <a:gd name="connsiteY53-55938" fmla="*/ 1776 h 4213"/>
                  <a:gd name="connsiteX54-55939" fmla="*/ 1713 w 2254"/>
                  <a:gd name="connsiteY54-55940" fmla="*/ 1904 h 4213"/>
                  <a:gd name="connsiteX55-55941" fmla="*/ 1706 w 2254"/>
                  <a:gd name="connsiteY55-55942" fmla="*/ 2018 h 4213"/>
                  <a:gd name="connsiteX56-55943" fmla="*/ 1766 w 2254"/>
                  <a:gd name="connsiteY56-55944" fmla="*/ 2115 h 4213"/>
                  <a:gd name="connsiteX57-55945" fmla="*/ 1868 w 2254"/>
                  <a:gd name="connsiteY57-55946" fmla="*/ 2183 h 4213"/>
                  <a:gd name="connsiteX58-55947" fmla="*/ 1945 w 2254"/>
                  <a:gd name="connsiteY58-55948" fmla="*/ 2178 h 4213"/>
                  <a:gd name="connsiteX59-55949" fmla="*/ 1990 w 2254"/>
                  <a:gd name="connsiteY59-55950" fmla="*/ 2104 h 4213"/>
                  <a:gd name="connsiteX60-55951" fmla="*/ 2024 w 2254"/>
                  <a:gd name="connsiteY60-55952" fmla="*/ 2210 h 4213"/>
                  <a:gd name="connsiteX61-55953" fmla="*/ 1912 w 2254"/>
                  <a:gd name="connsiteY61-55954" fmla="*/ 2249 h 4213"/>
                  <a:gd name="connsiteX62-55955" fmla="*/ 1959 w 2254"/>
                  <a:gd name="connsiteY62-55956" fmla="*/ 2362 h 4213"/>
                  <a:gd name="connsiteX63-55957" fmla="*/ 1824 w 2254"/>
                  <a:gd name="connsiteY63-55958" fmla="*/ 2509 h 4213"/>
                  <a:gd name="connsiteX64-55959" fmla="*/ 1783 w 2254"/>
                  <a:gd name="connsiteY64-55960" fmla="*/ 2498 h 4213"/>
                  <a:gd name="connsiteX65-55961" fmla="*/ 1659 w 2254"/>
                  <a:gd name="connsiteY65-55962" fmla="*/ 2413 h 4213"/>
                  <a:gd name="connsiteX66-55963" fmla="*/ 1604 w 2254"/>
                  <a:gd name="connsiteY66-55964" fmla="*/ 2412 h 4213"/>
                  <a:gd name="connsiteX67-55965" fmla="*/ 1569 w 2254"/>
                  <a:gd name="connsiteY67-55966" fmla="*/ 2480 h 4213"/>
                  <a:gd name="connsiteX68-55967" fmla="*/ 1572 w 2254"/>
                  <a:gd name="connsiteY68-55968" fmla="*/ 2562 h 4213"/>
                  <a:gd name="connsiteX69-55969" fmla="*/ 1750 w 2254"/>
                  <a:gd name="connsiteY69-55970" fmla="*/ 2730 h 4213"/>
                  <a:gd name="connsiteX70-55971" fmla="*/ 1749 w 2254"/>
                  <a:gd name="connsiteY70-55972" fmla="*/ 2844 h 4213"/>
                  <a:gd name="connsiteX71-55973" fmla="*/ 1840 w 2254"/>
                  <a:gd name="connsiteY71-55974" fmla="*/ 3060 h 4213"/>
                  <a:gd name="connsiteX72-55975" fmla="*/ 1866 w 2254"/>
                  <a:gd name="connsiteY72-55976" fmla="*/ 3090 h 4213"/>
                  <a:gd name="connsiteX73-55977" fmla="*/ 1910 w 2254"/>
                  <a:gd name="connsiteY73-55978" fmla="*/ 3094 h 4213"/>
                  <a:gd name="connsiteX74-55979" fmla="*/ 1956 w 2254"/>
                  <a:gd name="connsiteY74-55980" fmla="*/ 3010 h 4213"/>
                  <a:gd name="connsiteX75-55981" fmla="*/ 2036 w 2254"/>
                  <a:gd name="connsiteY75-55982" fmla="*/ 2950 h 4213"/>
                  <a:gd name="connsiteX76-55983" fmla="*/ 2131 w 2254"/>
                  <a:gd name="connsiteY76-55984" fmla="*/ 3126 h 4213"/>
                  <a:gd name="connsiteX77-55985" fmla="*/ 2241 w 2254"/>
                  <a:gd name="connsiteY77-55986" fmla="*/ 3312 h 4213"/>
                  <a:gd name="connsiteX78-55987" fmla="*/ 2254 w 2254"/>
                  <a:gd name="connsiteY78-55988" fmla="*/ 3342 h 4213"/>
                  <a:gd name="connsiteX79-55989" fmla="*/ 2243 w 2254"/>
                  <a:gd name="connsiteY79-55990" fmla="*/ 3518 h 4213"/>
                  <a:gd name="connsiteX80-55991" fmla="*/ 2208 w 2254"/>
                  <a:gd name="connsiteY80-55992" fmla="*/ 3554 h 4213"/>
                  <a:gd name="connsiteX81-55993" fmla="*/ 2119 w 2254"/>
                  <a:gd name="connsiteY81-55994" fmla="*/ 3515 h 4213"/>
                  <a:gd name="connsiteX82-55995" fmla="*/ 1885 w 2254"/>
                  <a:gd name="connsiteY82-55996" fmla="*/ 3644 h 4213"/>
                  <a:gd name="connsiteX83-55997" fmla="*/ 1859 w 2254"/>
                  <a:gd name="connsiteY83-55998" fmla="*/ 3666 h 4213"/>
                  <a:gd name="connsiteX84-55999" fmla="*/ 1679 w 2254"/>
                  <a:gd name="connsiteY84-56000" fmla="*/ 3812 h 4213"/>
                  <a:gd name="connsiteX85-56001" fmla="*/ 1538 w 2254"/>
                  <a:gd name="connsiteY85-56002" fmla="*/ 3926 h 4213"/>
                  <a:gd name="connsiteX86-56003" fmla="*/ 1503 w 2254"/>
                  <a:gd name="connsiteY86-56004" fmla="*/ 3965 h 4213"/>
                  <a:gd name="connsiteX87-56005" fmla="*/ 1451 w 2254"/>
                  <a:gd name="connsiteY87-56006" fmla="*/ 3973 h 4213"/>
                  <a:gd name="connsiteX88-56007" fmla="*/ 1394 w 2254"/>
                  <a:gd name="connsiteY88-56008" fmla="*/ 3916 h 4213"/>
                  <a:gd name="connsiteX89-56009" fmla="*/ 1270 w 2254"/>
                  <a:gd name="connsiteY89-56010" fmla="*/ 3808 h 4213"/>
                  <a:gd name="connsiteX90-56011" fmla="*/ 1294 w 2254"/>
                  <a:gd name="connsiteY90-56012" fmla="*/ 4064 h 4213"/>
                  <a:gd name="connsiteX91-56013" fmla="*/ 1303 w 2254"/>
                  <a:gd name="connsiteY91-56014" fmla="*/ 4192 h 4213"/>
                  <a:gd name="connsiteX92-56015" fmla="*/ 1041 w 2254"/>
                  <a:gd name="connsiteY92-56016" fmla="*/ 4166 h 4213"/>
                  <a:gd name="connsiteX93-56017" fmla="*/ 959 w 2254"/>
                  <a:gd name="connsiteY93-56018" fmla="*/ 3987 h 4213"/>
                  <a:gd name="connsiteX94-56019" fmla="*/ 877 w 2254"/>
                  <a:gd name="connsiteY94-56020" fmla="*/ 3802 h 4213"/>
                  <a:gd name="connsiteX95-56021" fmla="*/ 798 w 2254"/>
                  <a:gd name="connsiteY95-56022" fmla="*/ 3734 h 4213"/>
                  <a:gd name="connsiteX96-56023" fmla="*/ 679 w 2254"/>
                  <a:gd name="connsiteY96-56024" fmla="*/ 3800 h 4213"/>
                  <a:gd name="connsiteX97-56025" fmla="*/ 695 w 2254"/>
                  <a:gd name="connsiteY97-56026" fmla="*/ 3662 h 4213"/>
                  <a:gd name="connsiteX98-56027" fmla="*/ 633 w 2254"/>
                  <a:gd name="connsiteY98-56028" fmla="*/ 3500 h 4213"/>
                  <a:gd name="connsiteX99-56029" fmla="*/ 742 w 2254"/>
                  <a:gd name="connsiteY99-56030" fmla="*/ 3280 h 4213"/>
                  <a:gd name="connsiteX100-56031" fmla="*/ 932 w 2254"/>
                  <a:gd name="connsiteY100-56032" fmla="*/ 3195 h 4213"/>
                  <a:gd name="connsiteX101-56033" fmla="*/ 1107 w 2254"/>
                  <a:gd name="connsiteY101-56034" fmla="*/ 3058 h 4213"/>
                  <a:gd name="connsiteX102-56035" fmla="*/ 1215 w 2254"/>
                  <a:gd name="connsiteY102-56036" fmla="*/ 2615 h 4213"/>
                  <a:gd name="connsiteX0-56037" fmla="*/ 1215 w 2254"/>
                  <a:gd name="connsiteY0-56038" fmla="*/ 2615 h 4213"/>
                  <a:gd name="connsiteX1-56039" fmla="*/ 1184 w 2254"/>
                  <a:gd name="connsiteY1-56040" fmla="*/ 2346 h 4213"/>
                  <a:gd name="connsiteX2-56041" fmla="*/ 1068 w 2254"/>
                  <a:gd name="connsiteY2-56042" fmla="*/ 2333 h 4213"/>
                  <a:gd name="connsiteX3-56043" fmla="*/ 1066 w 2254"/>
                  <a:gd name="connsiteY3-56044" fmla="*/ 2117 h 4213"/>
                  <a:gd name="connsiteX4-56045" fmla="*/ 990 w 2254"/>
                  <a:gd name="connsiteY4-56046" fmla="*/ 2039 h 4213"/>
                  <a:gd name="connsiteX5-56047" fmla="*/ 847 w 2254"/>
                  <a:gd name="connsiteY5-56048" fmla="*/ 1951 h 4213"/>
                  <a:gd name="connsiteX6-56049" fmla="*/ 755 w 2254"/>
                  <a:gd name="connsiteY6-56050" fmla="*/ 1827 h 4213"/>
                  <a:gd name="connsiteX7-56051" fmla="*/ 659 w 2254"/>
                  <a:gd name="connsiteY7-56052" fmla="*/ 1828 h 4213"/>
                  <a:gd name="connsiteX8-56053" fmla="*/ 614 w 2254"/>
                  <a:gd name="connsiteY8-56054" fmla="*/ 1883 h 4213"/>
                  <a:gd name="connsiteX9-56055" fmla="*/ 521 w 2254"/>
                  <a:gd name="connsiteY9-56056" fmla="*/ 1877 h 4213"/>
                  <a:gd name="connsiteX10-56057" fmla="*/ 501 w 2254"/>
                  <a:gd name="connsiteY10-56058" fmla="*/ 1994 h 4213"/>
                  <a:gd name="connsiteX11-56059" fmla="*/ 320 w 2254"/>
                  <a:gd name="connsiteY11-56060" fmla="*/ 1941 h 4213"/>
                  <a:gd name="connsiteX12-56061" fmla="*/ 237 w 2254"/>
                  <a:gd name="connsiteY12-56062" fmla="*/ 1939 h 4213"/>
                  <a:gd name="connsiteX13-56063" fmla="*/ 112 w 2254"/>
                  <a:gd name="connsiteY13-56064" fmla="*/ 2014 h 4213"/>
                  <a:gd name="connsiteX14-56065" fmla="*/ 0 w 2254"/>
                  <a:gd name="connsiteY14-56066" fmla="*/ 1890 h 4213"/>
                  <a:gd name="connsiteX15-56067" fmla="*/ 94 w 2254"/>
                  <a:gd name="connsiteY15-56068" fmla="*/ 1804 h 4213"/>
                  <a:gd name="connsiteX16-56069" fmla="*/ 98 w 2254"/>
                  <a:gd name="connsiteY16-56070" fmla="*/ 1634 h 4213"/>
                  <a:gd name="connsiteX17-56071" fmla="*/ 153 w 2254"/>
                  <a:gd name="connsiteY17-56072" fmla="*/ 1514 h 4213"/>
                  <a:gd name="connsiteX18-56073" fmla="*/ 196 w 2254"/>
                  <a:gd name="connsiteY18-56074" fmla="*/ 1306 h 4213"/>
                  <a:gd name="connsiteX19-56075" fmla="*/ 256 w 2254"/>
                  <a:gd name="connsiteY19-56076" fmla="*/ 1307 h 4213"/>
                  <a:gd name="connsiteX20-56077" fmla="*/ 579 w 2254"/>
                  <a:gd name="connsiteY20-56078" fmla="*/ 1286 h 4213"/>
                  <a:gd name="connsiteX21-56079" fmla="*/ 753 w 2254"/>
                  <a:gd name="connsiteY21-56080" fmla="*/ 1117 h 4213"/>
                  <a:gd name="connsiteX22-56081" fmla="*/ 822 w 2254"/>
                  <a:gd name="connsiteY22-56082" fmla="*/ 748 h 4213"/>
                  <a:gd name="connsiteX23-56083" fmla="*/ 932 w 2254"/>
                  <a:gd name="connsiteY23-56084" fmla="*/ 486 h 4213"/>
                  <a:gd name="connsiteX24-56085" fmla="*/ 930 w 2254"/>
                  <a:gd name="connsiteY24-56086" fmla="*/ 358 h 4213"/>
                  <a:gd name="connsiteX25-56087" fmla="*/ 917 w 2254"/>
                  <a:gd name="connsiteY25-56088" fmla="*/ 328 h 4213"/>
                  <a:gd name="connsiteX26-56089" fmla="*/ 850 w 2254"/>
                  <a:gd name="connsiteY26-56090" fmla="*/ 251 h 4213"/>
                  <a:gd name="connsiteX27-56091" fmla="*/ 790 w 2254"/>
                  <a:gd name="connsiteY27-56092" fmla="*/ 217 h 4213"/>
                  <a:gd name="connsiteX28-56093" fmla="*/ 915 w 2254"/>
                  <a:gd name="connsiteY28-56094" fmla="*/ 56 h 4213"/>
                  <a:gd name="connsiteX29-56095" fmla="*/ 1088 w 2254"/>
                  <a:gd name="connsiteY29-56096" fmla="*/ 2 h 4213"/>
                  <a:gd name="connsiteX30-56097" fmla="*/ 1120 w 2254"/>
                  <a:gd name="connsiteY30-56098" fmla="*/ 49 h 4213"/>
                  <a:gd name="connsiteX31-56099" fmla="*/ 1110 w 2254"/>
                  <a:gd name="connsiteY31-56100" fmla="*/ 133 h 4213"/>
                  <a:gd name="connsiteX32-56101" fmla="*/ 1049 w 2254"/>
                  <a:gd name="connsiteY32-56102" fmla="*/ 243 h 4213"/>
                  <a:gd name="connsiteX33-56103" fmla="*/ 1119 w 2254"/>
                  <a:gd name="connsiteY33-56104" fmla="*/ 301 h 4213"/>
                  <a:gd name="connsiteX34-56105" fmla="*/ 1233 w 2254"/>
                  <a:gd name="connsiteY34-56106" fmla="*/ 366 h 4213"/>
                  <a:gd name="connsiteX35-56107" fmla="*/ 1253 w 2254"/>
                  <a:gd name="connsiteY35-56108" fmla="*/ 255 h 4213"/>
                  <a:gd name="connsiteX36-56109" fmla="*/ 1387 w 2254"/>
                  <a:gd name="connsiteY36-56110" fmla="*/ 291 h 4213"/>
                  <a:gd name="connsiteX37-56111" fmla="*/ 1412 w 2254"/>
                  <a:gd name="connsiteY37-56112" fmla="*/ 331 h 4213"/>
                  <a:gd name="connsiteX38-56113" fmla="*/ 1488 w 2254"/>
                  <a:gd name="connsiteY38-56114" fmla="*/ 562 h 4213"/>
                  <a:gd name="connsiteX39-56115" fmla="*/ 1523 w 2254"/>
                  <a:gd name="connsiteY39-56116" fmla="*/ 586 h 4213"/>
                  <a:gd name="connsiteX40-56117" fmla="*/ 1615 w 2254"/>
                  <a:gd name="connsiteY40-56118" fmla="*/ 578 h 4213"/>
                  <a:gd name="connsiteX41-56119" fmla="*/ 1875 w 2254"/>
                  <a:gd name="connsiteY41-56120" fmla="*/ 490 h 4213"/>
                  <a:gd name="connsiteX42-56121" fmla="*/ 2095 w 2254"/>
                  <a:gd name="connsiteY42-56122" fmla="*/ 479 h 4213"/>
                  <a:gd name="connsiteX43-56123" fmla="*/ 2155 w 2254"/>
                  <a:gd name="connsiteY43-56124" fmla="*/ 648 h 4213"/>
                  <a:gd name="connsiteX44-56125" fmla="*/ 2073 w 2254"/>
                  <a:gd name="connsiteY44-56126" fmla="*/ 944 h 4213"/>
                  <a:gd name="connsiteX45-56127" fmla="*/ 2073 w 2254"/>
                  <a:gd name="connsiteY45-56128" fmla="*/ 1022 h 4213"/>
                  <a:gd name="connsiteX46-56129" fmla="*/ 2142 w 2254"/>
                  <a:gd name="connsiteY46-56130" fmla="*/ 1168 h 4213"/>
                  <a:gd name="connsiteX47-56131" fmla="*/ 2157 w 2254"/>
                  <a:gd name="connsiteY47-56132" fmla="*/ 1427 h 4213"/>
                  <a:gd name="connsiteX48-56133" fmla="*/ 2159 w 2254"/>
                  <a:gd name="connsiteY48-56134" fmla="*/ 1617 h 4213"/>
                  <a:gd name="connsiteX49-56135" fmla="*/ 2092 w 2254"/>
                  <a:gd name="connsiteY49-56136" fmla="*/ 1625 h 4213"/>
                  <a:gd name="connsiteX50-56137" fmla="*/ 2070 w 2254"/>
                  <a:gd name="connsiteY50-56138" fmla="*/ 1507 h 4213"/>
                  <a:gd name="connsiteX51-56139" fmla="*/ 2035 w 2254"/>
                  <a:gd name="connsiteY51-56140" fmla="*/ 1450 h 4213"/>
                  <a:gd name="connsiteX52-56141" fmla="*/ 1945 w 2254"/>
                  <a:gd name="connsiteY52-56142" fmla="*/ 1582 h 4213"/>
                  <a:gd name="connsiteX53-56143" fmla="*/ 1832 w 2254"/>
                  <a:gd name="connsiteY53-56144" fmla="*/ 1776 h 4213"/>
                  <a:gd name="connsiteX54-56145" fmla="*/ 1713 w 2254"/>
                  <a:gd name="connsiteY54-56146" fmla="*/ 1904 h 4213"/>
                  <a:gd name="connsiteX55-56147" fmla="*/ 1706 w 2254"/>
                  <a:gd name="connsiteY55-56148" fmla="*/ 2018 h 4213"/>
                  <a:gd name="connsiteX56-56149" fmla="*/ 1766 w 2254"/>
                  <a:gd name="connsiteY56-56150" fmla="*/ 2115 h 4213"/>
                  <a:gd name="connsiteX57-56151" fmla="*/ 1868 w 2254"/>
                  <a:gd name="connsiteY57-56152" fmla="*/ 2183 h 4213"/>
                  <a:gd name="connsiteX58-56153" fmla="*/ 1945 w 2254"/>
                  <a:gd name="connsiteY58-56154" fmla="*/ 2178 h 4213"/>
                  <a:gd name="connsiteX59-56155" fmla="*/ 1990 w 2254"/>
                  <a:gd name="connsiteY59-56156" fmla="*/ 2104 h 4213"/>
                  <a:gd name="connsiteX60-56157" fmla="*/ 2024 w 2254"/>
                  <a:gd name="connsiteY60-56158" fmla="*/ 2210 h 4213"/>
                  <a:gd name="connsiteX61-56159" fmla="*/ 1912 w 2254"/>
                  <a:gd name="connsiteY61-56160" fmla="*/ 2249 h 4213"/>
                  <a:gd name="connsiteX62-56161" fmla="*/ 1959 w 2254"/>
                  <a:gd name="connsiteY62-56162" fmla="*/ 2362 h 4213"/>
                  <a:gd name="connsiteX63-56163" fmla="*/ 1824 w 2254"/>
                  <a:gd name="connsiteY63-56164" fmla="*/ 2509 h 4213"/>
                  <a:gd name="connsiteX64-56165" fmla="*/ 1783 w 2254"/>
                  <a:gd name="connsiteY64-56166" fmla="*/ 2498 h 4213"/>
                  <a:gd name="connsiteX65-56167" fmla="*/ 1659 w 2254"/>
                  <a:gd name="connsiteY65-56168" fmla="*/ 2413 h 4213"/>
                  <a:gd name="connsiteX66-56169" fmla="*/ 1604 w 2254"/>
                  <a:gd name="connsiteY66-56170" fmla="*/ 2412 h 4213"/>
                  <a:gd name="connsiteX67-56171" fmla="*/ 1569 w 2254"/>
                  <a:gd name="connsiteY67-56172" fmla="*/ 2480 h 4213"/>
                  <a:gd name="connsiteX68-56173" fmla="*/ 1572 w 2254"/>
                  <a:gd name="connsiteY68-56174" fmla="*/ 2562 h 4213"/>
                  <a:gd name="connsiteX69-56175" fmla="*/ 1750 w 2254"/>
                  <a:gd name="connsiteY69-56176" fmla="*/ 2730 h 4213"/>
                  <a:gd name="connsiteX70-56177" fmla="*/ 1749 w 2254"/>
                  <a:gd name="connsiteY70-56178" fmla="*/ 2844 h 4213"/>
                  <a:gd name="connsiteX71-56179" fmla="*/ 1840 w 2254"/>
                  <a:gd name="connsiteY71-56180" fmla="*/ 3060 h 4213"/>
                  <a:gd name="connsiteX72-56181" fmla="*/ 1866 w 2254"/>
                  <a:gd name="connsiteY72-56182" fmla="*/ 3090 h 4213"/>
                  <a:gd name="connsiteX73-56183" fmla="*/ 1910 w 2254"/>
                  <a:gd name="connsiteY73-56184" fmla="*/ 3094 h 4213"/>
                  <a:gd name="connsiteX74-56185" fmla="*/ 1956 w 2254"/>
                  <a:gd name="connsiteY74-56186" fmla="*/ 3010 h 4213"/>
                  <a:gd name="connsiteX75-56187" fmla="*/ 2036 w 2254"/>
                  <a:gd name="connsiteY75-56188" fmla="*/ 2950 h 4213"/>
                  <a:gd name="connsiteX76-56189" fmla="*/ 2131 w 2254"/>
                  <a:gd name="connsiteY76-56190" fmla="*/ 3126 h 4213"/>
                  <a:gd name="connsiteX77-56191" fmla="*/ 2241 w 2254"/>
                  <a:gd name="connsiteY77-56192" fmla="*/ 3312 h 4213"/>
                  <a:gd name="connsiteX78-56193" fmla="*/ 2254 w 2254"/>
                  <a:gd name="connsiteY78-56194" fmla="*/ 3342 h 4213"/>
                  <a:gd name="connsiteX79-56195" fmla="*/ 2243 w 2254"/>
                  <a:gd name="connsiteY79-56196" fmla="*/ 3518 h 4213"/>
                  <a:gd name="connsiteX80-56197" fmla="*/ 2208 w 2254"/>
                  <a:gd name="connsiteY80-56198" fmla="*/ 3554 h 4213"/>
                  <a:gd name="connsiteX81-56199" fmla="*/ 2119 w 2254"/>
                  <a:gd name="connsiteY81-56200" fmla="*/ 3515 h 4213"/>
                  <a:gd name="connsiteX82-56201" fmla="*/ 1885 w 2254"/>
                  <a:gd name="connsiteY82-56202" fmla="*/ 3644 h 4213"/>
                  <a:gd name="connsiteX83-56203" fmla="*/ 1859 w 2254"/>
                  <a:gd name="connsiteY83-56204" fmla="*/ 3666 h 4213"/>
                  <a:gd name="connsiteX84-56205" fmla="*/ 1679 w 2254"/>
                  <a:gd name="connsiteY84-56206" fmla="*/ 3812 h 4213"/>
                  <a:gd name="connsiteX85-56207" fmla="*/ 1538 w 2254"/>
                  <a:gd name="connsiteY85-56208" fmla="*/ 3926 h 4213"/>
                  <a:gd name="connsiteX86-56209" fmla="*/ 1503 w 2254"/>
                  <a:gd name="connsiteY86-56210" fmla="*/ 3965 h 4213"/>
                  <a:gd name="connsiteX87-56211" fmla="*/ 1451 w 2254"/>
                  <a:gd name="connsiteY87-56212" fmla="*/ 3973 h 4213"/>
                  <a:gd name="connsiteX88-56213" fmla="*/ 1394 w 2254"/>
                  <a:gd name="connsiteY88-56214" fmla="*/ 3916 h 4213"/>
                  <a:gd name="connsiteX89-56215" fmla="*/ 1270 w 2254"/>
                  <a:gd name="connsiteY89-56216" fmla="*/ 3808 h 4213"/>
                  <a:gd name="connsiteX90-56217" fmla="*/ 1294 w 2254"/>
                  <a:gd name="connsiteY90-56218" fmla="*/ 4064 h 4213"/>
                  <a:gd name="connsiteX91-56219" fmla="*/ 1303 w 2254"/>
                  <a:gd name="connsiteY91-56220" fmla="*/ 4192 h 4213"/>
                  <a:gd name="connsiteX92-56221" fmla="*/ 1041 w 2254"/>
                  <a:gd name="connsiteY92-56222" fmla="*/ 4166 h 4213"/>
                  <a:gd name="connsiteX93-56223" fmla="*/ 959 w 2254"/>
                  <a:gd name="connsiteY93-56224" fmla="*/ 3987 h 4213"/>
                  <a:gd name="connsiteX94-56225" fmla="*/ 877 w 2254"/>
                  <a:gd name="connsiteY94-56226" fmla="*/ 3802 h 4213"/>
                  <a:gd name="connsiteX95-56227" fmla="*/ 798 w 2254"/>
                  <a:gd name="connsiteY95-56228" fmla="*/ 3734 h 4213"/>
                  <a:gd name="connsiteX96-56229" fmla="*/ 679 w 2254"/>
                  <a:gd name="connsiteY96-56230" fmla="*/ 3800 h 4213"/>
                  <a:gd name="connsiteX97-56231" fmla="*/ 695 w 2254"/>
                  <a:gd name="connsiteY97-56232" fmla="*/ 3662 h 4213"/>
                  <a:gd name="connsiteX98-56233" fmla="*/ 633 w 2254"/>
                  <a:gd name="connsiteY98-56234" fmla="*/ 3500 h 4213"/>
                  <a:gd name="connsiteX99-56235" fmla="*/ 742 w 2254"/>
                  <a:gd name="connsiteY99-56236" fmla="*/ 3280 h 4213"/>
                  <a:gd name="connsiteX100-56237" fmla="*/ 932 w 2254"/>
                  <a:gd name="connsiteY100-56238" fmla="*/ 3195 h 4213"/>
                  <a:gd name="connsiteX101-56239" fmla="*/ 1107 w 2254"/>
                  <a:gd name="connsiteY101-56240" fmla="*/ 3058 h 4213"/>
                  <a:gd name="connsiteX102-56241" fmla="*/ 1215 w 2254"/>
                  <a:gd name="connsiteY102-56242" fmla="*/ 2615 h 4213"/>
                  <a:gd name="connsiteX0-56243" fmla="*/ 1215 w 2254"/>
                  <a:gd name="connsiteY0-56244" fmla="*/ 2615 h 4213"/>
                  <a:gd name="connsiteX1-56245" fmla="*/ 1184 w 2254"/>
                  <a:gd name="connsiteY1-56246" fmla="*/ 2346 h 4213"/>
                  <a:gd name="connsiteX2-56247" fmla="*/ 1068 w 2254"/>
                  <a:gd name="connsiteY2-56248" fmla="*/ 2333 h 4213"/>
                  <a:gd name="connsiteX3-56249" fmla="*/ 1066 w 2254"/>
                  <a:gd name="connsiteY3-56250" fmla="*/ 2117 h 4213"/>
                  <a:gd name="connsiteX4-56251" fmla="*/ 990 w 2254"/>
                  <a:gd name="connsiteY4-56252" fmla="*/ 2039 h 4213"/>
                  <a:gd name="connsiteX5-56253" fmla="*/ 847 w 2254"/>
                  <a:gd name="connsiteY5-56254" fmla="*/ 1951 h 4213"/>
                  <a:gd name="connsiteX6-56255" fmla="*/ 755 w 2254"/>
                  <a:gd name="connsiteY6-56256" fmla="*/ 1827 h 4213"/>
                  <a:gd name="connsiteX7-56257" fmla="*/ 659 w 2254"/>
                  <a:gd name="connsiteY7-56258" fmla="*/ 1828 h 4213"/>
                  <a:gd name="connsiteX8-56259" fmla="*/ 614 w 2254"/>
                  <a:gd name="connsiteY8-56260" fmla="*/ 1883 h 4213"/>
                  <a:gd name="connsiteX9-56261" fmla="*/ 521 w 2254"/>
                  <a:gd name="connsiteY9-56262" fmla="*/ 1877 h 4213"/>
                  <a:gd name="connsiteX10-56263" fmla="*/ 501 w 2254"/>
                  <a:gd name="connsiteY10-56264" fmla="*/ 1994 h 4213"/>
                  <a:gd name="connsiteX11-56265" fmla="*/ 320 w 2254"/>
                  <a:gd name="connsiteY11-56266" fmla="*/ 1941 h 4213"/>
                  <a:gd name="connsiteX12-56267" fmla="*/ 237 w 2254"/>
                  <a:gd name="connsiteY12-56268" fmla="*/ 1939 h 4213"/>
                  <a:gd name="connsiteX13-56269" fmla="*/ 112 w 2254"/>
                  <a:gd name="connsiteY13-56270" fmla="*/ 2014 h 4213"/>
                  <a:gd name="connsiteX14-56271" fmla="*/ 0 w 2254"/>
                  <a:gd name="connsiteY14-56272" fmla="*/ 1890 h 4213"/>
                  <a:gd name="connsiteX15-56273" fmla="*/ 94 w 2254"/>
                  <a:gd name="connsiteY15-56274" fmla="*/ 1804 h 4213"/>
                  <a:gd name="connsiteX16-56275" fmla="*/ 98 w 2254"/>
                  <a:gd name="connsiteY16-56276" fmla="*/ 1634 h 4213"/>
                  <a:gd name="connsiteX17-56277" fmla="*/ 153 w 2254"/>
                  <a:gd name="connsiteY17-56278" fmla="*/ 1514 h 4213"/>
                  <a:gd name="connsiteX18-56279" fmla="*/ 196 w 2254"/>
                  <a:gd name="connsiteY18-56280" fmla="*/ 1306 h 4213"/>
                  <a:gd name="connsiteX19-56281" fmla="*/ 256 w 2254"/>
                  <a:gd name="connsiteY19-56282" fmla="*/ 1307 h 4213"/>
                  <a:gd name="connsiteX20-56283" fmla="*/ 579 w 2254"/>
                  <a:gd name="connsiteY20-56284" fmla="*/ 1286 h 4213"/>
                  <a:gd name="connsiteX21-56285" fmla="*/ 753 w 2254"/>
                  <a:gd name="connsiteY21-56286" fmla="*/ 1117 h 4213"/>
                  <a:gd name="connsiteX22-56287" fmla="*/ 822 w 2254"/>
                  <a:gd name="connsiteY22-56288" fmla="*/ 748 h 4213"/>
                  <a:gd name="connsiteX23-56289" fmla="*/ 932 w 2254"/>
                  <a:gd name="connsiteY23-56290" fmla="*/ 486 h 4213"/>
                  <a:gd name="connsiteX24-56291" fmla="*/ 930 w 2254"/>
                  <a:gd name="connsiteY24-56292" fmla="*/ 358 h 4213"/>
                  <a:gd name="connsiteX25-56293" fmla="*/ 917 w 2254"/>
                  <a:gd name="connsiteY25-56294" fmla="*/ 328 h 4213"/>
                  <a:gd name="connsiteX26-56295" fmla="*/ 850 w 2254"/>
                  <a:gd name="connsiteY26-56296" fmla="*/ 251 h 4213"/>
                  <a:gd name="connsiteX27-56297" fmla="*/ 790 w 2254"/>
                  <a:gd name="connsiteY27-56298" fmla="*/ 217 h 4213"/>
                  <a:gd name="connsiteX28-56299" fmla="*/ 915 w 2254"/>
                  <a:gd name="connsiteY28-56300" fmla="*/ 56 h 4213"/>
                  <a:gd name="connsiteX29-56301" fmla="*/ 1088 w 2254"/>
                  <a:gd name="connsiteY29-56302" fmla="*/ 2 h 4213"/>
                  <a:gd name="connsiteX30-56303" fmla="*/ 1120 w 2254"/>
                  <a:gd name="connsiteY30-56304" fmla="*/ 49 h 4213"/>
                  <a:gd name="connsiteX31-56305" fmla="*/ 1110 w 2254"/>
                  <a:gd name="connsiteY31-56306" fmla="*/ 133 h 4213"/>
                  <a:gd name="connsiteX32-56307" fmla="*/ 1049 w 2254"/>
                  <a:gd name="connsiteY32-56308" fmla="*/ 243 h 4213"/>
                  <a:gd name="connsiteX33-56309" fmla="*/ 1119 w 2254"/>
                  <a:gd name="connsiteY33-56310" fmla="*/ 301 h 4213"/>
                  <a:gd name="connsiteX34-56311" fmla="*/ 1233 w 2254"/>
                  <a:gd name="connsiteY34-56312" fmla="*/ 366 h 4213"/>
                  <a:gd name="connsiteX35-56313" fmla="*/ 1253 w 2254"/>
                  <a:gd name="connsiteY35-56314" fmla="*/ 255 h 4213"/>
                  <a:gd name="connsiteX36-56315" fmla="*/ 1387 w 2254"/>
                  <a:gd name="connsiteY36-56316" fmla="*/ 291 h 4213"/>
                  <a:gd name="connsiteX37-56317" fmla="*/ 1412 w 2254"/>
                  <a:gd name="connsiteY37-56318" fmla="*/ 331 h 4213"/>
                  <a:gd name="connsiteX38-56319" fmla="*/ 1488 w 2254"/>
                  <a:gd name="connsiteY38-56320" fmla="*/ 562 h 4213"/>
                  <a:gd name="connsiteX39-56321" fmla="*/ 1523 w 2254"/>
                  <a:gd name="connsiteY39-56322" fmla="*/ 586 h 4213"/>
                  <a:gd name="connsiteX40-56323" fmla="*/ 1615 w 2254"/>
                  <a:gd name="connsiteY40-56324" fmla="*/ 578 h 4213"/>
                  <a:gd name="connsiteX41-56325" fmla="*/ 1875 w 2254"/>
                  <a:gd name="connsiteY41-56326" fmla="*/ 490 h 4213"/>
                  <a:gd name="connsiteX42-56327" fmla="*/ 2095 w 2254"/>
                  <a:gd name="connsiteY42-56328" fmla="*/ 479 h 4213"/>
                  <a:gd name="connsiteX43-56329" fmla="*/ 2155 w 2254"/>
                  <a:gd name="connsiteY43-56330" fmla="*/ 648 h 4213"/>
                  <a:gd name="connsiteX44-56331" fmla="*/ 2073 w 2254"/>
                  <a:gd name="connsiteY44-56332" fmla="*/ 944 h 4213"/>
                  <a:gd name="connsiteX45-56333" fmla="*/ 2073 w 2254"/>
                  <a:gd name="connsiteY45-56334" fmla="*/ 1022 h 4213"/>
                  <a:gd name="connsiteX46-56335" fmla="*/ 2142 w 2254"/>
                  <a:gd name="connsiteY46-56336" fmla="*/ 1168 h 4213"/>
                  <a:gd name="connsiteX47-56337" fmla="*/ 2157 w 2254"/>
                  <a:gd name="connsiteY47-56338" fmla="*/ 1427 h 4213"/>
                  <a:gd name="connsiteX48-56339" fmla="*/ 2159 w 2254"/>
                  <a:gd name="connsiteY48-56340" fmla="*/ 1617 h 4213"/>
                  <a:gd name="connsiteX49-56341" fmla="*/ 2092 w 2254"/>
                  <a:gd name="connsiteY49-56342" fmla="*/ 1625 h 4213"/>
                  <a:gd name="connsiteX50-56343" fmla="*/ 2070 w 2254"/>
                  <a:gd name="connsiteY50-56344" fmla="*/ 1507 h 4213"/>
                  <a:gd name="connsiteX51-56345" fmla="*/ 2035 w 2254"/>
                  <a:gd name="connsiteY51-56346" fmla="*/ 1450 h 4213"/>
                  <a:gd name="connsiteX52-56347" fmla="*/ 1945 w 2254"/>
                  <a:gd name="connsiteY52-56348" fmla="*/ 1582 h 4213"/>
                  <a:gd name="connsiteX53-56349" fmla="*/ 1832 w 2254"/>
                  <a:gd name="connsiteY53-56350" fmla="*/ 1776 h 4213"/>
                  <a:gd name="connsiteX54-56351" fmla="*/ 1713 w 2254"/>
                  <a:gd name="connsiteY54-56352" fmla="*/ 1904 h 4213"/>
                  <a:gd name="connsiteX55-56353" fmla="*/ 1706 w 2254"/>
                  <a:gd name="connsiteY55-56354" fmla="*/ 2018 h 4213"/>
                  <a:gd name="connsiteX56-56355" fmla="*/ 1766 w 2254"/>
                  <a:gd name="connsiteY56-56356" fmla="*/ 2115 h 4213"/>
                  <a:gd name="connsiteX57-56357" fmla="*/ 1868 w 2254"/>
                  <a:gd name="connsiteY57-56358" fmla="*/ 2183 h 4213"/>
                  <a:gd name="connsiteX58-56359" fmla="*/ 1945 w 2254"/>
                  <a:gd name="connsiteY58-56360" fmla="*/ 2178 h 4213"/>
                  <a:gd name="connsiteX59-56361" fmla="*/ 1990 w 2254"/>
                  <a:gd name="connsiteY59-56362" fmla="*/ 2104 h 4213"/>
                  <a:gd name="connsiteX60-56363" fmla="*/ 2024 w 2254"/>
                  <a:gd name="connsiteY60-56364" fmla="*/ 2210 h 4213"/>
                  <a:gd name="connsiteX61-56365" fmla="*/ 1912 w 2254"/>
                  <a:gd name="connsiteY61-56366" fmla="*/ 2249 h 4213"/>
                  <a:gd name="connsiteX62-56367" fmla="*/ 1959 w 2254"/>
                  <a:gd name="connsiteY62-56368" fmla="*/ 2362 h 4213"/>
                  <a:gd name="connsiteX63-56369" fmla="*/ 1824 w 2254"/>
                  <a:gd name="connsiteY63-56370" fmla="*/ 2509 h 4213"/>
                  <a:gd name="connsiteX64-56371" fmla="*/ 1783 w 2254"/>
                  <a:gd name="connsiteY64-56372" fmla="*/ 2498 h 4213"/>
                  <a:gd name="connsiteX65-56373" fmla="*/ 1659 w 2254"/>
                  <a:gd name="connsiteY65-56374" fmla="*/ 2413 h 4213"/>
                  <a:gd name="connsiteX66-56375" fmla="*/ 1604 w 2254"/>
                  <a:gd name="connsiteY66-56376" fmla="*/ 2412 h 4213"/>
                  <a:gd name="connsiteX67-56377" fmla="*/ 1569 w 2254"/>
                  <a:gd name="connsiteY67-56378" fmla="*/ 2480 h 4213"/>
                  <a:gd name="connsiteX68-56379" fmla="*/ 1572 w 2254"/>
                  <a:gd name="connsiteY68-56380" fmla="*/ 2562 h 4213"/>
                  <a:gd name="connsiteX69-56381" fmla="*/ 1750 w 2254"/>
                  <a:gd name="connsiteY69-56382" fmla="*/ 2730 h 4213"/>
                  <a:gd name="connsiteX70-56383" fmla="*/ 1749 w 2254"/>
                  <a:gd name="connsiteY70-56384" fmla="*/ 2844 h 4213"/>
                  <a:gd name="connsiteX71-56385" fmla="*/ 1840 w 2254"/>
                  <a:gd name="connsiteY71-56386" fmla="*/ 3060 h 4213"/>
                  <a:gd name="connsiteX72-56387" fmla="*/ 1866 w 2254"/>
                  <a:gd name="connsiteY72-56388" fmla="*/ 3090 h 4213"/>
                  <a:gd name="connsiteX73-56389" fmla="*/ 1910 w 2254"/>
                  <a:gd name="connsiteY73-56390" fmla="*/ 3094 h 4213"/>
                  <a:gd name="connsiteX74-56391" fmla="*/ 1956 w 2254"/>
                  <a:gd name="connsiteY74-56392" fmla="*/ 3010 h 4213"/>
                  <a:gd name="connsiteX75-56393" fmla="*/ 2036 w 2254"/>
                  <a:gd name="connsiteY75-56394" fmla="*/ 2950 h 4213"/>
                  <a:gd name="connsiteX76-56395" fmla="*/ 2131 w 2254"/>
                  <a:gd name="connsiteY76-56396" fmla="*/ 3126 h 4213"/>
                  <a:gd name="connsiteX77-56397" fmla="*/ 2241 w 2254"/>
                  <a:gd name="connsiteY77-56398" fmla="*/ 3312 h 4213"/>
                  <a:gd name="connsiteX78-56399" fmla="*/ 2254 w 2254"/>
                  <a:gd name="connsiteY78-56400" fmla="*/ 3342 h 4213"/>
                  <a:gd name="connsiteX79-56401" fmla="*/ 2243 w 2254"/>
                  <a:gd name="connsiteY79-56402" fmla="*/ 3518 h 4213"/>
                  <a:gd name="connsiteX80-56403" fmla="*/ 2208 w 2254"/>
                  <a:gd name="connsiteY80-56404" fmla="*/ 3554 h 4213"/>
                  <a:gd name="connsiteX81-56405" fmla="*/ 2119 w 2254"/>
                  <a:gd name="connsiteY81-56406" fmla="*/ 3515 h 4213"/>
                  <a:gd name="connsiteX82-56407" fmla="*/ 1885 w 2254"/>
                  <a:gd name="connsiteY82-56408" fmla="*/ 3644 h 4213"/>
                  <a:gd name="connsiteX83-56409" fmla="*/ 1859 w 2254"/>
                  <a:gd name="connsiteY83-56410" fmla="*/ 3666 h 4213"/>
                  <a:gd name="connsiteX84-56411" fmla="*/ 1679 w 2254"/>
                  <a:gd name="connsiteY84-56412" fmla="*/ 3812 h 4213"/>
                  <a:gd name="connsiteX85-56413" fmla="*/ 1538 w 2254"/>
                  <a:gd name="connsiteY85-56414" fmla="*/ 3926 h 4213"/>
                  <a:gd name="connsiteX86-56415" fmla="*/ 1503 w 2254"/>
                  <a:gd name="connsiteY86-56416" fmla="*/ 3965 h 4213"/>
                  <a:gd name="connsiteX87-56417" fmla="*/ 1451 w 2254"/>
                  <a:gd name="connsiteY87-56418" fmla="*/ 3973 h 4213"/>
                  <a:gd name="connsiteX88-56419" fmla="*/ 1394 w 2254"/>
                  <a:gd name="connsiteY88-56420" fmla="*/ 3916 h 4213"/>
                  <a:gd name="connsiteX89-56421" fmla="*/ 1270 w 2254"/>
                  <a:gd name="connsiteY89-56422" fmla="*/ 3808 h 4213"/>
                  <a:gd name="connsiteX90-56423" fmla="*/ 1294 w 2254"/>
                  <a:gd name="connsiteY90-56424" fmla="*/ 4064 h 4213"/>
                  <a:gd name="connsiteX91-56425" fmla="*/ 1303 w 2254"/>
                  <a:gd name="connsiteY91-56426" fmla="*/ 4192 h 4213"/>
                  <a:gd name="connsiteX92-56427" fmla="*/ 1041 w 2254"/>
                  <a:gd name="connsiteY92-56428" fmla="*/ 4166 h 4213"/>
                  <a:gd name="connsiteX93-56429" fmla="*/ 959 w 2254"/>
                  <a:gd name="connsiteY93-56430" fmla="*/ 3987 h 4213"/>
                  <a:gd name="connsiteX94-56431" fmla="*/ 877 w 2254"/>
                  <a:gd name="connsiteY94-56432" fmla="*/ 3802 h 4213"/>
                  <a:gd name="connsiteX95-56433" fmla="*/ 798 w 2254"/>
                  <a:gd name="connsiteY95-56434" fmla="*/ 3734 h 4213"/>
                  <a:gd name="connsiteX96-56435" fmla="*/ 679 w 2254"/>
                  <a:gd name="connsiteY96-56436" fmla="*/ 3800 h 4213"/>
                  <a:gd name="connsiteX97-56437" fmla="*/ 695 w 2254"/>
                  <a:gd name="connsiteY97-56438" fmla="*/ 3662 h 4213"/>
                  <a:gd name="connsiteX98-56439" fmla="*/ 633 w 2254"/>
                  <a:gd name="connsiteY98-56440" fmla="*/ 3500 h 4213"/>
                  <a:gd name="connsiteX99-56441" fmla="*/ 742 w 2254"/>
                  <a:gd name="connsiteY99-56442" fmla="*/ 3280 h 4213"/>
                  <a:gd name="connsiteX100-56443" fmla="*/ 932 w 2254"/>
                  <a:gd name="connsiteY100-56444" fmla="*/ 3195 h 4213"/>
                  <a:gd name="connsiteX101-56445" fmla="*/ 1107 w 2254"/>
                  <a:gd name="connsiteY101-56446" fmla="*/ 3058 h 4213"/>
                  <a:gd name="connsiteX102-56447" fmla="*/ 1107 w 2254"/>
                  <a:gd name="connsiteY102-56448" fmla="*/ 2878 h 4213"/>
                  <a:gd name="connsiteX103-56449" fmla="*/ 1215 w 2254"/>
                  <a:gd name="connsiteY103-56450" fmla="*/ 2615 h 4213"/>
                  <a:gd name="connsiteX0-56451" fmla="*/ 1215 w 2254"/>
                  <a:gd name="connsiteY0-56452" fmla="*/ 2615 h 4213"/>
                  <a:gd name="connsiteX1-56453" fmla="*/ 1184 w 2254"/>
                  <a:gd name="connsiteY1-56454" fmla="*/ 2346 h 4213"/>
                  <a:gd name="connsiteX2-56455" fmla="*/ 1068 w 2254"/>
                  <a:gd name="connsiteY2-56456" fmla="*/ 2333 h 4213"/>
                  <a:gd name="connsiteX3-56457" fmla="*/ 1066 w 2254"/>
                  <a:gd name="connsiteY3-56458" fmla="*/ 2117 h 4213"/>
                  <a:gd name="connsiteX4-56459" fmla="*/ 990 w 2254"/>
                  <a:gd name="connsiteY4-56460" fmla="*/ 2039 h 4213"/>
                  <a:gd name="connsiteX5-56461" fmla="*/ 847 w 2254"/>
                  <a:gd name="connsiteY5-56462" fmla="*/ 1951 h 4213"/>
                  <a:gd name="connsiteX6-56463" fmla="*/ 755 w 2254"/>
                  <a:gd name="connsiteY6-56464" fmla="*/ 1827 h 4213"/>
                  <a:gd name="connsiteX7-56465" fmla="*/ 659 w 2254"/>
                  <a:gd name="connsiteY7-56466" fmla="*/ 1828 h 4213"/>
                  <a:gd name="connsiteX8-56467" fmla="*/ 614 w 2254"/>
                  <a:gd name="connsiteY8-56468" fmla="*/ 1883 h 4213"/>
                  <a:gd name="connsiteX9-56469" fmla="*/ 521 w 2254"/>
                  <a:gd name="connsiteY9-56470" fmla="*/ 1877 h 4213"/>
                  <a:gd name="connsiteX10-56471" fmla="*/ 501 w 2254"/>
                  <a:gd name="connsiteY10-56472" fmla="*/ 1994 h 4213"/>
                  <a:gd name="connsiteX11-56473" fmla="*/ 320 w 2254"/>
                  <a:gd name="connsiteY11-56474" fmla="*/ 1941 h 4213"/>
                  <a:gd name="connsiteX12-56475" fmla="*/ 237 w 2254"/>
                  <a:gd name="connsiteY12-56476" fmla="*/ 1939 h 4213"/>
                  <a:gd name="connsiteX13-56477" fmla="*/ 112 w 2254"/>
                  <a:gd name="connsiteY13-56478" fmla="*/ 2014 h 4213"/>
                  <a:gd name="connsiteX14-56479" fmla="*/ 0 w 2254"/>
                  <a:gd name="connsiteY14-56480" fmla="*/ 1890 h 4213"/>
                  <a:gd name="connsiteX15-56481" fmla="*/ 94 w 2254"/>
                  <a:gd name="connsiteY15-56482" fmla="*/ 1804 h 4213"/>
                  <a:gd name="connsiteX16-56483" fmla="*/ 98 w 2254"/>
                  <a:gd name="connsiteY16-56484" fmla="*/ 1634 h 4213"/>
                  <a:gd name="connsiteX17-56485" fmla="*/ 153 w 2254"/>
                  <a:gd name="connsiteY17-56486" fmla="*/ 1514 h 4213"/>
                  <a:gd name="connsiteX18-56487" fmla="*/ 196 w 2254"/>
                  <a:gd name="connsiteY18-56488" fmla="*/ 1306 h 4213"/>
                  <a:gd name="connsiteX19-56489" fmla="*/ 256 w 2254"/>
                  <a:gd name="connsiteY19-56490" fmla="*/ 1307 h 4213"/>
                  <a:gd name="connsiteX20-56491" fmla="*/ 579 w 2254"/>
                  <a:gd name="connsiteY20-56492" fmla="*/ 1286 h 4213"/>
                  <a:gd name="connsiteX21-56493" fmla="*/ 753 w 2254"/>
                  <a:gd name="connsiteY21-56494" fmla="*/ 1117 h 4213"/>
                  <a:gd name="connsiteX22-56495" fmla="*/ 822 w 2254"/>
                  <a:gd name="connsiteY22-56496" fmla="*/ 748 h 4213"/>
                  <a:gd name="connsiteX23-56497" fmla="*/ 932 w 2254"/>
                  <a:gd name="connsiteY23-56498" fmla="*/ 486 h 4213"/>
                  <a:gd name="connsiteX24-56499" fmla="*/ 930 w 2254"/>
                  <a:gd name="connsiteY24-56500" fmla="*/ 358 h 4213"/>
                  <a:gd name="connsiteX25-56501" fmla="*/ 917 w 2254"/>
                  <a:gd name="connsiteY25-56502" fmla="*/ 328 h 4213"/>
                  <a:gd name="connsiteX26-56503" fmla="*/ 850 w 2254"/>
                  <a:gd name="connsiteY26-56504" fmla="*/ 251 h 4213"/>
                  <a:gd name="connsiteX27-56505" fmla="*/ 790 w 2254"/>
                  <a:gd name="connsiteY27-56506" fmla="*/ 217 h 4213"/>
                  <a:gd name="connsiteX28-56507" fmla="*/ 915 w 2254"/>
                  <a:gd name="connsiteY28-56508" fmla="*/ 56 h 4213"/>
                  <a:gd name="connsiteX29-56509" fmla="*/ 1088 w 2254"/>
                  <a:gd name="connsiteY29-56510" fmla="*/ 2 h 4213"/>
                  <a:gd name="connsiteX30-56511" fmla="*/ 1120 w 2254"/>
                  <a:gd name="connsiteY30-56512" fmla="*/ 49 h 4213"/>
                  <a:gd name="connsiteX31-56513" fmla="*/ 1110 w 2254"/>
                  <a:gd name="connsiteY31-56514" fmla="*/ 133 h 4213"/>
                  <a:gd name="connsiteX32-56515" fmla="*/ 1049 w 2254"/>
                  <a:gd name="connsiteY32-56516" fmla="*/ 243 h 4213"/>
                  <a:gd name="connsiteX33-56517" fmla="*/ 1119 w 2254"/>
                  <a:gd name="connsiteY33-56518" fmla="*/ 301 h 4213"/>
                  <a:gd name="connsiteX34-56519" fmla="*/ 1233 w 2254"/>
                  <a:gd name="connsiteY34-56520" fmla="*/ 366 h 4213"/>
                  <a:gd name="connsiteX35-56521" fmla="*/ 1253 w 2254"/>
                  <a:gd name="connsiteY35-56522" fmla="*/ 255 h 4213"/>
                  <a:gd name="connsiteX36-56523" fmla="*/ 1387 w 2254"/>
                  <a:gd name="connsiteY36-56524" fmla="*/ 291 h 4213"/>
                  <a:gd name="connsiteX37-56525" fmla="*/ 1412 w 2254"/>
                  <a:gd name="connsiteY37-56526" fmla="*/ 331 h 4213"/>
                  <a:gd name="connsiteX38-56527" fmla="*/ 1488 w 2254"/>
                  <a:gd name="connsiteY38-56528" fmla="*/ 562 h 4213"/>
                  <a:gd name="connsiteX39-56529" fmla="*/ 1523 w 2254"/>
                  <a:gd name="connsiteY39-56530" fmla="*/ 586 h 4213"/>
                  <a:gd name="connsiteX40-56531" fmla="*/ 1615 w 2254"/>
                  <a:gd name="connsiteY40-56532" fmla="*/ 578 h 4213"/>
                  <a:gd name="connsiteX41-56533" fmla="*/ 1875 w 2254"/>
                  <a:gd name="connsiteY41-56534" fmla="*/ 490 h 4213"/>
                  <a:gd name="connsiteX42-56535" fmla="*/ 2095 w 2254"/>
                  <a:gd name="connsiteY42-56536" fmla="*/ 479 h 4213"/>
                  <a:gd name="connsiteX43-56537" fmla="*/ 2155 w 2254"/>
                  <a:gd name="connsiteY43-56538" fmla="*/ 648 h 4213"/>
                  <a:gd name="connsiteX44-56539" fmla="*/ 2073 w 2254"/>
                  <a:gd name="connsiteY44-56540" fmla="*/ 944 h 4213"/>
                  <a:gd name="connsiteX45-56541" fmla="*/ 2073 w 2254"/>
                  <a:gd name="connsiteY45-56542" fmla="*/ 1022 h 4213"/>
                  <a:gd name="connsiteX46-56543" fmla="*/ 2142 w 2254"/>
                  <a:gd name="connsiteY46-56544" fmla="*/ 1168 h 4213"/>
                  <a:gd name="connsiteX47-56545" fmla="*/ 2157 w 2254"/>
                  <a:gd name="connsiteY47-56546" fmla="*/ 1427 h 4213"/>
                  <a:gd name="connsiteX48-56547" fmla="*/ 2159 w 2254"/>
                  <a:gd name="connsiteY48-56548" fmla="*/ 1617 h 4213"/>
                  <a:gd name="connsiteX49-56549" fmla="*/ 2092 w 2254"/>
                  <a:gd name="connsiteY49-56550" fmla="*/ 1625 h 4213"/>
                  <a:gd name="connsiteX50-56551" fmla="*/ 2070 w 2254"/>
                  <a:gd name="connsiteY50-56552" fmla="*/ 1507 h 4213"/>
                  <a:gd name="connsiteX51-56553" fmla="*/ 2035 w 2254"/>
                  <a:gd name="connsiteY51-56554" fmla="*/ 1450 h 4213"/>
                  <a:gd name="connsiteX52-56555" fmla="*/ 1945 w 2254"/>
                  <a:gd name="connsiteY52-56556" fmla="*/ 1582 h 4213"/>
                  <a:gd name="connsiteX53-56557" fmla="*/ 1832 w 2254"/>
                  <a:gd name="connsiteY53-56558" fmla="*/ 1776 h 4213"/>
                  <a:gd name="connsiteX54-56559" fmla="*/ 1713 w 2254"/>
                  <a:gd name="connsiteY54-56560" fmla="*/ 1904 h 4213"/>
                  <a:gd name="connsiteX55-56561" fmla="*/ 1706 w 2254"/>
                  <a:gd name="connsiteY55-56562" fmla="*/ 2018 h 4213"/>
                  <a:gd name="connsiteX56-56563" fmla="*/ 1766 w 2254"/>
                  <a:gd name="connsiteY56-56564" fmla="*/ 2115 h 4213"/>
                  <a:gd name="connsiteX57-56565" fmla="*/ 1868 w 2254"/>
                  <a:gd name="connsiteY57-56566" fmla="*/ 2183 h 4213"/>
                  <a:gd name="connsiteX58-56567" fmla="*/ 1945 w 2254"/>
                  <a:gd name="connsiteY58-56568" fmla="*/ 2178 h 4213"/>
                  <a:gd name="connsiteX59-56569" fmla="*/ 1990 w 2254"/>
                  <a:gd name="connsiteY59-56570" fmla="*/ 2104 h 4213"/>
                  <a:gd name="connsiteX60-56571" fmla="*/ 2024 w 2254"/>
                  <a:gd name="connsiteY60-56572" fmla="*/ 2210 h 4213"/>
                  <a:gd name="connsiteX61-56573" fmla="*/ 1912 w 2254"/>
                  <a:gd name="connsiteY61-56574" fmla="*/ 2249 h 4213"/>
                  <a:gd name="connsiteX62-56575" fmla="*/ 1959 w 2254"/>
                  <a:gd name="connsiteY62-56576" fmla="*/ 2362 h 4213"/>
                  <a:gd name="connsiteX63-56577" fmla="*/ 1824 w 2254"/>
                  <a:gd name="connsiteY63-56578" fmla="*/ 2509 h 4213"/>
                  <a:gd name="connsiteX64-56579" fmla="*/ 1783 w 2254"/>
                  <a:gd name="connsiteY64-56580" fmla="*/ 2498 h 4213"/>
                  <a:gd name="connsiteX65-56581" fmla="*/ 1659 w 2254"/>
                  <a:gd name="connsiteY65-56582" fmla="*/ 2413 h 4213"/>
                  <a:gd name="connsiteX66-56583" fmla="*/ 1604 w 2254"/>
                  <a:gd name="connsiteY66-56584" fmla="*/ 2412 h 4213"/>
                  <a:gd name="connsiteX67-56585" fmla="*/ 1569 w 2254"/>
                  <a:gd name="connsiteY67-56586" fmla="*/ 2480 h 4213"/>
                  <a:gd name="connsiteX68-56587" fmla="*/ 1572 w 2254"/>
                  <a:gd name="connsiteY68-56588" fmla="*/ 2562 h 4213"/>
                  <a:gd name="connsiteX69-56589" fmla="*/ 1750 w 2254"/>
                  <a:gd name="connsiteY69-56590" fmla="*/ 2730 h 4213"/>
                  <a:gd name="connsiteX70-56591" fmla="*/ 1749 w 2254"/>
                  <a:gd name="connsiteY70-56592" fmla="*/ 2844 h 4213"/>
                  <a:gd name="connsiteX71-56593" fmla="*/ 1840 w 2254"/>
                  <a:gd name="connsiteY71-56594" fmla="*/ 3060 h 4213"/>
                  <a:gd name="connsiteX72-56595" fmla="*/ 1866 w 2254"/>
                  <a:gd name="connsiteY72-56596" fmla="*/ 3090 h 4213"/>
                  <a:gd name="connsiteX73-56597" fmla="*/ 1910 w 2254"/>
                  <a:gd name="connsiteY73-56598" fmla="*/ 3094 h 4213"/>
                  <a:gd name="connsiteX74-56599" fmla="*/ 1956 w 2254"/>
                  <a:gd name="connsiteY74-56600" fmla="*/ 3010 h 4213"/>
                  <a:gd name="connsiteX75-56601" fmla="*/ 2036 w 2254"/>
                  <a:gd name="connsiteY75-56602" fmla="*/ 2950 h 4213"/>
                  <a:gd name="connsiteX76-56603" fmla="*/ 2131 w 2254"/>
                  <a:gd name="connsiteY76-56604" fmla="*/ 3126 h 4213"/>
                  <a:gd name="connsiteX77-56605" fmla="*/ 2241 w 2254"/>
                  <a:gd name="connsiteY77-56606" fmla="*/ 3312 h 4213"/>
                  <a:gd name="connsiteX78-56607" fmla="*/ 2254 w 2254"/>
                  <a:gd name="connsiteY78-56608" fmla="*/ 3342 h 4213"/>
                  <a:gd name="connsiteX79-56609" fmla="*/ 2243 w 2254"/>
                  <a:gd name="connsiteY79-56610" fmla="*/ 3518 h 4213"/>
                  <a:gd name="connsiteX80-56611" fmla="*/ 2208 w 2254"/>
                  <a:gd name="connsiteY80-56612" fmla="*/ 3554 h 4213"/>
                  <a:gd name="connsiteX81-56613" fmla="*/ 2119 w 2254"/>
                  <a:gd name="connsiteY81-56614" fmla="*/ 3515 h 4213"/>
                  <a:gd name="connsiteX82-56615" fmla="*/ 1885 w 2254"/>
                  <a:gd name="connsiteY82-56616" fmla="*/ 3644 h 4213"/>
                  <a:gd name="connsiteX83-56617" fmla="*/ 1859 w 2254"/>
                  <a:gd name="connsiteY83-56618" fmla="*/ 3666 h 4213"/>
                  <a:gd name="connsiteX84-56619" fmla="*/ 1679 w 2254"/>
                  <a:gd name="connsiteY84-56620" fmla="*/ 3812 h 4213"/>
                  <a:gd name="connsiteX85-56621" fmla="*/ 1538 w 2254"/>
                  <a:gd name="connsiteY85-56622" fmla="*/ 3926 h 4213"/>
                  <a:gd name="connsiteX86-56623" fmla="*/ 1503 w 2254"/>
                  <a:gd name="connsiteY86-56624" fmla="*/ 3965 h 4213"/>
                  <a:gd name="connsiteX87-56625" fmla="*/ 1451 w 2254"/>
                  <a:gd name="connsiteY87-56626" fmla="*/ 3973 h 4213"/>
                  <a:gd name="connsiteX88-56627" fmla="*/ 1394 w 2254"/>
                  <a:gd name="connsiteY88-56628" fmla="*/ 3916 h 4213"/>
                  <a:gd name="connsiteX89-56629" fmla="*/ 1270 w 2254"/>
                  <a:gd name="connsiteY89-56630" fmla="*/ 3808 h 4213"/>
                  <a:gd name="connsiteX90-56631" fmla="*/ 1294 w 2254"/>
                  <a:gd name="connsiteY90-56632" fmla="*/ 4064 h 4213"/>
                  <a:gd name="connsiteX91-56633" fmla="*/ 1303 w 2254"/>
                  <a:gd name="connsiteY91-56634" fmla="*/ 4192 h 4213"/>
                  <a:gd name="connsiteX92-56635" fmla="*/ 1041 w 2254"/>
                  <a:gd name="connsiteY92-56636" fmla="*/ 4166 h 4213"/>
                  <a:gd name="connsiteX93-56637" fmla="*/ 959 w 2254"/>
                  <a:gd name="connsiteY93-56638" fmla="*/ 3987 h 4213"/>
                  <a:gd name="connsiteX94-56639" fmla="*/ 877 w 2254"/>
                  <a:gd name="connsiteY94-56640" fmla="*/ 3802 h 4213"/>
                  <a:gd name="connsiteX95-56641" fmla="*/ 798 w 2254"/>
                  <a:gd name="connsiteY95-56642" fmla="*/ 3734 h 4213"/>
                  <a:gd name="connsiteX96-56643" fmla="*/ 679 w 2254"/>
                  <a:gd name="connsiteY96-56644" fmla="*/ 3800 h 4213"/>
                  <a:gd name="connsiteX97-56645" fmla="*/ 695 w 2254"/>
                  <a:gd name="connsiteY97-56646" fmla="*/ 3662 h 4213"/>
                  <a:gd name="connsiteX98-56647" fmla="*/ 633 w 2254"/>
                  <a:gd name="connsiteY98-56648" fmla="*/ 3500 h 4213"/>
                  <a:gd name="connsiteX99-56649" fmla="*/ 742 w 2254"/>
                  <a:gd name="connsiteY99-56650" fmla="*/ 3280 h 4213"/>
                  <a:gd name="connsiteX100-56651" fmla="*/ 932 w 2254"/>
                  <a:gd name="connsiteY100-56652" fmla="*/ 3195 h 4213"/>
                  <a:gd name="connsiteX101-56653" fmla="*/ 1107 w 2254"/>
                  <a:gd name="connsiteY101-56654" fmla="*/ 3058 h 4213"/>
                  <a:gd name="connsiteX102-56655" fmla="*/ 1107 w 2254"/>
                  <a:gd name="connsiteY102-56656" fmla="*/ 2878 h 4213"/>
                  <a:gd name="connsiteX103-56657" fmla="*/ 1215 w 2254"/>
                  <a:gd name="connsiteY103-56658" fmla="*/ 2615 h 4213"/>
                  <a:gd name="connsiteX0-56659" fmla="*/ 1215 w 2254"/>
                  <a:gd name="connsiteY0-56660" fmla="*/ 2615 h 4213"/>
                  <a:gd name="connsiteX1-56661" fmla="*/ 1184 w 2254"/>
                  <a:gd name="connsiteY1-56662" fmla="*/ 2346 h 4213"/>
                  <a:gd name="connsiteX2-56663" fmla="*/ 1068 w 2254"/>
                  <a:gd name="connsiteY2-56664" fmla="*/ 2333 h 4213"/>
                  <a:gd name="connsiteX3-56665" fmla="*/ 1066 w 2254"/>
                  <a:gd name="connsiteY3-56666" fmla="*/ 2117 h 4213"/>
                  <a:gd name="connsiteX4-56667" fmla="*/ 990 w 2254"/>
                  <a:gd name="connsiteY4-56668" fmla="*/ 2039 h 4213"/>
                  <a:gd name="connsiteX5-56669" fmla="*/ 847 w 2254"/>
                  <a:gd name="connsiteY5-56670" fmla="*/ 1951 h 4213"/>
                  <a:gd name="connsiteX6-56671" fmla="*/ 755 w 2254"/>
                  <a:gd name="connsiteY6-56672" fmla="*/ 1827 h 4213"/>
                  <a:gd name="connsiteX7-56673" fmla="*/ 659 w 2254"/>
                  <a:gd name="connsiteY7-56674" fmla="*/ 1828 h 4213"/>
                  <a:gd name="connsiteX8-56675" fmla="*/ 614 w 2254"/>
                  <a:gd name="connsiteY8-56676" fmla="*/ 1883 h 4213"/>
                  <a:gd name="connsiteX9-56677" fmla="*/ 521 w 2254"/>
                  <a:gd name="connsiteY9-56678" fmla="*/ 1877 h 4213"/>
                  <a:gd name="connsiteX10-56679" fmla="*/ 501 w 2254"/>
                  <a:gd name="connsiteY10-56680" fmla="*/ 1994 h 4213"/>
                  <a:gd name="connsiteX11-56681" fmla="*/ 320 w 2254"/>
                  <a:gd name="connsiteY11-56682" fmla="*/ 1941 h 4213"/>
                  <a:gd name="connsiteX12-56683" fmla="*/ 237 w 2254"/>
                  <a:gd name="connsiteY12-56684" fmla="*/ 1939 h 4213"/>
                  <a:gd name="connsiteX13-56685" fmla="*/ 112 w 2254"/>
                  <a:gd name="connsiteY13-56686" fmla="*/ 2014 h 4213"/>
                  <a:gd name="connsiteX14-56687" fmla="*/ 0 w 2254"/>
                  <a:gd name="connsiteY14-56688" fmla="*/ 1890 h 4213"/>
                  <a:gd name="connsiteX15-56689" fmla="*/ 94 w 2254"/>
                  <a:gd name="connsiteY15-56690" fmla="*/ 1804 h 4213"/>
                  <a:gd name="connsiteX16-56691" fmla="*/ 98 w 2254"/>
                  <a:gd name="connsiteY16-56692" fmla="*/ 1634 h 4213"/>
                  <a:gd name="connsiteX17-56693" fmla="*/ 153 w 2254"/>
                  <a:gd name="connsiteY17-56694" fmla="*/ 1514 h 4213"/>
                  <a:gd name="connsiteX18-56695" fmla="*/ 196 w 2254"/>
                  <a:gd name="connsiteY18-56696" fmla="*/ 1306 h 4213"/>
                  <a:gd name="connsiteX19-56697" fmla="*/ 256 w 2254"/>
                  <a:gd name="connsiteY19-56698" fmla="*/ 1307 h 4213"/>
                  <a:gd name="connsiteX20-56699" fmla="*/ 579 w 2254"/>
                  <a:gd name="connsiteY20-56700" fmla="*/ 1286 h 4213"/>
                  <a:gd name="connsiteX21-56701" fmla="*/ 753 w 2254"/>
                  <a:gd name="connsiteY21-56702" fmla="*/ 1117 h 4213"/>
                  <a:gd name="connsiteX22-56703" fmla="*/ 822 w 2254"/>
                  <a:gd name="connsiteY22-56704" fmla="*/ 748 h 4213"/>
                  <a:gd name="connsiteX23-56705" fmla="*/ 932 w 2254"/>
                  <a:gd name="connsiteY23-56706" fmla="*/ 486 h 4213"/>
                  <a:gd name="connsiteX24-56707" fmla="*/ 930 w 2254"/>
                  <a:gd name="connsiteY24-56708" fmla="*/ 358 h 4213"/>
                  <a:gd name="connsiteX25-56709" fmla="*/ 917 w 2254"/>
                  <a:gd name="connsiteY25-56710" fmla="*/ 328 h 4213"/>
                  <a:gd name="connsiteX26-56711" fmla="*/ 850 w 2254"/>
                  <a:gd name="connsiteY26-56712" fmla="*/ 251 h 4213"/>
                  <a:gd name="connsiteX27-56713" fmla="*/ 790 w 2254"/>
                  <a:gd name="connsiteY27-56714" fmla="*/ 217 h 4213"/>
                  <a:gd name="connsiteX28-56715" fmla="*/ 915 w 2254"/>
                  <a:gd name="connsiteY28-56716" fmla="*/ 56 h 4213"/>
                  <a:gd name="connsiteX29-56717" fmla="*/ 1088 w 2254"/>
                  <a:gd name="connsiteY29-56718" fmla="*/ 2 h 4213"/>
                  <a:gd name="connsiteX30-56719" fmla="*/ 1120 w 2254"/>
                  <a:gd name="connsiteY30-56720" fmla="*/ 49 h 4213"/>
                  <a:gd name="connsiteX31-56721" fmla="*/ 1110 w 2254"/>
                  <a:gd name="connsiteY31-56722" fmla="*/ 133 h 4213"/>
                  <a:gd name="connsiteX32-56723" fmla="*/ 1049 w 2254"/>
                  <a:gd name="connsiteY32-56724" fmla="*/ 243 h 4213"/>
                  <a:gd name="connsiteX33-56725" fmla="*/ 1119 w 2254"/>
                  <a:gd name="connsiteY33-56726" fmla="*/ 301 h 4213"/>
                  <a:gd name="connsiteX34-56727" fmla="*/ 1233 w 2254"/>
                  <a:gd name="connsiteY34-56728" fmla="*/ 366 h 4213"/>
                  <a:gd name="connsiteX35-56729" fmla="*/ 1253 w 2254"/>
                  <a:gd name="connsiteY35-56730" fmla="*/ 255 h 4213"/>
                  <a:gd name="connsiteX36-56731" fmla="*/ 1387 w 2254"/>
                  <a:gd name="connsiteY36-56732" fmla="*/ 291 h 4213"/>
                  <a:gd name="connsiteX37-56733" fmla="*/ 1412 w 2254"/>
                  <a:gd name="connsiteY37-56734" fmla="*/ 331 h 4213"/>
                  <a:gd name="connsiteX38-56735" fmla="*/ 1488 w 2254"/>
                  <a:gd name="connsiteY38-56736" fmla="*/ 562 h 4213"/>
                  <a:gd name="connsiteX39-56737" fmla="*/ 1523 w 2254"/>
                  <a:gd name="connsiteY39-56738" fmla="*/ 586 h 4213"/>
                  <a:gd name="connsiteX40-56739" fmla="*/ 1615 w 2254"/>
                  <a:gd name="connsiteY40-56740" fmla="*/ 578 h 4213"/>
                  <a:gd name="connsiteX41-56741" fmla="*/ 1875 w 2254"/>
                  <a:gd name="connsiteY41-56742" fmla="*/ 490 h 4213"/>
                  <a:gd name="connsiteX42-56743" fmla="*/ 2095 w 2254"/>
                  <a:gd name="connsiteY42-56744" fmla="*/ 479 h 4213"/>
                  <a:gd name="connsiteX43-56745" fmla="*/ 2155 w 2254"/>
                  <a:gd name="connsiteY43-56746" fmla="*/ 648 h 4213"/>
                  <a:gd name="connsiteX44-56747" fmla="*/ 2073 w 2254"/>
                  <a:gd name="connsiteY44-56748" fmla="*/ 944 h 4213"/>
                  <a:gd name="connsiteX45-56749" fmla="*/ 2073 w 2254"/>
                  <a:gd name="connsiteY45-56750" fmla="*/ 1022 h 4213"/>
                  <a:gd name="connsiteX46-56751" fmla="*/ 2142 w 2254"/>
                  <a:gd name="connsiteY46-56752" fmla="*/ 1168 h 4213"/>
                  <a:gd name="connsiteX47-56753" fmla="*/ 2157 w 2254"/>
                  <a:gd name="connsiteY47-56754" fmla="*/ 1427 h 4213"/>
                  <a:gd name="connsiteX48-56755" fmla="*/ 2159 w 2254"/>
                  <a:gd name="connsiteY48-56756" fmla="*/ 1617 h 4213"/>
                  <a:gd name="connsiteX49-56757" fmla="*/ 2092 w 2254"/>
                  <a:gd name="connsiteY49-56758" fmla="*/ 1625 h 4213"/>
                  <a:gd name="connsiteX50-56759" fmla="*/ 2070 w 2254"/>
                  <a:gd name="connsiteY50-56760" fmla="*/ 1507 h 4213"/>
                  <a:gd name="connsiteX51-56761" fmla="*/ 2035 w 2254"/>
                  <a:gd name="connsiteY51-56762" fmla="*/ 1450 h 4213"/>
                  <a:gd name="connsiteX52-56763" fmla="*/ 1945 w 2254"/>
                  <a:gd name="connsiteY52-56764" fmla="*/ 1582 h 4213"/>
                  <a:gd name="connsiteX53-56765" fmla="*/ 1832 w 2254"/>
                  <a:gd name="connsiteY53-56766" fmla="*/ 1776 h 4213"/>
                  <a:gd name="connsiteX54-56767" fmla="*/ 1713 w 2254"/>
                  <a:gd name="connsiteY54-56768" fmla="*/ 1904 h 4213"/>
                  <a:gd name="connsiteX55-56769" fmla="*/ 1706 w 2254"/>
                  <a:gd name="connsiteY55-56770" fmla="*/ 2018 h 4213"/>
                  <a:gd name="connsiteX56-56771" fmla="*/ 1766 w 2254"/>
                  <a:gd name="connsiteY56-56772" fmla="*/ 2115 h 4213"/>
                  <a:gd name="connsiteX57-56773" fmla="*/ 1868 w 2254"/>
                  <a:gd name="connsiteY57-56774" fmla="*/ 2183 h 4213"/>
                  <a:gd name="connsiteX58-56775" fmla="*/ 1945 w 2254"/>
                  <a:gd name="connsiteY58-56776" fmla="*/ 2178 h 4213"/>
                  <a:gd name="connsiteX59-56777" fmla="*/ 1990 w 2254"/>
                  <a:gd name="connsiteY59-56778" fmla="*/ 2104 h 4213"/>
                  <a:gd name="connsiteX60-56779" fmla="*/ 2024 w 2254"/>
                  <a:gd name="connsiteY60-56780" fmla="*/ 2210 h 4213"/>
                  <a:gd name="connsiteX61-56781" fmla="*/ 1912 w 2254"/>
                  <a:gd name="connsiteY61-56782" fmla="*/ 2249 h 4213"/>
                  <a:gd name="connsiteX62-56783" fmla="*/ 1959 w 2254"/>
                  <a:gd name="connsiteY62-56784" fmla="*/ 2362 h 4213"/>
                  <a:gd name="connsiteX63-56785" fmla="*/ 1824 w 2254"/>
                  <a:gd name="connsiteY63-56786" fmla="*/ 2509 h 4213"/>
                  <a:gd name="connsiteX64-56787" fmla="*/ 1783 w 2254"/>
                  <a:gd name="connsiteY64-56788" fmla="*/ 2498 h 4213"/>
                  <a:gd name="connsiteX65-56789" fmla="*/ 1659 w 2254"/>
                  <a:gd name="connsiteY65-56790" fmla="*/ 2413 h 4213"/>
                  <a:gd name="connsiteX66-56791" fmla="*/ 1604 w 2254"/>
                  <a:gd name="connsiteY66-56792" fmla="*/ 2412 h 4213"/>
                  <a:gd name="connsiteX67-56793" fmla="*/ 1569 w 2254"/>
                  <a:gd name="connsiteY67-56794" fmla="*/ 2480 h 4213"/>
                  <a:gd name="connsiteX68-56795" fmla="*/ 1572 w 2254"/>
                  <a:gd name="connsiteY68-56796" fmla="*/ 2562 h 4213"/>
                  <a:gd name="connsiteX69-56797" fmla="*/ 1750 w 2254"/>
                  <a:gd name="connsiteY69-56798" fmla="*/ 2730 h 4213"/>
                  <a:gd name="connsiteX70-56799" fmla="*/ 1749 w 2254"/>
                  <a:gd name="connsiteY70-56800" fmla="*/ 2844 h 4213"/>
                  <a:gd name="connsiteX71-56801" fmla="*/ 1840 w 2254"/>
                  <a:gd name="connsiteY71-56802" fmla="*/ 3060 h 4213"/>
                  <a:gd name="connsiteX72-56803" fmla="*/ 1866 w 2254"/>
                  <a:gd name="connsiteY72-56804" fmla="*/ 3090 h 4213"/>
                  <a:gd name="connsiteX73-56805" fmla="*/ 1910 w 2254"/>
                  <a:gd name="connsiteY73-56806" fmla="*/ 3094 h 4213"/>
                  <a:gd name="connsiteX74-56807" fmla="*/ 1956 w 2254"/>
                  <a:gd name="connsiteY74-56808" fmla="*/ 3010 h 4213"/>
                  <a:gd name="connsiteX75-56809" fmla="*/ 2036 w 2254"/>
                  <a:gd name="connsiteY75-56810" fmla="*/ 2950 h 4213"/>
                  <a:gd name="connsiteX76-56811" fmla="*/ 2131 w 2254"/>
                  <a:gd name="connsiteY76-56812" fmla="*/ 3126 h 4213"/>
                  <a:gd name="connsiteX77-56813" fmla="*/ 2241 w 2254"/>
                  <a:gd name="connsiteY77-56814" fmla="*/ 3312 h 4213"/>
                  <a:gd name="connsiteX78-56815" fmla="*/ 2254 w 2254"/>
                  <a:gd name="connsiteY78-56816" fmla="*/ 3342 h 4213"/>
                  <a:gd name="connsiteX79-56817" fmla="*/ 2243 w 2254"/>
                  <a:gd name="connsiteY79-56818" fmla="*/ 3518 h 4213"/>
                  <a:gd name="connsiteX80-56819" fmla="*/ 2208 w 2254"/>
                  <a:gd name="connsiteY80-56820" fmla="*/ 3554 h 4213"/>
                  <a:gd name="connsiteX81-56821" fmla="*/ 2119 w 2254"/>
                  <a:gd name="connsiteY81-56822" fmla="*/ 3515 h 4213"/>
                  <a:gd name="connsiteX82-56823" fmla="*/ 1885 w 2254"/>
                  <a:gd name="connsiteY82-56824" fmla="*/ 3644 h 4213"/>
                  <a:gd name="connsiteX83-56825" fmla="*/ 1859 w 2254"/>
                  <a:gd name="connsiteY83-56826" fmla="*/ 3666 h 4213"/>
                  <a:gd name="connsiteX84-56827" fmla="*/ 1679 w 2254"/>
                  <a:gd name="connsiteY84-56828" fmla="*/ 3812 h 4213"/>
                  <a:gd name="connsiteX85-56829" fmla="*/ 1538 w 2254"/>
                  <a:gd name="connsiteY85-56830" fmla="*/ 3926 h 4213"/>
                  <a:gd name="connsiteX86-56831" fmla="*/ 1503 w 2254"/>
                  <a:gd name="connsiteY86-56832" fmla="*/ 3965 h 4213"/>
                  <a:gd name="connsiteX87-56833" fmla="*/ 1451 w 2254"/>
                  <a:gd name="connsiteY87-56834" fmla="*/ 3973 h 4213"/>
                  <a:gd name="connsiteX88-56835" fmla="*/ 1394 w 2254"/>
                  <a:gd name="connsiteY88-56836" fmla="*/ 3916 h 4213"/>
                  <a:gd name="connsiteX89-56837" fmla="*/ 1270 w 2254"/>
                  <a:gd name="connsiteY89-56838" fmla="*/ 3808 h 4213"/>
                  <a:gd name="connsiteX90-56839" fmla="*/ 1294 w 2254"/>
                  <a:gd name="connsiteY90-56840" fmla="*/ 4064 h 4213"/>
                  <a:gd name="connsiteX91-56841" fmla="*/ 1303 w 2254"/>
                  <a:gd name="connsiteY91-56842" fmla="*/ 4192 h 4213"/>
                  <a:gd name="connsiteX92-56843" fmla="*/ 1041 w 2254"/>
                  <a:gd name="connsiteY92-56844" fmla="*/ 4166 h 4213"/>
                  <a:gd name="connsiteX93-56845" fmla="*/ 959 w 2254"/>
                  <a:gd name="connsiteY93-56846" fmla="*/ 3987 h 4213"/>
                  <a:gd name="connsiteX94-56847" fmla="*/ 877 w 2254"/>
                  <a:gd name="connsiteY94-56848" fmla="*/ 3802 h 4213"/>
                  <a:gd name="connsiteX95-56849" fmla="*/ 798 w 2254"/>
                  <a:gd name="connsiteY95-56850" fmla="*/ 3734 h 4213"/>
                  <a:gd name="connsiteX96-56851" fmla="*/ 679 w 2254"/>
                  <a:gd name="connsiteY96-56852" fmla="*/ 3800 h 4213"/>
                  <a:gd name="connsiteX97-56853" fmla="*/ 695 w 2254"/>
                  <a:gd name="connsiteY97-56854" fmla="*/ 3662 h 4213"/>
                  <a:gd name="connsiteX98-56855" fmla="*/ 633 w 2254"/>
                  <a:gd name="connsiteY98-56856" fmla="*/ 3500 h 4213"/>
                  <a:gd name="connsiteX99-56857" fmla="*/ 742 w 2254"/>
                  <a:gd name="connsiteY99-56858" fmla="*/ 3280 h 4213"/>
                  <a:gd name="connsiteX100-56859" fmla="*/ 932 w 2254"/>
                  <a:gd name="connsiteY100-56860" fmla="*/ 3195 h 4213"/>
                  <a:gd name="connsiteX101-56861" fmla="*/ 1107 w 2254"/>
                  <a:gd name="connsiteY101-56862" fmla="*/ 3058 h 4213"/>
                  <a:gd name="connsiteX102-56863" fmla="*/ 1107 w 2254"/>
                  <a:gd name="connsiteY102-56864" fmla="*/ 2878 h 4213"/>
                  <a:gd name="connsiteX103-56865" fmla="*/ 1215 w 2254"/>
                  <a:gd name="connsiteY103-56866" fmla="*/ 2615 h 4213"/>
                  <a:gd name="connsiteX0-56867" fmla="*/ 1215 w 2254"/>
                  <a:gd name="connsiteY0-56868" fmla="*/ 2615 h 4213"/>
                  <a:gd name="connsiteX1-56869" fmla="*/ 1184 w 2254"/>
                  <a:gd name="connsiteY1-56870" fmla="*/ 2346 h 4213"/>
                  <a:gd name="connsiteX2-56871" fmla="*/ 1068 w 2254"/>
                  <a:gd name="connsiteY2-56872" fmla="*/ 2333 h 4213"/>
                  <a:gd name="connsiteX3-56873" fmla="*/ 1066 w 2254"/>
                  <a:gd name="connsiteY3-56874" fmla="*/ 2117 h 4213"/>
                  <a:gd name="connsiteX4-56875" fmla="*/ 990 w 2254"/>
                  <a:gd name="connsiteY4-56876" fmla="*/ 2039 h 4213"/>
                  <a:gd name="connsiteX5-56877" fmla="*/ 847 w 2254"/>
                  <a:gd name="connsiteY5-56878" fmla="*/ 1951 h 4213"/>
                  <a:gd name="connsiteX6-56879" fmla="*/ 755 w 2254"/>
                  <a:gd name="connsiteY6-56880" fmla="*/ 1827 h 4213"/>
                  <a:gd name="connsiteX7-56881" fmla="*/ 659 w 2254"/>
                  <a:gd name="connsiteY7-56882" fmla="*/ 1828 h 4213"/>
                  <a:gd name="connsiteX8-56883" fmla="*/ 614 w 2254"/>
                  <a:gd name="connsiteY8-56884" fmla="*/ 1883 h 4213"/>
                  <a:gd name="connsiteX9-56885" fmla="*/ 521 w 2254"/>
                  <a:gd name="connsiteY9-56886" fmla="*/ 1877 h 4213"/>
                  <a:gd name="connsiteX10-56887" fmla="*/ 501 w 2254"/>
                  <a:gd name="connsiteY10-56888" fmla="*/ 1994 h 4213"/>
                  <a:gd name="connsiteX11-56889" fmla="*/ 320 w 2254"/>
                  <a:gd name="connsiteY11-56890" fmla="*/ 1941 h 4213"/>
                  <a:gd name="connsiteX12-56891" fmla="*/ 237 w 2254"/>
                  <a:gd name="connsiteY12-56892" fmla="*/ 1939 h 4213"/>
                  <a:gd name="connsiteX13-56893" fmla="*/ 112 w 2254"/>
                  <a:gd name="connsiteY13-56894" fmla="*/ 2014 h 4213"/>
                  <a:gd name="connsiteX14-56895" fmla="*/ 0 w 2254"/>
                  <a:gd name="connsiteY14-56896" fmla="*/ 1890 h 4213"/>
                  <a:gd name="connsiteX15-56897" fmla="*/ 94 w 2254"/>
                  <a:gd name="connsiteY15-56898" fmla="*/ 1804 h 4213"/>
                  <a:gd name="connsiteX16-56899" fmla="*/ 98 w 2254"/>
                  <a:gd name="connsiteY16-56900" fmla="*/ 1634 h 4213"/>
                  <a:gd name="connsiteX17-56901" fmla="*/ 153 w 2254"/>
                  <a:gd name="connsiteY17-56902" fmla="*/ 1514 h 4213"/>
                  <a:gd name="connsiteX18-56903" fmla="*/ 196 w 2254"/>
                  <a:gd name="connsiteY18-56904" fmla="*/ 1306 h 4213"/>
                  <a:gd name="connsiteX19-56905" fmla="*/ 256 w 2254"/>
                  <a:gd name="connsiteY19-56906" fmla="*/ 1307 h 4213"/>
                  <a:gd name="connsiteX20-56907" fmla="*/ 579 w 2254"/>
                  <a:gd name="connsiteY20-56908" fmla="*/ 1286 h 4213"/>
                  <a:gd name="connsiteX21-56909" fmla="*/ 753 w 2254"/>
                  <a:gd name="connsiteY21-56910" fmla="*/ 1117 h 4213"/>
                  <a:gd name="connsiteX22-56911" fmla="*/ 822 w 2254"/>
                  <a:gd name="connsiteY22-56912" fmla="*/ 748 h 4213"/>
                  <a:gd name="connsiteX23-56913" fmla="*/ 932 w 2254"/>
                  <a:gd name="connsiteY23-56914" fmla="*/ 486 h 4213"/>
                  <a:gd name="connsiteX24-56915" fmla="*/ 930 w 2254"/>
                  <a:gd name="connsiteY24-56916" fmla="*/ 358 h 4213"/>
                  <a:gd name="connsiteX25-56917" fmla="*/ 917 w 2254"/>
                  <a:gd name="connsiteY25-56918" fmla="*/ 328 h 4213"/>
                  <a:gd name="connsiteX26-56919" fmla="*/ 850 w 2254"/>
                  <a:gd name="connsiteY26-56920" fmla="*/ 251 h 4213"/>
                  <a:gd name="connsiteX27-56921" fmla="*/ 790 w 2254"/>
                  <a:gd name="connsiteY27-56922" fmla="*/ 217 h 4213"/>
                  <a:gd name="connsiteX28-56923" fmla="*/ 915 w 2254"/>
                  <a:gd name="connsiteY28-56924" fmla="*/ 56 h 4213"/>
                  <a:gd name="connsiteX29-56925" fmla="*/ 1088 w 2254"/>
                  <a:gd name="connsiteY29-56926" fmla="*/ 2 h 4213"/>
                  <a:gd name="connsiteX30-56927" fmla="*/ 1120 w 2254"/>
                  <a:gd name="connsiteY30-56928" fmla="*/ 49 h 4213"/>
                  <a:gd name="connsiteX31-56929" fmla="*/ 1110 w 2254"/>
                  <a:gd name="connsiteY31-56930" fmla="*/ 133 h 4213"/>
                  <a:gd name="connsiteX32-56931" fmla="*/ 1049 w 2254"/>
                  <a:gd name="connsiteY32-56932" fmla="*/ 243 h 4213"/>
                  <a:gd name="connsiteX33-56933" fmla="*/ 1119 w 2254"/>
                  <a:gd name="connsiteY33-56934" fmla="*/ 301 h 4213"/>
                  <a:gd name="connsiteX34-56935" fmla="*/ 1233 w 2254"/>
                  <a:gd name="connsiteY34-56936" fmla="*/ 366 h 4213"/>
                  <a:gd name="connsiteX35-56937" fmla="*/ 1253 w 2254"/>
                  <a:gd name="connsiteY35-56938" fmla="*/ 255 h 4213"/>
                  <a:gd name="connsiteX36-56939" fmla="*/ 1387 w 2254"/>
                  <a:gd name="connsiteY36-56940" fmla="*/ 291 h 4213"/>
                  <a:gd name="connsiteX37-56941" fmla="*/ 1412 w 2254"/>
                  <a:gd name="connsiteY37-56942" fmla="*/ 331 h 4213"/>
                  <a:gd name="connsiteX38-56943" fmla="*/ 1488 w 2254"/>
                  <a:gd name="connsiteY38-56944" fmla="*/ 562 h 4213"/>
                  <a:gd name="connsiteX39-56945" fmla="*/ 1523 w 2254"/>
                  <a:gd name="connsiteY39-56946" fmla="*/ 586 h 4213"/>
                  <a:gd name="connsiteX40-56947" fmla="*/ 1615 w 2254"/>
                  <a:gd name="connsiteY40-56948" fmla="*/ 578 h 4213"/>
                  <a:gd name="connsiteX41-56949" fmla="*/ 1875 w 2254"/>
                  <a:gd name="connsiteY41-56950" fmla="*/ 490 h 4213"/>
                  <a:gd name="connsiteX42-56951" fmla="*/ 2095 w 2254"/>
                  <a:gd name="connsiteY42-56952" fmla="*/ 479 h 4213"/>
                  <a:gd name="connsiteX43-56953" fmla="*/ 2155 w 2254"/>
                  <a:gd name="connsiteY43-56954" fmla="*/ 648 h 4213"/>
                  <a:gd name="connsiteX44-56955" fmla="*/ 2073 w 2254"/>
                  <a:gd name="connsiteY44-56956" fmla="*/ 944 h 4213"/>
                  <a:gd name="connsiteX45-56957" fmla="*/ 2073 w 2254"/>
                  <a:gd name="connsiteY45-56958" fmla="*/ 1022 h 4213"/>
                  <a:gd name="connsiteX46-56959" fmla="*/ 2142 w 2254"/>
                  <a:gd name="connsiteY46-56960" fmla="*/ 1168 h 4213"/>
                  <a:gd name="connsiteX47-56961" fmla="*/ 2157 w 2254"/>
                  <a:gd name="connsiteY47-56962" fmla="*/ 1427 h 4213"/>
                  <a:gd name="connsiteX48-56963" fmla="*/ 2159 w 2254"/>
                  <a:gd name="connsiteY48-56964" fmla="*/ 1617 h 4213"/>
                  <a:gd name="connsiteX49-56965" fmla="*/ 2092 w 2254"/>
                  <a:gd name="connsiteY49-56966" fmla="*/ 1625 h 4213"/>
                  <a:gd name="connsiteX50-56967" fmla="*/ 2070 w 2254"/>
                  <a:gd name="connsiteY50-56968" fmla="*/ 1507 h 4213"/>
                  <a:gd name="connsiteX51-56969" fmla="*/ 2035 w 2254"/>
                  <a:gd name="connsiteY51-56970" fmla="*/ 1450 h 4213"/>
                  <a:gd name="connsiteX52-56971" fmla="*/ 1945 w 2254"/>
                  <a:gd name="connsiteY52-56972" fmla="*/ 1582 h 4213"/>
                  <a:gd name="connsiteX53-56973" fmla="*/ 1832 w 2254"/>
                  <a:gd name="connsiteY53-56974" fmla="*/ 1776 h 4213"/>
                  <a:gd name="connsiteX54-56975" fmla="*/ 1713 w 2254"/>
                  <a:gd name="connsiteY54-56976" fmla="*/ 1904 h 4213"/>
                  <a:gd name="connsiteX55-56977" fmla="*/ 1706 w 2254"/>
                  <a:gd name="connsiteY55-56978" fmla="*/ 2018 h 4213"/>
                  <a:gd name="connsiteX56-56979" fmla="*/ 1766 w 2254"/>
                  <a:gd name="connsiteY56-56980" fmla="*/ 2115 h 4213"/>
                  <a:gd name="connsiteX57-56981" fmla="*/ 1868 w 2254"/>
                  <a:gd name="connsiteY57-56982" fmla="*/ 2183 h 4213"/>
                  <a:gd name="connsiteX58-56983" fmla="*/ 1945 w 2254"/>
                  <a:gd name="connsiteY58-56984" fmla="*/ 2178 h 4213"/>
                  <a:gd name="connsiteX59-56985" fmla="*/ 1990 w 2254"/>
                  <a:gd name="connsiteY59-56986" fmla="*/ 2104 h 4213"/>
                  <a:gd name="connsiteX60-56987" fmla="*/ 2024 w 2254"/>
                  <a:gd name="connsiteY60-56988" fmla="*/ 2210 h 4213"/>
                  <a:gd name="connsiteX61-56989" fmla="*/ 1912 w 2254"/>
                  <a:gd name="connsiteY61-56990" fmla="*/ 2249 h 4213"/>
                  <a:gd name="connsiteX62-56991" fmla="*/ 1959 w 2254"/>
                  <a:gd name="connsiteY62-56992" fmla="*/ 2362 h 4213"/>
                  <a:gd name="connsiteX63-56993" fmla="*/ 1824 w 2254"/>
                  <a:gd name="connsiteY63-56994" fmla="*/ 2509 h 4213"/>
                  <a:gd name="connsiteX64-56995" fmla="*/ 1783 w 2254"/>
                  <a:gd name="connsiteY64-56996" fmla="*/ 2498 h 4213"/>
                  <a:gd name="connsiteX65-56997" fmla="*/ 1659 w 2254"/>
                  <a:gd name="connsiteY65-56998" fmla="*/ 2413 h 4213"/>
                  <a:gd name="connsiteX66-56999" fmla="*/ 1604 w 2254"/>
                  <a:gd name="connsiteY66-57000" fmla="*/ 2412 h 4213"/>
                  <a:gd name="connsiteX67-57001" fmla="*/ 1569 w 2254"/>
                  <a:gd name="connsiteY67-57002" fmla="*/ 2480 h 4213"/>
                  <a:gd name="connsiteX68-57003" fmla="*/ 1572 w 2254"/>
                  <a:gd name="connsiteY68-57004" fmla="*/ 2562 h 4213"/>
                  <a:gd name="connsiteX69-57005" fmla="*/ 1750 w 2254"/>
                  <a:gd name="connsiteY69-57006" fmla="*/ 2730 h 4213"/>
                  <a:gd name="connsiteX70-57007" fmla="*/ 1749 w 2254"/>
                  <a:gd name="connsiteY70-57008" fmla="*/ 2844 h 4213"/>
                  <a:gd name="connsiteX71-57009" fmla="*/ 1840 w 2254"/>
                  <a:gd name="connsiteY71-57010" fmla="*/ 3060 h 4213"/>
                  <a:gd name="connsiteX72-57011" fmla="*/ 1866 w 2254"/>
                  <a:gd name="connsiteY72-57012" fmla="*/ 3090 h 4213"/>
                  <a:gd name="connsiteX73-57013" fmla="*/ 1910 w 2254"/>
                  <a:gd name="connsiteY73-57014" fmla="*/ 3094 h 4213"/>
                  <a:gd name="connsiteX74-57015" fmla="*/ 1956 w 2254"/>
                  <a:gd name="connsiteY74-57016" fmla="*/ 3010 h 4213"/>
                  <a:gd name="connsiteX75-57017" fmla="*/ 2036 w 2254"/>
                  <a:gd name="connsiteY75-57018" fmla="*/ 2950 h 4213"/>
                  <a:gd name="connsiteX76-57019" fmla="*/ 2131 w 2254"/>
                  <a:gd name="connsiteY76-57020" fmla="*/ 3126 h 4213"/>
                  <a:gd name="connsiteX77-57021" fmla="*/ 2241 w 2254"/>
                  <a:gd name="connsiteY77-57022" fmla="*/ 3312 h 4213"/>
                  <a:gd name="connsiteX78-57023" fmla="*/ 2254 w 2254"/>
                  <a:gd name="connsiteY78-57024" fmla="*/ 3342 h 4213"/>
                  <a:gd name="connsiteX79-57025" fmla="*/ 2243 w 2254"/>
                  <a:gd name="connsiteY79-57026" fmla="*/ 3518 h 4213"/>
                  <a:gd name="connsiteX80-57027" fmla="*/ 2208 w 2254"/>
                  <a:gd name="connsiteY80-57028" fmla="*/ 3554 h 4213"/>
                  <a:gd name="connsiteX81-57029" fmla="*/ 2119 w 2254"/>
                  <a:gd name="connsiteY81-57030" fmla="*/ 3515 h 4213"/>
                  <a:gd name="connsiteX82-57031" fmla="*/ 1885 w 2254"/>
                  <a:gd name="connsiteY82-57032" fmla="*/ 3644 h 4213"/>
                  <a:gd name="connsiteX83-57033" fmla="*/ 1859 w 2254"/>
                  <a:gd name="connsiteY83-57034" fmla="*/ 3666 h 4213"/>
                  <a:gd name="connsiteX84-57035" fmla="*/ 1679 w 2254"/>
                  <a:gd name="connsiteY84-57036" fmla="*/ 3812 h 4213"/>
                  <a:gd name="connsiteX85-57037" fmla="*/ 1538 w 2254"/>
                  <a:gd name="connsiteY85-57038" fmla="*/ 3926 h 4213"/>
                  <a:gd name="connsiteX86-57039" fmla="*/ 1503 w 2254"/>
                  <a:gd name="connsiteY86-57040" fmla="*/ 3965 h 4213"/>
                  <a:gd name="connsiteX87-57041" fmla="*/ 1451 w 2254"/>
                  <a:gd name="connsiteY87-57042" fmla="*/ 3973 h 4213"/>
                  <a:gd name="connsiteX88-57043" fmla="*/ 1394 w 2254"/>
                  <a:gd name="connsiteY88-57044" fmla="*/ 3916 h 4213"/>
                  <a:gd name="connsiteX89-57045" fmla="*/ 1270 w 2254"/>
                  <a:gd name="connsiteY89-57046" fmla="*/ 3808 h 4213"/>
                  <a:gd name="connsiteX90-57047" fmla="*/ 1294 w 2254"/>
                  <a:gd name="connsiteY90-57048" fmla="*/ 4064 h 4213"/>
                  <a:gd name="connsiteX91-57049" fmla="*/ 1303 w 2254"/>
                  <a:gd name="connsiteY91-57050" fmla="*/ 4192 h 4213"/>
                  <a:gd name="connsiteX92-57051" fmla="*/ 1041 w 2254"/>
                  <a:gd name="connsiteY92-57052" fmla="*/ 4166 h 4213"/>
                  <a:gd name="connsiteX93-57053" fmla="*/ 959 w 2254"/>
                  <a:gd name="connsiteY93-57054" fmla="*/ 3987 h 4213"/>
                  <a:gd name="connsiteX94-57055" fmla="*/ 877 w 2254"/>
                  <a:gd name="connsiteY94-57056" fmla="*/ 3802 h 4213"/>
                  <a:gd name="connsiteX95-57057" fmla="*/ 798 w 2254"/>
                  <a:gd name="connsiteY95-57058" fmla="*/ 3734 h 4213"/>
                  <a:gd name="connsiteX96-57059" fmla="*/ 679 w 2254"/>
                  <a:gd name="connsiteY96-57060" fmla="*/ 3800 h 4213"/>
                  <a:gd name="connsiteX97-57061" fmla="*/ 695 w 2254"/>
                  <a:gd name="connsiteY97-57062" fmla="*/ 3662 h 4213"/>
                  <a:gd name="connsiteX98-57063" fmla="*/ 633 w 2254"/>
                  <a:gd name="connsiteY98-57064" fmla="*/ 3500 h 4213"/>
                  <a:gd name="connsiteX99-57065" fmla="*/ 742 w 2254"/>
                  <a:gd name="connsiteY99-57066" fmla="*/ 3280 h 4213"/>
                  <a:gd name="connsiteX100-57067" fmla="*/ 932 w 2254"/>
                  <a:gd name="connsiteY100-57068" fmla="*/ 3195 h 4213"/>
                  <a:gd name="connsiteX101-57069" fmla="*/ 1107 w 2254"/>
                  <a:gd name="connsiteY101-57070" fmla="*/ 3058 h 4213"/>
                  <a:gd name="connsiteX102-57071" fmla="*/ 1107 w 2254"/>
                  <a:gd name="connsiteY102-57072" fmla="*/ 2878 h 4213"/>
                  <a:gd name="connsiteX103-57073" fmla="*/ 1215 w 2254"/>
                  <a:gd name="connsiteY103-57074" fmla="*/ 2615 h 4213"/>
                  <a:gd name="connsiteX0-57075" fmla="*/ 1215 w 2254"/>
                  <a:gd name="connsiteY0-57076" fmla="*/ 2615 h 4213"/>
                  <a:gd name="connsiteX1-57077" fmla="*/ 1184 w 2254"/>
                  <a:gd name="connsiteY1-57078" fmla="*/ 2346 h 4213"/>
                  <a:gd name="connsiteX2-57079" fmla="*/ 1068 w 2254"/>
                  <a:gd name="connsiteY2-57080" fmla="*/ 2333 h 4213"/>
                  <a:gd name="connsiteX3-57081" fmla="*/ 1066 w 2254"/>
                  <a:gd name="connsiteY3-57082" fmla="*/ 2117 h 4213"/>
                  <a:gd name="connsiteX4-57083" fmla="*/ 990 w 2254"/>
                  <a:gd name="connsiteY4-57084" fmla="*/ 2039 h 4213"/>
                  <a:gd name="connsiteX5-57085" fmla="*/ 847 w 2254"/>
                  <a:gd name="connsiteY5-57086" fmla="*/ 1951 h 4213"/>
                  <a:gd name="connsiteX6-57087" fmla="*/ 755 w 2254"/>
                  <a:gd name="connsiteY6-57088" fmla="*/ 1827 h 4213"/>
                  <a:gd name="connsiteX7-57089" fmla="*/ 659 w 2254"/>
                  <a:gd name="connsiteY7-57090" fmla="*/ 1828 h 4213"/>
                  <a:gd name="connsiteX8-57091" fmla="*/ 614 w 2254"/>
                  <a:gd name="connsiteY8-57092" fmla="*/ 1883 h 4213"/>
                  <a:gd name="connsiteX9-57093" fmla="*/ 521 w 2254"/>
                  <a:gd name="connsiteY9-57094" fmla="*/ 1877 h 4213"/>
                  <a:gd name="connsiteX10-57095" fmla="*/ 501 w 2254"/>
                  <a:gd name="connsiteY10-57096" fmla="*/ 1994 h 4213"/>
                  <a:gd name="connsiteX11-57097" fmla="*/ 320 w 2254"/>
                  <a:gd name="connsiteY11-57098" fmla="*/ 1941 h 4213"/>
                  <a:gd name="connsiteX12-57099" fmla="*/ 237 w 2254"/>
                  <a:gd name="connsiteY12-57100" fmla="*/ 1939 h 4213"/>
                  <a:gd name="connsiteX13-57101" fmla="*/ 112 w 2254"/>
                  <a:gd name="connsiteY13-57102" fmla="*/ 2014 h 4213"/>
                  <a:gd name="connsiteX14-57103" fmla="*/ 0 w 2254"/>
                  <a:gd name="connsiteY14-57104" fmla="*/ 1890 h 4213"/>
                  <a:gd name="connsiteX15-57105" fmla="*/ 94 w 2254"/>
                  <a:gd name="connsiteY15-57106" fmla="*/ 1804 h 4213"/>
                  <a:gd name="connsiteX16-57107" fmla="*/ 98 w 2254"/>
                  <a:gd name="connsiteY16-57108" fmla="*/ 1634 h 4213"/>
                  <a:gd name="connsiteX17-57109" fmla="*/ 153 w 2254"/>
                  <a:gd name="connsiteY17-57110" fmla="*/ 1514 h 4213"/>
                  <a:gd name="connsiteX18-57111" fmla="*/ 196 w 2254"/>
                  <a:gd name="connsiteY18-57112" fmla="*/ 1306 h 4213"/>
                  <a:gd name="connsiteX19-57113" fmla="*/ 256 w 2254"/>
                  <a:gd name="connsiteY19-57114" fmla="*/ 1307 h 4213"/>
                  <a:gd name="connsiteX20-57115" fmla="*/ 579 w 2254"/>
                  <a:gd name="connsiteY20-57116" fmla="*/ 1286 h 4213"/>
                  <a:gd name="connsiteX21-57117" fmla="*/ 753 w 2254"/>
                  <a:gd name="connsiteY21-57118" fmla="*/ 1117 h 4213"/>
                  <a:gd name="connsiteX22-57119" fmla="*/ 822 w 2254"/>
                  <a:gd name="connsiteY22-57120" fmla="*/ 748 h 4213"/>
                  <a:gd name="connsiteX23-57121" fmla="*/ 932 w 2254"/>
                  <a:gd name="connsiteY23-57122" fmla="*/ 486 h 4213"/>
                  <a:gd name="connsiteX24-57123" fmla="*/ 930 w 2254"/>
                  <a:gd name="connsiteY24-57124" fmla="*/ 358 h 4213"/>
                  <a:gd name="connsiteX25-57125" fmla="*/ 917 w 2254"/>
                  <a:gd name="connsiteY25-57126" fmla="*/ 328 h 4213"/>
                  <a:gd name="connsiteX26-57127" fmla="*/ 850 w 2254"/>
                  <a:gd name="connsiteY26-57128" fmla="*/ 251 h 4213"/>
                  <a:gd name="connsiteX27-57129" fmla="*/ 790 w 2254"/>
                  <a:gd name="connsiteY27-57130" fmla="*/ 217 h 4213"/>
                  <a:gd name="connsiteX28-57131" fmla="*/ 915 w 2254"/>
                  <a:gd name="connsiteY28-57132" fmla="*/ 56 h 4213"/>
                  <a:gd name="connsiteX29-57133" fmla="*/ 1088 w 2254"/>
                  <a:gd name="connsiteY29-57134" fmla="*/ 2 h 4213"/>
                  <a:gd name="connsiteX30-57135" fmla="*/ 1120 w 2254"/>
                  <a:gd name="connsiteY30-57136" fmla="*/ 49 h 4213"/>
                  <a:gd name="connsiteX31-57137" fmla="*/ 1110 w 2254"/>
                  <a:gd name="connsiteY31-57138" fmla="*/ 133 h 4213"/>
                  <a:gd name="connsiteX32-57139" fmla="*/ 1049 w 2254"/>
                  <a:gd name="connsiteY32-57140" fmla="*/ 243 h 4213"/>
                  <a:gd name="connsiteX33-57141" fmla="*/ 1119 w 2254"/>
                  <a:gd name="connsiteY33-57142" fmla="*/ 301 h 4213"/>
                  <a:gd name="connsiteX34-57143" fmla="*/ 1233 w 2254"/>
                  <a:gd name="connsiteY34-57144" fmla="*/ 366 h 4213"/>
                  <a:gd name="connsiteX35-57145" fmla="*/ 1253 w 2254"/>
                  <a:gd name="connsiteY35-57146" fmla="*/ 255 h 4213"/>
                  <a:gd name="connsiteX36-57147" fmla="*/ 1387 w 2254"/>
                  <a:gd name="connsiteY36-57148" fmla="*/ 291 h 4213"/>
                  <a:gd name="connsiteX37-57149" fmla="*/ 1412 w 2254"/>
                  <a:gd name="connsiteY37-57150" fmla="*/ 331 h 4213"/>
                  <a:gd name="connsiteX38-57151" fmla="*/ 1488 w 2254"/>
                  <a:gd name="connsiteY38-57152" fmla="*/ 562 h 4213"/>
                  <a:gd name="connsiteX39-57153" fmla="*/ 1523 w 2254"/>
                  <a:gd name="connsiteY39-57154" fmla="*/ 586 h 4213"/>
                  <a:gd name="connsiteX40-57155" fmla="*/ 1615 w 2254"/>
                  <a:gd name="connsiteY40-57156" fmla="*/ 578 h 4213"/>
                  <a:gd name="connsiteX41-57157" fmla="*/ 1875 w 2254"/>
                  <a:gd name="connsiteY41-57158" fmla="*/ 490 h 4213"/>
                  <a:gd name="connsiteX42-57159" fmla="*/ 2095 w 2254"/>
                  <a:gd name="connsiteY42-57160" fmla="*/ 479 h 4213"/>
                  <a:gd name="connsiteX43-57161" fmla="*/ 2155 w 2254"/>
                  <a:gd name="connsiteY43-57162" fmla="*/ 648 h 4213"/>
                  <a:gd name="connsiteX44-57163" fmla="*/ 2073 w 2254"/>
                  <a:gd name="connsiteY44-57164" fmla="*/ 944 h 4213"/>
                  <a:gd name="connsiteX45-57165" fmla="*/ 2073 w 2254"/>
                  <a:gd name="connsiteY45-57166" fmla="*/ 1022 h 4213"/>
                  <a:gd name="connsiteX46-57167" fmla="*/ 2142 w 2254"/>
                  <a:gd name="connsiteY46-57168" fmla="*/ 1168 h 4213"/>
                  <a:gd name="connsiteX47-57169" fmla="*/ 2157 w 2254"/>
                  <a:gd name="connsiteY47-57170" fmla="*/ 1427 h 4213"/>
                  <a:gd name="connsiteX48-57171" fmla="*/ 2159 w 2254"/>
                  <a:gd name="connsiteY48-57172" fmla="*/ 1617 h 4213"/>
                  <a:gd name="connsiteX49-57173" fmla="*/ 2092 w 2254"/>
                  <a:gd name="connsiteY49-57174" fmla="*/ 1625 h 4213"/>
                  <a:gd name="connsiteX50-57175" fmla="*/ 2070 w 2254"/>
                  <a:gd name="connsiteY50-57176" fmla="*/ 1507 h 4213"/>
                  <a:gd name="connsiteX51-57177" fmla="*/ 2035 w 2254"/>
                  <a:gd name="connsiteY51-57178" fmla="*/ 1450 h 4213"/>
                  <a:gd name="connsiteX52-57179" fmla="*/ 1945 w 2254"/>
                  <a:gd name="connsiteY52-57180" fmla="*/ 1582 h 4213"/>
                  <a:gd name="connsiteX53-57181" fmla="*/ 1832 w 2254"/>
                  <a:gd name="connsiteY53-57182" fmla="*/ 1776 h 4213"/>
                  <a:gd name="connsiteX54-57183" fmla="*/ 1713 w 2254"/>
                  <a:gd name="connsiteY54-57184" fmla="*/ 1904 h 4213"/>
                  <a:gd name="connsiteX55-57185" fmla="*/ 1706 w 2254"/>
                  <a:gd name="connsiteY55-57186" fmla="*/ 2018 h 4213"/>
                  <a:gd name="connsiteX56-57187" fmla="*/ 1766 w 2254"/>
                  <a:gd name="connsiteY56-57188" fmla="*/ 2115 h 4213"/>
                  <a:gd name="connsiteX57-57189" fmla="*/ 1868 w 2254"/>
                  <a:gd name="connsiteY57-57190" fmla="*/ 2183 h 4213"/>
                  <a:gd name="connsiteX58-57191" fmla="*/ 1945 w 2254"/>
                  <a:gd name="connsiteY58-57192" fmla="*/ 2178 h 4213"/>
                  <a:gd name="connsiteX59-57193" fmla="*/ 1990 w 2254"/>
                  <a:gd name="connsiteY59-57194" fmla="*/ 2104 h 4213"/>
                  <a:gd name="connsiteX60-57195" fmla="*/ 2024 w 2254"/>
                  <a:gd name="connsiteY60-57196" fmla="*/ 2210 h 4213"/>
                  <a:gd name="connsiteX61-57197" fmla="*/ 1912 w 2254"/>
                  <a:gd name="connsiteY61-57198" fmla="*/ 2249 h 4213"/>
                  <a:gd name="connsiteX62-57199" fmla="*/ 1959 w 2254"/>
                  <a:gd name="connsiteY62-57200" fmla="*/ 2362 h 4213"/>
                  <a:gd name="connsiteX63-57201" fmla="*/ 1824 w 2254"/>
                  <a:gd name="connsiteY63-57202" fmla="*/ 2509 h 4213"/>
                  <a:gd name="connsiteX64-57203" fmla="*/ 1783 w 2254"/>
                  <a:gd name="connsiteY64-57204" fmla="*/ 2498 h 4213"/>
                  <a:gd name="connsiteX65-57205" fmla="*/ 1659 w 2254"/>
                  <a:gd name="connsiteY65-57206" fmla="*/ 2413 h 4213"/>
                  <a:gd name="connsiteX66-57207" fmla="*/ 1604 w 2254"/>
                  <a:gd name="connsiteY66-57208" fmla="*/ 2412 h 4213"/>
                  <a:gd name="connsiteX67-57209" fmla="*/ 1569 w 2254"/>
                  <a:gd name="connsiteY67-57210" fmla="*/ 2480 h 4213"/>
                  <a:gd name="connsiteX68-57211" fmla="*/ 1572 w 2254"/>
                  <a:gd name="connsiteY68-57212" fmla="*/ 2562 h 4213"/>
                  <a:gd name="connsiteX69-57213" fmla="*/ 1750 w 2254"/>
                  <a:gd name="connsiteY69-57214" fmla="*/ 2730 h 4213"/>
                  <a:gd name="connsiteX70-57215" fmla="*/ 1749 w 2254"/>
                  <a:gd name="connsiteY70-57216" fmla="*/ 2844 h 4213"/>
                  <a:gd name="connsiteX71-57217" fmla="*/ 1840 w 2254"/>
                  <a:gd name="connsiteY71-57218" fmla="*/ 3060 h 4213"/>
                  <a:gd name="connsiteX72-57219" fmla="*/ 1866 w 2254"/>
                  <a:gd name="connsiteY72-57220" fmla="*/ 3090 h 4213"/>
                  <a:gd name="connsiteX73-57221" fmla="*/ 1910 w 2254"/>
                  <a:gd name="connsiteY73-57222" fmla="*/ 3094 h 4213"/>
                  <a:gd name="connsiteX74-57223" fmla="*/ 1956 w 2254"/>
                  <a:gd name="connsiteY74-57224" fmla="*/ 3010 h 4213"/>
                  <a:gd name="connsiteX75-57225" fmla="*/ 2036 w 2254"/>
                  <a:gd name="connsiteY75-57226" fmla="*/ 2950 h 4213"/>
                  <a:gd name="connsiteX76-57227" fmla="*/ 2131 w 2254"/>
                  <a:gd name="connsiteY76-57228" fmla="*/ 3126 h 4213"/>
                  <a:gd name="connsiteX77-57229" fmla="*/ 2241 w 2254"/>
                  <a:gd name="connsiteY77-57230" fmla="*/ 3312 h 4213"/>
                  <a:gd name="connsiteX78-57231" fmla="*/ 2254 w 2254"/>
                  <a:gd name="connsiteY78-57232" fmla="*/ 3342 h 4213"/>
                  <a:gd name="connsiteX79-57233" fmla="*/ 2243 w 2254"/>
                  <a:gd name="connsiteY79-57234" fmla="*/ 3518 h 4213"/>
                  <a:gd name="connsiteX80-57235" fmla="*/ 2208 w 2254"/>
                  <a:gd name="connsiteY80-57236" fmla="*/ 3554 h 4213"/>
                  <a:gd name="connsiteX81-57237" fmla="*/ 2119 w 2254"/>
                  <a:gd name="connsiteY81-57238" fmla="*/ 3515 h 4213"/>
                  <a:gd name="connsiteX82-57239" fmla="*/ 1885 w 2254"/>
                  <a:gd name="connsiteY82-57240" fmla="*/ 3644 h 4213"/>
                  <a:gd name="connsiteX83-57241" fmla="*/ 1859 w 2254"/>
                  <a:gd name="connsiteY83-57242" fmla="*/ 3666 h 4213"/>
                  <a:gd name="connsiteX84-57243" fmla="*/ 1679 w 2254"/>
                  <a:gd name="connsiteY84-57244" fmla="*/ 3812 h 4213"/>
                  <a:gd name="connsiteX85-57245" fmla="*/ 1538 w 2254"/>
                  <a:gd name="connsiteY85-57246" fmla="*/ 3926 h 4213"/>
                  <a:gd name="connsiteX86-57247" fmla="*/ 1503 w 2254"/>
                  <a:gd name="connsiteY86-57248" fmla="*/ 3965 h 4213"/>
                  <a:gd name="connsiteX87-57249" fmla="*/ 1451 w 2254"/>
                  <a:gd name="connsiteY87-57250" fmla="*/ 3973 h 4213"/>
                  <a:gd name="connsiteX88-57251" fmla="*/ 1394 w 2254"/>
                  <a:gd name="connsiteY88-57252" fmla="*/ 3916 h 4213"/>
                  <a:gd name="connsiteX89-57253" fmla="*/ 1270 w 2254"/>
                  <a:gd name="connsiteY89-57254" fmla="*/ 3808 h 4213"/>
                  <a:gd name="connsiteX90-57255" fmla="*/ 1294 w 2254"/>
                  <a:gd name="connsiteY90-57256" fmla="*/ 4064 h 4213"/>
                  <a:gd name="connsiteX91-57257" fmla="*/ 1303 w 2254"/>
                  <a:gd name="connsiteY91-57258" fmla="*/ 4192 h 4213"/>
                  <a:gd name="connsiteX92-57259" fmla="*/ 1041 w 2254"/>
                  <a:gd name="connsiteY92-57260" fmla="*/ 4166 h 4213"/>
                  <a:gd name="connsiteX93-57261" fmla="*/ 959 w 2254"/>
                  <a:gd name="connsiteY93-57262" fmla="*/ 3987 h 4213"/>
                  <a:gd name="connsiteX94-57263" fmla="*/ 877 w 2254"/>
                  <a:gd name="connsiteY94-57264" fmla="*/ 3802 h 4213"/>
                  <a:gd name="connsiteX95-57265" fmla="*/ 798 w 2254"/>
                  <a:gd name="connsiteY95-57266" fmla="*/ 3734 h 4213"/>
                  <a:gd name="connsiteX96-57267" fmla="*/ 679 w 2254"/>
                  <a:gd name="connsiteY96-57268" fmla="*/ 3800 h 4213"/>
                  <a:gd name="connsiteX97-57269" fmla="*/ 695 w 2254"/>
                  <a:gd name="connsiteY97-57270" fmla="*/ 3662 h 4213"/>
                  <a:gd name="connsiteX98-57271" fmla="*/ 633 w 2254"/>
                  <a:gd name="connsiteY98-57272" fmla="*/ 3500 h 4213"/>
                  <a:gd name="connsiteX99-57273" fmla="*/ 742 w 2254"/>
                  <a:gd name="connsiteY99-57274" fmla="*/ 3280 h 4213"/>
                  <a:gd name="connsiteX100-57275" fmla="*/ 932 w 2254"/>
                  <a:gd name="connsiteY100-57276" fmla="*/ 3195 h 4213"/>
                  <a:gd name="connsiteX101-57277" fmla="*/ 1040 w 2254"/>
                  <a:gd name="connsiteY101-57278" fmla="*/ 3058 h 4213"/>
                  <a:gd name="connsiteX102-57279" fmla="*/ 1107 w 2254"/>
                  <a:gd name="connsiteY102-57280" fmla="*/ 2878 h 4213"/>
                  <a:gd name="connsiteX103-57281" fmla="*/ 1215 w 2254"/>
                  <a:gd name="connsiteY103-57282" fmla="*/ 2615 h 4213"/>
                  <a:gd name="connsiteX0-57283" fmla="*/ 1215 w 2254"/>
                  <a:gd name="connsiteY0-57284" fmla="*/ 2615 h 4213"/>
                  <a:gd name="connsiteX1-57285" fmla="*/ 1184 w 2254"/>
                  <a:gd name="connsiteY1-57286" fmla="*/ 2346 h 4213"/>
                  <a:gd name="connsiteX2-57287" fmla="*/ 1068 w 2254"/>
                  <a:gd name="connsiteY2-57288" fmla="*/ 2333 h 4213"/>
                  <a:gd name="connsiteX3-57289" fmla="*/ 1066 w 2254"/>
                  <a:gd name="connsiteY3-57290" fmla="*/ 2117 h 4213"/>
                  <a:gd name="connsiteX4-57291" fmla="*/ 990 w 2254"/>
                  <a:gd name="connsiteY4-57292" fmla="*/ 2039 h 4213"/>
                  <a:gd name="connsiteX5-57293" fmla="*/ 847 w 2254"/>
                  <a:gd name="connsiteY5-57294" fmla="*/ 1951 h 4213"/>
                  <a:gd name="connsiteX6-57295" fmla="*/ 755 w 2254"/>
                  <a:gd name="connsiteY6-57296" fmla="*/ 1827 h 4213"/>
                  <a:gd name="connsiteX7-57297" fmla="*/ 659 w 2254"/>
                  <a:gd name="connsiteY7-57298" fmla="*/ 1828 h 4213"/>
                  <a:gd name="connsiteX8-57299" fmla="*/ 614 w 2254"/>
                  <a:gd name="connsiteY8-57300" fmla="*/ 1883 h 4213"/>
                  <a:gd name="connsiteX9-57301" fmla="*/ 521 w 2254"/>
                  <a:gd name="connsiteY9-57302" fmla="*/ 1877 h 4213"/>
                  <a:gd name="connsiteX10-57303" fmla="*/ 501 w 2254"/>
                  <a:gd name="connsiteY10-57304" fmla="*/ 1994 h 4213"/>
                  <a:gd name="connsiteX11-57305" fmla="*/ 320 w 2254"/>
                  <a:gd name="connsiteY11-57306" fmla="*/ 1941 h 4213"/>
                  <a:gd name="connsiteX12-57307" fmla="*/ 237 w 2254"/>
                  <a:gd name="connsiteY12-57308" fmla="*/ 1939 h 4213"/>
                  <a:gd name="connsiteX13-57309" fmla="*/ 112 w 2254"/>
                  <a:gd name="connsiteY13-57310" fmla="*/ 2014 h 4213"/>
                  <a:gd name="connsiteX14-57311" fmla="*/ 0 w 2254"/>
                  <a:gd name="connsiteY14-57312" fmla="*/ 1890 h 4213"/>
                  <a:gd name="connsiteX15-57313" fmla="*/ 94 w 2254"/>
                  <a:gd name="connsiteY15-57314" fmla="*/ 1804 h 4213"/>
                  <a:gd name="connsiteX16-57315" fmla="*/ 98 w 2254"/>
                  <a:gd name="connsiteY16-57316" fmla="*/ 1634 h 4213"/>
                  <a:gd name="connsiteX17-57317" fmla="*/ 153 w 2254"/>
                  <a:gd name="connsiteY17-57318" fmla="*/ 1514 h 4213"/>
                  <a:gd name="connsiteX18-57319" fmla="*/ 196 w 2254"/>
                  <a:gd name="connsiteY18-57320" fmla="*/ 1306 h 4213"/>
                  <a:gd name="connsiteX19-57321" fmla="*/ 256 w 2254"/>
                  <a:gd name="connsiteY19-57322" fmla="*/ 1307 h 4213"/>
                  <a:gd name="connsiteX20-57323" fmla="*/ 579 w 2254"/>
                  <a:gd name="connsiteY20-57324" fmla="*/ 1286 h 4213"/>
                  <a:gd name="connsiteX21-57325" fmla="*/ 753 w 2254"/>
                  <a:gd name="connsiteY21-57326" fmla="*/ 1117 h 4213"/>
                  <a:gd name="connsiteX22-57327" fmla="*/ 822 w 2254"/>
                  <a:gd name="connsiteY22-57328" fmla="*/ 748 h 4213"/>
                  <a:gd name="connsiteX23-57329" fmla="*/ 932 w 2254"/>
                  <a:gd name="connsiteY23-57330" fmla="*/ 486 h 4213"/>
                  <a:gd name="connsiteX24-57331" fmla="*/ 930 w 2254"/>
                  <a:gd name="connsiteY24-57332" fmla="*/ 358 h 4213"/>
                  <a:gd name="connsiteX25-57333" fmla="*/ 917 w 2254"/>
                  <a:gd name="connsiteY25-57334" fmla="*/ 328 h 4213"/>
                  <a:gd name="connsiteX26-57335" fmla="*/ 850 w 2254"/>
                  <a:gd name="connsiteY26-57336" fmla="*/ 251 h 4213"/>
                  <a:gd name="connsiteX27-57337" fmla="*/ 790 w 2254"/>
                  <a:gd name="connsiteY27-57338" fmla="*/ 217 h 4213"/>
                  <a:gd name="connsiteX28-57339" fmla="*/ 915 w 2254"/>
                  <a:gd name="connsiteY28-57340" fmla="*/ 56 h 4213"/>
                  <a:gd name="connsiteX29-57341" fmla="*/ 1088 w 2254"/>
                  <a:gd name="connsiteY29-57342" fmla="*/ 2 h 4213"/>
                  <a:gd name="connsiteX30-57343" fmla="*/ 1120 w 2254"/>
                  <a:gd name="connsiteY30-57344" fmla="*/ 49 h 4213"/>
                  <a:gd name="connsiteX31-57345" fmla="*/ 1110 w 2254"/>
                  <a:gd name="connsiteY31-57346" fmla="*/ 133 h 4213"/>
                  <a:gd name="connsiteX32-57347" fmla="*/ 1049 w 2254"/>
                  <a:gd name="connsiteY32-57348" fmla="*/ 243 h 4213"/>
                  <a:gd name="connsiteX33-57349" fmla="*/ 1119 w 2254"/>
                  <a:gd name="connsiteY33-57350" fmla="*/ 301 h 4213"/>
                  <a:gd name="connsiteX34-57351" fmla="*/ 1233 w 2254"/>
                  <a:gd name="connsiteY34-57352" fmla="*/ 366 h 4213"/>
                  <a:gd name="connsiteX35-57353" fmla="*/ 1253 w 2254"/>
                  <a:gd name="connsiteY35-57354" fmla="*/ 255 h 4213"/>
                  <a:gd name="connsiteX36-57355" fmla="*/ 1387 w 2254"/>
                  <a:gd name="connsiteY36-57356" fmla="*/ 291 h 4213"/>
                  <a:gd name="connsiteX37-57357" fmla="*/ 1412 w 2254"/>
                  <a:gd name="connsiteY37-57358" fmla="*/ 331 h 4213"/>
                  <a:gd name="connsiteX38-57359" fmla="*/ 1488 w 2254"/>
                  <a:gd name="connsiteY38-57360" fmla="*/ 562 h 4213"/>
                  <a:gd name="connsiteX39-57361" fmla="*/ 1523 w 2254"/>
                  <a:gd name="connsiteY39-57362" fmla="*/ 586 h 4213"/>
                  <a:gd name="connsiteX40-57363" fmla="*/ 1615 w 2254"/>
                  <a:gd name="connsiteY40-57364" fmla="*/ 578 h 4213"/>
                  <a:gd name="connsiteX41-57365" fmla="*/ 1875 w 2254"/>
                  <a:gd name="connsiteY41-57366" fmla="*/ 490 h 4213"/>
                  <a:gd name="connsiteX42-57367" fmla="*/ 2095 w 2254"/>
                  <a:gd name="connsiteY42-57368" fmla="*/ 479 h 4213"/>
                  <a:gd name="connsiteX43-57369" fmla="*/ 2155 w 2254"/>
                  <a:gd name="connsiteY43-57370" fmla="*/ 648 h 4213"/>
                  <a:gd name="connsiteX44-57371" fmla="*/ 2073 w 2254"/>
                  <a:gd name="connsiteY44-57372" fmla="*/ 944 h 4213"/>
                  <a:gd name="connsiteX45-57373" fmla="*/ 2073 w 2254"/>
                  <a:gd name="connsiteY45-57374" fmla="*/ 1022 h 4213"/>
                  <a:gd name="connsiteX46-57375" fmla="*/ 2142 w 2254"/>
                  <a:gd name="connsiteY46-57376" fmla="*/ 1168 h 4213"/>
                  <a:gd name="connsiteX47-57377" fmla="*/ 2157 w 2254"/>
                  <a:gd name="connsiteY47-57378" fmla="*/ 1427 h 4213"/>
                  <a:gd name="connsiteX48-57379" fmla="*/ 2159 w 2254"/>
                  <a:gd name="connsiteY48-57380" fmla="*/ 1617 h 4213"/>
                  <a:gd name="connsiteX49-57381" fmla="*/ 2092 w 2254"/>
                  <a:gd name="connsiteY49-57382" fmla="*/ 1625 h 4213"/>
                  <a:gd name="connsiteX50-57383" fmla="*/ 2070 w 2254"/>
                  <a:gd name="connsiteY50-57384" fmla="*/ 1507 h 4213"/>
                  <a:gd name="connsiteX51-57385" fmla="*/ 2035 w 2254"/>
                  <a:gd name="connsiteY51-57386" fmla="*/ 1450 h 4213"/>
                  <a:gd name="connsiteX52-57387" fmla="*/ 1945 w 2254"/>
                  <a:gd name="connsiteY52-57388" fmla="*/ 1582 h 4213"/>
                  <a:gd name="connsiteX53-57389" fmla="*/ 1832 w 2254"/>
                  <a:gd name="connsiteY53-57390" fmla="*/ 1776 h 4213"/>
                  <a:gd name="connsiteX54-57391" fmla="*/ 1713 w 2254"/>
                  <a:gd name="connsiteY54-57392" fmla="*/ 1904 h 4213"/>
                  <a:gd name="connsiteX55-57393" fmla="*/ 1706 w 2254"/>
                  <a:gd name="connsiteY55-57394" fmla="*/ 2018 h 4213"/>
                  <a:gd name="connsiteX56-57395" fmla="*/ 1766 w 2254"/>
                  <a:gd name="connsiteY56-57396" fmla="*/ 2115 h 4213"/>
                  <a:gd name="connsiteX57-57397" fmla="*/ 1868 w 2254"/>
                  <a:gd name="connsiteY57-57398" fmla="*/ 2183 h 4213"/>
                  <a:gd name="connsiteX58-57399" fmla="*/ 1945 w 2254"/>
                  <a:gd name="connsiteY58-57400" fmla="*/ 2178 h 4213"/>
                  <a:gd name="connsiteX59-57401" fmla="*/ 1990 w 2254"/>
                  <a:gd name="connsiteY59-57402" fmla="*/ 2104 h 4213"/>
                  <a:gd name="connsiteX60-57403" fmla="*/ 2024 w 2254"/>
                  <a:gd name="connsiteY60-57404" fmla="*/ 2210 h 4213"/>
                  <a:gd name="connsiteX61-57405" fmla="*/ 1912 w 2254"/>
                  <a:gd name="connsiteY61-57406" fmla="*/ 2249 h 4213"/>
                  <a:gd name="connsiteX62-57407" fmla="*/ 1959 w 2254"/>
                  <a:gd name="connsiteY62-57408" fmla="*/ 2362 h 4213"/>
                  <a:gd name="connsiteX63-57409" fmla="*/ 1824 w 2254"/>
                  <a:gd name="connsiteY63-57410" fmla="*/ 2509 h 4213"/>
                  <a:gd name="connsiteX64-57411" fmla="*/ 1783 w 2254"/>
                  <a:gd name="connsiteY64-57412" fmla="*/ 2498 h 4213"/>
                  <a:gd name="connsiteX65-57413" fmla="*/ 1659 w 2254"/>
                  <a:gd name="connsiteY65-57414" fmla="*/ 2413 h 4213"/>
                  <a:gd name="connsiteX66-57415" fmla="*/ 1604 w 2254"/>
                  <a:gd name="connsiteY66-57416" fmla="*/ 2412 h 4213"/>
                  <a:gd name="connsiteX67-57417" fmla="*/ 1569 w 2254"/>
                  <a:gd name="connsiteY67-57418" fmla="*/ 2480 h 4213"/>
                  <a:gd name="connsiteX68-57419" fmla="*/ 1572 w 2254"/>
                  <a:gd name="connsiteY68-57420" fmla="*/ 2562 h 4213"/>
                  <a:gd name="connsiteX69-57421" fmla="*/ 1750 w 2254"/>
                  <a:gd name="connsiteY69-57422" fmla="*/ 2730 h 4213"/>
                  <a:gd name="connsiteX70-57423" fmla="*/ 1749 w 2254"/>
                  <a:gd name="connsiteY70-57424" fmla="*/ 2844 h 4213"/>
                  <a:gd name="connsiteX71-57425" fmla="*/ 1840 w 2254"/>
                  <a:gd name="connsiteY71-57426" fmla="*/ 3060 h 4213"/>
                  <a:gd name="connsiteX72-57427" fmla="*/ 1866 w 2254"/>
                  <a:gd name="connsiteY72-57428" fmla="*/ 3090 h 4213"/>
                  <a:gd name="connsiteX73-57429" fmla="*/ 1910 w 2254"/>
                  <a:gd name="connsiteY73-57430" fmla="*/ 3094 h 4213"/>
                  <a:gd name="connsiteX74-57431" fmla="*/ 1956 w 2254"/>
                  <a:gd name="connsiteY74-57432" fmla="*/ 3010 h 4213"/>
                  <a:gd name="connsiteX75-57433" fmla="*/ 2036 w 2254"/>
                  <a:gd name="connsiteY75-57434" fmla="*/ 2950 h 4213"/>
                  <a:gd name="connsiteX76-57435" fmla="*/ 2131 w 2254"/>
                  <a:gd name="connsiteY76-57436" fmla="*/ 3126 h 4213"/>
                  <a:gd name="connsiteX77-57437" fmla="*/ 2241 w 2254"/>
                  <a:gd name="connsiteY77-57438" fmla="*/ 3312 h 4213"/>
                  <a:gd name="connsiteX78-57439" fmla="*/ 2254 w 2254"/>
                  <a:gd name="connsiteY78-57440" fmla="*/ 3342 h 4213"/>
                  <a:gd name="connsiteX79-57441" fmla="*/ 2243 w 2254"/>
                  <a:gd name="connsiteY79-57442" fmla="*/ 3518 h 4213"/>
                  <a:gd name="connsiteX80-57443" fmla="*/ 2208 w 2254"/>
                  <a:gd name="connsiteY80-57444" fmla="*/ 3554 h 4213"/>
                  <a:gd name="connsiteX81-57445" fmla="*/ 2119 w 2254"/>
                  <a:gd name="connsiteY81-57446" fmla="*/ 3515 h 4213"/>
                  <a:gd name="connsiteX82-57447" fmla="*/ 1885 w 2254"/>
                  <a:gd name="connsiteY82-57448" fmla="*/ 3644 h 4213"/>
                  <a:gd name="connsiteX83-57449" fmla="*/ 1859 w 2254"/>
                  <a:gd name="connsiteY83-57450" fmla="*/ 3666 h 4213"/>
                  <a:gd name="connsiteX84-57451" fmla="*/ 1679 w 2254"/>
                  <a:gd name="connsiteY84-57452" fmla="*/ 3812 h 4213"/>
                  <a:gd name="connsiteX85-57453" fmla="*/ 1538 w 2254"/>
                  <a:gd name="connsiteY85-57454" fmla="*/ 3926 h 4213"/>
                  <a:gd name="connsiteX86-57455" fmla="*/ 1503 w 2254"/>
                  <a:gd name="connsiteY86-57456" fmla="*/ 3965 h 4213"/>
                  <a:gd name="connsiteX87-57457" fmla="*/ 1451 w 2254"/>
                  <a:gd name="connsiteY87-57458" fmla="*/ 3973 h 4213"/>
                  <a:gd name="connsiteX88-57459" fmla="*/ 1394 w 2254"/>
                  <a:gd name="connsiteY88-57460" fmla="*/ 3916 h 4213"/>
                  <a:gd name="connsiteX89-57461" fmla="*/ 1270 w 2254"/>
                  <a:gd name="connsiteY89-57462" fmla="*/ 3808 h 4213"/>
                  <a:gd name="connsiteX90-57463" fmla="*/ 1294 w 2254"/>
                  <a:gd name="connsiteY90-57464" fmla="*/ 4064 h 4213"/>
                  <a:gd name="connsiteX91-57465" fmla="*/ 1303 w 2254"/>
                  <a:gd name="connsiteY91-57466" fmla="*/ 4192 h 4213"/>
                  <a:gd name="connsiteX92-57467" fmla="*/ 1041 w 2254"/>
                  <a:gd name="connsiteY92-57468" fmla="*/ 4166 h 4213"/>
                  <a:gd name="connsiteX93-57469" fmla="*/ 959 w 2254"/>
                  <a:gd name="connsiteY93-57470" fmla="*/ 3987 h 4213"/>
                  <a:gd name="connsiteX94-57471" fmla="*/ 877 w 2254"/>
                  <a:gd name="connsiteY94-57472" fmla="*/ 3802 h 4213"/>
                  <a:gd name="connsiteX95-57473" fmla="*/ 798 w 2254"/>
                  <a:gd name="connsiteY95-57474" fmla="*/ 3734 h 4213"/>
                  <a:gd name="connsiteX96-57475" fmla="*/ 679 w 2254"/>
                  <a:gd name="connsiteY96-57476" fmla="*/ 3800 h 4213"/>
                  <a:gd name="connsiteX97-57477" fmla="*/ 695 w 2254"/>
                  <a:gd name="connsiteY97-57478" fmla="*/ 3662 h 4213"/>
                  <a:gd name="connsiteX98-57479" fmla="*/ 633 w 2254"/>
                  <a:gd name="connsiteY98-57480" fmla="*/ 3500 h 4213"/>
                  <a:gd name="connsiteX99-57481" fmla="*/ 742 w 2254"/>
                  <a:gd name="connsiteY99-57482" fmla="*/ 3280 h 4213"/>
                  <a:gd name="connsiteX100-57483" fmla="*/ 932 w 2254"/>
                  <a:gd name="connsiteY100-57484" fmla="*/ 3195 h 4213"/>
                  <a:gd name="connsiteX101-57485" fmla="*/ 1040 w 2254"/>
                  <a:gd name="connsiteY101-57486" fmla="*/ 3058 h 4213"/>
                  <a:gd name="connsiteX102-57487" fmla="*/ 1128 w 2254"/>
                  <a:gd name="connsiteY102-57488" fmla="*/ 3052 h 4213"/>
                  <a:gd name="connsiteX103-57489" fmla="*/ 1107 w 2254"/>
                  <a:gd name="connsiteY103-57490" fmla="*/ 2878 h 4213"/>
                  <a:gd name="connsiteX104-57491" fmla="*/ 1215 w 2254"/>
                  <a:gd name="connsiteY104-57492" fmla="*/ 2615 h 4213"/>
                  <a:gd name="connsiteX0-57493" fmla="*/ 1215 w 2254"/>
                  <a:gd name="connsiteY0-57494" fmla="*/ 2615 h 4213"/>
                  <a:gd name="connsiteX1-57495" fmla="*/ 1184 w 2254"/>
                  <a:gd name="connsiteY1-57496" fmla="*/ 2346 h 4213"/>
                  <a:gd name="connsiteX2-57497" fmla="*/ 1068 w 2254"/>
                  <a:gd name="connsiteY2-57498" fmla="*/ 2333 h 4213"/>
                  <a:gd name="connsiteX3-57499" fmla="*/ 1066 w 2254"/>
                  <a:gd name="connsiteY3-57500" fmla="*/ 2117 h 4213"/>
                  <a:gd name="connsiteX4-57501" fmla="*/ 990 w 2254"/>
                  <a:gd name="connsiteY4-57502" fmla="*/ 2039 h 4213"/>
                  <a:gd name="connsiteX5-57503" fmla="*/ 847 w 2254"/>
                  <a:gd name="connsiteY5-57504" fmla="*/ 1951 h 4213"/>
                  <a:gd name="connsiteX6-57505" fmla="*/ 755 w 2254"/>
                  <a:gd name="connsiteY6-57506" fmla="*/ 1827 h 4213"/>
                  <a:gd name="connsiteX7-57507" fmla="*/ 659 w 2254"/>
                  <a:gd name="connsiteY7-57508" fmla="*/ 1828 h 4213"/>
                  <a:gd name="connsiteX8-57509" fmla="*/ 614 w 2254"/>
                  <a:gd name="connsiteY8-57510" fmla="*/ 1883 h 4213"/>
                  <a:gd name="connsiteX9-57511" fmla="*/ 521 w 2254"/>
                  <a:gd name="connsiteY9-57512" fmla="*/ 1877 h 4213"/>
                  <a:gd name="connsiteX10-57513" fmla="*/ 501 w 2254"/>
                  <a:gd name="connsiteY10-57514" fmla="*/ 1994 h 4213"/>
                  <a:gd name="connsiteX11-57515" fmla="*/ 320 w 2254"/>
                  <a:gd name="connsiteY11-57516" fmla="*/ 1941 h 4213"/>
                  <a:gd name="connsiteX12-57517" fmla="*/ 237 w 2254"/>
                  <a:gd name="connsiteY12-57518" fmla="*/ 1939 h 4213"/>
                  <a:gd name="connsiteX13-57519" fmla="*/ 112 w 2254"/>
                  <a:gd name="connsiteY13-57520" fmla="*/ 2014 h 4213"/>
                  <a:gd name="connsiteX14-57521" fmla="*/ 0 w 2254"/>
                  <a:gd name="connsiteY14-57522" fmla="*/ 1890 h 4213"/>
                  <a:gd name="connsiteX15-57523" fmla="*/ 94 w 2254"/>
                  <a:gd name="connsiteY15-57524" fmla="*/ 1804 h 4213"/>
                  <a:gd name="connsiteX16-57525" fmla="*/ 98 w 2254"/>
                  <a:gd name="connsiteY16-57526" fmla="*/ 1634 h 4213"/>
                  <a:gd name="connsiteX17-57527" fmla="*/ 153 w 2254"/>
                  <a:gd name="connsiteY17-57528" fmla="*/ 1514 h 4213"/>
                  <a:gd name="connsiteX18-57529" fmla="*/ 196 w 2254"/>
                  <a:gd name="connsiteY18-57530" fmla="*/ 1306 h 4213"/>
                  <a:gd name="connsiteX19-57531" fmla="*/ 256 w 2254"/>
                  <a:gd name="connsiteY19-57532" fmla="*/ 1307 h 4213"/>
                  <a:gd name="connsiteX20-57533" fmla="*/ 579 w 2254"/>
                  <a:gd name="connsiteY20-57534" fmla="*/ 1286 h 4213"/>
                  <a:gd name="connsiteX21-57535" fmla="*/ 753 w 2254"/>
                  <a:gd name="connsiteY21-57536" fmla="*/ 1117 h 4213"/>
                  <a:gd name="connsiteX22-57537" fmla="*/ 822 w 2254"/>
                  <a:gd name="connsiteY22-57538" fmla="*/ 748 h 4213"/>
                  <a:gd name="connsiteX23-57539" fmla="*/ 932 w 2254"/>
                  <a:gd name="connsiteY23-57540" fmla="*/ 486 h 4213"/>
                  <a:gd name="connsiteX24-57541" fmla="*/ 930 w 2254"/>
                  <a:gd name="connsiteY24-57542" fmla="*/ 358 h 4213"/>
                  <a:gd name="connsiteX25-57543" fmla="*/ 917 w 2254"/>
                  <a:gd name="connsiteY25-57544" fmla="*/ 328 h 4213"/>
                  <a:gd name="connsiteX26-57545" fmla="*/ 850 w 2254"/>
                  <a:gd name="connsiteY26-57546" fmla="*/ 251 h 4213"/>
                  <a:gd name="connsiteX27-57547" fmla="*/ 790 w 2254"/>
                  <a:gd name="connsiteY27-57548" fmla="*/ 217 h 4213"/>
                  <a:gd name="connsiteX28-57549" fmla="*/ 915 w 2254"/>
                  <a:gd name="connsiteY28-57550" fmla="*/ 56 h 4213"/>
                  <a:gd name="connsiteX29-57551" fmla="*/ 1088 w 2254"/>
                  <a:gd name="connsiteY29-57552" fmla="*/ 2 h 4213"/>
                  <a:gd name="connsiteX30-57553" fmla="*/ 1120 w 2254"/>
                  <a:gd name="connsiteY30-57554" fmla="*/ 49 h 4213"/>
                  <a:gd name="connsiteX31-57555" fmla="*/ 1110 w 2254"/>
                  <a:gd name="connsiteY31-57556" fmla="*/ 133 h 4213"/>
                  <a:gd name="connsiteX32-57557" fmla="*/ 1049 w 2254"/>
                  <a:gd name="connsiteY32-57558" fmla="*/ 243 h 4213"/>
                  <a:gd name="connsiteX33-57559" fmla="*/ 1119 w 2254"/>
                  <a:gd name="connsiteY33-57560" fmla="*/ 301 h 4213"/>
                  <a:gd name="connsiteX34-57561" fmla="*/ 1233 w 2254"/>
                  <a:gd name="connsiteY34-57562" fmla="*/ 366 h 4213"/>
                  <a:gd name="connsiteX35-57563" fmla="*/ 1253 w 2254"/>
                  <a:gd name="connsiteY35-57564" fmla="*/ 255 h 4213"/>
                  <a:gd name="connsiteX36-57565" fmla="*/ 1387 w 2254"/>
                  <a:gd name="connsiteY36-57566" fmla="*/ 291 h 4213"/>
                  <a:gd name="connsiteX37-57567" fmla="*/ 1412 w 2254"/>
                  <a:gd name="connsiteY37-57568" fmla="*/ 331 h 4213"/>
                  <a:gd name="connsiteX38-57569" fmla="*/ 1488 w 2254"/>
                  <a:gd name="connsiteY38-57570" fmla="*/ 562 h 4213"/>
                  <a:gd name="connsiteX39-57571" fmla="*/ 1523 w 2254"/>
                  <a:gd name="connsiteY39-57572" fmla="*/ 586 h 4213"/>
                  <a:gd name="connsiteX40-57573" fmla="*/ 1615 w 2254"/>
                  <a:gd name="connsiteY40-57574" fmla="*/ 578 h 4213"/>
                  <a:gd name="connsiteX41-57575" fmla="*/ 1875 w 2254"/>
                  <a:gd name="connsiteY41-57576" fmla="*/ 490 h 4213"/>
                  <a:gd name="connsiteX42-57577" fmla="*/ 2095 w 2254"/>
                  <a:gd name="connsiteY42-57578" fmla="*/ 479 h 4213"/>
                  <a:gd name="connsiteX43-57579" fmla="*/ 2155 w 2254"/>
                  <a:gd name="connsiteY43-57580" fmla="*/ 648 h 4213"/>
                  <a:gd name="connsiteX44-57581" fmla="*/ 2073 w 2254"/>
                  <a:gd name="connsiteY44-57582" fmla="*/ 944 h 4213"/>
                  <a:gd name="connsiteX45-57583" fmla="*/ 2073 w 2254"/>
                  <a:gd name="connsiteY45-57584" fmla="*/ 1022 h 4213"/>
                  <a:gd name="connsiteX46-57585" fmla="*/ 2142 w 2254"/>
                  <a:gd name="connsiteY46-57586" fmla="*/ 1168 h 4213"/>
                  <a:gd name="connsiteX47-57587" fmla="*/ 2157 w 2254"/>
                  <a:gd name="connsiteY47-57588" fmla="*/ 1427 h 4213"/>
                  <a:gd name="connsiteX48-57589" fmla="*/ 2159 w 2254"/>
                  <a:gd name="connsiteY48-57590" fmla="*/ 1617 h 4213"/>
                  <a:gd name="connsiteX49-57591" fmla="*/ 2092 w 2254"/>
                  <a:gd name="connsiteY49-57592" fmla="*/ 1625 h 4213"/>
                  <a:gd name="connsiteX50-57593" fmla="*/ 2070 w 2254"/>
                  <a:gd name="connsiteY50-57594" fmla="*/ 1507 h 4213"/>
                  <a:gd name="connsiteX51-57595" fmla="*/ 2035 w 2254"/>
                  <a:gd name="connsiteY51-57596" fmla="*/ 1450 h 4213"/>
                  <a:gd name="connsiteX52-57597" fmla="*/ 1945 w 2254"/>
                  <a:gd name="connsiteY52-57598" fmla="*/ 1582 h 4213"/>
                  <a:gd name="connsiteX53-57599" fmla="*/ 1832 w 2254"/>
                  <a:gd name="connsiteY53-57600" fmla="*/ 1776 h 4213"/>
                  <a:gd name="connsiteX54-57601" fmla="*/ 1713 w 2254"/>
                  <a:gd name="connsiteY54-57602" fmla="*/ 1904 h 4213"/>
                  <a:gd name="connsiteX55-57603" fmla="*/ 1706 w 2254"/>
                  <a:gd name="connsiteY55-57604" fmla="*/ 2018 h 4213"/>
                  <a:gd name="connsiteX56-57605" fmla="*/ 1766 w 2254"/>
                  <a:gd name="connsiteY56-57606" fmla="*/ 2115 h 4213"/>
                  <a:gd name="connsiteX57-57607" fmla="*/ 1868 w 2254"/>
                  <a:gd name="connsiteY57-57608" fmla="*/ 2183 h 4213"/>
                  <a:gd name="connsiteX58-57609" fmla="*/ 1945 w 2254"/>
                  <a:gd name="connsiteY58-57610" fmla="*/ 2178 h 4213"/>
                  <a:gd name="connsiteX59-57611" fmla="*/ 1990 w 2254"/>
                  <a:gd name="connsiteY59-57612" fmla="*/ 2104 h 4213"/>
                  <a:gd name="connsiteX60-57613" fmla="*/ 2024 w 2254"/>
                  <a:gd name="connsiteY60-57614" fmla="*/ 2210 h 4213"/>
                  <a:gd name="connsiteX61-57615" fmla="*/ 1912 w 2254"/>
                  <a:gd name="connsiteY61-57616" fmla="*/ 2249 h 4213"/>
                  <a:gd name="connsiteX62-57617" fmla="*/ 1959 w 2254"/>
                  <a:gd name="connsiteY62-57618" fmla="*/ 2362 h 4213"/>
                  <a:gd name="connsiteX63-57619" fmla="*/ 1824 w 2254"/>
                  <a:gd name="connsiteY63-57620" fmla="*/ 2509 h 4213"/>
                  <a:gd name="connsiteX64-57621" fmla="*/ 1783 w 2254"/>
                  <a:gd name="connsiteY64-57622" fmla="*/ 2498 h 4213"/>
                  <a:gd name="connsiteX65-57623" fmla="*/ 1659 w 2254"/>
                  <a:gd name="connsiteY65-57624" fmla="*/ 2413 h 4213"/>
                  <a:gd name="connsiteX66-57625" fmla="*/ 1604 w 2254"/>
                  <a:gd name="connsiteY66-57626" fmla="*/ 2412 h 4213"/>
                  <a:gd name="connsiteX67-57627" fmla="*/ 1569 w 2254"/>
                  <a:gd name="connsiteY67-57628" fmla="*/ 2480 h 4213"/>
                  <a:gd name="connsiteX68-57629" fmla="*/ 1572 w 2254"/>
                  <a:gd name="connsiteY68-57630" fmla="*/ 2562 h 4213"/>
                  <a:gd name="connsiteX69-57631" fmla="*/ 1750 w 2254"/>
                  <a:gd name="connsiteY69-57632" fmla="*/ 2730 h 4213"/>
                  <a:gd name="connsiteX70-57633" fmla="*/ 1749 w 2254"/>
                  <a:gd name="connsiteY70-57634" fmla="*/ 2844 h 4213"/>
                  <a:gd name="connsiteX71-57635" fmla="*/ 1840 w 2254"/>
                  <a:gd name="connsiteY71-57636" fmla="*/ 3060 h 4213"/>
                  <a:gd name="connsiteX72-57637" fmla="*/ 1866 w 2254"/>
                  <a:gd name="connsiteY72-57638" fmla="*/ 3090 h 4213"/>
                  <a:gd name="connsiteX73-57639" fmla="*/ 1910 w 2254"/>
                  <a:gd name="connsiteY73-57640" fmla="*/ 3094 h 4213"/>
                  <a:gd name="connsiteX74-57641" fmla="*/ 1956 w 2254"/>
                  <a:gd name="connsiteY74-57642" fmla="*/ 3010 h 4213"/>
                  <a:gd name="connsiteX75-57643" fmla="*/ 2036 w 2254"/>
                  <a:gd name="connsiteY75-57644" fmla="*/ 2950 h 4213"/>
                  <a:gd name="connsiteX76-57645" fmla="*/ 2131 w 2254"/>
                  <a:gd name="connsiteY76-57646" fmla="*/ 3126 h 4213"/>
                  <a:gd name="connsiteX77-57647" fmla="*/ 2241 w 2254"/>
                  <a:gd name="connsiteY77-57648" fmla="*/ 3312 h 4213"/>
                  <a:gd name="connsiteX78-57649" fmla="*/ 2254 w 2254"/>
                  <a:gd name="connsiteY78-57650" fmla="*/ 3342 h 4213"/>
                  <a:gd name="connsiteX79-57651" fmla="*/ 2243 w 2254"/>
                  <a:gd name="connsiteY79-57652" fmla="*/ 3518 h 4213"/>
                  <a:gd name="connsiteX80-57653" fmla="*/ 2208 w 2254"/>
                  <a:gd name="connsiteY80-57654" fmla="*/ 3554 h 4213"/>
                  <a:gd name="connsiteX81-57655" fmla="*/ 2119 w 2254"/>
                  <a:gd name="connsiteY81-57656" fmla="*/ 3515 h 4213"/>
                  <a:gd name="connsiteX82-57657" fmla="*/ 1885 w 2254"/>
                  <a:gd name="connsiteY82-57658" fmla="*/ 3644 h 4213"/>
                  <a:gd name="connsiteX83-57659" fmla="*/ 1859 w 2254"/>
                  <a:gd name="connsiteY83-57660" fmla="*/ 3666 h 4213"/>
                  <a:gd name="connsiteX84-57661" fmla="*/ 1679 w 2254"/>
                  <a:gd name="connsiteY84-57662" fmla="*/ 3812 h 4213"/>
                  <a:gd name="connsiteX85-57663" fmla="*/ 1538 w 2254"/>
                  <a:gd name="connsiteY85-57664" fmla="*/ 3926 h 4213"/>
                  <a:gd name="connsiteX86-57665" fmla="*/ 1503 w 2254"/>
                  <a:gd name="connsiteY86-57666" fmla="*/ 3965 h 4213"/>
                  <a:gd name="connsiteX87-57667" fmla="*/ 1451 w 2254"/>
                  <a:gd name="connsiteY87-57668" fmla="*/ 3973 h 4213"/>
                  <a:gd name="connsiteX88-57669" fmla="*/ 1394 w 2254"/>
                  <a:gd name="connsiteY88-57670" fmla="*/ 3916 h 4213"/>
                  <a:gd name="connsiteX89-57671" fmla="*/ 1270 w 2254"/>
                  <a:gd name="connsiteY89-57672" fmla="*/ 3808 h 4213"/>
                  <a:gd name="connsiteX90-57673" fmla="*/ 1294 w 2254"/>
                  <a:gd name="connsiteY90-57674" fmla="*/ 4064 h 4213"/>
                  <a:gd name="connsiteX91-57675" fmla="*/ 1303 w 2254"/>
                  <a:gd name="connsiteY91-57676" fmla="*/ 4192 h 4213"/>
                  <a:gd name="connsiteX92-57677" fmla="*/ 1041 w 2254"/>
                  <a:gd name="connsiteY92-57678" fmla="*/ 4166 h 4213"/>
                  <a:gd name="connsiteX93-57679" fmla="*/ 959 w 2254"/>
                  <a:gd name="connsiteY93-57680" fmla="*/ 3987 h 4213"/>
                  <a:gd name="connsiteX94-57681" fmla="*/ 877 w 2254"/>
                  <a:gd name="connsiteY94-57682" fmla="*/ 3802 h 4213"/>
                  <a:gd name="connsiteX95-57683" fmla="*/ 798 w 2254"/>
                  <a:gd name="connsiteY95-57684" fmla="*/ 3734 h 4213"/>
                  <a:gd name="connsiteX96-57685" fmla="*/ 679 w 2254"/>
                  <a:gd name="connsiteY96-57686" fmla="*/ 3800 h 4213"/>
                  <a:gd name="connsiteX97-57687" fmla="*/ 695 w 2254"/>
                  <a:gd name="connsiteY97-57688" fmla="*/ 3662 h 4213"/>
                  <a:gd name="connsiteX98-57689" fmla="*/ 633 w 2254"/>
                  <a:gd name="connsiteY98-57690" fmla="*/ 3500 h 4213"/>
                  <a:gd name="connsiteX99-57691" fmla="*/ 742 w 2254"/>
                  <a:gd name="connsiteY99-57692" fmla="*/ 3280 h 4213"/>
                  <a:gd name="connsiteX100-57693" fmla="*/ 932 w 2254"/>
                  <a:gd name="connsiteY100-57694" fmla="*/ 3195 h 4213"/>
                  <a:gd name="connsiteX101-57695" fmla="*/ 1040 w 2254"/>
                  <a:gd name="connsiteY101-57696" fmla="*/ 3058 h 4213"/>
                  <a:gd name="connsiteX102-57697" fmla="*/ 1107 w 2254"/>
                  <a:gd name="connsiteY102-57698" fmla="*/ 2878 h 4213"/>
                  <a:gd name="connsiteX103-57699" fmla="*/ 1215 w 2254"/>
                  <a:gd name="connsiteY103-57700" fmla="*/ 2615 h 4213"/>
                  <a:gd name="connsiteX0-57701" fmla="*/ 1215 w 2254"/>
                  <a:gd name="connsiteY0-57702" fmla="*/ 2615 h 4213"/>
                  <a:gd name="connsiteX1-57703" fmla="*/ 1184 w 2254"/>
                  <a:gd name="connsiteY1-57704" fmla="*/ 2346 h 4213"/>
                  <a:gd name="connsiteX2-57705" fmla="*/ 1068 w 2254"/>
                  <a:gd name="connsiteY2-57706" fmla="*/ 2333 h 4213"/>
                  <a:gd name="connsiteX3-57707" fmla="*/ 1066 w 2254"/>
                  <a:gd name="connsiteY3-57708" fmla="*/ 2117 h 4213"/>
                  <a:gd name="connsiteX4-57709" fmla="*/ 990 w 2254"/>
                  <a:gd name="connsiteY4-57710" fmla="*/ 2039 h 4213"/>
                  <a:gd name="connsiteX5-57711" fmla="*/ 847 w 2254"/>
                  <a:gd name="connsiteY5-57712" fmla="*/ 1951 h 4213"/>
                  <a:gd name="connsiteX6-57713" fmla="*/ 755 w 2254"/>
                  <a:gd name="connsiteY6-57714" fmla="*/ 1827 h 4213"/>
                  <a:gd name="connsiteX7-57715" fmla="*/ 659 w 2254"/>
                  <a:gd name="connsiteY7-57716" fmla="*/ 1828 h 4213"/>
                  <a:gd name="connsiteX8-57717" fmla="*/ 614 w 2254"/>
                  <a:gd name="connsiteY8-57718" fmla="*/ 1883 h 4213"/>
                  <a:gd name="connsiteX9-57719" fmla="*/ 521 w 2254"/>
                  <a:gd name="connsiteY9-57720" fmla="*/ 1877 h 4213"/>
                  <a:gd name="connsiteX10-57721" fmla="*/ 501 w 2254"/>
                  <a:gd name="connsiteY10-57722" fmla="*/ 1994 h 4213"/>
                  <a:gd name="connsiteX11-57723" fmla="*/ 320 w 2254"/>
                  <a:gd name="connsiteY11-57724" fmla="*/ 1941 h 4213"/>
                  <a:gd name="connsiteX12-57725" fmla="*/ 237 w 2254"/>
                  <a:gd name="connsiteY12-57726" fmla="*/ 1939 h 4213"/>
                  <a:gd name="connsiteX13-57727" fmla="*/ 112 w 2254"/>
                  <a:gd name="connsiteY13-57728" fmla="*/ 2014 h 4213"/>
                  <a:gd name="connsiteX14-57729" fmla="*/ 0 w 2254"/>
                  <a:gd name="connsiteY14-57730" fmla="*/ 1890 h 4213"/>
                  <a:gd name="connsiteX15-57731" fmla="*/ 94 w 2254"/>
                  <a:gd name="connsiteY15-57732" fmla="*/ 1804 h 4213"/>
                  <a:gd name="connsiteX16-57733" fmla="*/ 98 w 2254"/>
                  <a:gd name="connsiteY16-57734" fmla="*/ 1634 h 4213"/>
                  <a:gd name="connsiteX17-57735" fmla="*/ 153 w 2254"/>
                  <a:gd name="connsiteY17-57736" fmla="*/ 1514 h 4213"/>
                  <a:gd name="connsiteX18-57737" fmla="*/ 196 w 2254"/>
                  <a:gd name="connsiteY18-57738" fmla="*/ 1306 h 4213"/>
                  <a:gd name="connsiteX19-57739" fmla="*/ 256 w 2254"/>
                  <a:gd name="connsiteY19-57740" fmla="*/ 1307 h 4213"/>
                  <a:gd name="connsiteX20-57741" fmla="*/ 579 w 2254"/>
                  <a:gd name="connsiteY20-57742" fmla="*/ 1286 h 4213"/>
                  <a:gd name="connsiteX21-57743" fmla="*/ 753 w 2254"/>
                  <a:gd name="connsiteY21-57744" fmla="*/ 1117 h 4213"/>
                  <a:gd name="connsiteX22-57745" fmla="*/ 822 w 2254"/>
                  <a:gd name="connsiteY22-57746" fmla="*/ 748 h 4213"/>
                  <a:gd name="connsiteX23-57747" fmla="*/ 932 w 2254"/>
                  <a:gd name="connsiteY23-57748" fmla="*/ 486 h 4213"/>
                  <a:gd name="connsiteX24-57749" fmla="*/ 930 w 2254"/>
                  <a:gd name="connsiteY24-57750" fmla="*/ 358 h 4213"/>
                  <a:gd name="connsiteX25-57751" fmla="*/ 917 w 2254"/>
                  <a:gd name="connsiteY25-57752" fmla="*/ 328 h 4213"/>
                  <a:gd name="connsiteX26-57753" fmla="*/ 850 w 2254"/>
                  <a:gd name="connsiteY26-57754" fmla="*/ 251 h 4213"/>
                  <a:gd name="connsiteX27-57755" fmla="*/ 790 w 2254"/>
                  <a:gd name="connsiteY27-57756" fmla="*/ 217 h 4213"/>
                  <a:gd name="connsiteX28-57757" fmla="*/ 915 w 2254"/>
                  <a:gd name="connsiteY28-57758" fmla="*/ 56 h 4213"/>
                  <a:gd name="connsiteX29-57759" fmla="*/ 1088 w 2254"/>
                  <a:gd name="connsiteY29-57760" fmla="*/ 2 h 4213"/>
                  <a:gd name="connsiteX30-57761" fmla="*/ 1120 w 2254"/>
                  <a:gd name="connsiteY30-57762" fmla="*/ 49 h 4213"/>
                  <a:gd name="connsiteX31-57763" fmla="*/ 1110 w 2254"/>
                  <a:gd name="connsiteY31-57764" fmla="*/ 133 h 4213"/>
                  <a:gd name="connsiteX32-57765" fmla="*/ 1049 w 2254"/>
                  <a:gd name="connsiteY32-57766" fmla="*/ 243 h 4213"/>
                  <a:gd name="connsiteX33-57767" fmla="*/ 1119 w 2254"/>
                  <a:gd name="connsiteY33-57768" fmla="*/ 301 h 4213"/>
                  <a:gd name="connsiteX34-57769" fmla="*/ 1233 w 2254"/>
                  <a:gd name="connsiteY34-57770" fmla="*/ 366 h 4213"/>
                  <a:gd name="connsiteX35-57771" fmla="*/ 1253 w 2254"/>
                  <a:gd name="connsiteY35-57772" fmla="*/ 255 h 4213"/>
                  <a:gd name="connsiteX36-57773" fmla="*/ 1387 w 2254"/>
                  <a:gd name="connsiteY36-57774" fmla="*/ 291 h 4213"/>
                  <a:gd name="connsiteX37-57775" fmla="*/ 1412 w 2254"/>
                  <a:gd name="connsiteY37-57776" fmla="*/ 331 h 4213"/>
                  <a:gd name="connsiteX38-57777" fmla="*/ 1488 w 2254"/>
                  <a:gd name="connsiteY38-57778" fmla="*/ 562 h 4213"/>
                  <a:gd name="connsiteX39-57779" fmla="*/ 1523 w 2254"/>
                  <a:gd name="connsiteY39-57780" fmla="*/ 586 h 4213"/>
                  <a:gd name="connsiteX40-57781" fmla="*/ 1615 w 2254"/>
                  <a:gd name="connsiteY40-57782" fmla="*/ 578 h 4213"/>
                  <a:gd name="connsiteX41-57783" fmla="*/ 1875 w 2254"/>
                  <a:gd name="connsiteY41-57784" fmla="*/ 490 h 4213"/>
                  <a:gd name="connsiteX42-57785" fmla="*/ 2095 w 2254"/>
                  <a:gd name="connsiteY42-57786" fmla="*/ 479 h 4213"/>
                  <a:gd name="connsiteX43-57787" fmla="*/ 2155 w 2254"/>
                  <a:gd name="connsiteY43-57788" fmla="*/ 648 h 4213"/>
                  <a:gd name="connsiteX44-57789" fmla="*/ 2073 w 2254"/>
                  <a:gd name="connsiteY44-57790" fmla="*/ 944 h 4213"/>
                  <a:gd name="connsiteX45-57791" fmla="*/ 2073 w 2254"/>
                  <a:gd name="connsiteY45-57792" fmla="*/ 1022 h 4213"/>
                  <a:gd name="connsiteX46-57793" fmla="*/ 2142 w 2254"/>
                  <a:gd name="connsiteY46-57794" fmla="*/ 1168 h 4213"/>
                  <a:gd name="connsiteX47-57795" fmla="*/ 2157 w 2254"/>
                  <a:gd name="connsiteY47-57796" fmla="*/ 1427 h 4213"/>
                  <a:gd name="connsiteX48-57797" fmla="*/ 2159 w 2254"/>
                  <a:gd name="connsiteY48-57798" fmla="*/ 1617 h 4213"/>
                  <a:gd name="connsiteX49-57799" fmla="*/ 2092 w 2254"/>
                  <a:gd name="connsiteY49-57800" fmla="*/ 1625 h 4213"/>
                  <a:gd name="connsiteX50-57801" fmla="*/ 2070 w 2254"/>
                  <a:gd name="connsiteY50-57802" fmla="*/ 1507 h 4213"/>
                  <a:gd name="connsiteX51-57803" fmla="*/ 2035 w 2254"/>
                  <a:gd name="connsiteY51-57804" fmla="*/ 1450 h 4213"/>
                  <a:gd name="connsiteX52-57805" fmla="*/ 1945 w 2254"/>
                  <a:gd name="connsiteY52-57806" fmla="*/ 1582 h 4213"/>
                  <a:gd name="connsiteX53-57807" fmla="*/ 1832 w 2254"/>
                  <a:gd name="connsiteY53-57808" fmla="*/ 1776 h 4213"/>
                  <a:gd name="connsiteX54-57809" fmla="*/ 1713 w 2254"/>
                  <a:gd name="connsiteY54-57810" fmla="*/ 1904 h 4213"/>
                  <a:gd name="connsiteX55-57811" fmla="*/ 1706 w 2254"/>
                  <a:gd name="connsiteY55-57812" fmla="*/ 2018 h 4213"/>
                  <a:gd name="connsiteX56-57813" fmla="*/ 1766 w 2254"/>
                  <a:gd name="connsiteY56-57814" fmla="*/ 2115 h 4213"/>
                  <a:gd name="connsiteX57-57815" fmla="*/ 1868 w 2254"/>
                  <a:gd name="connsiteY57-57816" fmla="*/ 2183 h 4213"/>
                  <a:gd name="connsiteX58-57817" fmla="*/ 1945 w 2254"/>
                  <a:gd name="connsiteY58-57818" fmla="*/ 2178 h 4213"/>
                  <a:gd name="connsiteX59-57819" fmla="*/ 1990 w 2254"/>
                  <a:gd name="connsiteY59-57820" fmla="*/ 2104 h 4213"/>
                  <a:gd name="connsiteX60-57821" fmla="*/ 2024 w 2254"/>
                  <a:gd name="connsiteY60-57822" fmla="*/ 2210 h 4213"/>
                  <a:gd name="connsiteX61-57823" fmla="*/ 1912 w 2254"/>
                  <a:gd name="connsiteY61-57824" fmla="*/ 2249 h 4213"/>
                  <a:gd name="connsiteX62-57825" fmla="*/ 1959 w 2254"/>
                  <a:gd name="connsiteY62-57826" fmla="*/ 2362 h 4213"/>
                  <a:gd name="connsiteX63-57827" fmla="*/ 1824 w 2254"/>
                  <a:gd name="connsiteY63-57828" fmla="*/ 2509 h 4213"/>
                  <a:gd name="connsiteX64-57829" fmla="*/ 1783 w 2254"/>
                  <a:gd name="connsiteY64-57830" fmla="*/ 2498 h 4213"/>
                  <a:gd name="connsiteX65-57831" fmla="*/ 1659 w 2254"/>
                  <a:gd name="connsiteY65-57832" fmla="*/ 2413 h 4213"/>
                  <a:gd name="connsiteX66-57833" fmla="*/ 1604 w 2254"/>
                  <a:gd name="connsiteY66-57834" fmla="*/ 2412 h 4213"/>
                  <a:gd name="connsiteX67-57835" fmla="*/ 1569 w 2254"/>
                  <a:gd name="connsiteY67-57836" fmla="*/ 2480 h 4213"/>
                  <a:gd name="connsiteX68-57837" fmla="*/ 1572 w 2254"/>
                  <a:gd name="connsiteY68-57838" fmla="*/ 2562 h 4213"/>
                  <a:gd name="connsiteX69-57839" fmla="*/ 1750 w 2254"/>
                  <a:gd name="connsiteY69-57840" fmla="*/ 2730 h 4213"/>
                  <a:gd name="connsiteX70-57841" fmla="*/ 1749 w 2254"/>
                  <a:gd name="connsiteY70-57842" fmla="*/ 2844 h 4213"/>
                  <a:gd name="connsiteX71-57843" fmla="*/ 1840 w 2254"/>
                  <a:gd name="connsiteY71-57844" fmla="*/ 3060 h 4213"/>
                  <a:gd name="connsiteX72-57845" fmla="*/ 1866 w 2254"/>
                  <a:gd name="connsiteY72-57846" fmla="*/ 3090 h 4213"/>
                  <a:gd name="connsiteX73-57847" fmla="*/ 1910 w 2254"/>
                  <a:gd name="connsiteY73-57848" fmla="*/ 3094 h 4213"/>
                  <a:gd name="connsiteX74-57849" fmla="*/ 1956 w 2254"/>
                  <a:gd name="connsiteY74-57850" fmla="*/ 3010 h 4213"/>
                  <a:gd name="connsiteX75-57851" fmla="*/ 2036 w 2254"/>
                  <a:gd name="connsiteY75-57852" fmla="*/ 2950 h 4213"/>
                  <a:gd name="connsiteX76-57853" fmla="*/ 2131 w 2254"/>
                  <a:gd name="connsiteY76-57854" fmla="*/ 3126 h 4213"/>
                  <a:gd name="connsiteX77-57855" fmla="*/ 2241 w 2254"/>
                  <a:gd name="connsiteY77-57856" fmla="*/ 3312 h 4213"/>
                  <a:gd name="connsiteX78-57857" fmla="*/ 2254 w 2254"/>
                  <a:gd name="connsiteY78-57858" fmla="*/ 3342 h 4213"/>
                  <a:gd name="connsiteX79-57859" fmla="*/ 2243 w 2254"/>
                  <a:gd name="connsiteY79-57860" fmla="*/ 3518 h 4213"/>
                  <a:gd name="connsiteX80-57861" fmla="*/ 2208 w 2254"/>
                  <a:gd name="connsiteY80-57862" fmla="*/ 3554 h 4213"/>
                  <a:gd name="connsiteX81-57863" fmla="*/ 2119 w 2254"/>
                  <a:gd name="connsiteY81-57864" fmla="*/ 3515 h 4213"/>
                  <a:gd name="connsiteX82-57865" fmla="*/ 1885 w 2254"/>
                  <a:gd name="connsiteY82-57866" fmla="*/ 3644 h 4213"/>
                  <a:gd name="connsiteX83-57867" fmla="*/ 1859 w 2254"/>
                  <a:gd name="connsiteY83-57868" fmla="*/ 3666 h 4213"/>
                  <a:gd name="connsiteX84-57869" fmla="*/ 1679 w 2254"/>
                  <a:gd name="connsiteY84-57870" fmla="*/ 3812 h 4213"/>
                  <a:gd name="connsiteX85-57871" fmla="*/ 1538 w 2254"/>
                  <a:gd name="connsiteY85-57872" fmla="*/ 3926 h 4213"/>
                  <a:gd name="connsiteX86-57873" fmla="*/ 1503 w 2254"/>
                  <a:gd name="connsiteY86-57874" fmla="*/ 3965 h 4213"/>
                  <a:gd name="connsiteX87-57875" fmla="*/ 1451 w 2254"/>
                  <a:gd name="connsiteY87-57876" fmla="*/ 3973 h 4213"/>
                  <a:gd name="connsiteX88-57877" fmla="*/ 1394 w 2254"/>
                  <a:gd name="connsiteY88-57878" fmla="*/ 3916 h 4213"/>
                  <a:gd name="connsiteX89-57879" fmla="*/ 1270 w 2254"/>
                  <a:gd name="connsiteY89-57880" fmla="*/ 3808 h 4213"/>
                  <a:gd name="connsiteX90-57881" fmla="*/ 1294 w 2254"/>
                  <a:gd name="connsiteY90-57882" fmla="*/ 4064 h 4213"/>
                  <a:gd name="connsiteX91-57883" fmla="*/ 1303 w 2254"/>
                  <a:gd name="connsiteY91-57884" fmla="*/ 4192 h 4213"/>
                  <a:gd name="connsiteX92-57885" fmla="*/ 1041 w 2254"/>
                  <a:gd name="connsiteY92-57886" fmla="*/ 4166 h 4213"/>
                  <a:gd name="connsiteX93-57887" fmla="*/ 959 w 2254"/>
                  <a:gd name="connsiteY93-57888" fmla="*/ 3987 h 4213"/>
                  <a:gd name="connsiteX94-57889" fmla="*/ 877 w 2254"/>
                  <a:gd name="connsiteY94-57890" fmla="*/ 3802 h 4213"/>
                  <a:gd name="connsiteX95-57891" fmla="*/ 798 w 2254"/>
                  <a:gd name="connsiteY95-57892" fmla="*/ 3734 h 4213"/>
                  <a:gd name="connsiteX96-57893" fmla="*/ 679 w 2254"/>
                  <a:gd name="connsiteY96-57894" fmla="*/ 3800 h 4213"/>
                  <a:gd name="connsiteX97-57895" fmla="*/ 695 w 2254"/>
                  <a:gd name="connsiteY97-57896" fmla="*/ 3662 h 4213"/>
                  <a:gd name="connsiteX98-57897" fmla="*/ 633 w 2254"/>
                  <a:gd name="connsiteY98-57898" fmla="*/ 3500 h 4213"/>
                  <a:gd name="connsiteX99-57899" fmla="*/ 742 w 2254"/>
                  <a:gd name="connsiteY99-57900" fmla="*/ 3280 h 4213"/>
                  <a:gd name="connsiteX100-57901" fmla="*/ 932 w 2254"/>
                  <a:gd name="connsiteY100-57902" fmla="*/ 3195 h 4213"/>
                  <a:gd name="connsiteX101-57903" fmla="*/ 1040 w 2254"/>
                  <a:gd name="connsiteY101-57904" fmla="*/ 3058 h 4213"/>
                  <a:gd name="connsiteX102-57905" fmla="*/ 1107 w 2254"/>
                  <a:gd name="connsiteY102-57906" fmla="*/ 2878 h 4213"/>
                  <a:gd name="connsiteX103-57907" fmla="*/ 1215 w 2254"/>
                  <a:gd name="connsiteY103-57908" fmla="*/ 2615 h 4213"/>
                  <a:gd name="connsiteX0-57909" fmla="*/ 1215 w 2254"/>
                  <a:gd name="connsiteY0-57910" fmla="*/ 2615 h 4213"/>
                  <a:gd name="connsiteX1-57911" fmla="*/ 1184 w 2254"/>
                  <a:gd name="connsiteY1-57912" fmla="*/ 2346 h 4213"/>
                  <a:gd name="connsiteX2-57913" fmla="*/ 1068 w 2254"/>
                  <a:gd name="connsiteY2-57914" fmla="*/ 2333 h 4213"/>
                  <a:gd name="connsiteX3-57915" fmla="*/ 1066 w 2254"/>
                  <a:gd name="connsiteY3-57916" fmla="*/ 2117 h 4213"/>
                  <a:gd name="connsiteX4-57917" fmla="*/ 990 w 2254"/>
                  <a:gd name="connsiteY4-57918" fmla="*/ 2039 h 4213"/>
                  <a:gd name="connsiteX5-57919" fmla="*/ 847 w 2254"/>
                  <a:gd name="connsiteY5-57920" fmla="*/ 1951 h 4213"/>
                  <a:gd name="connsiteX6-57921" fmla="*/ 755 w 2254"/>
                  <a:gd name="connsiteY6-57922" fmla="*/ 1827 h 4213"/>
                  <a:gd name="connsiteX7-57923" fmla="*/ 659 w 2254"/>
                  <a:gd name="connsiteY7-57924" fmla="*/ 1828 h 4213"/>
                  <a:gd name="connsiteX8-57925" fmla="*/ 614 w 2254"/>
                  <a:gd name="connsiteY8-57926" fmla="*/ 1883 h 4213"/>
                  <a:gd name="connsiteX9-57927" fmla="*/ 521 w 2254"/>
                  <a:gd name="connsiteY9-57928" fmla="*/ 1877 h 4213"/>
                  <a:gd name="connsiteX10-57929" fmla="*/ 501 w 2254"/>
                  <a:gd name="connsiteY10-57930" fmla="*/ 1994 h 4213"/>
                  <a:gd name="connsiteX11-57931" fmla="*/ 320 w 2254"/>
                  <a:gd name="connsiteY11-57932" fmla="*/ 1941 h 4213"/>
                  <a:gd name="connsiteX12-57933" fmla="*/ 237 w 2254"/>
                  <a:gd name="connsiteY12-57934" fmla="*/ 1939 h 4213"/>
                  <a:gd name="connsiteX13-57935" fmla="*/ 112 w 2254"/>
                  <a:gd name="connsiteY13-57936" fmla="*/ 2014 h 4213"/>
                  <a:gd name="connsiteX14-57937" fmla="*/ 0 w 2254"/>
                  <a:gd name="connsiteY14-57938" fmla="*/ 1890 h 4213"/>
                  <a:gd name="connsiteX15-57939" fmla="*/ 94 w 2254"/>
                  <a:gd name="connsiteY15-57940" fmla="*/ 1804 h 4213"/>
                  <a:gd name="connsiteX16-57941" fmla="*/ 98 w 2254"/>
                  <a:gd name="connsiteY16-57942" fmla="*/ 1634 h 4213"/>
                  <a:gd name="connsiteX17-57943" fmla="*/ 153 w 2254"/>
                  <a:gd name="connsiteY17-57944" fmla="*/ 1514 h 4213"/>
                  <a:gd name="connsiteX18-57945" fmla="*/ 196 w 2254"/>
                  <a:gd name="connsiteY18-57946" fmla="*/ 1306 h 4213"/>
                  <a:gd name="connsiteX19-57947" fmla="*/ 256 w 2254"/>
                  <a:gd name="connsiteY19-57948" fmla="*/ 1307 h 4213"/>
                  <a:gd name="connsiteX20-57949" fmla="*/ 579 w 2254"/>
                  <a:gd name="connsiteY20-57950" fmla="*/ 1286 h 4213"/>
                  <a:gd name="connsiteX21-57951" fmla="*/ 753 w 2254"/>
                  <a:gd name="connsiteY21-57952" fmla="*/ 1117 h 4213"/>
                  <a:gd name="connsiteX22-57953" fmla="*/ 822 w 2254"/>
                  <a:gd name="connsiteY22-57954" fmla="*/ 748 h 4213"/>
                  <a:gd name="connsiteX23-57955" fmla="*/ 932 w 2254"/>
                  <a:gd name="connsiteY23-57956" fmla="*/ 486 h 4213"/>
                  <a:gd name="connsiteX24-57957" fmla="*/ 930 w 2254"/>
                  <a:gd name="connsiteY24-57958" fmla="*/ 358 h 4213"/>
                  <a:gd name="connsiteX25-57959" fmla="*/ 917 w 2254"/>
                  <a:gd name="connsiteY25-57960" fmla="*/ 328 h 4213"/>
                  <a:gd name="connsiteX26-57961" fmla="*/ 850 w 2254"/>
                  <a:gd name="connsiteY26-57962" fmla="*/ 251 h 4213"/>
                  <a:gd name="connsiteX27-57963" fmla="*/ 790 w 2254"/>
                  <a:gd name="connsiteY27-57964" fmla="*/ 217 h 4213"/>
                  <a:gd name="connsiteX28-57965" fmla="*/ 915 w 2254"/>
                  <a:gd name="connsiteY28-57966" fmla="*/ 56 h 4213"/>
                  <a:gd name="connsiteX29-57967" fmla="*/ 1088 w 2254"/>
                  <a:gd name="connsiteY29-57968" fmla="*/ 2 h 4213"/>
                  <a:gd name="connsiteX30-57969" fmla="*/ 1120 w 2254"/>
                  <a:gd name="connsiteY30-57970" fmla="*/ 49 h 4213"/>
                  <a:gd name="connsiteX31-57971" fmla="*/ 1110 w 2254"/>
                  <a:gd name="connsiteY31-57972" fmla="*/ 133 h 4213"/>
                  <a:gd name="connsiteX32-57973" fmla="*/ 1049 w 2254"/>
                  <a:gd name="connsiteY32-57974" fmla="*/ 243 h 4213"/>
                  <a:gd name="connsiteX33-57975" fmla="*/ 1119 w 2254"/>
                  <a:gd name="connsiteY33-57976" fmla="*/ 301 h 4213"/>
                  <a:gd name="connsiteX34-57977" fmla="*/ 1233 w 2254"/>
                  <a:gd name="connsiteY34-57978" fmla="*/ 366 h 4213"/>
                  <a:gd name="connsiteX35-57979" fmla="*/ 1253 w 2254"/>
                  <a:gd name="connsiteY35-57980" fmla="*/ 255 h 4213"/>
                  <a:gd name="connsiteX36-57981" fmla="*/ 1387 w 2254"/>
                  <a:gd name="connsiteY36-57982" fmla="*/ 291 h 4213"/>
                  <a:gd name="connsiteX37-57983" fmla="*/ 1412 w 2254"/>
                  <a:gd name="connsiteY37-57984" fmla="*/ 331 h 4213"/>
                  <a:gd name="connsiteX38-57985" fmla="*/ 1488 w 2254"/>
                  <a:gd name="connsiteY38-57986" fmla="*/ 562 h 4213"/>
                  <a:gd name="connsiteX39-57987" fmla="*/ 1523 w 2254"/>
                  <a:gd name="connsiteY39-57988" fmla="*/ 586 h 4213"/>
                  <a:gd name="connsiteX40-57989" fmla="*/ 1615 w 2254"/>
                  <a:gd name="connsiteY40-57990" fmla="*/ 578 h 4213"/>
                  <a:gd name="connsiteX41-57991" fmla="*/ 1875 w 2254"/>
                  <a:gd name="connsiteY41-57992" fmla="*/ 490 h 4213"/>
                  <a:gd name="connsiteX42-57993" fmla="*/ 2095 w 2254"/>
                  <a:gd name="connsiteY42-57994" fmla="*/ 479 h 4213"/>
                  <a:gd name="connsiteX43-57995" fmla="*/ 2155 w 2254"/>
                  <a:gd name="connsiteY43-57996" fmla="*/ 648 h 4213"/>
                  <a:gd name="connsiteX44-57997" fmla="*/ 2073 w 2254"/>
                  <a:gd name="connsiteY44-57998" fmla="*/ 944 h 4213"/>
                  <a:gd name="connsiteX45-57999" fmla="*/ 2073 w 2254"/>
                  <a:gd name="connsiteY45-58000" fmla="*/ 1022 h 4213"/>
                  <a:gd name="connsiteX46-58001" fmla="*/ 2142 w 2254"/>
                  <a:gd name="connsiteY46-58002" fmla="*/ 1168 h 4213"/>
                  <a:gd name="connsiteX47-58003" fmla="*/ 2157 w 2254"/>
                  <a:gd name="connsiteY47-58004" fmla="*/ 1427 h 4213"/>
                  <a:gd name="connsiteX48-58005" fmla="*/ 2159 w 2254"/>
                  <a:gd name="connsiteY48-58006" fmla="*/ 1617 h 4213"/>
                  <a:gd name="connsiteX49-58007" fmla="*/ 2092 w 2254"/>
                  <a:gd name="connsiteY49-58008" fmla="*/ 1625 h 4213"/>
                  <a:gd name="connsiteX50-58009" fmla="*/ 2070 w 2254"/>
                  <a:gd name="connsiteY50-58010" fmla="*/ 1507 h 4213"/>
                  <a:gd name="connsiteX51-58011" fmla="*/ 2035 w 2254"/>
                  <a:gd name="connsiteY51-58012" fmla="*/ 1450 h 4213"/>
                  <a:gd name="connsiteX52-58013" fmla="*/ 1945 w 2254"/>
                  <a:gd name="connsiteY52-58014" fmla="*/ 1582 h 4213"/>
                  <a:gd name="connsiteX53-58015" fmla="*/ 1832 w 2254"/>
                  <a:gd name="connsiteY53-58016" fmla="*/ 1776 h 4213"/>
                  <a:gd name="connsiteX54-58017" fmla="*/ 1713 w 2254"/>
                  <a:gd name="connsiteY54-58018" fmla="*/ 1904 h 4213"/>
                  <a:gd name="connsiteX55-58019" fmla="*/ 1706 w 2254"/>
                  <a:gd name="connsiteY55-58020" fmla="*/ 2018 h 4213"/>
                  <a:gd name="connsiteX56-58021" fmla="*/ 1766 w 2254"/>
                  <a:gd name="connsiteY56-58022" fmla="*/ 2115 h 4213"/>
                  <a:gd name="connsiteX57-58023" fmla="*/ 1868 w 2254"/>
                  <a:gd name="connsiteY57-58024" fmla="*/ 2183 h 4213"/>
                  <a:gd name="connsiteX58-58025" fmla="*/ 1945 w 2254"/>
                  <a:gd name="connsiteY58-58026" fmla="*/ 2178 h 4213"/>
                  <a:gd name="connsiteX59-58027" fmla="*/ 1990 w 2254"/>
                  <a:gd name="connsiteY59-58028" fmla="*/ 2104 h 4213"/>
                  <a:gd name="connsiteX60-58029" fmla="*/ 2024 w 2254"/>
                  <a:gd name="connsiteY60-58030" fmla="*/ 2210 h 4213"/>
                  <a:gd name="connsiteX61-58031" fmla="*/ 1912 w 2254"/>
                  <a:gd name="connsiteY61-58032" fmla="*/ 2249 h 4213"/>
                  <a:gd name="connsiteX62-58033" fmla="*/ 1959 w 2254"/>
                  <a:gd name="connsiteY62-58034" fmla="*/ 2362 h 4213"/>
                  <a:gd name="connsiteX63-58035" fmla="*/ 1824 w 2254"/>
                  <a:gd name="connsiteY63-58036" fmla="*/ 2509 h 4213"/>
                  <a:gd name="connsiteX64-58037" fmla="*/ 1783 w 2254"/>
                  <a:gd name="connsiteY64-58038" fmla="*/ 2498 h 4213"/>
                  <a:gd name="connsiteX65-58039" fmla="*/ 1659 w 2254"/>
                  <a:gd name="connsiteY65-58040" fmla="*/ 2413 h 4213"/>
                  <a:gd name="connsiteX66-58041" fmla="*/ 1604 w 2254"/>
                  <a:gd name="connsiteY66-58042" fmla="*/ 2412 h 4213"/>
                  <a:gd name="connsiteX67-58043" fmla="*/ 1569 w 2254"/>
                  <a:gd name="connsiteY67-58044" fmla="*/ 2480 h 4213"/>
                  <a:gd name="connsiteX68-58045" fmla="*/ 1572 w 2254"/>
                  <a:gd name="connsiteY68-58046" fmla="*/ 2562 h 4213"/>
                  <a:gd name="connsiteX69-58047" fmla="*/ 1750 w 2254"/>
                  <a:gd name="connsiteY69-58048" fmla="*/ 2730 h 4213"/>
                  <a:gd name="connsiteX70-58049" fmla="*/ 1749 w 2254"/>
                  <a:gd name="connsiteY70-58050" fmla="*/ 2844 h 4213"/>
                  <a:gd name="connsiteX71-58051" fmla="*/ 1840 w 2254"/>
                  <a:gd name="connsiteY71-58052" fmla="*/ 3060 h 4213"/>
                  <a:gd name="connsiteX72-58053" fmla="*/ 1866 w 2254"/>
                  <a:gd name="connsiteY72-58054" fmla="*/ 3090 h 4213"/>
                  <a:gd name="connsiteX73-58055" fmla="*/ 1910 w 2254"/>
                  <a:gd name="connsiteY73-58056" fmla="*/ 3094 h 4213"/>
                  <a:gd name="connsiteX74-58057" fmla="*/ 1956 w 2254"/>
                  <a:gd name="connsiteY74-58058" fmla="*/ 3010 h 4213"/>
                  <a:gd name="connsiteX75-58059" fmla="*/ 2036 w 2254"/>
                  <a:gd name="connsiteY75-58060" fmla="*/ 2950 h 4213"/>
                  <a:gd name="connsiteX76-58061" fmla="*/ 2131 w 2254"/>
                  <a:gd name="connsiteY76-58062" fmla="*/ 3126 h 4213"/>
                  <a:gd name="connsiteX77-58063" fmla="*/ 2241 w 2254"/>
                  <a:gd name="connsiteY77-58064" fmla="*/ 3312 h 4213"/>
                  <a:gd name="connsiteX78-58065" fmla="*/ 2254 w 2254"/>
                  <a:gd name="connsiteY78-58066" fmla="*/ 3342 h 4213"/>
                  <a:gd name="connsiteX79-58067" fmla="*/ 2243 w 2254"/>
                  <a:gd name="connsiteY79-58068" fmla="*/ 3518 h 4213"/>
                  <a:gd name="connsiteX80-58069" fmla="*/ 2208 w 2254"/>
                  <a:gd name="connsiteY80-58070" fmla="*/ 3554 h 4213"/>
                  <a:gd name="connsiteX81-58071" fmla="*/ 2119 w 2254"/>
                  <a:gd name="connsiteY81-58072" fmla="*/ 3515 h 4213"/>
                  <a:gd name="connsiteX82-58073" fmla="*/ 1885 w 2254"/>
                  <a:gd name="connsiteY82-58074" fmla="*/ 3644 h 4213"/>
                  <a:gd name="connsiteX83-58075" fmla="*/ 1859 w 2254"/>
                  <a:gd name="connsiteY83-58076" fmla="*/ 3666 h 4213"/>
                  <a:gd name="connsiteX84-58077" fmla="*/ 1679 w 2254"/>
                  <a:gd name="connsiteY84-58078" fmla="*/ 3812 h 4213"/>
                  <a:gd name="connsiteX85-58079" fmla="*/ 1538 w 2254"/>
                  <a:gd name="connsiteY85-58080" fmla="*/ 3926 h 4213"/>
                  <a:gd name="connsiteX86-58081" fmla="*/ 1503 w 2254"/>
                  <a:gd name="connsiteY86-58082" fmla="*/ 3965 h 4213"/>
                  <a:gd name="connsiteX87-58083" fmla="*/ 1451 w 2254"/>
                  <a:gd name="connsiteY87-58084" fmla="*/ 3973 h 4213"/>
                  <a:gd name="connsiteX88-58085" fmla="*/ 1394 w 2254"/>
                  <a:gd name="connsiteY88-58086" fmla="*/ 3916 h 4213"/>
                  <a:gd name="connsiteX89-58087" fmla="*/ 1270 w 2254"/>
                  <a:gd name="connsiteY89-58088" fmla="*/ 3808 h 4213"/>
                  <a:gd name="connsiteX90-58089" fmla="*/ 1294 w 2254"/>
                  <a:gd name="connsiteY90-58090" fmla="*/ 4064 h 4213"/>
                  <a:gd name="connsiteX91-58091" fmla="*/ 1303 w 2254"/>
                  <a:gd name="connsiteY91-58092" fmla="*/ 4192 h 4213"/>
                  <a:gd name="connsiteX92-58093" fmla="*/ 1041 w 2254"/>
                  <a:gd name="connsiteY92-58094" fmla="*/ 4166 h 4213"/>
                  <a:gd name="connsiteX93-58095" fmla="*/ 959 w 2254"/>
                  <a:gd name="connsiteY93-58096" fmla="*/ 3987 h 4213"/>
                  <a:gd name="connsiteX94-58097" fmla="*/ 877 w 2254"/>
                  <a:gd name="connsiteY94-58098" fmla="*/ 3802 h 4213"/>
                  <a:gd name="connsiteX95-58099" fmla="*/ 798 w 2254"/>
                  <a:gd name="connsiteY95-58100" fmla="*/ 3734 h 4213"/>
                  <a:gd name="connsiteX96-58101" fmla="*/ 679 w 2254"/>
                  <a:gd name="connsiteY96-58102" fmla="*/ 3800 h 4213"/>
                  <a:gd name="connsiteX97-58103" fmla="*/ 695 w 2254"/>
                  <a:gd name="connsiteY97-58104" fmla="*/ 3662 h 4213"/>
                  <a:gd name="connsiteX98-58105" fmla="*/ 633 w 2254"/>
                  <a:gd name="connsiteY98-58106" fmla="*/ 3500 h 4213"/>
                  <a:gd name="connsiteX99-58107" fmla="*/ 742 w 2254"/>
                  <a:gd name="connsiteY99-58108" fmla="*/ 3280 h 4213"/>
                  <a:gd name="connsiteX100-58109" fmla="*/ 932 w 2254"/>
                  <a:gd name="connsiteY100-58110" fmla="*/ 3195 h 4213"/>
                  <a:gd name="connsiteX101-58111" fmla="*/ 1040 w 2254"/>
                  <a:gd name="connsiteY101-58112" fmla="*/ 3058 h 4213"/>
                  <a:gd name="connsiteX102-58113" fmla="*/ 1257 w 2254"/>
                  <a:gd name="connsiteY102-58114" fmla="*/ 3273 h 4213"/>
                  <a:gd name="connsiteX103-58115" fmla="*/ 1107 w 2254"/>
                  <a:gd name="connsiteY103-58116" fmla="*/ 2878 h 4213"/>
                  <a:gd name="connsiteX104-58117" fmla="*/ 1215 w 2254"/>
                  <a:gd name="connsiteY104-58118" fmla="*/ 2615 h 4213"/>
                  <a:gd name="connsiteX0-58119" fmla="*/ 1215 w 2254"/>
                  <a:gd name="connsiteY0-58120" fmla="*/ 2615 h 4213"/>
                  <a:gd name="connsiteX1-58121" fmla="*/ 1184 w 2254"/>
                  <a:gd name="connsiteY1-58122" fmla="*/ 2346 h 4213"/>
                  <a:gd name="connsiteX2-58123" fmla="*/ 1068 w 2254"/>
                  <a:gd name="connsiteY2-58124" fmla="*/ 2333 h 4213"/>
                  <a:gd name="connsiteX3-58125" fmla="*/ 1066 w 2254"/>
                  <a:gd name="connsiteY3-58126" fmla="*/ 2117 h 4213"/>
                  <a:gd name="connsiteX4-58127" fmla="*/ 990 w 2254"/>
                  <a:gd name="connsiteY4-58128" fmla="*/ 2039 h 4213"/>
                  <a:gd name="connsiteX5-58129" fmla="*/ 847 w 2254"/>
                  <a:gd name="connsiteY5-58130" fmla="*/ 1951 h 4213"/>
                  <a:gd name="connsiteX6-58131" fmla="*/ 755 w 2254"/>
                  <a:gd name="connsiteY6-58132" fmla="*/ 1827 h 4213"/>
                  <a:gd name="connsiteX7-58133" fmla="*/ 659 w 2254"/>
                  <a:gd name="connsiteY7-58134" fmla="*/ 1828 h 4213"/>
                  <a:gd name="connsiteX8-58135" fmla="*/ 614 w 2254"/>
                  <a:gd name="connsiteY8-58136" fmla="*/ 1883 h 4213"/>
                  <a:gd name="connsiteX9-58137" fmla="*/ 521 w 2254"/>
                  <a:gd name="connsiteY9-58138" fmla="*/ 1877 h 4213"/>
                  <a:gd name="connsiteX10-58139" fmla="*/ 501 w 2254"/>
                  <a:gd name="connsiteY10-58140" fmla="*/ 1994 h 4213"/>
                  <a:gd name="connsiteX11-58141" fmla="*/ 320 w 2254"/>
                  <a:gd name="connsiteY11-58142" fmla="*/ 1941 h 4213"/>
                  <a:gd name="connsiteX12-58143" fmla="*/ 237 w 2254"/>
                  <a:gd name="connsiteY12-58144" fmla="*/ 1939 h 4213"/>
                  <a:gd name="connsiteX13-58145" fmla="*/ 112 w 2254"/>
                  <a:gd name="connsiteY13-58146" fmla="*/ 2014 h 4213"/>
                  <a:gd name="connsiteX14-58147" fmla="*/ 0 w 2254"/>
                  <a:gd name="connsiteY14-58148" fmla="*/ 1890 h 4213"/>
                  <a:gd name="connsiteX15-58149" fmla="*/ 94 w 2254"/>
                  <a:gd name="connsiteY15-58150" fmla="*/ 1804 h 4213"/>
                  <a:gd name="connsiteX16-58151" fmla="*/ 98 w 2254"/>
                  <a:gd name="connsiteY16-58152" fmla="*/ 1634 h 4213"/>
                  <a:gd name="connsiteX17-58153" fmla="*/ 153 w 2254"/>
                  <a:gd name="connsiteY17-58154" fmla="*/ 1514 h 4213"/>
                  <a:gd name="connsiteX18-58155" fmla="*/ 196 w 2254"/>
                  <a:gd name="connsiteY18-58156" fmla="*/ 1306 h 4213"/>
                  <a:gd name="connsiteX19-58157" fmla="*/ 256 w 2254"/>
                  <a:gd name="connsiteY19-58158" fmla="*/ 1307 h 4213"/>
                  <a:gd name="connsiteX20-58159" fmla="*/ 579 w 2254"/>
                  <a:gd name="connsiteY20-58160" fmla="*/ 1286 h 4213"/>
                  <a:gd name="connsiteX21-58161" fmla="*/ 753 w 2254"/>
                  <a:gd name="connsiteY21-58162" fmla="*/ 1117 h 4213"/>
                  <a:gd name="connsiteX22-58163" fmla="*/ 822 w 2254"/>
                  <a:gd name="connsiteY22-58164" fmla="*/ 748 h 4213"/>
                  <a:gd name="connsiteX23-58165" fmla="*/ 932 w 2254"/>
                  <a:gd name="connsiteY23-58166" fmla="*/ 486 h 4213"/>
                  <a:gd name="connsiteX24-58167" fmla="*/ 930 w 2254"/>
                  <a:gd name="connsiteY24-58168" fmla="*/ 358 h 4213"/>
                  <a:gd name="connsiteX25-58169" fmla="*/ 917 w 2254"/>
                  <a:gd name="connsiteY25-58170" fmla="*/ 328 h 4213"/>
                  <a:gd name="connsiteX26-58171" fmla="*/ 850 w 2254"/>
                  <a:gd name="connsiteY26-58172" fmla="*/ 251 h 4213"/>
                  <a:gd name="connsiteX27-58173" fmla="*/ 790 w 2254"/>
                  <a:gd name="connsiteY27-58174" fmla="*/ 217 h 4213"/>
                  <a:gd name="connsiteX28-58175" fmla="*/ 915 w 2254"/>
                  <a:gd name="connsiteY28-58176" fmla="*/ 56 h 4213"/>
                  <a:gd name="connsiteX29-58177" fmla="*/ 1088 w 2254"/>
                  <a:gd name="connsiteY29-58178" fmla="*/ 2 h 4213"/>
                  <a:gd name="connsiteX30-58179" fmla="*/ 1120 w 2254"/>
                  <a:gd name="connsiteY30-58180" fmla="*/ 49 h 4213"/>
                  <a:gd name="connsiteX31-58181" fmla="*/ 1110 w 2254"/>
                  <a:gd name="connsiteY31-58182" fmla="*/ 133 h 4213"/>
                  <a:gd name="connsiteX32-58183" fmla="*/ 1049 w 2254"/>
                  <a:gd name="connsiteY32-58184" fmla="*/ 243 h 4213"/>
                  <a:gd name="connsiteX33-58185" fmla="*/ 1119 w 2254"/>
                  <a:gd name="connsiteY33-58186" fmla="*/ 301 h 4213"/>
                  <a:gd name="connsiteX34-58187" fmla="*/ 1233 w 2254"/>
                  <a:gd name="connsiteY34-58188" fmla="*/ 366 h 4213"/>
                  <a:gd name="connsiteX35-58189" fmla="*/ 1253 w 2254"/>
                  <a:gd name="connsiteY35-58190" fmla="*/ 255 h 4213"/>
                  <a:gd name="connsiteX36-58191" fmla="*/ 1387 w 2254"/>
                  <a:gd name="connsiteY36-58192" fmla="*/ 291 h 4213"/>
                  <a:gd name="connsiteX37-58193" fmla="*/ 1412 w 2254"/>
                  <a:gd name="connsiteY37-58194" fmla="*/ 331 h 4213"/>
                  <a:gd name="connsiteX38-58195" fmla="*/ 1488 w 2254"/>
                  <a:gd name="connsiteY38-58196" fmla="*/ 562 h 4213"/>
                  <a:gd name="connsiteX39-58197" fmla="*/ 1523 w 2254"/>
                  <a:gd name="connsiteY39-58198" fmla="*/ 586 h 4213"/>
                  <a:gd name="connsiteX40-58199" fmla="*/ 1615 w 2254"/>
                  <a:gd name="connsiteY40-58200" fmla="*/ 578 h 4213"/>
                  <a:gd name="connsiteX41-58201" fmla="*/ 1875 w 2254"/>
                  <a:gd name="connsiteY41-58202" fmla="*/ 490 h 4213"/>
                  <a:gd name="connsiteX42-58203" fmla="*/ 2095 w 2254"/>
                  <a:gd name="connsiteY42-58204" fmla="*/ 479 h 4213"/>
                  <a:gd name="connsiteX43-58205" fmla="*/ 2155 w 2254"/>
                  <a:gd name="connsiteY43-58206" fmla="*/ 648 h 4213"/>
                  <a:gd name="connsiteX44-58207" fmla="*/ 2073 w 2254"/>
                  <a:gd name="connsiteY44-58208" fmla="*/ 944 h 4213"/>
                  <a:gd name="connsiteX45-58209" fmla="*/ 2073 w 2254"/>
                  <a:gd name="connsiteY45-58210" fmla="*/ 1022 h 4213"/>
                  <a:gd name="connsiteX46-58211" fmla="*/ 2142 w 2254"/>
                  <a:gd name="connsiteY46-58212" fmla="*/ 1168 h 4213"/>
                  <a:gd name="connsiteX47-58213" fmla="*/ 2157 w 2254"/>
                  <a:gd name="connsiteY47-58214" fmla="*/ 1427 h 4213"/>
                  <a:gd name="connsiteX48-58215" fmla="*/ 2159 w 2254"/>
                  <a:gd name="connsiteY48-58216" fmla="*/ 1617 h 4213"/>
                  <a:gd name="connsiteX49-58217" fmla="*/ 2092 w 2254"/>
                  <a:gd name="connsiteY49-58218" fmla="*/ 1625 h 4213"/>
                  <a:gd name="connsiteX50-58219" fmla="*/ 2070 w 2254"/>
                  <a:gd name="connsiteY50-58220" fmla="*/ 1507 h 4213"/>
                  <a:gd name="connsiteX51-58221" fmla="*/ 2035 w 2254"/>
                  <a:gd name="connsiteY51-58222" fmla="*/ 1450 h 4213"/>
                  <a:gd name="connsiteX52-58223" fmla="*/ 1945 w 2254"/>
                  <a:gd name="connsiteY52-58224" fmla="*/ 1582 h 4213"/>
                  <a:gd name="connsiteX53-58225" fmla="*/ 1832 w 2254"/>
                  <a:gd name="connsiteY53-58226" fmla="*/ 1776 h 4213"/>
                  <a:gd name="connsiteX54-58227" fmla="*/ 1713 w 2254"/>
                  <a:gd name="connsiteY54-58228" fmla="*/ 1904 h 4213"/>
                  <a:gd name="connsiteX55-58229" fmla="*/ 1706 w 2254"/>
                  <a:gd name="connsiteY55-58230" fmla="*/ 2018 h 4213"/>
                  <a:gd name="connsiteX56-58231" fmla="*/ 1766 w 2254"/>
                  <a:gd name="connsiteY56-58232" fmla="*/ 2115 h 4213"/>
                  <a:gd name="connsiteX57-58233" fmla="*/ 1868 w 2254"/>
                  <a:gd name="connsiteY57-58234" fmla="*/ 2183 h 4213"/>
                  <a:gd name="connsiteX58-58235" fmla="*/ 1945 w 2254"/>
                  <a:gd name="connsiteY58-58236" fmla="*/ 2178 h 4213"/>
                  <a:gd name="connsiteX59-58237" fmla="*/ 1990 w 2254"/>
                  <a:gd name="connsiteY59-58238" fmla="*/ 2104 h 4213"/>
                  <a:gd name="connsiteX60-58239" fmla="*/ 2024 w 2254"/>
                  <a:gd name="connsiteY60-58240" fmla="*/ 2210 h 4213"/>
                  <a:gd name="connsiteX61-58241" fmla="*/ 1912 w 2254"/>
                  <a:gd name="connsiteY61-58242" fmla="*/ 2249 h 4213"/>
                  <a:gd name="connsiteX62-58243" fmla="*/ 1959 w 2254"/>
                  <a:gd name="connsiteY62-58244" fmla="*/ 2362 h 4213"/>
                  <a:gd name="connsiteX63-58245" fmla="*/ 1824 w 2254"/>
                  <a:gd name="connsiteY63-58246" fmla="*/ 2509 h 4213"/>
                  <a:gd name="connsiteX64-58247" fmla="*/ 1783 w 2254"/>
                  <a:gd name="connsiteY64-58248" fmla="*/ 2498 h 4213"/>
                  <a:gd name="connsiteX65-58249" fmla="*/ 1659 w 2254"/>
                  <a:gd name="connsiteY65-58250" fmla="*/ 2413 h 4213"/>
                  <a:gd name="connsiteX66-58251" fmla="*/ 1604 w 2254"/>
                  <a:gd name="connsiteY66-58252" fmla="*/ 2412 h 4213"/>
                  <a:gd name="connsiteX67-58253" fmla="*/ 1569 w 2254"/>
                  <a:gd name="connsiteY67-58254" fmla="*/ 2480 h 4213"/>
                  <a:gd name="connsiteX68-58255" fmla="*/ 1572 w 2254"/>
                  <a:gd name="connsiteY68-58256" fmla="*/ 2562 h 4213"/>
                  <a:gd name="connsiteX69-58257" fmla="*/ 1750 w 2254"/>
                  <a:gd name="connsiteY69-58258" fmla="*/ 2730 h 4213"/>
                  <a:gd name="connsiteX70-58259" fmla="*/ 1749 w 2254"/>
                  <a:gd name="connsiteY70-58260" fmla="*/ 2844 h 4213"/>
                  <a:gd name="connsiteX71-58261" fmla="*/ 1840 w 2254"/>
                  <a:gd name="connsiteY71-58262" fmla="*/ 3060 h 4213"/>
                  <a:gd name="connsiteX72-58263" fmla="*/ 1866 w 2254"/>
                  <a:gd name="connsiteY72-58264" fmla="*/ 3090 h 4213"/>
                  <a:gd name="connsiteX73-58265" fmla="*/ 1910 w 2254"/>
                  <a:gd name="connsiteY73-58266" fmla="*/ 3094 h 4213"/>
                  <a:gd name="connsiteX74-58267" fmla="*/ 1956 w 2254"/>
                  <a:gd name="connsiteY74-58268" fmla="*/ 3010 h 4213"/>
                  <a:gd name="connsiteX75-58269" fmla="*/ 2036 w 2254"/>
                  <a:gd name="connsiteY75-58270" fmla="*/ 2950 h 4213"/>
                  <a:gd name="connsiteX76-58271" fmla="*/ 2131 w 2254"/>
                  <a:gd name="connsiteY76-58272" fmla="*/ 3126 h 4213"/>
                  <a:gd name="connsiteX77-58273" fmla="*/ 2241 w 2254"/>
                  <a:gd name="connsiteY77-58274" fmla="*/ 3312 h 4213"/>
                  <a:gd name="connsiteX78-58275" fmla="*/ 2254 w 2254"/>
                  <a:gd name="connsiteY78-58276" fmla="*/ 3342 h 4213"/>
                  <a:gd name="connsiteX79-58277" fmla="*/ 2243 w 2254"/>
                  <a:gd name="connsiteY79-58278" fmla="*/ 3518 h 4213"/>
                  <a:gd name="connsiteX80-58279" fmla="*/ 2208 w 2254"/>
                  <a:gd name="connsiteY80-58280" fmla="*/ 3554 h 4213"/>
                  <a:gd name="connsiteX81-58281" fmla="*/ 2119 w 2254"/>
                  <a:gd name="connsiteY81-58282" fmla="*/ 3515 h 4213"/>
                  <a:gd name="connsiteX82-58283" fmla="*/ 1885 w 2254"/>
                  <a:gd name="connsiteY82-58284" fmla="*/ 3644 h 4213"/>
                  <a:gd name="connsiteX83-58285" fmla="*/ 1859 w 2254"/>
                  <a:gd name="connsiteY83-58286" fmla="*/ 3666 h 4213"/>
                  <a:gd name="connsiteX84-58287" fmla="*/ 1679 w 2254"/>
                  <a:gd name="connsiteY84-58288" fmla="*/ 3812 h 4213"/>
                  <a:gd name="connsiteX85-58289" fmla="*/ 1538 w 2254"/>
                  <a:gd name="connsiteY85-58290" fmla="*/ 3926 h 4213"/>
                  <a:gd name="connsiteX86-58291" fmla="*/ 1503 w 2254"/>
                  <a:gd name="connsiteY86-58292" fmla="*/ 3965 h 4213"/>
                  <a:gd name="connsiteX87-58293" fmla="*/ 1451 w 2254"/>
                  <a:gd name="connsiteY87-58294" fmla="*/ 3973 h 4213"/>
                  <a:gd name="connsiteX88-58295" fmla="*/ 1394 w 2254"/>
                  <a:gd name="connsiteY88-58296" fmla="*/ 3916 h 4213"/>
                  <a:gd name="connsiteX89-58297" fmla="*/ 1270 w 2254"/>
                  <a:gd name="connsiteY89-58298" fmla="*/ 3808 h 4213"/>
                  <a:gd name="connsiteX90-58299" fmla="*/ 1294 w 2254"/>
                  <a:gd name="connsiteY90-58300" fmla="*/ 4064 h 4213"/>
                  <a:gd name="connsiteX91-58301" fmla="*/ 1303 w 2254"/>
                  <a:gd name="connsiteY91-58302" fmla="*/ 4192 h 4213"/>
                  <a:gd name="connsiteX92-58303" fmla="*/ 1041 w 2254"/>
                  <a:gd name="connsiteY92-58304" fmla="*/ 4166 h 4213"/>
                  <a:gd name="connsiteX93-58305" fmla="*/ 959 w 2254"/>
                  <a:gd name="connsiteY93-58306" fmla="*/ 3987 h 4213"/>
                  <a:gd name="connsiteX94-58307" fmla="*/ 877 w 2254"/>
                  <a:gd name="connsiteY94-58308" fmla="*/ 3802 h 4213"/>
                  <a:gd name="connsiteX95-58309" fmla="*/ 798 w 2254"/>
                  <a:gd name="connsiteY95-58310" fmla="*/ 3734 h 4213"/>
                  <a:gd name="connsiteX96-58311" fmla="*/ 679 w 2254"/>
                  <a:gd name="connsiteY96-58312" fmla="*/ 3800 h 4213"/>
                  <a:gd name="connsiteX97-58313" fmla="*/ 695 w 2254"/>
                  <a:gd name="connsiteY97-58314" fmla="*/ 3662 h 4213"/>
                  <a:gd name="connsiteX98-58315" fmla="*/ 633 w 2254"/>
                  <a:gd name="connsiteY98-58316" fmla="*/ 3500 h 4213"/>
                  <a:gd name="connsiteX99-58317" fmla="*/ 742 w 2254"/>
                  <a:gd name="connsiteY99-58318" fmla="*/ 3280 h 4213"/>
                  <a:gd name="connsiteX100-58319" fmla="*/ 932 w 2254"/>
                  <a:gd name="connsiteY100-58320" fmla="*/ 3195 h 4213"/>
                  <a:gd name="connsiteX101-58321" fmla="*/ 1040 w 2254"/>
                  <a:gd name="connsiteY101-58322" fmla="*/ 3058 h 4213"/>
                  <a:gd name="connsiteX102-58323" fmla="*/ 1107 w 2254"/>
                  <a:gd name="connsiteY102-58324" fmla="*/ 2878 h 4213"/>
                  <a:gd name="connsiteX103-58325" fmla="*/ 1215 w 2254"/>
                  <a:gd name="connsiteY103-58326" fmla="*/ 2615 h 4213"/>
                  <a:gd name="connsiteX0-58327" fmla="*/ 1215 w 2254"/>
                  <a:gd name="connsiteY0-58328" fmla="*/ 2615 h 4213"/>
                  <a:gd name="connsiteX1-58329" fmla="*/ 1184 w 2254"/>
                  <a:gd name="connsiteY1-58330" fmla="*/ 2346 h 4213"/>
                  <a:gd name="connsiteX2-58331" fmla="*/ 1068 w 2254"/>
                  <a:gd name="connsiteY2-58332" fmla="*/ 2333 h 4213"/>
                  <a:gd name="connsiteX3-58333" fmla="*/ 1066 w 2254"/>
                  <a:gd name="connsiteY3-58334" fmla="*/ 2117 h 4213"/>
                  <a:gd name="connsiteX4-58335" fmla="*/ 990 w 2254"/>
                  <a:gd name="connsiteY4-58336" fmla="*/ 2039 h 4213"/>
                  <a:gd name="connsiteX5-58337" fmla="*/ 847 w 2254"/>
                  <a:gd name="connsiteY5-58338" fmla="*/ 1951 h 4213"/>
                  <a:gd name="connsiteX6-58339" fmla="*/ 755 w 2254"/>
                  <a:gd name="connsiteY6-58340" fmla="*/ 1827 h 4213"/>
                  <a:gd name="connsiteX7-58341" fmla="*/ 659 w 2254"/>
                  <a:gd name="connsiteY7-58342" fmla="*/ 1828 h 4213"/>
                  <a:gd name="connsiteX8-58343" fmla="*/ 614 w 2254"/>
                  <a:gd name="connsiteY8-58344" fmla="*/ 1883 h 4213"/>
                  <a:gd name="connsiteX9-58345" fmla="*/ 521 w 2254"/>
                  <a:gd name="connsiteY9-58346" fmla="*/ 1877 h 4213"/>
                  <a:gd name="connsiteX10-58347" fmla="*/ 501 w 2254"/>
                  <a:gd name="connsiteY10-58348" fmla="*/ 1994 h 4213"/>
                  <a:gd name="connsiteX11-58349" fmla="*/ 320 w 2254"/>
                  <a:gd name="connsiteY11-58350" fmla="*/ 1941 h 4213"/>
                  <a:gd name="connsiteX12-58351" fmla="*/ 237 w 2254"/>
                  <a:gd name="connsiteY12-58352" fmla="*/ 1939 h 4213"/>
                  <a:gd name="connsiteX13-58353" fmla="*/ 112 w 2254"/>
                  <a:gd name="connsiteY13-58354" fmla="*/ 2014 h 4213"/>
                  <a:gd name="connsiteX14-58355" fmla="*/ 0 w 2254"/>
                  <a:gd name="connsiteY14-58356" fmla="*/ 1890 h 4213"/>
                  <a:gd name="connsiteX15-58357" fmla="*/ 94 w 2254"/>
                  <a:gd name="connsiteY15-58358" fmla="*/ 1804 h 4213"/>
                  <a:gd name="connsiteX16-58359" fmla="*/ 98 w 2254"/>
                  <a:gd name="connsiteY16-58360" fmla="*/ 1634 h 4213"/>
                  <a:gd name="connsiteX17-58361" fmla="*/ 153 w 2254"/>
                  <a:gd name="connsiteY17-58362" fmla="*/ 1514 h 4213"/>
                  <a:gd name="connsiteX18-58363" fmla="*/ 196 w 2254"/>
                  <a:gd name="connsiteY18-58364" fmla="*/ 1306 h 4213"/>
                  <a:gd name="connsiteX19-58365" fmla="*/ 256 w 2254"/>
                  <a:gd name="connsiteY19-58366" fmla="*/ 1307 h 4213"/>
                  <a:gd name="connsiteX20-58367" fmla="*/ 579 w 2254"/>
                  <a:gd name="connsiteY20-58368" fmla="*/ 1286 h 4213"/>
                  <a:gd name="connsiteX21-58369" fmla="*/ 753 w 2254"/>
                  <a:gd name="connsiteY21-58370" fmla="*/ 1117 h 4213"/>
                  <a:gd name="connsiteX22-58371" fmla="*/ 822 w 2254"/>
                  <a:gd name="connsiteY22-58372" fmla="*/ 748 h 4213"/>
                  <a:gd name="connsiteX23-58373" fmla="*/ 932 w 2254"/>
                  <a:gd name="connsiteY23-58374" fmla="*/ 486 h 4213"/>
                  <a:gd name="connsiteX24-58375" fmla="*/ 930 w 2254"/>
                  <a:gd name="connsiteY24-58376" fmla="*/ 358 h 4213"/>
                  <a:gd name="connsiteX25-58377" fmla="*/ 917 w 2254"/>
                  <a:gd name="connsiteY25-58378" fmla="*/ 328 h 4213"/>
                  <a:gd name="connsiteX26-58379" fmla="*/ 850 w 2254"/>
                  <a:gd name="connsiteY26-58380" fmla="*/ 251 h 4213"/>
                  <a:gd name="connsiteX27-58381" fmla="*/ 790 w 2254"/>
                  <a:gd name="connsiteY27-58382" fmla="*/ 217 h 4213"/>
                  <a:gd name="connsiteX28-58383" fmla="*/ 915 w 2254"/>
                  <a:gd name="connsiteY28-58384" fmla="*/ 56 h 4213"/>
                  <a:gd name="connsiteX29-58385" fmla="*/ 1088 w 2254"/>
                  <a:gd name="connsiteY29-58386" fmla="*/ 2 h 4213"/>
                  <a:gd name="connsiteX30-58387" fmla="*/ 1120 w 2254"/>
                  <a:gd name="connsiteY30-58388" fmla="*/ 49 h 4213"/>
                  <a:gd name="connsiteX31-58389" fmla="*/ 1110 w 2254"/>
                  <a:gd name="connsiteY31-58390" fmla="*/ 133 h 4213"/>
                  <a:gd name="connsiteX32-58391" fmla="*/ 1049 w 2254"/>
                  <a:gd name="connsiteY32-58392" fmla="*/ 243 h 4213"/>
                  <a:gd name="connsiteX33-58393" fmla="*/ 1119 w 2254"/>
                  <a:gd name="connsiteY33-58394" fmla="*/ 301 h 4213"/>
                  <a:gd name="connsiteX34-58395" fmla="*/ 1233 w 2254"/>
                  <a:gd name="connsiteY34-58396" fmla="*/ 366 h 4213"/>
                  <a:gd name="connsiteX35-58397" fmla="*/ 1253 w 2254"/>
                  <a:gd name="connsiteY35-58398" fmla="*/ 255 h 4213"/>
                  <a:gd name="connsiteX36-58399" fmla="*/ 1387 w 2254"/>
                  <a:gd name="connsiteY36-58400" fmla="*/ 291 h 4213"/>
                  <a:gd name="connsiteX37-58401" fmla="*/ 1412 w 2254"/>
                  <a:gd name="connsiteY37-58402" fmla="*/ 331 h 4213"/>
                  <a:gd name="connsiteX38-58403" fmla="*/ 1488 w 2254"/>
                  <a:gd name="connsiteY38-58404" fmla="*/ 562 h 4213"/>
                  <a:gd name="connsiteX39-58405" fmla="*/ 1523 w 2254"/>
                  <a:gd name="connsiteY39-58406" fmla="*/ 586 h 4213"/>
                  <a:gd name="connsiteX40-58407" fmla="*/ 1615 w 2254"/>
                  <a:gd name="connsiteY40-58408" fmla="*/ 578 h 4213"/>
                  <a:gd name="connsiteX41-58409" fmla="*/ 1875 w 2254"/>
                  <a:gd name="connsiteY41-58410" fmla="*/ 490 h 4213"/>
                  <a:gd name="connsiteX42-58411" fmla="*/ 2095 w 2254"/>
                  <a:gd name="connsiteY42-58412" fmla="*/ 479 h 4213"/>
                  <a:gd name="connsiteX43-58413" fmla="*/ 2155 w 2254"/>
                  <a:gd name="connsiteY43-58414" fmla="*/ 648 h 4213"/>
                  <a:gd name="connsiteX44-58415" fmla="*/ 2073 w 2254"/>
                  <a:gd name="connsiteY44-58416" fmla="*/ 944 h 4213"/>
                  <a:gd name="connsiteX45-58417" fmla="*/ 2073 w 2254"/>
                  <a:gd name="connsiteY45-58418" fmla="*/ 1022 h 4213"/>
                  <a:gd name="connsiteX46-58419" fmla="*/ 2142 w 2254"/>
                  <a:gd name="connsiteY46-58420" fmla="*/ 1168 h 4213"/>
                  <a:gd name="connsiteX47-58421" fmla="*/ 2157 w 2254"/>
                  <a:gd name="connsiteY47-58422" fmla="*/ 1427 h 4213"/>
                  <a:gd name="connsiteX48-58423" fmla="*/ 2159 w 2254"/>
                  <a:gd name="connsiteY48-58424" fmla="*/ 1617 h 4213"/>
                  <a:gd name="connsiteX49-58425" fmla="*/ 2092 w 2254"/>
                  <a:gd name="connsiteY49-58426" fmla="*/ 1625 h 4213"/>
                  <a:gd name="connsiteX50-58427" fmla="*/ 2070 w 2254"/>
                  <a:gd name="connsiteY50-58428" fmla="*/ 1507 h 4213"/>
                  <a:gd name="connsiteX51-58429" fmla="*/ 2035 w 2254"/>
                  <a:gd name="connsiteY51-58430" fmla="*/ 1450 h 4213"/>
                  <a:gd name="connsiteX52-58431" fmla="*/ 1945 w 2254"/>
                  <a:gd name="connsiteY52-58432" fmla="*/ 1582 h 4213"/>
                  <a:gd name="connsiteX53-58433" fmla="*/ 1832 w 2254"/>
                  <a:gd name="connsiteY53-58434" fmla="*/ 1776 h 4213"/>
                  <a:gd name="connsiteX54-58435" fmla="*/ 1713 w 2254"/>
                  <a:gd name="connsiteY54-58436" fmla="*/ 1904 h 4213"/>
                  <a:gd name="connsiteX55-58437" fmla="*/ 1706 w 2254"/>
                  <a:gd name="connsiteY55-58438" fmla="*/ 2018 h 4213"/>
                  <a:gd name="connsiteX56-58439" fmla="*/ 1766 w 2254"/>
                  <a:gd name="connsiteY56-58440" fmla="*/ 2115 h 4213"/>
                  <a:gd name="connsiteX57-58441" fmla="*/ 1868 w 2254"/>
                  <a:gd name="connsiteY57-58442" fmla="*/ 2183 h 4213"/>
                  <a:gd name="connsiteX58-58443" fmla="*/ 1945 w 2254"/>
                  <a:gd name="connsiteY58-58444" fmla="*/ 2178 h 4213"/>
                  <a:gd name="connsiteX59-58445" fmla="*/ 1990 w 2254"/>
                  <a:gd name="connsiteY59-58446" fmla="*/ 2104 h 4213"/>
                  <a:gd name="connsiteX60-58447" fmla="*/ 2024 w 2254"/>
                  <a:gd name="connsiteY60-58448" fmla="*/ 2210 h 4213"/>
                  <a:gd name="connsiteX61-58449" fmla="*/ 1912 w 2254"/>
                  <a:gd name="connsiteY61-58450" fmla="*/ 2249 h 4213"/>
                  <a:gd name="connsiteX62-58451" fmla="*/ 1959 w 2254"/>
                  <a:gd name="connsiteY62-58452" fmla="*/ 2362 h 4213"/>
                  <a:gd name="connsiteX63-58453" fmla="*/ 1824 w 2254"/>
                  <a:gd name="connsiteY63-58454" fmla="*/ 2509 h 4213"/>
                  <a:gd name="connsiteX64-58455" fmla="*/ 1783 w 2254"/>
                  <a:gd name="connsiteY64-58456" fmla="*/ 2498 h 4213"/>
                  <a:gd name="connsiteX65-58457" fmla="*/ 1659 w 2254"/>
                  <a:gd name="connsiteY65-58458" fmla="*/ 2413 h 4213"/>
                  <a:gd name="connsiteX66-58459" fmla="*/ 1604 w 2254"/>
                  <a:gd name="connsiteY66-58460" fmla="*/ 2412 h 4213"/>
                  <a:gd name="connsiteX67-58461" fmla="*/ 1569 w 2254"/>
                  <a:gd name="connsiteY67-58462" fmla="*/ 2480 h 4213"/>
                  <a:gd name="connsiteX68-58463" fmla="*/ 1572 w 2254"/>
                  <a:gd name="connsiteY68-58464" fmla="*/ 2562 h 4213"/>
                  <a:gd name="connsiteX69-58465" fmla="*/ 1750 w 2254"/>
                  <a:gd name="connsiteY69-58466" fmla="*/ 2730 h 4213"/>
                  <a:gd name="connsiteX70-58467" fmla="*/ 1749 w 2254"/>
                  <a:gd name="connsiteY70-58468" fmla="*/ 2844 h 4213"/>
                  <a:gd name="connsiteX71-58469" fmla="*/ 1840 w 2254"/>
                  <a:gd name="connsiteY71-58470" fmla="*/ 3060 h 4213"/>
                  <a:gd name="connsiteX72-58471" fmla="*/ 1866 w 2254"/>
                  <a:gd name="connsiteY72-58472" fmla="*/ 3090 h 4213"/>
                  <a:gd name="connsiteX73-58473" fmla="*/ 1910 w 2254"/>
                  <a:gd name="connsiteY73-58474" fmla="*/ 3094 h 4213"/>
                  <a:gd name="connsiteX74-58475" fmla="*/ 1956 w 2254"/>
                  <a:gd name="connsiteY74-58476" fmla="*/ 3010 h 4213"/>
                  <a:gd name="connsiteX75-58477" fmla="*/ 2036 w 2254"/>
                  <a:gd name="connsiteY75-58478" fmla="*/ 2950 h 4213"/>
                  <a:gd name="connsiteX76-58479" fmla="*/ 2131 w 2254"/>
                  <a:gd name="connsiteY76-58480" fmla="*/ 3126 h 4213"/>
                  <a:gd name="connsiteX77-58481" fmla="*/ 2241 w 2254"/>
                  <a:gd name="connsiteY77-58482" fmla="*/ 3312 h 4213"/>
                  <a:gd name="connsiteX78-58483" fmla="*/ 2254 w 2254"/>
                  <a:gd name="connsiteY78-58484" fmla="*/ 3342 h 4213"/>
                  <a:gd name="connsiteX79-58485" fmla="*/ 2243 w 2254"/>
                  <a:gd name="connsiteY79-58486" fmla="*/ 3518 h 4213"/>
                  <a:gd name="connsiteX80-58487" fmla="*/ 2208 w 2254"/>
                  <a:gd name="connsiteY80-58488" fmla="*/ 3554 h 4213"/>
                  <a:gd name="connsiteX81-58489" fmla="*/ 2119 w 2254"/>
                  <a:gd name="connsiteY81-58490" fmla="*/ 3515 h 4213"/>
                  <a:gd name="connsiteX82-58491" fmla="*/ 1885 w 2254"/>
                  <a:gd name="connsiteY82-58492" fmla="*/ 3644 h 4213"/>
                  <a:gd name="connsiteX83-58493" fmla="*/ 1859 w 2254"/>
                  <a:gd name="connsiteY83-58494" fmla="*/ 3666 h 4213"/>
                  <a:gd name="connsiteX84-58495" fmla="*/ 1679 w 2254"/>
                  <a:gd name="connsiteY84-58496" fmla="*/ 3812 h 4213"/>
                  <a:gd name="connsiteX85-58497" fmla="*/ 1538 w 2254"/>
                  <a:gd name="connsiteY85-58498" fmla="*/ 3926 h 4213"/>
                  <a:gd name="connsiteX86-58499" fmla="*/ 1503 w 2254"/>
                  <a:gd name="connsiteY86-58500" fmla="*/ 3965 h 4213"/>
                  <a:gd name="connsiteX87-58501" fmla="*/ 1451 w 2254"/>
                  <a:gd name="connsiteY87-58502" fmla="*/ 3973 h 4213"/>
                  <a:gd name="connsiteX88-58503" fmla="*/ 1394 w 2254"/>
                  <a:gd name="connsiteY88-58504" fmla="*/ 3916 h 4213"/>
                  <a:gd name="connsiteX89-58505" fmla="*/ 1270 w 2254"/>
                  <a:gd name="connsiteY89-58506" fmla="*/ 3808 h 4213"/>
                  <a:gd name="connsiteX90-58507" fmla="*/ 1294 w 2254"/>
                  <a:gd name="connsiteY90-58508" fmla="*/ 4064 h 4213"/>
                  <a:gd name="connsiteX91-58509" fmla="*/ 1303 w 2254"/>
                  <a:gd name="connsiteY91-58510" fmla="*/ 4192 h 4213"/>
                  <a:gd name="connsiteX92-58511" fmla="*/ 1041 w 2254"/>
                  <a:gd name="connsiteY92-58512" fmla="*/ 4166 h 4213"/>
                  <a:gd name="connsiteX93-58513" fmla="*/ 959 w 2254"/>
                  <a:gd name="connsiteY93-58514" fmla="*/ 3987 h 4213"/>
                  <a:gd name="connsiteX94-58515" fmla="*/ 877 w 2254"/>
                  <a:gd name="connsiteY94-58516" fmla="*/ 3802 h 4213"/>
                  <a:gd name="connsiteX95-58517" fmla="*/ 798 w 2254"/>
                  <a:gd name="connsiteY95-58518" fmla="*/ 3734 h 4213"/>
                  <a:gd name="connsiteX96-58519" fmla="*/ 679 w 2254"/>
                  <a:gd name="connsiteY96-58520" fmla="*/ 3800 h 4213"/>
                  <a:gd name="connsiteX97-58521" fmla="*/ 695 w 2254"/>
                  <a:gd name="connsiteY97-58522" fmla="*/ 3662 h 4213"/>
                  <a:gd name="connsiteX98-58523" fmla="*/ 633 w 2254"/>
                  <a:gd name="connsiteY98-58524" fmla="*/ 3500 h 4213"/>
                  <a:gd name="connsiteX99-58525" fmla="*/ 742 w 2254"/>
                  <a:gd name="connsiteY99-58526" fmla="*/ 3280 h 4213"/>
                  <a:gd name="connsiteX100-58527" fmla="*/ 932 w 2254"/>
                  <a:gd name="connsiteY100-58528" fmla="*/ 3195 h 4213"/>
                  <a:gd name="connsiteX101-58529" fmla="*/ 1040 w 2254"/>
                  <a:gd name="connsiteY101-58530" fmla="*/ 3058 h 4213"/>
                  <a:gd name="connsiteX102-58531" fmla="*/ 1097 w 2254"/>
                  <a:gd name="connsiteY102-58532" fmla="*/ 3052 h 4213"/>
                  <a:gd name="connsiteX103-58533" fmla="*/ 1107 w 2254"/>
                  <a:gd name="connsiteY103-58534" fmla="*/ 2878 h 4213"/>
                  <a:gd name="connsiteX104-58535" fmla="*/ 1215 w 2254"/>
                  <a:gd name="connsiteY104-58536" fmla="*/ 2615 h 4213"/>
                  <a:gd name="connsiteX0-58537" fmla="*/ 1215 w 2254"/>
                  <a:gd name="connsiteY0-58538" fmla="*/ 2615 h 4213"/>
                  <a:gd name="connsiteX1-58539" fmla="*/ 1184 w 2254"/>
                  <a:gd name="connsiteY1-58540" fmla="*/ 2346 h 4213"/>
                  <a:gd name="connsiteX2-58541" fmla="*/ 1068 w 2254"/>
                  <a:gd name="connsiteY2-58542" fmla="*/ 2333 h 4213"/>
                  <a:gd name="connsiteX3-58543" fmla="*/ 1066 w 2254"/>
                  <a:gd name="connsiteY3-58544" fmla="*/ 2117 h 4213"/>
                  <a:gd name="connsiteX4-58545" fmla="*/ 990 w 2254"/>
                  <a:gd name="connsiteY4-58546" fmla="*/ 2039 h 4213"/>
                  <a:gd name="connsiteX5-58547" fmla="*/ 847 w 2254"/>
                  <a:gd name="connsiteY5-58548" fmla="*/ 1951 h 4213"/>
                  <a:gd name="connsiteX6-58549" fmla="*/ 755 w 2254"/>
                  <a:gd name="connsiteY6-58550" fmla="*/ 1827 h 4213"/>
                  <a:gd name="connsiteX7-58551" fmla="*/ 659 w 2254"/>
                  <a:gd name="connsiteY7-58552" fmla="*/ 1828 h 4213"/>
                  <a:gd name="connsiteX8-58553" fmla="*/ 614 w 2254"/>
                  <a:gd name="connsiteY8-58554" fmla="*/ 1883 h 4213"/>
                  <a:gd name="connsiteX9-58555" fmla="*/ 521 w 2254"/>
                  <a:gd name="connsiteY9-58556" fmla="*/ 1877 h 4213"/>
                  <a:gd name="connsiteX10-58557" fmla="*/ 501 w 2254"/>
                  <a:gd name="connsiteY10-58558" fmla="*/ 1994 h 4213"/>
                  <a:gd name="connsiteX11-58559" fmla="*/ 320 w 2254"/>
                  <a:gd name="connsiteY11-58560" fmla="*/ 1941 h 4213"/>
                  <a:gd name="connsiteX12-58561" fmla="*/ 237 w 2254"/>
                  <a:gd name="connsiteY12-58562" fmla="*/ 1939 h 4213"/>
                  <a:gd name="connsiteX13-58563" fmla="*/ 112 w 2254"/>
                  <a:gd name="connsiteY13-58564" fmla="*/ 2014 h 4213"/>
                  <a:gd name="connsiteX14-58565" fmla="*/ 0 w 2254"/>
                  <a:gd name="connsiteY14-58566" fmla="*/ 1890 h 4213"/>
                  <a:gd name="connsiteX15-58567" fmla="*/ 94 w 2254"/>
                  <a:gd name="connsiteY15-58568" fmla="*/ 1804 h 4213"/>
                  <a:gd name="connsiteX16-58569" fmla="*/ 98 w 2254"/>
                  <a:gd name="connsiteY16-58570" fmla="*/ 1634 h 4213"/>
                  <a:gd name="connsiteX17-58571" fmla="*/ 153 w 2254"/>
                  <a:gd name="connsiteY17-58572" fmla="*/ 1514 h 4213"/>
                  <a:gd name="connsiteX18-58573" fmla="*/ 196 w 2254"/>
                  <a:gd name="connsiteY18-58574" fmla="*/ 1306 h 4213"/>
                  <a:gd name="connsiteX19-58575" fmla="*/ 256 w 2254"/>
                  <a:gd name="connsiteY19-58576" fmla="*/ 1307 h 4213"/>
                  <a:gd name="connsiteX20-58577" fmla="*/ 579 w 2254"/>
                  <a:gd name="connsiteY20-58578" fmla="*/ 1286 h 4213"/>
                  <a:gd name="connsiteX21-58579" fmla="*/ 753 w 2254"/>
                  <a:gd name="connsiteY21-58580" fmla="*/ 1117 h 4213"/>
                  <a:gd name="connsiteX22-58581" fmla="*/ 822 w 2254"/>
                  <a:gd name="connsiteY22-58582" fmla="*/ 748 h 4213"/>
                  <a:gd name="connsiteX23-58583" fmla="*/ 932 w 2254"/>
                  <a:gd name="connsiteY23-58584" fmla="*/ 486 h 4213"/>
                  <a:gd name="connsiteX24-58585" fmla="*/ 930 w 2254"/>
                  <a:gd name="connsiteY24-58586" fmla="*/ 358 h 4213"/>
                  <a:gd name="connsiteX25-58587" fmla="*/ 917 w 2254"/>
                  <a:gd name="connsiteY25-58588" fmla="*/ 328 h 4213"/>
                  <a:gd name="connsiteX26-58589" fmla="*/ 850 w 2254"/>
                  <a:gd name="connsiteY26-58590" fmla="*/ 251 h 4213"/>
                  <a:gd name="connsiteX27-58591" fmla="*/ 790 w 2254"/>
                  <a:gd name="connsiteY27-58592" fmla="*/ 217 h 4213"/>
                  <a:gd name="connsiteX28-58593" fmla="*/ 915 w 2254"/>
                  <a:gd name="connsiteY28-58594" fmla="*/ 56 h 4213"/>
                  <a:gd name="connsiteX29-58595" fmla="*/ 1088 w 2254"/>
                  <a:gd name="connsiteY29-58596" fmla="*/ 2 h 4213"/>
                  <a:gd name="connsiteX30-58597" fmla="*/ 1120 w 2254"/>
                  <a:gd name="connsiteY30-58598" fmla="*/ 49 h 4213"/>
                  <a:gd name="connsiteX31-58599" fmla="*/ 1110 w 2254"/>
                  <a:gd name="connsiteY31-58600" fmla="*/ 133 h 4213"/>
                  <a:gd name="connsiteX32-58601" fmla="*/ 1049 w 2254"/>
                  <a:gd name="connsiteY32-58602" fmla="*/ 243 h 4213"/>
                  <a:gd name="connsiteX33-58603" fmla="*/ 1119 w 2254"/>
                  <a:gd name="connsiteY33-58604" fmla="*/ 301 h 4213"/>
                  <a:gd name="connsiteX34-58605" fmla="*/ 1233 w 2254"/>
                  <a:gd name="connsiteY34-58606" fmla="*/ 366 h 4213"/>
                  <a:gd name="connsiteX35-58607" fmla="*/ 1253 w 2254"/>
                  <a:gd name="connsiteY35-58608" fmla="*/ 255 h 4213"/>
                  <a:gd name="connsiteX36-58609" fmla="*/ 1387 w 2254"/>
                  <a:gd name="connsiteY36-58610" fmla="*/ 291 h 4213"/>
                  <a:gd name="connsiteX37-58611" fmla="*/ 1412 w 2254"/>
                  <a:gd name="connsiteY37-58612" fmla="*/ 331 h 4213"/>
                  <a:gd name="connsiteX38-58613" fmla="*/ 1488 w 2254"/>
                  <a:gd name="connsiteY38-58614" fmla="*/ 562 h 4213"/>
                  <a:gd name="connsiteX39-58615" fmla="*/ 1523 w 2254"/>
                  <a:gd name="connsiteY39-58616" fmla="*/ 586 h 4213"/>
                  <a:gd name="connsiteX40-58617" fmla="*/ 1615 w 2254"/>
                  <a:gd name="connsiteY40-58618" fmla="*/ 578 h 4213"/>
                  <a:gd name="connsiteX41-58619" fmla="*/ 1875 w 2254"/>
                  <a:gd name="connsiteY41-58620" fmla="*/ 490 h 4213"/>
                  <a:gd name="connsiteX42-58621" fmla="*/ 2095 w 2254"/>
                  <a:gd name="connsiteY42-58622" fmla="*/ 479 h 4213"/>
                  <a:gd name="connsiteX43-58623" fmla="*/ 2155 w 2254"/>
                  <a:gd name="connsiteY43-58624" fmla="*/ 648 h 4213"/>
                  <a:gd name="connsiteX44-58625" fmla="*/ 2073 w 2254"/>
                  <a:gd name="connsiteY44-58626" fmla="*/ 944 h 4213"/>
                  <a:gd name="connsiteX45-58627" fmla="*/ 2073 w 2254"/>
                  <a:gd name="connsiteY45-58628" fmla="*/ 1022 h 4213"/>
                  <a:gd name="connsiteX46-58629" fmla="*/ 2142 w 2254"/>
                  <a:gd name="connsiteY46-58630" fmla="*/ 1168 h 4213"/>
                  <a:gd name="connsiteX47-58631" fmla="*/ 2157 w 2254"/>
                  <a:gd name="connsiteY47-58632" fmla="*/ 1427 h 4213"/>
                  <a:gd name="connsiteX48-58633" fmla="*/ 2159 w 2254"/>
                  <a:gd name="connsiteY48-58634" fmla="*/ 1617 h 4213"/>
                  <a:gd name="connsiteX49-58635" fmla="*/ 2092 w 2254"/>
                  <a:gd name="connsiteY49-58636" fmla="*/ 1625 h 4213"/>
                  <a:gd name="connsiteX50-58637" fmla="*/ 2070 w 2254"/>
                  <a:gd name="connsiteY50-58638" fmla="*/ 1507 h 4213"/>
                  <a:gd name="connsiteX51-58639" fmla="*/ 2035 w 2254"/>
                  <a:gd name="connsiteY51-58640" fmla="*/ 1450 h 4213"/>
                  <a:gd name="connsiteX52-58641" fmla="*/ 1945 w 2254"/>
                  <a:gd name="connsiteY52-58642" fmla="*/ 1582 h 4213"/>
                  <a:gd name="connsiteX53-58643" fmla="*/ 1832 w 2254"/>
                  <a:gd name="connsiteY53-58644" fmla="*/ 1776 h 4213"/>
                  <a:gd name="connsiteX54-58645" fmla="*/ 1713 w 2254"/>
                  <a:gd name="connsiteY54-58646" fmla="*/ 1904 h 4213"/>
                  <a:gd name="connsiteX55-58647" fmla="*/ 1706 w 2254"/>
                  <a:gd name="connsiteY55-58648" fmla="*/ 2018 h 4213"/>
                  <a:gd name="connsiteX56-58649" fmla="*/ 1766 w 2254"/>
                  <a:gd name="connsiteY56-58650" fmla="*/ 2115 h 4213"/>
                  <a:gd name="connsiteX57-58651" fmla="*/ 1868 w 2254"/>
                  <a:gd name="connsiteY57-58652" fmla="*/ 2183 h 4213"/>
                  <a:gd name="connsiteX58-58653" fmla="*/ 1945 w 2254"/>
                  <a:gd name="connsiteY58-58654" fmla="*/ 2178 h 4213"/>
                  <a:gd name="connsiteX59-58655" fmla="*/ 1990 w 2254"/>
                  <a:gd name="connsiteY59-58656" fmla="*/ 2104 h 4213"/>
                  <a:gd name="connsiteX60-58657" fmla="*/ 2024 w 2254"/>
                  <a:gd name="connsiteY60-58658" fmla="*/ 2210 h 4213"/>
                  <a:gd name="connsiteX61-58659" fmla="*/ 1912 w 2254"/>
                  <a:gd name="connsiteY61-58660" fmla="*/ 2249 h 4213"/>
                  <a:gd name="connsiteX62-58661" fmla="*/ 1959 w 2254"/>
                  <a:gd name="connsiteY62-58662" fmla="*/ 2362 h 4213"/>
                  <a:gd name="connsiteX63-58663" fmla="*/ 1824 w 2254"/>
                  <a:gd name="connsiteY63-58664" fmla="*/ 2509 h 4213"/>
                  <a:gd name="connsiteX64-58665" fmla="*/ 1783 w 2254"/>
                  <a:gd name="connsiteY64-58666" fmla="*/ 2498 h 4213"/>
                  <a:gd name="connsiteX65-58667" fmla="*/ 1659 w 2254"/>
                  <a:gd name="connsiteY65-58668" fmla="*/ 2413 h 4213"/>
                  <a:gd name="connsiteX66-58669" fmla="*/ 1604 w 2254"/>
                  <a:gd name="connsiteY66-58670" fmla="*/ 2412 h 4213"/>
                  <a:gd name="connsiteX67-58671" fmla="*/ 1569 w 2254"/>
                  <a:gd name="connsiteY67-58672" fmla="*/ 2480 h 4213"/>
                  <a:gd name="connsiteX68-58673" fmla="*/ 1572 w 2254"/>
                  <a:gd name="connsiteY68-58674" fmla="*/ 2562 h 4213"/>
                  <a:gd name="connsiteX69-58675" fmla="*/ 1750 w 2254"/>
                  <a:gd name="connsiteY69-58676" fmla="*/ 2730 h 4213"/>
                  <a:gd name="connsiteX70-58677" fmla="*/ 1749 w 2254"/>
                  <a:gd name="connsiteY70-58678" fmla="*/ 2844 h 4213"/>
                  <a:gd name="connsiteX71-58679" fmla="*/ 1840 w 2254"/>
                  <a:gd name="connsiteY71-58680" fmla="*/ 3060 h 4213"/>
                  <a:gd name="connsiteX72-58681" fmla="*/ 1866 w 2254"/>
                  <a:gd name="connsiteY72-58682" fmla="*/ 3090 h 4213"/>
                  <a:gd name="connsiteX73-58683" fmla="*/ 1910 w 2254"/>
                  <a:gd name="connsiteY73-58684" fmla="*/ 3094 h 4213"/>
                  <a:gd name="connsiteX74-58685" fmla="*/ 1956 w 2254"/>
                  <a:gd name="connsiteY74-58686" fmla="*/ 3010 h 4213"/>
                  <a:gd name="connsiteX75-58687" fmla="*/ 2036 w 2254"/>
                  <a:gd name="connsiteY75-58688" fmla="*/ 2950 h 4213"/>
                  <a:gd name="connsiteX76-58689" fmla="*/ 2131 w 2254"/>
                  <a:gd name="connsiteY76-58690" fmla="*/ 3126 h 4213"/>
                  <a:gd name="connsiteX77-58691" fmla="*/ 2241 w 2254"/>
                  <a:gd name="connsiteY77-58692" fmla="*/ 3312 h 4213"/>
                  <a:gd name="connsiteX78-58693" fmla="*/ 2254 w 2254"/>
                  <a:gd name="connsiteY78-58694" fmla="*/ 3342 h 4213"/>
                  <a:gd name="connsiteX79-58695" fmla="*/ 2243 w 2254"/>
                  <a:gd name="connsiteY79-58696" fmla="*/ 3518 h 4213"/>
                  <a:gd name="connsiteX80-58697" fmla="*/ 2208 w 2254"/>
                  <a:gd name="connsiteY80-58698" fmla="*/ 3554 h 4213"/>
                  <a:gd name="connsiteX81-58699" fmla="*/ 2119 w 2254"/>
                  <a:gd name="connsiteY81-58700" fmla="*/ 3515 h 4213"/>
                  <a:gd name="connsiteX82-58701" fmla="*/ 1885 w 2254"/>
                  <a:gd name="connsiteY82-58702" fmla="*/ 3644 h 4213"/>
                  <a:gd name="connsiteX83-58703" fmla="*/ 1859 w 2254"/>
                  <a:gd name="connsiteY83-58704" fmla="*/ 3666 h 4213"/>
                  <a:gd name="connsiteX84-58705" fmla="*/ 1679 w 2254"/>
                  <a:gd name="connsiteY84-58706" fmla="*/ 3812 h 4213"/>
                  <a:gd name="connsiteX85-58707" fmla="*/ 1538 w 2254"/>
                  <a:gd name="connsiteY85-58708" fmla="*/ 3926 h 4213"/>
                  <a:gd name="connsiteX86-58709" fmla="*/ 1503 w 2254"/>
                  <a:gd name="connsiteY86-58710" fmla="*/ 3965 h 4213"/>
                  <a:gd name="connsiteX87-58711" fmla="*/ 1451 w 2254"/>
                  <a:gd name="connsiteY87-58712" fmla="*/ 3973 h 4213"/>
                  <a:gd name="connsiteX88-58713" fmla="*/ 1394 w 2254"/>
                  <a:gd name="connsiteY88-58714" fmla="*/ 3916 h 4213"/>
                  <a:gd name="connsiteX89-58715" fmla="*/ 1270 w 2254"/>
                  <a:gd name="connsiteY89-58716" fmla="*/ 3808 h 4213"/>
                  <a:gd name="connsiteX90-58717" fmla="*/ 1294 w 2254"/>
                  <a:gd name="connsiteY90-58718" fmla="*/ 4064 h 4213"/>
                  <a:gd name="connsiteX91-58719" fmla="*/ 1303 w 2254"/>
                  <a:gd name="connsiteY91-58720" fmla="*/ 4192 h 4213"/>
                  <a:gd name="connsiteX92-58721" fmla="*/ 1041 w 2254"/>
                  <a:gd name="connsiteY92-58722" fmla="*/ 4166 h 4213"/>
                  <a:gd name="connsiteX93-58723" fmla="*/ 959 w 2254"/>
                  <a:gd name="connsiteY93-58724" fmla="*/ 3987 h 4213"/>
                  <a:gd name="connsiteX94-58725" fmla="*/ 877 w 2254"/>
                  <a:gd name="connsiteY94-58726" fmla="*/ 3802 h 4213"/>
                  <a:gd name="connsiteX95-58727" fmla="*/ 798 w 2254"/>
                  <a:gd name="connsiteY95-58728" fmla="*/ 3734 h 4213"/>
                  <a:gd name="connsiteX96-58729" fmla="*/ 679 w 2254"/>
                  <a:gd name="connsiteY96-58730" fmla="*/ 3800 h 4213"/>
                  <a:gd name="connsiteX97-58731" fmla="*/ 695 w 2254"/>
                  <a:gd name="connsiteY97-58732" fmla="*/ 3662 h 4213"/>
                  <a:gd name="connsiteX98-58733" fmla="*/ 633 w 2254"/>
                  <a:gd name="connsiteY98-58734" fmla="*/ 3500 h 4213"/>
                  <a:gd name="connsiteX99-58735" fmla="*/ 742 w 2254"/>
                  <a:gd name="connsiteY99-58736" fmla="*/ 3280 h 4213"/>
                  <a:gd name="connsiteX100-58737" fmla="*/ 932 w 2254"/>
                  <a:gd name="connsiteY100-58738" fmla="*/ 3195 h 4213"/>
                  <a:gd name="connsiteX101-58739" fmla="*/ 1097 w 2254"/>
                  <a:gd name="connsiteY101-58740" fmla="*/ 3052 h 4213"/>
                  <a:gd name="connsiteX102-58741" fmla="*/ 1107 w 2254"/>
                  <a:gd name="connsiteY102-58742" fmla="*/ 2878 h 4213"/>
                  <a:gd name="connsiteX103-58743" fmla="*/ 1215 w 2254"/>
                  <a:gd name="connsiteY103-58744" fmla="*/ 2615 h 421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Lst>
                <a:rect l="l" t="t" r="r" b="b"/>
                <a:pathLst>
                  <a:path w="2254" h="4213">
                    <a:moveTo>
                      <a:pt x="1215" y="2615"/>
                    </a:moveTo>
                    <a:cubicBezTo>
                      <a:pt x="1218" y="2517"/>
                      <a:pt x="1209" y="2393"/>
                      <a:pt x="1184" y="2346"/>
                    </a:cubicBezTo>
                    <a:cubicBezTo>
                      <a:pt x="1176" y="2328"/>
                      <a:pt x="1077" y="2386"/>
                      <a:pt x="1068" y="2333"/>
                    </a:cubicBezTo>
                    <a:cubicBezTo>
                      <a:pt x="1139" y="2263"/>
                      <a:pt x="1101" y="2167"/>
                      <a:pt x="1066" y="2117"/>
                    </a:cubicBezTo>
                    <a:cubicBezTo>
                      <a:pt x="1041" y="2090"/>
                      <a:pt x="1015" y="2063"/>
                      <a:pt x="990" y="2039"/>
                    </a:cubicBezTo>
                    <a:cubicBezTo>
                      <a:pt x="942" y="2009"/>
                      <a:pt x="895" y="1978"/>
                      <a:pt x="847" y="1951"/>
                    </a:cubicBezTo>
                    <a:cubicBezTo>
                      <a:pt x="834" y="1895"/>
                      <a:pt x="764" y="1837"/>
                      <a:pt x="755" y="1827"/>
                    </a:cubicBezTo>
                    <a:cubicBezTo>
                      <a:pt x="723" y="1826"/>
                      <a:pt x="691" y="1826"/>
                      <a:pt x="659" y="1828"/>
                    </a:cubicBezTo>
                    <a:cubicBezTo>
                      <a:pt x="643" y="1844"/>
                      <a:pt x="627" y="1863"/>
                      <a:pt x="614" y="1883"/>
                    </a:cubicBezTo>
                    <a:cubicBezTo>
                      <a:pt x="582" y="1879"/>
                      <a:pt x="550" y="1878"/>
                      <a:pt x="521" y="1877"/>
                    </a:cubicBezTo>
                    <a:cubicBezTo>
                      <a:pt x="515" y="1916"/>
                      <a:pt x="508" y="1955"/>
                      <a:pt x="501" y="1994"/>
                    </a:cubicBezTo>
                    <a:cubicBezTo>
                      <a:pt x="431" y="2019"/>
                      <a:pt x="348" y="1954"/>
                      <a:pt x="320" y="1941"/>
                    </a:cubicBezTo>
                    <a:cubicBezTo>
                      <a:pt x="291" y="1940"/>
                      <a:pt x="262" y="1939"/>
                      <a:pt x="237" y="1939"/>
                    </a:cubicBezTo>
                    <a:cubicBezTo>
                      <a:pt x="176" y="1957"/>
                      <a:pt x="147" y="1985"/>
                      <a:pt x="112" y="2014"/>
                    </a:cubicBezTo>
                    <a:cubicBezTo>
                      <a:pt x="16" y="2012"/>
                      <a:pt x="0" y="1939"/>
                      <a:pt x="0" y="1890"/>
                    </a:cubicBezTo>
                    <a:cubicBezTo>
                      <a:pt x="29" y="1861"/>
                      <a:pt x="61" y="1833"/>
                      <a:pt x="94" y="1804"/>
                    </a:cubicBezTo>
                    <a:cubicBezTo>
                      <a:pt x="94" y="1725"/>
                      <a:pt x="88" y="1683"/>
                      <a:pt x="98" y="1634"/>
                    </a:cubicBezTo>
                    <a:cubicBezTo>
                      <a:pt x="114" y="1592"/>
                      <a:pt x="133" y="1553"/>
                      <a:pt x="153" y="1514"/>
                    </a:cubicBezTo>
                    <a:cubicBezTo>
                      <a:pt x="153" y="1413"/>
                      <a:pt x="147" y="1367"/>
                      <a:pt x="196" y="1306"/>
                    </a:cubicBezTo>
                    <a:cubicBezTo>
                      <a:pt x="215" y="1306"/>
                      <a:pt x="234" y="1307"/>
                      <a:pt x="256" y="1307"/>
                    </a:cubicBezTo>
                    <a:cubicBezTo>
                      <a:pt x="339" y="1319"/>
                      <a:pt x="486" y="1355"/>
                      <a:pt x="579" y="1286"/>
                    </a:cubicBezTo>
                    <a:cubicBezTo>
                      <a:pt x="634" y="1228"/>
                      <a:pt x="704" y="1181"/>
                      <a:pt x="753" y="1117"/>
                    </a:cubicBezTo>
                    <a:cubicBezTo>
                      <a:pt x="753" y="1025"/>
                      <a:pt x="745" y="786"/>
                      <a:pt x="822" y="748"/>
                    </a:cubicBezTo>
                    <a:cubicBezTo>
                      <a:pt x="893" y="655"/>
                      <a:pt x="861" y="556"/>
                      <a:pt x="932" y="486"/>
                    </a:cubicBezTo>
                    <a:cubicBezTo>
                      <a:pt x="929" y="443"/>
                      <a:pt x="929" y="401"/>
                      <a:pt x="930" y="358"/>
                    </a:cubicBezTo>
                    <a:cubicBezTo>
                      <a:pt x="923" y="348"/>
                      <a:pt x="920" y="338"/>
                      <a:pt x="917" y="328"/>
                    </a:cubicBezTo>
                    <a:cubicBezTo>
                      <a:pt x="895" y="302"/>
                      <a:pt x="873" y="275"/>
                      <a:pt x="850" y="251"/>
                    </a:cubicBezTo>
                    <a:cubicBezTo>
                      <a:pt x="828" y="238"/>
                      <a:pt x="809" y="227"/>
                      <a:pt x="790" y="217"/>
                    </a:cubicBezTo>
                    <a:cubicBezTo>
                      <a:pt x="790" y="125"/>
                      <a:pt x="839" y="91"/>
                      <a:pt x="915" y="56"/>
                    </a:cubicBezTo>
                    <a:cubicBezTo>
                      <a:pt x="979" y="58"/>
                      <a:pt x="1018" y="0"/>
                      <a:pt x="1088" y="2"/>
                    </a:cubicBezTo>
                    <a:cubicBezTo>
                      <a:pt x="1088" y="22"/>
                      <a:pt x="1104" y="32"/>
                      <a:pt x="1120" y="49"/>
                    </a:cubicBezTo>
                    <a:cubicBezTo>
                      <a:pt x="1117" y="75"/>
                      <a:pt x="1113" y="104"/>
                      <a:pt x="1110" y="133"/>
                    </a:cubicBezTo>
                    <a:cubicBezTo>
                      <a:pt x="1068" y="175"/>
                      <a:pt x="1049" y="174"/>
                      <a:pt x="1049" y="243"/>
                    </a:cubicBezTo>
                    <a:cubicBezTo>
                      <a:pt x="1071" y="260"/>
                      <a:pt x="1093" y="280"/>
                      <a:pt x="1119" y="301"/>
                    </a:cubicBezTo>
                    <a:cubicBezTo>
                      <a:pt x="1144" y="341"/>
                      <a:pt x="1157" y="351"/>
                      <a:pt x="1233" y="366"/>
                    </a:cubicBezTo>
                    <a:cubicBezTo>
                      <a:pt x="1240" y="327"/>
                      <a:pt x="1246" y="291"/>
                      <a:pt x="1253" y="255"/>
                    </a:cubicBezTo>
                    <a:cubicBezTo>
                      <a:pt x="1288" y="256"/>
                      <a:pt x="1323" y="247"/>
                      <a:pt x="1387" y="291"/>
                    </a:cubicBezTo>
                    <a:cubicBezTo>
                      <a:pt x="1393" y="304"/>
                      <a:pt x="1403" y="318"/>
                      <a:pt x="1412" y="331"/>
                    </a:cubicBezTo>
                    <a:cubicBezTo>
                      <a:pt x="1421" y="400"/>
                      <a:pt x="1434" y="489"/>
                      <a:pt x="1488" y="562"/>
                    </a:cubicBezTo>
                    <a:cubicBezTo>
                      <a:pt x="1497" y="569"/>
                      <a:pt x="1510" y="576"/>
                      <a:pt x="1523" y="586"/>
                    </a:cubicBezTo>
                    <a:cubicBezTo>
                      <a:pt x="1551" y="583"/>
                      <a:pt x="1583" y="581"/>
                      <a:pt x="1615" y="578"/>
                    </a:cubicBezTo>
                    <a:cubicBezTo>
                      <a:pt x="1699" y="538"/>
                      <a:pt x="1794" y="570"/>
                      <a:pt x="1875" y="490"/>
                    </a:cubicBezTo>
                    <a:cubicBezTo>
                      <a:pt x="1926" y="367"/>
                      <a:pt x="2013" y="349"/>
                      <a:pt x="2095" y="479"/>
                    </a:cubicBezTo>
                    <a:cubicBezTo>
                      <a:pt x="2114" y="535"/>
                      <a:pt x="2133" y="591"/>
                      <a:pt x="2155" y="648"/>
                    </a:cubicBezTo>
                    <a:cubicBezTo>
                      <a:pt x="2155" y="703"/>
                      <a:pt x="2109" y="886"/>
                      <a:pt x="2073" y="944"/>
                    </a:cubicBezTo>
                    <a:lnTo>
                      <a:pt x="2073" y="1022"/>
                    </a:lnTo>
                    <a:cubicBezTo>
                      <a:pt x="2095" y="1069"/>
                      <a:pt x="2117" y="1118"/>
                      <a:pt x="2142" y="1168"/>
                    </a:cubicBezTo>
                    <a:cubicBezTo>
                      <a:pt x="2142" y="1227"/>
                      <a:pt x="2042" y="1346"/>
                      <a:pt x="2157" y="1427"/>
                    </a:cubicBezTo>
                    <a:cubicBezTo>
                      <a:pt x="2169" y="1467"/>
                      <a:pt x="2162" y="1545"/>
                      <a:pt x="2159" y="1617"/>
                    </a:cubicBezTo>
                    <a:cubicBezTo>
                      <a:pt x="2136" y="1620"/>
                      <a:pt x="2114" y="1622"/>
                      <a:pt x="2092" y="1625"/>
                    </a:cubicBezTo>
                    <a:cubicBezTo>
                      <a:pt x="2047" y="1578"/>
                      <a:pt x="2070" y="1533"/>
                      <a:pt x="2070" y="1507"/>
                    </a:cubicBezTo>
                    <a:cubicBezTo>
                      <a:pt x="2061" y="1474"/>
                      <a:pt x="2057" y="1474"/>
                      <a:pt x="2035" y="1450"/>
                    </a:cubicBezTo>
                    <a:cubicBezTo>
                      <a:pt x="1904" y="1453"/>
                      <a:pt x="1996" y="1502"/>
                      <a:pt x="1945" y="1582"/>
                    </a:cubicBezTo>
                    <a:cubicBezTo>
                      <a:pt x="1877" y="1639"/>
                      <a:pt x="1852" y="1678"/>
                      <a:pt x="1832" y="1776"/>
                    </a:cubicBezTo>
                    <a:cubicBezTo>
                      <a:pt x="1816" y="1818"/>
                      <a:pt x="1751" y="1879"/>
                      <a:pt x="1713" y="1904"/>
                    </a:cubicBezTo>
                    <a:cubicBezTo>
                      <a:pt x="1710" y="1940"/>
                      <a:pt x="1706" y="1979"/>
                      <a:pt x="1706" y="2018"/>
                    </a:cubicBezTo>
                    <a:cubicBezTo>
                      <a:pt x="1728" y="2042"/>
                      <a:pt x="1734" y="2061"/>
                      <a:pt x="1766" y="2115"/>
                    </a:cubicBezTo>
                    <a:cubicBezTo>
                      <a:pt x="1798" y="2135"/>
                      <a:pt x="1833" y="2159"/>
                      <a:pt x="1868" y="2183"/>
                    </a:cubicBezTo>
                    <a:cubicBezTo>
                      <a:pt x="1893" y="2180"/>
                      <a:pt x="1919" y="2177"/>
                      <a:pt x="1945" y="2178"/>
                    </a:cubicBezTo>
                    <a:cubicBezTo>
                      <a:pt x="1957" y="2152"/>
                      <a:pt x="1974" y="2126"/>
                      <a:pt x="1990" y="2104"/>
                    </a:cubicBezTo>
                    <a:cubicBezTo>
                      <a:pt x="1996" y="2114"/>
                      <a:pt x="2025" y="2157"/>
                      <a:pt x="2024" y="2210"/>
                    </a:cubicBezTo>
                    <a:cubicBezTo>
                      <a:pt x="1986" y="2222"/>
                      <a:pt x="1947" y="2234"/>
                      <a:pt x="1912" y="2249"/>
                    </a:cubicBezTo>
                    <a:cubicBezTo>
                      <a:pt x="1912" y="2276"/>
                      <a:pt x="1902" y="2331"/>
                      <a:pt x="1959" y="2362"/>
                    </a:cubicBezTo>
                    <a:cubicBezTo>
                      <a:pt x="1924" y="2413"/>
                      <a:pt x="1872" y="2481"/>
                      <a:pt x="1824" y="2509"/>
                    </a:cubicBezTo>
                    <a:cubicBezTo>
                      <a:pt x="1808" y="2505"/>
                      <a:pt x="1796" y="2502"/>
                      <a:pt x="1783" y="2498"/>
                    </a:cubicBezTo>
                    <a:cubicBezTo>
                      <a:pt x="1742" y="2468"/>
                      <a:pt x="1700" y="2440"/>
                      <a:pt x="1659" y="2413"/>
                    </a:cubicBezTo>
                    <a:cubicBezTo>
                      <a:pt x="1640" y="2413"/>
                      <a:pt x="1620" y="2412"/>
                      <a:pt x="1604" y="2412"/>
                    </a:cubicBezTo>
                    <a:cubicBezTo>
                      <a:pt x="1595" y="2428"/>
                      <a:pt x="1572" y="2457"/>
                      <a:pt x="1569" y="2480"/>
                    </a:cubicBezTo>
                    <a:cubicBezTo>
                      <a:pt x="1569" y="2506"/>
                      <a:pt x="1569" y="2532"/>
                      <a:pt x="1572" y="2562"/>
                    </a:cubicBezTo>
                    <a:cubicBezTo>
                      <a:pt x="1597" y="2605"/>
                      <a:pt x="1693" y="2630"/>
                      <a:pt x="1750" y="2730"/>
                    </a:cubicBezTo>
                    <a:cubicBezTo>
                      <a:pt x="1749" y="2766"/>
                      <a:pt x="1749" y="2805"/>
                      <a:pt x="1749" y="2844"/>
                    </a:cubicBezTo>
                    <a:cubicBezTo>
                      <a:pt x="1777" y="2891"/>
                      <a:pt x="1812" y="2980"/>
                      <a:pt x="1840" y="3060"/>
                    </a:cubicBezTo>
                    <a:cubicBezTo>
                      <a:pt x="1847" y="3070"/>
                      <a:pt x="1856" y="3080"/>
                      <a:pt x="1866" y="3090"/>
                    </a:cubicBezTo>
                    <a:cubicBezTo>
                      <a:pt x="1878" y="3090"/>
                      <a:pt x="1894" y="3090"/>
                      <a:pt x="1910" y="3094"/>
                    </a:cubicBezTo>
                    <a:cubicBezTo>
                      <a:pt x="1923" y="3065"/>
                      <a:pt x="1939" y="3036"/>
                      <a:pt x="1956" y="3010"/>
                    </a:cubicBezTo>
                    <a:cubicBezTo>
                      <a:pt x="1981" y="2988"/>
                      <a:pt x="2007" y="2969"/>
                      <a:pt x="2036" y="2950"/>
                    </a:cubicBezTo>
                    <a:cubicBezTo>
                      <a:pt x="2055" y="2990"/>
                      <a:pt x="2096" y="3040"/>
                      <a:pt x="2131" y="3126"/>
                    </a:cubicBezTo>
                    <a:cubicBezTo>
                      <a:pt x="2143" y="3195"/>
                      <a:pt x="2139" y="3257"/>
                      <a:pt x="2241" y="3312"/>
                    </a:cubicBezTo>
                    <a:cubicBezTo>
                      <a:pt x="2245" y="3322"/>
                      <a:pt x="2248" y="3332"/>
                      <a:pt x="2254" y="3342"/>
                    </a:cubicBezTo>
                    <a:cubicBezTo>
                      <a:pt x="2238" y="3374"/>
                      <a:pt x="2244" y="3456"/>
                      <a:pt x="2243" y="3518"/>
                    </a:cubicBezTo>
                    <a:cubicBezTo>
                      <a:pt x="2231" y="3528"/>
                      <a:pt x="2218" y="3541"/>
                      <a:pt x="2208" y="3554"/>
                    </a:cubicBezTo>
                    <a:cubicBezTo>
                      <a:pt x="2150" y="3552"/>
                      <a:pt x="2141" y="3526"/>
                      <a:pt x="2119" y="3515"/>
                    </a:cubicBezTo>
                    <a:cubicBezTo>
                      <a:pt x="1962" y="3511"/>
                      <a:pt x="1940" y="3530"/>
                      <a:pt x="1885" y="3644"/>
                    </a:cubicBezTo>
                    <a:cubicBezTo>
                      <a:pt x="1875" y="3650"/>
                      <a:pt x="1866" y="3656"/>
                      <a:pt x="1859" y="3666"/>
                    </a:cubicBezTo>
                    <a:cubicBezTo>
                      <a:pt x="1859" y="3699"/>
                      <a:pt x="1702" y="3796"/>
                      <a:pt x="1679" y="3812"/>
                    </a:cubicBezTo>
                    <a:cubicBezTo>
                      <a:pt x="1663" y="3844"/>
                      <a:pt x="1573" y="3904"/>
                      <a:pt x="1538" y="3926"/>
                    </a:cubicBezTo>
                    <a:cubicBezTo>
                      <a:pt x="1525" y="3939"/>
                      <a:pt x="1512" y="3952"/>
                      <a:pt x="1503" y="3965"/>
                    </a:cubicBezTo>
                    <a:cubicBezTo>
                      <a:pt x="1483" y="3967"/>
                      <a:pt x="1467" y="3970"/>
                      <a:pt x="1451" y="3973"/>
                    </a:cubicBezTo>
                    <a:cubicBezTo>
                      <a:pt x="1432" y="3953"/>
                      <a:pt x="1413" y="3933"/>
                      <a:pt x="1394" y="3916"/>
                    </a:cubicBezTo>
                    <a:cubicBezTo>
                      <a:pt x="1363" y="3814"/>
                      <a:pt x="1334" y="3810"/>
                      <a:pt x="1270" y="3808"/>
                    </a:cubicBezTo>
                    <a:cubicBezTo>
                      <a:pt x="1235" y="3870"/>
                      <a:pt x="1215" y="3980"/>
                      <a:pt x="1294" y="4064"/>
                    </a:cubicBezTo>
                    <a:cubicBezTo>
                      <a:pt x="1297" y="4107"/>
                      <a:pt x="1300" y="4150"/>
                      <a:pt x="1303" y="4192"/>
                    </a:cubicBezTo>
                    <a:cubicBezTo>
                      <a:pt x="1198" y="4199"/>
                      <a:pt x="1102" y="4213"/>
                      <a:pt x="1041" y="4166"/>
                    </a:cubicBezTo>
                    <a:cubicBezTo>
                      <a:pt x="1029" y="4064"/>
                      <a:pt x="997" y="4037"/>
                      <a:pt x="959" y="3987"/>
                    </a:cubicBezTo>
                    <a:cubicBezTo>
                      <a:pt x="932" y="3925"/>
                      <a:pt x="904" y="3864"/>
                      <a:pt x="877" y="3802"/>
                    </a:cubicBezTo>
                    <a:cubicBezTo>
                      <a:pt x="864" y="3748"/>
                      <a:pt x="848" y="3779"/>
                      <a:pt x="798" y="3734"/>
                    </a:cubicBezTo>
                    <a:cubicBezTo>
                      <a:pt x="765" y="3734"/>
                      <a:pt x="742" y="3824"/>
                      <a:pt x="679" y="3800"/>
                    </a:cubicBezTo>
                    <a:cubicBezTo>
                      <a:pt x="708" y="3734"/>
                      <a:pt x="703" y="3712"/>
                      <a:pt x="695" y="3662"/>
                    </a:cubicBezTo>
                    <a:cubicBezTo>
                      <a:pt x="687" y="3612"/>
                      <a:pt x="625" y="3564"/>
                      <a:pt x="633" y="3500"/>
                    </a:cubicBezTo>
                    <a:cubicBezTo>
                      <a:pt x="682" y="3364"/>
                      <a:pt x="697" y="3367"/>
                      <a:pt x="742" y="3280"/>
                    </a:cubicBezTo>
                    <a:cubicBezTo>
                      <a:pt x="792" y="3229"/>
                      <a:pt x="870" y="3262"/>
                      <a:pt x="932" y="3195"/>
                    </a:cubicBezTo>
                    <a:cubicBezTo>
                      <a:pt x="991" y="3157"/>
                      <a:pt x="1068" y="3105"/>
                      <a:pt x="1097" y="3052"/>
                    </a:cubicBezTo>
                    <a:cubicBezTo>
                      <a:pt x="1108" y="3022"/>
                      <a:pt x="1077" y="2951"/>
                      <a:pt x="1107" y="2878"/>
                    </a:cubicBezTo>
                    <a:cubicBezTo>
                      <a:pt x="1213" y="2858"/>
                      <a:pt x="1202" y="2704"/>
                      <a:pt x="1215" y="2615"/>
                    </a:cubicBezTo>
                    <a:close/>
                  </a:path>
                </a:pathLst>
              </a:custGeom>
              <a:solidFill>
                <a:srgbClr val="3BD686"/>
              </a:solidFill>
              <a:ln w="6350" cap="flat">
                <a:solidFill>
                  <a:sysClr val="windowText" lastClr="000000">
                    <a:lumMod val="65000"/>
                    <a:lumOff val="35000"/>
                  </a:sysClr>
                </a:solidFill>
                <a:prstDash val="solid"/>
                <a:miter lim="800000"/>
              </a:ln>
            </p:spPr>
            <p:txBody>
              <a:bodyPr lIns="91424" tIns="45712" rIns="91424" bIns="45712"/>
              <a:p>
                <a:pPr marL="0" marR="0" lvl="0" indent="0" algn="l" defTabSz="1348105" rtl="0" eaLnBrk="0" fontAlgn="base" latinLnBrk="0" hangingPunct="0">
                  <a:lnSpc>
                    <a:spcPct val="100000"/>
                  </a:lnSpc>
                  <a:spcBef>
                    <a:spcPct val="0"/>
                  </a:spcBef>
                  <a:spcAft>
                    <a:spcPct val="0"/>
                  </a:spcAft>
                  <a:buClrTx/>
                  <a:buSzTx/>
                  <a:buFontTx/>
                  <a:buNone/>
                  <a:defRPr/>
                </a:pPr>
                <a:endParaRPr kumimoji="0" lang="zh-CN" altLang="en-US" sz="900" b="0" i="0" u="none" strike="noStrike" kern="0" cap="none" spc="0" normalizeH="0" baseline="0" noProof="0" dirty="0">
                  <a:ln>
                    <a:noFill/>
                  </a:ln>
                  <a:solidFill>
                    <a:srgbClr val="000000"/>
                  </a:solidFill>
                  <a:effectLst/>
                  <a:uLnTx/>
                  <a:uFillTx/>
                  <a:latin typeface="Microsoft YaHei Regular" panose="020B0703020204020201" charset="-122"/>
                  <a:ea typeface="Microsoft YaHei Regular" panose="020B0703020204020201" charset="-122"/>
                  <a:cs typeface="+mn-ea"/>
                </a:endParaRPr>
              </a:p>
            </p:txBody>
          </p:sp>
        </p:grpSp>
        <p:sp>
          <p:nvSpPr>
            <p:cNvPr id="17" name="文本框 16"/>
            <p:cNvSpPr txBox="1"/>
            <p:nvPr/>
          </p:nvSpPr>
          <p:spPr>
            <a:xfrm>
              <a:off x="40780" y="2511"/>
              <a:ext cx="614"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蒙东</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18" name="文本框 17"/>
            <p:cNvSpPr txBox="1"/>
            <p:nvPr/>
          </p:nvSpPr>
          <p:spPr>
            <a:xfrm>
              <a:off x="41662" y="2826"/>
              <a:ext cx="77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黑龙江</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19" name="文本框 18"/>
            <p:cNvSpPr txBox="1"/>
            <p:nvPr/>
          </p:nvSpPr>
          <p:spPr>
            <a:xfrm>
              <a:off x="41472" y="3135"/>
              <a:ext cx="614"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吉林</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0" name="文本框 19"/>
            <p:cNvSpPr txBox="1"/>
            <p:nvPr/>
          </p:nvSpPr>
          <p:spPr>
            <a:xfrm>
              <a:off x="41154" y="3661"/>
              <a:ext cx="73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辽宁</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cxnSp>
          <p:nvCxnSpPr>
            <p:cNvPr id="21" name="肘形连接符 14"/>
            <p:cNvCxnSpPr/>
            <p:nvPr/>
          </p:nvCxnSpPr>
          <p:spPr>
            <a:xfrm rot="5400000">
              <a:off x="40916" y="4551"/>
              <a:ext cx="1114" cy="5"/>
            </a:xfrm>
            <a:prstGeom prst="bentConnector3">
              <a:avLst>
                <a:gd name="adj1" fmla="val 50090"/>
              </a:avLst>
            </a:prstGeom>
            <a:noFill/>
            <a:ln w="25400" cap="flat" cmpd="sng" algn="ctr">
              <a:gradFill>
                <a:gsLst>
                  <a:gs pos="21000">
                    <a:srgbClr val="E30000"/>
                  </a:gs>
                  <a:gs pos="22000">
                    <a:srgbClr val="66A3DC"/>
                  </a:gs>
                </a:gsLst>
                <a:lin ang="0" scaled="1"/>
              </a:gradFill>
              <a:prstDash val="solid"/>
              <a:headEnd type="oval"/>
              <a:tailEnd type="triangle"/>
            </a:ln>
            <a:effectLst/>
          </p:spPr>
        </p:cxnSp>
        <p:sp>
          <p:nvSpPr>
            <p:cNvPr id="22" name="文本框 21"/>
            <p:cNvSpPr txBox="1"/>
            <p:nvPr/>
          </p:nvSpPr>
          <p:spPr>
            <a:xfrm>
              <a:off x="41662" y="4305"/>
              <a:ext cx="1161"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高岭</a:t>
              </a:r>
              <a:r>
                <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 63/300</a:t>
              </a:r>
              <a:endPar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endParaRPr>
            </a:p>
          </p:txBody>
        </p:sp>
        <p:sp>
          <p:nvSpPr>
            <p:cNvPr id="23" name="文本框 22"/>
            <p:cNvSpPr txBox="1"/>
            <p:nvPr/>
          </p:nvSpPr>
          <p:spPr>
            <a:xfrm>
              <a:off x="40744" y="5110"/>
              <a:ext cx="726"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a:ln>
                    <a:noFill/>
                  </a:ln>
                  <a:solidFill>
                    <a:sysClr val="windowText" lastClr="000000"/>
                  </a:solidFill>
                  <a:effectLst/>
                  <a:uLnTx/>
                  <a:uFillTx/>
                  <a:latin typeface="Microsoft YaHei Regular" panose="020B0703020204020201" charset="-122"/>
                  <a:ea typeface="Microsoft YaHei Regular" panose="020B0703020204020201" charset="-122"/>
                  <a:cs typeface="+mn-ea"/>
                </a:rPr>
                <a:t>山东</a:t>
              </a:r>
              <a:endParaRPr kumimoji="0" lang="zh-CN" altLang="en-US" sz="900" b="0" i="0" u="none" strike="noStrike" kern="1200" cap="none" spc="0" normalizeH="0" baseline="0" noProof="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sp>
          <p:nvSpPr>
            <p:cNvPr id="24" name="文本框 23"/>
            <p:cNvSpPr txBox="1"/>
            <p:nvPr/>
          </p:nvSpPr>
          <p:spPr>
            <a:xfrm>
              <a:off x="41253" y="5110"/>
              <a:ext cx="833" cy="209"/>
            </a:xfrm>
            <a:prstGeom prst="rect">
              <a:avLst/>
            </a:prstGeom>
            <a:noFill/>
          </p:spPr>
          <p:txBody>
            <a:bodyPr wrap="square" rtlCol="0">
              <a:sp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rPr>
                <a:t>京津唐</a:t>
              </a:r>
              <a:endPar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n-ea"/>
              </a:endParaRPr>
            </a:p>
          </p:txBody>
        </p:sp>
        <p:cxnSp>
          <p:nvCxnSpPr>
            <p:cNvPr id="25" name="肘形连接符 19"/>
            <p:cNvCxnSpPr/>
            <p:nvPr/>
          </p:nvCxnSpPr>
          <p:spPr>
            <a:xfrm rot="5400000">
              <a:off x="40183" y="4231"/>
              <a:ext cx="1740" cy="5"/>
            </a:xfrm>
            <a:prstGeom prst="bentConnector3">
              <a:avLst>
                <a:gd name="adj1" fmla="val 50029"/>
              </a:avLst>
            </a:prstGeom>
            <a:noFill/>
            <a:ln w="25400" cap="flat" cmpd="sng" algn="ctr">
              <a:gradFill>
                <a:gsLst>
                  <a:gs pos="30000">
                    <a:srgbClr val="E30000"/>
                  </a:gs>
                  <a:gs pos="31000">
                    <a:srgbClr val="66A3DC"/>
                  </a:gs>
                </a:gsLst>
                <a:lin ang="0" scaled="1"/>
              </a:gradFill>
              <a:prstDash val="solid"/>
              <a:headEnd type="oval"/>
              <a:tailEnd type="triangle"/>
            </a:ln>
            <a:effectLst/>
          </p:spPr>
        </p:cxnSp>
        <p:sp>
          <p:nvSpPr>
            <p:cNvPr id="26" name="文本框 25"/>
            <p:cNvSpPr txBox="1"/>
            <p:nvPr/>
          </p:nvSpPr>
          <p:spPr>
            <a:xfrm>
              <a:off x="40167" y="4305"/>
              <a:ext cx="936" cy="470"/>
            </a:xfrm>
            <a:prstGeom prst="rect">
              <a:avLst/>
            </a:prstGeom>
            <a:noFill/>
          </p:spPr>
          <p:txBody>
            <a:bodyPr wrap="square" rtlCol="0">
              <a:noAutofit/>
            </a:bodyPr>
            <a:p>
              <a:pPr marL="0" marR="0" lvl="0" indent="0" algn="l" defTabSz="1348105" rtl="0" eaLnBrk="0" fontAlgn="base" latinLnBrk="0" hangingPunct="0">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鲁固</a:t>
              </a:r>
              <a:r>
                <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rPr>
                <a:t> 223/750</a:t>
              </a:r>
              <a:endParaRPr kumimoji="0" lang="en-US" altLang="zh-CN" sz="900" b="0" i="0" u="none" strike="noStrike" kern="1200" cap="none" spc="0" normalizeH="0" baseline="0" noProof="0" dirty="0">
                <a:ln>
                  <a:noFill/>
                </a:ln>
                <a:solidFill>
                  <a:sysClr val="windowText" lastClr="000000"/>
                </a:solidFill>
                <a:effectLst/>
                <a:uLnTx/>
                <a:uFillTx/>
                <a:latin typeface="Microsoft YaHei Regular" panose="020B0703020204020201" charset="-122"/>
                <a:ea typeface="Microsoft YaHei Regular" panose="020B0703020204020201" charset="-122"/>
                <a:cs typeface="Microsoft YaHei Regular" panose="020B0703020204020201" charset="-122"/>
              </a:endParaRPr>
            </a:p>
          </p:txBody>
        </p:sp>
      </p:grpSp>
      <p:sp>
        <p:nvSpPr>
          <p:cNvPr id="2" name="PA_矩形 39"/>
          <p:cNvSpPr>
            <a:spLocks noChangeArrowheads="1"/>
          </p:cNvSpPr>
          <p:nvPr>
            <p:custDataLst>
              <p:tags r:id="rId2"/>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8" name="文本框 7"/>
          <p:cNvSpPr txBox="1"/>
          <p:nvPr>
            <p:custDataLst>
              <p:tags r:id="rId3"/>
            </p:custDataLst>
          </p:nvPr>
        </p:nvSpPr>
        <p:spPr>
          <a:xfrm>
            <a:off x="1592898" y="6452870"/>
            <a:ext cx="2875280" cy="337185"/>
          </a:xfrm>
          <a:prstGeom prst="rect">
            <a:avLst/>
          </a:prstGeom>
          <a:noFill/>
        </p:spPr>
        <p:txBody>
          <a:bodyPr wrap="none" rtlCol="0" anchor="ctr" anchorCtr="0">
            <a:normAutofit fontScale="90000"/>
          </a:bodyPr>
          <a:lstStyle/>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各省绿电外送情况（亿千瓦时）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sp>
        <p:nvSpPr>
          <p:cNvPr id="10" name="文本框 9"/>
          <p:cNvSpPr txBox="1"/>
          <p:nvPr>
            <p:custDataLst>
              <p:tags r:id="rId4"/>
            </p:custDataLst>
          </p:nvPr>
        </p:nvSpPr>
        <p:spPr>
          <a:xfrm>
            <a:off x="7773988" y="6452870"/>
            <a:ext cx="2875280" cy="553085"/>
          </a:xfrm>
          <a:prstGeom prst="rect">
            <a:avLst/>
          </a:prstGeom>
          <a:noFill/>
        </p:spPr>
        <p:txBody>
          <a:bodyPr wrap="none" rtlCol="0" anchor="ctr" anchorCtr="0">
            <a:normAutofit/>
          </a:bodyPr>
          <a:lstStyle/>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各省绿电外购情况（亿千瓦时）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a:p>
            <a:pPr lvl="0" algn="ctr">
              <a:lnSpc>
                <a:spcPct val="140000"/>
              </a:lnSpc>
              <a:buClrTx/>
              <a:buSzTx/>
              <a:buFontTx/>
            </a:pP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sp>
        <p:nvSpPr>
          <p:cNvPr id="3" name="MH_Text_1"/>
          <p:cNvSpPr txBox="1"/>
          <p:nvPr>
            <p:custDataLst>
              <p:tags r:id="rId5"/>
            </p:custDataLst>
          </p:nvPr>
        </p:nvSpPr>
        <p:spPr>
          <a:xfrm>
            <a:off x="179705" y="1126490"/>
            <a:ext cx="11851200" cy="2594610"/>
          </a:xfrm>
          <a:prstGeom prst="rect">
            <a:avLst/>
          </a:prstGeom>
          <a:noFill/>
        </p:spPr>
        <p:txBody>
          <a:bodyPr lIns="0" tIns="0" rIns="0" bIns="0">
            <a:noAutofit/>
          </a:bodyPr>
          <a:lstStyle/>
          <a:p>
            <a:pPr marL="0" indent="508000" algn="just" latinLnBrk="0">
              <a:lnSpc>
                <a:spcPct val="140000"/>
              </a:lnSpc>
              <a:buNone/>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（六）</a:t>
            </a:r>
            <a:r>
              <a:rPr 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绿电交易成交情况</a:t>
            </a:r>
            <a:endParaRPr lang="zh-CN" altLang="en-US"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latinLnBrk="0">
              <a:lnSpc>
                <a:spcPct val="140000"/>
              </a:lnSpc>
              <a:buNone/>
              <a:defRPr/>
              <a:extLst>
                <a:ext uri="{35155182-B16C-46BC-9424-99874614C6A1}">
                  <wpsdc:indentchars xmlns:wpsdc="http://www.wps.cn/officeDocument/2017/drawingmlCustomData" val="200" checksum="282533468"/>
                </a:ext>
              </a:extLst>
            </a:pPr>
            <a:r>
              <a:rPr lang="zh-CN" altLang="en-US"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2025年度绿电交易取得新突破。</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年度绿电交易成交电量</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1233</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亿千瓦时，规模再创新高。其中省间规模</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327</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亿千瓦时，占省间需求规模的</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71%</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，同比提高</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个百分点。省内规模</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906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亿千瓦时，占省内需求规模的</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95%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，同比提高</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个百分点。</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latinLnBrk="0">
              <a:lnSpc>
                <a:spcPct val="140000"/>
              </a:lnSpc>
              <a:buNone/>
              <a:defRPr/>
              <a:extLst>
                <a:ext uri="{35155182-B16C-46BC-9424-99874614C6A1}">
                  <wpsdc:indentchars xmlns:wpsdc="http://www.wps.cn/officeDocument/2017/drawingmlCustomData" val="200" checksum="282533468"/>
                </a:ext>
              </a:extLst>
            </a:pPr>
            <a:r>
              <a:rPr lang="zh-CN" altLang="en-US"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推动以绿电交易方式落实优先计划。</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积极向国家发改委汇报沟通，推动以绿电交易方式落实优先发电计划，为扩大绿电交易规模奠定基础，共成交电量</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169</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亿千瓦时，占省间绿电成交规模的</a:t>
            </a: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52%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4" name="图表 3"/>
          <p:cNvGraphicFramePr/>
          <p:nvPr/>
        </p:nvGraphicFramePr>
        <p:xfrm>
          <a:off x="170815" y="3724910"/>
          <a:ext cx="5719445" cy="27279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图表 4"/>
          <p:cNvGraphicFramePr/>
          <p:nvPr/>
        </p:nvGraphicFramePr>
        <p:xfrm>
          <a:off x="6178550" y="3724910"/>
          <a:ext cx="5946775" cy="2729230"/>
        </p:xfrm>
        <a:graphic>
          <a:graphicData uri="http://schemas.openxmlformats.org/drawingml/2006/chart">
            <c:chart xmlns:c="http://schemas.openxmlformats.org/drawingml/2006/chart" xmlns:r="http://schemas.openxmlformats.org/officeDocument/2006/relationships" r:id="rId2"/>
          </a:graphicData>
        </a:graphic>
      </p:graphicFrame>
      <p:sp>
        <p:nvSpPr>
          <p:cNvPr id="6" name="PA_矩形 39"/>
          <p:cNvSpPr>
            <a:spLocks noChangeArrowheads="1"/>
          </p:cNvSpPr>
          <p:nvPr>
            <p:custDataLst>
              <p:tags r:id="rId6"/>
            </p:custDataLst>
          </p:nvPr>
        </p:nvSpPr>
        <p:spPr bwMode="auto">
          <a:xfrm>
            <a:off x="4511868" y="404748"/>
            <a:ext cx="7343582"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r" defTabSz="1218565"/>
            <a:endParaRPr lang="zh-CN" altLang="en-US" sz="3600" dirty="0">
              <a:solidFill>
                <a:srgbClr val="0D949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PA_矩形 39"/>
          <p:cNvSpPr>
            <a:spLocks noChangeArrowheads="1"/>
          </p:cNvSpPr>
          <p:nvPr>
            <p:custDataLst>
              <p:tags r:id="rId7"/>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3"/>
            </p:custDataLst>
          </p:nvPr>
        </p:nvSpPr>
        <p:spPr>
          <a:xfrm>
            <a:off x="179705" y="1126490"/>
            <a:ext cx="11851005" cy="3036570"/>
          </a:xfrm>
          <a:prstGeom prst="rect">
            <a:avLst/>
          </a:prstGeom>
          <a:noFill/>
        </p:spPr>
        <p:txBody>
          <a:bodyPr lIns="0" tIns="0" rIns="0" bIns="0">
            <a:noAutofit/>
          </a:bodyPr>
          <a:lstStyle/>
          <a:p>
            <a:pPr marL="0" indent="508000" algn="just" eaLnBrk="1" latinLnBrk="0" hangingPunct="1">
              <a:lnSpc>
                <a:spcPct val="140000"/>
              </a:lnSpc>
              <a:buNone/>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（六）</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绿电交易成交情况</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buNone/>
              <a:defRPr/>
              <a:extLst>
                <a:ext uri="{35155182-B16C-46BC-9424-99874614C6A1}">
                  <wpsdc:indentchars xmlns:wpsdc="http://www.wps.cn/officeDocument/2017/drawingmlCustomData" val="200" checksum="282533468"/>
                </a:ext>
              </a:extLst>
            </a:pPr>
            <a:r>
              <a:rPr lang="zh-CN" altLang="en-US"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PPA签约取得重要突破，获得广泛认可。</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年度市场中，首次应用多年期</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PPA</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协议模版签约规模</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342</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亿千瓦时，占多年期签约比例</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37.4%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。多年期</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rPr>
              <a:t>PPA</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签约实现了长期绿色用能需求双方的精准匹配，有利于稳定新能源长期收益、助力用户应对国际碳贸易规则，也是我国绿电市场的又一项重大创新实践。</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508000" algn="just" eaLnBrk="1" latinLnBrk="0" hangingPunct="1">
              <a:lnSpc>
                <a:spcPct val="140000"/>
              </a:lnSpc>
              <a:buNone/>
              <a:defRPr/>
              <a:extLst>
                <a:ext uri="{35155182-B16C-46BC-9424-99874614C6A1}">
                  <wpsdc:indentchars xmlns:wpsdc="http://www.wps.cn/officeDocument/2017/drawingmlCustomData" val="200" checksum="282533468"/>
                </a:ext>
              </a:extLst>
            </a:pPr>
            <a:r>
              <a:rPr lang="zh-CN" altLang="en-US" sz="2000" dirty="0">
                <a:solidFill>
                  <a:srgbClr val="008E7A"/>
                </a:solidFill>
                <a:latin typeface="微软雅黑" panose="020B0503020204020204" pitchFamily="34" charset="-122"/>
                <a:ea typeface="微软雅黑" panose="020B0503020204020204" pitchFamily="34" charset="-122"/>
                <a:cs typeface="微软雅黑" panose="020B0503020204020204" pitchFamily="34" charset="-122"/>
                <a:sym typeface="+mn-ea"/>
              </a:rPr>
              <a:t>进一步扩大绿电市场范围。</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省间绿电交易参与省份同比增加</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个，新疆、西藏首次在年度市场参与绿电外送。2025绿电年度市场成交主体共计</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835</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家，同比增长了</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128%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省开展了省内年度绿电交易，同比增加</a:t>
            </a:r>
            <a:r>
              <a:rPr lang="en-US" sz="2000" b="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sym typeface="+mn-ea"/>
              </a:rPr>
              <a:t>省。</a:t>
            </a:r>
            <a:endParaRPr lang="en-US" altLang="zh-CN" sz="2000"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1" name="组合 10"/>
          <p:cNvGrpSpPr/>
          <p:nvPr/>
        </p:nvGrpSpPr>
        <p:grpSpPr>
          <a:xfrm>
            <a:off x="47625" y="4248785"/>
            <a:ext cx="6546850" cy="2087880"/>
            <a:chOff x="75" y="7369"/>
            <a:chExt cx="10310" cy="3288"/>
          </a:xfrm>
        </p:grpSpPr>
        <p:graphicFrame>
          <p:nvGraphicFramePr>
            <p:cNvPr id="4" name="图表 3"/>
            <p:cNvGraphicFramePr/>
            <p:nvPr/>
          </p:nvGraphicFramePr>
          <p:xfrm>
            <a:off x="75" y="7369"/>
            <a:ext cx="5459" cy="3288"/>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图表 5"/>
            <p:cNvGraphicFramePr/>
            <p:nvPr/>
          </p:nvGraphicFramePr>
          <p:xfrm>
            <a:off x="5387" y="8194"/>
            <a:ext cx="4998" cy="2349"/>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直接连接符 6"/>
            <p:cNvCxnSpPr/>
            <p:nvPr/>
          </p:nvCxnSpPr>
          <p:spPr>
            <a:xfrm>
              <a:off x="3590" y="7892"/>
              <a:ext cx="3289" cy="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477" y="10274"/>
              <a:ext cx="3402" cy="11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1684020" y="6264275"/>
            <a:ext cx="3431540" cy="349250"/>
          </a:xfrm>
          <a:prstGeom prst="rect">
            <a:avLst/>
          </a:prstGeom>
          <a:noFill/>
        </p:spPr>
        <p:txBody>
          <a:bodyPr wrap="none" rtlCol="0" anchor="ctr" anchorCtr="0">
            <a:normAutofit/>
          </a:bodyPr>
          <a:p>
            <a:pPr lvl="0" algn="ctr">
              <a:lnSpc>
                <a:spcPct val="140000"/>
              </a:lnSpc>
              <a:buClrTx/>
              <a:buSzTx/>
              <a:buFontTx/>
            </a:pPr>
            <a:r>
              <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rPr>
              <a:t>2025年度省间绿电交易电量（单位：亿千瓦时）</a:t>
            </a:r>
            <a:endParaRPr lang="zh-CN" altLang="en-US" sz="1200" b="0">
              <a:solidFill>
                <a:schemeClr val="tx1">
                  <a:lumMod val="75000"/>
                  <a:lumOff val="25000"/>
                </a:schemeClr>
              </a:solidFill>
              <a:latin typeface="微软雅黑" panose="020B0503020204020204" pitchFamily="34" charset="-122"/>
              <a:ea typeface="微软雅黑" panose="020B0503020204020204" pitchFamily="34" charset="-122"/>
              <a:cs typeface="黑体" panose="02010609060101010101" charset="-122"/>
              <a:sym typeface="+mn-ea"/>
            </a:endParaRPr>
          </a:p>
        </p:txBody>
      </p:sp>
      <p:grpSp>
        <p:nvGrpSpPr>
          <p:cNvPr id="13" name="组合 12"/>
          <p:cNvGrpSpPr/>
          <p:nvPr/>
        </p:nvGrpSpPr>
        <p:grpSpPr>
          <a:xfrm>
            <a:off x="7524750" y="4154805"/>
            <a:ext cx="2920365" cy="2406650"/>
            <a:chOff x="11534" y="6080"/>
            <a:chExt cx="4838" cy="4364"/>
          </a:xfrm>
        </p:grpSpPr>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705782">
              <a:off x="13436" y="6292"/>
              <a:ext cx="2936" cy="4153"/>
            </a:xfrm>
            <a:prstGeom prst="rect">
              <a:avLst/>
            </a:prstGeom>
            <a:ln>
              <a:solidFill>
                <a:schemeClr val="tx1"/>
              </a:solidFill>
            </a:ln>
          </p:spPr>
        </p:pic>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0946625">
              <a:off x="11534" y="6080"/>
              <a:ext cx="2997" cy="4238"/>
            </a:xfrm>
            <a:prstGeom prst="rect">
              <a:avLst/>
            </a:prstGeom>
            <a:ln>
              <a:solidFill>
                <a:schemeClr val="tx1"/>
              </a:solidFill>
            </a:ln>
          </p:spPr>
        </p:pic>
      </p:grpSp>
      <p:sp>
        <p:nvSpPr>
          <p:cNvPr id="2" name="PA_矩形 39"/>
          <p:cNvSpPr>
            <a:spLocks noChangeArrowheads="1"/>
          </p:cNvSpPr>
          <p:nvPr>
            <p:custDataLst>
              <p:tags r:id="rId6"/>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5"/>
          <p:cNvSpPr txBox="1">
            <a:spLocks noChangeArrowheads="1"/>
          </p:cNvSpPr>
          <p:nvPr/>
        </p:nvSpPr>
        <p:spPr bwMode="auto">
          <a:xfrm>
            <a:off x="9280769" y="6294438"/>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2"/>
                </a:solidFill>
                <a:latin typeface="Arial" panose="020B0604020202020204" pitchFamily="34" charset="0"/>
                <a:ea typeface="宋体" panose="02010600030101010101" pitchFamily="2" charset="-122"/>
              </a:defRPr>
            </a:lvl1pPr>
            <a:lvl2pPr marL="742950" indent="-285750" eaLnBrk="0" hangingPunct="0">
              <a:defRPr sz="2400">
                <a:solidFill>
                  <a:schemeClr val="bg2"/>
                </a:solidFill>
                <a:latin typeface="Arial" panose="020B0604020202020204" pitchFamily="34" charset="0"/>
                <a:ea typeface="宋体" panose="02010600030101010101" pitchFamily="2" charset="-122"/>
              </a:defRPr>
            </a:lvl2pPr>
            <a:lvl3pPr marL="1143000" indent="-228600" eaLnBrk="0" hangingPunct="0">
              <a:defRPr sz="2400">
                <a:solidFill>
                  <a:schemeClr val="bg2"/>
                </a:solidFill>
                <a:latin typeface="Arial" panose="020B0604020202020204" pitchFamily="34" charset="0"/>
                <a:ea typeface="宋体" panose="02010600030101010101" pitchFamily="2" charset="-122"/>
              </a:defRPr>
            </a:lvl3pPr>
            <a:lvl4pPr marL="1600200" indent="-228600" eaLnBrk="0" hangingPunct="0">
              <a:defRPr sz="2400">
                <a:solidFill>
                  <a:schemeClr val="bg2"/>
                </a:solidFill>
                <a:latin typeface="Arial" panose="020B0604020202020204" pitchFamily="34" charset="0"/>
                <a:ea typeface="宋体" panose="02010600030101010101" pitchFamily="2" charset="-122"/>
              </a:defRPr>
            </a:lvl4pPr>
            <a:lvl5pPr marL="2057400" indent="-228600" eaLnBrk="0" hangingPunct="0">
              <a:defRPr sz="24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bg2"/>
                </a:solidFill>
                <a:latin typeface="Arial" panose="020B0604020202020204" pitchFamily="34" charset="0"/>
                <a:ea typeface="宋体" panose="02010600030101010101" pitchFamily="2" charset="-122"/>
              </a:defRPr>
            </a:lvl9pPr>
          </a:lstStyle>
          <a:p>
            <a:pPr algn="r" eaLnBrk="1" hangingPunct="1"/>
            <a:fld id="{DA0BDDA7-A0D1-4E97-AE7F-4B4EE1CE451F}" type="slidenum">
              <a:rPr lang="zh-CN" altLang="en-US" sz="1400">
                <a:solidFill>
                  <a:schemeClr val="tx1"/>
                </a:solidFill>
                <a:latin typeface="华文细黑" panose="02010600040101010101" pitchFamily="2" charset="-122"/>
                <a:ea typeface="华文细黑" panose="02010600040101010101" pitchFamily="2" charset="-122"/>
              </a:rPr>
            </a:fld>
            <a:endParaRPr lang="en-US" altLang="zh-CN" sz="1400">
              <a:solidFill>
                <a:schemeClr val="tx1"/>
              </a:solidFill>
              <a:latin typeface="华文细黑" panose="02010600040101010101" pitchFamily="2" charset="-122"/>
              <a:ea typeface="华文细黑" panose="02010600040101010101" pitchFamily="2" charset="-122"/>
            </a:endParaRPr>
          </a:p>
        </p:txBody>
      </p:sp>
      <p:sp>
        <p:nvSpPr>
          <p:cNvPr id="3" name="MH_Text_1"/>
          <p:cNvSpPr txBox="1"/>
          <p:nvPr>
            <p:custDataLst>
              <p:tags r:id="rId1"/>
            </p:custDataLst>
          </p:nvPr>
        </p:nvSpPr>
        <p:spPr>
          <a:xfrm>
            <a:off x="170815" y="1247140"/>
            <a:ext cx="11851005" cy="598805"/>
          </a:xfrm>
          <a:prstGeom prst="rect">
            <a:avLst/>
          </a:prstGeom>
          <a:noFill/>
        </p:spPr>
        <p:txBody>
          <a:bodyPr lIns="0" tIns="0" rIns="0" bIns="0">
            <a:noAutofit/>
          </a:bodyPr>
          <a:lstStyle/>
          <a:p>
            <a:pPr marL="0" indent="508000" algn="just" eaLnBrk="1" latinLnBrk="0" hangingPunct="1">
              <a:lnSpc>
                <a:spcPct val="140000"/>
              </a:lnSpc>
              <a:defRPr/>
              <a:extLst>
                <a:ext uri="{35155182-B16C-46BC-9424-99874614C6A1}">
                  <wpsdc:indentchars xmlns:wpsdc="http://www.wps.cn/officeDocument/2017/drawingmlCustomData" val="200" checksum="282533468"/>
                </a:ext>
              </a:extLs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（七）年度市场有关创新举措</a:t>
            </a:r>
            <a:endParaRPr lang="zh-CN" sz="2000" b="0" dirty="0">
              <a:latin typeface="微软雅黑" panose="020B0503020204020204" pitchFamily="34" charset="-122"/>
              <a:ea typeface="微软雅黑" panose="020B0503020204020204" pitchFamily="34" charset="-122"/>
              <a:cs typeface="微软雅黑" panose="020B0503020204020204" pitchFamily="34" charset="-122"/>
            </a:endParaRPr>
          </a:p>
        </p:txBody>
      </p:sp>
      <p:sp useBgFill="1">
        <p:nvSpPr>
          <p:cNvPr id="2" name="圆角矩形 1"/>
          <p:cNvSpPr/>
          <p:nvPr>
            <p:custDataLst>
              <p:tags r:id="rId2"/>
            </p:custDataLst>
          </p:nvPr>
        </p:nvSpPr>
        <p:spPr>
          <a:xfrm>
            <a:off x="370840" y="1985645"/>
            <a:ext cx="2675255" cy="4379595"/>
          </a:xfrm>
          <a:prstGeom prst="roundRect">
            <a:avLst>
              <a:gd name="adj" fmla="val 13095"/>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125730" tIns="1115695" rIns="125730" rtlCol="0" anchor="t" anchorCtr="0"/>
          <a:p>
            <a:pPr indent="0" algn="l" fontAlgn="auto">
              <a:lnSpc>
                <a:spcPct val="130000"/>
              </a:lnSpc>
            </a:pPr>
            <a:endParaRPr lang="zh-CN" altLang="en-US" sz="1200" dirty="0">
              <a:solidFill>
                <a:srgbClr val="262626"/>
              </a:solidFill>
              <a:latin typeface="+mn-ea"/>
              <a:cs typeface="+mn-ea"/>
              <a:sym typeface="+mn-ea"/>
            </a:endParaRPr>
          </a:p>
        </p:txBody>
      </p:sp>
      <p:sp useBgFill="1">
        <p:nvSpPr>
          <p:cNvPr id="4" name="圆角矩形 3"/>
          <p:cNvSpPr/>
          <p:nvPr>
            <p:custDataLst>
              <p:tags r:id="rId3"/>
            </p:custDataLst>
          </p:nvPr>
        </p:nvSpPr>
        <p:spPr>
          <a:xfrm>
            <a:off x="3187700" y="1985645"/>
            <a:ext cx="2675255" cy="4379595"/>
          </a:xfrm>
          <a:prstGeom prst="roundRect">
            <a:avLst>
              <a:gd name="adj" fmla="val 13095"/>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5730" tIns="1115695" rIns="125730" numCol="1" spcCol="0" rtlCol="0" fromWordArt="0" anchor="t" anchorCtr="0" forceAA="0" compatLnSpc="1">
            <a:noAutofit/>
          </a:bodyPr>
          <a:p>
            <a:pPr lvl="0" algn="l">
              <a:lnSpc>
                <a:spcPct val="130000"/>
              </a:lnSpc>
              <a:buClrTx/>
              <a:buSzTx/>
              <a:buFontTx/>
            </a:pPr>
            <a:endParaRPr lang="zh-CN" altLang="en-US" sz="1200">
              <a:solidFill>
                <a:srgbClr val="262626"/>
              </a:solidFill>
              <a:latin typeface="+mn-ea"/>
              <a:cs typeface="+mn-ea"/>
              <a:sym typeface="+mn-ea"/>
            </a:endParaRPr>
          </a:p>
        </p:txBody>
      </p:sp>
      <p:sp useBgFill="1">
        <p:nvSpPr>
          <p:cNvPr id="5" name="圆角矩形 4"/>
          <p:cNvSpPr/>
          <p:nvPr>
            <p:custDataLst>
              <p:tags r:id="rId4"/>
            </p:custDataLst>
          </p:nvPr>
        </p:nvSpPr>
        <p:spPr>
          <a:xfrm>
            <a:off x="6004560" y="1985645"/>
            <a:ext cx="2675255" cy="4379595"/>
          </a:xfrm>
          <a:prstGeom prst="roundRect">
            <a:avLst>
              <a:gd name="adj" fmla="val 13095"/>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5730" tIns="1115695" rIns="125730" numCol="1" spcCol="0" rtlCol="0" fromWordArt="0" anchor="t" anchorCtr="0" forceAA="0" compatLnSpc="1">
            <a:noAutofit/>
          </a:bodyPr>
          <a:p>
            <a:pPr lvl="0" algn="l">
              <a:lnSpc>
                <a:spcPct val="130000"/>
              </a:lnSpc>
              <a:buClrTx/>
              <a:buSzTx/>
              <a:buFontTx/>
            </a:pPr>
            <a:endParaRPr lang="zh-CN" altLang="en-US" sz="1200">
              <a:solidFill>
                <a:srgbClr val="262626"/>
              </a:solidFill>
              <a:latin typeface="+mn-ea"/>
              <a:cs typeface="+mn-ea"/>
              <a:sym typeface="+mn-ea"/>
            </a:endParaRPr>
          </a:p>
        </p:txBody>
      </p:sp>
      <p:sp useBgFill="1">
        <p:nvSpPr>
          <p:cNvPr id="6" name="圆角矩形 5"/>
          <p:cNvSpPr/>
          <p:nvPr>
            <p:custDataLst>
              <p:tags r:id="rId5"/>
            </p:custDataLst>
          </p:nvPr>
        </p:nvSpPr>
        <p:spPr>
          <a:xfrm>
            <a:off x="8820785" y="1985645"/>
            <a:ext cx="2675255" cy="4379595"/>
          </a:xfrm>
          <a:prstGeom prst="roundRect">
            <a:avLst>
              <a:gd name="adj" fmla="val 13095"/>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5730" tIns="1115695" rIns="125730" numCol="1" spcCol="0" rtlCol="0" fromWordArt="0" anchor="t" anchorCtr="0" forceAA="0" compatLnSpc="1">
            <a:noAutofit/>
          </a:bodyPr>
          <a:p>
            <a:pPr lvl="0" algn="l">
              <a:lnSpc>
                <a:spcPct val="130000"/>
              </a:lnSpc>
              <a:buClrTx/>
              <a:buSzTx/>
              <a:buFontTx/>
            </a:pPr>
            <a:endParaRPr lang="zh-CN" altLang="en-US" sz="1200">
              <a:solidFill>
                <a:srgbClr val="262626"/>
              </a:solidFill>
              <a:latin typeface="+mn-ea"/>
              <a:cs typeface="+mn-ea"/>
              <a:sym typeface="+mn-ea"/>
            </a:endParaRPr>
          </a:p>
        </p:txBody>
      </p:sp>
      <p:grpSp>
        <p:nvGrpSpPr>
          <p:cNvPr id="29" name="组合 28"/>
          <p:cNvGrpSpPr/>
          <p:nvPr/>
        </p:nvGrpSpPr>
        <p:grpSpPr>
          <a:xfrm>
            <a:off x="371475" y="1770380"/>
            <a:ext cx="11377295" cy="4357370"/>
            <a:chOff x="585" y="2788"/>
            <a:chExt cx="17917" cy="6862"/>
          </a:xfrm>
        </p:grpSpPr>
        <p:grpSp>
          <p:nvGrpSpPr>
            <p:cNvPr id="25" name="组合 24"/>
            <p:cNvGrpSpPr/>
            <p:nvPr/>
          </p:nvGrpSpPr>
          <p:grpSpPr>
            <a:xfrm>
              <a:off x="4195" y="2788"/>
              <a:ext cx="5696" cy="6862"/>
              <a:chOff x="4077" y="2788"/>
              <a:chExt cx="5696" cy="6862"/>
            </a:xfrm>
          </p:grpSpPr>
          <p:sp>
            <p:nvSpPr>
              <p:cNvPr id="9" name="圆角矩形 8"/>
              <p:cNvSpPr/>
              <p:nvPr>
                <p:custDataLst>
                  <p:tags r:id="rId6"/>
                </p:custDataLst>
              </p:nvPr>
            </p:nvSpPr>
            <p:spPr>
              <a:xfrm>
                <a:off x="4077" y="2788"/>
                <a:ext cx="5696" cy="6786"/>
              </a:xfrm>
              <a:prstGeom prst="roundRect">
                <a:avLst>
                  <a:gd name="adj" fmla="val 13095"/>
                </a:avLst>
              </a:prstGeom>
              <a:solidFill>
                <a:schemeClr val="bg1"/>
              </a:solidFill>
              <a:ln>
                <a:solidFill>
                  <a:srgbClr val="FF7B21">
                    <a:alpha val="40000"/>
                  </a:srgb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36195" rIns="36195" numCol="1" spcCol="0" rtlCol="0" fromWordArt="0" anchor="t" anchorCtr="0" forceAA="0" compatLnSpc="1">
                <a:noAutofit/>
              </a:bodyPr>
              <a:p>
                <a:pPr marL="0" indent="0" algn="just" eaLnBrk="1" latinLnBrk="0" hangingPunct="1">
                  <a:lnSpc>
                    <a:spcPct val="140000"/>
                  </a:lnSpc>
                  <a:buNone/>
                  <a:defRPr/>
                </a:pPr>
                <a:r>
                  <a:rPr 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a:t>
                </a:r>
                <a:r>
                  <a:rPr 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开展基于优先级的协同出清。经汇报国家发改委同意，在省间交易细则中明确优先级机制。在前期月度市场试用后，在年度市场首次正式应用基于优先级的协同出清，大幅提高安全校核及交易调整效率，安全校核调减时间大幅缩短65%。优先</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级的确定，也进一步规范了省间通道使用秩序，提高了各省落实优先发电计划积极性。</a:t>
                </a:r>
                <a:endPar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4" name="直接连接符 13"/>
              <p:cNvCxnSpPr/>
              <p:nvPr>
                <p:custDataLst>
                  <p:tags r:id="rId7"/>
                </p:custDataLst>
              </p:nvPr>
            </p:nvCxnSpPr>
            <p:spPr>
              <a:xfrm>
                <a:off x="6800" y="9650"/>
                <a:ext cx="622" cy="0"/>
              </a:xfrm>
              <a:prstGeom prst="line">
                <a:avLst/>
              </a:prstGeom>
              <a:ln w="44450" cap="rnd">
                <a:solidFill>
                  <a:srgbClr val="FF7B21"/>
                </a:solidFill>
              </a:ln>
            </p:spPr>
            <p:style>
              <a:lnRef idx="2">
                <a:schemeClr val="accent1"/>
              </a:lnRef>
              <a:fillRef idx="0">
                <a:srgbClr val="FFFFFF"/>
              </a:fillRef>
              <a:effectRef idx="0">
                <a:srgbClr val="FFFFFF"/>
              </a:effectRef>
              <a:fontRef idx="minor">
                <a:schemeClr val="tx1"/>
              </a:fontRef>
            </p:style>
          </p:cxnSp>
          <p:pic>
            <p:nvPicPr>
              <p:cNvPr id="7" name="图片 3" descr="/Users/lvguangyun/Downloads/研究创新能力.png研究创新能力"/>
              <p:cNvPicPr>
                <a:picLocks noChangeAspect="1"/>
              </p:cNvPicPr>
              <p:nvPr>
                <p:custDataLst>
                  <p:tags r:id="rId8"/>
                </p:custDataLst>
              </p:nvPr>
            </p:nvPicPr>
            <p:blipFill>
              <a:blip r:embed="rId9"/>
              <a:srcRect l="2540" r="2540"/>
              <a:stretch>
                <a:fillRect/>
              </a:stretch>
            </p:blipFill>
            <p:spPr>
              <a:xfrm>
                <a:off x="6771" y="3586"/>
                <a:ext cx="680" cy="680"/>
              </a:xfrm>
              <a:prstGeom prst="rect">
                <a:avLst/>
              </a:prstGeom>
            </p:spPr>
          </p:pic>
        </p:grpSp>
        <p:grpSp>
          <p:nvGrpSpPr>
            <p:cNvPr id="27" name="组合 26"/>
            <p:cNvGrpSpPr/>
            <p:nvPr/>
          </p:nvGrpSpPr>
          <p:grpSpPr>
            <a:xfrm>
              <a:off x="585" y="2788"/>
              <a:ext cx="3363" cy="6862"/>
              <a:chOff x="585" y="2788"/>
              <a:chExt cx="3363" cy="6862"/>
            </a:xfrm>
          </p:grpSpPr>
          <p:sp>
            <p:nvSpPr>
              <p:cNvPr id="26" name="圆角矩形 25"/>
              <p:cNvSpPr/>
              <p:nvPr>
                <p:custDataLst>
                  <p:tags r:id="rId10"/>
                </p:custDataLst>
              </p:nvPr>
            </p:nvSpPr>
            <p:spPr>
              <a:xfrm>
                <a:off x="585" y="2788"/>
                <a:ext cx="3363" cy="6786"/>
              </a:xfrm>
              <a:prstGeom prst="roundRect">
                <a:avLst>
                  <a:gd name="adj" fmla="val 13095"/>
                </a:avLst>
              </a:prstGeom>
              <a:solidFill>
                <a:schemeClr val="bg1"/>
              </a:solidFill>
              <a:ln>
                <a:solidFill>
                  <a:srgbClr val="00B0F0">
                    <a:alpha val="40000"/>
                  </a:srgbClr>
                </a:solidFill>
              </a:ln>
            </p:spPr>
            <p:style>
              <a:lnRef idx="2">
                <a:schemeClr val="accent1">
                  <a:lumMod val="75000"/>
                </a:schemeClr>
              </a:lnRef>
              <a:fillRef idx="1">
                <a:schemeClr val="accent1"/>
              </a:fillRef>
              <a:effectRef idx="0">
                <a:srgbClr val="FFFFFF"/>
              </a:effectRef>
              <a:fontRef idx="minor">
                <a:schemeClr val="lt1"/>
              </a:fontRef>
            </p:style>
            <p:txBody>
              <a:bodyPr lIns="36195" tIns="36195" rIns="36195" rtlCol="0" anchor="t" anchorCtr="0"/>
              <a:p>
                <a:pPr marL="0" indent="0" algn="just" eaLnBrk="1" latinLnBrk="0" hangingPunct="1">
                  <a:lnSpc>
                    <a:spcPct val="140000"/>
                  </a:lnSpc>
                  <a:buNone/>
                  <a:defRPr/>
                </a:pPr>
                <a:r>
                  <a:rPr 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a:t>
                </a:r>
                <a:r>
                  <a:rPr 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全面应用交易要约功能。除与南网交互相关交易外，其他交易全部应用要约功能，有效提高交易组织效率，交易组织权责进一步明晰。</a:t>
                </a:r>
                <a:endPar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0" name="直接连接符 49"/>
              <p:cNvCxnSpPr/>
              <p:nvPr>
                <p:custDataLst>
                  <p:tags r:id="rId11"/>
                </p:custDataLst>
              </p:nvPr>
            </p:nvCxnSpPr>
            <p:spPr>
              <a:xfrm>
                <a:off x="2145" y="9650"/>
                <a:ext cx="622" cy="0"/>
              </a:xfrm>
              <a:prstGeom prst="line">
                <a:avLst/>
              </a:prstGeom>
              <a:ln w="44450" cap="rnd">
                <a:solidFill>
                  <a:srgbClr val="11B8F6"/>
                </a:solidFill>
              </a:ln>
            </p:spPr>
            <p:style>
              <a:lnRef idx="2">
                <a:schemeClr val="accent1"/>
              </a:lnRef>
              <a:fillRef idx="0">
                <a:srgbClr val="FFFFFF"/>
              </a:fillRef>
              <a:effectRef idx="0">
                <a:srgbClr val="FFFFFF"/>
              </a:effectRef>
              <a:fontRef idx="minor">
                <a:schemeClr val="tx1"/>
              </a:fontRef>
            </p:style>
          </p:cxnSp>
          <p:pic>
            <p:nvPicPr>
              <p:cNvPr id="10" name="图片 4" descr="/Users/lvguangyun/Downloads/研究创新能力 (1).png研究创新能力 (1)"/>
              <p:cNvPicPr>
                <a:picLocks noChangeAspect="1"/>
              </p:cNvPicPr>
              <p:nvPr>
                <p:custDataLst>
                  <p:tags r:id="rId12"/>
                </p:custDataLst>
              </p:nvPr>
            </p:nvPicPr>
            <p:blipFill>
              <a:blip r:embed="rId9"/>
              <a:srcRect l="2540" r="2540"/>
              <a:stretch>
                <a:fillRect/>
              </a:stretch>
            </p:blipFill>
            <p:spPr>
              <a:xfrm>
                <a:off x="1777" y="3586"/>
                <a:ext cx="680" cy="680"/>
              </a:xfrm>
              <a:prstGeom prst="rect">
                <a:avLst/>
              </a:prstGeom>
            </p:spPr>
          </p:pic>
        </p:grpSp>
        <p:grpSp>
          <p:nvGrpSpPr>
            <p:cNvPr id="21" name="组合 20"/>
            <p:cNvGrpSpPr/>
            <p:nvPr/>
          </p:nvGrpSpPr>
          <p:grpSpPr>
            <a:xfrm>
              <a:off x="14250" y="2788"/>
              <a:ext cx="4252" cy="6862"/>
              <a:chOff x="13892" y="2788"/>
              <a:chExt cx="4252" cy="6862"/>
            </a:xfrm>
          </p:grpSpPr>
          <p:sp>
            <p:nvSpPr>
              <p:cNvPr id="22" name="圆角矩形 21"/>
              <p:cNvSpPr/>
              <p:nvPr>
                <p:custDataLst>
                  <p:tags r:id="rId13"/>
                </p:custDataLst>
              </p:nvPr>
            </p:nvSpPr>
            <p:spPr>
              <a:xfrm>
                <a:off x="13892" y="2788"/>
                <a:ext cx="4252" cy="6786"/>
              </a:xfrm>
              <a:prstGeom prst="roundRect">
                <a:avLst>
                  <a:gd name="adj" fmla="val 13095"/>
                </a:avLst>
              </a:prstGeom>
              <a:solidFill>
                <a:schemeClr val="bg1"/>
              </a:solidFill>
              <a:ln>
                <a:solidFill>
                  <a:srgbClr val="FF7B21">
                    <a:alpha val="40000"/>
                  </a:srgb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36195" rIns="36195" numCol="1" spcCol="0" rtlCol="0" fromWordArt="0" anchor="t" anchorCtr="0" forceAA="0" compatLnSpc="1">
                <a:noAutofit/>
              </a:bodyPr>
              <a:p>
                <a:pPr marL="0" indent="0" algn="just" eaLnBrk="1" latinLnBrk="0" hangingPunct="1">
                  <a:lnSpc>
                    <a:spcPct val="140000"/>
                  </a:lnSpc>
                  <a:buNone/>
                  <a:defRPr/>
                </a:pPr>
                <a:r>
                  <a:rPr 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a:t>
                </a:r>
                <a:r>
                  <a:rPr 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在年度市场保障配套电源运行约束。为保障配套火电稳定运行，在年度市场申报阶段，指导相关市场主体合理设定调峰比例和送电曲线，避免日间时段低于最小运行功率及日内启停，降低运行风险。</a:t>
                </a:r>
                <a:endPar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2" name="直接连接符 31"/>
              <p:cNvCxnSpPr/>
              <p:nvPr>
                <p:custDataLst>
                  <p:tags r:id="rId14"/>
                </p:custDataLst>
              </p:nvPr>
            </p:nvCxnSpPr>
            <p:spPr>
              <a:xfrm>
                <a:off x="15707" y="9650"/>
                <a:ext cx="622" cy="0"/>
              </a:xfrm>
              <a:prstGeom prst="line">
                <a:avLst/>
              </a:prstGeom>
              <a:ln w="44450" cap="rnd">
                <a:solidFill>
                  <a:srgbClr val="FF7B21"/>
                </a:solidFill>
              </a:ln>
            </p:spPr>
            <p:style>
              <a:lnRef idx="2">
                <a:schemeClr val="accent1"/>
              </a:lnRef>
              <a:fillRef idx="0">
                <a:srgbClr val="FFFFFF"/>
              </a:fillRef>
              <a:effectRef idx="0">
                <a:srgbClr val="FFFFFF"/>
              </a:effectRef>
              <a:fontRef idx="minor">
                <a:schemeClr val="tx1"/>
              </a:fontRef>
            </p:style>
          </p:cxnSp>
          <p:pic>
            <p:nvPicPr>
              <p:cNvPr id="13" name="图片 3" descr="/Users/lvguangyun/Downloads/研究创新能力.png研究创新能力"/>
              <p:cNvPicPr>
                <a:picLocks noChangeAspect="1"/>
              </p:cNvPicPr>
              <p:nvPr>
                <p:custDataLst>
                  <p:tags r:id="rId15"/>
                </p:custDataLst>
              </p:nvPr>
            </p:nvPicPr>
            <p:blipFill>
              <a:blip r:embed="rId9"/>
              <a:srcRect l="2540" r="2540"/>
              <a:stretch>
                <a:fillRect/>
              </a:stretch>
            </p:blipFill>
            <p:spPr>
              <a:xfrm>
                <a:off x="15678" y="3586"/>
                <a:ext cx="680" cy="680"/>
              </a:xfrm>
              <a:prstGeom prst="rect">
                <a:avLst/>
              </a:prstGeom>
            </p:spPr>
          </p:pic>
        </p:grpSp>
        <p:grpSp>
          <p:nvGrpSpPr>
            <p:cNvPr id="23" name="组合 22"/>
            <p:cNvGrpSpPr/>
            <p:nvPr/>
          </p:nvGrpSpPr>
          <p:grpSpPr>
            <a:xfrm>
              <a:off x="10131" y="2788"/>
              <a:ext cx="3740" cy="6862"/>
              <a:chOff x="9456" y="2788"/>
              <a:chExt cx="3740" cy="6862"/>
            </a:xfrm>
          </p:grpSpPr>
          <p:sp>
            <p:nvSpPr>
              <p:cNvPr id="16" name="圆角矩形 15"/>
              <p:cNvSpPr/>
              <p:nvPr>
                <p:custDataLst>
                  <p:tags r:id="rId16"/>
                </p:custDataLst>
              </p:nvPr>
            </p:nvSpPr>
            <p:spPr>
              <a:xfrm>
                <a:off x="9456" y="2788"/>
                <a:ext cx="3740" cy="6786"/>
              </a:xfrm>
              <a:prstGeom prst="roundRect">
                <a:avLst>
                  <a:gd name="adj" fmla="val 13095"/>
                </a:avLst>
              </a:prstGeom>
              <a:solidFill>
                <a:schemeClr val="bg1"/>
              </a:solidFill>
              <a:ln>
                <a:solidFill>
                  <a:srgbClr val="00B0F0">
                    <a:alpha val="40000"/>
                  </a:srgb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36195" rIns="36195" numCol="1" spcCol="0" rtlCol="0" fromWordArt="0" anchor="t" anchorCtr="0" forceAA="0" compatLnSpc="1">
                <a:noAutofit/>
              </a:bodyPr>
              <a:p>
                <a:pPr marL="0" indent="0" algn="just" eaLnBrk="1" latinLnBrk="0" hangingPunct="1">
                  <a:lnSpc>
                    <a:spcPct val="140000"/>
                  </a:lnSpc>
                  <a:buNone/>
                  <a:defRPr/>
                </a:pPr>
                <a:r>
                  <a:rPr 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首次</a:t>
                </a:r>
                <a:r>
                  <a:rPr 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在年度市场预留配套电源通道空间。经配套电源及受电方协商一致，提报配套电源投产后预测送电曲线，在协同出清阶段预留通道空间，保障配套电源投产后稳定运行。</a:t>
                </a:r>
                <a:endPar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0" name="直接连接符 19"/>
              <p:cNvCxnSpPr/>
              <p:nvPr>
                <p:custDataLst>
                  <p:tags r:id="rId17"/>
                </p:custDataLst>
              </p:nvPr>
            </p:nvCxnSpPr>
            <p:spPr>
              <a:xfrm>
                <a:off x="11015" y="9650"/>
                <a:ext cx="622" cy="0"/>
              </a:xfrm>
              <a:prstGeom prst="line">
                <a:avLst/>
              </a:prstGeom>
              <a:ln w="44450" cap="rnd">
                <a:solidFill>
                  <a:srgbClr val="11B8F6"/>
                </a:solidFill>
              </a:ln>
            </p:spPr>
            <p:style>
              <a:lnRef idx="2">
                <a:schemeClr val="accent1"/>
              </a:lnRef>
              <a:fillRef idx="0">
                <a:srgbClr val="FFFFFF"/>
              </a:fillRef>
              <a:effectRef idx="0">
                <a:srgbClr val="FFFFFF"/>
              </a:effectRef>
              <a:fontRef idx="minor">
                <a:schemeClr val="tx1"/>
              </a:fontRef>
            </p:style>
          </p:cxnSp>
          <p:pic>
            <p:nvPicPr>
              <p:cNvPr id="19" name="图片 4" descr="/Users/lvguangyun/Downloads/研究创新能力 (1).png研究创新能力 (1)"/>
              <p:cNvPicPr>
                <a:picLocks noChangeAspect="1"/>
              </p:cNvPicPr>
              <p:nvPr>
                <p:custDataLst>
                  <p:tags r:id="rId18"/>
                </p:custDataLst>
              </p:nvPr>
            </p:nvPicPr>
            <p:blipFill>
              <a:blip r:embed="rId9"/>
              <a:srcRect l="2540" r="2540"/>
              <a:stretch>
                <a:fillRect/>
              </a:stretch>
            </p:blipFill>
            <p:spPr>
              <a:xfrm>
                <a:off x="10986" y="3586"/>
                <a:ext cx="680" cy="680"/>
              </a:xfrm>
              <a:prstGeom prst="rect">
                <a:avLst/>
              </a:prstGeom>
            </p:spPr>
          </p:pic>
        </p:grpSp>
      </p:grpSp>
      <p:sp>
        <p:nvSpPr>
          <p:cNvPr id="8" name="PA_矩形 39"/>
          <p:cNvSpPr>
            <a:spLocks noChangeArrowheads="1"/>
          </p:cNvSpPr>
          <p:nvPr>
            <p:custDataLst>
              <p:tags r:id="rId19"/>
            </p:custDataLst>
          </p:nvPr>
        </p:nvSpPr>
        <p:spPr bwMode="auto">
          <a:xfrm>
            <a:off x="552008" y="405383"/>
            <a:ext cx="7343582"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defTabSz="1218565"/>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三、2025年度省间交易分析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cxnSp>
        <p:nvCxnSpPr>
          <p:cNvPr id="42" name="直接连接符 41"/>
          <p:cNvCxnSpPr/>
          <p:nvPr/>
        </p:nvCxnSpPr>
        <p:spPr>
          <a:xfrm>
            <a:off x="4726273" y="2020978"/>
            <a:ext cx="708236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239008" y="857232"/>
            <a:ext cx="4263668" cy="1015663"/>
          </a:xfrm>
          <a:prstGeom prst="rect">
            <a:avLst/>
          </a:prstGeom>
          <a:noFill/>
        </p:spPr>
        <p:txBody>
          <a:bodyPr wrap="square" rtlCol="0">
            <a:spAutoFit/>
          </a:bodyPr>
          <a:lstStyle/>
          <a:p>
            <a:pPr algn="r"/>
            <a:r>
              <a:rPr lang="zh-CN" altLang="en-US" sz="4000" dirty="0">
                <a:latin typeface="华文琥珀" panose="02010800040101010101" pitchFamily="2" charset="-122"/>
                <a:ea typeface="华文琥珀" panose="02010800040101010101" pitchFamily="2" charset="-122"/>
              </a:rPr>
              <a:t>目 录</a:t>
            </a:r>
            <a:endParaRPr lang="en-US" altLang="zh-CN" sz="4000" dirty="0">
              <a:latin typeface="华文琥珀" panose="02010800040101010101" pitchFamily="2" charset="-122"/>
              <a:ea typeface="华文琥珀" panose="02010800040101010101" pitchFamily="2" charset="-122"/>
            </a:endParaRPr>
          </a:p>
          <a:p>
            <a:pPr algn="r"/>
            <a:r>
              <a:rPr lang="en-US" altLang="zh-CN" sz="2000" dirty="0">
                <a:latin typeface="华文琥珀" panose="02010800040101010101" pitchFamily="2" charset="-122"/>
                <a:ea typeface="华文琥珀" panose="02010800040101010101" pitchFamily="2" charset="-122"/>
              </a:rPr>
              <a:t>CONTENTS</a:t>
            </a:r>
            <a:endParaRPr lang="zh-CN" altLang="en-US" sz="2000" dirty="0">
              <a:latin typeface="华文琥珀" panose="02010800040101010101" pitchFamily="2" charset="-122"/>
              <a:ea typeface="华文琥珀" panose="02010800040101010101" pitchFamily="2" charset="-122"/>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8824" t="12118" r="29512" b="1801"/>
          <a:stretch>
            <a:fillRect/>
          </a:stretch>
        </p:blipFill>
        <p:spPr>
          <a:xfrm>
            <a:off x="407670" y="1629410"/>
            <a:ext cx="3808730" cy="4231640"/>
          </a:xfrm>
          <a:prstGeom prst="rect">
            <a:avLst/>
          </a:prstGeom>
          <a:blipFill dpi="0" rotWithShape="1">
            <a:blip r:embed="rId2" cstate="print"/>
            <a:srcRect/>
            <a:tile tx="-1022350" ty="0" sx="100000" sy="100000" flip="none" algn="tl"/>
          </a:blipFill>
          <a:ln w="76200">
            <a:solidFill>
              <a:srgbClr val="F2F2F2"/>
            </a:solidFill>
          </a:ln>
        </p:spPr>
      </p:pic>
      <p:grpSp>
        <p:nvGrpSpPr>
          <p:cNvPr id="2" name="Group 49"/>
          <p:cNvGrpSpPr/>
          <p:nvPr/>
        </p:nvGrpSpPr>
        <p:grpSpPr bwMode="auto">
          <a:xfrm>
            <a:off x="4732476" y="2378415"/>
            <a:ext cx="7082367" cy="571500"/>
            <a:chOff x="1213" y="1701"/>
            <a:chExt cx="3346" cy="360"/>
          </a:xfrm>
        </p:grpSpPr>
        <p:sp>
          <p:nvSpPr>
            <p:cNvPr id="6" name="AutoShape 5"/>
            <p:cNvSpPr>
              <a:spLocks noChangeArrowheads="1"/>
            </p:cNvSpPr>
            <p:nvPr>
              <p:custDataLst>
                <p:tags r:id="rId3"/>
              </p:custDataLst>
            </p:nvPr>
          </p:nvSpPr>
          <p:spPr bwMode="gray">
            <a:xfrm>
              <a:off x="1213" y="1756"/>
              <a:ext cx="3346" cy="288"/>
            </a:xfrm>
            <a:prstGeom prst="roundRect">
              <a:avLst>
                <a:gd name="adj" fmla="val 7292"/>
              </a:avLst>
            </a:prstGeom>
            <a:gradFill rotWithShape="1">
              <a:gsLst>
                <a:gs pos="0">
                  <a:srgbClr val="35ADE3">
                    <a:gamma/>
                    <a:shade val="47451"/>
                    <a:invGamma/>
                  </a:srgbClr>
                </a:gs>
                <a:gs pos="100000">
                  <a:srgbClr val="35ADE3"/>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Text Box 7"/>
            <p:cNvSpPr txBox="1">
              <a:spLocks noChangeArrowheads="1"/>
            </p:cNvSpPr>
            <p:nvPr>
              <p:custDataLst>
                <p:tags r:id="rId4"/>
              </p:custDataLst>
            </p:nvPr>
          </p:nvSpPr>
          <p:spPr bwMode="white">
            <a:xfrm>
              <a:off x="1680" y="1701"/>
              <a:ext cx="2589"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sz="2400" b="1" dirty="0">
                  <a:solidFill>
                    <a:schemeClr val="bg1"/>
                  </a:solidFill>
                  <a:latin typeface="微软雅黑" panose="020B0503020204020204" pitchFamily="34" charset="-122"/>
                  <a:ea typeface="微软雅黑" panose="020B0503020204020204" pitchFamily="34" charset="-122"/>
                </a:rPr>
                <a:t>省间中长期市场基本情况</a:t>
              </a:r>
              <a:endParaRPr lang="zh-CN" sz="2400" b="1" dirty="0">
                <a:solidFill>
                  <a:schemeClr val="bg1"/>
                </a:solidFill>
                <a:latin typeface="微软雅黑" panose="020B0503020204020204" pitchFamily="34" charset="-122"/>
                <a:ea typeface="微软雅黑" panose="020B0503020204020204" pitchFamily="34" charset="-122"/>
              </a:endParaRPr>
            </a:p>
          </p:txBody>
        </p:sp>
        <p:grpSp>
          <p:nvGrpSpPr>
            <p:cNvPr id="10" name="Group 8"/>
            <p:cNvGrpSpPr/>
            <p:nvPr/>
          </p:nvGrpSpPr>
          <p:grpSpPr bwMode="auto">
            <a:xfrm>
              <a:off x="1355" y="1758"/>
              <a:ext cx="270" cy="270"/>
              <a:chOff x="4166" y="1706"/>
              <a:chExt cx="1252" cy="1252"/>
            </a:xfrm>
          </p:grpSpPr>
          <p:sp>
            <p:nvSpPr>
              <p:cNvPr id="12" name="Oval 9"/>
              <p:cNvSpPr>
                <a:spLocks noChangeArrowheads="1"/>
              </p:cNvSpPr>
              <p:nvPr>
                <p:custDataLst>
                  <p:tags r:id="rId5"/>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Oval 10"/>
              <p:cNvSpPr>
                <a:spLocks noChangeArrowheads="1"/>
              </p:cNvSpPr>
              <p:nvPr>
                <p:custDataLst>
                  <p:tags r:id="rId6"/>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Oval 11"/>
              <p:cNvSpPr>
                <a:spLocks noChangeArrowheads="1"/>
              </p:cNvSpPr>
              <p:nvPr>
                <p:custDataLst>
                  <p:tags r:id="rId7"/>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5" name="Oval 12"/>
              <p:cNvSpPr>
                <a:spLocks noChangeArrowheads="1"/>
              </p:cNvSpPr>
              <p:nvPr>
                <p:custDataLst>
                  <p:tags r:id="rId8"/>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11" name="Text Box 13"/>
            <p:cNvSpPr txBox="1">
              <a:spLocks noChangeArrowheads="1"/>
            </p:cNvSpPr>
            <p:nvPr>
              <p:custDataLst>
                <p:tags r:id="rId9"/>
              </p:custDataLst>
            </p:nvPr>
          </p:nvSpPr>
          <p:spPr bwMode="auto">
            <a:xfrm>
              <a:off x="1364" y="174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18" name="Group 48"/>
          <p:cNvGrpSpPr/>
          <p:nvPr/>
        </p:nvGrpSpPr>
        <p:grpSpPr bwMode="auto">
          <a:xfrm>
            <a:off x="4726126" y="3285381"/>
            <a:ext cx="7082367" cy="571501"/>
            <a:chOff x="1214" y="2184"/>
            <a:chExt cx="3346" cy="360"/>
          </a:xfrm>
        </p:grpSpPr>
        <p:sp>
          <p:nvSpPr>
            <p:cNvPr id="22" name="AutoShape 15"/>
            <p:cNvSpPr>
              <a:spLocks noChangeArrowheads="1"/>
            </p:cNvSpPr>
            <p:nvPr>
              <p:custDataLst>
                <p:tags r:id="rId10"/>
              </p:custDataLst>
            </p:nvPr>
          </p:nvSpPr>
          <p:spPr bwMode="gray">
            <a:xfrm>
              <a:off x="1214" y="2249"/>
              <a:ext cx="3346" cy="288"/>
            </a:xfrm>
            <a:prstGeom prst="roundRect">
              <a:avLst>
                <a:gd name="adj" fmla="val 7292"/>
              </a:avLst>
            </a:prstGeom>
            <a:gradFill rotWithShape="1">
              <a:gsLst>
                <a:gs pos="0">
                  <a:srgbClr val="DE608D">
                    <a:gamma/>
                    <a:shade val="44314"/>
                    <a:invGamma/>
                  </a:srgbClr>
                </a:gs>
                <a:gs pos="100000">
                  <a:srgbClr val="DE608D"/>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Text Box 17"/>
            <p:cNvSpPr txBox="1">
              <a:spLocks noChangeArrowheads="1"/>
            </p:cNvSpPr>
            <p:nvPr>
              <p:custDataLst>
                <p:tags r:id="rId11"/>
              </p:custDataLst>
            </p:nvPr>
          </p:nvSpPr>
          <p:spPr bwMode="white">
            <a:xfrm>
              <a:off x="1667" y="2184"/>
              <a:ext cx="2547"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lvl="0">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省间中长期市场运营方式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24" name="Group 18"/>
            <p:cNvGrpSpPr/>
            <p:nvPr/>
          </p:nvGrpSpPr>
          <p:grpSpPr bwMode="auto">
            <a:xfrm>
              <a:off x="1342" y="2251"/>
              <a:ext cx="270" cy="270"/>
              <a:chOff x="4166" y="1706"/>
              <a:chExt cx="1252" cy="1252"/>
            </a:xfrm>
          </p:grpSpPr>
          <p:sp>
            <p:nvSpPr>
              <p:cNvPr id="25" name="Oval 19"/>
              <p:cNvSpPr>
                <a:spLocks noChangeArrowheads="1"/>
              </p:cNvSpPr>
              <p:nvPr>
                <p:custDataLst>
                  <p:tags r:id="rId12"/>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 name="Oval 20"/>
              <p:cNvSpPr>
                <a:spLocks noChangeArrowheads="1"/>
              </p:cNvSpPr>
              <p:nvPr>
                <p:custDataLst>
                  <p:tags r:id="rId13"/>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 name="Oval 21"/>
              <p:cNvSpPr>
                <a:spLocks noChangeArrowheads="1"/>
              </p:cNvSpPr>
              <p:nvPr>
                <p:custDataLst>
                  <p:tags r:id="rId14"/>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 name="Oval 22"/>
              <p:cNvSpPr>
                <a:spLocks noChangeArrowheads="1"/>
              </p:cNvSpPr>
              <p:nvPr>
                <p:custDataLst>
                  <p:tags r:id="rId15"/>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1" name="Text Box 23"/>
            <p:cNvSpPr txBox="1">
              <a:spLocks noChangeArrowheads="1"/>
            </p:cNvSpPr>
            <p:nvPr>
              <p:custDataLst>
                <p:tags r:id="rId16"/>
              </p:custDataLst>
            </p:nvPr>
          </p:nvSpPr>
          <p:spPr bwMode="auto">
            <a:xfrm>
              <a:off x="1351" y="2241"/>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32" name="Group 47"/>
          <p:cNvGrpSpPr/>
          <p:nvPr/>
        </p:nvGrpSpPr>
        <p:grpSpPr bwMode="auto">
          <a:xfrm>
            <a:off x="4743906" y="5265497"/>
            <a:ext cx="7082367" cy="571499"/>
            <a:chOff x="1235" y="2713"/>
            <a:chExt cx="3346" cy="360"/>
          </a:xfrm>
        </p:grpSpPr>
        <p:sp>
          <p:nvSpPr>
            <p:cNvPr id="38" name="AutoShape 25"/>
            <p:cNvSpPr>
              <a:spLocks noChangeArrowheads="1"/>
            </p:cNvSpPr>
            <p:nvPr>
              <p:custDataLst>
                <p:tags r:id="rId17"/>
              </p:custDataLst>
            </p:nvPr>
          </p:nvSpPr>
          <p:spPr bwMode="gray">
            <a:xfrm>
              <a:off x="1235" y="2766"/>
              <a:ext cx="3346" cy="288"/>
            </a:xfrm>
            <a:prstGeom prst="roundRect">
              <a:avLst>
                <a:gd name="adj" fmla="val 7292"/>
              </a:avLst>
            </a:prstGeom>
            <a:gradFill rotWithShape="1">
              <a:gsLst>
                <a:gs pos="0">
                  <a:srgbClr val="99CC00">
                    <a:gamma/>
                    <a:shade val="44314"/>
                    <a:invGamma/>
                  </a:srgbClr>
                </a:gs>
                <a:gs pos="100000">
                  <a:srgbClr val="99CC00"/>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 name="Text Box 27"/>
            <p:cNvSpPr txBox="1">
              <a:spLocks noChangeArrowheads="1"/>
            </p:cNvSpPr>
            <p:nvPr>
              <p:custDataLst>
                <p:tags r:id="rId18"/>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省间中长期市场有关问题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34" name="Group 28"/>
            <p:cNvGrpSpPr/>
            <p:nvPr/>
          </p:nvGrpSpPr>
          <p:grpSpPr bwMode="auto">
            <a:xfrm>
              <a:off x="1363" y="2775"/>
              <a:ext cx="270" cy="270"/>
              <a:chOff x="4166" y="1706"/>
              <a:chExt cx="1252" cy="1252"/>
            </a:xfrm>
          </p:grpSpPr>
          <p:sp>
            <p:nvSpPr>
              <p:cNvPr id="35" name="Oval 29"/>
              <p:cNvSpPr>
                <a:spLocks noChangeArrowheads="1"/>
              </p:cNvSpPr>
              <p:nvPr>
                <p:custDataLst>
                  <p:tags r:id="rId19"/>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 name="Oval 30"/>
              <p:cNvSpPr>
                <a:spLocks noChangeArrowheads="1"/>
              </p:cNvSpPr>
              <p:nvPr>
                <p:custDataLst>
                  <p:tags r:id="rId20"/>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 name="Oval 31"/>
              <p:cNvSpPr>
                <a:spLocks noChangeArrowheads="1"/>
              </p:cNvSpPr>
              <p:nvPr>
                <p:custDataLst>
                  <p:tags r:id="rId21"/>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 name="Oval 32"/>
              <p:cNvSpPr>
                <a:spLocks noChangeArrowheads="1"/>
              </p:cNvSpPr>
              <p:nvPr>
                <p:custDataLst>
                  <p:tags r:id="rId22"/>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1" name="Text Box 33"/>
            <p:cNvSpPr txBox="1">
              <a:spLocks noChangeArrowheads="1"/>
            </p:cNvSpPr>
            <p:nvPr>
              <p:custDataLst>
                <p:tags r:id="rId23"/>
              </p:custDataLst>
            </p:nvPr>
          </p:nvSpPr>
          <p:spPr bwMode="auto">
            <a:xfrm>
              <a:off x="1372" y="2765"/>
              <a:ext cx="25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4</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4" name="îṩḷídé"/>
          <p:cNvSpPr/>
          <p:nvPr>
            <p:custDataLst>
              <p:tags r:id="rId24"/>
            </p:custDataLst>
          </p:nvPr>
        </p:nvSpPr>
        <p:spPr bwMode="gray">
          <a:xfrm>
            <a:off x="4439672" y="5437666"/>
            <a:ext cx="272048" cy="323966"/>
          </a:xfrm>
          <a:prstGeom prst="chevron">
            <a:avLst/>
          </a:prstGeom>
          <a:gradFill rotWithShape="1">
            <a:gsLst>
              <a:gs pos="0">
                <a:srgbClr val="99CC00">
                  <a:gamma/>
                  <a:shade val="44314"/>
                  <a:invGamma/>
                </a:srgbClr>
              </a:gs>
              <a:gs pos="100000">
                <a:srgbClr val="99CC00"/>
              </a:gs>
            </a:gsLst>
            <a:lin ang="5400000" scaled="1"/>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rtlCol="0" anchor="ctr">
            <a:noAutofit/>
          </a:bodyPr>
          <a:lstStyle/>
          <a:p>
            <a:pPr lvl="0" algn="l" defTabSz="914400" eaLnBrk="1" hangingPunct="1">
              <a:buClrTx/>
              <a:buSzTx/>
              <a:buFontTx/>
              <a:defRPr/>
            </a:pPr>
            <a:endParaRPr lang="zh-CN" altLang="en-US" sz="1800" kern="0" noProof="0">
              <a:ln>
                <a:noFill/>
              </a:ln>
              <a:solidFill>
                <a:srgbClr val="000000"/>
              </a:solidFill>
              <a:effectLst/>
              <a:uLnTx/>
              <a:uFillTx/>
              <a:latin typeface="Arial" panose="020B0604020202020204" pitchFamily="34" charset="0"/>
              <a:sym typeface="+mn-ea"/>
            </a:endParaRPr>
          </a:p>
        </p:txBody>
      </p:sp>
      <p:grpSp>
        <p:nvGrpSpPr>
          <p:cNvPr id="52" name="Group 47"/>
          <p:cNvGrpSpPr/>
          <p:nvPr>
            <p:custDataLst>
              <p:tags r:id="rId25"/>
            </p:custDataLst>
          </p:nvPr>
        </p:nvGrpSpPr>
        <p:grpSpPr bwMode="auto">
          <a:xfrm>
            <a:off x="4743906" y="4260927"/>
            <a:ext cx="7082367" cy="571499"/>
            <a:chOff x="1235" y="2713"/>
            <a:chExt cx="3346" cy="360"/>
          </a:xfrm>
        </p:grpSpPr>
        <p:sp>
          <p:nvSpPr>
            <p:cNvPr id="53" name="AutoShape 25"/>
            <p:cNvSpPr>
              <a:spLocks noChangeArrowheads="1"/>
            </p:cNvSpPr>
            <p:nvPr>
              <p:custDataLst>
                <p:tags r:id="rId26"/>
              </p:custDataLst>
            </p:nvPr>
          </p:nvSpPr>
          <p:spPr bwMode="gray">
            <a:xfrm>
              <a:off x="1235" y="2766"/>
              <a:ext cx="3346" cy="288"/>
            </a:xfrm>
            <a:prstGeom prst="roundRect">
              <a:avLst>
                <a:gd name="adj" fmla="val 7292"/>
              </a:avLst>
            </a:prstGeom>
            <a:gradFill rotWithShape="1">
              <a:gsLst>
                <a:gs pos="0">
                  <a:srgbClr val="14CD68"/>
                </a:gs>
                <a:gs pos="100000">
                  <a:srgbClr val="035C7D"/>
                </a:gs>
              </a:gsLst>
              <a:lin ang="5400000" scaled="0"/>
            </a:gradFill>
            <a:ln w="9525">
              <a:solidFill>
                <a:srgbClr val="FFFFFF">
                  <a:alpha val="70000"/>
                </a:srgb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 name="Text Box 27"/>
            <p:cNvSpPr txBox="1">
              <a:spLocks noChangeArrowheads="1"/>
            </p:cNvSpPr>
            <p:nvPr>
              <p:custDataLst>
                <p:tags r:id="rId27"/>
              </p:custDataLst>
            </p:nvPr>
          </p:nvSpPr>
          <p:spPr bwMode="white">
            <a:xfrm>
              <a:off x="1695" y="2713"/>
              <a:ext cx="259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nSpc>
                  <a:spcPct val="130000"/>
                </a:lnSpc>
                <a:buClr>
                  <a:srgbClr val="000000"/>
                </a:buClr>
                <a:defRPr/>
              </a:pPr>
              <a:r>
                <a:rPr lang="zh-CN" altLang="en-US" sz="2400" b="1" dirty="0">
                  <a:solidFill>
                    <a:schemeClr val="bg1"/>
                  </a:solidFill>
                  <a:latin typeface="微软雅黑" panose="020B0503020204020204" pitchFamily="34" charset="-122"/>
                  <a:ea typeface="微软雅黑" panose="020B0503020204020204" pitchFamily="34" charset="-122"/>
                </a:rPr>
                <a:t>省间中长期市场交易情况</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55" name="Group 28"/>
            <p:cNvGrpSpPr/>
            <p:nvPr/>
          </p:nvGrpSpPr>
          <p:grpSpPr bwMode="auto">
            <a:xfrm>
              <a:off x="1363" y="2775"/>
              <a:ext cx="270" cy="270"/>
              <a:chOff x="4166" y="1706"/>
              <a:chExt cx="1252" cy="1252"/>
            </a:xfrm>
          </p:grpSpPr>
          <p:sp>
            <p:nvSpPr>
              <p:cNvPr id="56" name="Oval 29"/>
              <p:cNvSpPr>
                <a:spLocks noChangeArrowheads="1"/>
              </p:cNvSpPr>
              <p:nvPr>
                <p:custDataLst>
                  <p:tags r:id="rId28"/>
                </p:custDataLst>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 name="Oval 30"/>
              <p:cNvSpPr>
                <a:spLocks noChangeArrowheads="1"/>
              </p:cNvSpPr>
              <p:nvPr>
                <p:custDataLst>
                  <p:tags r:id="rId29"/>
                </p:custDataLst>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 name="Oval 31"/>
              <p:cNvSpPr>
                <a:spLocks noChangeArrowheads="1"/>
              </p:cNvSpPr>
              <p:nvPr>
                <p:custDataLst>
                  <p:tags r:id="rId30"/>
                </p:custDataLst>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9" name="Oval 32"/>
              <p:cNvSpPr>
                <a:spLocks noChangeArrowheads="1"/>
              </p:cNvSpPr>
              <p:nvPr>
                <p:custDataLst>
                  <p:tags r:id="rId31"/>
                </p:custDataLst>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0" name="Text Box 33"/>
            <p:cNvSpPr txBox="1">
              <a:spLocks noChangeArrowheads="1"/>
            </p:cNvSpPr>
            <p:nvPr>
              <p:custDataLst>
                <p:tags r:id="rId32"/>
              </p:custDataLst>
            </p:nvPr>
          </p:nvSpPr>
          <p:spPr bwMode="auto">
            <a:xfrm>
              <a:off x="1372" y="2765"/>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3</a:t>
              </a:r>
              <a:endParaRPr kumimoji="0"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311285"/>
            <a:ext cx="10465163" cy="521970"/>
          </a:xfrm>
          <a:prstGeom prst="rect">
            <a:avLst/>
          </a:prstGeom>
          <a:noFill/>
        </p:spPr>
        <p:txBody>
          <a:bodyPr wrap="square" rtlCol="0">
            <a:spAutoFit/>
          </a:bodyPr>
          <a:lstStyle/>
          <a:p>
            <a:pPr algn="l">
              <a:buClrTx/>
              <a:buSzTx/>
              <a:buFontTx/>
            </a:pPr>
            <a:r>
              <a:rPr lang="zh-CN" sz="2800" b="1" dirty="0" smtClean="0">
                <a:latin typeface="+mj-lt"/>
                <a:ea typeface="+mj-lt"/>
                <a:cs typeface="+mj-lt"/>
              </a:rPr>
              <a:t>问题</a:t>
            </a:r>
            <a:r>
              <a:rPr lang="en-US" altLang="zh-CN" sz="2800" b="1" dirty="0" smtClean="0">
                <a:latin typeface="+mj-lt"/>
                <a:ea typeface="+mj-lt"/>
                <a:cs typeface="+mj-lt"/>
              </a:rPr>
              <a:t>1</a:t>
            </a:r>
            <a:r>
              <a:rPr lang="zh-CN" altLang="en-US" sz="2800" b="1" dirty="0" smtClean="0">
                <a:latin typeface="+mj-lt"/>
                <a:ea typeface="+mj-lt"/>
                <a:cs typeface="+mj-lt"/>
              </a:rPr>
              <a:t>：省间中长期市场供需不确定性增加</a:t>
            </a:r>
            <a:endParaRPr lang="zh-CN" altLang="en-US" sz="2800" b="1" dirty="0">
              <a:latin typeface="+mj-lt"/>
              <a:ea typeface="+mj-lt"/>
              <a:cs typeface="+mj-lt"/>
            </a:endParaRPr>
          </a:p>
        </p:txBody>
      </p:sp>
      <p:sp>
        <p:nvSpPr>
          <p:cNvPr id="17" name="文本框 16"/>
          <p:cNvSpPr txBox="1"/>
          <p:nvPr/>
        </p:nvSpPr>
        <p:spPr>
          <a:xfrm>
            <a:off x="392430" y="1006475"/>
            <a:ext cx="11407775" cy="187642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近几年送端省常规电源投产规模低于负荷增长，新能源占比大幅提升，</a:t>
            </a:r>
            <a:r>
              <a:rPr lang="zh-CN" altLang="en-US" sz="24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电力平衡高度依赖常规电源。</a:t>
            </a:r>
            <a:r>
              <a:rPr lang="zh-CN" altLang="en-US" sz="2200" dirty="0" smtClean="0">
                <a:latin typeface="黑体" panose="02010609060101010101" charset="-122"/>
                <a:ea typeface="黑体" panose="02010609060101010101" charset="-122"/>
                <a:sym typeface="Arial" panose="020B0604020202020204" pitchFamily="34" charset="0"/>
              </a:rPr>
              <a:t>夏冬季为用电高峰期，而新能源近六成的时间同时率低于15%，在暴雪冰冻、极热无风等极端天气条件下，新能源可能短时甚至连续多日出力偏低，对电量平衡影响较大。对于外送省份，季节性、时段性外送能力不足与富余电力消纳问题交织。</a:t>
            </a:r>
            <a:endParaRPr lang="zh-CN" altLang="en-US" sz="2200" dirty="0" smtClean="0">
              <a:latin typeface="黑体" panose="02010609060101010101" charset="-122"/>
              <a:ea typeface="黑体" panose="02010609060101010101" charset="-122"/>
              <a:sym typeface="Arial" panose="020B0604020202020204" pitchFamily="34" charset="0"/>
            </a:endParaRPr>
          </a:p>
        </p:txBody>
      </p:sp>
      <p:pic>
        <p:nvPicPr>
          <p:cNvPr id="5" name="图片 4"/>
          <p:cNvPicPr>
            <a:picLocks noChangeAspect="1"/>
          </p:cNvPicPr>
          <p:nvPr>
            <p:custDataLst>
              <p:tags r:id="rId1"/>
            </p:custDataLst>
          </p:nvPr>
        </p:nvPicPr>
        <p:blipFill>
          <a:blip r:embed="rId2"/>
          <a:srcRect b="25393"/>
          <a:stretch>
            <a:fillRect/>
          </a:stretch>
        </p:blipFill>
        <p:spPr>
          <a:xfrm>
            <a:off x="-110490" y="3194050"/>
            <a:ext cx="3986530" cy="2506980"/>
          </a:xfrm>
          <a:prstGeom prst="rect">
            <a:avLst/>
          </a:prstGeom>
        </p:spPr>
      </p:pic>
      <p:sp>
        <p:nvSpPr>
          <p:cNvPr id="12" name="文本框 11"/>
          <p:cNvSpPr txBox="1"/>
          <p:nvPr>
            <p:custDataLst>
              <p:tags r:id="rId3"/>
            </p:custDataLst>
          </p:nvPr>
        </p:nvSpPr>
        <p:spPr>
          <a:xfrm>
            <a:off x="81280" y="5803900"/>
            <a:ext cx="3420745" cy="737235"/>
          </a:xfrm>
          <a:prstGeom prst="rect">
            <a:avLst/>
          </a:prstGeom>
          <a:noFill/>
        </p:spPr>
        <p:txBody>
          <a:bodyPr wrap="square" rtlCol="0" anchor="t">
            <a:spAutoFit/>
          </a:bodyPr>
          <a:p>
            <a:pPr algn="ctr" latinLnBrk="0">
              <a:lnSpc>
                <a:spcPct val="100000"/>
              </a:lnSpc>
              <a:buClrTx/>
              <a:buSzTx/>
              <a:buFontTx/>
              <a:defRPr/>
            </a:pPr>
            <a:r>
              <a:rPr lang="zh-CN" altLang="en-US" sz="1400" dirty="0">
                <a:latin typeface="黑体" panose="02010609060101010101" charset="-122"/>
                <a:ea typeface="黑体" panose="02010609060101010101" charset="-122"/>
                <a:cs typeface="黑体" panose="02010609060101010101" charset="-122"/>
                <a:sym typeface="Arial" panose="020B0604020202020204" pitchFamily="34" charset="0"/>
              </a:rPr>
              <a:t>2021年7月28日，东北极热无风天气，负荷创夏季新高，风电最低出力仅3.4万千瓦，不足装机容量的0.1%</a:t>
            </a:r>
            <a:endParaRPr lang="zh-CN" altLang="en-US" sz="1400" dirty="0">
              <a:latin typeface="黑体" panose="02010609060101010101" charset="-122"/>
              <a:ea typeface="黑体" panose="02010609060101010101" charset="-122"/>
              <a:cs typeface="黑体" panose="02010609060101010101" charset="-122"/>
              <a:sym typeface="Arial" panose="020B0604020202020204" pitchFamily="34" charset="0"/>
            </a:endParaRPr>
          </a:p>
        </p:txBody>
      </p:sp>
      <p:sp>
        <p:nvSpPr>
          <p:cNvPr id="7" name="文本框 6"/>
          <p:cNvSpPr txBox="1"/>
          <p:nvPr>
            <p:custDataLst>
              <p:tags r:id="rId4"/>
            </p:custDataLst>
          </p:nvPr>
        </p:nvSpPr>
        <p:spPr>
          <a:xfrm>
            <a:off x="7769225" y="5805170"/>
            <a:ext cx="3776980" cy="737235"/>
          </a:xfrm>
          <a:prstGeom prst="rect">
            <a:avLst/>
          </a:prstGeom>
          <a:noFill/>
        </p:spPr>
        <p:txBody>
          <a:bodyPr wrap="square" rtlCol="0" anchor="t">
            <a:spAutoFit/>
          </a:bodyPr>
          <a:p>
            <a:pPr algn="ctr" latinLnBrk="0">
              <a:lnSpc>
                <a:spcPct val="100000"/>
              </a:lnSpc>
              <a:buClrTx/>
              <a:buSzTx/>
              <a:buFontTx/>
              <a:defRPr/>
            </a:pPr>
            <a:r>
              <a:rPr lang="en-US" altLang="zh-CN" sz="1400" dirty="0">
                <a:latin typeface="黑体" panose="02010609060101010101" charset="-122"/>
                <a:ea typeface="黑体" panose="02010609060101010101" charset="-122"/>
                <a:cs typeface="黑体" panose="02010609060101010101" charset="-122"/>
                <a:sym typeface="Arial" panose="020B0604020202020204" pitchFamily="34" charset="0"/>
              </a:rPr>
              <a:t>2024</a:t>
            </a:r>
            <a:r>
              <a:rPr lang="zh-CN" altLang="en-US" sz="1400" dirty="0">
                <a:latin typeface="黑体" panose="02010609060101010101" charset="-122"/>
                <a:ea typeface="黑体" panose="02010609060101010101" charset="-122"/>
                <a:cs typeface="黑体" panose="02010609060101010101" charset="-122"/>
                <a:sym typeface="Arial" panose="020B0604020202020204" pitchFamily="34" charset="0"/>
              </a:rPr>
              <a:t>年度夏期间，国家电网</a:t>
            </a:r>
            <a:r>
              <a:rPr sz="1400" dirty="0">
                <a:latin typeface="黑体" panose="02010609060101010101" charset="-122"/>
                <a:ea typeface="黑体" panose="02010609060101010101" charset="-122"/>
                <a:cs typeface="黑体" panose="02010609060101010101" charset="-122"/>
                <a:sym typeface="Arial" panose="020B0604020202020204" pitchFamily="34" charset="0"/>
              </a:rPr>
              <a:t>新能源日内最大波动3.19亿</a:t>
            </a:r>
            <a:r>
              <a:rPr lang="zh-CN" sz="1400" dirty="0">
                <a:latin typeface="黑体" panose="02010609060101010101" charset="-122"/>
                <a:ea typeface="黑体" panose="02010609060101010101" charset="-122"/>
                <a:cs typeface="黑体" panose="02010609060101010101" charset="-122"/>
                <a:sym typeface="Arial" panose="020B0604020202020204" pitchFamily="34" charset="0"/>
              </a:rPr>
              <a:t>千瓦</a:t>
            </a:r>
            <a:r>
              <a:rPr sz="1400" dirty="0">
                <a:latin typeface="黑体" panose="02010609060101010101" charset="-122"/>
                <a:ea typeface="黑体" panose="02010609060101010101" charset="-122"/>
                <a:cs typeface="黑体" panose="02010609060101010101" charset="-122"/>
                <a:sym typeface="Arial" panose="020B0604020202020204" pitchFamily="34" charset="0"/>
              </a:rPr>
              <a:t>，约为法国最大负荷的4倍，其中分布式光伏波动电力1.32亿</a:t>
            </a:r>
            <a:r>
              <a:rPr lang="zh-CN" sz="1400" dirty="0">
                <a:latin typeface="黑体" panose="02010609060101010101" charset="-122"/>
                <a:ea typeface="黑体" panose="02010609060101010101" charset="-122"/>
                <a:cs typeface="黑体" panose="02010609060101010101" charset="-122"/>
                <a:sym typeface="Arial" panose="020B0604020202020204" pitchFamily="34" charset="0"/>
              </a:rPr>
              <a:t>千瓦</a:t>
            </a:r>
            <a:endParaRPr lang="zh-CN" sz="1400" dirty="0">
              <a:latin typeface="黑体" panose="02010609060101010101" charset="-122"/>
              <a:ea typeface="黑体" panose="02010609060101010101" charset="-122"/>
              <a:cs typeface="黑体" panose="02010609060101010101" charset="-122"/>
              <a:sym typeface="Arial" panose="020B0604020202020204" pitchFamily="34" charset="0"/>
            </a:endParaRPr>
          </a:p>
        </p:txBody>
      </p:sp>
      <p:pic>
        <p:nvPicPr>
          <p:cNvPr id="4" name="图片 3"/>
          <p:cNvPicPr>
            <a:picLocks noChangeAspect="1"/>
          </p:cNvPicPr>
          <p:nvPr/>
        </p:nvPicPr>
        <p:blipFill>
          <a:blip r:embed="rId5"/>
          <a:stretch>
            <a:fillRect/>
          </a:stretch>
        </p:blipFill>
        <p:spPr>
          <a:xfrm>
            <a:off x="7680325" y="3173730"/>
            <a:ext cx="4267200" cy="2424430"/>
          </a:xfrm>
          <a:prstGeom prst="rect">
            <a:avLst/>
          </a:prstGeom>
        </p:spPr>
      </p:pic>
      <p:pic>
        <p:nvPicPr>
          <p:cNvPr id="37" name="图片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51302" y="3386340"/>
            <a:ext cx="4232275" cy="245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1"/>
          <p:cNvSpPr>
            <a:spLocks noChangeArrowheads="1"/>
          </p:cNvSpPr>
          <p:nvPr/>
        </p:nvSpPr>
        <p:spPr bwMode="auto">
          <a:xfrm>
            <a:off x="3822878" y="5877619"/>
            <a:ext cx="3856342" cy="52197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a:spAutoFit/>
          </a:bodyPr>
          <a:p>
            <a:pPr algn="ctr">
              <a:buClrTx/>
              <a:buSzTx/>
              <a:buFontTx/>
              <a:defRPr/>
            </a:pPr>
            <a:r>
              <a:rPr lang="zh-CN" altLang="en-US" sz="1400" dirty="0">
                <a:solidFill>
                  <a:schemeClr val="tx1"/>
                </a:solidFill>
                <a:latin typeface="黑体" panose="02010609060101010101" charset="-122"/>
                <a:ea typeface="黑体" panose="02010609060101010101" charset="-122"/>
                <a:cs typeface="黑体" panose="02010609060101010101" charset="-122"/>
                <a:sym typeface="+mn-ea"/>
              </a:rPr>
              <a:t>2023年12月寒潮期间公司经营区新能源极寒故障情况</a:t>
            </a:r>
            <a:endParaRPr lang="zh-CN" altLang="en-US" sz="1400" dirty="0">
              <a:solidFill>
                <a:schemeClr val="tx1"/>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7" name="文本框 16"/>
          <p:cNvSpPr txBox="1"/>
          <p:nvPr/>
        </p:nvSpPr>
        <p:spPr>
          <a:xfrm>
            <a:off x="392430" y="1006475"/>
            <a:ext cx="11252835" cy="98361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2022年起送端省普遍采取保守外送策略，由于中长期尺度下新能源预测精度不足，多按照</a:t>
            </a:r>
            <a:r>
              <a:rPr lang="zh-CN" altLang="en-US" sz="24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预测保障出力</a:t>
            </a:r>
            <a:r>
              <a:rPr lang="zh-CN" altLang="en-US" sz="2200" dirty="0" smtClean="0">
                <a:latin typeface="黑体" panose="02010609060101010101" charset="-122"/>
                <a:ea typeface="黑体" panose="02010609060101010101" charset="-122"/>
                <a:sym typeface="Arial" panose="020B0604020202020204" pitchFamily="34" charset="0"/>
              </a:rPr>
              <a:t>纳入平衡测算，大量富余电力需通过现货市场外送。</a:t>
            </a:r>
            <a:endParaRPr lang="zh-CN" altLang="en-US" sz="2200" dirty="0" smtClean="0">
              <a:latin typeface="黑体" panose="02010609060101010101" charset="-122"/>
              <a:ea typeface="黑体" panose="02010609060101010101" charset="-122"/>
              <a:sym typeface="Arial" panose="020B0604020202020204" pitchFamily="34" charset="0"/>
            </a:endParaRPr>
          </a:p>
        </p:txBody>
      </p:sp>
      <p:graphicFrame>
        <p:nvGraphicFramePr>
          <p:cNvPr id="6" name="图表 5"/>
          <p:cNvGraphicFramePr/>
          <p:nvPr>
            <p:custDataLst>
              <p:tags r:id="rId4"/>
            </p:custDataLst>
          </p:nvPr>
        </p:nvGraphicFramePr>
        <p:xfrm>
          <a:off x="916305" y="2352040"/>
          <a:ext cx="4804410" cy="169227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图表 10"/>
          <p:cNvGraphicFramePr/>
          <p:nvPr>
            <p:custDataLst>
              <p:tags r:id="rId5"/>
            </p:custDataLst>
          </p:nvPr>
        </p:nvGraphicFramePr>
        <p:xfrm>
          <a:off x="916305" y="4224020"/>
          <a:ext cx="4802505" cy="1701165"/>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p:cNvSpPr txBox="1"/>
          <p:nvPr>
            <p:custDataLst>
              <p:tags r:id="rId6"/>
            </p:custDataLst>
          </p:nvPr>
        </p:nvSpPr>
        <p:spPr>
          <a:xfrm>
            <a:off x="1486535" y="2423795"/>
            <a:ext cx="4300220" cy="306705"/>
          </a:xfrm>
          <a:prstGeom prst="rect">
            <a:avLst/>
          </a:prstGeom>
          <a:noFill/>
        </p:spPr>
        <p:txBody>
          <a:bodyPr wrap="square" rtlCol="0">
            <a:spAutoFit/>
          </a:bodyPr>
          <a:p>
            <a:pPr algn="ctr">
              <a:buClrTx/>
              <a:buSzTx/>
              <a:buFontTx/>
              <a:defRPr/>
            </a:pPr>
            <a:r>
              <a:rPr lang="zh-CN" sz="1400" b="0" dirty="0">
                <a:latin typeface="黑体" panose="02010609060101010101" charset="-122"/>
                <a:ea typeface="黑体" panose="02010609060101010101" charset="-122"/>
                <a:cs typeface="黑体" panose="02010609060101010101" charset="-122"/>
              </a:rPr>
              <a:t>国网省风电功率提前</a:t>
            </a:r>
            <a:r>
              <a:rPr lang="en-US" altLang="zh-CN" sz="1400" b="0" dirty="0">
                <a:latin typeface="黑体" panose="02010609060101010101" charset="-122"/>
                <a:ea typeface="黑体" panose="02010609060101010101" charset="-122"/>
                <a:cs typeface="黑体" panose="02010609060101010101" charset="-122"/>
              </a:rPr>
              <a:t>1-10</a:t>
            </a:r>
            <a:r>
              <a:rPr lang="zh-CN" altLang="en-US" sz="1400" b="0" dirty="0">
                <a:latin typeface="黑体" panose="02010609060101010101" charset="-122"/>
                <a:ea typeface="黑体" panose="02010609060101010101" charset="-122"/>
                <a:cs typeface="黑体" panose="02010609060101010101" charset="-122"/>
              </a:rPr>
              <a:t>天预测准确率（</a:t>
            </a:r>
            <a:r>
              <a:rPr lang="en-US" altLang="zh-CN" sz="1400" b="0" dirty="0">
                <a:latin typeface="黑体" panose="02010609060101010101" charset="-122"/>
                <a:ea typeface="黑体" panose="02010609060101010101" charset="-122"/>
                <a:cs typeface="黑体" panose="02010609060101010101" charset="-122"/>
              </a:rPr>
              <a:t>%</a:t>
            </a:r>
            <a:r>
              <a:rPr lang="zh-CN" altLang="en-US" sz="1400" b="0" dirty="0">
                <a:latin typeface="黑体" panose="02010609060101010101" charset="-122"/>
                <a:ea typeface="黑体" panose="02010609060101010101" charset="-122"/>
                <a:cs typeface="黑体" panose="02010609060101010101" charset="-122"/>
              </a:rPr>
              <a:t>）</a:t>
            </a:r>
            <a:endParaRPr lang="zh-CN" altLang="en-US" sz="1400" b="0" dirty="0">
              <a:latin typeface="黑体" panose="02010609060101010101" charset="-122"/>
              <a:ea typeface="黑体" panose="02010609060101010101" charset="-122"/>
              <a:cs typeface="黑体" panose="02010609060101010101" charset="-122"/>
            </a:endParaRPr>
          </a:p>
        </p:txBody>
      </p:sp>
      <p:sp>
        <p:nvSpPr>
          <p:cNvPr id="15" name="文本框 14"/>
          <p:cNvSpPr txBox="1"/>
          <p:nvPr>
            <p:custDataLst>
              <p:tags r:id="rId7"/>
            </p:custDataLst>
          </p:nvPr>
        </p:nvSpPr>
        <p:spPr>
          <a:xfrm>
            <a:off x="1515110" y="4223385"/>
            <a:ext cx="4300220" cy="306705"/>
          </a:xfrm>
          <a:prstGeom prst="rect">
            <a:avLst/>
          </a:prstGeom>
          <a:noFill/>
        </p:spPr>
        <p:txBody>
          <a:bodyPr wrap="square" rtlCol="0">
            <a:spAutoFit/>
          </a:bodyPr>
          <a:p>
            <a:pPr algn="ctr">
              <a:buClrTx/>
              <a:buSzTx/>
              <a:buFontTx/>
              <a:defRPr/>
            </a:pPr>
            <a:r>
              <a:rPr lang="zh-CN" sz="1400" b="0" dirty="0">
                <a:latin typeface="黑体" panose="02010609060101010101" charset="-122"/>
                <a:ea typeface="黑体" panose="02010609060101010101" charset="-122"/>
                <a:cs typeface="黑体" panose="02010609060101010101" charset="-122"/>
              </a:rPr>
              <a:t>国网省光伏功率提前</a:t>
            </a:r>
            <a:r>
              <a:rPr lang="en-US" altLang="zh-CN" sz="1400" b="0" dirty="0">
                <a:latin typeface="黑体" panose="02010609060101010101" charset="-122"/>
                <a:ea typeface="黑体" panose="02010609060101010101" charset="-122"/>
                <a:cs typeface="黑体" panose="02010609060101010101" charset="-122"/>
              </a:rPr>
              <a:t>1-10</a:t>
            </a:r>
            <a:r>
              <a:rPr lang="zh-CN" altLang="en-US" sz="1400" b="0" dirty="0">
                <a:latin typeface="黑体" panose="02010609060101010101" charset="-122"/>
                <a:ea typeface="黑体" panose="02010609060101010101" charset="-122"/>
                <a:cs typeface="黑体" panose="02010609060101010101" charset="-122"/>
              </a:rPr>
              <a:t>天预测准确率（</a:t>
            </a:r>
            <a:r>
              <a:rPr lang="en-US" altLang="zh-CN" sz="1400" b="0" dirty="0">
                <a:latin typeface="黑体" panose="02010609060101010101" charset="-122"/>
                <a:ea typeface="黑体" panose="02010609060101010101" charset="-122"/>
                <a:cs typeface="黑体" panose="02010609060101010101" charset="-122"/>
              </a:rPr>
              <a:t>%</a:t>
            </a:r>
            <a:r>
              <a:rPr lang="zh-CN" altLang="en-US" sz="1400" b="0" dirty="0">
                <a:latin typeface="黑体" panose="02010609060101010101" charset="-122"/>
                <a:ea typeface="黑体" panose="02010609060101010101" charset="-122"/>
                <a:cs typeface="黑体" panose="02010609060101010101" charset="-122"/>
              </a:rPr>
              <a:t>）</a:t>
            </a:r>
            <a:endParaRPr lang="zh-CN" altLang="en-US" sz="1400" b="0" dirty="0">
              <a:latin typeface="黑体" panose="02010609060101010101" charset="-122"/>
              <a:ea typeface="黑体" panose="02010609060101010101" charset="-122"/>
              <a:cs typeface="黑体" panose="02010609060101010101" charset="-122"/>
            </a:endParaRPr>
          </a:p>
        </p:txBody>
      </p:sp>
      <p:grpSp>
        <p:nvGrpSpPr>
          <p:cNvPr id="20" name="组合 19"/>
          <p:cNvGrpSpPr/>
          <p:nvPr/>
        </p:nvGrpSpPr>
        <p:grpSpPr>
          <a:xfrm>
            <a:off x="5951220" y="2352040"/>
            <a:ext cx="5055235" cy="2261235"/>
            <a:chOff x="13569" y="5627"/>
            <a:chExt cx="6543" cy="3552"/>
          </a:xfrm>
        </p:grpSpPr>
        <p:graphicFrame>
          <p:nvGraphicFramePr>
            <p:cNvPr id="7" name="图表 6"/>
            <p:cNvGraphicFramePr/>
            <p:nvPr>
              <p:custDataLst>
                <p:tags r:id="rId8"/>
              </p:custDataLst>
            </p:nvPr>
          </p:nvGraphicFramePr>
          <p:xfrm>
            <a:off x="13569" y="5627"/>
            <a:ext cx="6543" cy="3552"/>
          </p:xfrm>
          <a:graphic>
            <a:graphicData uri="http://schemas.openxmlformats.org/drawingml/2006/chart">
              <c:chart xmlns:c="http://schemas.openxmlformats.org/drawingml/2006/chart" xmlns:r="http://schemas.openxmlformats.org/officeDocument/2006/relationships" r:id="rId3"/>
            </a:graphicData>
          </a:graphic>
        </p:graphicFrame>
        <p:sp>
          <p:nvSpPr>
            <p:cNvPr id="9" name="文本框 8"/>
            <p:cNvSpPr txBox="1"/>
            <p:nvPr>
              <p:custDataLst>
                <p:tags r:id="rId9"/>
              </p:custDataLst>
            </p:nvPr>
          </p:nvSpPr>
          <p:spPr>
            <a:xfrm>
              <a:off x="15951" y="7895"/>
              <a:ext cx="3510" cy="433"/>
            </a:xfrm>
            <a:prstGeom prst="rect">
              <a:avLst/>
            </a:prstGeom>
            <a:noFill/>
          </p:spPr>
          <p:txBody>
            <a:bodyPr wrap="square" rtlCol="0">
              <a:spAutoFit/>
            </a:bodyPr>
            <a:p>
              <a:r>
                <a:rPr lang="zh-CN" altLang="en-US" sz="1200" b="1">
                  <a:solidFill>
                    <a:srgbClr val="0070C0"/>
                  </a:solidFill>
                  <a:ea typeface="黑体" panose="02010609060101010101" charset="-122"/>
                  <a:cs typeface="黑体" panose="02010609060101010101" charset="-122"/>
                </a:rPr>
                <a:t>典型送出省外送能力曲线</a:t>
              </a:r>
              <a:endParaRPr lang="zh-CN" altLang="en-US" sz="1200" b="1">
                <a:solidFill>
                  <a:srgbClr val="0070C0"/>
                </a:solidFill>
                <a:ea typeface="黑体" panose="02010609060101010101" charset="-122"/>
                <a:cs typeface="黑体" panose="02010609060101010101" charset="-122"/>
              </a:endParaRPr>
            </a:p>
          </p:txBody>
        </p:sp>
        <p:sp>
          <p:nvSpPr>
            <p:cNvPr id="10" name="文本框 9"/>
            <p:cNvSpPr txBox="1"/>
            <p:nvPr>
              <p:custDataLst>
                <p:tags r:id="rId10"/>
              </p:custDataLst>
            </p:nvPr>
          </p:nvSpPr>
          <p:spPr>
            <a:xfrm>
              <a:off x="14703" y="5854"/>
              <a:ext cx="2920" cy="433"/>
            </a:xfrm>
            <a:prstGeom prst="rect">
              <a:avLst/>
            </a:prstGeom>
            <a:noFill/>
          </p:spPr>
          <p:txBody>
            <a:bodyPr wrap="square" rtlCol="0">
              <a:spAutoFit/>
            </a:bodyPr>
            <a:p>
              <a:r>
                <a:rPr lang="zh-CN" altLang="en-US" sz="1200" b="1">
                  <a:solidFill>
                    <a:srgbClr val="FF0000"/>
                  </a:solidFill>
                  <a:ea typeface="黑体" panose="02010609060101010101" charset="-122"/>
                  <a:cs typeface="黑体" panose="02010609060101010101" charset="-122"/>
                </a:rPr>
                <a:t>典型购电省负荷曲线</a:t>
              </a:r>
              <a:endParaRPr lang="zh-CN" altLang="en-US" sz="1200" b="1">
                <a:solidFill>
                  <a:srgbClr val="FF0000"/>
                </a:solidFill>
                <a:ea typeface="黑体" panose="02010609060101010101" charset="-122"/>
                <a:cs typeface="黑体" panose="02010609060101010101" charset="-122"/>
              </a:endParaRPr>
            </a:p>
          </p:txBody>
        </p:sp>
      </p:grpSp>
      <p:sp>
        <p:nvSpPr>
          <p:cNvPr id="8" name="文本框 7"/>
          <p:cNvSpPr txBox="1"/>
          <p:nvPr>
            <p:custDataLst>
              <p:tags r:id="rId11"/>
            </p:custDataLst>
          </p:nvPr>
        </p:nvSpPr>
        <p:spPr>
          <a:xfrm>
            <a:off x="6166485" y="4584065"/>
            <a:ext cx="4773295" cy="306705"/>
          </a:xfrm>
          <a:prstGeom prst="rect">
            <a:avLst/>
          </a:prstGeom>
          <a:noFill/>
        </p:spPr>
        <p:txBody>
          <a:bodyPr wrap="square" rtlCol="0">
            <a:spAutoFit/>
          </a:bodyPr>
          <a:p>
            <a:pPr algn="ctr">
              <a:buClrTx/>
              <a:buSzTx/>
              <a:buFontTx/>
              <a:defRPr/>
            </a:pPr>
            <a:r>
              <a:rPr lang="zh-CN" sz="1400" b="0" dirty="0">
                <a:latin typeface="黑体" panose="02010609060101010101" charset="-122"/>
                <a:ea typeface="黑体" panose="02010609060101010101" charset="-122"/>
                <a:cs typeface="黑体" panose="02010609060101010101" charset="-122"/>
              </a:rPr>
              <a:t>度冬度夏送端省外送能力与购电省负荷曲线对比（</a:t>
            </a:r>
            <a:r>
              <a:rPr lang="en-US" altLang="zh-CN" sz="1400" b="0" dirty="0">
                <a:latin typeface="黑体" panose="02010609060101010101" charset="-122"/>
                <a:ea typeface="黑体" panose="02010609060101010101" charset="-122"/>
                <a:cs typeface="黑体" panose="02010609060101010101" charset="-122"/>
              </a:rPr>
              <a:t>MW</a:t>
            </a:r>
            <a:r>
              <a:rPr lang="zh-CN" sz="1400" b="0" dirty="0">
                <a:latin typeface="黑体" panose="02010609060101010101" charset="-122"/>
                <a:ea typeface="黑体" panose="02010609060101010101" charset="-122"/>
                <a:cs typeface="黑体" panose="02010609060101010101" charset="-122"/>
              </a:rPr>
              <a:t>）</a:t>
            </a:r>
            <a:endParaRPr lang="zh-CN" sz="1400" b="0" dirty="0">
              <a:latin typeface="黑体" panose="02010609060101010101" charset="-122"/>
              <a:ea typeface="黑体" panose="02010609060101010101" charset="-122"/>
              <a:cs typeface="黑体" panose="02010609060101010101" charset="-122"/>
            </a:endParaRPr>
          </a:p>
        </p:txBody>
      </p:sp>
      <p:sp>
        <p:nvSpPr>
          <p:cNvPr id="21" name="文本框 20"/>
          <p:cNvSpPr txBox="1"/>
          <p:nvPr>
            <p:custDataLst>
              <p:tags r:id="rId12"/>
            </p:custDataLst>
          </p:nvPr>
        </p:nvSpPr>
        <p:spPr>
          <a:xfrm>
            <a:off x="6662420" y="4871720"/>
            <a:ext cx="3415030" cy="1198880"/>
          </a:xfrm>
          <a:prstGeom prst="rect">
            <a:avLst/>
          </a:prstGeom>
          <a:noFill/>
        </p:spPr>
        <p:txBody>
          <a:bodyPr wrap="none" rtlCol="0">
            <a:spAutoFit/>
          </a:bodyPr>
          <a:p>
            <a:pPr marL="285750" indent="-285750" algn="just" latinLnBrk="0">
              <a:lnSpc>
                <a:spcPct val="150000"/>
              </a:lnSpc>
              <a:buClrTx/>
              <a:buSzTx/>
              <a:buFont typeface="Wingdings" panose="05000000000000000000" charset="0"/>
              <a:buChar char="l"/>
              <a:defRPr/>
            </a:pPr>
            <a:r>
              <a:rPr lang="zh-CN" sz="1600" b="0" dirty="0">
                <a:latin typeface="黑体" panose="02010609060101010101" charset="-122"/>
                <a:ea typeface="黑体" panose="02010609060101010101" charset="-122"/>
                <a:cs typeface="黑体" panose="02010609060101010101" charset="-122"/>
              </a:rPr>
              <a:t>去年同期实际出力加权平均</a:t>
            </a:r>
            <a:endParaRPr lang="zh-CN" sz="1600" b="0" dirty="0">
              <a:latin typeface="黑体" panose="02010609060101010101" charset="-122"/>
              <a:ea typeface="黑体" panose="02010609060101010101" charset="-122"/>
              <a:cs typeface="黑体" panose="02010609060101010101" charset="-122"/>
            </a:endParaRPr>
          </a:p>
          <a:p>
            <a:pPr marL="285750" indent="-285750" algn="just" latinLnBrk="0">
              <a:lnSpc>
                <a:spcPct val="150000"/>
              </a:lnSpc>
              <a:buClrTx/>
              <a:buSzTx/>
              <a:buFont typeface="Wingdings" panose="05000000000000000000" charset="0"/>
              <a:buChar char="l"/>
              <a:defRPr/>
            </a:pPr>
            <a:r>
              <a:rPr lang="zh-CN" sz="1600" b="0" dirty="0">
                <a:latin typeface="黑体" panose="02010609060101010101" charset="-122"/>
                <a:ea typeface="黑体" panose="02010609060101010101" charset="-122"/>
                <a:cs typeface="黑体" panose="02010609060101010101" charset="-122"/>
              </a:rPr>
              <a:t>按照不高于</a:t>
            </a:r>
            <a:r>
              <a:rPr lang="en-US" altLang="zh-CN" sz="1600" b="0" dirty="0">
                <a:latin typeface="黑体" panose="02010609060101010101" charset="-122"/>
                <a:ea typeface="黑体" panose="02010609060101010101" charset="-122"/>
                <a:cs typeface="黑体" panose="02010609060101010101" charset="-122"/>
              </a:rPr>
              <a:t>10%-15%</a:t>
            </a:r>
            <a:r>
              <a:rPr lang="zh-CN" altLang="en-US" sz="1600" b="0" dirty="0">
                <a:latin typeface="黑体" panose="02010609060101010101" charset="-122"/>
                <a:ea typeface="黑体" panose="02010609060101010101" charset="-122"/>
                <a:cs typeface="黑体" panose="02010609060101010101" charset="-122"/>
              </a:rPr>
              <a:t>最大出力限制</a:t>
            </a:r>
            <a:endParaRPr lang="zh-CN" altLang="en-US" sz="1600" b="0" dirty="0">
              <a:latin typeface="黑体" panose="02010609060101010101" charset="-122"/>
              <a:ea typeface="黑体" panose="02010609060101010101" charset="-122"/>
              <a:cs typeface="黑体" panose="02010609060101010101" charset="-122"/>
            </a:endParaRPr>
          </a:p>
          <a:p>
            <a:pPr marL="285750" indent="-285750" algn="just" latinLnBrk="0">
              <a:lnSpc>
                <a:spcPct val="150000"/>
              </a:lnSpc>
              <a:buClrTx/>
              <a:buSzTx/>
              <a:buFont typeface="Wingdings" panose="05000000000000000000" charset="0"/>
              <a:buChar char="l"/>
              <a:defRPr/>
            </a:pPr>
            <a:r>
              <a:rPr lang="zh-CN" altLang="en-US" sz="1600" b="0" dirty="0">
                <a:latin typeface="黑体" panose="02010609060101010101" charset="-122"/>
                <a:ea typeface="黑体" panose="02010609060101010101" charset="-122"/>
                <a:cs typeface="黑体" panose="02010609060101010101" charset="-122"/>
              </a:rPr>
              <a:t>直接要求负荷高峰时段不外送</a:t>
            </a:r>
            <a:endParaRPr lang="zh-CN" altLang="en-US" sz="1600" b="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335234" y="311285"/>
            <a:ext cx="10465163" cy="521970"/>
          </a:xfrm>
          <a:prstGeom prst="rect">
            <a:avLst/>
          </a:prstGeom>
          <a:noFill/>
        </p:spPr>
        <p:txBody>
          <a:bodyPr wrap="square" rtlCol="0">
            <a:spAutoFit/>
          </a:bodyPr>
          <a:p>
            <a:pPr algn="l">
              <a:buClrTx/>
              <a:buSzTx/>
              <a:buFontTx/>
            </a:pPr>
            <a:r>
              <a:rPr lang="zh-CN" sz="2800" b="1" dirty="0" smtClean="0">
                <a:latin typeface="+mj-lt"/>
                <a:ea typeface="+mj-lt"/>
                <a:cs typeface="+mj-lt"/>
              </a:rPr>
              <a:t>问题</a:t>
            </a:r>
            <a:r>
              <a:rPr lang="en-US" altLang="zh-CN" sz="2800" b="1" dirty="0" smtClean="0">
                <a:latin typeface="+mj-lt"/>
                <a:ea typeface="+mj-lt"/>
                <a:cs typeface="+mj-lt"/>
              </a:rPr>
              <a:t>1</a:t>
            </a:r>
            <a:r>
              <a:rPr lang="zh-CN" altLang="en-US" sz="2800" b="1" dirty="0" smtClean="0">
                <a:latin typeface="+mj-lt"/>
                <a:ea typeface="+mj-lt"/>
                <a:cs typeface="+mj-lt"/>
              </a:rPr>
              <a:t>：省间中长期市场供需不确定性增加</a:t>
            </a:r>
            <a:endParaRPr lang="zh-CN" altLang="en-US" sz="2800" b="1" dirty="0">
              <a:latin typeface="+mj-lt"/>
              <a:ea typeface="+mj-lt"/>
              <a:cs typeface="+mj-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239530"/>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措施：</a:t>
            </a:r>
            <a:r>
              <a:rPr lang="zh-CN" sz="2800" b="1" dirty="0" smtClean="0">
                <a:latin typeface="+mj-lt"/>
                <a:ea typeface="+mj-lt"/>
                <a:cs typeface="+mj-lt"/>
              </a:rPr>
              <a:t>灵活开展省间中长期交易</a:t>
            </a:r>
            <a:endParaRPr lang="zh-CN" sz="2800" b="1" dirty="0">
              <a:latin typeface="+mj-lt"/>
              <a:ea typeface="+mj-lt"/>
              <a:cs typeface="+mj-lt"/>
            </a:endParaRPr>
          </a:p>
        </p:txBody>
      </p:sp>
      <p:sp>
        <p:nvSpPr>
          <p:cNvPr id="17" name="文本框 16"/>
          <p:cNvSpPr txBox="1"/>
          <p:nvPr/>
        </p:nvSpPr>
        <p:spPr>
          <a:xfrm>
            <a:off x="380365" y="1052195"/>
            <a:ext cx="11370310" cy="1430020"/>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针对大规模新能源接入系统发生的深刻供需变化，北京电力交易中心多措并举，以更加灵活的市场交易手段，更短的交易周期、更高的交易频次，最大限度发挥省间富余电力资源与通道空间作用，保障中长期市场在省间资源配置中持续发挥关键作用。</a:t>
            </a:r>
            <a:endParaRPr lang="zh-CN" altLang="en-US" sz="2200" dirty="0" smtClean="0">
              <a:latin typeface="黑体" panose="02010609060101010101" charset="-122"/>
              <a:ea typeface="黑体" panose="02010609060101010101" charset="-122"/>
              <a:sym typeface="Arial" panose="020B0604020202020204" pitchFamily="34" charset="0"/>
            </a:endParaRPr>
          </a:p>
        </p:txBody>
      </p:sp>
      <p:sp>
        <p:nvSpPr>
          <p:cNvPr id="19" name="矩形 18"/>
          <p:cNvSpPr/>
          <p:nvPr>
            <p:custDataLst>
              <p:tags r:id="rId1"/>
            </p:custDataLst>
          </p:nvPr>
        </p:nvSpPr>
        <p:spPr>
          <a:xfrm rot="5400000">
            <a:off x="1156511" y="1934488"/>
            <a:ext cx="862806" cy="2223750"/>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20" name="矩形 19"/>
          <p:cNvSpPr/>
          <p:nvPr>
            <p:custDataLst>
              <p:tags r:id="rId2"/>
            </p:custDataLst>
          </p:nvPr>
        </p:nvSpPr>
        <p:spPr>
          <a:xfrm rot="5400000">
            <a:off x="3380261" y="1934489"/>
            <a:ext cx="862806" cy="2223750"/>
          </a:xfrm>
          <a:prstGeom prst="rect">
            <a:avLst/>
          </a:prstGeom>
          <a:solidFill>
            <a:srgbClr val="0070C0">
              <a:alpha val="85098"/>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lumMod val="100000"/>
                </a:schemeClr>
              </a:solidFill>
            </a:endParaRPr>
          </a:p>
        </p:txBody>
      </p:sp>
      <p:sp>
        <p:nvSpPr>
          <p:cNvPr id="21" name="矩形 20"/>
          <p:cNvSpPr/>
          <p:nvPr>
            <p:custDataLst>
              <p:tags r:id="rId3"/>
            </p:custDataLst>
          </p:nvPr>
        </p:nvSpPr>
        <p:spPr>
          <a:xfrm rot="5400000">
            <a:off x="5604012" y="1934491"/>
            <a:ext cx="862806" cy="2223750"/>
          </a:xfrm>
          <a:prstGeom prst="rect">
            <a:avLst/>
          </a:prstGeom>
          <a:solidFill>
            <a:srgbClr val="0070C0">
              <a:alpha val="89804"/>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lumMod val="100000"/>
                </a:schemeClr>
              </a:solidFill>
            </a:endParaRPr>
          </a:p>
        </p:txBody>
      </p:sp>
      <p:sp>
        <p:nvSpPr>
          <p:cNvPr id="22" name="矩形 21"/>
          <p:cNvSpPr/>
          <p:nvPr>
            <p:custDataLst>
              <p:tags r:id="rId4"/>
            </p:custDataLst>
          </p:nvPr>
        </p:nvSpPr>
        <p:spPr>
          <a:xfrm rot="5400000">
            <a:off x="7827762" y="1934492"/>
            <a:ext cx="862806" cy="2223750"/>
          </a:xfrm>
          <a:prstGeom prst="rect">
            <a:avLst/>
          </a:prstGeom>
          <a:solidFill>
            <a:srgbClr val="0070C0">
              <a:alpha val="94902"/>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lumMod val="100000"/>
                </a:schemeClr>
              </a:solidFill>
            </a:endParaRPr>
          </a:p>
        </p:txBody>
      </p:sp>
      <p:sp>
        <p:nvSpPr>
          <p:cNvPr id="23" name="矩形 22"/>
          <p:cNvSpPr/>
          <p:nvPr>
            <p:custDataLst>
              <p:tags r:id="rId5"/>
            </p:custDataLst>
          </p:nvPr>
        </p:nvSpPr>
        <p:spPr>
          <a:xfrm rot="5400000">
            <a:off x="10051512" y="1934493"/>
            <a:ext cx="862806" cy="222375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24" name="文本框 23"/>
          <p:cNvSpPr txBox="1"/>
          <p:nvPr>
            <p:custDataLst>
              <p:tags r:id="rId6"/>
            </p:custDataLst>
          </p:nvPr>
        </p:nvSpPr>
        <p:spPr>
          <a:xfrm>
            <a:off x="780417" y="2821487"/>
            <a:ext cx="1614994" cy="461665"/>
          </a:xfrm>
          <a:prstGeom prst="rect">
            <a:avLst/>
          </a:prstGeom>
          <a:noFill/>
        </p:spPr>
        <p:txBody>
          <a:bodyPr wrap="none" rtlCol="0">
            <a:noAutofit/>
          </a:bodyPr>
          <a:p>
            <a:pPr algn="ctr"/>
            <a:r>
              <a:rPr lang="zh-CN" sz="2400" b="1" dirty="0">
                <a:solidFill>
                  <a:schemeClr val="bg1"/>
                </a:solidFill>
                <a:latin typeface="微软雅黑" panose="020B0503020204020204" pitchFamily="34" charset="-122"/>
                <a:ea typeface="微软雅黑" panose="020B0503020204020204" pitchFamily="34" charset="-122"/>
              </a:rPr>
              <a:t>市场连续运营</a:t>
            </a:r>
            <a:endParaRPr lang="zh-CN" sz="2400" b="1"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custDataLst>
              <p:tags r:id="rId7"/>
            </p:custDataLst>
          </p:nvPr>
        </p:nvSpPr>
        <p:spPr>
          <a:xfrm>
            <a:off x="3033342" y="2815532"/>
            <a:ext cx="1556644" cy="461665"/>
          </a:xfrm>
          <a:prstGeom prst="rect">
            <a:avLst/>
          </a:prstGeom>
          <a:noFill/>
        </p:spPr>
        <p:txBody>
          <a:bodyPr wrap="none" rtlCol="0">
            <a:noAutofit/>
          </a:bodyPr>
          <a:p>
            <a:pPr algn="ctr"/>
            <a:r>
              <a:rPr lang="zh-CN" altLang="en-US" sz="2400" b="1" dirty="0">
                <a:solidFill>
                  <a:schemeClr val="bg1"/>
                </a:solidFill>
                <a:latin typeface="微软雅黑" panose="020B0503020204020204" pitchFamily="34" charset="-122"/>
                <a:ea typeface="微软雅黑" panose="020B0503020204020204" pitchFamily="34" charset="-122"/>
              </a:rPr>
              <a:t>区域内弹性交易</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custDataLst>
              <p:tags r:id="rId8"/>
            </p:custDataLst>
          </p:nvPr>
        </p:nvSpPr>
        <p:spPr>
          <a:xfrm>
            <a:off x="5458334" y="2815534"/>
            <a:ext cx="1154162" cy="461665"/>
          </a:xfrm>
          <a:prstGeom prst="rect">
            <a:avLst/>
          </a:prstGeom>
          <a:noFill/>
        </p:spPr>
        <p:txBody>
          <a:bodyPr wrap="none" rtlCol="0">
            <a:noAutofit/>
          </a:bodyPr>
          <a:p>
            <a:pPr algn="ctr"/>
            <a:r>
              <a:rPr lang="zh-CN" altLang="en-US" sz="2400" b="1" dirty="0">
                <a:solidFill>
                  <a:schemeClr val="bg1"/>
                </a:solidFill>
                <a:latin typeface="微软雅黑" panose="020B0503020204020204" pitchFamily="34" charset="-122"/>
                <a:ea typeface="微软雅黑" panose="020B0503020204020204" pitchFamily="34" charset="-122"/>
              </a:rPr>
              <a:t>多通道集中交易</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custDataLst>
              <p:tags r:id="rId9"/>
            </p:custDataLst>
          </p:nvPr>
        </p:nvSpPr>
        <p:spPr>
          <a:xfrm>
            <a:off x="7682084" y="2815535"/>
            <a:ext cx="1154162" cy="461665"/>
          </a:xfrm>
          <a:prstGeom prst="rect">
            <a:avLst/>
          </a:prstGeom>
          <a:noFill/>
        </p:spPr>
        <p:txBody>
          <a:bodyPr wrap="none" rtlCol="0">
            <a:noAutofit/>
          </a:bodyPr>
          <a:p>
            <a:pPr algn="ctr"/>
            <a:r>
              <a:rPr lang="zh-CN" altLang="en-US" sz="2400" b="1" dirty="0">
                <a:solidFill>
                  <a:schemeClr val="bg1"/>
                </a:solidFill>
                <a:latin typeface="微软雅黑" panose="020B0503020204020204" pitchFamily="34" charset="-122"/>
                <a:ea typeface="微软雅黑" panose="020B0503020204020204" pitchFamily="34" charset="-122"/>
              </a:rPr>
              <a:t>省间灵活互济</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custDataLst>
              <p:tags r:id="rId10"/>
            </p:custDataLst>
          </p:nvPr>
        </p:nvSpPr>
        <p:spPr>
          <a:xfrm>
            <a:off x="9905834" y="2815536"/>
            <a:ext cx="1154162" cy="461665"/>
          </a:xfrm>
          <a:prstGeom prst="rect">
            <a:avLst/>
          </a:prstGeom>
          <a:noFill/>
        </p:spPr>
        <p:txBody>
          <a:bodyPr wrap="none" rtlCol="0">
            <a:noAutofit/>
          </a:bodyPr>
          <a:p>
            <a:pPr algn="ctr"/>
            <a:r>
              <a:rPr lang="zh-CN" altLang="en-US" sz="2400" b="1" dirty="0">
                <a:solidFill>
                  <a:schemeClr val="bg1"/>
                </a:solidFill>
                <a:latin typeface="微软雅黑" panose="020B0503020204020204" pitchFamily="34" charset="-122"/>
                <a:ea typeface="微软雅黑" panose="020B0503020204020204" pitchFamily="34" charset="-122"/>
              </a:rPr>
              <a:t>挖掘富余资源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custDataLst>
              <p:tags r:id="rId11"/>
            </p:custDataLst>
          </p:nvPr>
        </p:nvCxnSpPr>
        <p:spPr>
          <a:xfrm>
            <a:off x="2699789" y="2614961"/>
            <a:ext cx="0" cy="366204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12"/>
            </p:custDataLst>
          </p:nvPr>
        </p:nvCxnSpPr>
        <p:spPr>
          <a:xfrm>
            <a:off x="4924889" y="2614961"/>
            <a:ext cx="0" cy="360743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13"/>
            </p:custDataLst>
          </p:nvPr>
        </p:nvCxnSpPr>
        <p:spPr>
          <a:xfrm>
            <a:off x="7149989" y="2614961"/>
            <a:ext cx="0" cy="358076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14"/>
            </p:custDataLst>
          </p:nvPr>
        </p:nvCxnSpPr>
        <p:spPr>
          <a:xfrm>
            <a:off x="9375089" y="2614961"/>
            <a:ext cx="0" cy="358965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35" name="矩形 34"/>
          <p:cNvSpPr/>
          <p:nvPr>
            <p:custDataLst>
              <p:tags r:id="rId15"/>
            </p:custDataLst>
          </p:nvPr>
        </p:nvSpPr>
        <p:spPr>
          <a:xfrm>
            <a:off x="429260" y="3550285"/>
            <a:ext cx="2275840" cy="2748280"/>
          </a:xfrm>
          <a:prstGeom prst="rect">
            <a:avLst/>
          </a:prstGeom>
        </p:spPr>
        <p:txBody>
          <a:bodyPr wrap="square">
            <a:spAutoFit/>
          </a:bodyPr>
          <a:p>
            <a:pPr marL="0" indent="0" algn="just">
              <a:lnSpc>
                <a:spcPct val="120000"/>
              </a:lnSpc>
              <a:buNone/>
            </a:pPr>
            <a:r>
              <a:rPr lang="en-US" altLang="zh-CN" dirty="0">
                <a:latin typeface="黑体" panose="02010609060101010101" charset="-122"/>
                <a:ea typeface="黑体" panose="02010609060101010101" charset="-122"/>
              </a:rPr>
              <a:t>    </a:t>
            </a:r>
            <a:r>
              <a:rPr lang="zh-CN" dirty="0">
                <a:latin typeface="黑体" panose="02010609060101010101" charset="-122"/>
                <a:ea typeface="黑体" panose="02010609060101010101" charset="-122"/>
              </a:rPr>
              <a:t>省间中长期市场按工作日连续运营，常态化开展合同曲线交易，为新能源发电企业等经营主体根据自身出力预测调整中长期合同提供市场手段</a:t>
            </a:r>
            <a:r>
              <a:rPr lang="zh-CN" altLang="en-US" dirty="0">
                <a:latin typeface="黑体" panose="02010609060101010101" charset="-122"/>
                <a:ea typeface="黑体" panose="02010609060101010101" charset="-122"/>
                <a:cs typeface="黑体" panose="02010609060101010101" charset="-122"/>
                <a:sym typeface="+mn-ea"/>
              </a:rPr>
              <a:t>。</a:t>
            </a:r>
            <a:endParaRPr lang="zh-CN" altLang="en-US" dirty="0">
              <a:latin typeface="黑体" panose="02010609060101010101" charset="-122"/>
              <a:ea typeface="黑体" panose="02010609060101010101" charset="-122"/>
            </a:endParaRPr>
          </a:p>
        </p:txBody>
      </p:sp>
      <p:sp>
        <p:nvSpPr>
          <p:cNvPr id="36" name="矩形 35"/>
          <p:cNvSpPr/>
          <p:nvPr>
            <p:custDataLst>
              <p:tags r:id="rId16"/>
            </p:custDataLst>
          </p:nvPr>
        </p:nvSpPr>
        <p:spPr>
          <a:xfrm>
            <a:off x="2699789" y="3523939"/>
            <a:ext cx="2255350" cy="3080385"/>
          </a:xfrm>
          <a:prstGeom prst="rect">
            <a:avLst/>
          </a:prstGeom>
        </p:spPr>
        <p:txBody>
          <a:bodyPr wrap="square">
            <a:spAutoFit/>
          </a:bodyPr>
          <a:p>
            <a:pPr marL="0" indent="0" algn="just">
              <a:lnSpc>
                <a:spcPct val="120000"/>
              </a:lnSpc>
              <a:buNone/>
            </a:pPr>
            <a:r>
              <a:rPr lang="en-US" altLang="zh-CN" dirty="0">
                <a:latin typeface="黑体" panose="02010609060101010101" charset="-122"/>
                <a:ea typeface="黑体" panose="02010609060101010101" charset="-122"/>
              </a:rPr>
              <a:t>    </a:t>
            </a:r>
            <a:r>
              <a:rPr lang="zh-CN" altLang="en-US" dirty="0">
                <a:latin typeface="黑体" panose="02010609060101010101" charset="-122"/>
                <a:ea typeface="黑体" panose="02010609060101010101" charset="-122"/>
              </a:rPr>
              <a:t>针对因新能源不确定造成的送电省中长期外送能力不足和电力供需形势变化，在西北、华东等区域交流电网内推广弹性交易合同签约方式，消除外送省对自身平衡不确定性的顾虑。</a:t>
            </a:r>
            <a:endParaRPr lang="zh-CN" altLang="en-US" dirty="0">
              <a:latin typeface="黑体" panose="02010609060101010101" charset="-122"/>
              <a:ea typeface="黑体" panose="02010609060101010101" charset="-122"/>
            </a:endParaRPr>
          </a:p>
        </p:txBody>
      </p:sp>
      <p:sp>
        <p:nvSpPr>
          <p:cNvPr id="58" name="矩形 57"/>
          <p:cNvSpPr/>
          <p:nvPr>
            <p:custDataLst>
              <p:tags r:id="rId17"/>
            </p:custDataLst>
          </p:nvPr>
        </p:nvSpPr>
        <p:spPr>
          <a:xfrm>
            <a:off x="4926842" y="3519959"/>
            <a:ext cx="2255350" cy="3080385"/>
          </a:xfrm>
          <a:prstGeom prst="rect">
            <a:avLst/>
          </a:prstGeom>
        </p:spPr>
        <p:txBody>
          <a:bodyPr wrap="square">
            <a:spAutoFit/>
          </a:bodyPr>
          <a:p>
            <a:pPr algn="just">
              <a:lnSpc>
                <a:spcPct val="120000"/>
              </a:lnSpc>
              <a:buClrTx/>
              <a:buSzTx/>
              <a:buFontTx/>
            </a:pPr>
            <a:r>
              <a:rPr lang="en-US" altLang="zh-CN" sz="1800" dirty="0">
                <a:latin typeface="黑体" panose="02010609060101010101" charset="-122"/>
                <a:ea typeface="黑体" panose="02010609060101010101" charset="-122"/>
              </a:rPr>
              <a:t>    2023</a:t>
            </a:r>
            <a:r>
              <a:rPr lang="zh-CN" altLang="en-US" sz="1800" dirty="0">
                <a:latin typeface="黑体" panose="02010609060101010101" charset="-122"/>
                <a:ea typeface="黑体" panose="02010609060101010101" charset="-122"/>
              </a:rPr>
              <a:t>年</a:t>
            </a:r>
            <a:r>
              <a:rPr lang="en-US" altLang="zh-CN" sz="1800" dirty="0">
                <a:latin typeface="黑体" panose="02010609060101010101" charset="-122"/>
                <a:ea typeface="黑体" panose="02010609060101010101" charset="-122"/>
              </a:rPr>
              <a:t>5</a:t>
            </a:r>
            <a:r>
              <a:rPr lang="zh-CN" altLang="en-US" sz="1800" dirty="0">
                <a:latin typeface="黑体" panose="02010609060101010101" charset="-122"/>
                <a:ea typeface="黑体" panose="02010609060101010101" charset="-122"/>
              </a:rPr>
              <a:t>月启动省间多通道集中竞价周交易，</a:t>
            </a:r>
            <a:r>
              <a:rPr lang="en-US" altLang="zh-CN" sz="1800" dirty="0">
                <a:latin typeface="黑体" panose="02010609060101010101" charset="-122"/>
                <a:ea typeface="黑体" panose="02010609060101010101" charset="-122"/>
              </a:rPr>
              <a:t>2024</a:t>
            </a:r>
            <a:r>
              <a:rPr lang="zh-CN" altLang="en-US" sz="1800" dirty="0">
                <a:latin typeface="黑体" panose="02010609060101010101" charset="-122"/>
                <a:ea typeface="黑体" panose="02010609060101010101" charset="-122"/>
              </a:rPr>
              <a:t>年初转为正式试运行，目前正在月度市场试运行。初步形成省间多买多卖增量市场格局，节约沟通成本，大幅提高市场效率。</a:t>
            </a:r>
            <a:endParaRPr lang="zh-CN" altLang="en-US" sz="1800" dirty="0">
              <a:latin typeface="黑体" panose="02010609060101010101" charset="-122"/>
              <a:ea typeface="黑体" panose="02010609060101010101" charset="-122"/>
            </a:endParaRPr>
          </a:p>
        </p:txBody>
      </p:sp>
      <p:sp>
        <p:nvSpPr>
          <p:cNvPr id="59" name="矩形 58"/>
          <p:cNvSpPr/>
          <p:nvPr>
            <p:custDataLst>
              <p:tags r:id="rId18"/>
            </p:custDataLst>
          </p:nvPr>
        </p:nvSpPr>
        <p:spPr>
          <a:xfrm>
            <a:off x="7152337" y="3534718"/>
            <a:ext cx="2255350" cy="3080385"/>
          </a:xfrm>
          <a:prstGeom prst="rect">
            <a:avLst/>
          </a:prstGeom>
        </p:spPr>
        <p:txBody>
          <a:bodyPr wrap="square">
            <a:spAutoFit/>
          </a:bodyPr>
          <a:p>
            <a:pPr algn="just">
              <a:lnSpc>
                <a:spcPct val="120000"/>
              </a:lnSpc>
              <a:buClrTx/>
              <a:buSzTx/>
              <a:buFontTx/>
            </a:pPr>
            <a:r>
              <a:rPr lang="en-US" altLang="zh-CN" sz="1800" dirty="0">
                <a:latin typeface="黑体" panose="02010609060101010101" charset="-122"/>
                <a:ea typeface="黑体" panose="02010609060101010101" charset="-122"/>
              </a:rPr>
              <a:t>    </a:t>
            </a:r>
            <a:r>
              <a:rPr lang="zh-CN" altLang="en-US" sz="1800" dirty="0">
                <a:latin typeface="黑体" panose="02010609060101010101" charset="-122"/>
                <a:ea typeface="黑体" panose="02010609060101010101" charset="-122"/>
              </a:rPr>
              <a:t>在月内市场灵活省间通道送电方向，组织东北、华北富余电力经西北电网支援华中、西南、西北各省。</a:t>
            </a:r>
            <a:r>
              <a:rPr lang="zh-CN" altLang="en-US" sz="1800" dirty="0">
                <a:latin typeface="黑体" panose="02010609060101010101" charset="-122"/>
                <a:ea typeface="黑体" panose="02010609060101010101" charset="-122"/>
                <a:sym typeface="+mn-ea"/>
              </a:rPr>
              <a:t>度夏度冬期间，</a:t>
            </a:r>
            <a:r>
              <a:rPr lang="zh-CN" altLang="en-US" sz="1800" dirty="0">
                <a:latin typeface="黑体" panose="02010609060101010101" charset="-122"/>
                <a:ea typeface="黑体" panose="02010609060101010101" charset="-122"/>
              </a:rPr>
              <a:t>在满足清洁能源外送需求基础上，放开</a:t>
            </a:r>
            <a:r>
              <a:rPr lang="zh-CN" altLang="en-US" sz="1800" dirty="0">
                <a:latin typeface="黑体" panose="02010609060101010101" charset="-122"/>
                <a:ea typeface="黑体" panose="02010609060101010101" charset="-122"/>
                <a:sym typeface="+mn-ea"/>
              </a:rPr>
              <a:t>青豫直流</a:t>
            </a:r>
            <a:r>
              <a:rPr lang="zh-CN" altLang="en-US" sz="1800" dirty="0">
                <a:latin typeface="黑体" panose="02010609060101010101" charset="-122"/>
                <a:ea typeface="黑体" panose="02010609060101010101" charset="-122"/>
              </a:rPr>
              <a:t>火电交易。</a:t>
            </a:r>
            <a:endParaRPr lang="zh-CN" altLang="en-US" sz="1800" dirty="0">
              <a:latin typeface="黑体" panose="02010609060101010101" charset="-122"/>
              <a:ea typeface="黑体" panose="02010609060101010101" charset="-122"/>
            </a:endParaRPr>
          </a:p>
        </p:txBody>
      </p:sp>
      <p:sp>
        <p:nvSpPr>
          <p:cNvPr id="60" name="矩形 59"/>
          <p:cNvSpPr/>
          <p:nvPr>
            <p:custDataLst>
              <p:tags r:id="rId19"/>
            </p:custDataLst>
          </p:nvPr>
        </p:nvSpPr>
        <p:spPr>
          <a:xfrm>
            <a:off x="9385519" y="3527860"/>
            <a:ext cx="2255350" cy="3080385"/>
          </a:xfrm>
          <a:prstGeom prst="rect">
            <a:avLst/>
          </a:prstGeom>
        </p:spPr>
        <p:txBody>
          <a:bodyPr wrap="square">
            <a:spAutoFit/>
          </a:bodyPr>
          <a:p>
            <a:pPr algn="just">
              <a:lnSpc>
                <a:spcPct val="120000"/>
              </a:lnSpc>
              <a:buClrTx/>
              <a:buSzTx/>
              <a:buFontTx/>
            </a:pPr>
            <a:r>
              <a:rPr lang="en-US" altLang="zh-CN" sz="1800" dirty="0">
                <a:latin typeface="黑体" panose="02010609060101010101" charset="-122"/>
                <a:ea typeface="黑体" panose="02010609060101010101" charset="-122"/>
              </a:rPr>
              <a:t>    </a:t>
            </a:r>
            <a:r>
              <a:rPr lang="zh-CN" altLang="en-US" sz="1800" dirty="0">
                <a:latin typeface="黑体" panose="02010609060101010101" charset="-122"/>
                <a:ea typeface="黑体" panose="02010609060101010101" charset="-122"/>
              </a:rPr>
              <a:t>在月内市场，组织配套电源富余电力开展市场化交易，支援全网保供；鼓励购电省在落实国家计划基础上，富余电力参与短期市场化外送；送电省在平衡紧张时，也可从省间购电。</a:t>
            </a:r>
            <a:endParaRPr lang="zh-CN" altLang="en-US" sz="1800" dirty="0">
              <a:latin typeface="黑体" panose="02010609060101010101" charset="-122"/>
              <a:ea typeface="黑体" panose="02010609060101010101"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239530"/>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2</a:t>
            </a:r>
            <a:r>
              <a:rPr lang="zh-CN" altLang="en-US" sz="2800" b="1" dirty="0" smtClean="0">
                <a:latin typeface="+mj-lt"/>
                <a:ea typeface="+mj-lt"/>
                <a:cs typeface="+mj-lt"/>
              </a:rPr>
              <a:t>：</a:t>
            </a:r>
            <a:r>
              <a:rPr lang="zh-CN" sz="2800" b="1" dirty="0" smtClean="0">
                <a:latin typeface="+mj-lt"/>
                <a:ea typeface="+mj-lt"/>
                <a:cs typeface="+mj-lt"/>
              </a:rPr>
              <a:t>跨区通道日间时段性阻塞加剧</a:t>
            </a:r>
            <a:endParaRPr lang="zh-CN" sz="2800" b="1" dirty="0" smtClean="0">
              <a:latin typeface="+mj-lt"/>
              <a:ea typeface="+mj-lt"/>
              <a:cs typeface="+mj-lt"/>
            </a:endParaRPr>
          </a:p>
        </p:txBody>
      </p:sp>
      <p:sp>
        <p:nvSpPr>
          <p:cNvPr id="4" name="MH_Text_1"/>
          <p:cNvSpPr txBox="1"/>
          <p:nvPr>
            <p:custDataLst>
              <p:tags r:id="rId2"/>
            </p:custDataLst>
          </p:nvPr>
        </p:nvSpPr>
        <p:spPr>
          <a:xfrm>
            <a:off x="320675" y="1053465"/>
            <a:ext cx="11655425" cy="2094865"/>
          </a:xfrm>
          <a:prstGeom prst="rect">
            <a:avLst/>
          </a:prstGeom>
          <a:noFill/>
        </p:spPr>
        <p:txBody>
          <a:bodyPr lIns="0" tIns="0" rIns="0" bIns="0">
            <a:noAutofit/>
          </a:bodyPr>
          <a:p>
            <a:pPr algn="just" latinLnBrk="0">
              <a:lnSpc>
                <a:spcPts val="3480"/>
              </a:lnSpc>
              <a:buClrTx/>
              <a:buSzTx/>
              <a:buFontTx/>
            </a:pPr>
            <a:r>
              <a:rPr lang="en-US" altLang="zh-CN" sz="2500" dirty="0">
                <a:latin typeface="微软雅黑" panose="020B0503020204020204" pitchFamily="34" charset="-122"/>
                <a:ea typeface="微软雅黑" panose="020B0503020204020204" pitchFamily="34" charset="-122"/>
              </a:rPr>
              <a:t>       </a:t>
            </a:r>
            <a:r>
              <a:rPr lang="zh-CN" altLang="en-US" sz="2200" b="0" dirty="0" smtClean="0">
                <a:latin typeface="黑体" panose="02010609060101010101" charset="-122"/>
                <a:ea typeface="黑体" panose="02010609060101010101" charset="-122"/>
                <a:sym typeface="+mn-ea"/>
              </a:rPr>
              <a:t>雁淮、灵绍、祁韶、吉泉、灵宝等通道上配套新能源、沙戈荒基地、省间绿电与网对网优先计划电量均集中于日间时段，超出通道能力，年度市场上累计调减电量</a:t>
            </a:r>
            <a:r>
              <a:rPr lang="en-US" altLang="zh-CN" sz="2200" dirty="0" smtClean="0">
                <a:latin typeface="黑体" panose="02010609060101010101" charset="-122"/>
                <a:ea typeface="黑体" panose="02010609060101010101" charset="-122"/>
                <a:sym typeface="+mn-ea"/>
              </a:rPr>
              <a:t>175</a:t>
            </a:r>
            <a:r>
              <a:rPr lang="zh-CN" altLang="en-US" sz="2200" b="0" dirty="0" smtClean="0">
                <a:latin typeface="黑体" panose="02010609060101010101" charset="-122"/>
                <a:ea typeface="黑体" panose="02010609060101010101" charset="-122"/>
                <a:sym typeface="+mn-ea"/>
              </a:rPr>
              <a:t>亿千瓦时。通道</a:t>
            </a:r>
            <a:r>
              <a:rPr lang="zh-CN" altLang="en-US" sz="2200" b="0" dirty="0" smtClean="0">
                <a:latin typeface="黑体" panose="02010609060101010101" charset="-122"/>
                <a:ea typeface="黑体" panose="02010609060101010101" charset="-122"/>
              </a:rPr>
              <a:t>阻塞时段的优先输电权有待进一步研究规范。</a:t>
            </a:r>
            <a:endParaRPr lang="zh-CN" altLang="en-US" sz="2200" b="0" dirty="0" smtClean="0">
              <a:latin typeface="黑体" panose="02010609060101010101" charset="-122"/>
              <a:ea typeface="黑体" panose="02010609060101010101" charset="-122"/>
            </a:endParaRPr>
          </a:p>
        </p:txBody>
      </p:sp>
      <p:graphicFrame>
        <p:nvGraphicFramePr>
          <p:cNvPr id="12" name="图表 11"/>
          <p:cNvGraphicFramePr/>
          <p:nvPr/>
        </p:nvGraphicFramePr>
        <p:xfrm>
          <a:off x="46990" y="2621915"/>
          <a:ext cx="6125210" cy="3194050"/>
        </p:xfrm>
        <a:graphic>
          <a:graphicData uri="http://schemas.openxmlformats.org/drawingml/2006/chart">
            <c:chart xmlns:c="http://schemas.openxmlformats.org/drawingml/2006/chart" xmlns:r="http://schemas.openxmlformats.org/officeDocument/2006/relationships" r:id="rId1"/>
          </a:graphicData>
        </a:graphic>
      </p:graphicFrame>
      <p:sp>
        <p:nvSpPr>
          <p:cNvPr id="6" name="文本框 5"/>
          <p:cNvSpPr txBox="1"/>
          <p:nvPr>
            <p:custDataLst>
              <p:tags r:id="rId3"/>
            </p:custDataLst>
          </p:nvPr>
        </p:nvSpPr>
        <p:spPr>
          <a:xfrm>
            <a:off x="7607935" y="5962650"/>
            <a:ext cx="2861945" cy="275590"/>
          </a:xfrm>
          <a:prstGeom prst="rect">
            <a:avLst/>
          </a:prstGeom>
          <a:noFill/>
        </p:spPr>
        <p:txBody>
          <a:bodyPr wrap="none" rtlCol="0" anchor="ctr" anchorCtr="0">
            <a:noAutofit/>
          </a:bodyPr>
          <a:p>
            <a:pPr lvl="0" algn="l">
              <a:buClrTx/>
              <a:buSzTx/>
              <a:buFontTx/>
            </a:pPr>
            <a:r>
              <a:rPr lang="zh-CN" altLang="en-US" sz="1600">
                <a:ea typeface="黑体" panose="02010609060101010101" charset="-122"/>
                <a:cs typeface="黑体" panose="02010609060101010101" charset="-122"/>
                <a:sym typeface="+mn-ea"/>
              </a:rPr>
              <a:t>雁淮直流年度市场8月成交曲线（兆瓦）</a:t>
            </a:r>
            <a:endParaRPr lang="zh-CN" altLang="en-US" sz="1600">
              <a:ea typeface="黑体" panose="02010609060101010101" charset="-122"/>
              <a:cs typeface="黑体" panose="02010609060101010101" charset="-122"/>
              <a:sym typeface="+mn-ea"/>
            </a:endParaRPr>
          </a:p>
        </p:txBody>
      </p:sp>
      <p:sp>
        <p:nvSpPr>
          <p:cNvPr id="11" name="文本框 10"/>
          <p:cNvSpPr txBox="1"/>
          <p:nvPr>
            <p:custDataLst>
              <p:tags r:id="rId4"/>
            </p:custDataLst>
          </p:nvPr>
        </p:nvSpPr>
        <p:spPr>
          <a:xfrm>
            <a:off x="1487170" y="5949315"/>
            <a:ext cx="2861945" cy="275590"/>
          </a:xfrm>
          <a:prstGeom prst="rect">
            <a:avLst/>
          </a:prstGeom>
          <a:noFill/>
        </p:spPr>
        <p:txBody>
          <a:bodyPr wrap="none" rtlCol="0" anchor="ctr" anchorCtr="0">
            <a:noAutofit/>
          </a:bodyPr>
          <a:p>
            <a:pPr lvl="0" algn="l">
              <a:lnSpc>
                <a:spcPct val="100000"/>
              </a:lnSpc>
              <a:buClrTx/>
              <a:buSzTx/>
              <a:buFontTx/>
            </a:pPr>
            <a:r>
              <a:rPr lang="zh-CN" altLang="en-US" sz="1600" b="0">
                <a:ea typeface="黑体" panose="02010609060101010101" charset="-122"/>
                <a:cs typeface="黑体" panose="02010609060101010101" charset="-122"/>
                <a:sym typeface="+mn-ea"/>
              </a:rPr>
              <a:t>灵绍直流年度市场3月成交曲线（兆瓦）</a:t>
            </a:r>
            <a:endParaRPr lang="zh-CN" altLang="en-US" sz="1600" b="0">
              <a:ea typeface="黑体" panose="02010609060101010101" charset="-122"/>
              <a:cs typeface="黑体" panose="02010609060101010101" charset="-122"/>
              <a:sym typeface="+mn-ea"/>
            </a:endParaRPr>
          </a:p>
        </p:txBody>
      </p:sp>
      <p:sp>
        <p:nvSpPr>
          <p:cNvPr id="13" name="文本框 12"/>
          <p:cNvSpPr txBox="1"/>
          <p:nvPr/>
        </p:nvSpPr>
        <p:spPr>
          <a:xfrm>
            <a:off x="2639695" y="2781300"/>
            <a:ext cx="1651000" cy="245110"/>
          </a:xfrm>
          <a:prstGeom prst="rect">
            <a:avLst/>
          </a:prstGeom>
          <a:noFill/>
        </p:spPr>
        <p:txBody>
          <a:bodyPr wrap="none" rtlCol="0">
            <a:spAutoFit/>
          </a:bodyPr>
          <a:p>
            <a:r>
              <a:rPr lang="zh-CN" altLang="en-US" sz="1000" b="1">
                <a:solidFill>
                  <a:schemeClr val="bg1">
                    <a:lumMod val="50000"/>
                  </a:schemeClr>
                </a:solidFill>
              </a:rPr>
              <a:t>灵绍直流</a:t>
            </a:r>
            <a:r>
              <a:rPr lang="en-US" altLang="zh-CN" sz="1000" b="1">
                <a:solidFill>
                  <a:schemeClr val="bg1">
                    <a:lumMod val="50000"/>
                  </a:schemeClr>
                </a:solidFill>
              </a:rPr>
              <a:t>3</a:t>
            </a:r>
            <a:r>
              <a:rPr lang="zh-CN" altLang="en-US" sz="1000" b="1">
                <a:solidFill>
                  <a:schemeClr val="bg1">
                    <a:lumMod val="50000"/>
                  </a:schemeClr>
                </a:solidFill>
              </a:rPr>
              <a:t>月典型电力曲线</a:t>
            </a:r>
            <a:endParaRPr lang="zh-CN" altLang="en-US" sz="1000" b="1">
              <a:solidFill>
                <a:schemeClr val="bg1">
                  <a:lumMod val="50000"/>
                </a:schemeClr>
              </a:solidFill>
            </a:endParaRPr>
          </a:p>
        </p:txBody>
      </p:sp>
      <p:sp>
        <p:nvSpPr>
          <p:cNvPr id="14" name="文本框 13"/>
          <p:cNvSpPr txBox="1"/>
          <p:nvPr/>
        </p:nvSpPr>
        <p:spPr>
          <a:xfrm>
            <a:off x="492125" y="3717290"/>
            <a:ext cx="927735" cy="229870"/>
          </a:xfrm>
          <a:prstGeom prst="rect">
            <a:avLst/>
          </a:prstGeom>
          <a:noFill/>
        </p:spPr>
        <p:txBody>
          <a:bodyPr wrap="none" rtlCol="0">
            <a:spAutoFit/>
          </a:bodyPr>
          <a:p>
            <a:r>
              <a:rPr lang="zh-CN" altLang="en-US" sz="900"/>
              <a:t>限额</a:t>
            </a:r>
            <a:r>
              <a:rPr lang="en-US" altLang="zh-CN" sz="900"/>
              <a:t>720</a:t>
            </a:r>
            <a:r>
              <a:rPr lang="zh-CN" altLang="en-US" sz="900"/>
              <a:t>万千瓦</a:t>
            </a:r>
            <a:endParaRPr lang="zh-CN" altLang="en-US" sz="900"/>
          </a:p>
        </p:txBody>
      </p:sp>
      <p:cxnSp>
        <p:nvCxnSpPr>
          <p:cNvPr id="8" name="直接连接符 7"/>
          <p:cNvCxnSpPr/>
          <p:nvPr/>
        </p:nvCxnSpPr>
        <p:spPr>
          <a:xfrm flipV="1">
            <a:off x="492125" y="4200525"/>
            <a:ext cx="5399405" cy="1905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descr="雁淮8月"/>
          <p:cNvPicPr>
            <a:picLocks noChangeAspect="1"/>
          </p:cNvPicPr>
          <p:nvPr/>
        </p:nvPicPr>
        <p:blipFill>
          <a:blip r:embed="rId5"/>
          <a:stretch>
            <a:fillRect/>
          </a:stretch>
        </p:blipFill>
        <p:spPr>
          <a:xfrm>
            <a:off x="6315075" y="2621915"/>
            <a:ext cx="5824855" cy="3194050"/>
          </a:xfrm>
          <a:prstGeom prst="rect">
            <a:avLst/>
          </a:prstGeom>
        </p:spPr>
      </p:pic>
      <p:sp>
        <p:nvSpPr>
          <p:cNvPr id="15" name="文本框 14"/>
          <p:cNvSpPr txBox="1"/>
          <p:nvPr/>
        </p:nvSpPr>
        <p:spPr>
          <a:xfrm>
            <a:off x="6842125" y="4001770"/>
            <a:ext cx="765810" cy="198755"/>
          </a:xfrm>
          <a:prstGeom prst="rect">
            <a:avLst/>
          </a:prstGeom>
          <a:noFill/>
        </p:spPr>
        <p:txBody>
          <a:bodyPr wrap="none" rtlCol="0">
            <a:spAutoFit/>
          </a:bodyPr>
          <a:p>
            <a:r>
              <a:rPr lang="zh-CN" altLang="en-US" sz="700"/>
              <a:t>限额</a:t>
            </a:r>
            <a:r>
              <a:rPr lang="en-US" altLang="zh-CN" sz="700"/>
              <a:t>720</a:t>
            </a:r>
            <a:r>
              <a:rPr lang="zh-CN" altLang="en-US" sz="700"/>
              <a:t>万千瓦</a:t>
            </a:r>
            <a:endParaRPr lang="zh-CN" altLang="en-US" sz="7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311285"/>
            <a:ext cx="10465163" cy="521970"/>
          </a:xfrm>
          <a:prstGeom prst="rect">
            <a:avLst/>
          </a:prstGeom>
          <a:noFill/>
        </p:spPr>
        <p:txBody>
          <a:bodyPr wrap="square" rtlCol="0">
            <a:spAutoFit/>
          </a:bodyPr>
          <a:lstStyle/>
          <a:p>
            <a:pPr algn="l">
              <a:buClrTx/>
              <a:buSzTx/>
              <a:buFontTx/>
            </a:pPr>
            <a:r>
              <a:rPr lang="zh-CN" sz="2800" b="1" dirty="0" smtClean="0">
                <a:latin typeface="+mj-lt"/>
                <a:ea typeface="+mj-lt"/>
                <a:cs typeface="+mj-lt"/>
              </a:rPr>
              <a:t>措施</a:t>
            </a:r>
            <a:r>
              <a:rPr lang="zh-CN" altLang="en-US" sz="2800" b="1" dirty="0" smtClean="0">
                <a:latin typeface="+mj-lt"/>
                <a:ea typeface="+mj-lt"/>
                <a:cs typeface="+mj-lt"/>
              </a:rPr>
              <a:t>：基于省间通道交易优先级的输电权机制</a:t>
            </a:r>
            <a:endParaRPr lang="zh-CN" altLang="en-US" sz="2800" b="1" dirty="0" smtClean="0">
              <a:latin typeface="+mj-lt"/>
              <a:ea typeface="+mj-lt"/>
              <a:cs typeface="+mj-lt"/>
            </a:endParaRPr>
          </a:p>
        </p:txBody>
      </p:sp>
      <p:sp>
        <p:nvSpPr>
          <p:cNvPr id="17" name="文本框 16"/>
          <p:cNvSpPr txBox="1"/>
          <p:nvPr/>
        </p:nvSpPr>
        <p:spPr>
          <a:xfrm>
            <a:off x="365125" y="980440"/>
            <a:ext cx="11244580" cy="187642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充分考虑我国省间电力市场特点，以及规划、投资、运行等各方面因素，为加强通道利用、提升市场效率、响应绿电等市场需求，重点研究解决输电通道的使用优先顺序问题，通过规范不同时间尺度下通道的交易优先级管理，研究建立符合我国国情的省间输电权机制。</a:t>
            </a:r>
            <a:endParaRPr lang="zh-CN" altLang="en-US" sz="2200" dirty="0" smtClean="0">
              <a:latin typeface="黑体" panose="02010609060101010101" charset="-122"/>
              <a:ea typeface="黑体" panose="02010609060101010101" charset="-122"/>
              <a:sym typeface="Arial" panose="020B0604020202020204" pitchFamily="34" charset="0"/>
            </a:endParaRPr>
          </a:p>
        </p:txBody>
      </p:sp>
      <p:pic>
        <p:nvPicPr>
          <p:cNvPr id="8" name="图片 7"/>
          <p:cNvPicPr>
            <a:picLocks noChangeAspect="1"/>
          </p:cNvPicPr>
          <p:nvPr/>
        </p:nvPicPr>
        <p:blipFill>
          <a:blip r:embed="rId1"/>
          <a:stretch>
            <a:fillRect/>
          </a:stretch>
        </p:blipFill>
        <p:spPr>
          <a:xfrm>
            <a:off x="2631440" y="3068955"/>
            <a:ext cx="3307715" cy="2636520"/>
          </a:xfrm>
          <a:prstGeom prst="rect">
            <a:avLst/>
          </a:prstGeom>
        </p:spPr>
      </p:pic>
      <p:pic>
        <p:nvPicPr>
          <p:cNvPr id="9" name="图片 8"/>
          <p:cNvPicPr>
            <a:picLocks noChangeAspect="1"/>
          </p:cNvPicPr>
          <p:nvPr/>
        </p:nvPicPr>
        <p:blipFill>
          <a:blip r:embed="rId2"/>
          <a:stretch>
            <a:fillRect/>
          </a:stretch>
        </p:blipFill>
        <p:spPr>
          <a:xfrm>
            <a:off x="6591935" y="3644900"/>
            <a:ext cx="4097020" cy="1635125"/>
          </a:xfrm>
          <a:prstGeom prst="rect">
            <a:avLst/>
          </a:prstGeom>
        </p:spPr>
      </p:pic>
      <p:sp>
        <p:nvSpPr>
          <p:cNvPr id="10" name="右箭头 9"/>
          <p:cNvSpPr/>
          <p:nvPr/>
        </p:nvSpPr>
        <p:spPr>
          <a:xfrm>
            <a:off x="6015355" y="4292600"/>
            <a:ext cx="504190" cy="504190"/>
          </a:xfrm>
          <a:prstGeom prst="rightArrow">
            <a:avLst/>
          </a:prstGeom>
          <a:solidFill>
            <a:schemeClr val="accent3">
              <a:lumMod val="50000"/>
            </a:schemeClr>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3"/>
            </p:custDataLst>
          </p:nvPr>
        </p:nvSpPr>
        <p:spPr>
          <a:xfrm>
            <a:off x="3351530" y="5805170"/>
            <a:ext cx="2011680" cy="337185"/>
          </a:xfrm>
          <a:prstGeom prst="rect">
            <a:avLst/>
          </a:prstGeom>
          <a:noFill/>
        </p:spPr>
        <p:txBody>
          <a:bodyPr wrap="none" rtlCol="0">
            <a:spAutoFit/>
          </a:bodyPr>
          <a:p>
            <a:r>
              <a:rPr lang="zh-CN" altLang="en-US" sz="1600" b="0">
                <a:ea typeface="黑体" panose="02010609060101010101" charset="-122"/>
                <a:cs typeface="黑体" panose="02010609060101010101" charset="-122"/>
              </a:rPr>
              <a:t>市场交易集中预出清</a:t>
            </a:r>
            <a:endParaRPr lang="zh-CN" altLang="en-US" sz="1600" b="0">
              <a:ea typeface="黑体" panose="02010609060101010101" charset="-122"/>
              <a:cs typeface="黑体" panose="02010609060101010101" charset="-122"/>
            </a:endParaRPr>
          </a:p>
        </p:txBody>
      </p:sp>
      <p:sp>
        <p:nvSpPr>
          <p:cNvPr id="12" name="文本框 11"/>
          <p:cNvSpPr txBox="1"/>
          <p:nvPr>
            <p:custDataLst>
              <p:tags r:id="rId4"/>
            </p:custDataLst>
          </p:nvPr>
        </p:nvSpPr>
        <p:spPr>
          <a:xfrm>
            <a:off x="7025005" y="5805170"/>
            <a:ext cx="3230880" cy="337185"/>
          </a:xfrm>
          <a:prstGeom prst="rect">
            <a:avLst/>
          </a:prstGeom>
          <a:noFill/>
        </p:spPr>
        <p:txBody>
          <a:bodyPr wrap="none" rtlCol="0">
            <a:spAutoFit/>
          </a:bodyPr>
          <a:p>
            <a:r>
              <a:rPr lang="zh-CN" altLang="en-US" sz="1600" b="0">
                <a:ea typeface="黑体" panose="02010609060101010101" charset="-122"/>
                <a:cs typeface="黑体" panose="02010609060101010101" charset="-122"/>
              </a:rPr>
              <a:t>基于交易优先级的全市场协同出清</a:t>
            </a:r>
            <a:endParaRPr lang="zh-CN" altLang="en-US" sz="1600" b="0">
              <a:ea typeface="黑体" panose="02010609060101010101" charset="-122"/>
              <a:cs typeface="黑体" panose="02010609060101010101" charset="-122"/>
            </a:endParaRPr>
          </a:p>
        </p:txBody>
      </p:sp>
      <p:sp>
        <p:nvSpPr>
          <p:cNvPr id="13" name="右箭头 12"/>
          <p:cNvSpPr/>
          <p:nvPr/>
        </p:nvSpPr>
        <p:spPr>
          <a:xfrm>
            <a:off x="10761345" y="4292600"/>
            <a:ext cx="504190" cy="504190"/>
          </a:xfrm>
          <a:prstGeom prst="rightArrow">
            <a:avLst/>
          </a:prstGeom>
          <a:solidFill>
            <a:schemeClr val="accent3">
              <a:lumMod val="50000"/>
            </a:schemeClr>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5"/>
            </p:custDataLst>
          </p:nvPr>
        </p:nvSpPr>
        <p:spPr>
          <a:xfrm>
            <a:off x="11352530" y="4004945"/>
            <a:ext cx="827405" cy="1198880"/>
          </a:xfrm>
          <a:prstGeom prst="rect">
            <a:avLst/>
          </a:prstGeom>
          <a:noFill/>
        </p:spPr>
        <p:txBody>
          <a:bodyPr wrap="square" rtlCol="0">
            <a:spAutoFit/>
          </a:bodyPr>
          <a:p>
            <a:r>
              <a:rPr lang="zh-CN" altLang="en-US" sz="1800" b="0">
                <a:ea typeface="黑体" panose="02010609060101010101" charset="-122"/>
                <a:cs typeface="黑体" panose="02010609060101010101" charset="-122"/>
              </a:rPr>
              <a:t>推送调度安全校核</a:t>
            </a:r>
            <a:endParaRPr lang="zh-CN" altLang="en-US" sz="1800" b="0">
              <a:ea typeface="黑体" panose="02010609060101010101" charset="-122"/>
              <a:cs typeface="黑体" panose="02010609060101010101" charset="-122"/>
            </a:endParaRPr>
          </a:p>
        </p:txBody>
      </p:sp>
      <p:sp>
        <p:nvSpPr>
          <p:cNvPr id="15" name="圆角矩形 14"/>
          <p:cNvSpPr/>
          <p:nvPr/>
        </p:nvSpPr>
        <p:spPr>
          <a:xfrm>
            <a:off x="262890" y="3140710"/>
            <a:ext cx="1645920" cy="431800"/>
          </a:xfrm>
          <a:prstGeom prst="roundRect">
            <a:avLst/>
          </a:prstGeom>
          <a:solidFill>
            <a:srgbClr val="0070C0"/>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黑体" panose="02010609060101010101" charset="-122"/>
                <a:ea typeface="黑体" panose="02010609060101010101" charset="-122"/>
              </a:rPr>
              <a:t>市场交易一部</a:t>
            </a:r>
            <a:endParaRPr lang="zh-CN" altLang="en-US">
              <a:latin typeface="黑体" panose="02010609060101010101" charset="-122"/>
              <a:ea typeface="黑体" panose="02010609060101010101" charset="-122"/>
            </a:endParaRPr>
          </a:p>
        </p:txBody>
      </p:sp>
      <p:sp>
        <p:nvSpPr>
          <p:cNvPr id="18" name="圆角矩形 17"/>
          <p:cNvSpPr/>
          <p:nvPr/>
        </p:nvSpPr>
        <p:spPr>
          <a:xfrm>
            <a:off x="285115" y="3699510"/>
            <a:ext cx="1645920" cy="431800"/>
          </a:xfrm>
          <a:prstGeom prst="roundRect">
            <a:avLst/>
          </a:prstGeom>
          <a:solidFill>
            <a:srgbClr val="0070C0"/>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黑体" panose="02010609060101010101" charset="-122"/>
                <a:ea typeface="黑体" panose="02010609060101010101" charset="-122"/>
              </a:rPr>
              <a:t>新能源交易部</a:t>
            </a:r>
            <a:endParaRPr lang="zh-CN" altLang="en-US">
              <a:latin typeface="黑体" panose="02010609060101010101" charset="-122"/>
              <a:ea typeface="黑体" panose="02010609060101010101" charset="-122"/>
            </a:endParaRPr>
          </a:p>
        </p:txBody>
      </p:sp>
      <p:sp>
        <p:nvSpPr>
          <p:cNvPr id="19" name="圆角矩形 18"/>
          <p:cNvSpPr/>
          <p:nvPr/>
        </p:nvSpPr>
        <p:spPr>
          <a:xfrm>
            <a:off x="285115" y="4220845"/>
            <a:ext cx="1645920" cy="431800"/>
          </a:xfrm>
          <a:prstGeom prst="roundRect">
            <a:avLst/>
          </a:prstGeom>
          <a:solidFill>
            <a:srgbClr val="0070C0"/>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黑体" panose="02010609060101010101" charset="-122"/>
                <a:ea typeface="黑体" panose="02010609060101010101" charset="-122"/>
              </a:rPr>
              <a:t>市场交易二部</a:t>
            </a:r>
            <a:endParaRPr lang="zh-CN" altLang="en-US">
              <a:latin typeface="黑体" panose="02010609060101010101" charset="-122"/>
              <a:ea typeface="黑体" panose="02010609060101010101" charset="-122"/>
            </a:endParaRPr>
          </a:p>
        </p:txBody>
      </p:sp>
      <p:sp>
        <p:nvSpPr>
          <p:cNvPr id="20" name="圆角矩形 19"/>
          <p:cNvSpPr/>
          <p:nvPr/>
        </p:nvSpPr>
        <p:spPr>
          <a:xfrm>
            <a:off x="285115" y="5228590"/>
            <a:ext cx="1645920" cy="431800"/>
          </a:xfrm>
          <a:prstGeom prst="roundRect">
            <a:avLst/>
          </a:prstGeom>
          <a:solidFill>
            <a:srgbClr val="0070C0"/>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黑体" panose="02010609060101010101" charset="-122"/>
                <a:ea typeface="黑体" panose="02010609060101010101" charset="-122"/>
              </a:rPr>
              <a:t>市场交易七部</a:t>
            </a:r>
            <a:endParaRPr lang="zh-CN" altLang="en-US">
              <a:latin typeface="黑体" panose="02010609060101010101" charset="-122"/>
              <a:ea typeface="黑体" panose="02010609060101010101" charset="-122"/>
            </a:endParaRPr>
          </a:p>
        </p:txBody>
      </p:sp>
      <p:cxnSp>
        <p:nvCxnSpPr>
          <p:cNvPr id="21" name="直接连接符 20"/>
          <p:cNvCxnSpPr/>
          <p:nvPr/>
        </p:nvCxnSpPr>
        <p:spPr>
          <a:xfrm>
            <a:off x="1113155" y="4757420"/>
            <a:ext cx="0" cy="314325"/>
          </a:xfrm>
          <a:prstGeom prst="line">
            <a:avLst/>
          </a:prstGeom>
          <a:ln w="76200">
            <a:solidFill>
              <a:schemeClr val="accent3">
                <a:lumMod val="50000"/>
              </a:schemeClr>
            </a:solidFill>
            <a:prstDash val="sysDot"/>
          </a:ln>
        </p:spPr>
        <p:style>
          <a:lnRef idx="2">
            <a:schemeClr val="accent1"/>
          </a:lnRef>
          <a:fillRef idx="0">
            <a:srgbClr val="FFFFFF"/>
          </a:fillRef>
          <a:effectRef idx="0">
            <a:srgbClr val="FFFFFF"/>
          </a:effectRef>
          <a:fontRef idx="minor">
            <a:schemeClr val="tx1"/>
          </a:fontRef>
        </p:style>
      </p:cxnSp>
      <p:sp>
        <p:nvSpPr>
          <p:cNvPr id="22" name="文本框 21"/>
          <p:cNvSpPr txBox="1"/>
          <p:nvPr>
            <p:custDataLst>
              <p:tags r:id="rId6"/>
            </p:custDataLst>
          </p:nvPr>
        </p:nvSpPr>
        <p:spPr>
          <a:xfrm>
            <a:off x="120650" y="5800725"/>
            <a:ext cx="2418080" cy="337185"/>
          </a:xfrm>
          <a:prstGeom prst="rect">
            <a:avLst/>
          </a:prstGeom>
          <a:noFill/>
        </p:spPr>
        <p:txBody>
          <a:bodyPr wrap="none" rtlCol="0">
            <a:spAutoFit/>
          </a:bodyPr>
          <a:p>
            <a:r>
              <a:rPr lang="zh-CN" altLang="en-US" sz="1600" b="0">
                <a:ea typeface="黑体" panose="02010609060101010101" charset="-122"/>
                <a:cs typeface="黑体" panose="02010609060101010101" charset="-122"/>
              </a:rPr>
              <a:t>跨区跨省交易一体化管理</a:t>
            </a:r>
            <a:endParaRPr lang="zh-CN" altLang="en-US" sz="1600" b="0">
              <a:ea typeface="黑体" panose="02010609060101010101" charset="-122"/>
              <a:cs typeface="黑体" panose="02010609060101010101" charset="-122"/>
            </a:endParaRPr>
          </a:p>
        </p:txBody>
      </p:sp>
      <p:sp>
        <p:nvSpPr>
          <p:cNvPr id="23" name="右箭头 22"/>
          <p:cNvSpPr/>
          <p:nvPr/>
        </p:nvSpPr>
        <p:spPr>
          <a:xfrm>
            <a:off x="1998980" y="4292600"/>
            <a:ext cx="504190" cy="504190"/>
          </a:xfrm>
          <a:prstGeom prst="rightArrow">
            <a:avLst/>
          </a:prstGeom>
          <a:solidFill>
            <a:schemeClr val="accent3">
              <a:lumMod val="50000"/>
            </a:schemeClr>
          </a:solidFill>
          <a:ln>
            <a:solidFill>
              <a:schemeClr val="accent3">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111125" y="3429000"/>
            <a:ext cx="4364990" cy="2010410"/>
          </a:xfrm>
          <a:prstGeom prst="rect">
            <a:avLst/>
          </a:prstGeom>
        </p:spPr>
      </p:pic>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311285"/>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3</a:t>
            </a:r>
            <a:r>
              <a:rPr lang="zh-CN" altLang="en-US" sz="2800" b="1" dirty="0" smtClean="0">
                <a:latin typeface="+mj-lt"/>
                <a:ea typeface="+mj-lt"/>
                <a:cs typeface="+mj-lt"/>
              </a:rPr>
              <a:t>：外部环境影响省间中长期市场成交与价格</a:t>
            </a:r>
            <a:endParaRPr lang="zh-CN" altLang="en-US" sz="2800" b="1" dirty="0" smtClean="0">
              <a:latin typeface="+mj-lt"/>
              <a:ea typeface="+mj-lt"/>
              <a:cs typeface="+mj-lt"/>
            </a:endParaRPr>
          </a:p>
        </p:txBody>
      </p:sp>
      <p:sp>
        <p:nvSpPr>
          <p:cNvPr id="17" name="文本框 16"/>
          <p:cNvSpPr txBox="1"/>
          <p:nvPr/>
        </p:nvSpPr>
        <p:spPr>
          <a:xfrm>
            <a:off x="335280" y="981075"/>
            <a:ext cx="11392535" cy="187642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2021年三季度起，经历了一轮能源价格上涨过程，燃煤电价全部放开，省内市场价格普遍按照20%上浮，并进一步带动新能源、水电价格上涨，部分通道购售方价格矛盾突出，影响市场交易达成。近期电煤价格回调，省间市场供需形势缓和，也会进一步影响市场价格走势。</a:t>
            </a:r>
            <a:endParaRPr lang="zh-CN" altLang="en-US" sz="2200" dirty="0" smtClean="0">
              <a:latin typeface="黑体" panose="02010609060101010101" charset="-122"/>
              <a:ea typeface="黑体" panose="02010609060101010101" charset="-122"/>
              <a:sym typeface="Arial" panose="020B0604020202020204" pitchFamily="34" charset="0"/>
            </a:endParaRPr>
          </a:p>
        </p:txBody>
      </p:sp>
      <p:graphicFrame>
        <p:nvGraphicFramePr>
          <p:cNvPr id="7" name="表格 6"/>
          <p:cNvGraphicFramePr/>
          <p:nvPr>
            <p:custDataLst>
              <p:tags r:id="rId2"/>
            </p:custDataLst>
          </p:nvPr>
        </p:nvGraphicFramePr>
        <p:xfrm>
          <a:off x="9695815" y="3169920"/>
          <a:ext cx="2054225" cy="2396490"/>
        </p:xfrm>
        <a:graphic>
          <a:graphicData uri="http://schemas.openxmlformats.org/drawingml/2006/table">
            <a:tbl>
              <a:tblPr firstRow="1" bandRow="1">
                <a:tableStyleId>{00A15C55-8517-42AA-B614-E9B94910E393}</a:tableStyleId>
              </a:tblPr>
              <a:tblGrid>
                <a:gridCol w="2054225"/>
              </a:tblGrid>
              <a:tr h="538480">
                <a:tc>
                  <a:txBody>
                    <a:bodyPr/>
                    <a:p>
                      <a:pPr algn="ctr">
                        <a:buNone/>
                      </a:pPr>
                      <a:r>
                        <a:rPr lang="zh-CN" altLang="en-US" sz="1200">
                          <a:solidFill>
                            <a:schemeClr val="bg1"/>
                          </a:solidFill>
                          <a:latin typeface="+mj-lt"/>
                          <a:ea typeface="+mj-lt"/>
                        </a:rPr>
                        <a:t>送电方向</a:t>
                      </a:r>
                      <a:endParaRPr lang="zh-CN" altLang="en-US" sz="1200">
                        <a:solidFill>
                          <a:schemeClr val="bg1"/>
                        </a:solidFill>
                        <a:latin typeface="+mj-lt"/>
                        <a:ea typeface="+mj-lt"/>
                      </a:endParaRPr>
                    </a:p>
                  </a:txBody>
                  <a:tcPr anchor="ctr" anchorCtr="0">
                    <a:solidFill>
                      <a:schemeClr val="accent3">
                        <a:lumMod val="75000"/>
                      </a:schemeClr>
                    </a:solidFill>
                  </a:tcPr>
                </a:tc>
              </a:tr>
              <a:tr h="474345">
                <a:tc>
                  <a:txBody>
                    <a:bodyPr/>
                    <a:p>
                      <a:pPr algn="ctr">
                        <a:buNone/>
                      </a:pPr>
                      <a:r>
                        <a:rPr lang="zh-CN" altLang="en-US" sz="1200">
                          <a:latin typeface="+mj-lt"/>
                          <a:ea typeface="+mj-lt"/>
                        </a:rPr>
                        <a:t>陕武配套新能源送湖北</a:t>
                      </a:r>
                      <a:endParaRPr lang="zh-CN" altLang="en-US" sz="1200">
                        <a:latin typeface="+mj-lt"/>
                        <a:ea typeface="+mj-lt"/>
                      </a:endParaRPr>
                    </a:p>
                  </a:txBody>
                  <a:tcPr anchor="ctr" anchorCtr="0">
                    <a:solidFill>
                      <a:schemeClr val="accent3">
                        <a:lumMod val="40000"/>
                        <a:lumOff val="60000"/>
                      </a:schemeClr>
                    </a:solidFill>
                  </a:tcPr>
                </a:tc>
              </a:tr>
              <a:tr h="474345">
                <a:tc>
                  <a:txBody>
                    <a:bodyPr/>
                    <a:p>
                      <a:pPr algn="ctr">
                        <a:buNone/>
                      </a:pPr>
                      <a:r>
                        <a:rPr lang="zh-CN" altLang="en-US" sz="1200">
                          <a:latin typeface="+mj-lt"/>
                          <a:ea typeface="+mj-lt"/>
                        </a:rPr>
                        <a:t>青豫直流配套水电送河南</a:t>
                      </a:r>
                      <a:endParaRPr lang="zh-CN" altLang="en-US" sz="1200">
                        <a:latin typeface="+mj-lt"/>
                        <a:ea typeface="+mj-lt"/>
                      </a:endParaRPr>
                    </a:p>
                  </a:txBody>
                  <a:tcPr anchor="ctr" anchorCtr="0">
                    <a:solidFill>
                      <a:schemeClr val="accent3">
                        <a:lumMod val="40000"/>
                        <a:lumOff val="60000"/>
                      </a:schemeClr>
                    </a:solidFill>
                  </a:tcPr>
                </a:tc>
              </a:tr>
              <a:tr h="475615">
                <a:tc>
                  <a:txBody>
                    <a:bodyPr/>
                    <a:p>
                      <a:pPr algn="ctr">
                        <a:buNone/>
                      </a:pPr>
                      <a:r>
                        <a:rPr lang="zh-CN" altLang="en-US" sz="1200">
                          <a:latin typeface="+mj-lt"/>
                          <a:ea typeface="+mj-lt"/>
                        </a:rPr>
                        <a:t>庆东直流配套电源送山东</a:t>
                      </a:r>
                      <a:endParaRPr lang="zh-CN" altLang="en-US" sz="1200">
                        <a:latin typeface="+mj-lt"/>
                        <a:ea typeface="+mj-lt"/>
                      </a:endParaRPr>
                    </a:p>
                  </a:txBody>
                  <a:tcPr anchor="ctr" anchorCtr="0">
                    <a:solidFill>
                      <a:schemeClr val="accent3">
                        <a:lumMod val="40000"/>
                        <a:lumOff val="60000"/>
                      </a:schemeClr>
                    </a:solidFill>
                  </a:tcPr>
                </a:tc>
              </a:tr>
              <a:tr h="433705">
                <a:tc>
                  <a:txBody>
                    <a:bodyPr/>
                    <a:p>
                      <a:pPr algn="ctr">
                        <a:buNone/>
                      </a:pPr>
                      <a:r>
                        <a:rPr lang="zh-CN" altLang="en-US" sz="1200">
                          <a:latin typeface="+mj-lt"/>
                          <a:ea typeface="+mj-lt"/>
                        </a:rPr>
                        <a:t>中衡直流配套电源送湖南</a:t>
                      </a:r>
                      <a:endParaRPr lang="zh-CN" altLang="en-US" sz="1200">
                        <a:latin typeface="+mj-lt"/>
                        <a:ea typeface="+mj-lt"/>
                      </a:endParaRPr>
                    </a:p>
                  </a:txBody>
                  <a:tcPr anchor="ctr" anchorCtr="0">
                    <a:solidFill>
                      <a:schemeClr val="accent3">
                        <a:lumMod val="40000"/>
                        <a:lumOff val="60000"/>
                      </a:schemeClr>
                    </a:solidFill>
                  </a:tcPr>
                </a:tc>
              </a:tr>
            </a:tbl>
          </a:graphicData>
        </a:graphic>
      </p:graphicFrame>
      <p:sp>
        <p:nvSpPr>
          <p:cNvPr id="6" name="文本框 5"/>
          <p:cNvSpPr txBox="1"/>
          <p:nvPr/>
        </p:nvSpPr>
        <p:spPr>
          <a:xfrm>
            <a:off x="9480550" y="5805170"/>
            <a:ext cx="2580640" cy="349250"/>
          </a:xfrm>
          <a:prstGeom prst="rect">
            <a:avLst/>
          </a:prstGeom>
          <a:noFill/>
        </p:spPr>
        <p:txBody>
          <a:bodyPr wrap="square" rtlCol="0">
            <a:spAutoFit/>
          </a:bodyPr>
          <a:p>
            <a:pPr algn="ctr">
              <a:lnSpc>
                <a:spcPct val="120000"/>
              </a:lnSpc>
            </a:pPr>
            <a:r>
              <a:rPr lang="zh-CN" altLang="en-US" sz="1400">
                <a:latin typeface="黑体" panose="02010609060101010101" charset="-122"/>
                <a:ea typeface="黑体" panose="02010609060101010101" charset="-122"/>
              </a:rPr>
              <a:t>部分存在价格矛盾的送电成分</a:t>
            </a:r>
            <a:endParaRPr lang="zh-CN" altLang="en-US" sz="1400">
              <a:latin typeface="黑体" panose="02010609060101010101" charset="-122"/>
              <a:ea typeface="黑体" panose="02010609060101010101" charset="-122"/>
            </a:endParaRPr>
          </a:p>
        </p:txBody>
      </p:sp>
      <p:sp>
        <p:nvSpPr>
          <p:cNvPr id="2" name="文本框 1"/>
          <p:cNvSpPr txBox="1"/>
          <p:nvPr/>
        </p:nvSpPr>
        <p:spPr>
          <a:xfrm>
            <a:off x="407035" y="5760085"/>
            <a:ext cx="4064000" cy="349250"/>
          </a:xfrm>
          <a:prstGeom prst="rect">
            <a:avLst/>
          </a:prstGeom>
          <a:noFill/>
        </p:spPr>
        <p:txBody>
          <a:bodyPr wrap="square" rtlCol="0">
            <a:spAutoFit/>
          </a:bodyPr>
          <a:p>
            <a:pPr algn="ctr">
              <a:lnSpc>
                <a:spcPct val="120000"/>
              </a:lnSpc>
            </a:pPr>
            <a:r>
              <a:rPr lang="en-US" altLang="zh-CN" sz="1400">
                <a:latin typeface="黑体" panose="02010609060101010101" charset="-122"/>
                <a:ea typeface="黑体" panose="02010609060101010101" charset="-122"/>
              </a:rPr>
              <a:t>2025</a:t>
            </a:r>
            <a:r>
              <a:rPr lang="zh-CN" altLang="en-US" sz="1400">
                <a:latin typeface="黑体" panose="02010609060101010101" charset="-122"/>
                <a:ea typeface="黑体" panose="02010609060101010101" charset="-122"/>
              </a:rPr>
              <a:t>年</a:t>
            </a:r>
            <a:r>
              <a:rPr lang="zh-CN" altLang="zh-CN" sz="1400">
                <a:latin typeface="黑体" panose="02010609060101010101" charset="-122"/>
                <a:ea typeface="黑体" panose="02010609060101010101" charset="-122"/>
              </a:rPr>
              <a:t>煤炭市场价格情况</a:t>
            </a:r>
            <a:endParaRPr lang="zh-CN" altLang="zh-CN" sz="1400">
              <a:latin typeface="黑体" panose="02010609060101010101" charset="-122"/>
              <a:ea typeface="黑体" panose="02010609060101010101" charset="-122"/>
            </a:endParaRPr>
          </a:p>
        </p:txBody>
      </p:sp>
      <p:sp>
        <p:nvSpPr>
          <p:cNvPr id="5" name="矩形 4"/>
          <p:cNvSpPr/>
          <p:nvPr/>
        </p:nvSpPr>
        <p:spPr>
          <a:xfrm>
            <a:off x="695960" y="2997200"/>
            <a:ext cx="3168015" cy="14414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3287395" y="3573145"/>
            <a:ext cx="1094740" cy="275590"/>
          </a:xfrm>
          <a:prstGeom prst="rect">
            <a:avLst/>
          </a:prstGeom>
          <a:noFill/>
        </p:spPr>
        <p:txBody>
          <a:bodyPr wrap="square" rtlCol="0">
            <a:spAutoFit/>
          </a:bodyPr>
          <a:p>
            <a:r>
              <a:rPr lang="zh-CN" altLang="en-US" sz="1200">
                <a:latin typeface="黑体" panose="02010609060101010101" charset="-122"/>
                <a:ea typeface="黑体" panose="02010609060101010101" charset="-122"/>
                <a:cs typeface="黑体" panose="02010609060101010101" charset="-122"/>
              </a:rPr>
              <a:t>单位：元</a:t>
            </a:r>
            <a:r>
              <a:rPr lang="en-US" altLang="zh-CN" sz="1200">
                <a:latin typeface="黑体" panose="02010609060101010101" charset="-122"/>
                <a:ea typeface="黑体" panose="02010609060101010101" charset="-122"/>
                <a:cs typeface="黑体" panose="02010609060101010101" charset="-122"/>
              </a:rPr>
              <a:t>/</a:t>
            </a:r>
            <a:r>
              <a:rPr lang="zh-CN" altLang="en-US" sz="1200">
                <a:latin typeface="黑体" panose="02010609060101010101" charset="-122"/>
                <a:ea typeface="黑体" panose="02010609060101010101" charset="-122"/>
                <a:cs typeface="黑体" panose="02010609060101010101" charset="-122"/>
              </a:rPr>
              <a:t>吨</a:t>
            </a:r>
            <a:endParaRPr lang="zh-CN" altLang="en-US" sz="1200">
              <a:latin typeface="黑体" panose="02010609060101010101" charset="-122"/>
              <a:ea typeface="黑体" panose="02010609060101010101" charset="-122"/>
              <a:cs typeface="黑体" panose="02010609060101010101" charset="-122"/>
            </a:endParaRPr>
          </a:p>
        </p:txBody>
      </p:sp>
      <p:graphicFrame>
        <p:nvGraphicFramePr>
          <p:cNvPr id="11" name="表格 10"/>
          <p:cNvGraphicFramePr/>
          <p:nvPr>
            <p:custDataLst>
              <p:tags r:id="rId3"/>
            </p:custDataLst>
          </p:nvPr>
        </p:nvGraphicFramePr>
        <p:xfrm>
          <a:off x="4861560" y="3004185"/>
          <a:ext cx="4470400" cy="2728595"/>
        </p:xfrm>
        <a:graphic>
          <a:graphicData uri="http://schemas.openxmlformats.org/drawingml/2006/table">
            <a:tbl>
              <a:tblPr firstRow="1" bandRow="1">
                <a:tableStyleId>{5C22544A-7EE6-4342-B048-85BDC9FD1C3A}</a:tableStyleId>
              </a:tblPr>
              <a:tblGrid>
                <a:gridCol w="558800"/>
                <a:gridCol w="558800"/>
                <a:gridCol w="558800"/>
                <a:gridCol w="558800"/>
                <a:gridCol w="558800"/>
                <a:gridCol w="558800"/>
                <a:gridCol w="558800"/>
                <a:gridCol w="558800"/>
              </a:tblGrid>
              <a:tr h="523240">
                <a:tc>
                  <a:txBody>
                    <a:bodyPr/>
                    <a:p>
                      <a:pPr indent="0" algn="ctr">
                        <a:buNone/>
                      </a:pPr>
                      <a:r>
                        <a:rPr lang="zh-CN" altLang="en-US" sz="1000" b="0">
                          <a:solidFill>
                            <a:schemeClr val="bg1"/>
                          </a:solidFill>
                          <a:latin typeface="+mn-ea"/>
                        </a:rPr>
                        <a:t>区域</a:t>
                      </a:r>
                      <a:r>
                        <a:rPr lang="en-US" altLang="zh-CN" sz="1000" b="0">
                          <a:solidFill>
                            <a:schemeClr val="bg1"/>
                          </a:solidFill>
                          <a:latin typeface="+mn-ea"/>
                        </a:rPr>
                        <a:t>/</a:t>
                      </a:r>
                      <a:r>
                        <a:rPr lang="zh-CN" altLang="en-US" sz="1000" b="0">
                          <a:solidFill>
                            <a:schemeClr val="bg1"/>
                          </a:solidFill>
                          <a:latin typeface="+mn-ea"/>
                        </a:rPr>
                        <a:t>类型</a:t>
                      </a:r>
                      <a:endParaRPr lang="zh-CN" altLang="en-US" sz="1000" b="0">
                        <a:solidFill>
                          <a:schemeClr val="bg1"/>
                        </a:solidFill>
                        <a:latin typeface="+mn-ea"/>
                      </a:endParaRPr>
                    </a:p>
                  </a:txBody>
                  <a:tcPr marL="12700" marR="12700" marT="12700" vert="horz" anchor="ctr" anchorCtr="0"/>
                </a:tc>
                <a:tc>
                  <a:txBody>
                    <a:bodyPr/>
                    <a:p>
                      <a:pPr indent="0" algn="ctr">
                        <a:buNone/>
                      </a:pPr>
                      <a:r>
                        <a:rPr lang="zh-CN" sz="1000" b="0">
                          <a:solidFill>
                            <a:schemeClr val="bg1"/>
                          </a:solidFill>
                          <a:latin typeface="+mn-ea"/>
                          <a:cs typeface="+mn-ea"/>
                        </a:rPr>
                        <a:t>2024年</a:t>
                      </a:r>
                      <a:endParaRPr lang="zh-CN" altLang="en-US" sz="1000" b="0">
                        <a:solidFill>
                          <a:schemeClr val="bg1"/>
                        </a:solidFill>
                        <a:latin typeface="+mn-ea"/>
                        <a:cs typeface="+mn-ea"/>
                      </a:endParaRPr>
                    </a:p>
                  </a:txBody>
                  <a:tcPr marL="12700" marR="12700" marT="12700" vert="horz" anchor="ctr" anchorCtr="0"/>
                </a:tc>
                <a:tc>
                  <a:txBody>
                    <a:bodyPr/>
                    <a:p>
                      <a:pPr indent="0" algn="ctr">
                        <a:buNone/>
                      </a:pPr>
                      <a:r>
                        <a:rPr lang="zh-CN" sz="1000" b="0">
                          <a:solidFill>
                            <a:schemeClr val="bg1"/>
                          </a:solidFill>
                          <a:latin typeface="+mn-ea"/>
                          <a:cs typeface="+mn-ea"/>
                        </a:rPr>
                        <a:t>2025年</a:t>
                      </a:r>
                      <a:endParaRPr lang="zh-CN" altLang="en-US" sz="1000" b="0">
                        <a:solidFill>
                          <a:schemeClr val="bg1"/>
                        </a:solidFill>
                        <a:latin typeface="+mn-ea"/>
                        <a:cs typeface="+mn-ea"/>
                      </a:endParaRPr>
                    </a:p>
                  </a:txBody>
                  <a:tcPr marL="12700" marR="12700" marT="12700" vert="horz" anchor="ctr" anchorCtr="0"/>
                </a:tc>
                <a:tc>
                  <a:txBody>
                    <a:bodyPr/>
                    <a:p>
                      <a:pPr indent="0" algn="ctr">
                        <a:buNone/>
                      </a:pPr>
                      <a:r>
                        <a:rPr lang="zh-CN" sz="1000" b="0">
                          <a:solidFill>
                            <a:schemeClr val="bg1"/>
                          </a:solidFill>
                          <a:latin typeface="+mn-ea"/>
                        </a:rPr>
                        <a:t>价差</a:t>
                      </a:r>
                      <a:endParaRPr lang="zh-CN" altLang="en-US" sz="1000" b="0">
                        <a:solidFill>
                          <a:schemeClr val="bg1"/>
                        </a:solidFill>
                        <a:latin typeface="+mn-ea"/>
                      </a:endParaRPr>
                    </a:p>
                  </a:txBody>
                  <a:tcPr marL="12700" marR="12700" marT="12700" vert="horz" anchor="ctr" anchorCtr="0"/>
                </a:tc>
                <a:tc>
                  <a:txBody>
                    <a:bodyPr/>
                    <a:p>
                      <a:pPr indent="0" algn="ctr">
                        <a:buNone/>
                      </a:pPr>
                      <a:r>
                        <a:rPr lang="zh-CN" altLang="en-US" sz="1000" b="0">
                          <a:solidFill>
                            <a:schemeClr val="bg1"/>
                          </a:solidFill>
                          <a:latin typeface="+mn-ea"/>
                          <a:sym typeface="+mn-ea"/>
                        </a:rPr>
                        <a:t>区域</a:t>
                      </a:r>
                      <a:r>
                        <a:rPr lang="en-US" altLang="zh-CN" sz="1000" b="0">
                          <a:solidFill>
                            <a:schemeClr val="bg1"/>
                          </a:solidFill>
                          <a:latin typeface="+mn-ea"/>
                          <a:sym typeface="+mn-ea"/>
                        </a:rPr>
                        <a:t>/</a:t>
                      </a:r>
                      <a:r>
                        <a:rPr lang="zh-CN" altLang="en-US" sz="1000" b="0">
                          <a:solidFill>
                            <a:schemeClr val="bg1"/>
                          </a:solidFill>
                          <a:latin typeface="+mn-ea"/>
                          <a:sym typeface="+mn-ea"/>
                        </a:rPr>
                        <a:t>类型</a:t>
                      </a:r>
                      <a:endParaRPr lang="zh-CN" altLang="en-US" sz="1000" b="0">
                        <a:solidFill>
                          <a:schemeClr val="bg1"/>
                        </a:solidFill>
                        <a:latin typeface="+mn-ea"/>
                        <a:sym typeface="+mn-ea"/>
                      </a:endParaRPr>
                    </a:p>
                  </a:txBody>
                  <a:tcPr marL="12700" marR="12700" marT="12700" vert="horz" anchor="ctr" anchorCtr="0"/>
                </a:tc>
                <a:tc>
                  <a:txBody>
                    <a:bodyPr/>
                    <a:p>
                      <a:pPr indent="0" algn="ctr">
                        <a:buNone/>
                      </a:pPr>
                      <a:r>
                        <a:rPr lang="zh-CN" sz="1000" b="0">
                          <a:solidFill>
                            <a:schemeClr val="bg1"/>
                          </a:solidFill>
                          <a:latin typeface="+mn-ea"/>
                          <a:cs typeface="+mn-ea"/>
                        </a:rPr>
                        <a:t>2024年</a:t>
                      </a:r>
                      <a:endParaRPr lang="zh-CN" altLang="en-US" sz="1000" b="0">
                        <a:solidFill>
                          <a:schemeClr val="bg1"/>
                        </a:solidFill>
                        <a:latin typeface="+mn-ea"/>
                        <a:cs typeface="+mn-ea"/>
                      </a:endParaRPr>
                    </a:p>
                  </a:txBody>
                  <a:tcPr marL="12700" marR="12700" marT="12700" vert="horz" anchor="ctr" anchorCtr="0"/>
                </a:tc>
                <a:tc>
                  <a:txBody>
                    <a:bodyPr/>
                    <a:p>
                      <a:pPr indent="0" algn="ctr">
                        <a:buNone/>
                      </a:pPr>
                      <a:r>
                        <a:rPr lang="zh-CN" sz="1000" b="0">
                          <a:solidFill>
                            <a:schemeClr val="bg1"/>
                          </a:solidFill>
                          <a:latin typeface="+mn-ea"/>
                          <a:cs typeface="+mn-ea"/>
                        </a:rPr>
                        <a:t>2025年</a:t>
                      </a:r>
                      <a:endParaRPr lang="zh-CN" altLang="en-US" sz="1000" b="0">
                        <a:solidFill>
                          <a:schemeClr val="bg1"/>
                        </a:solidFill>
                        <a:latin typeface="+mn-ea"/>
                        <a:cs typeface="+mn-ea"/>
                      </a:endParaRPr>
                    </a:p>
                  </a:txBody>
                  <a:tcPr marL="12700" marR="12700" marT="12700" vert="horz" anchor="ctr" anchorCtr="0"/>
                </a:tc>
                <a:tc>
                  <a:txBody>
                    <a:bodyPr/>
                    <a:p>
                      <a:pPr indent="0" algn="ctr">
                        <a:buNone/>
                      </a:pPr>
                      <a:r>
                        <a:rPr lang="zh-CN" sz="1000" b="0">
                          <a:solidFill>
                            <a:schemeClr val="bg1"/>
                          </a:solidFill>
                          <a:latin typeface="+mn-ea"/>
                        </a:rPr>
                        <a:t>价差</a:t>
                      </a:r>
                      <a:endParaRPr lang="zh-CN" altLang="en-US" sz="1000" b="0">
                        <a:solidFill>
                          <a:schemeClr val="bg1"/>
                        </a:solidFill>
                        <a:latin typeface="+mn-ea"/>
                      </a:endParaRPr>
                    </a:p>
                  </a:txBody>
                  <a:tcPr marL="12700" marR="12700" marT="12700" vert="horz" anchor="ctr" anchorCtr="0"/>
                </a:tc>
              </a:tr>
              <a:tr h="367665">
                <a:tc>
                  <a:txBody>
                    <a:bodyPr/>
                    <a:p>
                      <a:pPr indent="0" algn="ctr">
                        <a:buNone/>
                      </a:pPr>
                      <a:r>
                        <a:rPr lang="zh-CN" sz="1000" b="1">
                          <a:solidFill>
                            <a:srgbClr val="000000"/>
                          </a:solidFill>
                          <a:latin typeface="+mn-ea"/>
                        </a:rPr>
                        <a:t>东北</a:t>
                      </a:r>
                      <a:endParaRPr lang="zh-CN" altLang="en-US" sz="1000" b="1">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354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330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-25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1">
                          <a:solidFill>
                            <a:srgbClr val="000000"/>
                          </a:solidFill>
                          <a:latin typeface="+mn-ea"/>
                        </a:rPr>
                        <a:t>西北</a:t>
                      </a:r>
                      <a:endParaRPr lang="zh-CN" altLang="en-US" sz="1000" b="1">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332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291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-41 </a:t>
                      </a:r>
                      <a:endParaRPr lang="en-US" altLang="en-US" sz="1000" b="0">
                        <a:solidFill>
                          <a:srgbClr val="000000"/>
                        </a:solidFill>
                        <a:latin typeface="+mn-ea"/>
                      </a:endParaRPr>
                    </a:p>
                  </a:txBody>
                  <a:tcPr marL="12700" marR="12700" marT="12700" vert="horz" anchor="ctr" anchorCtr="0"/>
                </a:tc>
              </a:tr>
              <a:tr h="368300">
                <a:tc>
                  <a:txBody>
                    <a:bodyPr/>
                    <a:p>
                      <a:pPr indent="0" algn="ctr">
                        <a:buNone/>
                      </a:pPr>
                      <a:r>
                        <a:rPr lang="zh-CN" sz="1000" b="0">
                          <a:solidFill>
                            <a:srgbClr val="000000"/>
                          </a:solidFill>
                          <a:latin typeface="+mn-ea"/>
                        </a:rPr>
                        <a:t>火电</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419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395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-24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0">
                          <a:solidFill>
                            <a:srgbClr val="000000"/>
                          </a:solidFill>
                          <a:latin typeface="+mn-ea"/>
                        </a:rPr>
                        <a:t>火电</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359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335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-24 </a:t>
                      </a:r>
                      <a:endParaRPr lang="en-US" altLang="en-US" sz="1000" b="0">
                        <a:solidFill>
                          <a:srgbClr val="000000"/>
                        </a:solidFill>
                        <a:latin typeface="+mn-ea"/>
                      </a:endParaRPr>
                    </a:p>
                  </a:txBody>
                  <a:tcPr marL="12700" marR="12700" marT="12700" vert="horz" anchor="ctr" anchorCtr="0"/>
                </a:tc>
              </a:tr>
              <a:tr h="367665">
                <a:tc>
                  <a:txBody>
                    <a:bodyPr/>
                    <a:p>
                      <a:pPr indent="0" algn="ctr">
                        <a:buNone/>
                      </a:pPr>
                      <a:r>
                        <a:rPr lang="zh-CN" sz="1000" b="0">
                          <a:solidFill>
                            <a:srgbClr val="000000"/>
                          </a:solidFill>
                          <a:latin typeface="+mn-ea"/>
                        </a:rPr>
                        <a:t>新能源</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309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305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0">
                          <a:solidFill>
                            <a:srgbClr val="000000"/>
                          </a:solidFill>
                          <a:latin typeface="+mn-ea"/>
                        </a:rPr>
                        <a:t>新能源</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315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285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-30 </a:t>
                      </a:r>
                      <a:endParaRPr lang="en-US" altLang="en-US" sz="1000" b="0">
                        <a:solidFill>
                          <a:srgbClr val="000000"/>
                        </a:solidFill>
                        <a:latin typeface="+mn-ea"/>
                      </a:endParaRPr>
                    </a:p>
                  </a:txBody>
                  <a:tcPr marL="12700" marR="12700" marT="12700" vert="horz" anchor="ctr" anchorCtr="0"/>
                </a:tc>
              </a:tr>
              <a:tr h="366395">
                <a:tc>
                  <a:txBody>
                    <a:bodyPr/>
                    <a:p>
                      <a:pPr indent="0" algn="ctr">
                        <a:buNone/>
                      </a:pPr>
                      <a:r>
                        <a:rPr lang="zh-CN" sz="1000" b="1">
                          <a:solidFill>
                            <a:srgbClr val="000000"/>
                          </a:solidFill>
                          <a:latin typeface="+mn-ea"/>
                        </a:rPr>
                        <a:t>华北</a:t>
                      </a:r>
                      <a:endParaRPr lang="zh-CN" altLang="en-US" sz="1000" b="1">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419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409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-10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1">
                          <a:solidFill>
                            <a:srgbClr val="000000"/>
                          </a:solidFill>
                          <a:latin typeface="+mn-ea"/>
                        </a:rPr>
                        <a:t>西南</a:t>
                      </a:r>
                      <a:endParaRPr lang="zh-CN" altLang="en-US" sz="1000" b="1">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224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192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-32 </a:t>
                      </a:r>
                      <a:endParaRPr lang="en-US" altLang="en-US" sz="1000" b="0">
                        <a:solidFill>
                          <a:srgbClr val="000000"/>
                        </a:solidFill>
                        <a:latin typeface="+mn-ea"/>
                      </a:endParaRPr>
                    </a:p>
                  </a:txBody>
                  <a:tcPr marL="12700" marR="12700" marT="12700" vert="horz" anchor="ctr" anchorCtr="0"/>
                </a:tc>
              </a:tr>
              <a:tr h="367030">
                <a:tc>
                  <a:txBody>
                    <a:bodyPr/>
                    <a:p>
                      <a:pPr indent="0" algn="ctr">
                        <a:buNone/>
                      </a:pPr>
                      <a:r>
                        <a:rPr lang="zh-CN" sz="1000" b="0">
                          <a:solidFill>
                            <a:srgbClr val="000000"/>
                          </a:solidFill>
                          <a:latin typeface="+mn-ea"/>
                        </a:rPr>
                        <a:t>火电</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422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417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-5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0">
                          <a:solidFill>
                            <a:srgbClr val="000000"/>
                          </a:solidFill>
                          <a:latin typeface="+mn-ea"/>
                        </a:rPr>
                        <a:t>水电</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224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191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-33 </a:t>
                      </a:r>
                      <a:endParaRPr lang="en-US" altLang="en-US" sz="1000" b="0">
                        <a:solidFill>
                          <a:srgbClr val="000000"/>
                        </a:solidFill>
                        <a:latin typeface="+mn-ea"/>
                      </a:endParaRPr>
                    </a:p>
                  </a:txBody>
                  <a:tcPr marL="12700" marR="12700" marT="12700" vert="horz" anchor="ctr" anchorCtr="0"/>
                </a:tc>
              </a:tr>
              <a:tr h="368300">
                <a:tc>
                  <a:txBody>
                    <a:bodyPr/>
                    <a:p>
                      <a:pPr indent="0" algn="ctr">
                        <a:buNone/>
                      </a:pPr>
                      <a:r>
                        <a:rPr lang="zh-CN" sz="1000" b="0">
                          <a:solidFill>
                            <a:srgbClr val="000000"/>
                          </a:solidFill>
                          <a:latin typeface="+mn-ea"/>
                        </a:rPr>
                        <a:t>新能源</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382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369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-13 </a:t>
                      </a:r>
                      <a:endParaRPr lang="en-US" altLang="en-US" sz="1000" b="0">
                        <a:solidFill>
                          <a:srgbClr val="000000"/>
                        </a:solidFill>
                        <a:latin typeface="+mn-ea"/>
                      </a:endParaRPr>
                    </a:p>
                  </a:txBody>
                  <a:tcPr marL="12700" marR="12700" marT="12700" vert="horz" anchor="ctr" anchorCtr="0"/>
                </a:tc>
                <a:tc>
                  <a:txBody>
                    <a:bodyPr/>
                    <a:p>
                      <a:pPr indent="0" algn="ctr">
                        <a:buNone/>
                      </a:pPr>
                      <a:r>
                        <a:rPr lang="zh-CN" sz="1000" b="0">
                          <a:solidFill>
                            <a:srgbClr val="000000"/>
                          </a:solidFill>
                          <a:latin typeface="+mn-ea"/>
                        </a:rPr>
                        <a:t>新能源</a:t>
                      </a:r>
                      <a:endParaRPr lang="zh-CN"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222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217 </a:t>
                      </a:r>
                      <a:endParaRPr lang="en-US" altLang="en-US" sz="1000" b="0">
                        <a:solidFill>
                          <a:srgbClr val="000000"/>
                        </a:solidFill>
                        <a:latin typeface="+mn-ea"/>
                      </a:endParaRPr>
                    </a:p>
                  </a:txBody>
                  <a:tcPr marL="12700" marR="12700" marT="12700" vert="horz" anchor="ctr" anchorCtr="0"/>
                </a:tc>
                <a:tc>
                  <a:txBody>
                    <a:bodyPr/>
                    <a:p>
                      <a:pPr indent="0" algn="ctr">
                        <a:buNone/>
                      </a:pPr>
                      <a:r>
                        <a:rPr lang="en-US" sz="1000" b="0">
                          <a:solidFill>
                            <a:srgbClr val="000000"/>
                          </a:solidFill>
                          <a:latin typeface="+mn-ea"/>
                        </a:rPr>
                        <a:t>-5 </a:t>
                      </a:r>
                      <a:endParaRPr lang="en-US" altLang="en-US" sz="1000" b="0">
                        <a:solidFill>
                          <a:srgbClr val="000000"/>
                        </a:solidFill>
                        <a:latin typeface="+mn-ea"/>
                      </a:endParaRPr>
                    </a:p>
                  </a:txBody>
                  <a:tcPr marL="12700" marR="12700" marT="12700" vert="horz" anchor="ctr" anchorCtr="0"/>
                </a:tc>
              </a:tr>
            </a:tbl>
          </a:graphicData>
        </a:graphic>
      </p:graphicFrame>
      <p:sp>
        <p:nvSpPr>
          <p:cNvPr id="13" name="文本框 12"/>
          <p:cNvSpPr txBox="1"/>
          <p:nvPr>
            <p:custDataLst>
              <p:tags r:id="rId4"/>
            </p:custDataLst>
          </p:nvPr>
        </p:nvSpPr>
        <p:spPr>
          <a:xfrm>
            <a:off x="4943475" y="5805170"/>
            <a:ext cx="4662805" cy="217805"/>
          </a:xfrm>
          <a:prstGeom prst="rect">
            <a:avLst/>
          </a:prstGeom>
          <a:noFill/>
        </p:spPr>
        <p:txBody>
          <a:bodyPr wrap="square" rtlCol="0">
            <a:noAutofit/>
          </a:bodyPr>
          <a:p>
            <a:pPr algn="ctr">
              <a:lnSpc>
                <a:spcPct val="120000"/>
              </a:lnSpc>
              <a:buClrTx/>
              <a:buSzTx/>
              <a:buFontTx/>
            </a:pPr>
            <a:r>
              <a:rPr lang="zh-CN" altLang="zh-CN" sz="1400">
                <a:latin typeface="黑体" panose="02010609060101010101" charset="-122"/>
                <a:ea typeface="黑体" panose="02010609060101010101" charset="-122"/>
              </a:rPr>
              <a:t>2025年度市场分区域各电源类型送电均价</a:t>
            </a:r>
            <a:r>
              <a:rPr lang="zh-CN" altLang="zh-CN" sz="1400">
                <a:latin typeface="黑体" panose="02010609060101010101" charset="-122"/>
                <a:ea typeface="黑体" panose="02010609060101010101" charset="-122"/>
                <a:sym typeface="+mn-ea"/>
              </a:rPr>
              <a:t>（元/兆瓦时）</a:t>
            </a:r>
            <a:endParaRPr lang="zh-CN" altLang="zh-CN" sz="1400">
              <a:latin typeface="黑体" panose="02010609060101010101" charset="-122"/>
              <a:ea typeface="黑体" panose="02010609060101010101"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00" name="文本框 99"/>
          <p:cNvSpPr txBox="1"/>
          <p:nvPr/>
        </p:nvSpPr>
        <p:spPr>
          <a:xfrm>
            <a:off x="6189345" y="4794885"/>
            <a:ext cx="5736590" cy="1198880"/>
          </a:xfrm>
          <a:prstGeom prst="rect">
            <a:avLst/>
          </a:prstGeom>
          <a:noFill/>
          <a:ln w="9525">
            <a:noFill/>
          </a:ln>
        </p:spPr>
        <p:txBody>
          <a:bodyPr wrap="square">
            <a:spAutoFit/>
          </a:bodyPr>
          <a:p>
            <a:pPr marL="0" indent="0" algn="just"/>
            <a:r>
              <a:rPr lang="en-US" altLang="zh-CN" sz="1800" b="0">
                <a:latin typeface="黑体" panose="02010609060101010101" charset="-122"/>
                <a:ea typeface="黑体" panose="02010609060101010101" charset="-122"/>
                <a:cs typeface="黑体" panose="02010609060101010101" charset="-122"/>
              </a:rPr>
              <a:t>    2024</a:t>
            </a:r>
            <a:r>
              <a:rPr lang="zh-CN" altLang="en-US" sz="1800" b="0">
                <a:latin typeface="黑体" panose="02010609060101010101" charset="-122"/>
                <a:ea typeface="黑体" panose="02010609060101010101" charset="-122"/>
                <a:cs typeface="黑体" panose="02010609060101010101" charset="-122"/>
              </a:rPr>
              <a:t>年</a:t>
            </a:r>
            <a:r>
              <a:rPr lang="en-US" altLang="zh-CN" sz="1800" b="0">
                <a:latin typeface="黑体" panose="02010609060101010101" charset="-122"/>
                <a:ea typeface="黑体" panose="02010609060101010101" charset="-122"/>
                <a:cs typeface="黑体" panose="02010609060101010101" charset="-122"/>
              </a:rPr>
              <a:t>7</a:t>
            </a:r>
            <a:r>
              <a:rPr lang="zh-CN" altLang="en-US" sz="1800" b="0">
                <a:latin typeface="黑体" panose="02010609060101010101" charset="-122"/>
                <a:ea typeface="黑体" panose="02010609060101010101" charset="-122"/>
                <a:cs typeface="黑体" panose="02010609060101010101" charset="-122"/>
              </a:rPr>
              <a:t>月上中旬，省间平衡有裕度，现货均价</a:t>
            </a:r>
            <a:r>
              <a:rPr lang="en-US" altLang="zh-CN" sz="1800" b="0">
                <a:latin typeface="黑体" panose="02010609060101010101" charset="-122"/>
                <a:ea typeface="黑体" panose="02010609060101010101" charset="-122"/>
                <a:cs typeface="黑体" panose="02010609060101010101" charset="-122"/>
              </a:rPr>
              <a:t>0.21</a:t>
            </a:r>
            <a:r>
              <a:rPr lang="zh-CN" altLang="en-US" sz="1800" b="0">
                <a:latin typeface="黑体" panose="02010609060101010101" charset="-122"/>
                <a:ea typeface="黑体" panose="02010609060101010101" charset="-122"/>
                <a:cs typeface="黑体" panose="02010609060101010101" charset="-122"/>
              </a:rPr>
              <a:t>元</a:t>
            </a:r>
            <a:r>
              <a:rPr lang="en-US" altLang="zh-CN" sz="1800" b="0">
                <a:latin typeface="黑体" panose="02010609060101010101" charset="-122"/>
                <a:ea typeface="黑体" panose="02010609060101010101" charset="-122"/>
                <a:cs typeface="黑体" panose="02010609060101010101" charset="-122"/>
              </a:rPr>
              <a:t>/</a:t>
            </a:r>
            <a:r>
              <a:rPr lang="zh-CN" altLang="en-US" sz="1800" b="0">
                <a:latin typeface="黑体" panose="02010609060101010101" charset="-122"/>
                <a:ea typeface="黑体" panose="02010609060101010101" charset="-122"/>
                <a:cs typeface="黑体" panose="02010609060101010101" charset="-122"/>
              </a:rPr>
              <a:t>千瓦时；</a:t>
            </a:r>
            <a:r>
              <a:rPr lang="en-US" altLang="zh-CN" sz="1800" b="0">
                <a:latin typeface="黑体" panose="02010609060101010101" charset="-122"/>
                <a:ea typeface="黑体" panose="02010609060101010101" charset="-122"/>
                <a:cs typeface="黑体" panose="02010609060101010101" charset="-122"/>
              </a:rPr>
              <a:t>7</a:t>
            </a:r>
            <a:r>
              <a:rPr lang="zh-CN" altLang="en-US" sz="1800" b="0">
                <a:latin typeface="黑体" panose="02010609060101010101" charset="-122"/>
                <a:ea typeface="黑体" panose="02010609060101010101" charset="-122"/>
                <a:cs typeface="黑体" panose="02010609060101010101" charset="-122"/>
              </a:rPr>
              <a:t>月下旬，供应开始偏紧，现货均价升至</a:t>
            </a:r>
            <a:r>
              <a:rPr lang="en-US" altLang="zh-CN" sz="1800" b="0">
                <a:latin typeface="黑体" panose="02010609060101010101" charset="-122"/>
                <a:ea typeface="黑体" panose="02010609060101010101" charset="-122"/>
                <a:cs typeface="黑体" panose="02010609060101010101" charset="-122"/>
              </a:rPr>
              <a:t>0.65</a:t>
            </a:r>
            <a:r>
              <a:rPr lang="zh-CN" altLang="en-US" sz="1800" b="0">
                <a:latin typeface="黑体" panose="02010609060101010101" charset="-122"/>
                <a:ea typeface="黑体" panose="02010609060101010101" charset="-122"/>
                <a:cs typeface="黑体" panose="02010609060101010101" charset="-122"/>
              </a:rPr>
              <a:t>元</a:t>
            </a:r>
            <a:r>
              <a:rPr lang="en-US" altLang="zh-CN" sz="1800" b="0">
                <a:latin typeface="黑体" panose="02010609060101010101" charset="-122"/>
                <a:ea typeface="黑体" panose="02010609060101010101" charset="-122"/>
                <a:cs typeface="黑体" panose="02010609060101010101" charset="-122"/>
              </a:rPr>
              <a:t>/</a:t>
            </a:r>
            <a:r>
              <a:rPr lang="zh-CN" altLang="en-US" sz="1800" b="0">
                <a:latin typeface="黑体" panose="02010609060101010101" charset="-122"/>
                <a:ea typeface="黑体" panose="02010609060101010101" charset="-122"/>
                <a:cs typeface="黑体" panose="02010609060101010101" charset="-122"/>
              </a:rPr>
              <a:t>千瓦时；</a:t>
            </a:r>
            <a:r>
              <a:rPr lang="en-US" altLang="zh-CN" sz="1800" b="0">
                <a:latin typeface="黑体" panose="02010609060101010101" charset="-122"/>
                <a:ea typeface="黑体" panose="02010609060101010101" charset="-122"/>
                <a:cs typeface="黑体" panose="02010609060101010101" charset="-122"/>
              </a:rPr>
              <a:t>8</a:t>
            </a:r>
            <a:r>
              <a:rPr lang="zh-CN" altLang="en-US" sz="1800" b="0">
                <a:latin typeface="黑体" panose="02010609060101010101" charset="-122"/>
                <a:ea typeface="黑体" panose="02010609060101010101" charset="-122"/>
                <a:cs typeface="黑体" panose="02010609060101010101" charset="-122"/>
              </a:rPr>
              <a:t>月下旬，部分地区平衡最紧张时段，现货均价升至</a:t>
            </a:r>
            <a:r>
              <a:rPr lang="en-US" altLang="zh-CN" sz="1800" b="0">
                <a:latin typeface="黑体" panose="02010609060101010101" charset="-122"/>
                <a:ea typeface="黑体" panose="02010609060101010101" charset="-122"/>
                <a:cs typeface="黑体" panose="02010609060101010101" charset="-122"/>
              </a:rPr>
              <a:t>1.02</a:t>
            </a:r>
            <a:r>
              <a:rPr lang="zh-CN" altLang="en-US" sz="1800" b="0">
                <a:latin typeface="黑体" panose="02010609060101010101" charset="-122"/>
                <a:ea typeface="黑体" panose="02010609060101010101" charset="-122"/>
                <a:cs typeface="黑体" panose="02010609060101010101" charset="-122"/>
              </a:rPr>
              <a:t>元</a:t>
            </a:r>
            <a:r>
              <a:rPr lang="en-US" altLang="zh-CN" sz="1800" b="0">
                <a:latin typeface="黑体" panose="02010609060101010101" charset="-122"/>
                <a:ea typeface="黑体" panose="02010609060101010101" charset="-122"/>
                <a:cs typeface="黑体" panose="02010609060101010101" charset="-122"/>
              </a:rPr>
              <a:t>/</a:t>
            </a:r>
            <a:r>
              <a:rPr lang="zh-CN" altLang="en-US" sz="1800" b="0">
                <a:latin typeface="黑体" panose="02010609060101010101" charset="-122"/>
                <a:ea typeface="黑体" panose="02010609060101010101" charset="-122"/>
                <a:cs typeface="黑体" panose="02010609060101010101" charset="-122"/>
              </a:rPr>
              <a:t>千瓦时，创年内新高。</a:t>
            </a:r>
            <a:endParaRPr lang="zh-CN" altLang="en-US" sz="1800" b="0">
              <a:latin typeface="黑体" panose="02010609060101010101" charset="-122"/>
              <a:ea typeface="黑体" panose="02010609060101010101" charset="-122"/>
              <a:cs typeface="黑体" panose="02010609060101010101" charset="-122"/>
            </a:endParaRPr>
          </a:p>
        </p:txBody>
      </p:sp>
      <p:sp>
        <p:nvSpPr>
          <p:cNvPr id="2" name="文本框 1"/>
          <p:cNvSpPr txBox="1"/>
          <p:nvPr/>
        </p:nvSpPr>
        <p:spPr>
          <a:xfrm>
            <a:off x="335234" y="311285"/>
            <a:ext cx="10465163" cy="521970"/>
          </a:xfrm>
          <a:prstGeom prst="rect">
            <a:avLst/>
          </a:prstGeom>
          <a:noFill/>
        </p:spPr>
        <p:txBody>
          <a:bodyPr wrap="square" rtlCol="0">
            <a:spAutoFit/>
          </a:bodyPr>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3</a:t>
            </a:r>
            <a:r>
              <a:rPr lang="zh-CN" altLang="en-US" sz="2800" b="1" dirty="0" smtClean="0">
                <a:latin typeface="+mj-lt"/>
                <a:ea typeface="+mj-lt"/>
                <a:cs typeface="+mj-lt"/>
              </a:rPr>
              <a:t>：</a:t>
            </a:r>
            <a:r>
              <a:rPr lang="zh-CN" altLang="en-US" sz="2800" b="1" dirty="0" smtClean="0">
                <a:latin typeface="+mj-lt"/>
                <a:ea typeface="+mj-lt"/>
                <a:cs typeface="+mj-lt"/>
                <a:sym typeface="+mn-ea"/>
              </a:rPr>
              <a:t>外部环境影响省间中长期市场成交与价格</a:t>
            </a:r>
            <a:endParaRPr lang="zh-CN" altLang="en-US" sz="2800" b="1" dirty="0" smtClean="0">
              <a:latin typeface="+mj-lt"/>
              <a:ea typeface="+mj-lt"/>
              <a:cs typeface="+mj-lt"/>
            </a:endParaRPr>
          </a:p>
        </p:txBody>
      </p:sp>
      <p:pic>
        <p:nvPicPr>
          <p:cNvPr id="6" name="图片 5"/>
          <p:cNvPicPr>
            <a:picLocks noChangeAspect="1"/>
          </p:cNvPicPr>
          <p:nvPr/>
        </p:nvPicPr>
        <p:blipFill>
          <a:blip r:embed="rId1"/>
          <a:stretch>
            <a:fillRect/>
          </a:stretch>
        </p:blipFill>
        <p:spPr>
          <a:xfrm>
            <a:off x="6311900" y="1626870"/>
            <a:ext cx="5888990" cy="2974340"/>
          </a:xfrm>
          <a:prstGeom prst="rect">
            <a:avLst/>
          </a:prstGeom>
        </p:spPr>
      </p:pic>
      <p:pic>
        <p:nvPicPr>
          <p:cNvPr id="8" name="图片 7"/>
          <p:cNvPicPr>
            <a:picLocks noChangeAspect="1"/>
          </p:cNvPicPr>
          <p:nvPr/>
        </p:nvPicPr>
        <p:blipFill>
          <a:blip r:embed="rId2"/>
          <a:stretch>
            <a:fillRect/>
          </a:stretch>
        </p:blipFill>
        <p:spPr>
          <a:xfrm>
            <a:off x="623570" y="1268730"/>
            <a:ext cx="5300980" cy="4262120"/>
          </a:xfrm>
          <a:prstGeom prst="rect">
            <a:avLst/>
          </a:prstGeom>
        </p:spPr>
      </p:pic>
      <p:sp>
        <p:nvSpPr>
          <p:cNvPr id="9" name="文本框 8"/>
          <p:cNvSpPr txBox="1"/>
          <p:nvPr/>
        </p:nvSpPr>
        <p:spPr>
          <a:xfrm>
            <a:off x="1343660" y="5732780"/>
            <a:ext cx="4500880" cy="337185"/>
          </a:xfrm>
          <a:prstGeom prst="rect">
            <a:avLst/>
          </a:prstGeom>
        </p:spPr>
        <p:txBody>
          <a:bodyPr wrap="square">
            <a:spAutoFit/>
          </a:bodyPr>
          <a:p>
            <a:r>
              <a:rPr lang="en-US" altLang="zh-CN" sz="1600">
                <a:solidFill>
                  <a:srgbClr val="000000"/>
                </a:solidFill>
                <a:latin typeface="黑体" panose="02010609060101010101" charset="-122"/>
                <a:ea typeface="黑体" panose="02010609060101010101" charset="-122"/>
              </a:rPr>
              <a:t>2022</a:t>
            </a:r>
            <a:r>
              <a:rPr lang="zh-CN" altLang="en-US" sz="1600">
                <a:solidFill>
                  <a:srgbClr val="000000"/>
                </a:solidFill>
                <a:latin typeface="黑体" panose="02010609060101010101" charset="-122"/>
                <a:ea typeface="黑体" panose="02010609060101010101" charset="-122"/>
              </a:rPr>
              <a:t>～</a:t>
            </a:r>
            <a:r>
              <a:rPr lang="en-US" altLang="zh-CN" sz="1600">
                <a:solidFill>
                  <a:srgbClr val="000000"/>
                </a:solidFill>
                <a:latin typeface="黑体" panose="02010609060101010101" charset="-122"/>
                <a:ea typeface="黑体" panose="02010609060101010101" charset="-122"/>
              </a:rPr>
              <a:t>2024</a:t>
            </a:r>
            <a:r>
              <a:rPr lang="zh-CN" altLang="en-US" sz="1600">
                <a:solidFill>
                  <a:srgbClr val="000000"/>
                </a:solidFill>
                <a:latin typeface="黑体" panose="02010609060101010101" charset="-122"/>
                <a:ea typeface="黑体" panose="02010609060101010101" charset="-122"/>
              </a:rPr>
              <a:t>年夏季三华及西南同期高温情况</a:t>
            </a:r>
            <a:endParaRPr lang="zh-CN" altLang="en-US" sz="1600">
              <a:solidFill>
                <a:srgbClr val="000000"/>
              </a:solidFill>
              <a:latin typeface="黑体" panose="02010609060101010101" charset="-122"/>
              <a:ea typeface="黑体" panose="02010609060101010101"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239530"/>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措施：创新供</a:t>
            </a:r>
            <a:r>
              <a:rPr lang="zh-CN" sz="2800" b="1" dirty="0" smtClean="0">
                <a:latin typeface="+mj-lt"/>
                <a:ea typeface="+mj-lt"/>
                <a:cs typeface="+mj-lt"/>
              </a:rPr>
              <a:t>需联动的灵活市场价格机制</a:t>
            </a:r>
            <a:endParaRPr lang="zh-CN" sz="2800" b="1" dirty="0" smtClean="0">
              <a:latin typeface="+mj-lt"/>
              <a:ea typeface="+mj-lt"/>
              <a:cs typeface="+mj-lt"/>
            </a:endParaRPr>
          </a:p>
        </p:txBody>
      </p:sp>
      <p:sp>
        <p:nvSpPr>
          <p:cNvPr id="17" name="文本框 16"/>
          <p:cNvSpPr txBox="1"/>
          <p:nvPr/>
        </p:nvSpPr>
        <p:spPr>
          <a:xfrm>
            <a:off x="263525" y="1485265"/>
            <a:ext cx="11370310" cy="187642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200" dirty="0" smtClean="0">
                <a:latin typeface="黑体" panose="02010609060101010101" charset="-122"/>
                <a:ea typeface="黑体" panose="02010609060101010101" charset="-122"/>
                <a:sym typeface="Arial" panose="020B0604020202020204" pitchFamily="34" charset="0"/>
              </a:rPr>
              <a:t>为最大限度发挥省间中长期市场保供应、稳价格的基础作用，在年度等长周期交易中创新</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供需联动的市场价格签约方式</a:t>
            </a:r>
            <a:r>
              <a:rPr lang="zh-CN" altLang="en-US" sz="2200" dirty="0" smtClean="0">
                <a:latin typeface="黑体" panose="02010609060101010101" charset="-122"/>
                <a:ea typeface="黑体" panose="02010609060101010101" charset="-122"/>
                <a:sym typeface="Arial" panose="020B0604020202020204" pitchFamily="34" charset="0"/>
              </a:rPr>
              <a:t>，购售方经营主体按照</a:t>
            </a:r>
            <a:r>
              <a:rPr lang="en-US" altLang="zh-CN" sz="2200" dirty="0" smtClean="0">
                <a:latin typeface="黑体" panose="02010609060101010101" charset="-122"/>
                <a:ea typeface="黑体" panose="02010609060101010101" charset="-122"/>
                <a:sym typeface="Arial" panose="020B0604020202020204" pitchFamily="34" charset="0"/>
              </a:rPr>
              <a:t>“</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基准+浮动</a:t>
            </a:r>
            <a:r>
              <a:rPr lang="en-US" altLang="zh-CN" sz="2200" dirty="0" smtClean="0">
                <a:latin typeface="黑体" panose="02010609060101010101" charset="-122"/>
                <a:ea typeface="黑体" panose="02010609060101010101" charset="-122"/>
                <a:sym typeface="Arial" panose="020B0604020202020204" pitchFamily="34" charset="0"/>
              </a:rPr>
              <a:t>”</a:t>
            </a:r>
            <a:r>
              <a:rPr lang="zh-CN" altLang="en-US" sz="2200" dirty="0" smtClean="0">
                <a:latin typeface="黑体" panose="02010609060101010101" charset="-122"/>
                <a:ea typeface="黑体" panose="02010609060101010101" charset="-122"/>
                <a:sym typeface="Arial" panose="020B0604020202020204" pitchFamily="34" charset="0"/>
              </a:rPr>
              <a:t>价格机制签约，以送</a:t>
            </a:r>
            <a:r>
              <a:rPr lang="en-US" altLang="zh-CN" sz="2200" dirty="0" smtClean="0">
                <a:latin typeface="黑体" panose="02010609060101010101" charset="-122"/>
                <a:ea typeface="黑体" panose="02010609060101010101" charset="-122"/>
                <a:sym typeface="Arial" panose="020B0604020202020204" pitchFamily="34" charset="0"/>
              </a:rPr>
              <a:t>/</a:t>
            </a:r>
            <a:r>
              <a:rPr lang="zh-CN" altLang="en-US" sz="2200" dirty="0" smtClean="0">
                <a:latin typeface="黑体" panose="02010609060101010101" charset="-122"/>
                <a:ea typeface="黑体" panose="02010609060101010101" charset="-122"/>
                <a:sym typeface="Arial" panose="020B0604020202020204" pitchFamily="34" charset="0"/>
              </a:rPr>
              <a:t>受端省份月度市场均价等为标杆，按照事前协商一致的计算方式确定每月结算价格。同时允许先行就电量曲线达成交易，协商一致后清算。</a:t>
            </a:r>
            <a:endParaRPr lang="zh-CN" altLang="en-US" sz="2200" dirty="0" smtClean="0">
              <a:latin typeface="黑体" panose="02010609060101010101" charset="-122"/>
              <a:ea typeface="黑体" panose="02010609060101010101" charset="-122"/>
              <a:sym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7536180" y="3632835"/>
            <a:ext cx="4836795" cy="2286635"/>
            <a:chOff x="381" y="6888"/>
            <a:chExt cx="8691" cy="3833"/>
          </a:xfrm>
        </p:grpSpPr>
        <p:pic>
          <p:nvPicPr>
            <p:cNvPr id="6" name="图片 5"/>
            <p:cNvPicPr>
              <a:picLocks noChangeAspect="1"/>
            </p:cNvPicPr>
            <p:nvPr/>
          </p:nvPicPr>
          <p:blipFill>
            <a:blip r:embed="rId1"/>
            <a:stretch>
              <a:fillRect/>
            </a:stretch>
          </p:blipFill>
          <p:spPr>
            <a:xfrm>
              <a:off x="381" y="6888"/>
              <a:ext cx="8691" cy="3833"/>
            </a:xfrm>
            <a:prstGeom prst="rect">
              <a:avLst/>
            </a:prstGeom>
          </p:spPr>
        </p:pic>
        <p:cxnSp>
          <p:nvCxnSpPr>
            <p:cNvPr id="10" name="直接连接符 9"/>
            <p:cNvCxnSpPr/>
            <p:nvPr/>
          </p:nvCxnSpPr>
          <p:spPr>
            <a:xfrm flipV="1">
              <a:off x="2084" y="8820"/>
              <a:ext cx="1328" cy="15"/>
            </a:xfrm>
            <a:prstGeom prst="line">
              <a:avLst/>
            </a:prstGeom>
            <a:solidFill>
              <a:schemeClr val="accent1"/>
            </a:solidFill>
            <a:ln w="27940" cap="flat" cmpd="sng" algn="ctr">
              <a:solidFill>
                <a:srgbClr val="FF0000"/>
              </a:solidFill>
              <a:prstDash val="dash"/>
              <a:round/>
              <a:headEnd type="none" w="med" len="med"/>
              <a:tailEnd type="none" w="med" len="med"/>
            </a:ln>
          </p:spPr>
        </p:cxnSp>
        <p:cxnSp>
          <p:nvCxnSpPr>
            <p:cNvPr id="11" name="直接连接符 10"/>
            <p:cNvCxnSpPr/>
            <p:nvPr/>
          </p:nvCxnSpPr>
          <p:spPr>
            <a:xfrm flipV="1">
              <a:off x="5164" y="8565"/>
              <a:ext cx="1143" cy="395"/>
            </a:xfrm>
            <a:prstGeom prst="line">
              <a:avLst/>
            </a:prstGeom>
            <a:solidFill>
              <a:schemeClr val="accent1"/>
            </a:solidFill>
            <a:ln w="27940" cap="flat" cmpd="sng" algn="ctr">
              <a:solidFill>
                <a:srgbClr val="FF0000"/>
              </a:solidFill>
              <a:prstDash val="dash"/>
              <a:round/>
              <a:headEnd type="none" w="med" len="med"/>
              <a:tailEnd type="none" w="med" len="med"/>
            </a:ln>
          </p:spPr>
        </p:cxnSp>
        <p:cxnSp>
          <p:nvCxnSpPr>
            <p:cNvPr id="21" name="直接连接符 20"/>
            <p:cNvCxnSpPr/>
            <p:nvPr/>
          </p:nvCxnSpPr>
          <p:spPr>
            <a:xfrm flipV="1">
              <a:off x="7529" y="8462"/>
              <a:ext cx="399" cy="15"/>
            </a:xfrm>
            <a:prstGeom prst="line">
              <a:avLst/>
            </a:prstGeom>
            <a:solidFill>
              <a:schemeClr val="accent1"/>
            </a:solidFill>
            <a:ln w="27940" cap="flat" cmpd="sng" algn="ctr">
              <a:solidFill>
                <a:srgbClr val="FF0000"/>
              </a:solidFill>
              <a:prstDash val="sysDash"/>
              <a:round/>
              <a:headEnd type="none" w="med" len="med"/>
              <a:tailEnd type="none" w="med" len="med"/>
            </a:ln>
          </p:spPr>
        </p:cxnSp>
        <p:cxnSp>
          <p:nvCxnSpPr>
            <p:cNvPr id="27" name="直接连接符 26"/>
            <p:cNvCxnSpPr/>
            <p:nvPr/>
          </p:nvCxnSpPr>
          <p:spPr>
            <a:xfrm>
              <a:off x="7214" y="8953"/>
              <a:ext cx="141" cy="0"/>
            </a:xfrm>
            <a:prstGeom prst="line">
              <a:avLst/>
            </a:prstGeom>
            <a:solidFill>
              <a:schemeClr val="accent1"/>
            </a:solidFill>
            <a:ln w="27940" cap="flat" cmpd="sng" algn="ctr">
              <a:solidFill>
                <a:srgbClr val="FF0000"/>
              </a:solidFill>
              <a:prstDash val="sysDash"/>
              <a:round/>
              <a:headEnd type="none" w="med" len="med"/>
              <a:tailEnd type="none" w="med" len="med"/>
            </a:ln>
          </p:spPr>
        </p:cxnSp>
        <p:cxnSp>
          <p:nvCxnSpPr>
            <p:cNvPr id="30" name="直接连接符 29"/>
            <p:cNvCxnSpPr/>
            <p:nvPr/>
          </p:nvCxnSpPr>
          <p:spPr>
            <a:xfrm>
              <a:off x="1484" y="9028"/>
              <a:ext cx="141" cy="0"/>
            </a:xfrm>
            <a:prstGeom prst="line">
              <a:avLst/>
            </a:prstGeom>
            <a:solidFill>
              <a:schemeClr val="accent1"/>
            </a:solidFill>
            <a:ln w="27940" cap="flat" cmpd="sng" algn="ctr">
              <a:solidFill>
                <a:srgbClr val="FF0000"/>
              </a:solidFill>
              <a:prstDash val="sysDash"/>
              <a:round/>
              <a:headEnd type="none" w="med" len="med"/>
              <a:tailEnd type="none" w="med" len="med"/>
            </a:ln>
          </p:spPr>
        </p:cxnSp>
      </p:grpSp>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311285"/>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4</a:t>
            </a:r>
            <a:r>
              <a:rPr lang="zh-CN" altLang="en-US" sz="2800" b="1" dirty="0" smtClean="0">
                <a:latin typeface="+mj-lt"/>
                <a:ea typeface="+mj-lt"/>
                <a:cs typeface="+mj-lt"/>
              </a:rPr>
              <a:t>：大规模新能源接入下系统调峰能力面临挑战</a:t>
            </a:r>
            <a:endParaRPr lang="zh-CN" altLang="en-US" sz="2800" b="1" dirty="0" smtClean="0">
              <a:latin typeface="+mj-lt"/>
              <a:ea typeface="+mj-lt"/>
              <a:cs typeface="+mj-lt"/>
            </a:endParaRPr>
          </a:p>
        </p:txBody>
      </p:sp>
      <p:sp>
        <p:nvSpPr>
          <p:cNvPr id="17" name="文本框 16"/>
          <p:cNvSpPr txBox="1"/>
          <p:nvPr/>
        </p:nvSpPr>
        <p:spPr>
          <a:xfrm>
            <a:off x="551815" y="980440"/>
            <a:ext cx="11198860" cy="2322830"/>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大型风光基地集中接入：</a:t>
            </a:r>
            <a:r>
              <a:rPr lang="en-US" altLang="zh-CN" sz="2200" dirty="0" smtClean="0">
                <a:latin typeface="黑体" panose="02010609060101010101" charset="-122"/>
                <a:ea typeface="黑体" panose="02010609060101010101" charset="-122"/>
                <a:sym typeface="Arial" panose="020B0604020202020204" pitchFamily="34" charset="0"/>
              </a:rPr>
              <a:t>2025</a:t>
            </a:r>
            <a:r>
              <a:rPr lang="zh-CN" altLang="en-US" sz="2200" dirty="0" smtClean="0">
                <a:latin typeface="黑体" panose="02010609060101010101" charset="-122"/>
                <a:ea typeface="黑体" panose="02010609060101010101" charset="-122"/>
                <a:sym typeface="Arial" panose="020B0604020202020204" pitchFamily="34" charset="0"/>
              </a:rPr>
              <a:t>年，国家电网经营区三批以沙戈荒为重点的大型风电光伏基地预计投产</a:t>
            </a:r>
            <a:r>
              <a:rPr lang="en-US" altLang="zh-CN" sz="2200" dirty="0" smtClean="0">
                <a:latin typeface="黑体" panose="02010609060101010101" charset="-122"/>
                <a:ea typeface="黑体" panose="02010609060101010101" charset="-122"/>
                <a:sym typeface="Arial" panose="020B0604020202020204" pitchFamily="34" charset="0"/>
              </a:rPr>
              <a:t>3624</a:t>
            </a:r>
            <a:r>
              <a:rPr lang="zh-CN" altLang="en-US" sz="2200" dirty="0" smtClean="0">
                <a:latin typeface="黑体" panose="02010609060101010101" charset="-122"/>
                <a:ea typeface="黑体" panose="02010609060101010101" charset="-122"/>
                <a:sym typeface="Arial" panose="020B0604020202020204" pitchFamily="34" charset="0"/>
              </a:rPr>
              <a:t>万千瓦，总装机规模达到</a:t>
            </a:r>
            <a:r>
              <a:rPr lang="en-US" altLang="zh-CN" sz="2200" dirty="0" smtClean="0">
                <a:latin typeface="黑体" panose="02010609060101010101" charset="-122"/>
                <a:ea typeface="黑体" panose="02010609060101010101" charset="-122"/>
                <a:sym typeface="Arial" panose="020B0604020202020204" pitchFamily="34" charset="0"/>
              </a:rPr>
              <a:t>14187</a:t>
            </a:r>
            <a:r>
              <a:rPr lang="zh-CN" altLang="en-US" sz="2200" dirty="0" smtClean="0">
                <a:latin typeface="黑体" panose="02010609060101010101" charset="-122"/>
                <a:ea typeface="黑体" panose="02010609060101010101" charset="-122"/>
                <a:sym typeface="Arial" panose="020B0604020202020204" pitchFamily="34" charset="0"/>
              </a:rPr>
              <a:t>万千瓦，占规划容量的</a:t>
            </a:r>
            <a:r>
              <a:rPr lang="en-US" altLang="zh-CN" sz="2200" dirty="0" smtClean="0">
                <a:latin typeface="黑体" panose="02010609060101010101" charset="-122"/>
                <a:ea typeface="黑体" panose="02010609060101010101" charset="-122"/>
                <a:sym typeface="Arial" panose="020B0604020202020204" pitchFamily="34" charset="0"/>
              </a:rPr>
              <a:t>67.9%</a:t>
            </a:r>
            <a:r>
              <a:rPr lang="zh-CN" altLang="en-US" sz="2200" dirty="0" smtClean="0">
                <a:latin typeface="黑体" panose="02010609060101010101" charset="-122"/>
                <a:ea typeface="黑体" panose="02010609060101010101" charset="-122"/>
                <a:sym typeface="Arial" panose="020B0604020202020204" pitchFamily="34" charset="0"/>
              </a:rPr>
              <a:t>。</a:t>
            </a:r>
            <a:endParaRPr lang="zh-CN" altLang="en-US" sz="2200" dirty="0" smtClean="0">
              <a:latin typeface="黑体" panose="02010609060101010101" charset="-122"/>
              <a:ea typeface="黑体" panose="02010609060101010101" charset="-122"/>
              <a:sym typeface="Arial" panose="020B0604020202020204" pitchFamily="34" charset="0"/>
            </a:endParaRPr>
          </a:p>
          <a:p>
            <a:pPr algn="just" latinLnBrk="0">
              <a:lnSpc>
                <a:spcPts val="3480"/>
              </a:lnSpc>
            </a:pPr>
            <a:r>
              <a:rPr lang="zh-CN" altLang="en-US" sz="2200" dirty="0" smtClean="0">
                <a:latin typeface="黑体" panose="02010609060101010101" charset="-122"/>
                <a:ea typeface="黑体" panose="02010609060101010101" charset="-122"/>
                <a:sym typeface="Arial" panose="020B0604020202020204" pitchFamily="34" charset="0"/>
              </a:rPr>
              <a:t> </a:t>
            </a:r>
            <a:r>
              <a:rPr lang="en-US" altLang="zh-CN" sz="2200" dirty="0" smtClean="0">
                <a:latin typeface="黑体" panose="02010609060101010101" charset="-122"/>
                <a:ea typeface="黑体" panose="02010609060101010101" charset="-122"/>
                <a:sym typeface="Arial" panose="020B0604020202020204" pitchFamily="34" charset="0"/>
              </a:rPr>
              <a:t>   </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分布式新能源成为新的增长主体：</a:t>
            </a:r>
            <a:r>
              <a:rPr lang="en-US" altLang="zh-CN" sz="2200" dirty="0" smtClean="0">
                <a:latin typeface="黑体" panose="02010609060101010101" charset="-122"/>
                <a:ea typeface="黑体" panose="02010609060101010101" charset="-122"/>
                <a:sym typeface="Arial" panose="020B0604020202020204" pitchFamily="34" charset="0"/>
              </a:rPr>
              <a:t>2025</a:t>
            </a:r>
            <a:r>
              <a:rPr lang="zh-CN" altLang="en-US" sz="2200" dirty="0" smtClean="0">
                <a:latin typeface="黑体" panose="02010609060101010101" charset="-122"/>
                <a:ea typeface="黑体" panose="02010609060101010101" charset="-122"/>
                <a:sym typeface="Arial" panose="020B0604020202020204" pitchFamily="34" charset="0"/>
              </a:rPr>
              <a:t>年，国家电网经营区预计新增分布式光伏装机</a:t>
            </a:r>
            <a:r>
              <a:rPr lang="en-US" altLang="zh-CN" sz="2200" dirty="0" smtClean="0">
                <a:latin typeface="黑体" panose="02010609060101010101" charset="-122"/>
                <a:ea typeface="黑体" panose="02010609060101010101" charset="-122"/>
                <a:sym typeface="Arial" panose="020B0604020202020204" pitchFamily="34" charset="0"/>
              </a:rPr>
              <a:t>9000</a:t>
            </a:r>
            <a:r>
              <a:rPr lang="zh-CN" altLang="en-US" sz="2200" dirty="0" smtClean="0">
                <a:latin typeface="黑体" panose="02010609060101010101" charset="-122"/>
                <a:ea typeface="黑体" panose="02010609060101010101" charset="-122"/>
                <a:sym typeface="Arial" panose="020B0604020202020204" pitchFamily="34" charset="0"/>
              </a:rPr>
              <a:t>万千瓦，累计装机将达</a:t>
            </a:r>
            <a:r>
              <a:rPr lang="en-US" altLang="zh-CN" sz="2200" dirty="0" smtClean="0">
                <a:latin typeface="黑体" panose="02010609060101010101" charset="-122"/>
                <a:ea typeface="黑体" panose="02010609060101010101" charset="-122"/>
                <a:sym typeface="Arial" panose="020B0604020202020204" pitchFamily="34" charset="0"/>
              </a:rPr>
              <a:t>4.2</a:t>
            </a:r>
            <a:r>
              <a:rPr lang="zh-CN" altLang="en-US" sz="2200" dirty="0" smtClean="0">
                <a:latin typeface="黑体" panose="02010609060101010101" charset="-122"/>
                <a:ea typeface="黑体" panose="02010609060101010101" charset="-122"/>
                <a:sym typeface="Arial" panose="020B0604020202020204" pitchFamily="34" charset="0"/>
              </a:rPr>
              <a:t>亿千瓦。分区域看，华东新增装机最多，为</a:t>
            </a:r>
            <a:r>
              <a:rPr lang="en-US" altLang="zh-CN" sz="2200" dirty="0" smtClean="0">
                <a:latin typeface="黑体" panose="02010609060101010101" charset="-122"/>
                <a:ea typeface="黑体" panose="02010609060101010101" charset="-122"/>
                <a:sym typeface="Arial" panose="020B0604020202020204" pitchFamily="34" charset="0"/>
              </a:rPr>
              <a:t>4200</a:t>
            </a:r>
            <a:r>
              <a:rPr lang="zh-CN" altLang="en-US" sz="2200" dirty="0" smtClean="0">
                <a:latin typeface="黑体" panose="02010609060101010101" charset="-122"/>
                <a:ea typeface="黑体" panose="02010609060101010101" charset="-122"/>
                <a:sym typeface="Arial" panose="020B0604020202020204" pitchFamily="34" charset="0"/>
              </a:rPr>
              <a:t>万千瓦。分省看，江苏、浙江、安徽、山东、河南等省新增装机均超过</a:t>
            </a:r>
            <a:r>
              <a:rPr lang="en-US" altLang="zh-CN" sz="2200" dirty="0" smtClean="0">
                <a:latin typeface="黑体" panose="02010609060101010101" charset="-122"/>
                <a:ea typeface="黑体" panose="02010609060101010101" charset="-122"/>
                <a:sym typeface="Arial" panose="020B0604020202020204" pitchFamily="34" charset="0"/>
              </a:rPr>
              <a:t>600</a:t>
            </a:r>
            <a:r>
              <a:rPr lang="zh-CN" altLang="en-US" sz="2200" dirty="0" smtClean="0">
                <a:latin typeface="黑体" panose="02010609060101010101" charset="-122"/>
                <a:ea typeface="黑体" panose="02010609060101010101" charset="-122"/>
                <a:sym typeface="Arial" panose="020B0604020202020204" pitchFamily="34" charset="0"/>
              </a:rPr>
              <a:t>万千瓦。</a:t>
            </a:r>
            <a:endParaRPr lang="zh-CN" altLang="en-US" sz="2200" dirty="0" smtClean="0">
              <a:latin typeface="黑体" panose="02010609060101010101" charset="-122"/>
              <a:ea typeface="黑体" panose="02010609060101010101" charset="-122"/>
              <a:sym typeface="Arial" panose="020B0604020202020204" pitchFamily="34" charset="0"/>
            </a:endParaRPr>
          </a:p>
        </p:txBody>
      </p:sp>
      <p:pic>
        <p:nvPicPr>
          <p:cNvPr id="2" name="图片 1"/>
          <p:cNvPicPr/>
          <p:nvPr/>
        </p:nvPicPr>
        <p:blipFill>
          <a:blip r:embed="rId2"/>
          <a:srcRect l="2176" t="9589" r="1878" b="7887"/>
        </p:blipFill>
        <p:spPr>
          <a:xfrm>
            <a:off x="26035" y="3429000"/>
            <a:ext cx="4053205" cy="2490470"/>
          </a:xfrm>
          <a:prstGeom prst="rect">
            <a:avLst/>
          </a:prstGeom>
        </p:spPr>
      </p:pic>
      <p:sp>
        <p:nvSpPr>
          <p:cNvPr id="4" name="文本框 3"/>
          <p:cNvSpPr txBox="1"/>
          <p:nvPr/>
        </p:nvSpPr>
        <p:spPr>
          <a:xfrm>
            <a:off x="15240" y="5960110"/>
            <a:ext cx="4064000" cy="349250"/>
          </a:xfrm>
          <a:prstGeom prst="rect">
            <a:avLst/>
          </a:prstGeom>
          <a:noFill/>
        </p:spPr>
        <p:txBody>
          <a:bodyPr wrap="square" rtlCol="0">
            <a:spAutoFit/>
          </a:bodyPr>
          <a:p>
            <a:pPr algn="ctr">
              <a:lnSpc>
                <a:spcPct val="120000"/>
              </a:lnSpc>
            </a:pPr>
            <a:r>
              <a:rPr lang="en-US" sz="1400">
                <a:latin typeface="黑体" panose="02010609060101010101" charset="-122"/>
                <a:ea typeface="黑体" panose="02010609060101010101" charset="-122"/>
              </a:rPr>
              <a:t>“</a:t>
            </a:r>
            <a:r>
              <a:rPr lang="zh-CN" altLang="en-US" sz="1400">
                <a:latin typeface="黑体" panose="02010609060101010101" charset="-122"/>
                <a:ea typeface="黑体" panose="02010609060101010101" charset="-122"/>
              </a:rPr>
              <a:t>十四五</a:t>
            </a:r>
            <a:r>
              <a:rPr lang="en-US" sz="1400">
                <a:latin typeface="黑体" panose="02010609060101010101" charset="-122"/>
                <a:ea typeface="黑体" panose="02010609060101010101" charset="-122"/>
              </a:rPr>
              <a:t>”</a:t>
            </a:r>
            <a:r>
              <a:rPr lang="zh-CN" altLang="en-US" sz="1400">
                <a:latin typeface="黑体" panose="02010609060101010101" charset="-122"/>
                <a:ea typeface="黑体" panose="02010609060101010101" charset="-122"/>
              </a:rPr>
              <a:t>大型清洁能源基地示意图</a:t>
            </a:r>
            <a:endParaRPr lang="zh-CN" altLang="en-US" sz="1400">
              <a:latin typeface="黑体" panose="02010609060101010101" charset="-122"/>
              <a:ea typeface="黑体" panose="02010609060101010101" charset="-122"/>
            </a:endParaRPr>
          </a:p>
        </p:txBody>
      </p:sp>
      <p:sp>
        <p:nvSpPr>
          <p:cNvPr id="5" name="椭圆 4"/>
          <p:cNvSpPr/>
          <p:nvPr/>
        </p:nvSpPr>
        <p:spPr>
          <a:xfrm rot="21180000">
            <a:off x="162560" y="3630295"/>
            <a:ext cx="3539490" cy="1187450"/>
          </a:xfrm>
          <a:prstGeom prst="ellipse">
            <a:avLst/>
          </a:prstGeom>
          <a:noFill/>
          <a:ln w="28575">
            <a:solidFill>
              <a:srgbClr val="00B05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7783830" y="5960110"/>
            <a:ext cx="4064000" cy="349250"/>
          </a:xfrm>
          <a:prstGeom prst="rect">
            <a:avLst/>
          </a:prstGeom>
          <a:noFill/>
        </p:spPr>
        <p:txBody>
          <a:bodyPr wrap="square" rtlCol="0">
            <a:spAutoFit/>
          </a:bodyPr>
          <a:p>
            <a:pPr algn="ctr">
              <a:lnSpc>
                <a:spcPct val="120000"/>
              </a:lnSpc>
            </a:pPr>
            <a:r>
              <a:rPr lang="zh-CN" sz="1400">
                <a:latin typeface="黑体" panose="02010609060101010101" charset="-122"/>
                <a:ea typeface="黑体" panose="02010609060101010101" charset="-122"/>
              </a:rPr>
              <a:t>电网达到消纳能力极限</a:t>
            </a:r>
            <a:endParaRPr lang="zh-CN" sz="1400">
              <a:latin typeface="黑体" panose="02010609060101010101" charset="-122"/>
              <a:ea typeface="黑体" panose="02010609060101010101" charset="-122"/>
            </a:endParaRPr>
          </a:p>
        </p:txBody>
      </p:sp>
      <p:pic>
        <p:nvPicPr>
          <p:cNvPr id="12" name="图片 11"/>
          <p:cNvPicPr>
            <a:picLocks noChangeAspect="1"/>
          </p:cNvPicPr>
          <p:nvPr/>
        </p:nvPicPr>
        <p:blipFill>
          <a:blip r:embed="rId3"/>
          <a:stretch>
            <a:fillRect/>
          </a:stretch>
        </p:blipFill>
        <p:spPr>
          <a:xfrm>
            <a:off x="4079875" y="3573145"/>
            <a:ext cx="3557270" cy="2540635"/>
          </a:xfrm>
          <a:prstGeom prst="rect">
            <a:avLst/>
          </a:prstGeom>
        </p:spPr>
      </p:pic>
      <p:sp>
        <p:nvSpPr>
          <p:cNvPr id="14" name="文本框 13"/>
          <p:cNvSpPr txBox="1"/>
          <p:nvPr/>
        </p:nvSpPr>
        <p:spPr>
          <a:xfrm>
            <a:off x="4439920" y="5960110"/>
            <a:ext cx="3258185" cy="349250"/>
          </a:xfrm>
          <a:prstGeom prst="rect">
            <a:avLst/>
          </a:prstGeom>
        </p:spPr>
        <p:txBody>
          <a:bodyPr wrap="square">
            <a:spAutoFit/>
          </a:bodyPr>
          <a:p>
            <a:pPr algn="ctr">
              <a:lnSpc>
                <a:spcPct val="120000"/>
              </a:lnSpc>
              <a:buClrTx/>
              <a:buSzTx/>
              <a:buFontTx/>
            </a:pPr>
            <a:r>
              <a:rPr lang="zh-CN" altLang="en-US" sz="1400">
                <a:latin typeface="黑体" panose="02010609060101010101" charset="-122"/>
                <a:ea typeface="黑体" panose="02010609060101010101" charset="-122"/>
              </a:rPr>
              <a:t>2025年各地区分布式光伏新增情况</a:t>
            </a:r>
            <a:endParaRPr lang="zh-CN" altLang="en-US" sz="1400">
              <a:latin typeface="黑体" panose="02010609060101010101" charset="-122"/>
              <a:ea typeface="黑体" panose="02010609060101010101"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7" name="文本框 16"/>
          <p:cNvSpPr txBox="1"/>
          <p:nvPr/>
        </p:nvSpPr>
        <p:spPr>
          <a:xfrm>
            <a:off x="254635" y="1052195"/>
            <a:ext cx="11580495" cy="4123055"/>
          </a:xfrm>
          <a:prstGeom prst="rect">
            <a:avLst/>
          </a:prstGeom>
          <a:noFill/>
        </p:spPr>
        <p:txBody>
          <a:bodyPr wrap="square" rtlCol="0" anchor="t">
            <a:spAutoFit/>
          </a:bodyPr>
          <a:lstStyle/>
          <a:p>
            <a:pPr algn="just" latinLnBrk="0">
              <a:lnSpc>
                <a:spcPts val="3480"/>
              </a:lnSpc>
            </a:pPr>
            <a:r>
              <a:rPr lang="en-US" altLang="zh-CN" sz="2400" dirty="0" smtClean="0">
                <a:latin typeface="黑体" panose="02010609060101010101" charset="-122"/>
                <a:ea typeface="黑体" panose="02010609060101010101" charset="-122"/>
                <a:sym typeface="Arial" panose="020B0604020202020204" pitchFamily="34" charset="0"/>
              </a:rPr>
              <a:t>    </a:t>
            </a:r>
            <a:r>
              <a:rPr lang="zh-CN" altLang="en-US" sz="2400" dirty="0" smtClean="0">
                <a:latin typeface="黑体" panose="02010609060101010101" charset="-122"/>
                <a:ea typeface="黑体" panose="02010609060101010101" charset="-122"/>
                <a:sym typeface="Arial" panose="020B0604020202020204" pitchFamily="34" charset="0"/>
              </a:rPr>
              <a:t>大型风光基地一般位于偏远地区，系统调节能力有限，调节责任仍需明确，跨区调峰机制不健全，难以充分保障基地并网发电利用水平</a:t>
            </a:r>
            <a:r>
              <a:rPr lang="zh-CN" altLang="en-US" sz="2200" dirty="0" smtClean="0">
                <a:latin typeface="黑体" panose="02010609060101010101" charset="-122"/>
                <a:ea typeface="黑体" panose="02010609060101010101" charset="-122"/>
                <a:sym typeface="Arial" panose="020B0604020202020204" pitchFamily="34" charset="0"/>
              </a:rPr>
              <a:t>。</a:t>
            </a:r>
            <a:endParaRPr lang="zh-CN" altLang="en-US" sz="2200" dirty="0" smtClean="0">
              <a:latin typeface="黑体" panose="02010609060101010101" charset="-122"/>
              <a:ea typeface="黑体" panose="02010609060101010101" charset="-122"/>
              <a:sym typeface="Arial" panose="020B0604020202020204" pitchFamily="34" charset="0"/>
            </a:endParaRPr>
          </a:p>
          <a:p>
            <a:pPr algn="just" latinLnBrk="0">
              <a:lnSpc>
                <a:spcPts val="3480"/>
              </a:lnSpc>
            </a:pP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从调节资源看</a:t>
            </a:r>
            <a:r>
              <a:rPr lang="zh-CN" altLang="en-US" sz="2200" dirty="0" smtClean="0">
                <a:latin typeface="黑体" panose="02010609060101010101" charset="-122"/>
                <a:ea typeface="黑体" panose="02010609060101010101" charset="-122"/>
                <a:sym typeface="Arial" panose="020B0604020202020204" pitchFamily="34" charset="0"/>
              </a:rPr>
              <a:t>，目前大型风光基地项目的火电配比低于常规专项工程。</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从优化机制看</a:t>
            </a:r>
            <a:r>
              <a:rPr lang="zh-CN" altLang="en-US" sz="2200" dirty="0" smtClean="0">
                <a:latin typeface="黑体" panose="02010609060101010101" charset="-122"/>
                <a:ea typeface="黑体" panose="02010609060101010101" charset="-122"/>
                <a:sym typeface="Arial" panose="020B0604020202020204" pitchFamily="34" charset="0"/>
              </a:rPr>
              <a:t>，大型风光基地内部场站间的调节，与交流电网间的调节机制尚不健全。</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从市场交易看</a:t>
            </a:r>
            <a:r>
              <a:rPr lang="zh-CN" altLang="en-US" sz="2200" dirty="0" smtClean="0">
                <a:latin typeface="黑体" panose="02010609060101010101" charset="-122"/>
                <a:ea typeface="黑体" panose="02010609060101010101" charset="-122"/>
                <a:sym typeface="Arial" panose="020B0604020202020204" pitchFamily="34" charset="0"/>
              </a:rPr>
              <a:t>，大型风光基地参与中长期市场、省间现货、辅助服务市场机制有待研究。</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从成本回收看</a:t>
            </a:r>
            <a:r>
              <a:rPr lang="zh-CN" altLang="en-US" sz="2200" dirty="0" smtClean="0">
                <a:latin typeface="黑体" panose="02010609060101010101" charset="-122"/>
                <a:ea typeface="黑体" panose="02010609060101010101" charset="-122"/>
                <a:sym typeface="Arial" panose="020B0604020202020204" pitchFamily="34" charset="0"/>
              </a:rPr>
              <a:t>，大型风光基地因地理、气候等原因，运维成本较常规新能源项目高</a:t>
            </a:r>
            <a:r>
              <a:rPr lang="en-US" altLang="zh-CN" sz="2200" dirty="0" smtClean="0">
                <a:latin typeface="黑体" panose="02010609060101010101" charset="-122"/>
                <a:ea typeface="黑体" panose="02010609060101010101" charset="-122"/>
                <a:sym typeface="Arial" panose="020B0604020202020204" pitchFamily="34" charset="0"/>
              </a:rPr>
              <a:t>30%</a:t>
            </a:r>
            <a:r>
              <a:rPr lang="zh-CN" altLang="en-US" sz="2200" dirty="0" smtClean="0">
                <a:latin typeface="黑体" panose="02010609060101010101" charset="-122"/>
                <a:ea typeface="黑体" panose="02010609060101010101" charset="-122"/>
                <a:sym typeface="Arial" panose="020B0604020202020204" pitchFamily="34" charset="0"/>
              </a:rPr>
              <a:t>，营收压力更大。</a:t>
            </a:r>
            <a:endParaRPr lang="zh-CN" altLang="en-US" sz="2200" dirty="0" smtClean="0">
              <a:latin typeface="黑体" panose="02010609060101010101" charset="-122"/>
              <a:ea typeface="黑体" panose="02010609060101010101" charset="-122"/>
              <a:sym typeface="Arial" panose="020B0604020202020204" pitchFamily="34" charset="0"/>
            </a:endParaRPr>
          </a:p>
        </p:txBody>
      </p:sp>
      <p:sp>
        <p:nvSpPr>
          <p:cNvPr id="7" name="文本框 6"/>
          <p:cNvSpPr txBox="1"/>
          <p:nvPr/>
        </p:nvSpPr>
        <p:spPr>
          <a:xfrm>
            <a:off x="335234" y="311285"/>
            <a:ext cx="10465163" cy="521970"/>
          </a:xfrm>
          <a:prstGeom prst="rect">
            <a:avLst/>
          </a:prstGeom>
          <a:noFill/>
        </p:spPr>
        <p:txBody>
          <a:bodyPr wrap="square" rtlCol="0">
            <a:spAutoFit/>
          </a:bodyPr>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4</a:t>
            </a:r>
            <a:r>
              <a:rPr lang="zh-CN" altLang="en-US" sz="2800" b="1" dirty="0" smtClean="0">
                <a:latin typeface="+mj-lt"/>
                <a:ea typeface="+mj-lt"/>
                <a:cs typeface="+mj-lt"/>
              </a:rPr>
              <a:t>：大规模新能源接入下系统调峰能力面临挑战</a:t>
            </a:r>
            <a:endParaRPr lang="zh-CN" altLang="en-US" sz="2800" b="1" dirty="0" smtClean="0">
              <a:latin typeface="+mj-lt"/>
              <a:ea typeface="+mj-lt"/>
              <a:cs typeface="+mj-l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375910" y="3573145"/>
            <a:ext cx="5227320" cy="3131820"/>
          </a:xfrm>
          <a:prstGeom prst="rect">
            <a:avLst/>
          </a:prstGeom>
        </p:spPr>
      </p:pic>
      <p:pic>
        <p:nvPicPr>
          <p:cNvPr id="2" name="图片 1"/>
          <p:cNvPicPr>
            <a:picLocks noChangeAspect="1"/>
          </p:cNvPicPr>
          <p:nvPr/>
        </p:nvPicPr>
        <p:blipFill>
          <a:blip r:embed="rId2"/>
          <a:stretch>
            <a:fillRect/>
          </a:stretch>
        </p:blipFill>
        <p:spPr>
          <a:xfrm>
            <a:off x="767080" y="3645535"/>
            <a:ext cx="4191000" cy="2959100"/>
          </a:xfrm>
          <a:prstGeom prst="rect">
            <a:avLst/>
          </a:prstGeom>
        </p:spPr>
      </p:pic>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7" name="文本框 16"/>
          <p:cNvSpPr txBox="1"/>
          <p:nvPr/>
        </p:nvSpPr>
        <p:spPr>
          <a:xfrm>
            <a:off x="254635" y="908685"/>
            <a:ext cx="11580495" cy="3384550"/>
          </a:xfrm>
          <a:prstGeom prst="rect">
            <a:avLst/>
          </a:prstGeom>
          <a:noFill/>
        </p:spPr>
        <p:txBody>
          <a:bodyPr wrap="square" rtlCol="0" anchor="t">
            <a:spAutoFit/>
          </a:bodyPr>
          <a:lstStyle/>
          <a:p>
            <a:pPr algn="just" latinLnBrk="0">
              <a:lnSpc>
                <a:spcPts val="3480"/>
              </a:lnSpc>
            </a:pPr>
            <a:r>
              <a:rPr lang="zh-CN" altLang="en-US" sz="2400" dirty="0" smtClean="0">
                <a:latin typeface="黑体" panose="02010609060101010101" charset="-122"/>
                <a:ea typeface="黑体" panose="02010609060101010101" charset="-122"/>
                <a:sym typeface="Arial" panose="020B0604020202020204" pitchFamily="34" charset="0"/>
              </a:rPr>
              <a:t>分布式电源参与市场面临问题：</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市场交易方面</a:t>
            </a:r>
            <a:r>
              <a:rPr lang="zh-CN" altLang="en-US" sz="2200" dirty="0" smtClean="0">
                <a:latin typeface="黑体" panose="02010609060101010101" charset="-122"/>
                <a:ea typeface="黑体" panose="02010609060101010101" charset="-122"/>
                <a:sym typeface="Arial" panose="020B0604020202020204" pitchFamily="34" charset="0"/>
              </a:rPr>
              <a:t>，分布式新能源市场交易模式有待优化。</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系统调节方面</a:t>
            </a:r>
            <a:r>
              <a:rPr lang="zh-CN" altLang="en-US" sz="2200" dirty="0" smtClean="0">
                <a:latin typeface="黑体" panose="02010609060101010101" charset="-122"/>
                <a:ea typeface="黑体" panose="02010609060101010101" charset="-122"/>
                <a:sym typeface="Arial" panose="020B0604020202020204" pitchFamily="34" charset="0"/>
              </a:rPr>
              <a:t>，分布式新能源尚未履行相应社会责任，与集中式新能源权责不对等。</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输配电价方面</a:t>
            </a:r>
            <a:r>
              <a:rPr lang="zh-CN" altLang="en-US" sz="2200" dirty="0" smtClean="0">
                <a:latin typeface="黑体" panose="02010609060101010101" charset="-122"/>
                <a:ea typeface="黑体" panose="02010609060101010101" charset="-122"/>
                <a:sym typeface="Arial" panose="020B0604020202020204" pitchFamily="34" charset="0"/>
              </a:rPr>
              <a:t>，分布式新能源</a:t>
            </a:r>
            <a:r>
              <a:rPr lang="en-US" altLang="zh-CN" sz="2200" dirty="0" smtClean="0">
                <a:latin typeface="黑体" panose="02010609060101010101" charset="-122"/>
                <a:ea typeface="黑体" panose="02010609060101010101" charset="-122"/>
                <a:sym typeface="Arial" panose="020B0604020202020204" pitchFamily="34" charset="0"/>
              </a:rPr>
              <a:t>“</a:t>
            </a:r>
            <a:r>
              <a:rPr lang="zh-CN" altLang="en-US" sz="2200" dirty="0" smtClean="0">
                <a:latin typeface="黑体" panose="02010609060101010101" charset="-122"/>
                <a:ea typeface="黑体" panose="02010609060101010101" charset="-122"/>
                <a:sym typeface="Arial" panose="020B0604020202020204" pitchFamily="34" charset="0"/>
              </a:rPr>
              <a:t>过网费</a:t>
            </a:r>
            <a:r>
              <a:rPr lang="en-US" altLang="zh-CN" sz="2200" dirty="0" smtClean="0">
                <a:latin typeface="黑体" panose="02010609060101010101" charset="-122"/>
                <a:ea typeface="黑体" panose="02010609060101010101" charset="-122"/>
                <a:sym typeface="Arial" panose="020B0604020202020204" pitchFamily="34" charset="0"/>
              </a:rPr>
              <a:t>”</a:t>
            </a:r>
            <a:r>
              <a:rPr lang="zh-CN" altLang="en-US" sz="2200" dirty="0" smtClean="0">
                <a:latin typeface="黑体" panose="02010609060101010101" charset="-122"/>
                <a:ea typeface="黑体" panose="02010609060101010101" charset="-122"/>
                <a:sym typeface="Arial" panose="020B0604020202020204" pitchFamily="34" charset="0"/>
              </a:rPr>
              <a:t>等相关配套政策需进一步完善。</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市场管理方面</a:t>
            </a:r>
            <a:r>
              <a:rPr lang="zh-CN" altLang="en-US" sz="2200" dirty="0" smtClean="0">
                <a:latin typeface="黑体" panose="02010609060101010101" charset="-122"/>
                <a:ea typeface="黑体" panose="02010609060101010101" charset="-122"/>
                <a:sym typeface="Arial" panose="020B0604020202020204" pitchFamily="34" charset="0"/>
              </a:rPr>
              <a:t>，分布式新能源的市场准入管理须完善。</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1200"/>
              </a:spcAft>
              <a:buFont typeface="Wingdings" panose="05000000000000000000" charset="0"/>
              <a:buChar char="l"/>
            </a:pPr>
            <a:endParaRPr lang="zh-CN" altLang="en-US" sz="2200" dirty="0" smtClean="0">
              <a:latin typeface="黑体" panose="02010609060101010101" charset="-122"/>
              <a:ea typeface="黑体" panose="02010609060101010101" charset="-122"/>
              <a:sym typeface="Arial" panose="020B0604020202020204" pitchFamily="34" charset="0"/>
            </a:endParaRPr>
          </a:p>
        </p:txBody>
      </p:sp>
      <p:sp>
        <p:nvSpPr>
          <p:cNvPr id="7" name="文本框 6"/>
          <p:cNvSpPr txBox="1"/>
          <p:nvPr/>
        </p:nvSpPr>
        <p:spPr>
          <a:xfrm>
            <a:off x="335234" y="311285"/>
            <a:ext cx="10465163" cy="521970"/>
          </a:xfrm>
          <a:prstGeom prst="rect">
            <a:avLst/>
          </a:prstGeom>
          <a:noFill/>
        </p:spPr>
        <p:txBody>
          <a:bodyPr wrap="square" rtlCol="0">
            <a:spAutoFit/>
          </a:bodyPr>
          <a:p>
            <a:pPr algn="l">
              <a:buClrTx/>
              <a:buSzTx/>
              <a:buFontTx/>
            </a:pPr>
            <a:r>
              <a:rPr lang="zh-CN" altLang="en-US" sz="2800" b="1" dirty="0" smtClean="0">
                <a:latin typeface="+mj-lt"/>
                <a:ea typeface="+mj-lt"/>
                <a:cs typeface="+mj-lt"/>
              </a:rPr>
              <a:t>问题</a:t>
            </a:r>
            <a:r>
              <a:rPr lang="en-US" altLang="zh-CN" sz="2800" b="1" dirty="0" smtClean="0">
                <a:latin typeface="+mj-lt"/>
                <a:ea typeface="+mj-lt"/>
                <a:cs typeface="+mj-lt"/>
              </a:rPr>
              <a:t>4</a:t>
            </a:r>
            <a:r>
              <a:rPr lang="zh-CN" altLang="en-US" sz="2800" b="1" dirty="0" smtClean="0">
                <a:latin typeface="+mj-lt"/>
                <a:ea typeface="+mj-lt"/>
                <a:cs typeface="+mj-lt"/>
              </a:rPr>
              <a:t>：大规模新能源接入下系统调峰能力面临挑战</a:t>
            </a:r>
            <a:endParaRPr lang="zh-CN" altLang="en-US" sz="2800" b="1" dirty="0" smtClean="0">
              <a:latin typeface="+mj-lt"/>
              <a:ea typeface="+mj-lt"/>
              <a:cs typeface="+mj-lt"/>
            </a:endParaRPr>
          </a:p>
        </p:txBody>
      </p:sp>
      <p:sp>
        <p:nvSpPr>
          <p:cNvPr id="4" name="文本框 3"/>
          <p:cNvSpPr txBox="1"/>
          <p:nvPr/>
        </p:nvSpPr>
        <p:spPr>
          <a:xfrm>
            <a:off x="774065" y="6520815"/>
            <a:ext cx="4184015" cy="349250"/>
          </a:xfrm>
          <a:prstGeom prst="rect">
            <a:avLst/>
          </a:prstGeom>
        </p:spPr>
        <p:txBody>
          <a:bodyPr wrap="square">
            <a:spAutoFit/>
          </a:bodyPr>
          <a:p>
            <a:pPr algn="ctr">
              <a:lnSpc>
                <a:spcPct val="120000"/>
              </a:lnSpc>
              <a:buClrTx/>
              <a:buSzTx/>
              <a:buFontTx/>
            </a:pPr>
            <a:r>
              <a:rPr lang="zh-CN" altLang="en-US" sz="1400">
                <a:latin typeface="黑体" panose="02010609060101010101" charset="-122"/>
                <a:ea typeface="黑体" panose="02010609060101010101" charset="-122"/>
              </a:rPr>
              <a:t>2024年各省分布式光伏占负荷最大比例</a:t>
            </a:r>
            <a:endParaRPr lang="zh-CN" altLang="en-US" sz="1400">
              <a:latin typeface="黑体" panose="02010609060101010101" charset="-122"/>
              <a:ea typeface="黑体" panose="02010609060101010101" charset="-122"/>
            </a:endParaRPr>
          </a:p>
        </p:txBody>
      </p:sp>
      <p:sp>
        <p:nvSpPr>
          <p:cNvPr id="6" name="文本框 5"/>
          <p:cNvSpPr txBox="1"/>
          <p:nvPr/>
        </p:nvSpPr>
        <p:spPr>
          <a:xfrm>
            <a:off x="5520055" y="6520498"/>
            <a:ext cx="5080000" cy="349250"/>
          </a:xfrm>
          <a:prstGeom prst="rect">
            <a:avLst/>
          </a:prstGeom>
        </p:spPr>
        <p:txBody>
          <a:bodyPr>
            <a:spAutoFit/>
          </a:bodyPr>
          <a:p>
            <a:pPr algn="ctr">
              <a:lnSpc>
                <a:spcPct val="120000"/>
              </a:lnSpc>
              <a:buClrTx/>
              <a:buSzTx/>
              <a:buFontTx/>
            </a:pPr>
            <a:r>
              <a:rPr lang="zh-CN" altLang="en-US" sz="1400">
                <a:latin typeface="黑体" panose="02010609060101010101" charset="-122"/>
                <a:ea typeface="黑体" panose="02010609060101010101" charset="-122"/>
              </a:rPr>
              <a:t>各省份110（66）千伏反送电主变占比情况</a:t>
            </a:r>
            <a:endParaRPr lang="zh-CN" altLang="en-US" sz="1400">
              <a:latin typeface="黑体" panose="02010609060101010101" charset="-122"/>
              <a:ea typeface="黑体" panose="02010609060101010101"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239530"/>
            <a:ext cx="10465163" cy="521970"/>
          </a:xfrm>
          <a:prstGeom prst="rect">
            <a:avLst/>
          </a:prstGeom>
          <a:noFill/>
        </p:spPr>
        <p:txBody>
          <a:bodyPr wrap="square" rtlCol="0">
            <a:spAutoFit/>
          </a:bodyPr>
          <a:lstStyle/>
          <a:p>
            <a:pPr>
              <a:buClrTx/>
              <a:buSzTx/>
              <a:buFontTx/>
            </a:pPr>
            <a:r>
              <a:rPr lang="zh-CN" altLang="en-US" sz="2800" b="1" dirty="0" smtClean="0">
                <a:latin typeface="+mj-lt"/>
                <a:ea typeface="+mj-lt"/>
                <a:cs typeface="+mj-lt"/>
              </a:rPr>
              <a:t>措施：研究大型风光基地联营参与市场方案</a:t>
            </a:r>
            <a:endParaRPr lang="zh-CN" sz="2800" b="1" dirty="0" smtClean="0">
              <a:latin typeface="+mj-lt"/>
              <a:ea typeface="+mj-lt"/>
              <a:cs typeface="+mj-lt"/>
            </a:endParaRPr>
          </a:p>
        </p:txBody>
      </p:sp>
      <p:sp>
        <p:nvSpPr>
          <p:cNvPr id="17" name="文本框 16"/>
          <p:cNvSpPr txBox="1"/>
          <p:nvPr/>
        </p:nvSpPr>
        <p:spPr>
          <a:xfrm>
            <a:off x="380365" y="765175"/>
            <a:ext cx="11370310" cy="1583690"/>
          </a:xfrm>
          <a:prstGeom prst="rect">
            <a:avLst/>
          </a:prstGeom>
          <a:noFill/>
        </p:spPr>
        <p:txBody>
          <a:bodyPr wrap="square" rtlCol="0" anchor="t">
            <a:spAutoFit/>
          </a:bodyPr>
          <a:lstStyle/>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完善配套</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常规电源及储能为大基地项目调节</a:t>
            </a:r>
            <a:r>
              <a:rPr lang="zh-CN" altLang="en-US" sz="2200" dirty="0" smtClean="0">
                <a:latin typeface="黑体" panose="02010609060101010101" charset="-122"/>
                <a:ea typeface="黑体" panose="02010609060101010101" charset="-122"/>
                <a:sym typeface="Arial" panose="020B0604020202020204" pitchFamily="34" charset="0"/>
              </a:rPr>
              <a:t>的市场机制，充分发挥内部调节能力。</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厘清</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送端电网与配套电源间的调节机制</a:t>
            </a:r>
            <a:r>
              <a:rPr lang="zh-CN" altLang="en-US" sz="2200" dirty="0" smtClean="0">
                <a:latin typeface="黑体" panose="02010609060101010101" charset="-122"/>
                <a:ea typeface="黑体" panose="02010609060101010101" charset="-122"/>
                <a:sym typeface="Arial" panose="020B0604020202020204" pitchFamily="34" charset="0"/>
              </a:rPr>
              <a:t>。</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联营体</a:t>
            </a:r>
            <a:r>
              <a:rPr lang="zh-CN" altLang="en-US" sz="24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Arial" panose="020B0604020202020204" pitchFamily="34" charset="0"/>
              </a:rPr>
              <a:t>整体结算合同执行偏差</a:t>
            </a:r>
            <a:r>
              <a:rPr lang="zh-CN" altLang="en-US" sz="2200" dirty="0" smtClean="0">
                <a:latin typeface="黑体" panose="02010609060101010101" charset="-122"/>
                <a:ea typeface="黑体" panose="02010609060101010101" charset="-122"/>
                <a:sym typeface="Arial" panose="020B0604020202020204" pitchFamily="34" charset="0"/>
              </a:rPr>
              <a:t>，激励联营主体不断提高运行管理水平。</a:t>
            </a:r>
            <a:endParaRPr lang="zh-CN" altLang="en-US" sz="2200" dirty="0" smtClean="0">
              <a:latin typeface="黑体" panose="02010609060101010101" charset="-122"/>
              <a:ea typeface="黑体" panose="02010609060101010101" charset="-122"/>
              <a:sym typeface="Arial" panose="020B0604020202020204" pitchFamily="34" charset="0"/>
            </a:endParaRPr>
          </a:p>
        </p:txBody>
      </p:sp>
      <p:pic>
        <p:nvPicPr>
          <p:cNvPr id="12" name="图片 11"/>
          <p:cNvPicPr>
            <a:picLocks noChangeAspect="1"/>
          </p:cNvPicPr>
          <p:nvPr/>
        </p:nvPicPr>
        <p:blipFill>
          <a:blip r:embed="rId1"/>
          <a:stretch>
            <a:fillRect/>
          </a:stretch>
        </p:blipFill>
        <p:spPr>
          <a:xfrm>
            <a:off x="255905" y="2320290"/>
            <a:ext cx="11171555" cy="4225290"/>
          </a:xfrm>
          <a:prstGeom prst="rect">
            <a:avLst/>
          </a:prstGeom>
        </p:spPr>
      </p:pic>
      <p:sp>
        <p:nvSpPr>
          <p:cNvPr id="826" name="TextBox 825"/>
          <p:cNvSpPr txBox="1"/>
          <p:nvPr/>
        </p:nvSpPr>
        <p:spPr>
          <a:xfrm>
            <a:off x="-384867" y="6452600"/>
            <a:ext cx="11849157" cy="349250"/>
          </a:xfrm>
          <a:prstGeom prst="rect">
            <a:avLst/>
          </a:prstGeom>
          <a:noFill/>
        </p:spPr>
        <p:txBody>
          <a:bodyPr wrap="square" rtlCol="0">
            <a:spAutoFit/>
          </a:bodyPr>
          <a:p>
            <a:pPr algn="ctr">
              <a:lnSpc>
                <a:spcPct val="120000"/>
              </a:lnSpc>
              <a:buClrTx/>
              <a:buSzTx/>
              <a:buFontTx/>
            </a:pPr>
            <a:r>
              <a:rPr lang="zh-CN" altLang="en-US" sz="1400">
                <a:latin typeface="黑体" panose="02010609060101010101" charset="-122"/>
                <a:ea typeface="黑体" panose="02010609060101010101" charset="-122"/>
              </a:rPr>
              <a:t>沙戈荒“联营”参与市场交易流程图</a:t>
            </a:r>
            <a:endParaRPr lang="zh-CN" altLang="en-US" sz="1400">
              <a:latin typeface="黑体" panose="02010609060101010101" charset="-122"/>
              <a:ea typeface="黑体" panose="02010609060101010101"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239530"/>
            <a:ext cx="10465163" cy="521970"/>
          </a:xfrm>
          <a:prstGeom prst="rect">
            <a:avLst/>
          </a:prstGeom>
          <a:noFill/>
        </p:spPr>
        <p:txBody>
          <a:bodyPr wrap="square" rtlCol="0">
            <a:spAutoFit/>
          </a:bodyPr>
          <a:lstStyle/>
          <a:p>
            <a:pPr>
              <a:buClrTx/>
              <a:buSzTx/>
              <a:buFontTx/>
            </a:pPr>
            <a:r>
              <a:rPr lang="zh-CN" altLang="en-US" sz="2800" b="1" dirty="0" smtClean="0">
                <a:latin typeface="+mj-lt"/>
                <a:ea typeface="+mj-lt"/>
                <a:cs typeface="+mj-lt"/>
              </a:rPr>
              <a:t>措施：推动分布式新能源参与市场</a:t>
            </a:r>
            <a:endParaRPr lang="zh-CN" sz="2800" b="1" dirty="0" smtClean="0">
              <a:latin typeface="+mj-lt"/>
              <a:ea typeface="+mj-lt"/>
              <a:cs typeface="+mj-lt"/>
            </a:endParaRPr>
          </a:p>
        </p:txBody>
      </p:sp>
      <p:sp>
        <p:nvSpPr>
          <p:cNvPr id="17" name="文本框 16"/>
          <p:cNvSpPr txBox="1"/>
          <p:nvPr/>
        </p:nvSpPr>
        <p:spPr>
          <a:xfrm>
            <a:off x="623570" y="1916430"/>
            <a:ext cx="4463415" cy="3892550"/>
          </a:xfrm>
          <a:prstGeom prst="rect">
            <a:avLst/>
          </a:prstGeom>
          <a:noFill/>
        </p:spPr>
        <p:txBody>
          <a:bodyPr wrap="square" rtlCol="0" anchor="t">
            <a:spAutoFit/>
          </a:bodyPr>
          <a:lstStyle/>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促进分布式电源公平承担辅助服务费用等系统调节成本。</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服务非自然人分布式光伏以聚合方式直接参与交易、接受市场价格两种模式参与市场。</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Arial" panose="020B0604020202020204" pitchFamily="34" charset="0"/>
              </a:rPr>
              <a:t>初期重点在安徽、浙江等地以聚合方式参与绿电交易。</a:t>
            </a:r>
            <a:endParaRPr lang="zh-CN" altLang="en-US" sz="2200" dirty="0" smtClean="0">
              <a:latin typeface="黑体" panose="02010609060101010101" charset="-122"/>
              <a:ea typeface="黑体" panose="02010609060101010101" charset="-122"/>
              <a:sym typeface="Arial" panose="020B0604020202020204" pitchFamily="34" charset="0"/>
            </a:endParaRPr>
          </a:p>
          <a:p>
            <a:pPr marL="342900" indent="-342900" algn="just" latinLnBrk="0">
              <a:lnSpc>
                <a:spcPts val="3480"/>
              </a:lnSpc>
              <a:spcAft>
                <a:spcPts val="600"/>
              </a:spcAft>
              <a:buClrTx/>
              <a:buSzTx/>
              <a:buFont typeface="Wingdings" panose="05000000000000000000" charset="0"/>
              <a:buChar char="l"/>
            </a:pPr>
            <a:r>
              <a:rPr lang="zh-CN" altLang="en-US" sz="2200" dirty="0" smtClean="0">
                <a:latin typeface="黑体" panose="02010609060101010101" charset="-122"/>
                <a:ea typeface="黑体" panose="02010609060101010101" charset="-122"/>
                <a:sym typeface="+mn-ea"/>
              </a:rPr>
              <a:t>逐步培育微市场和分散式交易。</a:t>
            </a:r>
            <a:endParaRPr lang="zh-CN" altLang="en-US" sz="2200" dirty="0" smtClean="0">
              <a:latin typeface="黑体" panose="02010609060101010101" charset="-122"/>
              <a:ea typeface="黑体" panose="02010609060101010101" charset="-122"/>
              <a:sym typeface="Arial" panose="020B0604020202020204" pitchFamily="34" charset="0"/>
            </a:endParaRPr>
          </a:p>
        </p:txBody>
      </p:sp>
      <p:pic>
        <p:nvPicPr>
          <p:cNvPr id="91" name="图片 4"/>
          <p:cNvPicPr>
            <a:picLocks noChangeAspect="1"/>
          </p:cNvPicPr>
          <p:nvPr/>
        </p:nvPicPr>
        <p:blipFill>
          <a:blip r:embed="rId1"/>
          <a:stretch>
            <a:fillRect/>
          </a:stretch>
        </p:blipFill>
        <p:spPr>
          <a:xfrm>
            <a:off x="5520055" y="1700530"/>
            <a:ext cx="6199505" cy="4720590"/>
          </a:xfrm>
          <a:prstGeom prst="rect">
            <a:avLst/>
          </a:prstGeom>
          <a:noFill/>
          <a:ln w="9525">
            <a:solidFill>
              <a:schemeClr val="bg1">
                <a:lumMod val="75000"/>
              </a:schemeClr>
            </a:solid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AA3CC7E2-8005-4FB6-AC9B-1B7AC960AC3C}" type="slidenum">
              <a:rPr lang="zh-CN" altLang="en-US" smtClean="0"/>
            </a:fld>
            <a:endParaRPr lang="zh-CN" altLang="en-US"/>
          </a:p>
        </p:txBody>
      </p:sp>
      <p:sp>
        <p:nvSpPr>
          <p:cNvPr id="16" name="文本框 15"/>
          <p:cNvSpPr txBox="1"/>
          <p:nvPr/>
        </p:nvSpPr>
        <p:spPr>
          <a:xfrm>
            <a:off x="335234" y="311285"/>
            <a:ext cx="10465163" cy="521970"/>
          </a:xfrm>
          <a:prstGeom prst="rect">
            <a:avLst/>
          </a:prstGeom>
          <a:noFill/>
        </p:spPr>
        <p:txBody>
          <a:bodyPr wrap="square" rtlCol="0">
            <a:spAutoFit/>
          </a:bodyPr>
          <a:lstStyle/>
          <a:p>
            <a:pPr algn="l">
              <a:buClrTx/>
              <a:buSzTx/>
              <a:buFontTx/>
            </a:pPr>
            <a:r>
              <a:rPr lang="zh-CN" altLang="en-US" sz="2800" b="1" dirty="0" smtClean="0">
                <a:latin typeface="+mj-lt"/>
                <a:ea typeface="+mj-lt"/>
                <a:cs typeface="+mj-lt"/>
              </a:rPr>
              <a:t>措施：加大力度提升电力系统调节能力</a:t>
            </a:r>
            <a:endParaRPr lang="zh-CN" altLang="en-US" sz="2800" b="1" dirty="0" smtClean="0">
              <a:latin typeface="+mj-lt"/>
              <a:ea typeface="+mj-lt"/>
              <a:cs typeface="+mj-lt"/>
            </a:endParaRPr>
          </a:p>
        </p:txBody>
      </p:sp>
      <p:sp>
        <p:nvSpPr>
          <p:cNvPr id="9" name="内容占位符 2"/>
          <p:cNvSpPr txBox="1"/>
          <p:nvPr>
            <p:custDataLst>
              <p:tags r:id="rId1"/>
            </p:custDataLst>
          </p:nvPr>
        </p:nvSpPr>
        <p:spPr>
          <a:xfrm>
            <a:off x="190500" y="767080"/>
            <a:ext cx="11793220" cy="3117215"/>
          </a:xfrm>
          <a:prstGeom prst="rect">
            <a:avLst/>
          </a:prstGeom>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360045" lvl="8" indent="-360045" algn="just" eaLnBrk="1" fontAlgn="auto" hangingPunct="1">
              <a:lnSpc>
                <a:spcPct val="150000"/>
              </a:lnSpc>
              <a:spcBef>
                <a:spcPts val="0"/>
              </a:spcBef>
              <a:spcAft>
                <a:spcPts val="0"/>
              </a:spcAft>
              <a:buClr>
                <a:srgbClr val="000000"/>
              </a:buClr>
              <a:buSzTx/>
              <a:buFont typeface="Wingdings" panose="05000000000000000000" charset="0"/>
              <a:buChar char="l"/>
            </a:pPr>
            <a:r>
              <a:rPr lang="zh-CN" altLang="en-US" sz="22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加快煤电机组建设与灵活性改造</a:t>
            </a:r>
            <a:r>
              <a:rPr lang="zh-CN" altLang="en-US" sz="2200" dirty="0">
                <a:latin typeface="黑体" panose="02010609060101010101" charset="-122"/>
                <a:ea typeface="黑体" panose="02010609060101010101" charset="-122"/>
                <a:cs typeface="黑体" panose="02010609060101010101" charset="-122"/>
                <a:sym typeface="+mn-ea"/>
              </a:rPr>
              <a:t>，煤电增容控量，新建煤电要全部具备深度调峰能力。</a:t>
            </a:r>
            <a:endParaRPr lang="zh-CN" altLang="en-US" sz="2200" dirty="0">
              <a:latin typeface="黑体" panose="02010609060101010101" charset="-122"/>
              <a:ea typeface="黑体" panose="02010609060101010101" charset="-122"/>
              <a:cs typeface="黑体" panose="02010609060101010101" charset="-122"/>
              <a:sym typeface="+mn-ea"/>
            </a:endParaRPr>
          </a:p>
          <a:p>
            <a:pPr marL="360045" lvl="8" indent="-360045" algn="just" eaLnBrk="1" fontAlgn="auto" hangingPunct="1">
              <a:lnSpc>
                <a:spcPct val="150000"/>
              </a:lnSpc>
              <a:spcBef>
                <a:spcPts val="0"/>
              </a:spcBef>
              <a:spcAft>
                <a:spcPts val="0"/>
              </a:spcAft>
              <a:buClr>
                <a:srgbClr val="000000"/>
              </a:buClr>
              <a:buSzTx/>
              <a:buFont typeface="Wingdings" panose="05000000000000000000" charset="0"/>
              <a:buChar char="l"/>
            </a:pPr>
            <a:r>
              <a:rPr lang="zh-CN" altLang="en-US" sz="22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有序发展天然气调峰电源</a:t>
            </a:r>
            <a:r>
              <a:rPr lang="zh-CN" altLang="en-US" sz="2200" dirty="0">
                <a:latin typeface="黑体" panose="02010609060101010101" charset="-122"/>
                <a:ea typeface="黑体" panose="02010609060101010101" charset="-122"/>
                <a:cs typeface="黑体" panose="02010609060101010101" charset="-122"/>
                <a:sym typeface="+mn-ea"/>
              </a:rPr>
              <a:t>，在新能源发电渗透率较高和电网灵活性较低的区域建设。</a:t>
            </a:r>
            <a:endParaRPr lang="zh-CN" altLang="en-US" sz="2200" dirty="0">
              <a:latin typeface="黑体" panose="02010609060101010101" charset="-122"/>
              <a:ea typeface="黑体" panose="02010609060101010101" charset="-122"/>
              <a:cs typeface="黑体" panose="02010609060101010101" charset="-122"/>
              <a:sym typeface="+mn-ea"/>
            </a:endParaRPr>
          </a:p>
          <a:p>
            <a:pPr marL="360045" lvl="8" indent="-360045" algn="just" eaLnBrk="1" fontAlgn="auto" hangingPunct="1">
              <a:lnSpc>
                <a:spcPct val="150000"/>
              </a:lnSpc>
              <a:spcBef>
                <a:spcPts val="0"/>
              </a:spcBef>
              <a:spcAft>
                <a:spcPts val="0"/>
              </a:spcAft>
              <a:buClr>
                <a:srgbClr val="000000"/>
              </a:buClr>
              <a:buSzTx/>
              <a:buFont typeface="Wingdings" panose="05000000000000000000" charset="0"/>
              <a:buChar char="l"/>
            </a:pPr>
            <a:r>
              <a:rPr lang="zh-CN" altLang="en-US" sz="22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新能源机组配装储能</a:t>
            </a:r>
            <a:r>
              <a:rPr lang="zh-CN" altLang="en-US" sz="2200" dirty="0">
                <a:latin typeface="黑体" panose="02010609060101010101" charset="-122"/>
                <a:ea typeface="黑体" panose="02010609060101010101" charset="-122"/>
                <a:cs typeface="黑体" panose="02010609060101010101" charset="-122"/>
                <a:sym typeface="+mn-ea"/>
              </a:rPr>
              <a:t>，各地出台政策激励要求新增新能源按照比例配置储能。</a:t>
            </a:r>
            <a:endParaRPr lang="zh-CN" altLang="en-US" sz="2200" dirty="0">
              <a:latin typeface="黑体" panose="02010609060101010101" charset="-122"/>
              <a:ea typeface="黑体" panose="02010609060101010101" charset="-122"/>
              <a:cs typeface="黑体" panose="02010609060101010101" charset="-122"/>
              <a:sym typeface="+mn-ea"/>
            </a:endParaRPr>
          </a:p>
          <a:p>
            <a:pPr marL="360045" lvl="8" indent="-360045" algn="just" eaLnBrk="1" fontAlgn="auto" hangingPunct="1">
              <a:lnSpc>
                <a:spcPct val="150000"/>
              </a:lnSpc>
              <a:spcBef>
                <a:spcPts val="0"/>
              </a:spcBef>
              <a:spcAft>
                <a:spcPts val="0"/>
              </a:spcAft>
              <a:buClr>
                <a:srgbClr val="000000"/>
              </a:buClr>
              <a:buSzTx/>
              <a:buFont typeface="Wingdings" panose="05000000000000000000" charset="0"/>
              <a:buChar char="l"/>
            </a:pPr>
            <a:r>
              <a:rPr lang="zh-CN" altLang="en-US" sz="22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发展多时间尺度储能</a:t>
            </a:r>
            <a:r>
              <a:rPr lang="zh-CN" altLang="en-US" sz="2200" dirty="0">
                <a:latin typeface="黑体" panose="02010609060101010101" charset="-122"/>
                <a:ea typeface="黑体" panose="02010609060101010101" charset="-122"/>
                <a:cs typeface="黑体" panose="02010609060101010101" charset="-122"/>
                <a:sym typeface="+mn-ea"/>
              </a:rPr>
              <a:t>，抽蓄、电化学储能等成熟项目规模化发展，发展氢能等解决长时间周期平衡问题，青海重点关注光热发展。</a:t>
            </a:r>
            <a:endParaRPr lang="zh-CN" altLang="en-US" sz="2200" dirty="0">
              <a:latin typeface="黑体" panose="02010609060101010101" charset="-122"/>
              <a:ea typeface="黑体" panose="02010609060101010101" charset="-122"/>
              <a:cs typeface="黑体" panose="02010609060101010101" charset="-122"/>
              <a:sym typeface="+mn-ea"/>
            </a:endParaRPr>
          </a:p>
          <a:p>
            <a:pPr marL="360045" lvl="8" indent="-360045" algn="just" eaLnBrk="1" fontAlgn="auto" hangingPunct="1">
              <a:lnSpc>
                <a:spcPct val="150000"/>
              </a:lnSpc>
              <a:spcBef>
                <a:spcPts val="0"/>
              </a:spcBef>
              <a:spcAft>
                <a:spcPts val="0"/>
              </a:spcAft>
              <a:buClr>
                <a:srgbClr val="000000"/>
              </a:buClr>
              <a:buSzTx/>
              <a:buFont typeface="Wingdings" panose="05000000000000000000" charset="0"/>
              <a:buChar char="l"/>
            </a:pPr>
            <a:r>
              <a:rPr lang="zh-CN" altLang="en-US" sz="2200" b="1" dirty="0">
                <a:solidFill>
                  <a:schemeClr val="accent5"/>
                </a:solidFill>
                <a:latin typeface="微软雅黑" panose="020B0503020204020204" pitchFamily="34" charset="-122"/>
                <a:ea typeface="微软雅黑" panose="020B0503020204020204" pitchFamily="34" charset="-122"/>
                <a:cs typeface="黑体" panose="02010609060101010101" charset="-122"/>
                <a:sym typeface="+mn-ea"/>
              </a:rPr>
              <a:t>充分发挥负荷侧调节能力</a:t>
            </a:r>
            <a:r>
              <a:rPr lang="zh-CN" altLang="en-US" sz="2200" dirty="0">
                <a:latin typeface="黑体" panose="02010609060101010101" charset="-122"/>
                <a:ea typeface="黑体" panose="02010609060101010101" charset="-122"/>
                <a:cs typeface="黑体" panose="02010609060101010101" charset="-122"/>
                <a:sym typeface="+mn-ea"/>
              </a:rPr>
              <a:t>，通过国家、地方政策与市场机制激发用户合理用电，参与调峰。</a:t>
            </a:r>
            <a:endParaRPr lang="zh-CN" altLang="en-US" sz="2200" dirty="0">
              <a:latin typeface="黑体" panose="02010609060101010101" charset="-122"/>
              <a:ea typeface="黑体" panose="02010609060101010101" charset="-122"/>
              <a:cs typeface="黑体" panose="02010609060101010101" charset="-122"/>
              <a:sym typeface="+mn-ea"/>
            </a:endParaRPr>
          </a:p>
        </p:txBody>
      </p:sp>
      <p:pic>
        <p:nvPicPr>
          <p:cNvPr id="6" name="图片 5"/>
          <p:cNvPicPr>
            <a:picLocks noChangeAspect="1"/>
          </p:cNvPicPr>
          <p:nvPr>
            <p:custDataLst>
              <p:tags r:id="rId2"/>
            </p:custDataLst>
          </p:nvPr>
        </p:nvPicPr>
        <p:blipFill>
          <a:blip r:embed="rId3"/>
          <a:stretch>
            <a:fillRect/>
          </a:stretch>
        </p:blipFill>
        <p:spPr>
          <a:xfrm>
            <a:off x="9558655" y="4149090"/>
            <a:ext cx="2526665" cy="2312670"/>
          </a:xfrm>
          <a:prstGeom prst="rect">
            <a:avLst/>
          </a:prstGeom>
        </p:spPr>
      </p:pic>
      <p:pic>
        <p:nvPicPr>
          <p:cNvPr id="7" name="图片 6" descr="扫描全能王 2023-04-17 02.06_1"/>
          <p:cNvPicPr>
            <a:picLocks noChangeAspect="1"/>
          </p:cNvPicPr>
          <p:nvPr>
            <p:custDataLst>
              <p:tags r:id="rId4"/>
            </p:custDataLst>
          </p:nvPr>
        </p:nvPicPr>
        <p:blipFill>
          <a:blip r:embed="rId5"/>
          <a:srcRect l="8621" t="19077" r="8621" b="27027"/>
          <a:stretch>
            <a:fillRect/>
          </a:stretch>
        </p:blipFill>
        <p:spPr>
          <a:xfrm>
            <a:off x="191135" y="3933190"/>
            <a:ext cx="3378835" cy="2690495"/>
          </a:xfrm>
          <a:prstGeom prst="rect">
            <a:avLst/>
          </a:prstGeom>
          <a:ln>
            <a:solidFill>
              <a:schemeClr val="accent5"/>
            </a:solidFill>
          </a:ln>
        </p:spPr>
      </p:pic>
      <p:pic>
        <p:nvPicPr>
          <p:cNvPr id="8" name="图片 7"/>
          <p:cNvPicPr>
            <a:picLocks noChangeAspect="1"/>
          </p:cNvPicPr>
          <p:nvPr>
            <p:custDataLst>
              <p:tags r:id="rId6"/>
            </p:custDataLst>
          </p:nvPr>
        </p:nvPicPr>
        <p:blipFill>
          <a:blip r:embed="rId7"/>
          <a:stretch>
            <a:fillRect/>
          </a:stretch>
        </p:blipFill>
        <p:spPr>
          <a:xfrm>
            <a:off x="3719195" y="4004945"/>
            <a:ext cx="5690235" cy="256921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0"/>
            <a:ext cx="12192635" cy="6858000"/>
          </a:xfrm>
          <a:prstGeom prst="rect">
            <a:avLst/>
          </a:prstGeom>
        </p:spPr>
      </p:pic>
      <p:sp>
        <p:nvSpPr>
          <p:cNvPr id="64517" name="文本框 2"/>
          <p:cNvSpPr txBox="1">
            <a:spLocks noChangeArrowheads="1"/>
          </p:cNvSpPr>
          <p:nvPr/>
        </p:nvSpPr>
        <p:spPr bwMode="auto">
          <a:xfrm>
            <a:off x="4439841" y="2133282"/>
            <a:ext cx="3888432"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8000" b="1" dirty="0">
                <a:solidFill>
                  <a:schemeClr val="accent5">
                    <a:lumMod val="75000"/>
                  </a:schemeClr>
                </a:solidFill>
                <a:latin typeface="微软雅黑" panose="020B0503020204020204" pitchFamily="34" charset="-122"/>
                <a:ea typeface="微软雅黑" panose="020B0503020204020204" pitchFamily="34" charset="-122"/>
              </a:rPr>
              <a:t>谢 谢！</a:t>
            </a:r>
            <a:endParaRPr lang="zh-CN" altLang="en-US" sz="80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0"/>
          </p:nvPr>
        </p:nvSpPr>
        <p:spPr/>
        <p:txBody>
          <a:bodyPr/>
          <a:lstStyle/>
          <a:p>
            <a:pPr>
              <a:defRPr/>
            </a:pPr>
            <a:fld id="{95B99009-A53E-4B57-A0DE-64BA87860582}" type="slidenum">
              <a:rPr lang="zh-CN" altLang="en-US" smtClean="0"/>
            </a:fld>
            <a:endParaRPr lang="zh-CN" altLang="en-US"/>
          </a:p>
        </p:txBody>
      </p:sp>
    </p:spTree>
  </p:cSld>
  <p:clrMapOvr>
    <a:masterClrMapping/>
  </p:clrMapOvr>
  <p:transition spd="slow"/>
</p:sld>
</file>

<file path=ppt/tags/tag1.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UNIT_TABLE_BEAUTIFY" val="smartTable{1a3ccb27-5f57-4695-8b6d-063c9c7c0c67}"/>
  <p:tag name="TABLE_ENDDRAG_ORIGIN_RECT" val="385*148"/>
  <p:tag name="TABLE_ENDDRAG_RECT" val="543*173*385*148"/>
</p:tagLst>
</file>

<file path=ppt/tags/tag36.xml><?xml version="1.0" encoding="utf-8"?>
<p:tagLst xmlns:p="http://schemas.openxmlformats.org/presentationml/2006/main">
  <p:tag name="KSO_WM_UNIT_TABLE_BEAUTIFY" val="smartTable{d53a3b26-4d0b-4933-860a-1ce6dcba509e}"/>
  <p:tag name="TABLE_ENDDRAG_ORIGIN_RECT" val="362*176"/>
  <p:tag name="TABLE_ENDDRAG_RECT" val="544*341*362*176"/>
</p:tagLst>
</file>

<file path=ppt/tags/tag37.xml><?xml version="1.0" encoding="utf-8"?>
<p:tagLst xmlns:p="http://schemas.openxmlformats.org/presentationml/2006/main">
  <p:tag name="KSO_WM_UNIT_TABLE_BEAUTIFY" val="smartTable{2f9314b4-db8a-4515-90ce-37dfcbb259a6}"/>
  <p:tag name="TABLE_ENDDRAG_ORIGIN_RECT" val="362*149"/>
  <p:tag name="TABLE_ENDDRAG_RECT" val="565*326*362*149"/>
</p:tagLst>
</file>

<file path=ppt/tags/tag38.xml><?xml version="1.0" encoding="utf-8"?>
<p:tagLst xmlns:p="http://schemas.openxmlformats.org/presentationml/2006/main">
  <p:tag name="KSO_WM_UNIT_TABLE_BEAUTIFY" val="smartTable{ea170934-8809-4192-b0e8-59073fe44d66}"/>
  <p:tag name="TABLE_ENDDRAG_ORIGIN_RECT" val="362*149"/>
  <p:tag name="TABLE_ENDDRAG_RECT" val="565*326*362*149"/>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UNIT_TABLE_BEAUTIFY" val="smartTable{ba59d89f-faa3-4c00-b3fa-f6635c5b3fef}"/>
  <p:tag name="TABLE_ENDDRAG_ORIGIN_RECT" val="322*299"/>
  <p:tag name="TABLE_ENDDRAG_RECT" val="17*217*322*299"/>
</p:tagLst>
</file>

<file path=ppt/tags/tag49.xml><?xml version="1.0" encoding="utf-8"?>
<p:tagLst xmlns:p="http://schemas.openxmlformats.org/presentationml/2006/main">
  <p:tag name="KSO_WM_DIAGRAM_VIRTUALLY_FRAME" val="{&quot;height&quot;:241.05,&quot;left&quot;:26.4,&quot;top&quot;:229.65,&quot;width&quot;:920.75}"/>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 name="KSO_WM_DIAGRAM_VIRTUALLY_FRAME" val="{&quot;height&quot;:439.9,&quot;left&quot;:661,&quot;top&quot;:88.55,&quot;width&quot;:292.9}"/>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TABLE_ENDDRAG_ORIGIN_RECT" val="864*374"/>
  <p:tag name="TABLE_ENDDRAG_RECT" val="21*105*864*374"/>
</p:tagLst>
</file>

<file path=ppt/tags/tag172.xml><?xml version="1.0" encoding="utf-8"?>
<p:tagLst xmlns:p="http://schemas.openxmlformats.org/presentationml/2006/main">
  <p:tag name="TABLE_ENDDRAG_ORIGIN_RECT" val="937*382"/>
  <p:tag name="TABLE_ENDDRAG_RECT" val="10*128*937*383"/>
</p:tagLst>
</file>

<file path=ppt/tags/tag173.xml><?xml version="1.0" encoding="utf-8"?>
<p:tagLst xmlns:p="http://schemas.openxmlformats.org/presentationml/2006/main">
  <p:tag name="TABLE_ENDDRAG_ORIGIN_RECT" val="927*430"/>
  <p:tag name="TABLE_ENDDRAG_RECT" val="26*65*927*430"/>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PA" val="v4.1.3"/>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MH" val="20200701160432"/>
  <p:tag name="MH_LIBRARY" val="GRAPHIC"/>
  <p:tag name="MH_TYPE" val="Text"/>
  <p:tag name="MH_ORDER" val="1"/>
</p:tagLst>
</file>

<file path=ppt/tags/tag208.xml><?xml version="1.0" encoding="utf-8"?>
<p:tagLst xmlns:p="http://schemas.openxmlformats.org/presentationml/2006/main">
  <p:tag name="MH" val="20200701160432"/>
  <p:tag name="MH_LIBRARY" val="GRAPHIC"/>
  <p:tag name="MH_TYPE" val="Text"/>
  <p:tag name="MH_ORDER" val="1"/>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PA" val="v4.1.3"/>
  <p:tag name="KSO_WM_BEAUTIFY_FLAG" val=""/>
</p:tagLst>
</file>

<file path=ppt/tags/tag212.xml><?xml version="1.0" encoding="utf-8"?>
<p:tagLst xmlns:p="http://schemas.openxmlformats.org/presentationml/2006/main">
  <p:tag name="MH" val="20200701160432"/>
  <p:tag name="MH_LIBRARY" val="GRAPHIC"/>
  <p:tag name="MH_TYPE" val="Text"/>
  <p:tag name="MH_ORDER" val="1"/>
</p:tagLst>
</file>

<file path=ppt/tags/tag213.xml><?xml version="1.0" encoding="utf-8"?>
<p:tagLst xmlns:p="http://schemas.openxmlformats.org/presentationml/2006/main">
  <p:tag name="PA" val="v4.1.3"/>
  <p:tag name="KSO_WM_BEAUTIFY_FLAG" val=""/>
</p:tagLst>
</file>

<file path=ppt/tags/tag214.xml><?xml version="1.0" encoding="utf-8"?>
<p:tagLst xmlns:p="http://schemas.openxmlformats.org/presentationml/2006/main">
  <p:tag name="MH" val="20200701160432"/>
  <p:tag name="MH_LIBRARY" val="GRAPHIC"/>
  <p:tag name="MH_TYPE" val="Text"/>
  <p:tag name="MH_ORDER" val="1"/>
</p:tagLst>
</file>

<file path=ppt/tags/tag215.xml><?xml version="1.0" encoding="utf-8"?>
<p:tagLst xmlns:p="http://schemas.openxmlformats.org/presentationml/2006/main">
  <p:tag name="PA" val="v4.1.3"/>
  <p:tag name="KSO_WM_BEAUTIFY_FLAG" val=""/>
</p:tagLst>
</file>

<file path=ppt/tags/tag216.xml><?xml version="1.0" encoding="utf-8"?>
<p:tagLst xmlns:p="http://schemas.openxmlformats.org/presentationml/2006/main">
  <p:tag name="MH" val="20200701160432"/>
  <p:tag name="MH_LIBRARY" val="GRAPHIC"/>
  <p:tag name="MH_TYPE" val="Text"/>
  <p:tag name="MH_ORDER" val="1"/>
</p:tagLst>
</file>

<file path=ppt/tags/tag217.xml><?xml version="1.0" encoding="utf-8"?>
<p:tagLst xmlns:p="http://schemas.openxmlformats.org/presentationml/2006/main">
  <p:tag name="TABLE_ENDDRAG_ORIGIN_RECT" val="480*208"/>
  <p:tag name="TABLE_ENDDRAG_RECT" val="440*327*480*208"/>
</p:tagLst>
</file>

<file path=ppt/tags/tag218.xml><?xml version="1.0" encoding="utf-8"?>
<p:tagLst xmlns:p="http://schemas.openxmlformats.org/presentationml/2006/main">
  <p:tag name="PA" val="v4.1.3"/>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MH" val="20200701160432"/>
  <p:tag name="MH_LIBRARY" val="GRAPHIC"/>
  <p:tag name="MH_TYPE" val="Text"/>
  <p:tag name="MH_ORDER" val="1"/>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DIAGRAM_VIRTUALLY_FRAME" val="{&quot;height&quot;:442.05,&quot;left&quot;:7.85,&quot;top&quot;:97.15,&quot;width&quot;:901.4}"/>
</p:tagLst>
</file>

<file path=ppt/tags/tag231.xml><?xml version="1.0" encoding="utf-8"?>
<p:tagLst xmlns:p="http://schemas.openxmlformats.org/presentationml/2006/main">
  <p:tag name="PA" val="v4.1.3"/>
  <p:tag name="KSO_WM_BEAUTIFY_FLAG" val=""/>
</p:tagLst>
</file>

<file path=ppt/tags/tag232.xml><?xml version="1.0" encoding="utf-8"?>
<p:tagLst xmlns:p="http://schemas.openxmlformats.org/presentationml/2006/main">
  <p:tag name="PA" val="v4.1.3"/>
</p:tagLst>
</file>

<file path=ppt/tags/tag233.xml><?xml version="1.0" encoding="utf-8"?>
<p:tagLst xmlns:p="http://schemas.openxmlformats.org/presentationml/2006/main">
  <p:tag name="MH" val="20200701160432"/>
  <p:tag name="MH_LIBRARY" val="GRAPHIC"/>
  <p:tag name="MH_TYPE" val="Text"/>
  <p:tag name="MH_ORDER" val="1"/>
</p:tagLst>
</file>

<file path=ppt/tags/tag234.xml><?xml version="1.0" encoding="utf-8"?>
<p:tagLst xmlns:p="http://schemas.openxmlformats.org/presentationml/2006/main">
  <p:tag name="MH" val="20200701160432"/>
  <p:tag name="MH_LIBRARY" val="GRAPHIC"/>
  <p:tag name="MH_TYPE" val="Text"/>
  <p:tag name="MH_ORDER" val="1"/>
</p:tagLst>
</file>

<file path=ppt/tags/tag235.xml><?xml version="1.0" encoding="utf-8"?>
<p:tagLst xmlns:p="http://schemas.openxmlformats.org/presentationml/2006/main">
  <p:tag name="TABLE_ENDDRAG_ORIGIN_RECT" val="879*259"/>
  <p:tag name="TABLE_ENDDRAG_RECT" val="14*273*879*259"/>
</p:tagLst>
</file>

<file path=ppt/tags/tag236.xml><?xml version="1.0" encoding="utf-8"?>
<p:tagLst xmlns:p="http://schemas.openxmlformats.org/presentationml/2006/main">
  <p:tag name="PA" val="v4.1.3"/>
</p:tagLst>
</file>

<file path=ppt/tags/tag237.xml><?xml version="1.0" encoding="utf-8"?>
<p:tagLst xmlns:p="http://schemas.openxmlformats.org/presentationml/2006/main">
  <p:tag name="TABLE_ENDDRAG_ORIGIN_RECT" val="708*280"/>
  <p:tag name="TABLE_ENDDRAG_RECT" val="170*233*708*280"/>
</p:tagLst>
</file>

<file path=ppt/tags/tag238.xml><?xml version="1.0" encoding="utf-8"?>
<p:tagLst xmlns:p="http://schemas.openxmlformats.org/presentationml/2006/main">
  <p:tag name="MH" val="20200701160432"/>
  <p:tag name="MH_LIBRARY" val="GRAPHIC"/>
  <p:tag name="MH_TYPE" val="Text"/>
  <p:tag name="MH_ORDER" val="1"/>
</p:tagLst>
</file>

<file path=ppt/tags/tag239.xml><?xml version="1.0" encoding="utf-8"?>
<p:tagLst xmlns:p="http://schemas.openxmlformats.org/presentationml/2006/main">
  <p:tag name="PA" val="v4.1.3"/>
</p:tagLst>
</file>

<file path=ppt/tags/tag240.xml><?xml version="1.0" encoding="utf-8"?>
<p:tagLst xmlns:p="http://schemas.openxmlformats.org/presentationml/2006/main">
  <p:tag name="MH" val="20200701160432"/>
  <p:tag name="MH_LIBRARY" val="GRAPHIC"/>
  <p:tag name="MH_TYPE" val="Text"/>
  <p:tag name="MH_ORDER" val="1"/>
</p:tagLst>
</file>

<file path=ppt/tags/tag241.xml><?xml version="1.0" encoding="utf-8"?>
<p:tagLst xmlns:p="http://schemas.openxmlformats.org/presentationml/2006/main">
  <p:tag name="PA" val="v4.1.3"/>
</p:tagLst>
</file>

<file path=ppt/tags/tag242.xml><?xml version="1.0" encoding="utf-8"?>
<p:tagLst xmlns:p="http://schemas.openxmlformats.org/presentationml/2006/main">
  <p:tag name="MH" val="20200701160432"/>
  <p:tag name="MH_LIBRARY" val="GRAPHIC"/>
  <p:tag name="MH_TYPE" val="Text"/>
  <p:tag name="MH_ORDER" val="1"/>
</p:tagLst>
</file>

<file path=ppt/tags/tag243.xml><?xml version="1.0" encoding="utf-8"?>
<p:tagLst xmlns:p="http://schemas.openxmlformats.org/presentationml/2006/main">
  <p:tag name="MH" val="20200701160432"/>
  <p:tag name="MH_LIBRARY" val="GRAPHIC"/>
  <p:tag name="MH_TYPE" val="Text"/>
  <p:tag name="MH_ORDER" val="1"/>
</p:tagLst>
</file>

<file path=ppt/tags/tag244.xml><?xml version="1.0" encoding="utf-8"?>
<p:tagLst xmlns:p="http://schemas.openxmlformats.org/presentationml/2006/main">
  <p:tag name="PA" val="v4.1.3"/>
</p:tagLst>
</file>

<file path=ppt/tags/tag245.xml><?xml version="1.0" encoding="utf-8"?>
<p:tagLst xmlns:p="http://schemas.openxmlformats.org/presentationml/2006/main">
  <p:tag name="TABLE_ENDDRAG_ORIGIN_RECT" val="258*251"/>
  <p:tag name="TABLE_ENDDRAG_RECT" val="20*266*258*251"/>
</p:tagLst>
</file>

<file path=ppt/tags/tag246.xml><?xml version="1.0" encoding="utf-8"?>
<p:tagLst xmlns:p="http://schemas.openxmlformats.org/presentationml/2006/main">
  <p:tag name="MH" val="20200701160432"/>
  <p:tag name="MH_LIBRARY" val="GRAPHIC"/>
  <p:tag name="MH_TYPE" val="Text"/>
  <p:tag name="MH_ORDER" val="1"/>
</p:tagLst>
</file>

<file path=ppt/tags/tag247.xml><?xml version="1.0" encoding="utf-8"?>
<p:tagLst xmlns:p="http://schemas.openxmlformats.org/presentationml/2006/main">
  <p:tag name="PA" val="v4.1.3"/>
</p:tagLst>
</file>

<file path=ppt/tags/tag248.xml><?xml version="1.0" encoding="utf-8"?>
<p:tagLst xmlns:p="http://schemas.openxmlformats.org/presentationml/2006/main">
  <p:tag name="PA" val="v4.1.3"/>
</p:tagLst>
</file>

<file path=ppt/tags/tag249.xml><?xml version="1.0" encoding="utf-8"?>
<p:tagLst xmlns:p="http://schemas.openxmlformats.org/presentationml/2006/main">
  <p:tag name="MH" val="20200701160432"/>
  <p:tag name="MH_LIBRARY" val="GRAPHIC"/>
  <p:tag name="MH_TYPE" val="Text"/>
  <p:tag name="MH_ORDER" val="1"/>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PA" val="v4.1.3"/>
</p:tagLst>
</file>

<file path=ppt/tags/tag253.xml><?xml version="1.0" encoding="utf-8"?>
<p:tagLst xmlns:p="http://schemas.openxmlformats.org/presentationml/2006/main">
  <p:tag name="MH" val="20200701160432"/>
  <p:tag name="MH_LIBRARY" val="GRAPHIC"/>
  <p:tag name="MH_TYPE" val="Text"/>
  <p:tag name="MH_ORDER" val="1"/>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PA" val="v4.1.3"/>
</p:tagLst>
</file>

<file path=ppt/tags/tag257.xml><?xml version="1.0" encoding="utf-8"?>
<p:tagLst xmlns:p="http://schemas.openxmlformats.org/presentationml/2006/main">
  <p:tag name="PA" val="v4.1.3"/>
</p:tagLst>
</file>

<file path=ppt/tags/tag258.xml><?xml version="1.0" encoding="utf-8"?>
<p:tagLst xmlns:p="http://schemas.openxmlformats.org/presentationml/2006/main">
  <p:tag name="MH" val="20200701160432"/>
  <p:tag name="MH_LIBRARY" val="GRAPHIC"/>
  <p:tag name="MH_TYPE" val="Text"/>
  <p:tag name="MH_ORDER" val="1"/>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PA" val="v4.1.3"/>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MH" val="20200701160432"/>
  <p:tag name="MH_LIBRARY" val="GRAPHIC"/>
  <p:tag name="MH_TYPE" val="Text"/>
  <p:tag name="MH_ORDER" val="1"/>
</p:tagLst>
</file>

<file path=ppt/tags/tag264.xml><?xml version="1.0" encoding="utf-8"?>
<p:tagLst xmlns:p="http://schemas.openxmlformats.org/presentationml/2006/main">
  <p:tag name="PA" val="v4.1.3"/>
</p:tagLst>
</file>

<file path=ppt/tags/tag265.xml><?xml version="1.0" encoding="utf-8"?>
<p:tagLst xmlns:p="http://schemas.openxmlformats.org/presentationml/2006/main">
  <p:tag name="MH" val="20200701160432"/>
  <p:tag name="MH_LIBRARY" val="GRAPHIC"/>
  <p:tag name="MH_TYPE" val="Text"/>
  <p:tag name="MH_ORDER" val="1"/>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PA" val="v4.1.3"/>
</p:tagLst>
</file>

<file path=ppt/tags/tag271.xml><?xml version="1.0" encoding="utf-8"?>
<p:tagLst xmlns:p="http://schemas.openxmlformats.org/presentationml/2006/main">
  <p:tag name="MH" val="20200701160432"/>
  <p:tag name="MH_LIBRARY" val="GRAPHIC"/>
  <p:tag name="MH_TYPE" val="Text"/>
  <p:tag name="MH_ORDER" val="1"/>
</p:tagLst>
</file>

<file path=ppt/tags/tag272.xml><?xml version="1.0" encoding="utf-8"?>
<p:tagLst xmlns:p="http://schemas.openxmlformats.org/presentationml/2006/main">
  <p:tag name="TABLE_ENDDRAG_ORIGIN_RECT" val="632*211"/>
  <p:tag name="TABLE_ENDDRAG_RECT" val="66*303*632*211"/>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PA" val="v4.1.3"/>
</p:tagLst>
</file>

<file path=ppt/tags/tag275.xml><?xml version="1.0" encoding="utf-8"?>
<p:tagLst xmlns:p="http://schemas.openxmlformats.org/presentationml/2006/main">
  <p:tag name="MH" val="20200701160432"/>
  <p:tag name="MH_LIBRARY" val="GRAPHIC"/>
  <p:tag name="MH_TYPE" val="Text"/>
  <p:tag name="MH_ORDER" val="1"/>
</p:tagLst>
</file>

<file path=ppt/tags/tag276.xml><?xml version="1.0" encoding="utf-8"?>
<p:tagLst xmlns:p="http://schemas.openxmlformats.org/presentationml/2006/main">
  <p:tag name="PA" val="v4.1.3"/>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MH" val="20200701160432"/>
  <p:tag name="MH_LIBRARY" val="GRAPHIC"/>
  <p:tag name="MH_TYPE" val="Text"/>
  <p:tag name="MH_ORDER" val="1"/>
</p:tagLst>
</file>

<file path=ppt/tags/tag280.xml><?xml version="1.0" encoding="utf-8"?>
<p:tagLst xmlns:p="http://schemas.openxmlformats.org/presentationml/2006/main">
  <p:tag name="PA" val="v4.1.3"/>
</p:tagLst>
</file>

<file path=ppt/tags/tag281.xml><?xml version="1.0" encoding="utf-8"?>
<p:tagLst xmlns:p="http://schemas.openxmlformats.org/presentationml/2006/main">
  <p:tag name="PA" val="v4.1.3"/>
</p:tagLst>
</file>

<file path=ppt/tags/tag282.xml><?xml version="1.0" encoding="utf-8"?>
<p:tagLst xmlns:p="http://schemas.openxmlformats.org/presentationml/2006/main">
  <p:tag name="MH" val="20200701160432"/>
  <p:tag name="MH_LIBRARY" val="GRAPHIC"/>
  <p:tag name="MH_TYPE" val="Text"/>
  <p:tag name="MH_ORDER" val="1"/>
</p:tagLst>
</file>

<file path=ppt/tags/tag283.xml><?xml version="1.0" encoding="utf-8"?>
<p:tagLst xmlns:p="http://schemas.openxmlformats.org/presentationml/2006/main">
  <p:tag name="PA" val="v4.1.3"/>
</p:tagLst>
</file>

<file path=ppt/tags/tag284.xml><?xml version="1.0" encoding="utf-8"?>
<p:tagLst xmlns:p="http://schemas.openxmlformats.org/presentationml/2006/main">
  <p:tag name="MH" val="20200701160432"/>
  <p:tag name="MH_LIBRARY" val="GRAPHIC"/>
  <p:tag name="MH_TYPE" val="Text"/>
  <p:tag name="MH_ORDER" val="1"/>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1_3"/>
  <p:tag name="KSO_WM_TEMPLATE_CATEGORY" val="diagram"/>
  <p:tag name="KSO_WM_TEMPLATE_INDEX" val="20233247"/>
  <p:tag name="KSO_WM_UNIT_LAYERLEVEL" val="1_1_1"/>
  <p:tag name="KSO_WM_TAG_VERSION" val="3.0"/>
  <p:tag name="KSO_WM_UNIT_TEXT_LAYER_COUNT" val="1"/>
  <p:tag name="KSO_WM_UNIT_NOCLEAR" val="0"/>
  <p:tag name="KSO_WM_UNIT_TYPE" val="l_h_i"/>
  <p:tag name="KSO_WM_UNIT_INDEX" val="1_1_3"/>
  <p:tag name="KSO_WM_DIAGRAM_VERSION" val="3"/>
  <p:tag name="KSO_WM_DIAGRAM_COLOR_TRICK" val="1"/>
  <p:tag name="KSO_WM_DIAGRAM_COLOR_TEXT_CAN_REMOVE" val="n"/>
  <p:tag name="KSO_WM_DIAGRAM_GROUP_CODE" val="l1-1"/>
  <p:tag name="KSO_WM_UNIT_TEXT_TYPE" val="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2_3"/>
  <p:tag name="KSO_WM_TEMPLATE_CATEGORY" val="diagram"/>
  <p:tag name="KSO_WM_TEMPLATE_INDEX" val="20233247"/>
  <p:tag name="KSO_WM_UNIT_LAYERLEVEL" val="1_1_1"/>
  <p:tag name="KSO_WM_TAG_VERSION" val="3.0"/>
  <p:tag name="KSO_WM_UNIT_TEXT_LAYER_COUNT" val="1"/>
  <p:tag name="KSO_WM_UNIT_NOCLEAR" val="0"/>
  <p:tag name="KSO_WM_UNIT_TYPE" val="l_h_i"/>
  <p:tag name="KSO_WM_UNIT_INDEX" val="1_2_3"/>
  <p:tag name="KSO_WM_DIAGRAM_VERSION" val="3"/>
  <p:tag name="KSO_WM_DIAGRAM_COLOR_TRICK" val="1"/>
  <p:tag name="KSO_WM_DIAGRAM_COLOR_TEXT_CAN_REMOVE" val="n"/>
  <p:tag name="KSO_WM_DIAGRAM_GROUP_CODE" val="l1-1"/>
  <p:tag name="KSO_WM_UNIT_TEXT_TYPE" val="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3_3"/>
  <p:tag name="KSO_WM_TEMPLATE_CATEGORY" val="diagram"/>
  <p:tag name="KSO_WM_TEMPLATE_INDEX" val="20233247"/>
  <p:tag name="KSO_WM_UNIT_LAYERLEVEL" val="1_1_1"/>
  <p:tag name="KSO_WM_TAG_VERSION" val="3.0"/>
  <p:tag name="KSO_WM_UNIT_TEXT_LAYER_COUNT" val="1"/>
  <p:tag name="KSO_WM_UNIT_NOCLEAR" val="0"/>
  <p:tag name="KSO_WM_UNIT_TYPE" val="l_h_i"/>
  <p:tag name="KSO_WM_UNIT_INDEX" val="1_3_3"/>
  <p:tag name="KSO_WM_DIAGRAM_VERSION" val="3"/>
  <p:tag name="KSO_WM_DIAGRAM_COLOR_TRICK" val="1"/>
  <p:tag name="KSO_WM_DIAGRAM_COLOR_TEXT_CAN_REMOVE" val="n"/>
  <p:tag name="KSO_WM_DIAGRAM_GROUP_CODE" val="l1-1"/>
  <p:tag name="KSO_WM_UNIT_TEXT_TYPE" val="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4_3"/>
  <p:tag name="KSO_WM_TEMPLATE_CATEGORY" val="diagram"/>
  <p:tag name="KSO_WM_TEMPLATE_INDEX" val="20233247"/>
  <p:tag name="KSO_WM_UNIT_LAYERLEVEL" val="1_1_1"/>
  <p:tag name="KSO_WM_TAG_VERSION" val="3.0"/>
  <p:tag name="KSO_WM_UNIT_TEXT_LAYER_COUNT" val="1"/>
  <p:tag name="KSO_WM_UNIT_NOCLEAR" val="0"/>
  <p:tag name="KSO_WM_UNIT_TYPE" val="l_h_i"/>
  <p:tag name="KSO_WM_UNIT_INDEX" val="1_4_3"/>
  <p:tag name="KSO_WM_DIAGRAM_VERSION" val="3"/>
  <p:tag name="KSO_WM_DIAGRAM_COLOR_TRICK" val="1"/>
  <p:tag name="KSO_WM_DIAGRAM_COLOR_TEXT_CAN_REMOVE" val="n"/>
  <p:tag name="KSO_WM_DIAGRAM_GROUP_CODE" val="l1-1"/>
  <p:tag name="KSO_WM_UNIT_TEXT_TYPE" val="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f*1_2_1"/>
  <p:tag name="KSO_WM_TEMPLATE_CATEGORY" val="diagram"/>
  <p:tag name="KSO_WM_TEMPLATE_INDEX" val="20233247"/>
  <p:tag name="KSO_WM_UNIT_LAYERLEVEL" val="1_1_1"/>
  <p:tag name="KSO_WM_TAG_VERSION" val="3.0"/>
  <p:tag name="KSO_WM_UNIT_SUBTYPE" val="a"/>
  <p:tag name="KSO_WM_UNIT_TEXT_LAYER_COUNT" val="1"/>
  <p:tag name="KSO_WM_UNIT_NOCLEAR" val="0"/>
  <p:tag name="KSO_WM_UNIT_TYPE" val="l_h_f"/>
  <p:tag name="KSO_WM_UNIT_INDEX" val="1_2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VALUE" val="180"/>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
  <p:tag name="KSO_WM_UNIT_LINE_FORE_SCHEMECOLOR_INDEX" val="5"/>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2_1"/>
  <p:tag name="KSO_WM_TEMPLATE_CATEGORY" val="diagram"/>
  <p:tag name="KSO_WM_TEMPLATE_INDEX" val="20233247"/>
  <p:tag name="KSO_WM_UNIT_LAYERLEVEL" val="1_1_1"/>
  <p:tag name="KSO_WM_TAG_VERSION" val="3.0"/>
  <p:tag name="KSO_WM_UNIT_TYPE" val="l_h_i"/>
  <p:tag name="KSO_WM_UNIT_INDEX" val="1_2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LINE_FORE_SCHEMECOLOR_INDEX" val="5"/>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x*1_2_1"/>
  <p:tag name="KSO_WM_TEMPLATE_CATEGORY" val="diagram"/>
  <p:tag name="KSO_WM_TEMPLATE_INDEX" val="20233247"/>
  <p:tag name="KSO_WM_UNIT_LAYERLEVEL" val="1_1_1"/>
  <p:tag name="KSO_WM_TAG_VERSION" val="3.0"/>
  <p:tag name="KSO_WM_UNIT_VALUE" val="70*70"/>
  <p:tag name="KSO_WM_UNIT_TYPE" val="l_h_x"/>
  <p:tag name="KSO_WM_UNIT_INDEX" val="1_2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f*1_1_1"/>
  <p:tag name="KSO_WM_TEMPLATE_CATEGORY" val="diagram"/>
  <p:tag name="KSO_WM_TEMPLATE_INDEX" val="20233247"/>
  <p:tag name="KSO_WM_UNIT_LAYERLEVEL" val="1_1_1"/>
  <p:tag name="KSO_WM_TAG_VERSION" val="3.0"/>
  <p:tag name="KSO_WM_UNIT_SUBTYPE" val="a"/>
  <p:tag name="KSO_WM_UNIT_TEXT_LAYER_COUNT" val="1"/>
  <p:tag name="KSO_WM_UNIT_NOCLEAR" val="0"/>
  <p:tag name="KSO_WM_UNIT_TYPE" val="l_h_f"/>
  <p:tag name="KSO_WM_UNIT_INDEX" val="1_1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
  <p:tag name="KSO_WM_UNIT_LINE_FORE_SCHEMECOLOR_INDEX" val="5"/>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1_1"/>
  <p:tag name="KSO_WM_TEMPLATE_CATEGORY" val="diagram"/>
  <p:tag name="KSO_WM_TEMPLATE_INDEX" val="20233247"/>
  <p:tag name="KSO_WM_UNIT_LAYERLEVEL" val="1_1_1"/>
  <p:tag name="KSO_WM_TAG_VERSION" val="3.0"/>
  <p:tag name="KSO_WM_UNIT_TYPE" val="l_h_i"/>
  <p:tag name="KSO_WM_UNIT_INDEX" val="1_1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LINE_FORE_SCHEMECOLOR_INDEX" val="5"/>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x*1_1_1"/>
  <p:tag name="KSO_WM_TEMPLATE_CATEGORY" val="diagram"/>
  <p:tag name="KSO_WM_TEMPLATE_INDEX" val="20233247"/>
  <p:tag name="KSO_WM_UNIT_LAYERLEVEL" val="1_1_1"/>
  <p:tag name="KSO_WM_TAG_VERSION" val="3.0"/>
  <p:tag name="KSO_WM_UNIT_VALUE" val="70*70"/>
  <p:tag name="KSO_WM_UNIT_TYPE" val="l_h_x"/>
  <p:tag name="KSO_WM_UNIT_INDEX" val="1_1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f*1_4_1"/>
  <p:tag name="KSO_WM_TEMPLATE_CATEGORY" val="diagram"/>
  <p:tag name="KSO_WM_TEMPLATE_INDEX" val="20233247"/>
  <p:tag name="KSO_WM_UNIT_LAYERLEVEL" val="1_1_1"/>
  <p:tag name="KSO_WM_TAG_VERSION" val="3.0"/>
  <p:tag name="KSO_WM_UNIT_SUBTYPE" val="a"/>
  <p:tag name="KSO_WM_UNIT_TEXT_LAYER_COUNT" val="1"/>
  <p:tag name="KSO_WM_UNIT_NOCLEAR" val="0"/>
  <p:tag name="KSO_WM_UNIT_TYPE" val="l_h_f"/>
  <p:tag name="KSO_WM_UNIT_INDEX" val="1_4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VALUE" val="180"/>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
  <p:tag name="KSO_WM_UNIT_LINE_FORE_SCHEMECOLOR_INDEX" val="5"/>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4_1"/>
  <p:tag name="KSO_WM_TEMPLATE_CATEGORY" val="diagram"/>
  <p:tag name="KSO_WM_TEMPLATE_INDEX" val="20233247"/>
  <p:tag name="KSO_WM_UNIT_LAYERLEVEL" val="1_1_1"/>
  <p:tag name="KSO_WM_TAG_VERSION" val="3.0"/>
  <p:tag name="KSO_WM_UNIT_TYPE" val="l_h_i"/>
  <p:tag name="KSO_WM_UNIT_INDEX" val="1_4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LINE_FORE_SCHEMECOLOR_INDEX" val="5"/>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x*1_2_1"/>
  <p:tag name="KSO_WM_TEMPLATE_CATEGORY" val="diagram"/>
  <p:tag name="KSO_WM_TEMPLATE_INDEX" val="20233247"/>
  <p:tag name="KSO_WM_UNIT_LAYERLEVEL" val="1_1_1"/>
  <p:tag name="KSO_WM_TAG_VERSION" val="3.0"/>
  <p:tag name="KSO_WM_UNIT_VALUE" val="70*70"/>
  <p:tag name="KSO_WM_UNIT_TYPE" val="l_h_x"/>
  <p:tag name="KSO_WM_UNIT_INDEX" val="1_2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f*1_3_1"/>
  <p:tag name="KSO_WM_TEMPLATE_CATEGORY" val="diagram"/>
  <p:tag name="KSO_WM_TEMPLATE_INDEX" val="20233247"/>
  <p:tag name="KSO_WM_UNIT_LAYERLEVEL" val="1_1_1"/>
  <p:tag name="KSO_WM_TAG_VERSION" val="3.0"/>
  <p:tag name="KSO_WM_UNIT_SUBTYPE" val="a"/>
  <p:tag name="KSO_WM_UNIT_TEXT_LAYER_COUNT" val="1"/>
  <p:tag name="KSO_WM_UNIT_NOCLEAR" val="0"/>
  <p:tag name="KSO_WM_UNIT_TYPE" val="l_h_f"/>
  <p:tag name="KSO_WM_UNIT_INDEX" val="1_3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VALUE" val="180"/>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
  <p:tag name="KSO_WM_UNIT_LINE_FORE_SCHEMECOLOR_INDEX" val="5"/>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i*1_3_1"/>
  <p:tag name="KSO_WM_TEMPLATE_CATEGORY" val="diagram"/>
  <p:tag name="KSO_WM_TEMPLATE_INDEX" val="20233247"/>
  <p:tag name="KSO_WM_UNIT_LAYERLEVEL" val="1_1_1"/>
  <p:tag name="KSO_WM_TAG_VERSION" val="3.0"/>
  <p:tag name="KSO_WM_UNIT_TYPE" val="l_h_i"/>
  <p:tag name="KSO_WM_UNIT_INDEX" val="1_3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UNIT_LINE_FORE_SCHEMECOLOR_INDEX" val="5"/>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47_3*l_h_x*1_1_1"/>
  <p:tag name="KSO_WM_TEMPLATE_CATEGORY" val="diagram"/>
  <p:tag name="KSO_WM_TEMPLATE_INDEX" val="20233247"/>
  <p:tag name="KSO_WM_UNIT_LAYERLEVEL" val="1_1_1"/>
  <p:tag name="KSO_WM_TAG_VERSION" val="3.0"/>
  <p:tag name="KSO_WM_UNIT_VALUE" val="70*70"/>
  <p:tag name="KSO_WM_UNIT_TYPE" val="l_h_x"/>
  <p:tag name="KSO_WM_UNIT_INDEX" val="1_1_1"/>
  <p:tag name="KSO_WM_DIAGRAM_VERSION" val="3"/>
  <p:tag name="KSO_WM_DIAGRAM_COLOR_TRICK" val="1"/>
  <p:tag name="KSO_WM_DIAGRAM_COLOR_TEXT_CAN_REMOVE" val="n"/>
  <p:tag name="KSO_WM_DIAGRAM_GROUP_CODE" val="l1-1"/>
  <p:tag name="KSO_WM_DIAGRAM_VIRTUALLY_FRAME" val="{&quot;height&quot;:343,&quot;left&quot;:58.97503937007874,&quot;top&quot;:142.875,&quot;width&quot;:846.25}"/>
  <p:tag name="KSO_WM_DIAGRAM_MAX_ITEMCNT" val="4"/>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301.xml><?xml version="1.0" encoding="utf-8"?>
<p:tagLst xmlns:p="http://schemas.openxmlformats.org/presentationml/2006/main">
  <p:tag name="PA" val="v4.1.3"/>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DIAGRAM_VIRTUALLY_FRAME" val="{&quot;height&quot;:193.2292125984252,&quot;left&quot;:372.135905511811,&quot;top&quot;:187.2767716535433,&quot;width&quot;:559.0666929133859}"/>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45.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46.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47.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48.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49.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0.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1.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2.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3.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4.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5.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6.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7.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8.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59.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60.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61.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62.xml><?xml version="1.0" encoding="utf-8"?>
<p:tagLst xmlns:p="http://schemas.openxmlformats.org/presentationml/2006/main">
  <p:tag name="KSO_WM_BEAUTIFY_FLAG" val=""/>
  <p:tag name="KSO_WM_DIAGRAM_VIRTUALLY_FRAME" val="{&quot;height&quot;:341.1218897637796,&quot;left&quot;:33.8,&quot;top&quot;:205.9023622047244,&quot;width&quot;:882.8038582677166}"/>
</p:tagLst>
</file>

<file path=ppt/tags/tag363.xml><?xml version="1.0" encoding="utf-8"?>
<p:tagLst xmlns:p="http://schemas.openxmlformats.org/presentationml/2006/main">
  <p:tag name="MH" val="20200701160432"/>
  <p:tag name="MH_LIBRARY" val="GRAPHIC"/>
  <p:tag name="MH_TYPE" val="Text"/>
  <p:tag name="MH_ORDER" val="1"/>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UNIT_TABLE_BEAUTIFY" val="smartTable{84018faf-2ce5-4b45-a7ba-2b9a4a32d7f2}"/>
  <p:tag name="TABLE_ENDDRAG_ORIGIN_RECT" val="161*188"/>
  <p:tag name="TABLE_ENDDRAG_RECT" val="781*251*161*188"/>
  <p:tag name="KSO_WM_BEAUTIFY_FLAG" val=""/>
</p:tagLst>
</file>

<file path=ppt/tags/tag371.xml><?xml version="1.0" encoding="utf-8"?>
<p:tagLst xmlns:p="http://schemas.openxmlformats.org/presentationml/2006/main">
  <p:tag name="TABLE_ENDDRAG_ORIGIN_RECT" val="351*214"/>
  <p:tag name="TABLE_ENDDRAG_RECT" val="382*236*351*214"/>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UNIT_PLACING_PICTURE_USER_VIEWPORT" val="{&quot;height&quot;:10800,&quot;width&quot;:14399.99842519685}"/>
</p:tagLst>
</file>

<file path=ppt/theme/theme1.xml><?xml version="1.0" encoding="utf-8"?>
<a:theme xmlns:a="http://schemas.openxmlformats.org/drawingml/2006/main" name="第一PPT，www.1ppt.com">
  <a:themeElements>
    <a:clrScheme name="自定义 61">
      <a:dk1>
        <a:sysClr val="windowText" lastClr="000000"/>
      </a:dk1>
      <a:lt1>
        <a:sysClr val="window" lastClr="FFFFFF"/>
      </a:lt1>
      <a:dk2>
        <a:srgbClr val="44546A"/>
      </a:dk2>
      <a:lt2>
        <a:srgbClr val="E7E6E6"/>
      </a:lt2>
      <a:accent1>
        <a:srgbClr val="E6332A"/>
      </a:accent1>
      <a:accent2>
        <a:srgbClr val="50D14A"/>
      </a:accent2>
      <a:accent3>
        <a:srgbClr val="94D7F2"/>
      </a:accent3>
      <a:accent4>
        <a:srgbClr val="FCEA47"/>
      </a:accent4>
      <a:accent5>
        <a:srgbClr val="36A9E1"/>
      </a:accent5>
      <a:accent6>
        <a:srgbClr val="F9B233"/>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1B3C6D"/>
    </a:accent1>
    <a:accent2>
      <a:srgbClr val="DF2624"/>
    </a:accent2>
    <a:accent3>
      <a:srgbClr val="0595CB"/>
    </a:accent3>
    <a:accent4>
      <a:srgbClr val="00ADC7"/>
    </a:accent4>
    <a:accent5>
      <a:srgbClr val="64C6F0"/>
    </a:accent5>
    <a:accent6>
      <a:srgbClr val="BFBFBF"/>
    </a:accent6>
    <a:hlink>
      <a:srgbClr val="4472C4"/>
    </a:hlink>
    <a:folHlink>
      <a:srgbClr val="BFBFBF"/>
    </a:folHlink>
  </a:clrScheme>
  <a:fontScheme name="1hpo1yy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自定义 1">
    <a:dk1>
      <a:srgbClr val="000000"/>
    </a:dk1>
    <a:lt1>
      <a:srgbClr val="FFFFFF"/>
    </a:lt1>
    <a:dk2>
      <a:srgbClr val="44546A"/>
    </a:dk2>
    <a:lt2>
      <a:srgbClr val="E7E6E6"/>
    </a:lt2>
    <a:accent1>
      <a:srgbClr val="4F80FF"/>
    </a:accent1>
    <a:accent2>
      <a:srgbClr val="16CC8A"/>
    </a:accent2>
    <a:accent3>
      <a:srgbClr val="FFC619"/>
    </a:accent3>
    <a:accent4>
      <a:srgbClr val="FF7F41"/>
    </a:accent4>
    <a:accent5>
      <a:srgbClr val="F95F5F"/>
    </a:accent5>
    <a:accent6>
      <a:srgbClr val="A15CFF"/>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23371</Words>
  <Application>WPS 演示</Application>
  <PresentationFormat>宽屏</PresentationFormat>
  <Paragraphs>2782</Paragraphs>
  <Slides>85</Slides>
  <Notes>19</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110" baseType="lpstr">
      <vt:lpstr>Arial</vt:lpstr>
      <vt:lpstr>宋体</vt:lpstr>
      <vt:lpstr>Wingdings</vt:lpstr>
      <vt:lpstr>Calibri</vt:lpstr>
      <vt:lpstr>微软雅黑</vt:lpstr>
      <vt:lpstr>思源黑体 CN Light</vt:lpstr>
      <vt:lpstr>Calibri</vt:lpstr>
      <vt:lpstr>黑体</vt:lpstr>
      <vt:lpstr>华文琥珀</vt:lpstr>
      <vt:lpstr>Wingdings</vt:lpstr>
      <vt:lpstr>等线</vt:lpstr>
      <vt:lpstr>方正仿宋_GBK</vt:lpstr>
      <vt:lpstr>Arial Unicode MS</vt:lpstr>
      <vt:lpstr>Impact</vt:lpstr>
      <vt:lpstr>思源黑体 Light</vt:lpstr>
      <vt:lpstr>Arial Unicode MS</vt:lpstr>
      <vt:lpstr>Arial</vt:lpstr>
      <vt:lpstr>楷体_GB2312</vt:lpstr>
      <vt:lpstr>Microsoft YaHei Regular</vt:lpstr>
      <vt:lpstr>华文细黑</vt:lpstr>
      <vt:lpstr>江城圆体 400W</vt:lpstr>
      <vt:lpstr>第一PPT，www.1ppt.com</vt:lpstr>
      <vt:lpstr>Visio.Drawing.15</vt:lpstr>
      <vt:lpstr>Equation.DSMT4</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雨林木风</dc:creator>
  <cp:lastModifiedBy>user</cp:lastModifiedBy>
  <cp:revision>1575</cp:revision>
  <dcterms:created xsi:type="dcterms:W3CDTF">2014-04-15T06:12:00Z</dcterms:created>
  <dcterms:modified xsi:type="dcterms:W3CDTF">2026-02-05T01:49:49Z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2052-10.8.2.6613</vt:lpwstr>
  </property>
  <property fmtid="{D5CDD505-2E9C-101B-9397-08002B2CF9AE}" pid="3" name="ICV">
    <vt:lpwstr>7AAA896A4C9C45628366FB0A511DF3BB</vt:lpwstr>
  </property>
</Properties>
</file>